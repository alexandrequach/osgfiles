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9"/>
  </p:notesMasterIdLst>
  <p:sldIdLst>
    <p:sldId id="404" r:id="rId2"/>
    <p:sldId id="468" r:id="rId3"/>
    <p:sldId id="395" r:id="rId4"/>
    <p:sldId id="398" r:id="rId5"/>
    <p:sldId id="396" r:id="rId6"/>
    <p:sldId id="399" r:id="rId7"/>
    <p:sldId id="515" r:id="rId8"/>
    <p:sldId id="401" r:id="rId9"/>
    <p:sldId id="406" r:id="rId10"/>
    <p:sldId id="469" r:id="rId11"/>
    <p:sldId id="465" r:id="rId12"/>
    <p:sldId id="514" r:id="rId13"/>
    <p:sldId id="466" r:id="rId14"/>
    <p:sldId id="440" r:id="rId15"/>
    <p:sldId id="446" r:id="rId16"/>
    <p:sldId id="516" r:id="rId17"/>
    <p:sldId id="470" r:id="rId18"/>
    <p:sldId id="422" r:id="rId19"/>
    <p:sldId id="517" r:id="rId20"/>
    <p:sldId id="423" r:id="rId21"/>
    <p:sldId id="513" r:id="rId22"/>
    <p:sldId id="441" r:id="rId23"/>
    <p:sldId id="442" r:id="rId24"/>
    <p:sldId id="471" r:id="rId25"/>
    <p:sldId id="407" r:id="rId26"/>
    <p:sldId id="414" r:id="rId27"/>
    <p:sldId id="518" r:id="rId2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rmation" id="{C543727C-4E92-44E3-8350-621112563B26}">
          <p14:sldIdLst>
            <p14:sldId id="404"/>
            <p14:sldId id="468"/>
            <p14:sldId id="395"/>
            <p14:sldId id="398"/>
            <p14:sldId id="396"/>
            <p14:sldId id="399"/>
            <p14:sldId id="515"/>
            <p14:sldId id="401"/>
            <p14:sldId id="406"/>
            <p14:sldId id="469"/>
            <p14:sldId id="465"/>
            <p14:sldId id="514"/>
            <p14:sldId id="466"/>
            <p14:sldId id="440"/>
            <p14:sldId id="446"/>
            <p14:sldId id="516"/>
            <p14:sldId id="470"/>
            <p14:sldId id="422"/>
            <p14:sldId id="517"/>
            <p14:sldId id="423"/>
            <p14:sldId id="513"/>
            <p14:sldId id="441"/>
            <p14:sldId id="442"/>
            <p14:sldId id="471"/>
            <p14:sldId id="407"/>
            <p14:sldId id="414"/>
            <p14:sldId id="518"/>
          </p14:sldIdLst>
        </p14:section>
        <p14:section name="Value" id="{277FA276-300F-4308-9988-74CBB5C92066}">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andre Quach" initials="AQ" lastIdx="1" clrIdx="0">
    <p:extLst>
      <p:ext uri="{19B8F6BF-5375-455C-9EA6-DF929625EA0E}">
        <p15:presenceInfo xmlns:p15="http://schemas.microsoft.com/office/powerpoint/2012/main" userId="7bb690c8a6e028e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C7B2B"/>
    <a:srgbClr val="3494BA"/>
    <a:srgbClr val="7FC1DB"/>
    <a:srgbClr val="FFFFFF"/>
    <a:srgbClr val="AAD6E7"/>
    <a:srgbClr val="F2F2F2"/>
    <a:srgbClr val="D4EAF3"/>
    <a:srgbClr val="FFFF00"/>
    <a:srgbClr val="FFC000"/>
    <a:srgbClr val="CDDC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20" autoAdjust="0"/>
    <p:restoredTop sz="94595" autoAdjust="0"/>
  </p:normalViewPr>
  <p:slideViewPr>
    <p:cSldViewPr snapToGrid="0">
      <p:cViewPr varScale="1">
        <p:scale>
          <a:sx n="108" d="100"/>
          <a:sy n="108" d="100"/>
        </p:scale>
        <p:origin x="21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7bb690c8a6e028e4" providerId="LiveId" clId="{3BD6B4BB-F8D0-48A0-8846-C092812CB096}"/>
    <pc:docChg chg="undo custSel addSld modSld sldOrd modMainMaster modSection">
      <pc:chgData name="Alexandre Quach" userId="7bb690c8a6e028e4" providerId="LiveId" clId="{3BD6B4BB-F8D0-48A0-8846-C092812CB096}" dt="2021-03-31T20:38:14.746" v="471"/>
      <pc:docMkLst>
        <pc:docMk/>
      </pc:docMkLst>
      <pc:sldChg chg="addSp delSp modSp mod">
        <pc:chgData name="Alexandre Quach" userId="7bb690c8a6e028e4" providerId="LiveId" clId="{3BD6B4BB-F8D0-48A0-8846-C092812CB096}" dt="2021-03-22T23:31:40.135" v="14"/>
        <pc:sldMkLst>
          <pc:docMk/>
          <pc:sldMk cId="178039174" sldId="440"/>
        </pc:sldMkLst>
        <pc:spChg chg="add del mod">
          <ac:chgData name="Alexandre Quach" userId="7bb690c8a6e028e4" providerId="LiveId" clId="{3BD6B4BB-F8D0-48A0-8846-C092812CB096}" dt="2021-03-22T23:31:40.135" v="14"/>
          <ac:spMkLst>
            <pc:docMk/>
            <pc:sldMk cId="178039174" sldId="440"/>
            <ac:spMk id="59" creationId="{BF8B615E-7699-4968-88DB-8DDE2C33B1E3}"/>
          </ac:spMkLst>
        </pc:spChg>
      </pc:sldChg>
      <pc:sldChg chg="addSp modSp">
        <pc:chgData name="Alexandre Quach" userId="7bb690c8a6e028e4" providerId="LiveId" clId="{3BD6B4BB-F8D0-48A0-8846-C092812CB096}" dt="2021-03-31T20:38:14.746" v="471"/>
        <pc:sldMkLst>
          <pc:docMk/>
          <pc:sldMk cId="533924737" sldId="465"/>
        </pc:sldMkLst>
        <pc:picChg chg="add mod">
          <ac:chgData name="Alexandre Quach" userId="7bb690c8a6e028e4" providerId="LiveId" clId="{3BD6B4BB-F8D0-48A0-8846-C092812CB096}" dt="2021-03-31T20:38:14.696" v="470"/>
          <ac:picMkLst>
            <pc:docMk/>
            <pc:sldMk cId="533924737" sldId="465"/>
            <ac:picMk id="45" creationId="{2788EDEB-B8E1-4AA8-A294-60FA2928582E}"/>
          </ac:picMkLst>
        </pc:picChg>
        <pc:picChg chg="add mod">
          <ac:chgData name="Alexandre Quach" userId="7bb690c8a6e028e4" providerId="LiveId" clId="{3BD6B4BB-F8D0-48A0-8846-C092812CB096}" dt="2021-03-31T20:38:14.746" v="471"/>
          <ac:picMkLst>
            <pc:docMk/>
            <pc:sldMk cId="533924737" sldId="465"/>
            <ac:picMk id="47" creationId="{D4ABC5B8-8FF8-4288-949C-016AFF56DB0A}"/>
          </ac:picMkLst>
        </pc:picChg>
      </pc:sldChg>
      <pc:sldChg chg="addSp delSp modSp add mod setBg modClrScheme chgLayout">
        <pc:chgData name="Alexandre Quach" userId="7bb690c8a6e028e4" providerId="LiveId" clId="{3BD6B4BB-F8D0-48A0-8846-C092812CB096}" dt="2021-03-22T23:23:40.342" v="8" actId="478"/>
        <pc:sldMkLst>
          <pc:docMk/>
          <pc:sldMk cId="2803298254" sldId="514"/>
        </pc:sldMkLst>
        <pc:spChg chg="add del mod ord">
          <ac:chgData name="Alexandre Quach" userId="7bb690c8a6e028e4" providerId="LiveId" clId="{3BD6B4BB-F8D0-48A0-8846-C092812CB096}" dt="2021-03-22T23:23:33.259" v="4" actId="700"/>
          <ac:spMkLst>
            <pc:docMk/>
            <pc:sldMk cId="2803298254" sldId="514"/>
            <ac:spMk id="2" creationId="{A4CCBEC2-B29D-4F5F-B309-5109D17CBDB2}"/>
          </ac:spMkLst>
        </pc:spChg>
        <pc:spChg chg="add del mod ord">
          <ac:chgData name="Alexandre Quach" userId="7bb690c8a6e028e4" providerId="LiveId" clId="{3BD6B4BB-F8D0-48A0-8846-C092812CB096}" dt="2021-03-22T23:23:39.624" v="7" actId="478"/>
          <ac:spMkLst>
            <pc:docMk/>
            <pc:sldMk cId="2803298254" sldId="514"/>
            <ac:spMk id="3" creationId="{B44F0B05-60E2-45D5-A7AE-2E67E8D417CE}"/>
          </ac:spMkLst>
        </pc:spChg>
        <pc:spChg chg="mod ord">
          <ac:chgData name="Alexandre Quach" userId="7bb690c8a6e028e4" providerId="LiveId" clId="{3BD6B4BB-F8D0-48A0-8846-C092812CB096}" dt="2021-03-22T23:23:35.737" v="5" actId="700"/>
          <ac:spMkLst>
            <pc:docMk/>
            <pc:sldMk cId="2803298254" sldId="514"/>
            <ac:spMk id="5" creationId="{A2357BD2-72C0-4203-8FDA-027D9FEDA855}"/>
          </ac:spMkLst>
        </pc:spChg>
        <pc:spChg chg="add del mod">
          <ac:chgData name="Alexandre Quach" userId="7bb690c8a6e028e4" providerId="LiveId" clId="{3BD6B4BB-F8D0-48A0-8846-C092812CB096}" dt="2021-03-22T23:23:40.342" v="8" actId="478"/>
          <ac:spMkLst>
            <pc:docMk/>
            <pc:sldMk cId="2803298254" sldId="514"/>
            <ac:spMk id="6" creationId="{58E946CB-7CC1-4152-897E-73B9331B0C81}"/>
          </ac:spMkLst>
        </pc:spChg>
      </pc:sldChg>
      <pc:sldChg chg="add setBg">
        <pc:chgData name="Alexandre Quach" userId="7bb690c8a6e028e4" providerId="LiveId" clId="{3BD6B4BB-F8D0-48A0-8846-C092812CB096}" dt="2021-03-22T23:24:01.153" v="10"/>
        <pc:sldMkLst>
          <pc:docMk/>
          <pc:sldMk cId="2270245061" sldId="515"/>
        </pc:sldMkLst>
      </pc:sldChg>
      <pc:sldChg chg="addSp delSp modSp add mod setBg chgLayout">
        <pc:chgData name="Alexandre Quach" userId="7bb690c8a6e028e4" providerId="LiveId" clId="{3BD6B4BB-F8D0-48A0-8846-C092812CB096}" dt="2021-03-22T23:31:52.808" v="18"/>
        <pc:sldMkLst>
          <pc:docMk/>
          <pc:sldMk cId="4263228924" sldId="516"/>
        </pc:sldMkLst>
        <pc:spChg chg="add del mod ord">
          <ac:chgData name="Alexandre Quach" userId="7bb690c8a6e028e4" providerId="LiveId" clId="{3BD6B4BB-F8D0-48A0-8846-C092812CB096}" dt="2021-03-22T23:31:49.441" v="17" actId="700"/>
          <ac:spMkLst>
            <pc:docMk/>
            <pc:sldMk cId="4263228924" sldId="516"/>
            <ac:spMk id="4" creationId="{81C93292-46AD-4836-88BB-2FC1D41D79C5}"/>
          </ac:spMkLst>
        </pc:spChg>
        <pc:spChg chg="mod ord">
          <ac:chgData name="Alexandre Quach" userId="7bb690c8a6e028e4" providerId="LiveId" clId="{3BD6B4BB-F8D0-48A0-8846-C092812CB096}" dt="2021-03-22T23:31:49.441" v="17" actId="700"/>
          <ac:spMkLst>
            <pc:docMk/>
            <pc:sldMk cId="4263228924" sldId="516"/>
            <ac:spMk id="7" creationId="{2904B001-EEA1-4EAC-B74A-75CD479363A2}"/>
          </ac:spMkLst>
        </pc:spChg>
      </pc:sldChg>
      <pc:sldChg chg="addSp delSp modSp add mod setBg delAnim">
        <pc:chgData name="Alexandre Quach" userId="7bb690c8a6e028e4" providerId="LiveId" clId="{3BD6B4BB-F8D0-48A0-8846-C092812CB096}" dt="2021-03-22T23:35:02.635" v="300" actId="27636"/>
        <pc:sldMkLst>
          <pc:docMk/>
          <pc:sldMk cId="4220494558" sldId="517"/>
        </pc:sldMkLst>
        <pc:spChg chg="mod">
          <ac:chgData name="Alexandre Quach" userId="7bb690c8a6e028e4" providerId="LiveId" clId="{3BD6B4BB-F8D0-48A0-8846-C092812CB096}" dt="2021-03-22T23:33:19.437" v="110" actId="20577"/>
          <ac:spMkLst>
            <pc:docMk/>
            <pc:sldMk cId="4220494558" sldId="517"/>
            <ac:spMk id="5" creationId="{C855888E-97AC-4651-BC40-F2F4C0706415}"/>
          </ac:spMkLst>
        </pc:spChg>
        <pc:spChg chg="add mod">
          <ac:chgData name="Alexandre Quach" userId="7bb690c8a6e028e4" providerId="LiveId" clId="{3BD6B4BB-F8D0-48A0-8846-C092812CB096}" dt="2021-03-22T23:33:57.567" v="175" actId="27636"/>
          <ac:spMkLst>
            <pc:docMk/>
            <pc:sldMk cId="4220494558" sldId="517"/>
            <ac:spMk id="26" creationId="{3FF00712-DA31-4FD1-AC94-827D25DA489F}"/>
          </ac:spMkLst>
        </pc:spChg>
        <pc:spChg chg="add mod">
          <ac:chgData name="Alexandre Quach" userId="7bb690c8a6e028e4" providerId="LiveId" clId="{3BD6B4BB-F8D0-48A0-8846-C092812CB096}" dt="2021-03-22T23:34:20.972" v="217" actId="20577"/>
          <ac:spMkLst>
            <pc:docMk/>
            <pc:sldMk cId="4220494558" sldId="517"/>
            <ac:spMk id="28" creationId="{8EF51FE2-6FB2-45EA-BF14-8E94629E77F1}"/>
          </ac:spMkLst>
        </pc:spChg>
        <pc:spChg chg="add mod">
          <ac:chgData name="Alexandre Quach" userId="7bb690c8a6e028e4" providerId="LiveId" clId="{3BD6B4BB-F8D0-48A0-8846-C092812CB096}" dt="2021-03-22T23:34:38.460" v="222" actId="1076"/>
          <ac:spMkLst>
            <pc:docMk/>
            <pc:sldMk cId="4220494558" sldId="517"/>
            <ac:spMk id="29" creationId="{738A341D-F3A5-419A-82FF-FECA2EC6FB58}"/>
          </ac:spMkLst>
        </pc:spChg>
        <pc:spChg chg="add mod">
          <ac:chgData name="Alexandre Quach" userId="7bb690c8a6e028e4" providerId="LiveId" clId="{3BD6B4BB-F8D0-48A0-8846-C092812CB096}" dt="2021-03-22T23:35:02.635" v="300" actId="27636"/>
          <ac:spMkLst>
            <pc:docMk/>
            <pc:sldMk cId="4220494558" sldId="517"/>
            <ac:spMk id="30" creationId="{4C803A4B-1751-4AB5-A250-D2E2D424D898}"/>
          </ac:spMkLst>
        </pc:spChg>
        <pc:spChg chg="del topLvl">
          <ac:chgData name="Alexandre Quach" userId="7bb690c8a6e028e4" providerId="LiveId" clId="{3BD6B4BB-F8D0-48A0-8846-C092812CB096}" dt="2021-03-22T23:33:22.093" v="111" actId="478"/>
          <ac:spMkLst>
            <pc:docMk/>
            <pc:sldMk cId="4220494558" sldId="517"/>
            <ac:spMk id="45" creationId="{CBAB35E6-7C96-4A2D-944A-F3179C00D3AC}"/>
          </ac:spMkLst>
        </pc:spChg>
        <pc:spChg chg="del topLvl">
          <ac:chgData name="Alexandre Quach" userId="7bb690c8a6e028e4" providerId="LiveId" clId="{3BD6B4BB-F8D0-48A0-8846-C092812CB096}" dt="2021-03-22T23:33:24.199" v="112" actId="478"/>
          <ac:spMkLst>
            <pc:docMk/>
            <pc:sldMk cId="4220494558" sldId="517"/>
            <ac:spMk id="46" creationId="{97E29C21-1705-45E6-A680-A4BCE292A665}"/>
          </ac:spMkLst>
        </pc:spChg>
        <pc:spChg chg="del">
          <ac:chgData name="Alexandre Quach" userId="7bb690c8a6e028e4" providerId="LiveId" clId="{3BD6B4BB-F8D0-48A0-8846-C092812CB096}" dt="2021-03-22T23:33:25.695" v="113" actId="478"/>
          <ac:spMkLst>
            <pc:docMk/>
            <pc:sldMk cId="4220494558" sldId="517"/>
            <ac:spMk id="47" creationId="{11EF9D70-36B4-4FD1-B561-2636810B6BA5}"/>
          </ac:spMkLst>
        </pc:spChg>
        <pc:grpChg chg="del">
          <ac:chgData name="Alexandre Quach" userId="7bb690c8a6e028e4" providerId="LiveId" clId="{3BD6B4BB-F8D0-48A0-8846-C092812CB096}" dt="2021-03-22T23:33:22.093" v="111" actId="478"/>
          <ac:grpSpMkLst>
            <pc:docMk/>
            <pc:sldMk cId="4220494558" sldId="517"/>
            <ac:grpSpMk id="2" creationId="{8A50F7A9-52F6-476B-9C47-4BEF1101D3AA}"/>
          </ac:grpSpMkLst>
        </pc:grpChg>
        <pc:grpChg chg="del">
          <ac:chgData name="Alexandre Quach" userId="7bb690c8a6e028e4" providerId="LiveId" clId="{3BD6B4BB-F8D0-48A0-8846-C092812CB096}" dt="2021-03-22T23:33:24.199" v="112" actId="478"/>
          <ac:grpSpMkLst>
            <pc:docMk/>
            <pc:sldMk cId="4220494558" sldId="517"/>
            <ac:grpSpMk id="3" creationId="{983707F9-01D9-4E66-88BB-1A8BBCF964DE}"/>
          </ac:grpSpMkLst>
        </pc:grpChg>
        <pc:grpChg chg="topLvl">
          <ac:chgData name="Alexandre Quach" userId="7bb690c8a6e028e4" providerId="LiveId" clId="{3BD6B4BB-F8D0-48A0-8846-C092812CB096}" dt="2021-03-22T23:33:22.093" v="111" actId="478"/>
          <ac:grpSpMkLst>
            <pc:docMk/>
            <pc:sldMk cId="4220494558" sldId="517"/>
            <ac:grpSpMk id="41" creationId="{C5A50F35-BC5A-4860-83F8-87788DD42221}"/>
          </ac:grpSpMkLst>
        </pc:grpChg>
        <pc:grpChg chg="topLvl">
          <ac:chgData name="Alexandre Quach" userId="7bb690c8a6e028e4" providerId="LiveId" clId="{3BD6B4BB-F8D0-48A0-8846-C092812CB096}" dt="2021-03-22T23:33:24.199" v="112" actId="478"/>
          <ac:grpSpMkLst>
            <pc:docMk/>
            <pc:sldMk cId="4220494558" sldId="517"/>
            <ac:grpSpMk id="42" creationId="{140A9354-F9A7-4D35-BD7B-2FD13F3557D3}"/>
          </ac:grpSpMkLst>
        </pc:grpChg>
        <pc:grpChg chg="del">
          <ac:chgData name="Alexandre Quach" userId="7bb690c8a6e028e4" providerId="LiveId" clId="{3BD6B4BB-F8D0-48A0-8846-C092812CB096}" dt="2021-03-22T23:33:25.695" v="113" actId="478"/>
          <ac:grpSpMkLst>
            <pc:docMk/>
            <pc:sldMk cId="4220494558" sldId="517"/>
            <ac:grpSpMk id="50" creationId="{69E43213-CB28-46B9-8770-290366FA52B6}"/>
          </ac:grpSpMkLst>
        </pc:grpChg>
      </pc:sldChg>
      <pc:sldChg chg="addSp delSp modSp add mod ord setBg">
        <pc:chgData name="Alexandre Quach" userId="7bb690c8a6e028e4" providerId="LiveId" clId="{3BD6B4BB-F8D0-48A0-8846-C092812CB096}" dt="2021-03-22T23:37:41.416" v="469" actId="27636"/>
        <pc:sldMkLst>
          <pc:docMk/>
          <pc:sldMk cId="4093166604" sldId="518"/>
        </pc:sldMkLst>
        <pc:spChg chg="mod">
          <ac:chgData name="Alexandre Quach" userId="7bb690c8a6e028e4" providerId="LiveId" clId="{3BD6B4BB-F8D0-48A0-8846-C092812CB096}" dt="2021-03-22T23:35:40.477" v="320" actId="20577"/>
          <ac:spMkLst>
            <pc:docMk/>
            <pc:sldMk cId="4093166604" sldId="518"/>
            <ac:spMk id="2" creationId="{FE201A8B-750E-412A-9B87-9F4E89E188CD}"/>
          </ac:spMkLst>
        </pc:spChg>
        <pc:spChg chg="del mod">
          <ac:chgData name="Alexandre Quach" userId="7bb690c8a6e028e4" providerId="LiveId" clId="{3BD6B4BB-F8D0-48A0-8846-C092812CB096}" dt="2021-03-22T23:36:23.334" v="411" actId="478"/>
          <ac:spMkLst>
            <pc:docMk/>
            <pc:sldMk cId="4093166604" sldId="518"/>
            <ac:spMk id="3" creationId="{FCBCCD0C-0893-4EE3-9F8C-292D6B4B88E8}"/>
          </ac:spMkLst>
        </pc:spChg>
        <pc:spChg chg="mod">
          <ac:chgData name="Alexandre Quach" userId="7bb690c8a6e028e4" providerId="LiveId" clId="{3BD6B4BB-F8D0-48A0-8846-C092812CB096}" dt="2021-03-22T23:37:27.867" v="431" actId="1076"/>
          <ac:spMkLst>
            <pc:docMk/>
            <pc:sldMk cId="4093166604" sldId="518"/>
            <ac:spMk id="4" creationId="{0BA8D470-8EDE-4F27-9778-CFF20472BBDD}"/>
          </ac:spMkLst>
        </pc:spChg>
        <pc:spChg chg="mod">
          <ac:chgData name="Alexandre Quach" userId="7bb690c8a6e028e4" providerId="LiveId" clId="{3BD6B4BB-F8D0-48A0-8846-C092812CB096}" dt="2021-03-22T23:36:14.128" v="407" actId="207"/>
          <ac:spMkLst>
            <pc:docMk/>
            <pc:sldMk cId="4093166604" sldId="518"/>
            <ac:spMk id="5" creationId="{C855888E-97AC-4651-BC40-F2F4C0706415}"/>
          </ac:spMkLst>
        </pc:spChg>
        <pc:spChg chg="del">
          <ac:chgData name="Alexandre Quach" userId="7bb690c8a6e028e4" providerId="LiveId" clId="{3BD6B4BB-F8D0-48A0-8846-C092812CB096}" dt="2021-03-22T23:36:25.297" v="412" actId="478"/>
          <ac:spMkLst>
            <pc:docMk/>
            <pc:sldMk cId="4093166604" sldId="518"/>
            <ac:spMk id="8" creationId="{33484C20-D171-4819-B2A7-E16599A4A7B0}"/>
          </ac:spMkLst>
        </pc:spChg>
        <pc:spChg chg="add del mod">
          <ac:chgData name="Alexandre Quach" userId="7bb690c8a6e028e4" providerId="LiveId" clId="{3BD6B4BB-F8D0-48A0-8846-C092812CB096}" dt="2021-03-22T23:36:28.334" v="413" actId="478"/>
          <ac:spMkLst>
            <pc:docMk/>
            <pc:sldMk cId="4093166604" sldId="518"/>
            <ac:spMk id="9" creationId="{D51998E9-D8BF-4872-8232-775F18469565}"/>
          </ac:spMkLst>
        </pc:spChg>
        <pc:spChg chg="add mod">
          <ac:chgData name="Alexandre Quach" userId="7bb690c8a6e028e4" providerId="LiveId" clId="{3BD6B4BB-F8D0-48A0-8846-C092812CB096}" dt="2021-03-22T23:37:30.141" v="432" actId="1076"/>
          <ac:spMkLst>
            <pc:docMk/>
            <pc:sldMk cId="4093166604" sldId="518"/>
            <ac:spMk id="15" creationId="{18F016A4-7471-406A-9B14-E79F4C334242}"/>
          </ac:spMkLst>
        </pc:spChg>
        <pc:spChg chg="add mod">
          <ac:chgData name="Alexandre Quach" userId="7bb690c8a6e028e4" providerId="LiveId" clId="{3BD6B4BB-F8D0-48A0-8846-C092812CB096}" dt="2021-03-22T23:37:30.141" v="432" actId="1076"/>
          <ac:spMkLst>
            <pc:docMk/>
            <pc:sldMk cId="4093166604" sldId="518"/>
            <ac:spMk id="17" creationId="{A0B65C3B-A768-41F9-9A15-0AF497AEC72D}"/>
          </ac:spMkLst>
        </pc:spChg>
        <pc:spChg chg="add mod">
          <ac:chgData name="Alexandre Quach" userId="7bb690c8a6e028e4" providerId="LiveId" clId="{3BD6B4BB-F8D0-48A0-8846-C092812CB096}" dt="2021-03-22T23:37:30.141" v="432" actId="1076"/>
          <ac:spMkLst>
            <pc:docMk/>
            <pc:sldMk cId="4093166604" sldId="518"/>
            <ac:spMk id="19" creationId="{60D8239E-DA2C-40FA-929E-A59566EF6FB8}"/>
          </ac:spMkLst>
        </pc:spChg>
        <pc:spChg chg="add mod">
          <ac:chgData name="Alexandre Quach" userId="7bb690c8a6e028e4" providerId="LiveId" clId="{3BD6B4BB-F8D0-48A0-8846-C092812CB096}" dt="2021-03-22T23:37:25.756" v="430" actId="1076"/>
          <ac:spMkLst>
            <pc:docMk/>
            <pc:sldMk cId="4093166604" sldId="518"/>
            <ac:spMk id="20" creationId="{590FC5D7-D189-4D03-9C98-954A4146D4F5}"/>
          </ac:spMkLst>
        </pc:spChg>
        <pc:spChg chg="add mod">
          <ac:chgData name="Alexandre Quach" userId="7bb690c8a6e028e4" providerId="LiveId" clId="{3BD6B4BB-F8D0-48A0-8846-C092812CB096}" dt="2021-03-22T23:37:41.416" v="469" actId="27636"/>
          <ac:spMkLst>
            <pc:docMk/>
            <pc:sldMk cId="4093166604" sldId="518"/>
            <ac:spMk id="21" creationId="{030D8C8E-8556-4B42-B772-DAEE3F9CEA54}"/>
          </ac:spMkLst>
        </pc:spChg>
        <pc:spChg chg="add mod">
          <ac:chgData name="Alexandre Quach" userId="7bb690c8a6e028e4" providerId="LiveId" clId="{3BD6B4BB-F8D0-48A0-8846-C092812CB096}" dt="2021-03-22T23:37:32.165" v="434" actId="1076"/>
          <ac:spMkLst>
            <pc:docMk/>
            <pc:sldMk cId="4093166604" sldId="518"/>
            <ac:spMk id="22" creationId="{DFB0B132-1C83-4E37-9966-DC48674C631B}"/>
          </ac:spMkLst>
        </pc:spChg>
        <pc:spChg chg="add mod">
          <ac:chgData name="Alexandre Quach" userId="7bb690c8a6e028e4" providerId="LiveId" clId="{3BD6B4BB-F8D0-48A0-8846-C092812CB096}" dt="2021-03-22T23:37:32.165" v="434" actId="1076"/>
          <ac:spMkLst>
            <pc:docMk/>
            <pc:sldMk cId="4093166604" sldId="518"/>
            <ac:spMk id="23" creationId="{6B360B4B-D5C0-41F7-9E4A-E36F648F7E1D}"/>
          </ac:spMkLst>
        </pc:spChg>
        <pc:spChg chg="add mod">
          <ac:chgData name="Alexandre Quach" userId="7bb690c8a6e028e4" providerId="LiveId" clId="{3BD6B4BB-F8D0-48A0-8846-C092812CB096}" dt="2021-03-22T23:37:34.318" v="436" actId="1076"/>
          <ac:spMkLst>
            <pc:docMk/>
            <pc:sldMk cId="4093166604" sldId="518"/>
            <ac:spMk id="24" creationId="{309DEB82-6B0F-497B-9B58-0A309B98D4F6}"/>
          </ac:spMkLst>
        </pc:spChg>
        <pc:spChg chg="add mod">
          <ac:chgData name="Alexandre Quach" userId="7bb690c8a6e028e4" providerId="LiveId" clId="{3BD6B4BB-F8D0-48A0-8846-C092812CB096}" dt="2021-03-22T23:37:34.318" v="436" actId="1076"/>
          <ac:spMkLst>
            <pc:docMk/>
            <pc:sldMk cId="4093166604" sldId="518"/>
            <ac:spMk id="25" creationId="{C1746492-49AD-40F9-9D44-D96D6B41F75C}"/>
          </ac:spMkLst>
        </pc:spChg>
        <pc:spChg chg="add mod">
          <ac:chgData name="Alexandre Quach" userId="7bb690c8a6e028e4" providerId="LiveId" clId="{3BD6B4BB-F8D0-48A0-8846-C092812CB096}" dt="2021-03-22T23:37:34.318" v="436" actId="1076"/>
          <ac:spMkLst>
            <pc:docMk/>
            <pc:sldMk cId="4093166604" sldId="518"/>
            <ac:spMk id="26" creationId="{6AB118AD-8732-4437-A71B-DFA9BD81E922}"/>
          </ac:spMkLst>
        </pc:spChg>
      </pc:sldChg>
      <pc:sldMasterChg chg="addSldLayout modSldLayout">
        <pc:chgData name="Alexandre Quach" userId="7bb690c8a6e028e4" providerId="LiveId" clId="{3BD6B4BB-F8D0-48A0-8846-C092812CB096}" dt="2021-03-22T23:23:19.088" v="2"/>
        <pc:sldMasterMkLst>
          <pc:docMk/>
          <pc:sldMasterMk cId="1904633910" sldId="2147483719"/>
        </pc:sldMasterMkLst>
        <pc:sldLayoutChg chg="add mod modTransition setBg">
          <pc:chgData name="Alexandre Quach" userId="7bb690c8a6e028e4" providerId="LiveId" clId="{3BD6B4BB-F8D0-48A0-8846-C092812CB096}" dt="2021-03-22T23:23:19.088" v="2"/>
          <pc:sldLayoutMkLst>
            <pc:docMk/>
            <pc:sldMasterMk cId="1904633910" sldId="2147483719"/>
            <pc:sldLayoutMk cId="3490066359" sldId="2147483722"/>
          </pc:sldLayoutMkLst>
        </pc:sldLayoutChg>
      </pc:sldMasterChg>
    </pc:docChg>
  </pc:docChgLst>
  <pc:docChgLst>
    <pc:chgData name="Alexandre Quach" userId="7bb690c8a6e028e4" providerId="LiveId" clId="{CC6CB803-80F5-4F81-9655-5A297AB9EE99}"/>
    <pc:docChg chg="custSel modSld">
      <pc:chgData name="Alexandre Quach" userId="7bb690c8a6e028e4" providerId="LiveId" clId="{CC6CB803-80F5-4F81-9655-5A297AB9EE99}" dt="2021-11-15T12:56:22.506" v="1" actId="478"/>
      <pc:docMkLst>
        <pc:docMk/>
      </pc:docMkLst>
      <pc:sldChg chg="delSp mod">
        <pc:chgData name="Alexandre Quach" userId="7bb690c8a6e028e4" providerId="LiveId" clId="{CC6CB803-80F5-4F81-9655-5A297AB9EE99}" dt="2021-11-15T12:56:22.506" v="1" actId="478"/>
        <pc:sldMkLst>
          <pc:docMk/>
          <pc:sldMk cId="533924737" sldId="465"/>
        </pc:sldMkLst>
        <pc:picChg chg="del">
          <ac:chgData name="Alexandre Quach" userId="7bb690c8a6e028e4" providerId="LiveId" clId="{CC6CB803-80F5-4F81-9655-5A297AB9EE99}" dt="2021-11-15T12:56:22.506" v="1" actId="478"/>
          <ac:picMkLst>
            <pc:docMk/>
            <pc:sldMk cId="533924737" sldId="465"/>
            <ac:picMk id="45" creationId="{2788EDEB-B8E1-4AA8-A294-60FA2928582E}"/>
          </ac:picMkLst>
        </pc:picChg>
        <pc:picChg chg="del">
          <ac:chgData name="Alexandre Quach" userId="7bb690c8a6e028e4" providerId="LiveId" clId="{CC6CB803-80F5-4F81-9655-5A297AB9EE99}" dt="2021-11-15T12:56:21.828" v="0" actId="478"/>
          <ac:picMkLst>
            <pc:docMk/>
            <pc:sldMk cId="533924737" sldId="465"/>
            <ac:picMk id="47" creationId="{D4ABC5B8-8FF8-4288-949C-016AFF56DB0A}"/>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chemeClr val="bg1">
            <a:lumMod val="85000"/>
          </a:schemeClr>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chemeClr val="bg1">
            <a:lumMod val="85000"/>
          </a:schemeClr>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chemeClr val="bg1">
            <a:lumMod val="85000"/>
          </a:schemeClr>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EC7B2B"/>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3494BA"/>
        </a:solidFill>
        <a:ln>
          <a:no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3494BA"/>
        </a:solidFill>
        <a:ln>
          <a:solidFill>
            <a:srgbClr val="3494BA"/>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3494BA"/>
        </a:solidFill>
        <a:ln>
          <a:solidFill>
            <a:srgbClr val="3494BA"/>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chemeClr val="bg1">
            <a:lumMod val="85000"/>
          </a:schemeClr>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chemeClr val="bg1">
            <a:lumMod val="85000"/>
          </a:schemeClr>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chemeClr val="bg1">
            <a:lumMod val="85000"/>
          </a:schemeClr>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EC7B2B"/>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3494BA"/>
        </a:solidFill>
        <a:ln>
          <a:no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3494BA"/>
        </a:solidFill>
        <a:ln>
          <a:solidFill>
            <a:srgbClr val="3494BA"/>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3494BA"/>
        </a:solidFill>
        <a:ln>
          <a:solidFill>
            <a:srgbClr val="3494BA"/>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66E60F-AA6F-42F6-900D-0198F2CEE1FA}" type="doc">
      <dgm:prSet loTypeId="urn:microsoft.com/office/officeart/2009/3/layout/StepUpProcess" loCatId="process" qsTypeId="urn:microsoft.com/office/officeart/2005/8/quickstyle/simple1" qsCatId="simple" csTypeId="urn:microsoft.com/office/officeart/2005/8/colors/accent1_2" csCatId="accent1" phldr="1"/>
      <dgm:spPr/>
      <dgm:t>
        <a:bodyPr/>
        <a:lstStyle/>
        <a:p>
          <a:endParaRPr lang="en-US"/>
        </a:p>
      </dgm:t>
    </dgm:pt>
    <dgm:pt modelId="{6F104694-2B74-461F-9BAB-07602696CF8A}">
      <dgm:prSet phldrT="[Texte]"/>
      <dgm:spPr/>
      <dgm:t>
        <a:bodyPr/>
        <a:lstStyle/>
        <a:p>
          <a:r>
            <a:rPr lang="en-US" b="1" dirty="0"/>
            <a:t>1) Attention !</a:t>
          </a:r>
        </a:p>
      </dgm:t>
    </dgm:pt>
    <dgm:pt modelId="{D5FD799A-0AE5-4DAD-A5B7-2A6D25DAF381}" type="parTrans" cxnId="{FFCE9C0F-FA20-4B39-B739-B5ACCEBB6225}">
      <dgm:prSet/>
      <dgm:spPr/>
      <dgm:t>
        <a:bodyPr/>
        <a:lstStyle/>
        <a:p>
          <a:endParaRPr lang="en-US"/>
        </a:p>
      </dgm:t>
    </dgm:pt>
    <dgm:pt modelId="{C4DADC7F-EA2B-4706-8806-148D5C4DF205}" type="sibTrans" cxnId="{FFCE9C0F-FA20-4B39-B739-B5ACCEBB6225}">
      <dgm:prSet/>
      <dgm:spPr/>
      <dgm:t>
        <a:bodyPr/>
        <a:lstStyle/>
        <a:p>
          <a:endParaRPr lang="en-US"/>
        </a:p>
      </dgm:t>
    </dgm:pt>
    <dgm:pt modelId="{E9C06C2F-F95A-4D9C-9524-1579AB6E47E3}">
      <dgm:prSet phldrT="[Texte]"/>
      <dgm:spPr/>
      <dgm:t>
        <a:bodyPr/>
        <a:lstStyle/>
        <a:p>
          <a:r>
            <a:rPr lang="en-US" i="1" dirty="0"/>
            <a:t>“Look here quick !”</a:t>
          </a:r>
        </a:p>
      </dgm:t>
    </dgm:pt>
    <dgm:pt modelId="{E0F94286-49FA-4D2D-B8A9-F229F1F1FECC}" type="parTrans" cxnId="{0689A803-C60C-4E5C-BEA5-FDE74D4F044C}">
      <dgm:prSet/>
      <dgm:spPr/>
      <dgm:t>
        <a:bodyPr/>
        <a:lstStyle/>
        <a:p>
          <a:endParaRPr lang="en-US"/>
        </a:p>
      </dgm:t>
    </dgm:pt>
    <dgm:pt modelId="{CE26E1AA-BA2C-4988-ABAF-EA48B0A872FC}" type="sibTrans" cxnId="{0689A803-C60C-4E5C-BEA5-FDE74D4F044C}">
      <dgm:prSet/>
      <dgm:spPr/>
      <dgm:t>
        <a:bodyPr/>
        <a:lstStyle/>
        <a:p>
          <a:endParaRPr lang="en-US"/>
        </a:p>
      </dgm:t>
    </dgm:pt>
    <dgm:pt modelId="{A7D00D68-E340-4441-AE0E-6AE3F146CA0C}">
      <dgm:prSet phldrT="[Texte]"/>
      <dgm:spPr/>
      <dgm:t>
        <a:bodyPr/>
        <a:lstStyle/>
        <a:p>
          <a:r>
            <a:rPr lang="en-US" dirty="0"/>
            <a:t>Our content deserves to be opened</a:t>
          </a:r>
        </a:p>
      </dgm:t>
    </dgm:pt>
    <dgm:pt modelId="{93FE5FF7-66D6-4139-B539-723F0226C9DE}" type="parTrans" cxnId="{8760E2D2-089C-4B2C-8E6D-5AB5BE181403}">
      <dgm:prSet/>
      <dgm:spPr/>
      <dgm:t>
        <a:bodyPr/>
        <a:lstStyle/>
        <a:p>
          <a:endParaRPr lang="en-US"/>
        </a:p>
      </dgm:t>
    </dgm:pt>
    <dgm:pt modelId="{A33B06BA-6839-4130-9A57-EB325B198F9D}" type="sibTrans" cxnId="{8760E2D2-089C-4B2C-8E6D-5AB5BE181403}">
      <dgm:prSet/>
      <dgm:spPr/>
      <dgm:t>
        <a:bodyPr/>
        <a:lstStyle/>
        <a:p>
          <a:endParaRPr lang="en-US"/>
        </a:p>
      </dgm:t>
    </dgm:pt>
    <dgm:pt modelId="{29D45B70-992C-4E43-8EC0-515818046A2B}">
      <dgm:prSet phldrT="[Texte]"/>
      <dgm:spPr/>
      <dgm:t>
        <a:bodyPr/>
        <a:lstStyle/>
        <a:p>
          <a:r>
            <a:rPr lang="en-US" b="1" dirty="0"/>
            <a:t>2) Activation</a:t>
          </a:r>
        </a:p>
      </dgm:t>
    </dgm:pt>
    <dgm:pt modelId="{D49DA7B3-48D7-4F26-AFB4-4BDDCFDB43E8}" type="parTrans" cxnId="{48235674-EB93-4DA3-AA8D-C7C56062DEA6}">
      <dgm:prSet/>
      <dgm:spPr/>
      <dgm:t>
        <a:bodyPr/>
        <a:lstStyle/>
        <a:p>
          <a:endParaRPr lang="en-US"/>
        </a:p>
      </dgm:t>
    </dgm:pt>
    <dgm:pt modelId="{FEAFC5DA-CF17-4378-9502-3B7328A4FBEC}" type="sibTrans" cxnId="{48235674-EB93-4DA3-AA8D-C7C56062DEA6}">
      <dgm:prSet/>
      <dgm:spPr/>
      <dgm:t>
        <a:bodyPr/>
        <a:lstStyle/>
        <a:p>
          <a:endParaRPr lang="en-US"/>
        </a:p>
      </dgm:t>
    </dgm:pt>
    <dgm:pt modelId="{86324BF6-2A7F-4E89-92FF-9AE5F10CD17D}">
      <dgm:prSet phldrT="[Texte]"/>
      <dgm:spPr/>
      <dgm:t>
        <a:bodyPr/>
        <a:lstStyle/>
        <a:p>
          <a:r>
            <a:rPr lang="en-US" i="1" dirty="0"/>
            <a:t>“Give a try, it’s easy”</a:t>
          </a:r>
        </a:p>
      </dgm:t>
    </dgm:pt>
    <dgm:pt modelId="{7C95D512-77FC-4597-9792-C3E6860F3908}" type="parTrans" cxnId="{D2FED01A-8C61-4AB1-BF1B-155297BB353C}">
      <dgm:prSet/>
      <dgm:spPr/>
      <dgm:t>
        <a:bodyPr/>
        <a:lstStyle/>
        <a:p>
          <a:endParaRPr lang="en-US"/>
        </a:p>
      </dgm:t>
    </dgm:pt>
    <dgm:pt modelId="{F87863FC-BF07-42E1-8535-8E1D9DB4FD13}" type="sibTrans" cxnId="{D2FED01A-8C61-4AB1-BF1B-155297BB353C}">
      <dgm:prSet/>
      <dgm:spPr/>
      <dgm:t>
        <a:bodyPr/>
        <a:lstStyle/>
        <a:p>
          <a:endParaRPr lang="en-US"/>
        </a:p>
      </dgm:t>
    </dgm:pt>
    <dgm:pt modelId="{A027AC55-8FC7-4A1F-B842-B9892014809A}">
      <dgm:prSet phldrT="[Texte]"/>
      <dgm:spPr/>
      <dgm:t>
        <a:bodyPr/>
        <a:lstStyle/>
        <a:p>
          <a:r>
            <a:rPr lang="en-US" dirty="0"/>
            <a:t>Our content deserves to be consumed (read, listened, watched, played …)</a:t>
          </a:r>
        </a:p>
      </dgm:t>
    </dgm:pt>
    <dgm:pt modelId="{6146BC79-F40F-481D-B6BC-DD73128C10DC}" type="parTrans" cxnId="{04D2D992-5F6B-437E-B86B-3DF6BB3EA481}">
      <dgm:prSet/>
      <dgm:spPr/>
      <dgm:t>
        <a:bodyPr/>
        <a:lstStyle/>
        <a:p>
          <a:endParaRPr lang="en-US"/>
        </a:p>
      </dgm:t>
    </dgm:pt>
    <dgm:pt modelId="{993107BF-EBF4-46A2-9DC6-888276C35AEE}" type="sibTrans" cxnId="{04D2D992-5F6B-437E-B86B-3DF6BB3EA481}">
      <dgm:prSet/>
      <dgm:spPr/>
      <dgm:t>
        <a:bodyPr/>
        <a:lstStyle/>
        <a:p>
          <a:endParaRPr lang="en-US"/>
        </a:p>
      </dgm:t>
    </dgm:pt>
    <dgm:pt modelId="{163EAD52-446B-4F66-A593-1B7F8B5F9358}">
      <dgm:prSet phldrT="[Texte]"/>
      <dgm:spPr/>
      <dgm:t>
        <a:bodyPr/>
        <a:lstStyle/>
        <a:p>
          <a:r>
            <a:rPr lang="en-US" b="1" dirty="0"/>
            <a:t>3) Value confirmation</a:t>
          </a:r>
        </a:p>
      </dgm:t>
    </dgm:pt>
    <dgm:pt modelId="{47EA8358-53FE-4E4A-82BC-FF72516266F7}" type="parTrans" cxnId="{10008945-DC17-470C-B70E-CBB99CCFAB75}">
      <dgm:prSet/>
      <dgm:spPr/>
      <dgm:t>
        <a:bodyPr/>
        <a:lstStyle/>
        <a:p>
          <a:endParaRPr lang="en-US"/>
        </a:p>
      </dgm:t>
    </dgm:pt>
    <dgm:pt modelId="{82EB0230-E1FE-438A-851E-F663FDDCF46A}" type="sibTrans" cxnId="{10008945-DC17-470C-B70E-CBB99CCFAB75}">
      <dgm:prSet/>
      <dgm:spPr/>
      <dgm:t>
        <a:bodyPr/>
        <a:lstStyle/>
        <a:p>
          <a:endParaRPr lang="en-US"/>
        </a:p>
      </dgm:t>
    </dgm:pt>
    <dgm:pt modelId="{3574790B-C1AD-4816-86AD-54BB0D5E93C8}">
      <dgm:prSet phldrT="[Texte]"/>
      <dgm:spPr/>
      <dgm:t>
        <a:bodyPr/>
        <a:lstStyle/>
        <a:p>
          <a:r>
            <a:rPr lang="en-US" i="1" dirty="0"/>
            <a:t>“Give us a rating (or a like!)”</a:t>
          </a:r>
        </a:p>
      </dgm:t>
    </dgm:pt>
    <dgm:pt modelId="{9EC98C57-0D4D-4789-957D-4E668BD3811A}" type="parTrans" cxnId="{C226F283-EBCF-40E4-A494-05EB69B3BA99}">
      <dgm:prSet/>
      <dgm:spPr/>
      <dgm:t>
        <a:bodyPr/>
        <a:lstStyle/>
        <a:p>
          <a:endParaRPr lang="en-US"/>
        </a:p>
      </dgm:t>
    </dgm:pt>
    <dgm:pt modelId="{F0ADD02A-BF48-4050-80E0-1DB4BD580279}" type="sibTrans" cxnId="{C226F283-EBCF-40E4-A494-05EB69B3BA99}">
      <dgm:prSet/>
      <dgm:spPr/>
      <dgm:t>
        <a:bodyPr/>
        <a:lstStyle/>
        <a:p>
          <a:endParaRPr lang="en-US"/>
        </a:p>
      </dgm:t>
    </dgm:pt>
    <dgm:pt modelId="{63ED06CF-B9FA-4C17-A522-7B1B924A4953}">
      <dgm:prSet phldrT="[Texte]"/>
      <dgm:spPr/>
      <dgm:t>
        <a:bodyPr/>
        <a:lstStyle/>
        <a:p>
          <a:r>
            <a:rPr lang="en-US" dirty="0"/>
            <a:t>Our content is valuable enough to be validated</a:t>
          </a:r>
        </a:p>
      </dgm:t>
    </dgm:pt>
    <dgm:pt modelId="{47D5F092-AE38-4216-9895-0CD8F14EA805}" type="parTrans" cxnId="{84E49087-1430-4FC5-AEB2-4BBF30264575}">
      <dgm:prSet/>
      <dgm:spPr/>
      <dgm:t>
        <a:bodyPr/>
        <a:lstStyle/>
        <a:p>
          <a:endParaRPr lang="en-US"/>
        </a:p>
      </dgm:t>
    </dgm:pt>
    <dgm:pt modelId="{F12DAD07-5746-4FB6-976B-FDB58A3261F8}" type="sibTrans" cxnId="{84E49087-1430-4FC5-AEB2-4BBF30264575}">
      <dgm:prSet/>
      <dgm:spPr/>
      <dgm:t>
        <a:bodyPr/>
        <a:lstStyle/>
        <a:p>
          <a:endParaRPr lang="en-US"/>
        </a:p>
      </dgm:t>
    </dgm:pt>
    <dgm:pt modelId="{3C655720-105A-4DAE-A58E-8C768133AAAD}">
      <dgm:prSet phldrT="[Texte]"/>
      <dgm:spPr/>
      <dgm:t>
        <a:bodyPr/>
        <a:lstStyle/>
        <a:p>
          <a:r>
            <a:rPr lang="en-US" b="1" dirty="0"/>
            <a:t>4) Contribution</a:t>
          </a:r>
        </a:p>
      </dgm:t>
    </dgm:pt>
    <dgm:pt modelId="{4C8429BA-7EDE-407D-9BBE-4EC49F7ADC93}" type="parTrans" cxnId="{639080A3-0CF3-4FEF-9CA8-534FD237E192}">
      <dgm:prSet/>
      <dgm:spPr/>
      <dgm:t>
        <a:bodyPr/>
        <a:lstStyle/>
        <a:p>
          <a:endParaRPr lang="en-US"/>
        </a:p>
      </dgm:t>
    </dgm:pt>
    <dgm:pt modelId="{323E8421-75E9-4EF7-B696-BFADC1D14A38}" type="sibTrans" cxnId="{639080A3-0CF3-4FEF-9CA8-534FD237E192}">
      <dgm:prSet/>
      <dgm:spPr/>
      <dgm:t>
        <a:bodyPr/>
        <a:lstStyle/>
        <a:p>
          <a:endParaRPr lang="en-US"/>
        </a:p>
      </dgm:t>
    </dgm:pt>
    <dgm:pt modelId="{64F6B4B8-4486-4D4A-A1C3-477F761421CB}">
      <dgm:prSet phldrT="[Texte]"/>
      <dgm:spPr/>
      <dgm:t>
        <a:bodyPr/>
        <a:lstStyle/>
        <a:p>
          <a:r>
            <a:rPr lang="en-US" b="1" dirty="0"/>
            <a:t>5) Sharing</a:t>
          </a:r>
        </a:p>
      </dgm:t>
    </dgm:pt>
    <dgm:pt modelId="{0982516F-2BBF-4ADC-A0E3-2E914B17F052}" type="parTrans" cxnId="{61114480-4709-4F61-9F75-4447C0D6BC14}">
      <dgm:prSet/>
      <dgm:spPr/>
      <dgm:t>
        <a:bodyPr/>
        <a:lstStyle/>
        <a:p>
          <a:endParaRPr lang="en-US"/>
        </a:p>
      </dgm:t>
    </dgm:pt>
    <dgm:pt modelId="{00A4116C-00D7-493B-B1CB-D7ED48D47B19}" type="sibTrans" cxnId="{61114480-4709-4F61-9F75-4447C0D6BC14}">
      <dgm:prSet/>
      <dgm:spPr/>
      <dgm:t>
        <a:bodyPr/>
        <a:lstStyle/>
        <a:p>
          <a:endParaRPr lang="en-US"/>
        </a:p>
      </dgm:t>
    </dgm:pt>
    <dgm:pt modelId="{D5DBAD67-80DF-4318-BB08-6268E33EF1E3}">
      <dgm:prSet phldrT="[Texte]"/>
      <dgm:spPr/>
      <dgm:t>
        <a:bodyPr/>
        <a:lstStyle/>
        <a:p>
          <a:r>
            <a:rPr lang="en-US" i="1" dirty="0"/>
            <a:t>“Give us your comments !”</a:t>
          </a:r>
        </a:p>
      </dgm:t>
    </dgm:pt>
    <dgm:pt modelId="{F682E8C8-1603-433E-BDDC-4B7FD67AFAAB}" type="parTrans" cxnId="{A604EC94-2DC5-4883-83C7-AB501635EA44}">
      <dgm:prSet/>
      <dgm:spPr/>
      <dgm:t>
        <a:bodyPr/>
        <a:lstStyle/>
        <a:p>
          <a:endParaRPr lang="en-US"/>
        </a:p>
      </dgm:t>
    </dgm:pt>
    <dgm:pt modelId="{5A5BBF20-2F3F-4421-882E-C41CBE025C6C}" type="sibTrans" cxnId="{A604EC94-2DC5-4883-83C7-AB501635EA44}">
      <dgm:prSet/>
      <dgm:spPr/>
      <dgm:t>
        <a:bodyPr/>
        <a:lstStyle/>
        <a:p>
          <a:endParaRPr lang="en-US"/>
        </a:p>
      </dgm:t>
    </dgm:pt>
    <dgm:pt modelId="{427CB4EC-8A76-4A25-B772-763E446BD202}">
      <dgm:prSet phldrT="[Texte]"/>
      <dgm:spPr/>
      <dgm:t>
        <a:bodyPr/>
        <a:lstStyle/>
        <a:p>
          <a:r>
            <a:rPr lang="en-US" dirty="0"/>
            <a:t>“Please share”</a:t>
          </a:r>
        </a:p>
      </dgm:t>
    </dgm:pt>
    <dgm:pt modelId="{D4999854-8F68-4E89-A64E-92E5AEBF26DD}" type="parTrans" cxnId="{5742B504-814F-44E1-805A-657C27898966}">
      <dgm:prSet/>
      <dgm:spPr/>
      <dgm:t>
        <a:bodyPr/>
        <a:lstStyle/>
        <a:p>
          <a:endParaRPr lang="en-US"/>
        </a:p>
      </dgm:t>
    </dgm:pt>
    <dgm:pt modelId="{0B6BFA78-1723-4491-9D8A-761984BAC2F3}" type="sibTrans" cxnId="{5742B504-814F-44E1-805A-657C27898966}">
      <dgm:prSet/>
      <dgm:spPr/>
      <dgm:t>
        <a:bodyPr/>
        <a:lstStyle/>
        <a:p>
          <a:endParaRPr lang="en-US"/>
        </a:p>
      </dgm:t>
    </dgm:pt>
    <dgm:pt modelId="{CDC3A8ED-3CA7-44C2-9ACD-B8C9F86D7C13}">
      <dgm:prSet phldrT="[Texte]"/>
      <dgm:spPr/>
      <dgm:t>
        <a:bodyPr/>
        <a:lstStyle/>
        <a:p>
          <a:r>
            <a:rPr lang="en-US" dirty="0"/>
            <a:t>Our content is important enough to be discussed (social content is added to the content)</a:t>
          </a:r>
        </a:p>
      </dgm:t>
    </dgm:pt>
    <dgm:pt modelId="{48B99776-CA9D-4CAD-AB15-02EC51C548BF}" type="parTrans" cxnId="{3007AE1D-CA76-4C28-B37F-C7375890DFCD}">
      <dgm:prSet/>
      <dgm:spPr/>
      <dgm:t>
        <a:bodyPr/>
        <a:lstStyle/>
        <a:p>
          <a:endParaRPr lang="en-US"/>
        </a:p>
      </dgm:t>
    </dgm:pt>
    <dgm:pt modelId="{137E6215-3600-4850-9CEF-F695029742FF}" type="sibTrans" cxnId="{3007AE1D-CA76-4C28-B37F-C7375890DFCD}">
      <dgm:prSet/>
      <dgm:spPr/>
      <dgm:t>
        <a:bodyPr/>
        <a:lstStyle/>
        <a:p>
          <a:endParaRPr lang="en-US"/>
        </a:p>
      </dgm:t>
    </dgm:pt>
    <dgm:pt modelId="{E83C1B15-F7E1-4EE6-9315-9755285C597F}">
      <dgm:prSet phldrT="[Texte]"/>
      <dgm:spPr/>
      <dgm:t>
        <a:bodyPr/>
        <a:lstStyle/>
        <a:p>
          <a:r>
            <a:rPr lang="en-US" b="1" dirty="0"/>
            <a:t>6) Reference</a:t>
          </a:r>
        </a:p>
      </dgm:t>
    </dgm:pt>
    <dgm:pt modelId="{B9C059EF-1A09-43DB-B364-89A53512B21D}" type="parTrans" cxnId="{F16DDDB7-EE1E-419E-9828-A09D11B65EC6}">
      <dgm:prSet/>
      <dgm:spPr/>
      <dgm:t>
        <a:bodyPr/>
        <a:lstStyle/>
        <a:p>
          <a:endParaRPr lang="en-US"/>
        </a:p>
      </dgm:t>
    </dgm:pt>
    <dgm:pt modelId="{8E50D78D-EC0C-4FCE-BF2A-0174B6DA9E0C}" type="sibTrans" cxnId="{F16DDDB7-EE1E-419E-9828-A09D11B65EC6}">
      <dgm:prSet/>
      <dgm:spPr/>
      <dgm:t>
        <a:bodyPr/>
        <a:lstStyle/>
        <a:p>
          <a:endParaRPr lang="en-US"/>
        </a:p>
      </dgm:t>
    </dgm:pt>
    <dgm:pt modelId="{4F233866-E6D5-45E5-B753-968CB1E020EB}">
      <dgm:prSet phldrT="[Texte]"/>
      <dgm:spPr/>
      <dgm:t>
        <a:bodyPr/>
        <a:lstStyle/>
        <a:p>
          <a:r>
            <a:rPr lang="en-US" dirty="0"/>
            <a:t>Our content is important enough to be shared </a:t>
          </a:r>
        </a:p>
      </dgm:t>
    </dgm:pt>
    <dgm:pt modelId="{A5B230FC-7611-45D0-AA8D-4BC8A2AE278F}" type="parTrans" cxnId="{BD4383EC-D5CF-4C3B-860A-CD7A96CE6CBD}">
      <dgm:prSet/>
      <dgm:spPr/>
      <dgm:t>
        <a:bodyPr/>
        <a:lstStyle/>
        <a:p>
          <a:endParaRPr lang="en-US"/>
        </a:p>
      </dgm:t>
    </dgm:pt>
    <dgm:pt modelId="{4DA8E492-352F-404D-9A2A-5D35273A4606}" type="sibTrans" cxnId="{BD4383EC-D5CF-4C3B-860A-CD7A96CE6CBD}">
      <dgm:prSet/>
      <dgm:spPr/>
      <dgm:t>
        <a:bodyPr/>
        <a:lstStyle/>
        <a:p>
          <a:endParaRPr lang="en-US"/>
        </a:p>
      </dgm:t>
    </dgm:pt>
    <dgm:pt modelId="{0FF68CCB-1F47-440E-8752-46E2346D247C}">
      <dgm:prSet phldrT="[Texte]"/>
      <dgm:spPr/>
      <dgm:t>
        <a:bodyPr/>
        <a:lstStyle/>
        <a:p>
          <a:r>
            <a:rPr lang="en-US" dirty="0"/>
            <a:t>“Feel free to mention”</a:t>
          </a:r>
        </a:p>
      </dgm:t>
    </dgm:pt>
    <dgm:pt modelId="{A23E79C8-4BE8-4C8D-8026-BEDAC91E69B4}" type="parTrans" cxnId="{38CF3C2A-3564-4650-AC93-CE50FEB31A51}">
      <dgm:prSet/>
      <dgm:spPr/>
      <dgm:t>
        <a:bodyPr/>
        <a:lstStyle/>
        <a:p>
          <a:endParaRPr lang="en-US"/>
        </a:p>
      </dgm:t>
    </dgm:pt>
    <dgm:pt modelId="{9DA2645E-B511-4664-9962-493E9CF2C7C3}" type="sibTrans" cxnId="{38CF3C2A-3564-4650-AC93-CE50FEB31A51}">
      <dgm:prSet/>
      <dgm:spPr/>
      <dgm:t>
        <a:bodyPr/>
        <a:lstStyle/>
        <a:p>
          <a:endParaRPr lang="en-US"/>
        </a:p>
      </dgm:t>
    </dgm:pt>
    <dgm:pt modelId="{CDD6C4FE-96E8-4D17-8776-4AD1F2D133DC}">
      <dgm:prSet phldrT="[Texte]"/>
      <dgm:spPr/>
      <dgm:t>
        <a:bodyPr/>
        <a:lstStyle/>
        <a:p>
          <a:r>
            <a:rPr lang="en-US" dirty="0"/>
            <a:t>Our content is valuable enough to be used as a reference in other content</a:t>
          </a:r>
        </a:p>
      </dgm:t>
    </dgm:pt>
    <dgm:pt modelId="{DC517DA1-6193-4001-8D70-E6CF5E6DC4AC}" type="parTrans" cxnId="{580DD193-CE4C-4FD7-9E88-B33EDB91FE20}">
      <dgm:prSet/>
      <dgm:spPr/>
      <dgm:t>
        <a:bodyPr/>
        <a:lstStyle/>
        <a:p>
          <a:endParaRPr lang="en-US"/>
        </a:p>
      </dgm:t>
    </dgm:pt>
    <dgm:pt modelId="{63F345FD-B095-41A4-8879-94AE2CB65999}" type="sibTrans" cxnId="{580DD193-CE4C-4FD7-9E88-B33EDB91FE20}">
      <dgm:prSet/>
      <dgm:spPr/>
      <dgm:t>
        <a:bodyPr/>
        <a:lstStyle/>
        <a:p>
          <a:endParaRPr lang="en-US"/>
        </a:p>
      </dgm:t>
    </dgm:pt>
    <dgm:pt modelId="{FE8F9C1F-2560-4891-B027-285AE1DF185B}">
      <dgm:prSet phldrT="[Texte]"/>
      <dgm:spPr/>
      <dgm:t>
        <a:bodyPr/>
        <a:lstStyle/>
        <a:p>
          <a:r>
            <a:rPr lang="en-US" b="1" dirty="0"/>
            <a:t>7) Gathering</a:t>
          </a:r>
        </a:p>
      </dgm:t>
    </dgm:pt>
    <dgm:pt modelId="{90009E5B-DCE4-4718-AE9F-2E0CA5BCE14F}" type="parTrans" cxnId="{AF1257F8-1636-407F-A94B-816A418C70EB}">
      <dgm:prSet/>
      <dgm:spPr/>
      <dgm:t>
        <a:bodyPr/>
        <a:lstStyle/>
        <a:p>
          <a:endParaRPr lang="en-US"/>
        </a:p>
      </dgm:t>
    </dgm:pt>
    <dgm:pt modelId="{60F5879B-EBE8-4BF2-95C5-A0E88723E4F5}" type="sibTrans" cxnId="{AF1257F8-1636-407F-A94B-816A418C70EB}">
      <dgm:prSet/>
      <dgm:spPr/>
      <dgm:t>
        <a:bodyPr/>
        <a:lstStyle/>
        <a:p>
          <a:endParaRPr lang="en-US"/>
        </a:p>
      </dgm:t>
    </dgm:pt>
    <dgm:pt modelId="{25B1F65D-0FC4-47DC-9E61-BE354610BB71}">
      <dgm:prSet phldrT="[Texte]"/>
      <dgm:spPr/>
      <dgm:t>
        <a:bodyPr/>
        <a:lstStyle/>
        <a:p>
          <a:r>
            <a:rPr lang="en-US" b="0" dirty="0"/>
            <a:t>“Join the others”</a:t>
          </a:r>
        </a:p>
      </dgm:t>
    </dgm:pt>
    <dgm:pt modelId="{E68798E7-7374-412F-8F1A-1511C9883367}" type="parTrans" cxnId="{13C89117-A6C9-45B8-9809-693B609AEF49}">
      <dgm:prSet/>
      <dgm:spPr/>
      <dgm:t>
        <a:bodyPr/>
        <a:lstStyle/>
        <a:p>
          <a:endParaRPr lang="en-US"/>
        </a:p>
      </dgm:t>
    </dgm:pt>
    <dgm:pt modelId="{861AB756-3288-45A3-B5F3-9C92DB5959CC}" type="sibTrans" cxnId="{13C89117-A6C9-45B8-9809-693B609AEF49}">
      <dgm:prSet/>
      <dgm:spPr/>
      <dgm:t>
        <a:bodyPr/>
        <a:lstStyle/>
        <a:p>
          <a:endParaRPr lang="en-US"/>
        </a:p>
      </dgm:t>
    </dgm:pt>
    <dgm:pt modelId="{1ED68C86-DE30-4F27-B786-AA4EB956BAE9}">
      <dgm:prSet phldrT="[Texte]"/>
      <dgm:spPr/>
      <dgm:t>
        <a:bodyPr/>
        <a:lstStyle/>
        <a:p>
          <a:r>
            <a:rPr lang="en-US" b="0" dirty="0"/>
            <a:t>Our content is good enough for people to gather by themselves around</a:t>
          </a:r>
        </a:p>
      </dgm:t>
    </dgm:pt>
    <dgm:pt modelId="{51B34654-36B0-4755-9AD6-27BC95731826}" type="parTrans" cxnId="{A48AF831-D79E-415F-B962-F5CD3286C473}">
      <dgm:prSet/>
      <dgm:spPr/>
      <dgm:t>
        <a:bodyPr/>
        <a:lstStyle/>
        <a:p>
          <a:endParaRPr lang="en-US"/>
        </a:p>
      </dgm:t>
    </dgm:pt>
    <dgm:pt modelId="{9A2277A1-5A79-4761-9BD6-7257C694657B}" type="sibTrans" cxnId="{A48AF831-D79E-415F-B962-F5CD3286C473}">
      <dgm:prSet/>
      <dgm:spPr/>
      <dgm:t>
        <a:bodyPr/>
        <a:lstStyle/>
        <a:p>
          <a:endParaRPr lang="en-US"/>
        </a:p>
      </dgm:t>
    </dgm:pt>
    <dgm:pt modelId="{874887ED-045D-4ADD-A619-03DA6EFF1653}" type="pres">
      <dgm:prSet presAssocID="{BD66E60F-AA6F-42F6-900D-0198F2CEE1FA}" presName="rootnode" presStyleCnt="0">
        <dgm:presLayoutVars>
          <dgm:chMax/>
          <dgm:chPref/>
          <dgm:dir/>
          <dgm:animLvl val="lvl"/>
        </dgm:presLayoutVars>
      </dgm:prSet>
      <dgm:spPr/>
    </dgm:pt>
    <dgm:pt modelId="{1E8C741A-7C63-4DFE-90CD-9FEECD68A4ED}" type="pres">
      <dgm:prSet presAssocID="{6F104694-2B74-461F-9BAB-07602696CF8A}" presName="composite" presStyleCnt="0"/>
      <dgm:spPr/>
    </dgm:pt>
    <dgm:pt modelId="{947B5681-D30C-4F71-A448-A9816BB4E2C7}" type="pres">
      <dgm:prSet presAssocID="{6F104694-2B74-461F-9BAB-07602696CF8A}" presName="LShape" presStyleLbl="alignNode1" presStyleIdx="0" presStyleCnt="13"/>
      <dgm:spPr>
        <a:solidFill>
          <a:srgbClr val="FFFF00"/>
        </a:solidFill>
        <a:ln>
          <a:noFill/>
        </a:ln>
      </dgm:spPr>
    </dgm:pt>
    <dgm:pt modelId="{BC883E41-7CC3-49C8-AACB-D2DFC31D2A81}" type="pres">
      <dgm:prSet presAssocID="{6F104694-2B74-461F-9BAB-07602696CF8A}" presName="ParentText" presStyleLbl="revTx" presStyleIdx="0" presStyleCnt="7">
        <dgm:presLayoutVars>
          <dgm:chMax val="0"/>
          <dgm:chPref val="0"/>
          <dgm:bulletEnabled val="1"/>
        </dgm:presLayoutVars>
      </dgm:prSet>
      <dgm:spPr/>
    </dgm:pt>
    <dgm:pt modelId="{FC54635E-1CFA-4F93-B566-34FFF4B7EE1B}" type="pres">
      <dgm:prSet presAssocID="{6F104694-2B74-461F-9BAB-07602696CF8A}" presName="Triangle" presStyleLbl="alignNode1" presStyleIdx="1" presStyleCnt="13"/>
      <dgm:spPr>
        <a:solidFill>
          <a:srgbClr val="FFFF00"/>
        </a:solidFill>
        <a:ln>
          <a:noFill/>
        </a:ln>
      </dgm:spPr>
    </dgm:pt>
    <dgm:pt modelId="{FCD29E91-D4C3-4DD0-BB73-47DBD0E58D55}" type="pres">
      <dgm:prSet presAssocID="{C4DADC7F-EA2B-4706-8806-148D5C4DF205}" presName="sibTrans" presStyleCnt="0"/>
      <dgm:spPr/>
    </dgm:pt>
    <dgm:pt modelId="{AA25CC6E-8837-4B6A-BDCD-5A04260A06DD}" type="pres">
      <dgm:prSet presAssocID="{C4DADC7F-EA2B-4706-8806-148D5C4DF205}" presName="space" presStyleCnt="0"/>
      <dgm:spPr/>
    </dgm:pt>
    <dgm:pt modelId="{6AFB5FE1-2711-4081-A103-04FFA5ED2DAB}" type="pres">
      <dgm:prSet presAssocID="{29D45B70-992C-4E43-8EC0-515818046A2B}" presName="composite" presStyleCnt="0"/>
      <dgm:spPr/>
    </dgm:pt>
    <dgm:pt modelId="{C4049009-0DF7-4B56-8EE8-A235AC9147E0}" type="pres">
      <dgm:prSet presAssocID="{29D45B70-992C-4E43-8EC0-515818046A2B}" presName="LShape" presStyleLbl="alignNode1" presStyleIdx="2" presStyleCnt="13"/>
      <dgm:spPr>
        <a:solidFill>
          <a:srgbClr val="FFFF00"/>
        </a:solidFill>
        <a:ln>
          <a:noFill/>
        </a:ln>
      </dgm:spPr>
    </dgm:pt>
    <dgm:pt modelId="{3C232351-2668-409A-900D-BAAD4244B760}" type="pres">
      <dgm:prSet presAssocID="{29D45B70-992C-4E43-8EC0-515818046A2B}" presName="ParentText" presStyleLbl="revTx" presStyleIdx="1" presStyleCnt="7">
        <dgm:presLayoutVars>
          <dgm:chMax val="0"/>
          <dgm:chPref val="0"/>
          <dgm:bulletEnabled val="1"/>
        </dgm:presLayoutVars>
      </dgm:prSet>
      <dgm:spPr/>
    </dgm:pt>
    <dgm:pt modelId="{6EE647C3-EE94-495B-A1BC-2BD31E7FB284}" type="pres">
      <dgm:prSet presAssocID="{29D45B70-992C-4E43-8EC0-515818046A2B}" presName="Triangle" presStyleLbl="alignNode1" presStyleIdx="3" presStyleCnt="13"/>
      <dgm:spPr>
        <a:solidFill>
          <a:srgbClr val="EC7B2B"/>
        </a:solidFill>
        <a:ln>
          <a:noFill/>
        </a:ln>
      </dgm:spPr>
    </dgm:pt>
    <dgm:pt modelId="{1FCBB299-22F7-434D-93D2-02D80C7EF06B}" type="pres">
      <dgm:prSet presAssocID="{FEAFC5DA-CF17-4378-9502-3B7328A4FBEC}" presName="sibTrans" presStyleCnt="0"/>
      <dgm:spPr/>
    </dgm:pt>
    <dgm:pt modelId="{5BE21557-2742-4C82-B4CF-14C8B64AE30A}" type="pres">
      <dgm:prSet presAssocID="{FEAFC5DA-CF17-4378-9502-3B7328A4FBEC}" presName="space" presStyleCnt="0"/>
      <dgm:spPr/>
    </dgm:pt>
    <dgm:pt modelId="{D8A7334D-FC2A-4FDC-BF29-32191A12660C}" type="pres">
      <dgm:prSet presAssocID="{163EAD52-446B-4F66-A593-1B7F8B5F9358}" presName="composite" presStyleCnt="0"/>
      <dgm:spPr/>
    </dgm:pt>
    <dgm:pt modelId="{FDF54EAE-F346-4C3A-BE66-A827058CB016}" type="pres">
      <dgm:prSet presAssocID="{163EAD52-446B-4F66-A593-1B7F8B5F9358}" presName="LShape" presStyleLbl="alignNode1" presStyleIdx="4" presStyleCnt="13"/>
      <dgm:spPr>
        <a:solidFill>
          <a:srgbClr val="EC7B2B"/>
        </a:solidFill>
        <a:ln>
          <a:noFill/>
        </a:ln>
      </dgm:spPr>
    </dgm:pt>
    <dgm:pt modelId="{41FFB49D-2989-4461-B425-3CC078C84917}" type="pres">
      <dgm:prSet presAssocID="{163EAD52-446B-4F66-A593-1B7F8B5F9358}" presName="ParentText" presStyleLbl="revTx" presStyleIdx="2" presStyleCnt="7">
        <dgm:presLayoutVars>
          <dgm:chMax val="0"/>
          <dgm:chPref val="0"/>
          <dgm:bulletEnabled val="1"/>
        </dgm:presLayoutVars>
      </dgm:prSet>
      <dgm:spPr/>
    </dgm:pt>
    <dgm:pt modelId="{6BD65D1B-AC3F-463A-9044-842725D46E17}" type="pres">
      <dgm:prSet presAssocID="{163EAD52-446B-4F66-A593-1B7F8B5F9358}" presName="Triangle" presStyleLbl="alignNode1" presStyleIdx="5" presStyleCnt="13"/>
      <dgm:spPr>
        <a:solidFill>
          <a:srgbClr val="EC7B2B"/>
        </a:solidFill>
        <a:ln>
          <a:noFill/>
        </a:ln>
      </dgm:spPr>
    </dgm:pt>
    <dgm:pt modelId="{10563C2A-4E39-47AF-9EB8-FE58F51F3804}" type="pres">
      <dgm:prSet presAssocID="{82EB0230-E1FE-438A-851E-F663FDDCF46A}" presName="sibTrans" presStyleCnt="0"/>
      <dgm:spPr/>
    </dgm:pt>
    <dgm:pt modelId="{E5A2F9C5-C7D0-475C-BEC0-3E3BFCE735BF}" type="pres">
      <dgm:prSet presAssocID="{82EB0230-E1FE-438A-851E-F663FDDCF46A}" presName="space" presStyleCnt="0"/>
      <dgm:spPr/>
    </dgm:pt>
    <dgm:pt modelId="{D839D156-5B5F-43AE-83B7-2EC675A14AF1}" type="pres">
      <dgm:prSet presAssocID="{3C655720-105A-4DAE-A58E-8C768133AAAD}" presName="composite" presStyleCnt="0"/>
      <dgm:spPr/>
    </dgm:pt>
    <dgm:pt modelId="{14B1C58C-96FC-4CBB-980F-3435E1A56BE8}" type="pres">
      <dgm:prSet presAssocID="{3C655720-105A-4DAE-A58E-8C768133AAAD}" presName="LShape" presStyleLbl="alignNode1" presStyleIdx="6" presStyleCnt="13"/>
      <dgm:spPr>
        <a:solidFill>
          <a:srgbClr val="EC7B2B"/>
        </a:solidFill>
        <a:ln>
          <a:noFill/>
        </a:ln>
      </dgm:spPr>
    </dgm:pt>
    <dgm:pt modelId="{BCB6E0A9-6E0F-4A27-BF17-10F454A714DD}" type="pres">
      <dgm:prSet presAssocID="{3C655720-105A-4DAE-A58E-8C768133AAAD}" presName="ParentText" presStyleLbl="revTx" presStyleIdx="3" presStyleCnt="7">
        <dgm:presLayoutVars>
          <dgm:chMax val="0"/>
          <dgm:chPref val="0"/>
          <dgm:bulletEnabled val="1"/>
        </dgm:presLayoutVars>
      </dgm:prSet>
      <dgm:spPr/>
    </dgm:pt>
    <dgm:pt modelId="{621BC79D-194B-46C2-8CE4-368724AC50EB}" type="pres">
      <dgm:prSet presAssocID="{3C655720-105A-4DAE-A58E-8C768133AAAD}" presName="Triangle" presStyleLbl="alignNode1" presStyleIdx="7" presStyleCnt="13"/>
      <dgm:spPr>
        <a:solidFill>
          <a:srgbClr val="FF0000"/>
        </a:solidFill>
        <a:ln>
          <a:noFill/>
        </a:ln>
      </dgm:spPr>
    </dgm:pt>
    <dgm:pt modelId="{AB63481F-0E05-4A17-B174-989A8E070A6E}" type="pres">
      <dgm:prSet presAssocID="{323E8421-75E9-4EF7-B696-BFADC1D14A38}" presName="sibTrans" presStyleCnt="0"/>
      <dgm:spPr/>
    </dgm:pt>
    <dgm:pt modelId="{B101AC42-2C25-4E31-A514-86DB8B489ECD}" type="pres">
      <dgm:prSet presAssocID="{323E8421-75E9-4EF7-B696-BFADC1D14A38}" presName="space" presStyleCnt="0"/>
      <dgm:spPr/>
    </dgm:pt>
    <dgm:pt modelId="{5CB5B094-B044-44AD-AA02-F96275500A37}" type="pres">
      <dgm:prSet presAssocID="{64F6B4B8-4486-4D4A-A1C3-477F761421CB}" presName="composite" presStyleCnt="0"/>
      <dgm:spPr/>
    </dgm:pt>
    <dgm:pt modelId="{8231CA90-10E3-46A6-A5BB-B62FA5752189}" type="pres">
      <dgm:prSet presAssocID="{64F6B4B8-4486-4D4A-A1C3-477F761421CB}" presName="LShape" presStyleLbl="alignNode1" presStyleIdx="8" presStyleCnt="13"/>
      <dgm:spPr>
        <a:solidFill>
          <a:srgbClr val="FF0000"/>
        </a:solidFill>
        <a:ln>
          <a:solidFill>
            <a:srgbClr val="FF0000"/>
          </a:solidFill>
        </a:ln>
      </dgm:spPr>
    </dgm:pt>
    <dgm:pt modelId="{5CF119C6-ABFB-4CDD-9B69-E69F67B6F6FB}" type="pres">
      <dgm:prSet presAssocID="{64F6B4B8-4486-4D4A-A1C3-477F761421CB}" presName="ParentText" presStyleLbl="revTx" presStyleIdx="4" presStyleCnt="7">
        <dgm:presLayoutVars>
          <dgm:chMax val="0"/>
          <dgm:chPref val="0"/>
          <dgm:bulletEnabled val="1"/>
        </dgm:presLayoutVars>
      </dgm:prSet>
      <dgm:spPr/>
    </dgm:pt>
    <dgm:pt modelId="{D47D2D30-ADE3-4244-896A-D208A438408A}" type="pres">
      <dgm:prSet presAssocID="{64F6B4B8-4486-4D4A-A1C3-477F761421CB}" presName="Triangle" presStyleLbl="alignNode1" presStyleIdx="9" presStyleCnt="13"/>
      <dgm:spPr>
        <a:solidFill>
          <a:srgbClr val="FF0000"/>
        </a:solidFill>
        <a:ln>
          <a:solidFill>
            <a:srgbClr val="FF0000"/>
          </a:solidFill>
        </a:ln>
      </dgm:spPr>
    </dgm:pt>
    <dgm:pt modelId="{9EC86756-ACA8-49E7-AC4B-F6B58AD210B2}" type="pres">
      <dgm:prSet presAssocID="{00A4116C-00D7-493B-B1CB-D7ED48D47B19}" presName="sibTrans" presStyleCnt="0"/>
      <dgm:spPr/>
    </dgm:pt>
    <dgm:pt modelId="{004C55E5-600F-4617-9E8F-7BD01D9BEEDD}" type="pres">
      <dgm:prSet presAssocID="{00A4116C-00D7-493B-B1CB-D7ED48D47B19}" presName="space" presStyleCnt="0"/>
      <dgm:spPr/>
    </dgm:pt>
    <dgm:pt modelId="{1CB0199E-8E1B-4498-A0FE-6075A2EFB380}" type="pres">
      <dgm:prSet presAssocID="{E83C1B15-F7E1-4EE6-9315-9755285C597F}" presName="composite" presStyleCnt="0"/>
      <dgm:spPr/>
    </dgm:pt>
    <dgm:pt modelId="{FC5DBB8E-B43D-443A-BEBF-B02BF77B99C3}" type="pres">
      <dgm:prSet presAssocID="{E83C1B15-F7E1-4EE6-9315-9755285C597F}" presName="LShape" presStyleLbl="alignNode1" presStyleIdx="10" presStyleCnt="13"/>
      <dgm:spPr>
        <a:solidFill>
          <a:srgbClr val="FF0000"/>
        </a:solidFill>
        <a:ln>
          <a:solidFill>
            <a:srgbClr val="FF0000"/>
          </a:solidFill>
        </a:ln>
      </dgm:spPr>
    </dgm:pt>
    <dgm:pt modelId="{19F16169-C9BF-47E2-8CB1-3EE9195EB957}" type="pres">
      <dgm:prSet presAssocID="{E83C1B15-F7E1-4EE6-9315-9755285C597F}" presName="ParentText" presStyleLbl="revTx" presStyleIdx="5" presStyleCnt="7">
        <dgm:presLayoutVars>
          <dgm:chMax val="0"/>
          <dgm:chPref val="0"/>
          <dgm:bulletEnabled val="1"/>
        </dgm:presLayoutVars>
      </dgm:prSet>
      <dgm:spPr/>
    </dgm:pt>
    <dgm:pt modelId="{35E4B48D-612C-4074-B656-1246F02FB0FA}" type="pres">
      <dgm:prSet presAssocID="{E83C1B15-F7E1-4EE6-9315-9755285C597F}" presName="Triangle" presStyleLbl="alignNode1" presStyleIdx="11" presStyleCnt="13"/>
      <dgm:spPr>
        <a:solidFill>
          <a:schemeClr val="accent1"/>
        </a:solidFill>
        <a:ln>
          <a:solidFill>
            <a:schemeClr val="accent1"/>
          </a:solidFill>
        </a:ln>
      </dgm:spPr>
    </dgm:pt>
    <dgm:pt modelId="{2606BBD8-9DE4-4261-9706-4817B945AF3D}" type="pres">
      <dgm:prSet presAssocID="{8E50D78D-EC0C-4FCE-BF2A-0174B6DA9E0C}" presName="sibTrans" presStyleCnt="0"/>
      <dgm:spPr/>
    </dgm:pt>
    <dgm:pt modelId="{DC220F96-C16D-4E47-B4E8-AFA3884E5B57}" type="pres">
      <dgm:prSet presAssocID="{8E50D78D-EC0C-4FCE-BF2A-0174B6DA9E0C}" presName="space" presStyleCnt="0"/>
      <dgm:spPr/>
    </dgm:pt>
    <dgm:pt modelId="{6FC3E083-19C2-4C95-800C-0E3E5CC8201A}" type="pres">
      <dgm:prSet presAssocID="{FE8F9C1F-2560-4891-B027-285AE1DF185B}" presName="composite" presStyleCnt="0"/>
      <dgm:spPr/>
    </dgm:pt>
    <dgm:pt modelId="{6F889921-57BB-4603-AA76-C547E1BF8E5F}" type="pres">
      <dgm:prSet presAssocID="{FE8F9C1F-2560-4891-B027-285AE1DF185B}" presName="LShape" presStyleLbl="alignNode1" presStyleIdx="12" presStyleCnt="13"/>
      <dgm:spPr/>
    </dgm:pt>
    <dgm:pt modelId="{DB180237-7383-4D07-BB36-8A77B59B6D7F}" type="pres">
      <dgm:prSet presAssocID="{FE8F9C1F-2560-4891-B027-285AE1DF185B}" presName="ParentText" presStyleLbl="revTx" presStyleIdx="6" presStyleCnt="7">
        <dgm:presLayoutVars>
          <dgm:chMax val="0"/>
          <dgm:chPref val="0"/>
          <dgm:bulletEnabled val="1"/>
        </dgm:presLayoutVars>
      </dgm:prSet>
      <dgm:spPr/>
    </dgm:pt>
  </dgm:ptLst>
  <dgm:cxnLst>
    <dgm:cxn modelId="{0689A803-C60C-4E5C-BEA5-FDE74D4F044C}" srcId="{6F104694-2B74-461F-9BAB-07602696CF8A}" destId="{E9C06C2F-F95A-4D9C-9524-1579AB6E47E3}" srcOrd="0" destOrd="0" parTransId="{E0F94286-49FA-4D2D-B8A9-F229F1F1FECC}" sibTransId="{CE26E1AA-BA2C-4988-ABAF-EA48B0A872FC}"/>
    <dgm:cxn modelId="{5742B504-814F-44E1-805A-657C27898966}" srcId="{64F6B4B8-4486-4D4A-A1C3-477F761421CB}" destId="{427CB4EC-8A76-4A25-B772-763E446BD202}" srcOrd="0" destOrd="0" parTransId="{D4999854-8F68-4E89-A64E-92E5AEBF26DD}" sibTransId="{0B6BFA78-1723-4491-9D8A-761984BAC2F3}"/>
    <dgm:cxn modelId="{28F90707-BD13-4F1A-B4CB-B5AF94F16920}" type="presOf" srcId="{25B1F65D-0FC4-47DC-9E61-BE354610BB71}" destId="{DB180237-7383-4D07-BB36-8A77B59B6D7F}" srcOrd="0" destOrd="1" presId="urn:microsoft.com/office/officeart/2009/3/layout/StepUpProcess"/>
    <dgm:cxn modelId="{FE6CF708-4ECA-43BD-BFC7-3BF7AE9E4BAB}" type="presOf" srcId="{CDD6C4FE-96E8-4D17-8776-4AD1F2D133DC}" destId="{19F16169-C9BF-47E2-8CB1-3EE9195EB957}" srcOrd="0" destOrd="2" presId="urn:microsoft.com/office/officeart/2009/3/layout/StepUpProcess"/>
    <dgm:cxn modelId="{FFCE9C0F-FA20-4B39-B739-B5ACCEBB6225}" srcId="{BD66E60F-AA6F-42F6-900D-0198F2CEE1FA}" destId="{6F104694-2B74-461F-9BAB-07602696CF8A}" srcOrd="0" destOrd="0" parTransId="{D5FD799A-0AE5-4DAD-A5B7-2A6D25DAF381}" sibTransId="{C4DADC7F-EA2B-4706-8806-148D5C4DF205}"/>
    <dgm:cxn modelId="{7253F60F-5289-453F-A0E5-FA27BBCF8848}" type="presOf" srcId="{A027AC55-8FC7-4A1F-B842-B9892014809A}" destId="{3C232351-2668-409A-900D-BAAD4244B760}" srcOrd="0" destOrd="2" presId="urn:microsoft.com/office/officeart/2009/3/layout/StepUpProcess"/>
    <dgm:cxn modelId="{400F3B10-0871-4908-A532-3061C247DBDD}" type="presOf" srcId="{A7D00D68-E340-4441-AE0E-6AE3F146CA0C}" destId="{BC883E41-7CC3-49C8-AACB-D2DFC31D2A81}" srcOrd="0" destOrd="2" presId="urn:microsoft.com/office/officeart/2009/3/layout/StepUpProcess"/>
    <dgm:cxn modelId="{13C89117-A6C9-45B8-9809-693B609AEF49}" srcId="{FE8F9C1F-2560-4891-B027-285AE1DF185B}" destId="{25B1F65D-0FC4-47DC-9E61-BE354610BB71}" srcOrd="0" destOrd="0" parTransId="{E68798E7-7374-412F-8F1A-1511C9883367}" sibTransId="{861AB756-3288-45A3-B5F3-9C92DB5959CC}"/>
    <dgm:cxn modelId="{1416C519-69CF-4BF9-BB54-FE2E6F61A8E7}" type="presOf" srcId="{427CB4EC-8A76-4A25-B772-763E446BD202}" destId="{5CF119C6-ABFB-4CDD-9B69-E69F67B6F6FB}" srcOrd="0" destOrd="1" presId="urn:microsoft.com/office/officeart/2009/3/layout/StepUpProcess"/>
    <dgm:cxn modelId="{D2FED01A-8C61-4AB1-BF1B-155297BB353C}" srcId="{29D45B70-992C-4E43-8EC0-515818046A2B}" destId="{86324BF6-2A7F-4E89-92FF-9AE5F10CD17D}" srcOrd="0" destOrd="0" parTransId="{7C95D512-77FC-4597-9792-C3E6860F3908}" sibTransId="{F87863FC-BF07-42E1-8535-8E1D9DB4FD13}"/>
    <dgm:cxn modelId="{3007AE1D-CA76-4C28-B37F-C7375890DFCD}" srcId="{3C655720-105A-4DAE-A58E-8C768133AAAD}" destId="{CDC3A8ED-3CA7-44C2-9ACD-B8C9F86D7C13}" srcOrd="1" destOrd="0" parTransId="{48B99776-CA9D-4CAD-AB15-02EC51C548BF}" sibTransId="{137E6215-3600-4850-9CEF-F695029742FF}"/>
    <dgm:cxn modelId="{6706D920-13D6-4E2C-8F38-5607D8CA0F3E}" type="presOf" srcId="{1ED68C86-DE30-4F27-B786-AA4EB956BAE9}" destId="{DB180237-7383-4D07-BB36-8A77B59B6D7F}" srcOrd="0" destOrd="2" presId="urn:microsoft.com/office/officeart/2009/3/layout/StepUpProcess"/>
    <dgm:cxn modelId="{2C2C4522-0236-4E4B-A592-F85D686A012B}" type="presOf" srcId="{D5DBAD67-80DF-4318-BB08-6268E33EF1E3}" destId="{BCB6E0A9-6E0F-4A27-BF17-10F454A714DD}" srcOrd="0" destOrd="1" presId="urn:microsoft.com/office/officeart/2009/3/layout/StepUpProcess"/>
    <dgm:cxn modelId="{8D629923-2164-4463-A4FC-D7D824C76A32}" type="presOf" srcId="{64F6B4B8-4486-4D4A-A1C3-477F761421CB}" destId="{5CF119C6-ABFB-4CDD-9B69-E69F67B6F6FB}" srcOrd="0" destOrd="0" presId="urn:microsoft.com/office/officeart/2009/3/layout/StepUpProcess"/>
    <dgm:cxn modelId="{38CF3C2A-3564-4650-AC93-CE50FEB31A51}" srcId="{E83C1B15-F7E1-4EE6-9315-9755285C597F}" destId="{0FF68CCB-1F47-440E-8752-46E2346D247C}" srcOrd="0" destOrd="0" parTransId="{A23E79C8-4BE8-4C8D-8026-BEDAC91E69B4}" sibTransId="{9DA2645E-B511-4664-9962-493E9CF2C7C3}"/>
    <dgm:cxn modelId="{940AAE30-FDDB-447B-BADE-359B541DFD46}" type="presOf" srcId="{29D45B70-992C-4E43-8EC0-515818046A2B}" destId="{3C232351-2668-409A-900D-BAAD4244B760}" srcOrd="0" destOrd="0" presId="urn:microsoft.com/office/officeart/2009/3/layout/StepUpProcess"/>
    <dgm:cxn modelId="{A48AF831-D79E-415F-B962-F5CD3286C473}" srcId="{FE8F9C1F-2560-4891-B027-285AE1DF185B}" destId="{1ED68C86-DE30-4F27-B786-AA4EB956BAE9}" srcOrd="1" destOrd="0" parTransId="{51B34654-36B0-4755-9AD6-27BC95731826}" sibTransId="{9A2277A1-5A79-4761-9BD6-7257C694657B}"/>
    <dgm:cxn modelId="{A787FA35-8216-4F01-B047-7A871BA0C35C}" type="presOf" srcId="{E9C06C2F-F95A-4D9C-9524-1579AB6E47E3}" destId="{BC883E41-7CC3-49C8-AACB-D2DFC31D2A81}" srcOrd="0" destOrd="1" presId="urn:microsoft.com/office/officeart/2009/3/layout/StepUpProcess"/>
    <dgm:cxn modelId="{32805D3B-8A1A-4DC8-813B-C06E86705257}" type="presOf" srcId="{E83C1B15-F7E1-4EE6-9315-9755285C597F}" destId="{19F16169-C9BF-47E2-8CB1-3EE9195EB957}" srcOrd="0" destOrd="0" presId="urn:microsoft.com/office/officeart/2009/3/layout/StepUpProcess"/>
    <dgm:cxn modelId="{24556040-32F6-4FC6-ADBE-8B550A6CA201}" type="presOf" srcId="{6F104694-2B74-461F-9BAB-07602696CF8A}" destId="{BC883E41-7CC3-49C8-AACB-D2DFC31D2A81}" srcOrd="0" destOrd="0" presId="urn:microsoft.com/office/officeart/2009/3/layout/StepUpProcess"/>
    <dgm:cxn modelId="{10008945-DC17-470C-B70E-CBB99CCFAB75}" srcId="{BD66E60F-AA6F-42F6-900D-0198F2CEE1FA}" destId="{163EAD52-446B-4F66-A593-1B7F8B5F9358}" srcOrd="2" destOrd="0" parTransId="{47EA8358-53FE-4E4A-82BC-FF72516266F7}" sibTransId="{82EB0230-E1FE-438A-851E-F663FDDCF46A}"/>
    <dgm:cxn modelId="{9C237352-7BCA-4F68-AFAF-64FEC38F375C}" type="presOf" srcId="{4F233866-E6D5-45E5-B753-968CB1E020EB}" destId="{5CF119C6-ABFB-4CDD-9B69-E69F67B6F6FB}" srcOrd="0" destOrd="2" presId="urn:microsoft.com/office/officeart/2009/3/layout/StepUpProcess"/>
    <dgm:cxn modelId="{48235674-EB93-4DA3-AA8D-C7C56062DEA6}" srcId="{BD66E60F-AA6F-42F6-900D-0198F2CEE1FA}" destId="{29D45B70-992C-4E43-8EC0-515818046A2B}" srcOrd="1" destOrd="0" parTransId="{D49DA7B3-48D7-4F26-AFB4-4BDDCFDB43E8}" sibTransId="{FEAFC5DA-CF17-4378-9502-3B7328A4FBEC}"/>
    <dgm:cxn modelId="{61114480-4709-4F61-9F75-4447C0D6BC14}" srcId="{BD66E60F-AA6F-42F6-900D-0198F2CEE1FA}" destId="{64F6B4B8-4486-4D4A-A1C3-477F761421CB}" srcOrd="4" destOrd="0" parTransId="{0982516F-2BBF-4ADC-A0E3-2E914B17F052}" sibTransId="{00A4116C-00D7-493B-B1CB-D7ED48D47B19}"/>
    <dgm:cxn modelId="{CC7A9A80-37A0-4EAE-841A-B74245510F4A}" type="presOf" srcId="{163EAD52-446B-4F66-A593-1B7F8B5F9358}" destId="{41FFB49D-2989-4461-B425-3CC078C84917}" srcOrd="0" destOrd="0" presId="urn:microsoft.com/office/officeart/2009/3/layout/StepUpProcess"/>
    <dgm:cxn modelId="{C226F283-EBCF-40E4-A494-05EB69B3BA99}" srcId="{163EAD52-446B-4F66-A593-1B7F8B5F9358}" destId="{3574790B-C1AD-4816-86AD-54BB0D5E93C8}" srcOrd="0" destOrd="0" parTransId="{9EC98C57-0D4D-4789-957D-4E668BD3811A}" sibTransId="{F0ADD02A-BF48-4050-80E0-1DB4BD580279}"/>
    <dgm:cxn modelId="{84E49087-1430-4FC5-AEB2-4BBF30264575}" srcId="{163EAD52-446B-4F66-A593-1B7F8B5F9358}" destId="{63ED06CF-B9FA-4C17-A522-7B1B924A4953}" srcOrd="1" destOrd="0" parTransId="{47D5F092-AE38-4216-9895-0CD8F14EA805}" sibTransId="{F12DAD07-5746-4FB6-976B-FDB58A3261F8}"/>
    <dgm:cxn modelId="{04D2D992-5F6B-437E-B86B-3DF6BB3EA481}" srcId="{29D45B70-992C-4E43-8EC0-515818046A2B}" destId="{A027AC55-8FC7-4A1F-B842-B9892014809A}" srcOrd="1" destOrd="0" parTransId="{6146BC79-F40F-481D-B6BC-DD73128C10DC}" sibTransId="{993107BF-EBF4-46A2-9DC6-888276C35AEE}"/>
    <dgm:cxn modelId="{580DD193-CE4C-4FD7-9E88-B33EDB91FE20}" srcId="{E83C1B15-F7E1-4EE6-9315-9755285C597F}" destId="{CDD6C4FE-96E8-4D17-8776-4AD1F2D133DC}" srcOrd="1" destOrd="0" parTransId="{DC517DA1-6193-4001-8D70-E6CF5E6DC4AC}" sibTransId="{63F345FD-B095-41A4-8879-94AE2CB65999}"/>
    <dgm:cxn modelId="{A604EC94-2DC5-4883-83C7-AB501635EA44}" srcId="{3C655720-105A-4DAE-A58E-8C768133AAAD}" destId="{D5DBAD67-80DF-4318-BB08-6268E33EF1E3}" srcOrd="0" destOrd="0" parTransId="{F682E8C8-1603-433E-BDDC-4B7FD67AFAAB}" sibTransId="{5A5BBF20-2F3F-4421-882E-C41CBE025C6C}"/>
    <dgm:cxn modelId="{D519A2A1-3C9C-4691-93E1-40CBF0E5B53E}" type="presOf" srcId="{BD66E60F-AA6F-42F6-900D-0198F2CEE1FA}" destId="{874887ED-045D-4ADD-A619-03DA6EFF1653}" srcOrd="0" destOrd="0" presId="urn:microsoft.com/office/officeart/2009/3/layout/StepUpProcess"/>
    <dgm:cxn modelId="{639080A3-0CF3-4FEF-9CA8-534FD237E192}" srcId="{BD66E60F-AA6F-42F6-900D-0198F2CEE1FA}" destId="{3C655720-105A-4DAE-A58E-8C768133AAAD}" srcOrd="3" destOrd="0" parTransId="{4C8429BA-7EDE-407D-9BBE-4EC49F7ADC93}" sibTransId="{323E8421-75E9-4EF7-B696-BFADC1D14A38}"/>
    <dgm:cxn modelId="{ACAF9CA4-01CC-49A0-B68C-162526DA6364}" type="presOf" srcId="{3C655720-105A-4DAE-A58E-8C768133AAAD}" destId="{BCB6E0A9-6E0F-4A27-BF17-10F454A714DD}" srcOrd="0" destOrd="0" presId="urn:microsoft.com/office/officeart/2009/3/layout/StepUpProcess"/>
    <dgm:cxn modelId="{DD1059AD-26B0-40CF-98FC-676451BB8999}" type="presOf" srcId="{86324BF6-2A7F-4E89-92FF-9AE5F10CD17D}" destId="{3C232351-2668-409A-900D-BAAD4244B760}" srcOrd="0" destOrd="1" presId="urn:microsoft.com/office/officeart/2009/3/layout/StepUpProcess"/>
    <dgm:cxn modelId="{2367AFB0-F67D-441C-BA76-72D51E548B00}" type="presOf" srcId="{0FF68CCB-1F47-440E-8752-46E2346D247C}" destId="{19F16169-C9BF-47E2-8CB1-3EE9195EB957}" srcOrd="0" destOrd="1" presId="urn:microsoft.com/office/officeart/2009/3/layout/StepUpProcess"/>
    <dgm:cxn modelId="{F16DDDB7-EE1E-419E-9828-A09D11B65EC6}" srcId="{BD66E60F-AA6F-42F6-900D-0198F2CEE1FA}" destId="{E83C1B15-F7E1-4EE6-9315-9755285C597F}" srcOrd="5" destOrd="0" parTransId="{B9C059EF-1A09-43DB-B364-89A53512B21D}" sibTransId="{8E50D78D-EC0C-4FCE-BF2A-0174B6DA9E0C}"/>
    <dgm:cxn modelId="{8760E2D2-089C-4B2C-8E6D-5AB5BE181403}" srcId="{6F104694-2B74-461F-9BAB-07602696CF8A}" destId="{A7D00D68-E340-4441-AE0E-6AE3F146CA0C}" srcOrd="1" destOrd="0" parTransId="{93FE5FF7-66D6-4139-B539-723F0226C9DE}" sibTransId="{A33B06BA-6839-4130-9A57-EB325B198F9D}"/>
    <dgm:cxn modelId="{0CC819D7-22BB-4B4E-8756-41D70D442D35}" type="presOf" srcId="{CDC3A8ED-3CA7-44C2-9ACD-B8C9F86D7C13}" destId="{BCB6E0A9-6E0F-4A27-BF17-10F454A714DD}" srcOrd="0" destOrd="2" presId="urn:microsoft.com/office/officeart/2009/3/layout/StepUpProcess"/>
    <dgm:cxn modelId="{170FA2DA-0206-4F2C-8656-A7D4DBB53948}" type="presOf" srcId="{63ED06CF-B9FA-4C17-A522-7B1B924A4953}" destId="{41FFB49D-2989-4461-B425-3CC078C84917}" srcOrd="0" destOrd="2" presId="urn:microsoft.com/office/officeart/2009/3/layout/StepUpProcess"/>
    <dgm:cxn modelId="{A420CBE4-3A37-4CDE-9DCB-9724DF730AB2}" type="presOf" srcId="{FE8F9C1F-2560-4891-B027-285AE1DF185B}" destId="{DB180237-7383-4D07-BB36-8A77B59B6D7F}" srcOrd="0" destOrd="0" presId="urn:microsoft.com/office/officeart/2009/3/layout/StepUpProcess"/>
    <dgm:cxn modelId="{F4E8F4EA-990B-45DB-8533-85BE96AC5F65}" type="presOf" srcId="{3574790B-C1AD-4816-86AD-54BB0D5E93C8}" destId="{41FFB49D-2989-4461-B425-3CC078C84917}" srcOrd="0" destOrd="1" presId="urn:microsoft.com/office/officeart/2009/3/layout/StepUpProcess"/>
    <dgm:cxn modelId="{BD4383EC-D5CF-4C3B-860A-CD7A96CE6CBD}" srcId="{64F6B4B8-4486-4D4A-A1C3-477F761421CB}" destId="{4F233866-E6D5-45E5-B753-968CB1E020EB}" srcOrd="1" destOrd="0" parTransId="{A5B230FC-7611-45D0-AA8D-4BC8A2AE278F}" sibTransId="{4DA8E492-352F-404D-9A2A-5D35273A4606}"/>
    <dgm:cxn modelId="{AF1257F8-1636-407F-A94B-816A418C70EB}" srcId="{BD66E60F-AA6F-42F6-900D-0198F2CEE1FA}" destId="{FE8F9C1F-2560-4891-B027-285AE1DF185B}" srcOrd="6" destOrd="0" parTransId="{90009E5B-DCE4-4718-AE9F-2E0CA5BCE14F}" sibTransId="{60F5879B-EBE8-4BF2-95C5-A0E88723E4F5}"/>
    <dgm:cxn modelId="{265DF269-FBC9-428E-A76A-AD491AF47956}" type="presParOf" srcId="{874887ED-045D-4ADD-A619-03DA6EFF1653}" destId="{1E8C741A-7C63-4DFE-90CD-9FEECD68A4ED}" srcOrd="0" destOrd="0" presId="urn:microsoft.com/office/officeart/2009/3/layout/StepUpProcess"/>
    <dgm:cxn modelId="{9F3CDE50-4412-45D1-B8FA-966B48F5316C}" type="presParOf" srcId="{1E8C741A-7C63-4DFE-90CD-9FEECD68A4ED}" destId="{947B5681-D30C-4F71-A448-A9816BB4E2C7}" srcOrd="0" destOrd="0" presId="urn:microsoft.com/office/officeart/2009/3/layout/StepUpProcess"/>
    <dgm:cxn modelId="{932DBA48-5AD1-4397-B535-5FBEA21EC329}" type="presParOf" srcId="{1E8C741A-7C63-4DFE-90CD-9FEECD68A4ED}" destId="{BC883E41-7CC3-49C8-AACB-D2DFC31D2A81}" srcOrd="1" destOrd="0" presId="urn:microsoft.com/office/officeart/2009/3/layout/StepUpProcess"/>
    <dgm:cxn modelId="{B9EAF4FE-4AC8-4504-A514-AC995168DA9E}" type="presParOf" srcId="{1E8C741A-7C63-4DFE-90CD-9FEECD68A4ED}" destId="{FC54635E-1CFA-4F93-B566-34FFF4B7EE1B}" srcOrd="2" destOrd="0" presId="urn:microsoft.com/office/officeart/2009/3/layout/StepUpProcess"/>
    <dgm:cxn modelId="{366B4176-643A-43E9-9713-5E790BB542FF}" type="presParOf" srcId="{874887ED-045D-4ADD-A619-03DA6EFF1653}" destId="{FCD29E91-D4C3-4DD0-BB73-47DBD0E58D55}" srcOrd="1" destOrd="0" presId="urn:microsoft.com/office/officeart/2009/3/layout/StepUpProcess"/>
    <dgm:cxn modelId="{7C874C6A-D4A6-48D9-9D77-A0BA78936EFB}" type="presParOf" srcId="{FCD29E91-D4C3-4DD0-BB73-47DBD0E58D55}" destId="{AA25CC6E-8837-4B6A-BDCD-5A04260A06DD}" srcOrd="0" destOrd="0" presId="urn:microsoft.com/office/officeart/2009/3/layout/StepUpProcess"/>
    <dgm:cxn modelId="{592CCD5E-4012-47B2-BE79-47C65BB05FB4}" type="presParOf" srcId="{874887ED-045D-4ADD-A619-03DA6EFF1653}" destId="{6AFB5FE1-2711-4081-A103-04FFA5ED2DAB}" srcOrd="2" destOrd="0" presId="urn:microsoft.com/office/officeart/2009/3/layout/StepUpProcess"/>
    <dgm:cxn modelId="{8FA368FB-7ADE-4D72-B6D2-E1D513F9A59C}" type="presParOf" srcId="{6AFB5FE1-2711-4081-A103-04FFA5ED2DAB}" destId="{C4049009-0DF7-4B56-8EE8-A235AC9147E0}" srcOrd="0" destOrd="0" presId="urn:microsoft.com/office/officeart/2009/3/layout/StepUpProcess"/>
    <dgm:cxn modelId="{3A3ED3AA-8054-4371-902C-3286638E0A7E}" type="presParOf" srcId="{6AFB5FE1-2711-4081-A103-04FFA5ED2DAB}" destId="{3C232351-2668-409A-900D-BAAD4244B760}" srcOrd="1" destOrd="0" presId="urn:microsoft.com/office/officeart/2009/3/layout/StepUpProcess"/>
    <dgm:cxn modelId="{015B0444-0F71-4318-982D-260E2ACF64B6}" type="presParOf" srcId="{6AFB5FE1-2711-4081-A103-04FFA5ED2DAB}" destId="{6EE647C3-EE94-495B-A1BC-2BD31E7FB284}" srcOrd="2" destOrd="0" presId="urn:microsoft.com/office/officeart/2009/3/layout/StepUpProcess"/>
    <dgm:cxn modelId="{9C2B841B-365B-4323-8228-5E57393DFC8B}" type="presParOf" srcId="{874887ED-045D-4ADD-A619-03DA6EFF1653}" destId="{1FCBB299-22F7-434D-93D2-02D80C7EF06B}" srcOrd="3" destOrd="0" presId="urn:microsoft.com/office/officeart/2009/3/layout/StepUpProcess"/>
    <dgm:cxn modelId="{280EE6B0-6408-40CB-BE6D-380A859E863D}" type="presParOf" srcId="{1FCBB299-22F7-434D-93D2-02D80C7EF06B}" destId="{5BE21557-2742-4C82-B4CF-14C8B64AE30A}" srcOrd="0" destOrd="0" presId="urn:microsoft.com/office/officeart/2009/3/layout/StepUpProcess"/>
    <dgm:cxn modelId="{D9168570-3323-4851-86A4-FDFC76C7C31B}" type="presParOf" srcId="{874887ED-045D-4ADD-A619-03DA6EFF1653}" destId="{D8A7334D-FC2A-4FDC-BF29-32191A12660C}" srcOrd="4" destOrd="0" presId="urn:microsoft.com/office/officeart/2009/3/layout/StepUpProcess"/>
    <dgm:cxn modelId="{DBD56471-D8F7-4E34-B7B3-D17EA9D37F9A}" type="presParOf" srcId="{D8A7334D-FC2A-4FDC-BF29-32191A12660C}" destId="{FDF54EAE-F346-4C3A-BE66-A827058CB016}" srcOrd="0" destOrd="0" presId="urn:microsoft.com/office/officeart/2009/3/layout/StepUpProcess"/>
    <dgm:cxn modelId="{F0B53512-CEE1-42CB-9F03-9D343EFDB8F1}" type="presParOf" srcId="{D8A7334D-FC2A-4FDC-BF29-32191A12660C}" destId="{41FFB49D-2989-4461-B425-3CC078C84917}" srcOrd="1" destOrd="0" presId="urn:microsoft.com/office/officeart/2009/3/layout/StepUpProcess"/>
    <dgm:cxn modelId="{F7A4C5DF-1782-4796-A1A3-9A16BC336A39}" type="presParOf" srcId="{D8A7334D-FC2A-4FDC-BF29-32191A12660C}" destId="{6BD65D1B-AC3F-463A-9044-842725D46E17}" srcOrd="2" destOrd="0" presId="urn:microsoft.com/office/officeart/2009/3/layout/StepUpProcess"/>
    <dgm:cxn modelId="{F5BCC018-5C31-4A5C-B6EA-6FCB0F79A3B9}" type="presParOf" srcId="{874887ED-045D-4ADD-A619-03DA6EFF1653}" destId="{10563C2A-4E39-47AF-9EB8-FE58F51F3804}" srcOrd="5" destOrd="0" presId="urn:microsoft.com/office/officeart/2009/3/layout/StepUpProcess"/>
    <dgm:cxn modelId="{7D3F4139-7CBC-4242-90F1-92FF37342FB8}" type="presParOf" srcId="{10563C2A-4E39-47AF-9EB8-FE58F51F3804}" destId="{E5A2F9C5-C7D0-475C-BEC0-3E3BFCE735BF}" srcOrd="0" destOrd="0" presId="urn:microsoft.com/office/officeart/2009/3/layout/StepUpProcess"/>
    <dgm:cxn modelId="{FD7D466E-35AF-4344-854D-5DA2D566E78D}" type="presParOf" srcId="{874887ED-045D-4ADD-A619-03DA6EFF1653}" destId="{D839D156-5B5F-43AE-83B7-2EC675A14AF1}" srcOrd="6" destOrd="0" presId="urn:microsoft.com/office/officeart/2009/3/layout/StepUpProcess"/>
    <dgm:cxn modelId="{B60C48F5-B7F8-43E1-88A6-DFC1E8964A6D}" type="presParOf" srcId="{D839D156-5B5F-43AE-83B7-2EC675A14AF1}" destId="{14B1C58C-96FC-4CBB-980F-3435E1A56BE8}" srcOrd="0" destOrd="0" presId="urn:microsoft.com/office/officeart/2009/3/layout/StepUpProcess"/>
    <dgm:cxn modelId="{0A0ABCAF-50F3-43A9-968E-5280EAD0A46E}" type="presParOf" srcId="{D839D156-5B5F-43AE-83B7-2EC675A14AF1}" destId="{BCB6E0A9-6E0F-4A27-BF17-10F454A714DD}" srcOrd="1" destOrd="0" presId="urn:microsoft.com/office/officeart/2009/3/layout/StepUpProcess"/>
    <dgm:cxn modelId="{73F890CA-A3E3-4D77-9B12-5BC25E2A9FBC}" type="presParOf" srcId="{D839D156-5B5F-43AE-83B7-2EC675A14AF1}" destId="{621BC79D-194B-46C2-8CE4-368724AC50EB}" srcOrd="2" destOrd="0" presId="urn:microsoft.com/office/officeart/2009/3/layout/StepUpProcess"/>
    <dgm:cxn modelId="{D03E6C41-4BA6-47B3-9DF1-88EA24410C30}" type="presParOf" srcId="{874887ED-045D-4ADD-A619-03DA6EFF1653}" destId="{AB63481F-0E05-4A17-B174-989A8E070A6E}" srcOrd="7" destOrd="0" presId="urn:microsoft.com/office/officeart/2009/3/layout/StepUpProcess"/>
    <dgm:cxn modelId="{0CDE6797-33B1-436A-8062-D584F2ED8CF4}" type="presParOf" srcId="{AB63481F-0E05-4A17-B174-989A8E070A6E}" destId="{B101AC42-2C25-4E31-A514-86DB8B489ECD}" srcOrd="0" destOrd="0" presId="urn:microsoft.com/office/officeart/2009/3/layout/StepUpProcess"/>
    <dgm:cxn modelId="{19BEF7ED-037E-4B6D-A4AE-4B8D0FFABAD4}" type="presParOf" srcId="{874887ED-045D-4ADD-A619-03DA6EFF1653}" destId="{5CB5B094-B044-44AD-AA02-F96275500A37}" srcOrd="8" destOrd="0" presId="urn:microsoft.com/office/officeart/2009/3/layout/StepUpProcess"/>
    <dgm:cxn modelId="{FCA68DA1-7D37-4338-A983-103DF0C2274C}" type="presParOf" srcId="{5CB5B094-B044-44AD-AA02-F96275500A37}" destId="{8231CA90-10E3-46A6-A5BB-B62FA5752189}" srcOrd="0" destOrd="0" presId="urn:microsoft.com/office/officeart/2009/3/layout/StepUpProcess"/>
    <dgm:cxn modelId="{3E95661D-ED3A-433E-BFC5-D9F4E17F92CA}" type="presParOf" srcId="{5CB5B094-B044-44AD-AA02-F96275500A37}" destId="{5CF119C6-ABFB-4CDD-9B69-E69F67B6F6FB}" srcOrd="1" destOrd="0" presId="urn:microsoft.com/office/officeart/2009/3/layout/StepUpProcess"/>
    <dgm:cxn modelId="{4C18058C-20D6-4186-A31D-25F9762893D6}" type="presParOf" srcId="{5CB5B094-B044-44AD-AA02-F96275500A37}" destId="{D47D2D30-ADE3-4244-896A-D208A438408A}" srcOrd="2" destOrd="0" presId="urn:microsoft.com/office/officeart/2009/3/layout/StepUpProcess"/>
    <dgm:cxn modelId="{0355DEAC-4EB1-4BC0-82CC-8CF9BD46627B}" type="presParOf" srcId="{874887ED-045D-4ADD-A619-03DA6EFF1653}" destId="{9EC86756-ACA8-49E7-AC4B-F6B58AD210B2}" srcOrd="9" destOrd="0" presId="urn:microsoft.com/office/officeart/2009/3/layout/StepUpProcess"/>
    <dgm:cxn modelId="{7D969322-89F2-414E-8CF7-994AED36AEF4}" type="presParOf" srcId="{9EC86756-ACA8-49E7-AC4B-F6B58AD210B2}" destId="{004C55E5-600F-4617-9E8F-7BD01D9BEEDD}" srcOrd="0" destOrd="0" presId="urn:microsoft.com/office/officeart/2009/3/layout/StepUpProcess"/>
    <dgm:cxn modelId="{381A489A-8443-4285-966D-40643B8DE2EF}" type="presParOf" srcId="{874887ED-045D-4ADD-A619-03DA6EFF1653}" destId="{1CB0199E-8E1B-4498-A0FE-6075A2EFB380}" srcOrd="10" destOrd="0" presId="urn:microsoft.com/office/officeart/2009/3/layout/StepUpProcess"/>
    <dgm:cxn modelId="{523BA9BA-ECE8-41F8-8B4C-4F67E8D9FF90}" type="presParOf" srcId="{1CB0199E-8E1B-4498-A0FE-6075A2EFB380}" destId="{FC5DBB8E-B43D-443A-BEBF-B02BF77B99C3}" srcOrd="0" destOrd="0" presId="urn:microsoft.com/office/officeart/2009/3/layout/StepUpProcess"/>
    <dgm:cxn modelId="{210AFA40-74EC-4FFA-A431-595BD949C37A}" type="presParOf" srcId="{1CB0199E-8E1B-4498-A0FE-6075A2EFB380}" destId="{19F16169-C9BF-47E2-8CB1-3EE9195EB957}" srcOrd="1" destOrd="0" presId="urn:microsoft.com/office/officeart/2009/3/layout/StepUpProcess"/>
    <dgm:cxn modelId="{B897DF1D-398F-47D8-8B7E-8E876621654B}" type="presParOf" srcId="{1CB0199E-8E1B-4498-A0FE-6075A2EFB380}" destId="{35E4B48D-612C-4074-B656-1246F02FB0FA}" srcOrd="2" destOrd="0" presId="urn:microsoft.com/office/officeart/2009/3/layout/StepUpProcess"/>
    <dgm:cxn modelId="{164CC903-E023-4CCA-AE61-6EA8E01A7682}" type="presParOf" srcId="{874887ED-045D-4ADD-A619-03DA6EFF1653}" destId="{2606BBD8-9DE4-4261-9706-4817B945AF3D}" srcOrd="11" destOrd="0" presId="urn:microsoft.com/office/officeart/2009/3/layout/StepUpProcess"/>
    <dgm:cxn modelId="{09AE6161-DFFB-4D64-8643-D8C05A4E2D6A}" type="presParOf" srcId="{2606BBD8-9DE4-4261-9706-4817B945AF3D}" destId="{DC220F96-C16D-4E47-B4E8-AFA3884E5B57}" srcOrd="0" destOrd="0" presId="urn:microsoft.com/office/officeart/2009/3/layout/StepUpProcess"/>
    <dgm:cxn modelId="{FD5E1087-651A-4DDC-AC8E-8399FA652052}" type="presParOf" srcId="{874887ED-045D-4ADD-A619-03DA6EFF1653}" destId="{6FC3E083-19C2-4C95-800C-0E3E5CC8201A}" srcOrd="12" destOrd="0" presId="urn:microsoft.com/office/officeart/2009/3/layout/StepUpProcess"/>
    <dgm:cxn modelId="{ED4C920F-8ECF-49F3-A891-841C1034856D}" type="presParOf" srcId="{6FC3E083-19C2-4C95-800C-0E3E5CC8201A}" destId="{6F889921-57BB-4603-AA76-C547E1BF8E5F}" srcOrd="0" destOrd="0" presId="urn:microsoft.com/office/officeart/2009/3/layout/StepUpProcess"/>
    <dgm:cxn modelId="{945DA446-CC9B-40ED-96E4-97DEE4A265A9}" type="presParOf" srcId="{6FC3E083-19C2-4C95-800C-0E3E5CC8201A}" destId="{DB180237-7383-4D07-BB36-8A77B59B6D7F}"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a:solidFill>
          <a:schemeClr val="bg1">
            <a:lumMod val="85000"/>
          </a:schemeClr>
        </a:solidFill>
        <a:ln>
          <a:noFill/>
        </a:ln>
      </dgm:spPr>
      <dgm:t>
        <a:bodyPr/>
        <a:lstStyle/>
        <a:p>
          <a:r>
            <a:rPr lang="en-US" sz="900" b="0" dirty="0">
              <a:solidFill>
                <a:schemeClr val="tx1"/>
              </a:solidFill>
            </a:rPr>
            <a:t>Not enough people</a:t>
          </a:r>
        </a:p>
      </dgm:t>
    </dgm:pt>
    <dgm:pt modelId="{9232635D-5312-42B0-BA57-0F09C4B56DF1}" type="parTrans" cxnId="{49EB360C-02C8-4CB6-A094-8106A0192502}">
      <dgm:prSet/>
      <dgm:spPr/>
      <dgm:t>
        <a:bodyPr/>
        <a:lstStyle/>
        <a:p>
          <a:endParaRPr lang="en-US" sz="2000"/>
        </a:p>
      </dgm:t>
    </dgm:pt>
    <dgm:pt modelId="{06F61274-B21B-43BF-844D-D632E4551B4F}" type="sibTrans" cxnId="{49EB360C-02C8-4CB6-A094-8106A0192502}">
      <dgm:prSet custT="1"/>
      <dgm:spPr/>
      <dgm:t>
        <a:bodyPr/>
        <a:lstStyle/>
        <a:p>
          <a:endParaRPr lang="en-US" sz="700"/>
        </a:p>
      </dgm:t>
    </dgm:pt>
    <dgm:pt modelId="{9B4DC6A7-7C46-4C6B-A261-AECC0649BB0D}">
      <dgm:prSet phldrT="[Texte]" custT="1"/>
      <dgm:spPr>
        <a:solidFill>
          <a:schemeClr val="bg1">
            <a:lumMod val="85000"/>
          </a:schemeClr>
        </a:solidFill>
        <a:ln>
          <a:noFill/>
        </a:ln>
      </dgm:spPr>
      <dgm:t>
        <a:bodyPr/>
        <a:lstStyle/>
        <a:p>
          <a:r>
            <a:rPr lang="en-US" sz="900" b="0" dirty="0">
              <a:solidFill>
                <a:schemeClr val="tx1"/>
              </a:solidFill>
            </a:rPr>
            <a:t>Content not valuable enough for the corporation</a:t>
          </a:r>
        </a:p>
      </dgm:t>
    </dgm:pt>
    <dgm:pt modelId="{77E7BFB1-A830-41FD-BC9C-364B3051F064}" type="parTrans" cxnId="{79DB2F35-07AA-42BB-841E-BD41D03251DC}">
      <dgm:prSet/>
      <dgm:spPr/>
      <dgm:t>
        <a:bodyPr/>
        <a:lstStyle/>
        <a:p>
          <a:endParaRPr lang="en-US" sz="2000"/>
        </a:p>
      </dgm:t>
    </dgm:pt>
    <dgm:pt modelId="{A76513B2-4E2F-4C24-B085-566FCE194767}" type="sibTrans" cxnId="{79DB2F35-07AA-42BB-841E-BD41D03251DC}">
      <dgm:prSet custT="1"/>
      <dgm:spPr/>
      <dgm:t>
        <a:bodyPr/>
        <a:lstStyle/>
        <a:p>
          <a:endParaRPr lang="en-US" sz="700"/>
        </a:p>
      </dgm:t>
    </dgm:pt>
    <dgm:pt modelId="{C9BAC5D4-6B92-4D8B-8E4A-FCE15958AA4D}">
      <dgm:prSet phldrT="[Texte]" custT="1"/>
      <dgm:spPr>
        <a:solidFill>
          <a:schemeClr val="bg1">
            <a:lumMod val="85000"/>
          </a:schemeClr>
        </a:solidFill>
        <a:ln>
          <a:noFill/>
        </a:ln>
      </dgm:spPr>
      <dgm:t>
        <a:bodyPr/>
        <a:lstStyle/>
        <a:p>
          <a:r>
            <a:rPr lang="en-US" sz="900" b="0" dirty="0">
              <a:solidFill>
                <a:schemeClr val="tx1"/>
              </a:solidFill>
            </a:rPr>
            <a:t>Less motivation and support from corporation</a:t>
          </a:r>
        </a:p>
      </dgm:t>
    </dgm:pt>
    <dgm:pt modelId="{EDDB9094-C016-4A19-81E2-2397AC9C23F4}" type="parTrans" cxnId="{1B42B3E6-C0BE-4986-8EF2-61313E93A8D5}">
      <dgm:prSet/>
      <dgm:spPr/>
      <dgm:t>
        <a:bodyPr/>
        <a:lstStyle/>
        <a:p>
          <a:endParaRPr lang="en-US" sz="2000"/>
        </a:p>
      </dgm:t>
    </dgm:pt>
    <dgm:pt modelId="{0B9DA761-6CEE-462A-BA60-1AD627DD5FC9}" type="sibTrans" cxnId="{1B42B3E6-C0BE-4986-8EF2-61313E93A8D5}">
      <dgm:prSet custT="1"/>
      <dgm:spPr/>
      <dgm:t>
        <a:bodyPr/>
        <a:lstStyle/>
        <a:p>
          <a:endParaRPr lang="en-US" sz="700"/>
        </a:p>
      </dgm:t>
    </dgm:pt>
    <dgm:pt modelId="{263B52C9-FDFF-47DF-9CB9-20D626ABFE49}">
      <dgm:prSet phldrT="[Texte]" custT="1"/>
      <dgm:spPr>
        <a:solidFill>
          <a:schemeClr val="bg1">
            <a:lumMod val="85000"/>
          </a:schemeClr>
        </a:solidFill>
        <a:ln>
          <a:noFill/>
        </a:ln>
      </dgm:spPr>
      <dgm:t>
        <a:bodyPr/>
        <a:lstStyle/>
        <a:p>
          <a:r>
            <a:rPr lang="en-US" sz="900" b="0" dirty="0">
              <a:solidFill>
                <a:schemeClr val="tx1"/>
              </a:solidFill>
            </a:rPr>
            <a:t>Less capacity for interesting content</a:t>
          </a:r>
        </a:p>
      </dgm:t>
    </dgm:pt>
    <dgm:pt modelId="{6ED0B508-6D3D-481B-9C1B-EDB03B43812C}" type="parTrans" cxnId="{BB825076-F455-4C92-81C3-4419A8842026}">
      <dgm:prSet/>
      <dgm:spPr/>
      <dgm:t>
        <a:bodyPr/>
        <a:lstStyle/>
        <a:p>
          <a:endParaRPr lang="en-US" sz="2000"/>
        </a:p>
      </dgm:t>
    </dgm:pt>
    <dgm:pt modelId="{70CD97F0-DBE2-4209-A0A0-B85F29D1C439}" type="sibTrans" cxnId="{BB825076-F455-4C92-81C3-4419A8842026}">
      <dgm:prSet custT="1"/>
      <dgm:spPr/>
      <dgm:t>
        <a:bodyPr/>
        <a:lstStyle/>
        <a:p>
          <a:endParaRPr lang="en-US" sz="700"/>
        </a:p>
      </dgm:t>
    </dgm:pt>
    <dgm:pt modelId="{606759FB-A33D-48E3-BD80-5FE6AF6D25EB}">
      <dgm:prSet phldrT="[Texte]" custT="1"/>
      <dgm:spPr>
        <a:solidFill>
          <a:schemeClr val="bg1">
            <a:lumMod val="85000"/>
          </a:schemeClr>
        </a:solidFill>
        <a:ln>
          <a:noFill/>
        </a:ln>
      </dgm:spPr>
      <dgm:t>
        <a:bodyPr/>
        <a:lstStyle/>
        <a:p>
          <a:r>
            <a:rPr lang="en-US" sz="900" b="0" dirty="0">
              <a:solidFill>
                <a:schemeClr val="tx1"/>
              </a:solidFill>
            </a:rPr>
            <a:t>Less global interest</a:t>
          </a:r>
        </a:p>
      </dgm:t>
    </dgm:pt>
    <dgm:pt modelId="{BC9A91DD-72C7-42A2-A109-4981D89F5B1F}" type="parTrans" cxnId="{39A3B4E8-90DD-41C9-B51D-D1179C106CA4}">
      <dgm:prSet/>
      <dgm:spPr/>
      <dgm:t>
        <a:bodyPr/>
        <a:lstStyle/>
        <a:p>
          <a:endParaRPr lang="en-US" sz="2000"/>
        </a:p>
      </dgm:t>
    </dgm:pt>
    <dgm:pt modelId="{342DD8B2-1190-4C54-A5BB-209C1845322D}" type="sibTrans" cxnId="{39A3B4E8-90DD-41C9-B51D-D1179C106CA4}">
      <dgm:prSet custT="1"/>
      <dgm:spPr/>
      <dgm:t>
        <a:bodyPr/>
        <a:lstStyle/>
        <a:p>
          <a:endParaRPr lang="en-US" sz="700"/>
        </a:p>
      </dgm:t>
    </dgm:pt>
    <dgm:pt modelId="{4539A25E-548D-4534-B235-CD7087977866}">
      <dgm:prSet phldrT="[Texte]" custT="1"/>
      <dgm:spPr>
        <a:solidFill>
          <a:schemeClr val="bg1">
            <a:lumMod val="85000"/>
          </a:schemeClr>
        </a:solidFill>
        <a:ln>
          <a:noFill/>
        </a:ln>
      </dgm:spPr>
      <dgm:t>
        <a:bodyPr/>
        <a:lstStyle/>
        <a:p>
          <a:r>
            <a:rPr lang="en-US" sz="900" b="0" dirty="0">
              <a:solidFill>
                <a:schemeClr val="tx1"/>
              </a:solidFill>
            </a:rPr>
            <a:t>Less opportunities to become relevant</a:t>
          </a:r>
        </a:p>
      </dgm:t>
    </dgm:pt>
    <dgm:pt modelId="{AC63DD23-1C89-437F-AFC5-A7A307C60D84}" type="parTrans" cxnId="{7259B2BB-A692-408B-B991-ED2F6C571A70}">
      <dgm:prSet/>
      <dgm:spPr/>
      <dgm:t>
        <a:bodyPr/>
        <a:lstStyle/>
        <a:p>
          <a:endParaRPr lang="en-US" sz="2000"/>
        </a:p>
      </dgm:t>
    </dgm:pt>
    <dgm:pt modelId="{E04A5FD7-DDC1-4F00-8764-BACF697F3FC1}" type="sibTrans" cxnId="{7259B2BB-A692-408B-B991-ED2F6C571A70}">
      <dgm:prSet custT="1"/>
      <dgm:spPr/>
      <dgm:t>
        <a:bodyPr/>
        <a:lstStyle/>
        <a:p>
          <a:endParaRPr lang="en-US" sz="700"/>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66EB8AC1-CCEF-4C00-A703-726C88586381}" type="pres">
      <dgm:prSet presAssocID="{4539A25E-548D-4534-B235-CD7087977866}" presName="node" presStyleLbl="node1" presStyleIdx="1" presStyleCnt="6">
        <dgm:presLayoutVars>
          <dgm:bulletEnabled val="1"/>
        </dgm:presLayoutVars>
      </dgm:prSet>
      <dgm:spPr/>
    </dgm:pt>
    <dgm:pt modelId="{728104AD-916F-4582-949F-E19F8BB05CA2}" type="pres">
      <dgm:prSet presAssocID="{E04A5FD7-DDC1-4F00-8764-BACF697F3FC1}" presName="sibTrans" presStyleLbl="sibTrans2D1" presStyleIdx="1" presStyleCnt="6"/>
      <dgm:spPr/>
    </dgm:pt>
    <dgm:pt modelId="{364B3789-F049-470D-909C-7705BC6FCEB3}" type="pres">
      <dgm:prSet presAssocID="{E04A5FD7-DDC1-4F00-8764-BACF697F3FC1}"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F1318C90-6580-418E-A05B-24ECDA514A79}" type="presOf" srcId="{E04A5FD7-DDC1-4F00-8764-BACF697F3FC1}" destId="{364B3789-F049-470D-909C-7705BC6FCEB3}" srcOrd="1"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AAE670B3-C631-4DEB-A216-F00505C9CAC7}" type="presOf" srcId="{4539A25E-548D-4534-B235-CD7087977866}" destId="{66EB8AC1-CCEF-4C00-A703-726C88586381}"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7259B2BB-A692-408B-B991-ED2F6C571A70}" srcId="{F8E97109-13EA-465B-937C-B0F244A818F3}" destId="{4539A25E-548D-4534-B235-CD7087977866}" srcOrd="1" destOrd="0" parTransId="{AC63DD23-1C89-437F-AFC5-A7A307C60D84}" sibTransId="{E04A5FD7-DDC1-4F00-8764-BACF697F3FC1}"/>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967F9EE-4AD2-49F9-940C-C2B1A8E73EC2}" type="presOf" srcId="{E04A5FD7-DDC1-4F00-8764-BACF697F3FC1}" destId="{728104AD-916F-4582-949F-E19F8BB05CA2}" srcOrd="0"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38C4F9DB-DD1A-4CBA-95B7-21BAA5E756DE}" type="presParOf" srcId="{4126167E-9776-4EEA-AC58-B29B58AACD5D}" destId="{66EB8AC1-CCEF-4C00-A703-726C88586381}" srcOrd="2" destOrd="0" presId="urn:microsoft.com/office/officeart/2005/8/layout/cycle2"/>
    <dgm:cxn modelId="{CF1E6501-883B-421C-B748-BCB57E76C227}" type="presParOf" srcId="{4126167E-9776-4EEA-AC58-B29B58AACD5D}" destId="{728104AD-916F-4582-949F-E19F8BB05CA2}" srcOrd="3" destOrd="0" presId="urn:microsoft.com/office/officeart/2005/8/layout/cycle2"/>
    <dgm:cxn modelId="{D1065989-90FB-441A-A633-6929880E41F4}" type="presParOf" srcId="{728104AD-916F-4582-949F-E19F8BB05CA2}" destId="{364B3789-F049-470D-909C-7705BC6FCEB3}"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8E97109-13EA-465B-937C-B0F244A818F3}"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62E7151F-8F30-4FFA-8B6F-D37C7B8F54AE}">
      <dgm:prSet phldrT="[Texte]" custT="1"/>
      <dgm:spPr>
        <a:solidFill>
          <a:schemeClr val="bg1">
            <a:lumMod val="85000"/>
          </a:schemeClr>
        </a:solidFill>
        <a:ln>
          <a:noFill/>
        </a:ln>
      </dgm:spPr>
      <dgm:t>
        <a:bodyPr/>
        <a:lstStyle/>
        <a:p>
          <a:r>
            <a:rPr lang="en-US" sz="500" b="0" dirty="0">
              <a:solidFill>
                <a:schemeClr val="tx1"/>
              </a:solidFill>
            </a:rPr>
            <a:t>Not enough people</a:t>
          </a:r>
        </a:p>
      </dgm:t>
    </dgm:pt>
    <dgm:pt modelId="{9232635D-5312-42B0-BA57-0F09C4B56DF1}" type="parTrans" cxnId="{49EB360C-02C8-4CB6-A094-8106A0192502}">
      <dgm:prSet/>
      <dgm:spPr/>
      <dgm:t>
        <a:bodyPr/>
        <a:lstStyle/>
        <a:p>
          <a:endParaRPr lang="en-US" sz="1200"/>
        </a:p>
      </dgm:t>
    </dgm:pt>
    <dgm:pt modelId="{06F61274-B21B-43BF-844D-D632E4551B4F}" type="sibTrans" cxnId="{49EB360C-02C8-4CB6-A094-8106A0192502}">
      <dgm:prSet custT="1"/>
      <dgm:spPr/>
      <dgm:t>
        <a:bodyPr/>
        <a:lstStyle/>
        <a:p>
          <a:endParaRPr lang="en-US" sz="300"/>
        </a:p>
      </dgm:t>
    </dgm:pt>
    <dgm:pt modelId="{9B4DC6A7-7C46-4C6B-A261-AECC0649BB0D}">
      <dgm:prSet phldrT="[Texte]" custT="1"/>
      <dgm:spPr>
        <a:solidFill>
          <a:schemeClr val="bg1">
            <a:lumMod val="85000"/>
          </a:schemeClr>
        </a:solidFill>
        <a:ln>
          <a:noFill/>
        </a:ln>
      </dgm:spPr>
      <dgm:t>
        <a:bodyPr/>
        <a:lstStyle/>
        <a:p>
          <a:r>
            <a:rPr lang="en-US" sz="500" b="0" dirty="0">
              <a:solidFill>
                <a:schemeClr val="tx1"/>
              </a:solidFill>
            </a:rPr>
            <a:t>Content not valuable enough for the corporation</a:t>
          </a:r>
        </a:p>
      </dgm:t>
    </dgm:pt>
    <dgm:pt modelId="{77E7BFB1-A830-41FD-BC9C-364B3051F064}" type="parTrans" cxnId="{79DB2F35-07AA-42BB-841E-BD41D03251DC}">
      <dgm:prSet/>
      <dgm:spPr/>
      <dgm:t>
        <a:bodyPr/>
        <a:lstStyle/>
        <a:p>
          <a:endParaRPr lang="en-US" sz="1200"/>
        </a:p>
      </dgm:t>
    </dgm:pt>
    <dgm:pt modelId="{A76513B2-4E2F-4C24-B085-566FCE194767}" type="sibTrans" cxnId="{79DB2F35-07AA-42BB-841E-BD41D03251DC}">
      <dgm:prSet custT="1"/>
      <dgm:spPr/>
      <dgm:t>
        <a:bodyPr/>
        <a:lstStyle/>
        <a:p>
          <a:endParaRPr lang="en-US" sz="300"/>
        </a:p>
      </dgm:t>
    </dgm:pt>
    <dgm:pt modelId="{C9BAC5D4-6B92-4D8B-8E4A-FCE15958AA4D}">
      <dgm:prSet phldrT="[Texte]" custT="1"/>
      <dgm:spPr>
        <a:solidFill>
          <a:schemeClr val="bg1">
            <a:lumMod val="85000"/>
          </a:schemeClr>
        </a:solidFill>
        <a:ln>
          <a:noFill/>
        </a:ln>
      </dgm:spPr>
      <dgm:t>
        <a:bodyPr/>
        <a:lstStyle/>
        <a:p>
          <a:r>
            <a:rPr lang="en-US" sz="500" b="0" dirty="0">
              <a:solidFill>
                <a:schemeClr val="tx1"/>
              </a:solidFill>
            </a:rPr>
            <a:t>Less motivation and support from corporation</a:t>
          </a:r>
        </a:p>
      </dgm:t>
    </dgm:pt>
    <dgm:pt modelId="{EDDB9094-C016-4A19-81E2-2397AC9C23F4}" type="parTrans" cxnId="{1B42B3E6-C0BE-4986-8EF2-61313E93A8D5}">
      <dgm:prSet/>
      <dgm:spPr/>
      <dgm:t>
        <a:bodyPr/>
        <a:lstStyle/>
        <a:p>
          <a:endParaRPr lang="en-US" sz="1200"/>
        </a:p>
      </dgm:t>
    </dgm:pt>
    <dgm:pt modelId="{0B9DA761-6CEE-462A-BA60-1AD627DD5FC9}" type="sibTrans" cxnId="{1B42B3E6-C0BE-4986-8EF2-61313E93A8D5}">
      <dgm:prSet custT="1"/>
      <dgm:spPr/>
      <dgm:t>
        <a:bodyPr/>
        <a:lstStyle/>
        <a:p>
          <a:endParaRPr lang="en-US" sz="300"/>
        </a:p>
      </dgm:t>
    </dgm:pt>
    <dgm:pt modelId="{263B52C9-FDFF-47DF-9CB9-20D626ABFE49}">
      <dgm:prSet phldrT="[Texte]" custT="1"/>
      <dgm:spPr>
        <a:solidFill>
          <a:schemeClr val="bg1">
            <a:lumMod val="85000"/>
          </a:schemeClr>
        </a:solidFill>
        <a:ln>
          <a:noFill/>
        </a:ln>
      </dgm:spPr>
      <dgm:t>
        <a:bodyPr/>
        <a:lstStyle/>
        <a:p>
          <a:r>
            <a:rPr lang="en-US" sz="500" b="0" dirty="0">
              <a:solidFill>
                <a:schemeClr val="tx1"/>
              </a:solidFill>
            </a:rPr>
            <a:t>Less capacity for interesting content</a:t>
          </a:r>
        </a:p>
      </dgm:t>
    </dgm:pt>
    <dgm:pt modelId="{6ED0B508-6D3D-481B-9C1B-EDB03B43812C}" type="parTrans" cxnId="{BB825076-F455-4C92-81C3-4419A8842026}">
      <dgm:prSet/>
      <dgm:spPr/>
      <dgm:t>
        <a:bodyPr/>
        <a:lstStyle/>
        <a:p>
          <a:endParaRPr lang="en-US" sz="1200"/>
        </a:p>
      </dgm:t>
    </dgm:pt>
    <dgm:pt modelId="{70CD97F0-DBE2-4209-A0A0-B85F29D1C439}" type="sibTrans" cxnId="{BB825076-F455-4C92-81C3-4419A8842026}">
      <dgm:prSet custT="1"/>
      <dgm:spPr/>
      <dgm:t>
        <a:bodyPr/>
        <a:lstStyle/>
        <a:p>
          <a:endParaRPr lang="en-US" sz="300"/>
        </a:p>
      </dgm:t>
    </dgm:pt>
    <dgm:pt modelId="{606759FB-A33D-48E3-BD80-5FE6AF6D25EB}">
      <dgm:prSet phldrT="[Texte]" custT="1"/>
      <dgm:spPr>
        <a:solidFill>
          <a:schemeClr val="bg1">
            <a:lumMod val="85000"/>
          </a:schemeClr>
        </a:solidFill>
        <a:ln>
          <a:noFill/>
        </a:ln>
      </dgm:spPr>
      <dgm:t>
        <a:bodyPr/>
        <a:lstStyle/>
        <a:p>
          <a:r>
            <a:rPr lang="en-US" sz="500" b="0" dirty="0">
              <a:solidFill>
                <a:schemeClr val="tx1"/>
              </a:solidFill>
            </a:rPr>
            <a:t>Less global interest</a:t>
          </a:r>
        </a:p>
      </dgm:t>
    </dgm:pt>
    <dgm:pt modelId="{BC9A91DD-72C7-42A2-A109-4981D89F5B1F}" type="parTrans" cxnId="{39A3B4E8-90DD-41C9-B51D-D1179C106CA4}">
      <dgm:prSet/>
      <dgm:spPr/>
      <dgm:t>
        <a:bodyPr/>
        <a:lstStyle/>
        <a:p>
          <a:endParaRPr lang="en-US" sz="1200"/>
        </a:p>
      </dgm:t>
    </dgm:pt>
    <dgm:pt modelId="{342DD8B2-1190-4C54-A5BB-209C1845322D}" type="sibTrans" cxnId="{39A3B4E8-90DD-41C9-B51D-D1179C106CA4}">
      <dgm:prSet custT="1"/>
      <dgm:spPr/>
      <dgm:t>
        <a:bodyPr/>
        <a:lstStyle/>
        <a:p>
          <a:endParaRPr lang="en-US" sz="300"/>
        </a:p>
      </dgm:t>
    </dgm:pt>
    <dgm:pt modelId="{4539A25E-548D-4534-B235-CD7087977866}">
      <dgm:prSet phldrT="[Texte]" custT="1"/>
      <dgm:spPr>
        <a:solidFill>
          <a:schemeClr val="bg1">
            <a:lumMod val="85000"/>
          </a:schemeClr>
        </a:solidFill>
        <a:ln>
          <a:noFill/>
        </a:ln>
      </dgm:spPr>
      <dgm:t>
        <a:bodyPr/>
        <a:lstStyle/>
        <a:p>
          <a:r>
            <a:rPr lang="en-US" sz="500" b="0" dirty="0">
              <a:solidFill>
                <a:schemeClr val="tx1"/>
              </a:solidFill>
            </a:rPr>
            <a:t>Less opportunities to become relevant</a:t>
          </a:r>
        </a:p>
      </dgm:t>
    </dgm:pt>
    <dgm:pt modelId="{AC63DD23-1C89-437F-AFC5-A7A307C60D84}" type="parTrans" cxnId="{7259B2BB-A692-408B-B991-ED2F6C571A70}">
      <dgm:prSet/>
      <dgm:spPr/>
      <dgm:t>
        <a:bodyPr/>
        <a:lstStyle/>
        <a:p>
          <a:endParaRPr lang="en-US" sz="1200"/>
        </a:p>
      </dgm:t>
    </dgm:pt>
    <dgm:pt modelId="{E04A5FD7-DDC1-4F00-8764-BACF697F3FC1}" type="sibTrans" cxnId="{7259B2BB-A692-408B-B991-ED2F6C571A70}">
      <dgm:prSet custT="1"/>
      <dgm:spPr/>
      <dgm:t>
        <a:bodyPr/>
        <a:lstStyle/>
        <a:p>
          <a:endParaRPr lang="en-US" sz="300"/>
        </a:p>
      </dgm:t>
    </dgm:pt>
    <dgm:pt modelId="{4126167E-9776-4EEA-AC58-B29B58AACD5D}" type="pres">
      <dgm:prSet presAssocID="{F8E97109-13EA-465B-937C-B0F244A818F3}" presName="cycle" presStyleCnt="0">
        <dgm:presLayoutVars>
          <dgm:dir/>
          <dgm:resizeHandles val="exact"/>
        </dgm:presLayoutVars>
      </dgm:prSet>
      <dgm:spPr/>
    </dgm:pt>
    <dgm:pt modelId="{7376A553-9D6C-4539-AE62-09B4F5334D25}" type="pres">
      <dgm:prSet presAssocID="{62E7151F-8F30-4FFA-8B6F-D37C7B8F54AE}" presName="node" presStyleLbl="node1" presStyleIdx="0" presStyleCnt="6">
        <dgm:presLayoutVars>
          <dgm:bulletEnabled val="1"/>
        </dgm:presLayoutVars>
      </dgm:prSet>
      <dgm:spPr/>
    </dgm:pt>
    <dgm:pt modelId="{30576A75-9FA6-48E9-BFD1-07813ED83512}" type="pres">
      <dgm:prSet presAssocID="{06F61274-B21B-43BF-844D-D632E4551B4F}" presName="sibTrans" presStyleLbl="sibTrans2D1" presStyleIdx="0" presStyleCnt="6"/>
      <dgm:spPr/>
    </dgm:pt>
    <dgm:pt modelId="{8AFE023B-26CC-4110-BB40-1073C1E8CEAC}" type="pres">
      <dgm:prSet presAssocID="{06F61274-B21B-43BF-844D-D632E4551B4F}" presName="connectorText" presStyleLbl="sibTrans2D1" presStyleIdx="0" presStyleCnt="6"/>
      <dgm:spPr/>
    </dgm:pt>
    <dgm:pt modelId="{66EB8AC1-CCEF-4C00-A703-726C88586381}" type="pres">
      <dgm:prSet presAssocID="{4539A25E-548D-4534-B235-CD7087977866}" presName="node" presStyleLbl="node1" presStyleIdx="1" presStyleCnt="6">
        <dgm:presLayoutVars>
          <dgm:bulletEnabled val="1"/>
        </dgm:presLayoutVars>
      </dgm:prSet>
      <dgm:spPr/>
    </dgm:pt>
    <dgm:pt modelId="{728104AD-916F-4582-949F-E19F8BB05CA2}" type="pres">
      <dgm:prSet presAssocID="{E04A5FD7-DDC1-4F00-8764-BACF697F3FC1}" presName="sibTrans" presStyleLbl="sibTrans2D1" presStyleIdx="1" presStyleCnt="6"/>
      <dgm:spPr/>
    </dgm:pt>
    <dgm:pt modelId="{364B3789-F049-470D-909C-7705BC6FCEB3}" type="pres">
      <dgm:prSet presAssocID="{E04A5FD7-DDC1-4F00-8764-BACF697F3FC1}" presName="connectorText" presStyleLbl="sibTrans2D1" presStyleIdx="1" presStyleCnt="6"/>
      <dgm:spPr/>
    </dgm:pt>
    <dgm:pt modelId="{651F5F38-D8CD-47F3-A5EC-1C7DD0BC6052}" type="pres">
      <dgm:prSet presAssocID="{9B4DC6A7-7C46-4C6B-A261-AECC0649BB0D}" presName="node" presStyleLbl="node1" presStyleIdx="2" presStyleCnt="6">
        <dgm:presLayoutVars>
          <dgm:bulletEnabled val="1"/>
        </dgm:presLayoutVars>
      </dgm:prSet>
      <dgm:spPr/>
    </dgm:pt>
    <dgm:pt modelId="{428B4218-928F-45F2-87CC-37A5F3D3D311}" type="pres">
      <dgm:prSet presAssocID="{A76513B2-4E2F-4C24-B085-566FCE194767}" presName="sibTrans" presStyleLbl="sibTrans2D1" presStyleIdx="2" presStyleCnt="6"/>
      <dgm:spPr/>
    </dgm:pt>
    <dgm:pt modelId="{8586F1E2-767E-4E27-B0BE-0A93EE3C4160}" type="pres">
      <dgm:prSet presAssocID="{A76513B2-4E2F-4C24-B085-566FCE194767}" presName="connectorText" presStyleLbl="sibTrans2D1" presStyleIdx="2" presStyleCnt="6"/>
      <dgm:spPr/>
    </dgm:pt>
    <dgm:pt modelId="{1B561D4D-EFD3-4162-A23C-0BFA3ABE32A2}" type="pres">
      <dgm:prSet presAssocID="{C9BAC5D4-6B92-4D8B-8E4A-FCE15958AA4D}" presName="node" presStyleLbl="node1" presStyleIdx="3" presStyleCnt="6">
        <dgm:presLayoutVars>
          <dgm:bulletEnabled val="1"/>
        </dgm:presLayoutVars>
      </dgm:prSet>
      <dgm:spPr/>
    </dgm:pt>
    <dgm:pt modelId="{6A20AE3D-0377-48A7-ABE0-7DAFC327A961}" type="pres">
      <dgm:prSet presAssocID="{0B9DA761-6CEE-462A-BA60-1AD627DD5FC9}" presName="sibTrans" presStyleLbl="sibTrans2D1" presStyleIdx="3" presStyleCnt="6"/>
      <dgm:spPr/>
    </dgm:pt>
    <dgm:pt modelId="{9D653457-FD3A-4ECE-A942-F238F3A82083}" type="pres">
      <dgm:prSet presAssocID="{0B9DA761-6CEE-462A-BA60-1AD627DD5FC9}" presName="connectorText" presStyleLbl="sibTrans2D1" presStyleIdx="3" presStyleCnt="6"/>
      <dgm:spPr/>
    </dgm:pt>
    <dgm:pt modelId="{CAA6A354-E07A-477E-9A5E-4BFDE2E6B2F5}" type="pres">
      <dgm:prSet presAssocID="{263B52C9-FDFF-47DF-9CB9-20D626ABFE49}" presName="node" presStyleLbl="node1" presStyleIdx="4" presStyleCnt="6">
        <dgm:presLayoutVars>
          <dgm:bulletEnabled val="1"/>
        </dgm:presLayoutVars>
      </dgm:prSet>
      <dgm:spPr/>
    </dgm:pt>
    <dgm:pt modelId="{99906AD1-1144-4093-B0B3-6E82C71E961F}" type="pres">
      <dgm:prSet presAssocID="{70CD97F0-DBE2-4209-A0A0-B85F29D1C439}" presName="sibTrans" presStyleLbl="sibTrans2D1" presStyleIdx="4" presStyleCnt="6"/>
      <dgm:spPr/>
    </dgm:pt>
    <dgm:pt modelId="{0C073EF3-B03E-42A8-B896-AA0F3D708A8A}" type="pres">
      <dgm:prSet presAssocID="{70CD97F0-DBE2-4209-A0A0-B85F29D1C439}" presName="connectorText" presStyleLbl="sibTrans2D1" presStyleIdx="4" presStyleCnt="6"/>
      <dgm:spPr/>
    </dgm:pt>
    <dgm:pt modelId="{DB0E1C4B-1895-49D0-B7CA-96E12623AC35}" type="pres">
      <dgm:prSet presAssocID="{606759FB-A33D-48E3-BD80-5FE6AF6D25EB}" presName="node" presStyleLbl="node1" presStyleIdx="5" presStyleCnt="6">
        <dgm:presLayoutVars>
          <dgm:bulletEnabled val="1"/>
        </dgm:presLayoutVars>
      </dgm:prSet>
      <dgm:spPr/>
    </dgm:pt>
    <dgm:pt modelId="{6389DC95-FA58-4965-8EA0-8908E8038603}" type="pres">
      <dgm:prSet presAssocID="{342DD8B2-1190-4C54-A5BB-209C1845322D}" presName="sibTrans" presStyleLbl="sibTrans2D1" presStyleIdx="5" presStyleCnt="6"/>
      <dgm:spPr/>
    </dgm:pt>
    <dgm:pt modelId="{41654007-FEFE-4D34-B96E-91DEEF980269}" type="pres">
      <dgm:prSet presAssocID="{342DD8B2-1190-4C54-A5BB-209C1845322D}" presName="connectorText" presStyleLbl="sibTrans2D1" presStyleIdx="5" presStyleCnt="6"/>
      <dgm:spPr/>
    </dgm:pt>
  </dgm:ptLst>
  <dgm:cxnLst>
    <dgm:cxn modelId="{49EB360C-02C8-4CB6-A094-8106A0192502}" srcId="{F8E97109-13EA-465B-937C-B0F244A818F3}" destId="{62E7151F-8F30-4FFA-8B6F-D37C7B8F54AE}" srcOrd="0" destOrd="0" parTransId="{9232635D-5312-42B0-BA57-0F09C4B56DF1}" sibTransId="{06F61274-B21B-43BF-844D-D632E4551B4F}"/>
    <dgm:cxn modelId="{73FE8227-88F9-48AF-BBC2-2A942FFD6078}" type="presOf" srcId="{A76513B2-4E2F-4C24-B085-566FCE194767}" destId="{8586F1E2-767E-4E27-B0BE-0A93EE3C4160}" srcOrd="1" destOrd="0" presId="urn:microsoft.com/office/officeart/2005/8/layout/cycle2"/>
    <dgm:cxn modelId="{9B5A6D30-6AE1-4D04-8D74-290B6609E915}" type="presOf" srcId="{70CD97F0-DBE2-4209-A0A0-B85F29D1C439}" destId="{99906AD1-1144-4093-B0B3-6E82C71E961F}" srcOrd="0" destOrd="0" presId="urn:microsoft.com/office/officeart/2005/8/layout/cycle2"/>
    <dgm:cxn modelId="{79DB2F35-07AA-42BB-841E-BD41D03251DC}" srcId="{F8E97109-13EA-465B-937C-B0F244A818F3}" destId="{9B4DC6A7-7C46-4C6B-A261-AECC0649BB0D}" srcOrd="2" destOrd="0" parTransId="{77E7BFB1-A830-41FD-BC9C-364B3051F064}" sibTransId="{A76513B2-4E2F-4C24-B085-566FCE194767}"/>
    <dgm:cxn modelId="{A6F5773A-059A-42FB-95EC-08322BBF9577}" type="presOf" srcId="{9B4DC6A7-7C46-4C6B-A261-AECC0649BB0D}" destId="{651F5F38-D8CD-47F3-A5EC-1C7DD0BC6052}" srcOrd="0" destOrd="0" presId="urn:microsoft.com/office/officeart/2005/8/layout/cycle2"/>
    <dgm:cxn modelId="{69A0445C-1694-40EE-9ECD-E22682E96E74}" type="presOf" srcId="{0B9DA761-6CEE-462A-BA60-1AD627DD5FC9}" destId="{9D653457-FD3A-4ECE-A942-F238F3A82083}" srcOrd="1" destOrd="0" presId="urn:microsoft.com/office/officeart/2005/8/layout/cycle2"/>
    <dgm:cxn modelId="{14691845-AC19-4A6B-A19F-85E41E9E74AC}" type="presOf" srcId="{342DD8B2-1190-4C54-A5BB-209C1845322D}" destId="{41654007-FEFE-4D34-B96E-91DEEF980269}" srcOrd="1" destOrd="0" presId="urn:microsoft.com/office/officeart/2005/8/layout/cycle2"/>
    <dgm:cxn modelId="{BB825076-F455-4C92-81C3-4419A8842026}" srcId="{F8E97109-13EA-465B-937C-B0F244A818F3}" destId="{263B52C9-FDFF-47DF-9CB9-20D626ABFE49}" srcOrd="4" destOrd="0" parTransId="{6ED0B508-6D3D-481B-9C1B-EDB03B43812C}" sibTransId="{70CD97F0-DBE2-4209-A0A0-B85F29D1C439}"/>
    <dgm:cxn modelId="{4FF4B68D-2FC2-4D40-95AD-376607BA3F45}" type="presOf" srcId="{70CD97F0-DBE2-4209-A0A0-B85F29D1C439}" destId="{0C073EF3-B03E-42A8-B896-AA0F3D708A8A}" srcOrd="1" destOrd="0" presId="urn:microsoft.com/office/officeart/2005/8/layout/cycle2"/>
    <dgm:cxn modelId="{9EA9C28F-40EE-4253-A400-743BD91B8319}" type="presOf" srcId="{606759FB-A33D-48E3-BD80-5FE6AF6D25EB}" destId="{DB0E1C4B-1895-49D0-B7CA-96E12623AC35}" srcOrd="0" destOrd="0" presId="urn:microsoft.com/office/officeart/2005/8/layout/cycle2"/>
    <dgm:cxn modelId="{F1318C90-6580-418E-A05B-24ECDA514A79}" type="presOf" srcId="{E04A5FD7-DDC1-4F00-8764-BACF697F3FC1}" destId="{364B3789-F049-470D-909C-7705BC6FCEB3}" srcOrd="1" destOrd="0" presId="urn:microsoft.com/office/officeart/2005/8/layout/cycle2"/>
    <dgm:cxn modelId="{6C354199-D31B-4D21-AD11-3EFC4CFB17FB}" type="presOf" srcId="{62E7151F-8F30-4FFA-8B6F-D37C7B8F54AE}" destId="{7376A553-9D6C-4539-AE62-09B4F5334D25}" srcOrd="0" destOrd="0" presId="urn:microsoft.com/office/officeart/2005/8/layout/cycle2"/>
    <dgm:cxn modelId="{370F07A2-C251-4056-BC72-2B32C717384E}" type="presOf" srcId="{263B52C9-FDFF-47DF-9CB9-20D626ABFE49}" destId="{CAA6A354-E07A-477E-9A5E-4BFDE2E6B2F5}" srcOrd="0" destOrd="0" presId="urn:microsoft.com/office/officeart/2005/8/layout/cycle2"/>
    <dgm:cxn modelId="{0BF9E7A2-D9DF-4996-8EDE-F33C4616BCA1}" type="presOf" srcId="{06F61274-B21B-43BF-844D-D632E4551B4F}" destId="{30576A75-9FA6-48E9-BFD1-07813ED83512}" srcOrd="0" destOrd="0" presId="urn:microsoft.com/office/officeart/2005/8/layout/cycle2"/>
    <dgm:cxn modelId="{AAE670B3-C631-4DEB-A216-F00505C9CAC7}" type="presOf" srcId="{4539A25E-548D-4534-B235-CD7087977866}" destId="{66EB8AC1-CCEF-4C00-A703-726C88586381}" srcOrd="0" destOrd="0" presId="urn:microsoft.com/office/officeart/2005/8/layout/cycle2"/>
    <dgm:cxn modelId="{21D185B9-F75C-47D7-911C-0C0821C373F6}" type="presOf" srcId="{0B9DA761-6CEE-462A-BA60-1AD627DD5FC9}" destId="{6A20AE3D-0377-48A7-ABE0-7DAFC327A961}" srcOrd="0" destOrd="0" presId="urn:microsoft.com/office/officeart/2005/8/layout/cycle2"/>
    <dgm:cxn modelId="{7259B2BB-A692-408B-B991-ED2F6C571A70}" srcId="{F8E97109-13EA-465B-937C-B0F244A818F3}" destId="{4539A25E-548D-4534-B235-CD7087977866}" srcOrd="1" destOrd="0" parTransId="{AC63DD23-1C89-437F-AFC5-A7A307C60D84}" sibTransId="{E04A5FD7-DDC1-4F00-8764-BACF697F3FC1}"/>
    <dgm:cxn modelId="{A5BD07C5-43CF-4CBC-85D4-2CA3F2BB6A2F}" type="presOf" srcId="{A76513B2-4E2F-4C24-B085-566FCE194767}" destId="{428B4218-928F-45F2-87CC-37A5F3D3D311}" srcOrd="0" destOrd="0" presId="urn:microsoft.com/office/officeart/2005/8/layout/cycle2"/>
    <dgm:cxn modelId="{B40BFAC9-C7CA-404C-A76E-8D50727F9376}" type="presOf" srcId="{C9BAC5D4-6B92-4D8B-8E4A-FCE15958AA4D}" destId="{1B561D4D-EFD3-4162-A23C-0BFA3ABE32A2}" srcOrd="0" destOrd="0" presId="urn:microsoft.com/office/officeart/2005/8/layout/cycle2"/>
    <dgm:cxn modelId="{478C53CE-04B3-4F37-910A-07E1D3D18990}" type="presOf" srcId="{F8E97109-13EA-465B-937C-B0F244A818F3}" destId="{4126167E-9776-4EEA-AC58-B29B58AACD5D}" srcOrd="0" destOrd="0" presId="urn:microsoft.com/office/officeart/2005/8/layout/cycle2"/>
    <dgm:cxn modelId="{567437E2-5109-4FFF-B6F7-F9F04938968B}" type="presOf" srcId="{342DD8B2-1190-4C54-A5BB-209C1845322D}" destId="{6389DC95-FA58-4965-8EA0-8908E8038603}" srcOrd="0" destOrd="0" presId="urn:microsoft.com/office/officeart/2005/8/layout/cycle2"/>
    <dgm:cxn modelId="{1B42B3E6-C0BE-4986-8EF2-61313E93A8D5}" srcId="{F8E97109-13EA-465B-937C-B0F244A818F3}" destId="{C9BAC5D4-6B92-4D8B-8E4A-FCE15958AA4D}" srcOrd="3" destOrd="0" parTransId="{EDDB9094-C016-4A19-81E2-2397AC9C23F4}" sibTransId="{0B9DA761-6CEE-462A-BA60-1AD627DD5FC9}"/>
    <dgm:cxn modelId="{39A3B4E8-90DD-41C9-B51D-D1179C106CA4}" srcId="{F8E97109-13EA-465B-937C-B0F244A818F3}" destId="{606759FB-A33D-48E3-BD80-5FE6AF6D25EB}" srcOrd="5" destOrd="0" parTransId="{BC9A91DD-72C7-42A2-A109-4981D89F5B1F}" sibTransId="{342DD8B2-1190-4C54-A5BB-209C1845322D}"/>
    <dgm:cxn modelId="{A6C4B1EA-6B0F-4D50-A8F3-CC168F7B9575}" type="presOf" srcId="{06F61274-B21B-43BF-844D-D632E4551B4F}" destId="{8AFE023B-26CC-4110-BB40-1073C1E8CEAC}" srcOrd="1" destOrd="0" presId="urn:microsoft.com/office/officeart/2005/8/layout/cycle2"/>
    <dgm:cxn modelId="{C967F9EE-4AD2-49F9-940C-C2B1A8E73EC2}" type="presOf" srcId="{E04A5FD7-DDC1-4F00-8764-BACF697F3FC1}" destId="{728104AD-916F-4582-949F-E19F8BB05CA2}" srcOrd="0" destOrd="0" presId="urn:microsoft.com/office/officeart/2005/8/layout/cycle2"/>
    <dgm:cxn modelId="{CA17AC99-075B-4CB3-A5F0-99EBF9213095}" type="presParOf" srcId="{4126167E-9776-4EEA-AC58-B29B58AACD5D}" destId="{7376A553-9D6C-4539-AE62-09B4F5334D25}" srcOrd="0" destOrd="0" presId="urn:microsoft.com/office/officeart/2005/8/layout/cycle2"/>
    <dgm:cxn modelId="{F63E69F6-FF89-42AA-A2FE-F994539F5347}" type="presParOf" srcId="{4126167E-9776-4EEA-AC58-B29B58AACD5D}" destId="{30576A75-9FA6-48E9-BFD1-07813ED83512}" srcOrd="1" destOrd="0" presId="urn:microsoft.com/office/officeart/2005/8/layout/cycle2"/>
    <dgm:cxn modelId="{AFBB43B1-13F2-4BC3-8DF2-18E1A8AE9A95}" type="presParOf" srcId="{30576A75-9FA6-48E9-BFD1-07813ED83512}" destId="{8AFE023B-26CC-4110-BB40-1073C1E8CEAC}" srcOrd="0" destOrd="0" presId="urn:microsoft.com/office/officeart/2005/8/layout/cycle2"/>
    <dgm:cxn modelId="{38C4F9DB-DD1A-4CBA-95B7-21BAA5E756DE}" type="presParOf" srcId="{4126167E-9776-4EEA-AC58-B29B58AACD5D}" destId="{66EB8AC1-CCEF-4C00-A703-726C88586381}" srcOrd="2" destOrd="0" presId="urn:microsoft.com/office/officeart/2005/8/layout/cycle2"/>
    <dgm:cxn modelId="{CF1E6501-883B-421C-B748-BCB57E76C227}" type="presParOf" srcId="{4126167E-9776-4EEA-AC58-B29B58AACD5D}" destId="{728104AD-916F-4582-949F-E19F8BB05CA2}" srcOrd="3" destOrd="0" presId="urn:microsoft.com/office/officeart/2005/8/layout/cycle2"/>
    <dgm:cxn modelId="{D1065989-90FB-441A-A633-6929880E41F4}" type="presParOf" srcId="{728104AD-916F-4582-949F-E19F8BB05CA2}" destId="{364B3789-F049-470D-909C-7705BC6FCEB3}" srcOrd="0" destOrd="0" presId="urn:microsoft.com/office/officeart/2005/8/layout/cycle2"/>
    <dgm:cxn modelId="{638E82ED-2D55-427B-8B06-DBD706E0738C}" type="presParOf" srcId="{4126167E-9776-4EEA-AC58-B29B58AACD5D}" destId="{651F5F38-D8CD-47F3-A5EC-1C7DD0BC6052}" srcOrd="4" destOrd="0" presId="urn:microsoft.com/office/officeart/2005/8/layout/cycle2"/>
    <dgm:cxn modelId="{72411B04-FB77-4D70-A40E-3BAAABF1D189}" type="presParOf" srcId="{4126167E-9776-4EEA-AC58-B29B58AACD5D}" destId="{428B4218-928F-45F2-87CC-37A5F3D3D311}" srcOrd="5" destOrd="0" presId="urn:microsoft.com/office/officeart/2005/8/layout/cycle2"/>
    <dgm:cxn modelId="{7BEC2DC1-1C75-41E2-92A7-D4E7AFD86E3D}" type="presParOf" srcId="{428B4218-928F-45F2-87CC-37A5F3D3D311}" destId="{8586F1E2-767E-4E27-B0BE-0A93EE3C4160}" srcOrd="0" destOrd="0" presId="urn:microsoft.com/office/officeart/2005/8/layout/cycle2"/>
    <dgm:cxn modelId="{F5D8E4C0-84DA-43F3-90BB-296D48F84DC1}" type="presParOf" srcId="{4126167E-9776-4EEA-AC58-B29B58AACD5D}" destId="{1B561D4D-EFD3-4162-A23C-0BFA3ABE32A2}" srcOrd="6" destOrd="0" presId="urn:microsoft.com/office/officeart/2005/8/layout/cycle2"/>
    <dgm:cxn modelId="{13C2D337-80FF-428D-8E30-C86C3F0A64F0}" type="presParOf" srcId="{4126167E-9776-4EEA-AC58-B29B58AACD5D}" destId="{6A20AE3D-0377-48A7-ABE0-7DAFC327A961}" srcOrd="7" destOrd="0" presId="urn:microsoft.com/office/officeart/2005/8/layout/cycle2"/>
    <dgm:cxn modelId="{80ADA609-482F-4563-8B1A-460B0F577CAA}" type="presParOf" srcId="{6A20AE3D-0377-48A7-ABE0-7DAFC327A961}" destId="{9D653457-FD3A-4ECE-A942-F238F3A82083}" srcOrd="0" destOrd="0" presId="urn:microsoft.com/office/officeart/2005/8/layout/cycle2"/>
    <dgm:cxn modelId="{E416FA83-06D2-471A-AA35-743D55188847}" type="presParOf" srcId="{4126167E-9776-4EEA-AC58-B29B58AACD5D}" destId="{CAA6A354-E07A-477E-9A5E-4BFDE2E6B2F5}" srcOrd="8" destOrd="0" presId="urn:microsoft.com/office/officeart/2005/8/layout/cycle2"/>
    <dgm:cxn modelId="{4D162C74-5CED-49A8-8DA2-C4AEA53CAA40}" type="presParOf" srcId="{4126167E-9776-4EEA-AC58-B29B58AACD5D}" destId="{99906AD1-1144-4093-B0B3-6E82C71E961F}" srcOrd="9" destOrd="0" presId="urn:microsoft.com/office/officeart/2005/8/layout/cycle2"/>
    <dgm:cxn modelId="{8BCB9C7F-D050-4DC3-9A7A-1A13CA94407A}" type="presParOf" srcId="{99906AD1-1144-4093-B0B3-6E82C71E961F}" destId="{0C073EF3-B03E-42A8-B896-AA0F3D708A8A}" srcOrd="0" destOrd="0" presId="urn:microsoft.com/office/officeart/2005/8/layout/cycle2"/>
    <dgm:cxn modelId="{AAC62C0F-13C9-4027-9192-AE9929C74444}" type="presParOf" srcId="{4126167E-9776-4EEA-AC58-B29B58AACD5D}" destId="{DB0E1C4B-1895-49D0-B7CA-96E12623AC35}" srcOrd="10" destOrd="0" presId="urn:microsoft.com/office/officeart/2005/8/layout/cycle2"/>
    <dgm:cxn modelId="{652CEBD3-57D5-414B-9495-2907E4E7512A}" type="presParOf" srcId="{4126167E-9776-4EEA-AC58-B29B58AACD5D}" destId="{6389DC95-FA58-4965-8EA0-8908E8038603}" srcOrd="11" destOrd="0" presId="urn:microsoft.com/office/officeart/2005/8/layout/cycle2"/>
    <dgm:cxn modelId="{F3FBCE5A-F30F-4133-89A0-A18DFF849416}" type="presParOf" srcId="{6389DC95-FA58-4965-8EA0-8908E8038603}" destId="{41654007-FEFE-4D34-B96E-91DEEF980269}" srcOrd="0" destOrd="0" presId="urn:microsoft.com/office/officeart/2005/8/layout/cycle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313026" y="2519451"/>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157697" y="2982085"/>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1) Attention !</a:t>
          </a:r>
        </a:p>
        <a:p>
          <a:pPr marL="57150" lvl="1" indent="-57150" algn="l" defTabSz="400050">
            <a:lnSpc>
              <a:spcPct val="90000"/>
            </a:lnSpc>
            <a:spcBef>
              <a:spcPct val="0"/>
            </a:spcBef>
            <a:spcAft>
              <a:spcPct val="15000"/>
            </a:spcAft>
            <a:buChar char="•"/>
          </a:pPr>
          <a:r>
            <a:rPr lang="en-US" sz="900" i="1" kern="1200" dirty="0"/>
            <a:t>“Look here quick !”</a:t>
          </a:r>
        </a:p>
        <a:p>
          <a:pPr marL="57150" lvl="1" indent="-57150" algn="l" defTabSz="400050">
            <a:lnSpc>
              <a:spcPct val="90000"/>
            </a:lnSpc>
            <a:spcBef>
              <a:spcPct val="0"/>
            </a:spcBef>
            <a:spcAft>
              <a:spcPct val="15000"/>
            </a:spcAft>
            <a:buChar char="•"/>
          </a:pPr>
          <a:r>
            <a:rPr lang="en-US" sz="900" kern="1200" dirty="0"/>
            <a:t>Our content deserves to be opened</a:t>
          </a:r>
        </a:p>
      </dsp:txBody>
      <dsp:txXfrm>
        <a:off x="157697" y="2982085"/>
        <a:ext cx="1397892" cy="1225334"/>
      </dsp:txXfrm>
    </dsp:sp>
    <dsp:sp modelId="{FC54635E-1CFA-4F93-B566-34FFF4B7EE1B}">
      <dsp:nvSpPr>
        <dsp:cNvPr id="0" name=""/>
        <dsp:cNvSpPr/>
      </dsp:nvSpPr>
      <dsp:spPr>
        <a:xfrm>
          <a:off x="1291837" y="2405457"/>
          <a:ext cx="263753" cy="26375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2024320" y="2095990"/>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1868991" y="2558624"/>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2) Activation</a:t>
          </a:r>
        </a:p>
        <a:p>
          <a:pPr marL="57150" lvl="1" indent="-57150" algn="l" defTabSz="400050">
            <a:lnSpc>
              <a:spcPct val="90000"/>
            </a:lnSpc>
            <a:spcBef>
              <a:spcPct val="0"/>
            </a:spcBef>
            <a:spcAft>
              <a:spcPct val="15000"/>
            </a:spcAft>
            <a:buChar char="•"/>
          </a:pPr>
          <a:r>
            <a:rPr lang="en-US" sz="900" i="1" kern="1200" dirty="0"/>
            <a:t>“Give a try, it’s easy”</a:t>
          </a:r>
        </a:p>
        <a:p>
          <a:pPr marL="57150" lvl="1" indent="-57150" algn="l" defTabSz="400050">
            <a:lnSpc>
              <a:spcPct val="90000"/>
            </a:lnSpc>
            <a:spcBef>
              <a:spcPct val="0"/>
            </a:spcBef>
            <a:spcAft>
              <a:spcPct val="15000"/>
            </a:spcAft>
            <a:buChar char="•"/>
          </a:pPr>
          <a:r>
            <a:rPr lang="en-US" sz="900" kern="1200" dirty="0"/>
            <a:t>Our content deserves to be consumed (read, listened, watched, played …)</a:t>
          </a:r>
        </a:p>
      </dsp:txBody>
      <dsp:txXfrm>
        <a:off x="1868991" y="2558624"/>
        <a:ext cx="1397892" cy="1225334"/>
      </dsp:txXfrm>
    </dsp:sp>
    <dsp:sp modelId="{6EE647C3-EE94-495B-A1BC-2BD31E7FB284}">
      <dsp:nvSpPr>
        <dsp:cNvPr id="0" name=""/>
        <dsp:cNvSpPr/>
      </dsp:nvSpPr>
      <dsp:spPr>
        <a:xfrm>
          <a:off x="3003130" y="1981996"/>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3735614" y="1672528"/>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3580285" y="2135163"/>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3) Value confirmation</a:t>
          </a:r>
        </a:p>
        <a:p>
          <a:pPr marL="57150" lvl="1" indent="-57150" algn="l" defTabSz="400050">
            <a:lnSpc>
              <a:spcPct val="90000"/>
            </a:lnSpc>
            <a:spcBef>
              <a:spcPct val="0"/>
            </a:spcBef>
            <a:spcAft>
              <a:spcPct val="15000"/>
            </a:spcAft>
            <a:buChar char="•"/>
          </a:pPr>
          <a:r>
            <a:rPr lang="en-US" sz="900" i="1" kern="1200" dirty="0"/>
            <a:t>“Give us a rating (or a like!)”</a:t>
          </a:r>
        </a:p>
        <a:p>
          <a:pPr marL="57150" lvl="1" indent="-57150" algn="l" defTabSz="400050">
            <a:lnSpc>
              <a:spcPct val="90000"/>
            </a:lnSpc>
            <a:spcBef>
              <a:spcPct val="0"/>
            </a:spcBef>
            <a:spcAft>
              <a:spcPct val="15000"/>
            </a:spcAft>
            <a:buChar char="•"/>
          </a:pPr>
          <a:r>
            <a:rPr lang="en-US" sz="900" kern="1200" dirty="0"/>
            <a:t>Our content is valuable enough to be validated</a:t>
          </a:r>
        </a:p>
      </dsp:txBody>
      <dsp:txXfrm>
        <a:off x="3580285" y="2135163"/>
        <a:ext cx="1397892" cy="1225334"/>
      </dsp:txXfrm>
    </dsp:sp>
    <dsp:sp modelId="{6BD65D1B-AC3F-463A-9044-842725D46E17}">
      <dsp:nvSpPr>
        <dsp:cNvPr id="0" name=""/>
        <dsp:cNvSpPr/>
      </dsp:nvSpPr>
      <dsp:spPr>
        <a:xfrm>
          <a:off x="4714424" y="1558534"/>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5446908" y="1249067"/>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5291578" y="1711701"/>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4) Contribution</a:t>
          </a:r>
        </a:p>
        <a:p>
          <a:pPr marL="57150" lvl="1" indent="-57150" algn="l" defTabSz="400050">
            <a:lnSpc>
              <a:spcPct val="90000"/>
            </a:lnSpc>
            <a:spcBef>
              <a:spcPct val="0"/>
            </a:spcBef>
            <a:spcAft>
              <a:spcPct val="15000"/>
            </a:spcAft>
            <a:buChar char="•"/>
          </a:pPr>
          <a:r>
            <a:rPr lang="en-US" sz="900" i="1" kern="1200" dirty="0"/>
            <a:t>“Give us your comments !”</a:t>
          </a:r>
        </a:p>
        <a:p>
          <a:pPr marL="57150" lvl="1" indent="-57150" algn="l" defTabSz="400050">
            <a:lnSpc>
              <a:spcPct val="90000"/>
            </a:lnSpc>
            <a:spcBef>
              <a:spcPct val="0"/>
            </a:spcBef>
            <a:spcAft>
              <a:spcPct val="15000"/>
            </a:spcAft>
            <a:buChar char="•"/>
          </a:pPr>
          <a:r>
            <a:rPr lang="en-US" sz="900" kern="1200" dirty="0"/>
            <a:t>Our content is important enough to be discussed (social content is added to the content)</a:t>
          </a:r>
        </a:p>
      </dsp:txBody>
      <dsp:txXfrm>
        <a:off x="5291578" y="1711701"/>
        <a:ext cx="1397892" cy="1225334"/>
      </dsp:txXfrm>
    </dsp:sp>
    <dsp:sp modelId="{621BC79D-194B-46C2-8CE4-368724AC50EB}">
      <dsp:nvSpPr>
        <dsp:cNvPr id="0" name=""/>
        <dsp:cNvSpPr/>
      </dsp:nvSpPr>
      <dsp:spPr>
        <a:xfrm>
          <a:off x="6425718" y="1135073"/>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7158201" y="825606"/>
          <a:ext cx="930533" cy="1548387"/>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7002872" y="1288240"/>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5) Sharing</a:t>
          </a:r>
        </a:p>
        <a:p>
          <a:pPr marL="57150" lvl="1" indent="-57150" algn="l" defTabSz="400050">
            <a:lnSpc>
              <a:spcPct val="90000"/>
            </a:lnSpc>
            <a:spcBef>
              <a:spcPct val="0"/>
            </a:spcBef>
            <a:spcAft>
              <a:spcPct val="15000"/>
            </a:spcAft>
            <a:buChar char="•"/>
          </a:pPr>
          <a:r>
            <a:rPr lang="en-US" sz="900" kern="1200" dirty="0"/>
            <a:t>“Please share”</a:t>
          </a:r>
        </a:p>
        <a:p>
          <a:pPr marL="57150" lvl="1" indent="-57150" algn="l" defTabSz="400050">
            <a:lnSpc>
              <a:spcPct val="90000"/>
            </a:lnSpc>
            <a:spcBef>
              <a:spcPct val="0"/>
            </a:spcBef>
            <a:spcAft>
              <a:spcPct val="15000"/>
            </a:spcAft>
            <a:buChar char="•"/>
          </a:pPr>
          <a:r>
            <a:rPr lang="en-US" sz="900" kern="1200" dirty="0"/>
            <a:t>Our content is important enough to be shared </a:t>
          </a:r>
        </a:p>
      </dsp:txBody>
      <dsp:txXfrm>
        <a:off x="7002872" y="1288240"/>
        <a:ext cx="1397892" cy="1225334"/>
      </dsp:txXfrm>
    </dsp:sp>
    <dsp:sp modelId="{D47D2D30-ADE3-4244-896A-D208A438408A}">
      <dsp:nvSpPr>
        <dsp:cNvPr id="0" name=""/>
        <dsp:cNvSpPr/>
      </dsp:nvSpPr>
      <dsp:spPr>
        <a:xfrm>
          <a:off x="8137012" y="711612"/>
          <a:ext cx="263753" cy="263753"/>
        </a:xfrm>
        <a:prstGeom prst="triangle">
          <a:avLst>
            <a:gd name="adj" fmla="val 10000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8869495" y="402144"/>
          <a:ext cx="930533" cy="1548387"/>
        </a:xfrm>
        <a:prstGeom prst="corner">
          <a:avLst>
            <a:gd name="adj1" fmla="val 16120"/>
            <a:gd name="adj2" fmla="val 1611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8714166" y="864779"/>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6) Reference</a:t>
          </a:r>
        </a:p>
        <a:p>
          <a:pPr marL="57150" lvl="1" indent="-57150" algn="l" defTabSz="400050">
            <a:lnSpc>
              <a:spcPct val="90000"/>
            </a:lnSpc>
            <a:spcBef>
              <a:spcPct val="0"/>
            </a:spcBef>
            <a:spcAft>
              <a:spcPct val="15000"/>
            </a:spcAft>
            <a:buChar char="•"/>
          </a:pPr>
          <a:r>
            <a:rPr lang="en-US" sz="900" kern="1200" dirty="0"/>
            <a:t>“Feel free to mention”</a:t>
          </a:r>
        </a:p>
        <a:p>
          <a:pPr marL="57150" lvl="1" indent="-57150" algn="l" defTabSz="400050">
            <a:lnSpc>
              <a:spcPct val="90000"/>
            </a:lnSpc>
            <a:spcBef>
              <a:spcPct val="0"/>
            </a:spcBef>
            <a:spcAft>
              <a:spcPct val="15000"/>
            </a:spcAft>
            <a:buChar char="•"/>
          </a:pPr>
          <a:r>
            <a:rPr lang="en-US" sz="900" kern="1200" dirty="0"/>
            <a:t>Our content is valuable enough to be used as a reference in other content</a:t>
          </a:r>
        </a:p>
      </dsp:txBody>
      <dsp:txXfrm>
        <a:off x="8714166" y="864779"/>
        <a:ext cx="1397892" cy="1225334"/>
      </dsp:txXfrm>
    </dsp:sp>
    <dsp:sp modelId="{35E4B48D-612C-4074-B656-1246F02FB0FA}">
      <dsp:nvSpPr>
        <dsp:cNvPr id="0" name=""/>
        <dsp:cNvSpPr/>
      </dsp:nvSpPr>
      <dsp:spPr>
        <a:xfrm>
          <a:off x="9848305" y="288150"/>
          <a:ext cx="263753" cy="263753"/>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10580789" y="-21316"/>
          <a:ext cx="930533" cy="1548387"/>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10425460" y="441317"/>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7) Gathering</a:t>
          </a:r>
        </a:p>
        <a:p>
          <a:pPr marL="57150" lvl="1" indent="-57150" algn="l" defTabSz="400050">
            <a:lnSpc>
              <a:spcPct val="90000"/>
            </a:lnSpc>
            <a:spcBef>
              <a:spcPct val="0"/>
            </a:spcBef>
            <a:spcAft>
              <a:spcPct val="15000"/>
            </a:spcAft>
            <a:buChar char="•"/>
          </a:pPr>
          <a:r>
            <a:rPr lang="en-US" sz="900" b="0" kern="1200" dirty="0"/>
            <a:t>“Join the others”</a:t>
          </a:r>
        </a:p>
        <a:p>
          <a:pPr marL="57150" lvl="1" indent="-57150" algn="l" defTabSz="400050">
            <a:lnSpc>
              <a:spcPct val="90000"/>
            </a:lnSpc>
            <a:spcBef>
              <a:spcPct val="0"/>
            </a:spcBef>
            <a:spcAft>
              <a:spcPct val="15000"/>
            </a:spcAft>
            <a:buChar char="•"/>
          </a:pPr>
          <a:r>
            <a:rPr lang="en-US" sz="900" b="0" kern="1200" dirty="0"/>
            <a:t>Our content is good enough for people to gather by themselves around</a:t>
          </a:r>
        </a:p>
      </dsp:txBody>
      <dsp:txXfrm>
        <a:off x="10425460" y="441317"/>
        <a:ext cx="1397892" cy="12253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313026" y="2519451"/>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157697" y="2982085"/>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1) Attention !</a:t>
          </a:r>
        </a:p>
        <a:p>
          <a:pPr marL="57150" lvl="1" indent="-57150" algn="l" defTabSz="400050">
            <a:lnSpc>
              <a:spcPct val="90000"/>
            </a:lnSpc>
            <a:spcBef>
              <a:spcPct val="0"/>
            </a:spcBef>
            <a:spcAft>
              <a:spcPct val="15000"/>
            </a:spcAft>
            <a:buChar char="•"/>
          </a:pPr>
          <a:r>
            <a:rPr lang="en-US" sz="900" i="1" kern="1200" dirty="0"/>
            <a:t>“Look here quick !”</a:t>
          </a:r>
        </a:p>
        <a:p>
          <a:pPr marL="57150" lvl="1" indent="-57150" algn="l" defTabSz="400050">
            <a:lnSpc>
              <a:spcPct val="90000"/>
            </a:lnSpc>
            <a:spcBef>
              <a:spcPct val="0"/>
            </a:spcBef>
            <a:spcAft>
              <a:spcPct val="15000"/>
            </a:spcAft>
            <a:buChar char="•"/>
          </a:pPr>
          <a:r>
            <a:rPr lang="en-US" sz="900" kern="1200" dirty="0"/>
            <a:t>Our content deserves to be opened</a:t>
          </a:r>
        </a:p>
      </dsp:txBody>
      <dsp:txXfrm>
        <a:off x="157697" y="2982085"/>
        <a:ext cx="1397892" cy="1225334"/>
      </dsp:txXfrm>
    </dsp:sp>
    <dsp:sp modelId="{FC54635E-1CFA-4F93-B566-34FFF4B7EE1B}">
      <dsp:nvSpPr>
        <dsp:cNvPr id="0" name=""/>
        <dsp:cNvSpPr/>
      </dsp:nvSpPr>
      <dsp:spPr>
        <a:xfrm>
          <a:off x="1291837" y="2405457"/>
          <a:ext cx="263753" cy="263753"/>
        </a:xfrm>
        <a:prstGeom prst="triangle">
          <a:avLst>
            <a:gd name="adj" fmla="val 10000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2024320" y="2095990"/>
          <a:ext cx="930533" cy="1548387"/>
        </a:xfrm>
        <a:prstGeom prst="corner">
          <a:avLst>
            <a:gd name="adj1" fmla="val 16120"/>
            <a:gd name="adj2" fmla="val 16110"/>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1868991" y="2558624"/>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2) Activation</a:t>
          </a:r>
        </a:p>
        <a:p>
          <a:pPr marL="57150" lvl="1" indent="-57150" algn="l" defTabSz="400050">
            <a:lnSpc>
              <a:spcPct val="90000"/>
            </a:lnSpc>
            <a:spcBef>
              <a:spcPct val="0"/>
            </a:spcBef>
            <a:spcAft>
              <a:spcPct val="15000"/>
            </a:spcAft>
            <a:buChar char="•"/>
          </a:pPr>
          <a:r>
            <a:rPr lang="en-US" sz="900" i="1" kern="1200" dirty="0"/>
            <a:t>“Give a try, it’s easy”</a:t>
          </a:r>
        </a:p>
        <a:p>
          <a:pPr marL="57150" lvl="1" indent="-57150" algn="l" defTabSz="400050">
            <a:lnSpc>
              <a:spcPct val="90000"/>
            </a:lnSpc>
            <a:spcBef>
              <a:spcPct val="0"/>
            </a:spcBef>
            <a:spcAft>
              <a:spcPct val="15000"/>
            </a:spcAft>
            <a:buChar char="•"/>
          </a:pPr>
          <a:r>
            <a:rPr lang="en-US" sz="900" kern="1200" dirty="0"/>
            <a:t>Our content deserves to be consumed (read, listened, watched, played …)</a:t>
          </a:r>
        </a:p>
      </dsp:txBody>
      <dsp:txXfrm>
        <a:off x="1868991" y="2558624"/>
        <a:ext cx="1397892" cy="1225334"/>
      </dsp:txXfrm>
    </dsp:sp>
    <dsp:sp modelId="{6EE647C3-EE94-495B-A1BC-2BD31E7FB284}">
      <dsp:nvSpPr>
        <dsp:cNvPr id="0" name=""/>
        <dsp:cNvSpPr/>
      </dsp:nvSpPr>
      <dsp:spPr>
        <a:xfrm>
          <a:off x="3003130" y="1981996"/>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3735614" y="1672528"/>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3580285" y="2135163"/>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3) Value confirmation</a:t>
          </a:r>
        </a:p>
        <a:p>
          <a:pPr marL="57150" lvl="1" indent="-57150" algn="l" defTabSz="400050">
            <a:lnSpc>
              <a:spcPct val="90000"/>
            </a:lnSpc>
            <a:spcBef>
              <a:spcPct val="0"/>
            </a:spcBef>
            <a:spcAft>
              <a:spcPct val="15000"/>
            </a:spcAft>
            <a:buChar char="•"/>
          </a:pPr>
          <a:r>
            <a:rPr lang="en-US" sz="900" i="1" kern="1200" dirty="0"/>
            <a:t>“Give us a rating (or a like!)”</a:t>
          </a:r>
        </a:p>
        <a:p>
          <a:pPr marL="57150" lvl="1" indent="-57150" algn="l" defTabSz="400050">
            <a:lnSpc>
              <a:spcPct val="90000"/>
            </a:lnSpc>
            <a:spcBef>
              <a:spcPct val="0"/>
            </a:spcBef>
            <a:spcAft>
              <a:spcPct val="15000"/>
            </a:spcAft>
            <a:buChar char="•"/>
          </a:pPr>
          <a:r>
            <a:rPr lang="en-US" sz="900" kern="1200" dirty="0"/>
            <a:t>Our content is valuable enough to be validated</a:t>
          </a:r>
        </a:p>
      </dsp:txBody>
      <dsp:txXfrm>
        <a:off x="3580285" y="2135163"/>
        <a:ext cx="1397892" cy="1225334"/>
      </dsp:txXfrm>
    </dsp:sp>
    <dsp:sp modelId="{6BD65D1B-AC3F-463A-9044-842725D46E17}">
      <dsp:nvSpPr>
        <dsp:cNvPr id="0" name=""/>
        <dsp:cNvSpPr/>
      </dsp:nvSpPr>
      <dsp:spPr>
        <a:xfrm>
          <a:off x="4714424" y="1558534"/>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5446908" y="1249067"/>
          <a:ext cx="930533" cy="1548387"/>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5291578" y="1711701"/>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4) Contribution</a:t>
          </a:r>
        </a:p>
        <a:p>
          <a:pPr marL="57150" lvl="1" indent="-57150" algn="l" defTabSz="400050">
            <a:lnSpc>
              <a:spcPct val="90000"/>
            </a:lnSpc>
            <a:spcBef>
              <a:spcPct val="0"/>
            </a:spcBef>
            <a:spcAft>
              <a:spcPct val="15000"/>
            </a:spcAft>
            <a:buChar char="•"/>
          </a:pPr>
          <a:r>
            <a:rPr lang="en-US" sz="900" i="1" kern="1200" dirty="0"/>
            <a:t>“Give us your comments !”</a:t>
          </a:r>
        </a:p>
        <a:p>
          <a:pPr marL="57150" lvl="1" indent="-57150" algn="l" defTabSz="400050">
            <a:lnSpc>
              <a:spcPct val="90000"/>
            </a:lnSpc>
            <a:spcBef>
              <a:spcPct val="0"/>
            </a:spcBef>
            <a:spcAft>
              <a:spcPct val="15000"/>
            </a:spcAft>
            <a:buChar char="•"/>
          </a:pPr>
          <a:r>
            <a:rPr lang="en-US" sz="900" kern="1200" dirty="0"/>
            <a:t>Our content is important enough to be discussed (social content is added to the content)</a:t>
          </a:r>
        </a:p>
      </dsp:txBody>
      <dsp:txXfrm>
        <a:off x="5291578" y="1711701"/>
        <a:ext cx="1397892" cy="1225334"/>
      </dsp:txXfrm>
    </dsp:sp>
    <dsp:sp modelId="{621BC79D-194B-46C2-8CE4-368724AC50EB}">
      <dsp:nvSpPr>
        <dsp:cNvPr id="0" name=""/>
        <dsp:cNvSpPr/>
      </dsp:nvSpPr>
      <dsp:spPr>
        <a:xfrm>
          <a:off x="6425718" y="1135073"/>
          <a:ext cx="263753" cy="263753"/>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7158201" y="825606"/>
          <a:ext cx="930533" cy="1548387"/>
        </a:xfrm>
        <a:prstGeom prst="corner">
          <a:avLst>
            <a:gd name="adj1" fmla="val 16120"/>
            <a:gd name="adj2" fmla="val 16110"/>
          </a:avLst>
        </a:prstGeom>
        <a:solidFill>
          <a:srgbClr val="3494BA"/>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7002872" y="1288240"/>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5) Sharing</a:t>
          </a:r>
        </a:p>
        <a:p>
          <a:pPr marL="57150" lvl="1" indent="-57150" algn="l" defTabSz="400050">
            <a:lnSpc>
              <a:spcPct val="90000"/>
            </a:lnSpc>
            <a:spcBef>
              <a:spcPct val="0"/>
            </a:spcBef>
            <a:spcAft>
              <a:spcPct val="15000"/>
            </a:spcAft>
            <a:buChar char="•"/>
          </a:pPr>
          <a:r>
            <a:rPr lang="en-US" sz="900" kern="1200" dirty="0"/>
            <a:t>“Please share”</a:t>
          </a:r>
        </a:p>
        <a:p>
          <a:pPr marL="57150" lvl="1" indent="-57150" algn="l" defTabSz="400050">
            <a:lnSpc>
              <a:spcPct val="90000"/>
            </a:lnSpc>
            <a:spcBef>
              <a:spcPct val="0"/>
            </a:spcBef>
            <a:spcAft>
              <a:spcPct val="15000"/>
            </a:spcAft>
            <a:buChar char="•"/>
          </a:pPr>
          <a:r>
            <a:rPr lang="en-US" sz="900" kern="1200" dirty="0"/>
            <a:t>Our content is important enough to be shared </a:t>
          </a:r>
        </a:p>
      </dsp:txBody>
      <dsp:txXfrm>
        <a:off x="7002872" y="1288240"/>
        <a:ext cx="1397892" cy="1225334"/>
      </dsp:txXfrm>
    </dsp:sp>
    <dsp:sp modelId="{D47D2D30-ADE3-4244-896A-D208A438408A}">
      <dsp:nvSpPr>
        <dsp:cNvPr id="0" name=""/>
        <dsp:cNvSpPr/>
      </dsp:nvSpPr>
      <dsp:spPr>
        <a:xfrm>
          <a:off x="8137012" y="711612"/>
          <a:ext cx="263753" cy="263753"/>
        </a:xfrm>
        <a:prstGeom prst="triangle">
          <a:avLst>
            <a:gd name="adj" fmla="val 10000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8869495" y="402144"/>
          <a:ext cx="930533" cy="1548387"/>
        </a:xfrm>
        <a:prstGeom prst="corner">
          <a:avLst>
            <a:gd name="adj1" fmla="val 16120"/>
            <a:gd name="adj2" fmla="val 16110"/>
          </a:avLst>
        </a:prstGeom>
        <a:solidFill>
          <a:srgbClr val="3494BA"/>
        </a:solidFill>
        <a:ln w="12700" cap="flat" cmpd="sng" algn="ctr">
          <a:solidFill>
            <a:srgbClr val="3494BA"/>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8714166" y="864779"/>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6) Reference</a:t>
          </a:r>
        </a:p>
        <a:p>
          <a:pPr marL="57150" lvl="1" indent="-57150" algn="l" defTabSz="400050">
            <a:lnSpc>
              <a:spcPct val="90000"/>
            </a:lnSpc>
            <a:spcBef>
              <a:spcPct val="0"/>
            </a:spcBef>
            <a:spcAft>
              <a:spcPct val="15000"/>
            </a:spcAft>
            <a:buChar char="•"/>
          </a:pPr>
          <a:r>
            <a:rPr lang="en-US" sz="900" kern="1200" dirty="0"/>
            <a:t>“Feel free to mention”</a:t>
          </a:r>
        </a:p>
        <a:p>
          <a:pPr marL="57150" lvl="1" indent="-57150" algn="l" defTabSz="400050">
            <a:lnSpc>
              <a:spcPct val="90000"/>
            </a:lnSpc>
            <a:spcBef>
              <a:spcPct val="0"/>
            </a:spcBef>
            <a:spcAft>
              <a:spcPct val="15000"/>
            </a:spcAft>
            <a:buChar char="•"/>
          </a:pPr>
          <a:r>
            <a:rPr lang="en-US" sz="900" kern="1200" dirty="0"/>
            <a:t>Our content is valuable enough to be used as a reference in other content</a:t>
          </a:r>
        </a:p>
      </dsp:txBody>
      <dsp:txXfrm>
        <a:off x="8714166" y="864779"/>
        <a:ext cx="1397892" cy="1225334"/>
      </dsp:txXfrm>
    </dsp:sp>
    <dsp:sp modelId="{35E4B48D-612C-4074-B656-1246F02FB0FA}">
      <dsp:nvSpPr>
        <dsp:cNvPr id="0" name=""/>
        <dsp:cNvSpPr/>
      </dsp:nvSpPr>
      <dsp:spPr>
        <a:xfrm>
          <a:off x="9848305" y="288150"/>
          <a:ext cx="263753" cy="263753"/>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10580789" y="-21316"/>
          <a:ext cx="930533" cy="1548387"/>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10425460" y="441317"/>
          <a:ext cx="1397892" cy="12253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b="1" kern="1200" dirty="0"/>
            <a:t>7) Gathering</a:t>
          </a:r>
        </a:p>
        <a:p>
          <a:pPr marL="57150" lvl="1" indent="-57150" algn="l" defTabSz="400050">
            <a:lnSpc>
              <a:spcPct val="90000"/>
            </a:lnSpc>
            <a:spcBef>
              <a:spcPct val="0"/>
            </a:spcBef>
            <a:spcAft>
              <a:spcPct val="15000"/>
            </a:spcAft>
            <a:buChar char="•"/>
          </a:pPr>
          <a:r>
            <a:rPr lang="en-US" sz="900" b="0" kern="1200" dirty="0"/>
            <a:t>“Join the others”</a:t>
          </a:r>
        </a:p>
        <a:p>
          <a:pPr marL="57150" lvl="1" indent="-57150" algn="l" defTabSz="400050">
            <a:lnSpc>
              <a:spcPct val="90000"/>
            </a:lnSpc>
            <a:spcBef>
              <a:spcPct val="0"/>
            </a:spcBef>
            <a:spcAft>
              <a:spcPct val="15000"/>
            </a:spcAft>
            <a:buChar char="•"/>
          </a:pPr>
          <a:r>
            <a:rPr lang="en-US" sz="900" b="0" kern="1200" dirty="0"/>
            <a:t>Our content is good enough for people to gather by themselves around</a:t>
          </a:r>
        </a:p>
      </dsp:txBody>
      <dsp:txXfrm>
        <a:off x="10425460" y="441317"/>
        <a:ext cx="1397892" cy="12253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7B5681-D30C-4F71-A448-A9816BB4E2C7}">
      <dsp:nvSpPr>
        <dsp:cNvPr id="0" name=""/>
        <dsp:cNvSpPr/>
      </dsp:nvSpPr>
      <dsp:spPr>
        <a:xfrm rot="5400000">
          <a:off x="118895" y="956951"/>
          <a:ext cx="353440" cy="588116"/>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883E41-7CC3-49C8-AACB-D2DFC31D2A81}">
      <dsp:nvSpPr>
        <dsp:cNvPr id="0" name=""/>
        <dsp:cNvSpPr/>
      </dsp:nvSpPr>
      <dsp:spPr>
        <a:xfrm>
          <a:off x="59897" y="1132671"/>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1) Attention !</a:t>
          </a:r>
        </a:p>
        <a:p>
          <a:pPr marL="57150" lvl="1" indent="-57150" algn="l" defTabSz="177800">
            <a:lnSpc>
              <a:spcPct val="90000"/>
            </a:lnSpc>
            <a:spcBef>
              <a:spcPct val="0"/>
            </a:spcBef>
            <a:spcAft>
              <a:spcPct val="15000"/>
            </a:spcAft>
            <a:buChar char="•"/>
          </a:pPr>
          <a:r>
            <a:rPr lang="en-US" sz="400" i="1" kern="1200" dirty="0"/>
            <a:t>“Look here quick !”</a:t>
          </a:r>
        </a:p>
        <a:p>
          <a:pPr marL="57150" lvl="1" indent="-57150" algn="l" defTabSz="177800">
            <a:lnSpc>
              <a:spcPct val="90000"/>
            </a:lnSpc>
            <a:spcBef>
              <a:spcPct val="0"/>
            </a:spcBef>
            <a:spcAft>
              <a:spcPct val="15000"/>
            </a:spcAft>
            <a:buChar char="•"/>
          </a:pPr>
          <a:r>
            <a:rPr lang="en-US" sz="400" kern="1200" dirty="0"/>
            <a:t>Our content deserves to be opened</a:t>
          </a:r>
        </a:p>
      </dsp:txBody>
      <dsp:txXfrm>
        <a:off x="59897" y="1132671"/>
        <a:ext cx="530954" cy="465413"/>
      </dsp:txXfrm>
    </dsp:sp>
    <dsp:sp modelId="{FC54635E-1CFA-4F93-B566-34FFF4B7EE1B}">
      <dsp:nvSpPr>
        <dsp:cNvPr id="0" name=""/>
        <dsp:cNvSpPr/>
      </dsp:nvSpPr>
      <dsp:spPr>
        <a:xfrm>
          <a:off x="490671" y="913653"/>
          <a:ext cx="100180" cy="100180"/>
        </a:xfrm>
        <a:prstGeom prst="triangle">
          <a:avLst>
            <a:gd name="adj" fmla="val 10000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4049009-0DF7-4B56-8EE8-A235AC9147E0}">
      <dsp:nvSpPr>
        <dsp:cNvPr id="0" name=""/>
        <dsp:cNvSpPr/>
      </dsp:nvSpPr>
      <dsp:spPr>
        <a:xfrm rot="5400000">
          <a:off x="768887" y="796109"/>
          <a:ext cx="353440" cy="588116"/>
        </a:xfrm>
        <a:prstGeom prst="corner">
          <a:avLst>
            <a:gd name="adj1" fmla="val 16120"/>
            <a:gd name="adj2" fmla="val 16110"/>
          </a:avLst>
        </a:prstGeom>
        <a:solidFill>
          <a:srgbClr val="FFFF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C232351-2668-409A-900D-BAAD4244B760}">
      <dsp:nvSpPr>
        <dsp:cNvPr id="0" name=""/>
        <dsp:cNvSpPr/>
      </dsp:nvSpPr>
      <dsp:spPr>
        <a:xfrm>
          <a:off x="709889" y="971830"/>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2) Activation</a:t>
          </a:r>
        </a:p>
        <a:p>
          <a:pPr marL="57150" lvl="1" indent="-57150" algn="l" defTabSz="177800">
            <a:lnSpc>
              <a:spcPct val="90000"/>
            </a:lnSpc>
            <a:spcBef>
              <a:spcPct val="0"/>
            </a:spcBef>
            <a:spcAft>
              <a:spcPct val="15000"/>
            </a:spcAft>
            <a:buChar char="•"/>
          </a:pPr>
          <a:r>
            <a:rPr lang="en-US" sz="400" i="1" kern="1200" dirty="0"/>
            <a:t>“Give a try, it’s easy”</a:t>
          </a:r>
        </a:p>
        <a:p>
          <a:pPr marL="57150" lvl="1" indent="-57150" algn="l" defTabSz="177800">
            <a:lnSpc>
              <a:spcPct val="90000"/>
            </a:lnSpc>
            <a:spcBef>
              <a:spcPct val="0"/>
            </a:spcBef>
            <a:spcAft>
              <a:spcPct val="15000"/>
            </a:spcAft>
            <a:buChar char="•"/>
          </a:pPr>
          <a:r>
            <a:rPr lang="en-US" sz="400" kern="1200" dirty="0"/>
            <a:t>Our content deserves to be consumed (read, listened, watched, played …)</a:t>
          </a:r>
        </a:p>
      </dsp:txBody>
      <dsp:txXfrm>
        <a:off x="709889" y="971830"/>
        <a:ext cx="530954" cy="465413"/>
      </dsp:txXfrm>
    </dsp:sp>
    <dsp:sp modelId="{6EE647C3-EE94-495B-A1BC-2BD31E7FB284}">
      <dsp:nvSpPr>
        <dsp:cNvPr id="0" name=""/>
        <dsp:cNvSpPr/>
      </dsp:nvSpPr>
      <dsp:spPr>
        <a:xfrm>
          <a:off x="1140664" y="752812"/>
          <a:ext cx="100180" cy="100180"/>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54EAE-F346-4C3A-BE66-A827058CB016}">
      <dsp:nvSpPr>
        <dsp:cNvPr id="0" name=""/>
        <dsp:cNvSpPr/>
      </dsp:nvSpPr>
      <dsp:spPr>
        <a:xfrm rot="5400000">
          <a:off x="1418880" y="635268"/>
          <a:ext cx="353440" cy="588116"/>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1FFB49D-2989-4461-B425-3CC078C84917}">
      <dsp:nvSpPr>
        <dsp:cNvPr id="0" name=""/>
        <dsp:cNvSpPr/>
      </dsp:nvSpPr>
      <dsp:spPr>
        <a:xfrm>
          <a:off x="1359882" y="810988"/>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3) Value confirmation</a:t>
          </a:r>
        </a:p>
        <a:p>
          <a:pPr marL="57150" lvl="1" indent="-57150" algn="l" defTabSz="177800">
            <a:lnSpc>
              <a:spcPct val="90000"/>
            </a:lnSpc>
            <a:spcBef>
              <a:spcPct val="0"/>
            </a:spcBef>
            <a:spcAft>
              <a:spcPct val="15000"/>
            </a:spcAft>
            <a:buChar char="•"/>
          </a:pPr>
          <a:r>
            <a:rPr lang="en-US" sz="400" i="1" kern="1200" dirty="0"/>
            <a:t>“Give us a rating (or a like!)”</a:t>
          </a:r>
        </a:p>
        <a:p>
          <a:pPr marL="57150" lvl="1" indent="-57150" algn="l" defTabSz="177800">
            <a:lnSpc>
              <a:spcPct val="90000"/>
            </a:lnSpc>
            <a:spcBef>
              <a:spcPct val="0"/>
            </a:spcBef>
            <a:spcAft>
              <a:spcPct val="15000"/>
            </a:spcAft>
            <a:buChar char="•"/>
          </a:pPr>
          <a:r>
            <a:rPr lang="en-US" sz="400" kern="1200" dirty="0"/>
            <a:t>Our content is valuable enough to be validated</a:t>
          </a:r>
        </a:p>
      </dsp:txBody>
      <dsp:txXfrm>
        <a:off x="1359882" y="810988"/>
        <a:ext cx="530954" cy="465413"/>
      </dsp:txXfrm>
    </dsp:sp>
    <dsp:sp modelId="{6BD65D1B-AC3F-463A-9044-842725D46E17}">
      <dsp:nvSpPr>
        <dsp:cNvPr id="0" name=""/>
        <dsp:cNvSpPr/>
      </dsp:nvSpPr>
      <dsp:spPr>
        <a:xfrm>
          <a:off x="1790656" y="591970"/>
          <a:ext cx="100180" cy="100180"/>
        </a:xfrm>
        <a:prstGeom prst="triangle">
          <a:avLst>
            <a:gd name="adj" fmla="val 10000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B1C58C-96FC-4CBB-980F-3435E1A56BE8}">
      <dsp:nvSpPr>
        <dsp:cNvPr id="0" name=""/>
        <dsp:cNvSpPr/>
      </dsp:nvSpPr>
      <dsp:spPr>
        <a:xfrm rot="5400000">
          <a:off x="2068872" y="474427"/>
          <a:ext cx="353440" cy="588116"/>
        </a:xfrm>
        <a:prstGeom prst="corner">
          <a:avLst>
            <a:gd name="adj1" fmla="val 16120"/>
            <a:gd name="adj2" fmla="val 16110"/>
          </a:avLst>
        </a:prstGeom>
        <a:solidFill>
          <a:srgbClr val="EC7B2B"/>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B6E0A9-6E0F-4A27-BF17-10F454A714DD}">
      <dsp:nvSpPr>
        <dsp:cNvPr id="0" name=""/>
        <dsp:cNvSpPr/>
      </dsp:nvSpPr>
      <dsp:spPr>
        <a:xfrm>
          <a:off x="2009874" y="650147"/>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4) Contribution</a:t>
          </a:r>
        </a:p>
        <a:p>
          <a:pPr marL="57150" lvl="1" indent="-57150" algn="l" defTabSz="177800">
            <a:lnSpc>
              <a:spcPct val="90000"/>
            </a:lnSpc>
            <a:spcBef>
              <a:spcPct val="0"/>
            </a:spcBef>
            <a:spcAft>
              <a:spcPct val="15000"/>
            </a:spcAft>
            <a:buChar char="•"/>
          </a:pPr>
          <a:r>
            <a:rPr lang="en-US" sz="400" i="1" kern="1200" dirty="0"/>
            <a:t>“Give us your comments !”</a:t>
          </a:r>
        </a:p>
        <a:p>
          <a:pPr marL="57150" lvl="1" indent="-57150" algn="l" defTabSz="177800">
            <a:lnSpc>
              <a:spcPct val="90000"/>
            </a:lnSpc>
            <a:spcBef>
              <a:spcPct val="0"/>
            </a:spcBef>
            <a:spcAft>
              <a:spcPct val="15000"/>
            </a:spcAft>
            <a:buChar char="•"/>
          </a:pPr>
          <a:r>
            <a:rPr lang="en-US" sz="400" kern="1200" dirty="0"/>
            <a:t>Our content is important enough to be discussed (social content is added to the content)</a:t>
          </a:r>
        </a:p>
      </dsp:txBody>
      <dsp:txXfrm>
        <a:off x="2009874" y="650147"/>
        <a:ext cx="530954" cy="465413"/>
      </dsp:txXfrm>
    </dsp:sp>
    <dsp:sp modelId="{621BC79D-194B-46C2-8CE4-368724AC50EB}">
      <dsp:nvSpPr>
        <dsp:cNvPr id="0" name=""/>
        <dsp:cNvSpPr/>
      </dsp:nvSpPr>
      <dsp:spPr>
        <a:xfrm>
          <a:off x="2440649" y="431129"/>
          <a:ext cx="100180" cy="100180"/>
        </a:xfrm>
        <a:prstGeom prst="triangle">
          <a:avLst>
            <a:gd name="adj" fmla="val 100000"/>
          </a:avLst>
        </a:prstGeom>
        <a:solidFill>
          <a:srgbClr val="FF0000"/>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31CA90-10E3-46A6-A5BB-B62FA5752189}">
      <dsp:nvSpPr>
        <dsp:cNvPr id="0" name=""/>
        <dsp:cNvSpPr/>
      </dsp:nvSpPr>
      <dsp:spPr>
        <a:xfrm rot="5400000">
          <a:off x="2718865" y="313586"/>
          <a:ext cx="353440" cy="588116"/>
        </a:xfrm>
        <a:prstGeom prst="corner">
          <a:avLst>
            <a:gd name="adj1" fmla="val 16120"/>
            <a:gd name="adj2" fmla="val 1611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F119C6-ABFB-4CDD-9B69-E69F67B6F6FB}">
      <dsp:nvSpPr>
        <dsp:cNvPr id="0" name=""/>
        <dsp:cNvSpPr/>
      </dsp:nvSpPr>
      <dsp:spPr>
        <a:xfrm>
          <a:off x="2659867" y="489306"/>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5) Sharing</a:t>
          </a:r>
        </a:p>
        <a:p>
          <a:pPr marL="57150" lvl="1" indent="-57150" algn="l" defTabSz="177800">
            <a:lnSpc>
              <a:spcPct val="90000"/>
            </a:lnSpc>
            <a:spcBef>
              <a:spcPct val="0"/>
            </a:spcBef>
            <a:spcAft>
              <a:spcPct val="15000"/>
            </a:spcAft>
            <a:buChar char="•"/>
          </a:pPr>
          <a:r>
            <a:rPr lang="en-US" sz="400" kern="1200" dirty="0"/>
            <a:t>“Please share”</a:t>
          </a:r>
        </a:p>
        <a:p>
          <a:pPr marL="57150" lvl="1" indent="-57150" algn="l" defTabSz="177800">
            <a:lnSpc>
              <a:spcPct val="90000"/>
            </a:lnSpc>
            <a:spcBef>
              <a:spcPct val="0"/>
            </a:spcBef>
            <a:spcAft>
              <a:spcPct val="15000"/>
            </a:spcAft>
            <a:buChar char="•"/>
          </a:pPr>
          <a:r>
            <a:rPr lang="en-US" sz="400" kern="1200" dirty="0"/>
            <a:t>Our content is important enough to be shared </a:t>
          </a:r>
        </a:p>
      </dsp:txBody>
      <dsp:txXfrm>
        <a:off x="2659867" y="489306"/>
        <a:ext cx="530954" cy="465413"/>
      </dsp:txXfrm>
    </dsp:sp>
    <dsp:sp modelId="{D47D2D30-ADE3-4244-896A-D208A438408A}">
      <dsp:nvSpPr>
        <dsp:cNvPr id="0" name=""/>
        <dsp:cNvSpPr/>
      </dsp:nvSpPr>
      <dsp:spPr>
        <a:xfrm>
          <a:off x="3090641" y="270288"/>
          <a:ext cx="100180" cy="100180"/>
        </a:xfrm>
        <a:prstGeom prst="triangle">
          <a:avLst>
            <a:gd name="adj" fmla="val 10000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C5DBB8E-B43D-443A-BEBF-B02BF77B99C3}">
      <dsp:nvSpPr>
        <dsp:cNvPr id="0" name=""/>
        <dsp:cNvSpPr/>
      </dsp:nvSpPr>
      <dsp:spPr>
        <a:xfrm rot="5400000">
          <a:off x="3368857" y="152744"/>
          <a:ext cx="353440" cy="588116"/>
        </a:xfrm>
        <a:prstGeom prst="corner">
          <a:avLst>
            <a:gd name="adj1" fmla="val 16120"/>
            <a:gd name="adj2" fmla="val 16110"/>
          </a:avLst>
        </a:prstGeom>
        <a:solidFill>
          <a:srgbClr val="FF0000"/>
        </a:solidFill>
        <a:ln w="12700" cap="flat" cmpd="sng" algn="ctr">
          <a:solidFill>
            <a:srgbClr val="FF00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F16169-C9BF-47E2-8CB1-3EE9195EB957}">
      <dsp:nvSpPr>
        <dsp:cNvPr id="0" name=""/>
        <dsp:cNvSpPr/>
      </dsp:nvSpPr>
      <dsp:spPr>
        <a:xfrm>
          <a:off x="3309859" y="328464"/>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6) Reference</a:t>
          </a:r>
        </a:p>
        <a:p>
          <a:pPr marL="57150" lvl="1" indent="-57150" algn="l" defTabSz="177800">
            <a:lnSpc>
              <a:spcPct val="90000"/>
            </a:lnSpc>
            <a:spcBef>
              <a:spcPct val="0"/>
            </a:spcBef>
            <a:spcAft>
              <a:spcPct val="15000"/>
            </a:spcAft>
            <a:buChar char="•"/>
          </a:pPr>
          <a:r>
            <a:rPr lang="en-US" sz="400" kern="1200" dirty="0"/>
            <a:t>“Feel free to mention”</a:t>
          </a:r>
        </a:p>
        <a:p>
          <a:pPr marL="57150" lvl="1" indent="-57150" algn="l" defTabSz="177800">
            <a:lnSpc>
              <a:spcPct val="90000"/>
            </a:lnSpc>
            <a:spcBef>
              <a:spcPct val="0"/>
            </a:spcBef>
            <a:spcAft>
              <a:spcPct val="15000"/>
            </a:spcAft>
            <a:buChar char="•"/>
          </a:pPr>
          <a:r>
            <a:rPr lang="en-US" sz="400" kern="1200" dirty="0"/>
            <a:t>Our content is valuable enough to be used as a reference in other content</a:t>
          </a:r>
        </a:p>
      </dsp:txBody>
      <dsp:txXfrm>
        <a:off x="3309859" y="328464"/>
        <a:ext cx="530954" cy="465413"/>
      </dsp:txXfrm>
    </dsp:sp>
    <dsp:sp modelId="{35E4B48D-612C-4074-B656-1246F02FB0FA}">
      <dsp:nvSpPr>
        <dsp:cNvPr id="0" name=""/>
        <dsp:cNvSpPr/>
      </dsp:nvSpPr>
      <dsp:spPr>
        <a:xfrm>
          <a:off x="3740634" y="109446"/>
          <a:ext cx="100180" cy="100180"/>
        </a:xfrm>
        <a:prstGeom prst="triangle">
          <a:avLst>
            <a:gd name="adj" fmla="val 100000"/>
          </a:avLst>
        </a:prstGeom>
        <a:solidFill>
          <a:schemeClr val="accent1"/>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F889921-57BB-4603-AA76-C547E1BF8E5F}">
      <dsp:nvSpPr>
        <dsp:cNvPr id="0" name=""/>
        <dsp:cNvSpPr/>
      </dsp:nvSpPr>
      <dsp:spPr>
        <a:xfrm rot="5400000">
          <a:off x="4018850" y="-8096"/>
          <a:ext cx="353440" cy="588116"/>
        </a:xfrm>
        <a:prstGeom prst="corner">
          <a:avLst>
            <a:gd name="adj1" fmla="val 16120"/>
            <a:gd name="adj2" fmla="val 1611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180237-7383-4D07-BB36-8A77B59B6D7F}">
      <dsp:nvSpPr>
        <dsp:cNvPr id="0" name=""/>
        <dsp:cNvSpPr/>
      </dsp:nvSpPr>
      <dsp:spPr>
        <a:xfrm>
          <a:off x="3959852" y="167623"/>
          <a:ext cx="530954" cy="4654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t" anchorCtr="0">
          <a:noAutofit/>
        </a:bodyPr>
        <a:lstStyle/>
        <a:p>
          <a:pPr marL="0" lvl="0" indent="0" algn="l" defTabSz="222250">
            <a:lnSpc>
              <a:spcPct val="90000"/>
            </a:lnSpc>
            <a:spcBef>
              <a:spcPct val="0"/>
            </a:spcBef>
            <a:spcAft>
              <a:spcPct val="35000"/>
            </a:spcAft>
            <a:buNone/>
          </a:pPr>
          <a:r>
            <a:rPr lang="en-US" sz="500" b="1" kern="1200" dirty="0"/>
            <a:t>7) Gathering</a:t>
          </a:r>
        </a:p>
        <a:p>
          <a:pPr marL="57150" lvl="1" indent="-57150" algn="l" defTabSz="177800">
            <a:lnSpc>
              <a:spcPct val="90000"/>
            </a:lnSpc>
            <a:spcBef>
              <a:spcPct val="0"/>
            </a:spcBef>
            <a:spcAft>
              <a:spcPct val="15000"/>
            </a:spcAft>
            <a:buChar char="•"/>
          </a:pPr>
          <a:r>
            <a:rPr lang="en-US" sz="400" b="0" kern="1200" dirty="0"/>
            <a:t>“Join the others”</a:t>
          </a:r>
        </a:p>
        <a:p>
          <a:pPr marL="57150" lvl="1" indent="-57150" algn="l" defTabSz="177800">
            <a:lnSpc>
              <a:spcPct val="90000"/>
            </a:lnSpc>
            <a:spcBef>
              <a:spcPct val="0"/>
            </a:spcBef>
            <a:spcAft>
              <a:spcPct val="15000"/>
            </a:spcAft>
            <a:buChar char="•"/>
          </a:pPr>
          <a:r>
            <a:rPr lang="en-US" sz="400" b="0" kern="1200" dirty="0"/>
            <a:t>Our content is good enough for people to gather by themselves around</a:t>
          </a:r>
        </a:p>
      </dsp:txBody>
      <dsp:txXfrm>
        <a:off x="3959852" y="167623"/>
        <a:ext cx="530954" cy="4654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2342453" y="1335"/>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Not enough people</a:t>
          </a:r>
        </a:p>
      </dsp:txBody>
      <dsp:txXfrm>
        <a:off x="2477586" y="136468"/>
        <a:ext cx="652477" cy="652477"/>
      </dsp:txXfrm>
    </dsp:sp>
    <dsp:sp modelId="{30576A75-9FA6-48E9-BFD1-07813ED83512}">
      <dsp:nvSpPr>
        <dsp:cNvPr id="0" name=""/>
        <dsp:cNvSpPr/>
      </dsp:nvSpPr>
      <dsp:spPr>
        <a:xfrm rot="1800000">
          <a:off x="3274949" y="649627"/>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279866" y="693562"/>
        <a:ext cx="171267" cy="186855"/>
      </dsp:txXfrm>
    </dsp:sp>
    <dsp:sp modelId="{66EB8AC1-CCEF-4C00-A703-726C88586381}">
      <dsp:nvSpPr>
        <dsp:cNvPr id="0" name=""/>
        <dsp:cNvSpPr/>
      </dsp:nvSpPr>
      <dsp:spPr>
        <a:xfrm>
          <a:off x="3541362" y="69352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opportunities to become relevant</a:t>
          </a:r>
        </a:p>
      </dsp:txBody>
      <dsp:txXfrm>
        <a:off x="3676495" y="828659"/>
        <a:ext cx="652477" cy="652477"/>
      </dsp:txXfrm>
    </dsp:sp>
    <dsp:sp modelId="{728104AD-916F-4582-949F-E19F8BB05CA2}">
      <dsp:nvSpPr>
        <dsp:cNvPr id="0" name=""/>
        <dsp:cNvSpPr/>
      </dsp:nvSpPr>
      <dsp:spPr>
        <a:xfrm rot="5400000">
          <a:off x="3880400" y="1684450"/>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3917100" y="1710035"/>
        <a:ext cx="171267" cy="186855"/>
      </dsp:txXfrm>
    </dsp:sp>
    <dsp:sp modelId="{651F5F38-D8CD-47F3-A5EC-1C7DD0BC6052}">
      <dsp:nvSpPr>
        <dsp:cNvPr id="0" name=""/>
        <dsp:cNvSpPr/>
      </dsp:nvSpPr>
      <dsp:spPr>
        <a:xfrm>
          <a:off x="3541362" y="207790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Content not valuable enough for the corporation</a:t>
          </a:r>
        </a:p>
      </dsp:txBody>
      <dsp:txXfrm>
        <a:off x="3676495" y="2213039"/>
        <a:ext cx="652477" cy="652477"/>
      </dsp:txXfrm>
    </dsp:sp>
    <dsp:sp modelId="{428B4218-928F-45F2-87CC-37A5F3D3D311}">
      <dsp:nvSpPr>
        <dsp:cNvPr id="0" name=""/>
        <dsp:cNvSpPr/>
      </dsp:nvSpPr>
      <dsp:spPr>
        <a:xfrm rot="9000000">
          <a:off x="3286942" y="2726198"/>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3355425" y="2770133"/>
        <a:ext cx="171267" cy="186855"/>
      </dsp:txXfrm>
    </dsp:sp>
    <dsp:sp modelId="{1B561D4D-EFD3-4162-A23C-0BFA3ABE32A2}">
      <dsp:nvSpPr>
        <dsp:cNvPr id="0" name=""/>
        <dsp:cNvSpPr/>
      </dsp:nvSpPr>
      <dsp:spPr>
        <a:xfrm>
          <a:off x="2342453" y="277009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motivation and support from corporation</a:t>
          </a:r>
        </a:p>
      </dsp:txBody>
      <dsp:txXfrm>
        <a:off x="2477586" y="2905229"/>
        <a:ext cx="652477" cy="652477"/>
      </dsp:txXfrm>
    </dsp:sp>
    <dsp:sp modelId="{6A20AE3D-0377-48A7-ABE0-7DAFC327A961}">
      <dsp:nvSpPr>
        <dsp:cNvPr id="0" name=""/>
        <dsp:cNvSpPr/>
      </dsp:nvSpPr>
      <dsp:spPr>
        <a:xfrm rot="12600000">
          <a:off x="2088034" y="2733122"/>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156517" y="2813757"/>
        <a:ext cx="171267" cy="186855"/>
      </dsp:txXfrm>
    </dsp:sp>
    <dsp:sp modelId="{CAA6A354-E07A-477E-9A5E-4BFDE2E6B2F5}">
      <dsp:nvSpPr>
        <dsp:cNvPr id="0" name=""/>
        <dsp:cNvSpPr/>
      </dsp:nvSpPr>
      <dsp:spPr>
        <a:xfrm>
          <a:off x="1143545" y="207790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capacity for interesting content</a:t>
          </a:r>
        </a:p>
      </dsp:txBody>
      <dsp:txXfrm>
        <a:off x="1278678" y="2213039"/>
        <a:ext cx="652477" cy="652477"/>
      </dsp:txXfrm>
    </dsp:sp>
    <dsp:sp modelId="{99906AD1-1144-4093-B0B3-6E82C71E961F}">
      <dsp:nvSpPr>
        <dsp:cNvPr id="0" name=""/>
        <dsp:cNvSpPr/>
      </dsp:nvSpPr>
      <dsp:spPr>
        <a:xfrm rot="16200000">
          <a:off x="1482582" y="1698299"/>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519282" y="1797284"/>
        <a:ext cx="171267" cy="186855"/>
      </dsp:txXfrm>
    </dsp:sp>
    <dsp:sp modelId="{DB0E1C4B-1895-49D0-B7CA-96E12623AC35}">
      <dsp:nvSpPr>
        <dsp:cNvPr id="0" name=""/>
        <dsp:cNvSpPr/>
      </dsp:nvSpPr>
      <dsp:spPr>
        <a:xfrm>
          <a:off x="1143545" y="693526"/>
          <a:ext cx="922743" cy="922743"/>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b="0" kern="1200" dirty="0">
              <a:solidFill>
                <a:schemeClr val="tx1"/>
              </a:solidFill>
            </a:rPr>
            <a:t>Less global interest</a:t>
          </a:r>
        </a:p>
      </dsp:txBody>
      <dsp:txXfrm>
        <a:off x="1278678" y="828659"/>
        <a:ext cx="652477" cy="652477"/>
      </dsp:txXfrm>
    </dsp:sp>
    <dsp:sp modelId="{6389DC95-FA58-4965-8EA0-8908E8038603}">
      <dsp:nvSpPr>
        <dsp:cNvPr id="0" name=""/>
        <dsp:cNvSpPr/>
      </dsp:nvSpPr>
      <dsp:spPr>
        <a:xfrm rot="19800000">
          <a:off x="2076040" y="656551"/>
          <a:ext cx="244667" cy="31142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080957" y="737186"/>
        <a:ext cx="171267" cy="18685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76A553-9D6C-4539-AE62-09B4F5334D25}">
      <dsp:nvSpPr>
        <dsp:cNvPr id="0" name=""/>
        <dsp:cNvSpPr/>
      </dsp:nvSpPr>
      <dsp:spPr>
        <a:xfrm>
          <a:off x="1380946" y="468"/>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Not enough people</a:t>
          </a:r>
        </a:p>
      </dsp:txBody>
      <dsp:txXfrm>
        <a:off x="1461319" y="80841"/>
        <a:ext cx="388076" cy="388076"/>
      </dsp:txXfrm>
    </dsp:sp>
    <dsp:sp modelId="{30576A75-9FA6-48E9-BFD1-07813ED83512}">
      <dsp:nvSpPr>
        <dsp:cNvPr id="0" name=""/>
        <dsp:cNvSpPr/>
      </dsp:nvSpPr>
      <dsp:spPr>
        <a:xfrm rot="1800000">
          <a:off x="1935656" y="386191"/>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1938586" y="412300"/>
        <a:ext cx="102075" cy="111137"/>
      </dsp:txXfrm>
    </dsp:sp>
    <dsp:sp modelId="{66EB8AC1-CCEF-4C00-A703-726C88586381}">
      <dsp:nvSpPr>
        <dsp:cNvPr id="0" name=""/>
        <dsp:cNvSpPr/>
      </dsp:nvSpPr>
      <dsp:spPr>
        <a:xfrm>
          <a:off x="2094514" y="412447"/>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opportunities to become relevant</a:t>
          </a:r>
        </a:p>
      </dsp:txBody>
      <dsp:txXfrm>
        <a:off x="2174887" y="492820"/>
        <a:ext cx="388076" cy="388076"/>
      </dsp:txXfrm>
    </dsp:sp>
    <dsp:sp modelId="{728104AD-916F-4582-949F-E19F8BB05CA2}">
      <dsp:nvSpPr>
        <dsp:cNvPr id="0" name=""/>
        <dsp:cNvSpPr/>
      </dsp:nvSpPr>
      <dsp:spPr>
        <a:xfrm rot="5400000">
          <a:off x="2296014" y="1002096"/>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2317887" y="1017268"/>
        <a:ext cx="102075" cy="111137"/>
      </dsp:txXfrm>
    </dsp:sp>
    <dsp:sp modelId="{651F5F38-D8CD-47F3-A5EC-1C7DD0BC6052}">
      <dsp:nvSpPr>
        <dsp:cNvPr id="0" name=""/>
        <dsp:cNvSpPr/>
      </dsp:nvSpPr>
      <dsp:spPr>
        <a:xfrm>
          <a:off x="2094514" y="1236404"/>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Content not valuable enough for the corporation</a:t>
          </a:r>
        </a:p>
      </dsp:txBody>
      <dsp:txXfrm>
        <a:off x="2174887" y="1316777"/>
        <a:ext cx="388076" cy="388076"/>
      </dsp:txXfrm>
    </dsp:sp>
    <dsp:sp modelId="{428B4218-928F-45F2-87CC-37A5F3D3D311}">
      <dsp:nvSpPr>
        <dsp:cNvPr id="0" name=""/>
        <dsp:cNvSpPr/>
      </dsp:nvSpPr>
      <dsp:spPr>
        <a:xfrm rot="9000000">
          <a:off x="1942804" y="1622128"/>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rot="10800000">
        <a:off x="1983620" y="1648237"/>
        <a:ext cx="102075" cy="111137"/>
      </dsp:txXfrm>
    </dsp:sp>
    <dsp:sp modelId="{1B561D4D-EFD3-4162-A23C-0BFA3ABE32A2}">
      <dsp:nvSpPr>
        <dsp:cNvPr id="0" name=""/>
        <dsp:cNvSpPr/>
      </dsp:nvSpPr>
      <dsp:spPr>
        <a:xfrm>
          <a:off x="1380946" y="1648383"/>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motivation and support from corporation</a:t>
          </a:r>
        </a:p>
      </dsp:txBody>
      <dsp:txXfrm>
        <a:off x="1461319" y="1728756"/>
        <a:ext cx="388076" cy="388076"/>
      </dsp:txXfrm>
    </dsp:sp>
    <dsp:sp modelId="{6A20AE3D-0377-48A7-ABE0-7DAFC327A961}">
      <dsp:nvSpPr>
        <dsp:cNvPr id="0" name=""/>
        <dsp:cNvSpPr/>
      </dsp:nvSpPr>
      <dsp:spPr>
        <a:xfrm rot="12600000">
          <a:off x="1229236" y="1626255"/>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rot="10800000">
        <a:off x="1270052" y="1674237"/>
        <a:ext cx="102075" cy="111137"/>
      </dsp:txXfrm>
    </dsp:sp>
    <dsp:sp modelId="{CAA6A354-E07A-477E-9A5E-4BFDE2E6B2F5}">
      <dsp:nvSpPr>
        <dsp:cNvPr id="0" name=""/>
        <dsp:cNvSpPr/>
      </dsp:nvSpPr>
      <dsp:spPr>
        <a:xfrm>
          <a:off x="667378" y="1236404"/>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capacity for interesting content</a:t>
          </a:r>
        </a:p>
      </dsp:txBody>
      <dsp:txXfrm>
        <a:off x="747751" y="1316777"/>
        <a:ext cx="388076" cy="388076"/>
      </dsp:txXfrm>
    </dsp:sp>
    <dsp:sp modelId="{99906AD1-1144-4093-B0B3-6E82C71E961F}">
      <dsp:nvSpPr>
        <dsp:cNvPr id="0" name=""/>
        <dsp:cNvSpPr/>
      </dsp:nvSpPr>
      <dsp:spPr>
        <a:xfrm rot="16200000">
          <a:off x="868878" y="1010350"/>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890751" y="1069268"/>
        <a:ext cx="102075" cy="111137"/>
      </dsp:txXfrm>
    </dsp:sp>
    <dsp:sp modelId="{DB0E1C4B-1895-49D0-B7CA-96E12623AC35}">
      <dsp:nvSpPr>
        <dsp:cNvPr id="0" name=""/>
        <dsp:cNvSpPr/>
      </dsp:nvSpPr>
      <dsp:spPr>
        <a:xfrm>
          <a:off x="667378" y="412447"/>
          <a:ext cx="548822" cy="548822"/>
        </a:xfrm>
        <a:prstGeom prst="ellipse">
          <a:avLst/>
        </a:prstGeom>
        <a:solidFill>
          <a:schemeClr val="bg1">
            <a:lumMod val="85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222250">
            <a:lnSpc>
              <a:spcPct val="90000"/>
            </a:lnSpc>
            <a:spcBef>
              <a:spcPct val="0"/>
            </a:spcBef>
            <a:spcAft>
              <a:spcPct val="35000"/>
            </a:spcAft>
            <a:buNone/>
          </a:pPr>
          <a:r>
            <a:rPr lang="en-US" sz="500" b="0" kern="1200" dirty="0">
              <a:solidFill>
                <a:schemeClr val="tx1"/>
              </a:solidFill>
            </a:rPr>
            <a:t>Less global interest</a:t>
          </a:r>
        </a:p>
      </dsp:txBody>
      <dsp:txXfrm>
        <a:off x="747751" y="492820"/>
        <a:ext cx="388076" cy="388076"/>
      </dsp:txXfrm>
    </dsp:sp>
    <dsp:sp modelId="{6389DC95-FA58-4965-8EA0-8908E8038603}">
      <dsp:nvSpPr>
        <dsp:cNvPr id="0" name=""/>
        <dsp:cNvSpPr/>
      </dsp:nvSpPr>
      <dsp:spPr>
        <a:xfrm rot="19800000">
          <a:off x="1222088" y="390318"/>
          <a:ext cx="145821" cy="18522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3350">
            <a:lnSpc>
              <a:spcPct val="90000"/>
            </a:lnSpc>
            <a:spcBef>
              <a:spcPct val="0"/>
            </a:spcBef>
            <a:spcAft>
              <a:spcPct val="35000"/>
            </a:spcAft>
            <a:buNone/>
          </a:pPr>
          <a:endParaRPr lang="en-US" sz="300" kern="1200"/>
        </a:p>
      </dsp:txBody>
      <dsp:txXfrm>
        <a:off x="1225018" y="438300"/>
        <a:ext cx="102075" cy="111137"/>
      </dsp:txXfrm>
    </dsp:sp>
  </dsp:spTree>
</dsp:drawing>
</file>

<file path=ppt/diagrams/layout1.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226AC-8069-465F-BE35-AC5AC6A5824B}" type="datetimeFigureOut">
              <a:rPr lang="fr-FR" smtClean="0"/>
              <a:t>15/11/2021</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F5F71A-6683-4344-8A86-B72493AD35FC}" type="slidenum">
              <a:rPr lang="fr-FR" smtClean="0"/>
              <a:t>‹N°›</a:t>
            </a:fld>
            <a:endParaRPr lang="fr-FR"/>
          </a:p>
        </p:txBody>
      </p:sp>
    </p:spTree>
    <p:extLst>
      <p:ext uri="{BB962C8B-B14F-4D97-AF65-F5344CB8AC3E}">
        <p14:creationId xmlns:p14="http://schemas.microsoft.com/office/powerpoint/2010/main" val="728427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a:t>
            </a:fld>
            <a:endParaRPr lang="fr-FR"/>
          </a:p>
        </p:txBody>
      </p:sp>
    </p:spTree>
    <p:extLst>
      <p:ext uri="{BB962C8B-B14F-4D97-AF65-F5344CB8AC3E}">
        <p14:creationId xmlns:p14="http://schemas.microsoft.com/office/powerpoint/2010/main" val="22706995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3</a:t>
            </a:fld>
            <a:endParaRPr lang="fr-FR"/>
          </a:p>
        </p:txBody>
      </p:sp>
    </p:spTree>
    <p:extLst>
      <p:ext uri="{BB962C8B-B14F-4D97-AF65-F5344CB8AC3E}">
        <p14:creationId xmlns:p14="http://schemas.microsoft.com/office/powerpoint/2010/main" val="2627031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4</a:t>
            </a:fld>
            <a:endParaRPr lang="fr-FR"/>
          </a:p>
        </p:txBody>
      </p:sp>
    </p:spTree>
    <p:extLst>
      <p:ext uri="{BB962C8B-B14F-4D97-AF65-F5344CB8AC3E}">
        <p14:creationId xmlns:p14="http://schemas.microsoft.com/office/powerpoint/2010/main" val="3064327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6</a:t>
            </a:fld>
            <a:endParaRPr lang="fr-FR"/>
          </a:p>
        </p:txBody>
      </p:sp>
    </p:spTree>
    <p:extLst>
      <p:ext uri="{BB962C8B-B14F-4D97-AF65-F5344CB8AC3E}">
        <p14:creationId xmlns:p14="http://schemas.microsoft.com/office/powerpoint/2010/main" val="14455612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9</a:t>
            </a:fld>
            <a:endParaRPr lang="fr-FR"/>
          </a:p>
        </p:txBody>
      </p:sp>
    </p:spTree>
    <p:extLst>
      <p:ext uri="{BB962C8B-B14F-4D97-AF65-F5344CB8AC3E}">
        <p14:creationId xmlns:p14="http://schemas.microsoft.com/office/powerpoint/2010/main" val="2030781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10</a:t>
            </a:fld>
            <a:endParaRPr lang="fr-FR"/>
          </a:p>
        </p:txBody>
      </p:sp>
    </p:spTree>
    <p:extLst>
      <p:ext uri="{BB962C8B-B14F-4D97-AF65-F5344CB8AC3E}">
        <p14:creationId xmlns:p14="http://schemas.microsoft.com/office/powerpoint/2010/main" val="91147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13</a:t>
            </a:fld>
            <a:endParaRPr lang="fr-FR"/>
          </a:p>
        </p:txBody>
      </p:sp>
    </p:spTree>
    <p:extLst>
      <p:ext uri="{BB962C8B-B14F-4D97-AF65-F5344CB8AC3E}">
        <p14:creationId xmlns:p14="http://schemas.microsoft.com/office/powerpoint/2010/main" val="361280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15</a:t>
            </a:fld>
            <a:endParaRPr lang="fr-FR"/>
          </a:p>
        </p:txBody>
      </p:sp>
    </p:spTree>
    <p:extLst>
      <p:ext uri="{BB962C8B-B14F-4D97-AF65-F5344CB8AC3E}">
        <p14:creationId xmlns:p14="http://schemas.microsoft.com/office/powerpoint/2010/main" val="2881051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17</a:t>
            </a:fld>
            <a:endParaRPr lang="fr-FR"/>
          </a:p>
        </p:txBody>
      </p:sp>
    </p:spTree>
    <p:extLst>
      <p:ext uri="{BB962C8B-B14F-4D97-AF65-F5344CB8AC3E}">
        <p14:creationId xmlns:p14="http://schemas.microsoft.com/office/powerpoint/2010/main" val="2401072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20</a:t>
            </a:fld>
            <a:endParaRPr lang="fr-FR"/>
          </a:p>
        </p:txBody>
      </p:sp>
    </p:spTree>
    <p:extLst>
      <p:ext uri="{BB962C8B-B14F-4D97-AF65-F5344CB8AC3E}">
        <p14:creationId xmlns:p14="http://schemas.microsoft.com/office/powerpoint/2010/main" val="879527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23</a:t>
            </a:fld>
            <a:endParaRPr lang="fr-FR"/>
          </a:p>
        </p:txBody>
      </p:sp>
    </p:spTree>
    <p:extLst>
      <p:ext uri="{BB962C8B-B14F-4D97-AF65-F5344CB8AC3E}">
        <p14:creationId xmlns:p14="http://schemas.microsoft.com/office/powerpoint/2010/main" val="1111299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24</a:t>
            </a:fld>
            <a:endParaRPr lang="fr-FR"/>
          </a:p>
        </p:txBody>
      </p:sp>
    </p:spTree>
    <p:extLst>
      <p:ext uri="{BB962C8B-B14F-4D97-AF65-F5344CB8AC3E}">
        <p14:creationId xmlns:p14="http://schemas.microsoft.com/office/powerpoint/2010/main" val="3585654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Answer</a:t>
            </a:r>
            <a:r>
              <a:rPr lang="fr-FR" dirty="0"/>
              <a:t> : </a:t>
            </a:r>
          </a:p>
        </p:txBody>
      </p:sp>
      <p:sp>
        <p:nvSpPr>
          <p:cNvPr id="4" name="Espace réservé du numéro de diapositive 3"/>
          <p:cNvSpPr>
            <a:spLocks noGrp="1"/>
          </p:cNvSpPr>
          <p:nvPr>
            <p:ph type="sldNum" sz="quarter" idx="5"/>
          </p:nvPr>
        </p:nvSpPr>
        <p:spPr/>
        <p:txBody>
          <a:bodyPr/>
          <a:lstStyle/>
          <a:p>
            <a:fld id="{F0F5F71A-6683-4344-8A86-B72493AD35FC}" type="slidenum">
              <a:rPr lang="fr-FR" smtClean="0"/>
              <a:t>26</a:t>
            </a:fld>
            <a:endParaRPr lang="fr-FR"/>
          </a:p>
        </p:txBody>
      </p:sp>
    </p:spTree>
    <p:extLst>
      <p:ext uri="{BB962C8B-B14F-4D97-AF65-F5344CB8AC3E}">
        <p14:creationId xmlns:p14="http://schemas.microsoft.com/office/powerpoint/2010/main" val="1362522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‹N°›</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78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53427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rgbClr val="EC7B2B"/>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277848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bg1">
            <a:lumMod val="65000"/>
          </a:schemeClr>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90066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650851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11/15/2021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342583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1_Two Content">
    <p:bg>
      <p:bgPr>
        <a:solidFill>
          <a:schemeClr val="accent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solidFill>
            <a:schemeClr val="bg1"/>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solidFill>
            <a:schemeClr val="bg1"/>
          </a:solidFill>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solidFill>
            <a:schemeClr val="bg1"/>
          </a:solidFill>
        </p:spPr>
        <p:txBody>
          <a:bodyPr/>
          <a:lstStyle/>
          <a:p>
            <a:pPr lvl="0"/>
            <a:r>
              <a:rPr lang="en-US"/>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11/15/2021</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3437103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11/15/2021</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302118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11/15/2021</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643755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11/15/2021</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2327478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11/15/2021</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24672197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11/15/2021</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776290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4188442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‹N°›</a:t>
            </a:fld>
            <a:endParaRPr lang="en-US"/>
          </a:p>
        </p:txBody>
      </p:sp>
    </p:spTree>
    <p:extLst>
      <p:ext uri="{BB962C8B-B14F-4D97-AF65-F5344CB8AC3E}">
        <p14:creationId xmlns:p14="http://schemas.microsoft.com/office/powerpoint/2010/main" val="143055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11/15/2021</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‹N°›</a:t>
            </a:fld>
            <a:endParaRPr lang="en-US"/>
          </a:p>
        </p:txBody>
      </p:sp>
    </p:spTree>
    <p:extLst>
      <p:ext uri="{BB962C8B-B14F-4D97-AF65-F5344CB8AC3E}">
        <p14:creationId xmlns:p14="http://schemas.microsoft.com/office/powerpoint/2010/main" val="1904633910"/>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21" r:id="rId3"/>
    <p:sldLayoutId id="2147483722" r:id="rId4"/>
    <p:sldLayoutId id="2147483716" r:id="rId5"/>
    <p:sldLayoutId id="2147483717" r:id="rId6"/>
    <p:sldLayoutId id="2147483720" r:id="rId7"/>
    <p:sldLayoutId id="2147483718" r:id="rId8"/>
    <p:sldLayoutId id="2147483712" r:id="rId9"/>
    <p:sldLayoutId id="2147483708" r:id="rId10"/>
    <p:sldLayoutId id="2147483709" r:id="rId11"/>
    <p:sldLayoutId id="2147483710" r:id="rId12"/>
    <p:sldLayoutId id="2147483711" r:id="rId13"/>
    <p:sldLayoutId id="2147483713" r:id="rId1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svg"/><Relationship Id="rId18" Type="http://schemas.openxmlformats.org/officeDocument/2006/relationships/image" Target="../media/image1.png"/><Relationship Id="rId3" Type="http://schemas.openxmlformats.org/officeDocument/2006/relationships/hyperlink" Target="https://www.businessofapps.com/marketplace/push-notifications/research/push-notifications-statistics/#:~:text=The%20average%20US%20smartphone%20user%20gets%2046%20push,10%25%20of%20users%20to%20disable%20app%20push%20notifications" TargetMode="External"/><Relationship Id="rId21" Type="http://schemas.openxmlformats.org/officeDocument/2006/relationships/image" Target="../media/image8.svg"/><Relationship Id="rId7" Type="http://schemas.openxmlformats.org/officeDocument/2006/relationships/image" Target="../media/image10.svg"/><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image" Target="../media/image14.svg"/><Relationship Id="rId5" Type="http://schemas.openxmlformats.org/officeDocument/2006/relationships/hyperlink" Target="https://www.arobase.org/actu/chiffres-email.htm#:~:text=Nombre%20de%20mails%20envoy%C3%A9s%20chaque%20jour.%20Monde%20%3A,Internaute.%20Dans%20le%20monde%20%3A%201%2C7%20en%202015" TargetMode="External"/><Relationship Id="rId15" Type="http://schemas.openxmlformats.org/officeDocument/2006/relationships/image" Target="../media/image18.svg"/><Relationship Id="rId10" Type="http://schemas.openxmlformats.org/officeDocument/2006/relationships/image" Target="../media/image13.png"/><Relationship Id="rId19" Type="http://schemas.openxmlformats.org/officeDocument/2006/relationships/image" Target="../media/image2.svg"/><Relationship Id="rId4" Type="http://schemas.openxmlformats.org/officeDocument/2006/relationships/hyperlink" Target="https://www.campaignmonitor.com/blog/email-marketing/2019/05/shocking-truth-about-how-many-emails-sent/#:~:text=At%20a%20personal%20level%2C%20DMR%20reports%20show%20that,convey%20some%20form%20of%20value%20to%20the%20recipient" TargetMode="External"/><Relationship Id="rId9" Type="http://schemas.openxmlformats.org/officeDocument/2006/relationships/image" Target="../media/image12.svg"/><Relationship Id="rId14" Type="http://schemas.openxmlformats.org/officeDocument/2006/relationships/image" Target="../media/image17.png"/></Relationships>
</file>

<file path=ppt/slides/_rels/slide4.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nichelaboratory.com/Home/BlogTitleGenerator" TargetMode="Externa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slides/_rels/slide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8.sv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7.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hyperlink" Target="https://en.wikipedia.org/wiki/Steam_(software)" TargetMode="External"/><Relationship Id="rId26" Type="http://schemas.openxmlformats.org/officeDocument/2006/relationships/image" Target="../media/image40.png"/><Relationship Id="rId3" Type="http://schemas.openxmlformats.org/officeDocument/2006/relationships/hyperlink" Target="http://pngimg.com/download/94160" TargetMode="External"/><Relationship Id="rId21" Type="http://schemas.openxmlformats.org/officeDocument/2006/relationships/image" Target="../media/image37.png"/><Relationship Id="rId34" Type="http://schemas.openxmlformats.org/officeDocument/2006/relationships/hyperlink" Target="https://www.flickr.com/photos/blizzlive/3843622173" TargetMode="External"/><Relationship Id="rId7" Type="http://schemas.openxmlformats.org/officeDocument/2006/relationships/hyperlink" Target="https://en.wikipedia.org/wiki/File:Zoom_Communications_Logo.svg" TargetMode="External"/><Relationship Id="rId12" Type="http://schemas.openxmlformats.org/officeDocument/2006/relationships/image" Target="../media/image32.png"/><Relationship Id="rId17" Type="http://schemas.openxmlformats.org/officeDocument/2006/relationships/image" Target="../media/image35.png"/><Relationship Id="rId25" Type="http://schemas.openxmlformats.org/officeDocument/2006/relationships/image" Target="../media/image39.png"/><Relationship Id="rId33" Type="http://schemas.openxmlformats.org/officeDocument/2006/relationships/image" Target="../media/image44.jpg"/><Relationship Id="rId2" Type="http://schemas.openxmlformats.org/officeDocument/2006/relationships/image" Target="../media/image27.png"/><Relationship Id="rId16" Type="http://schemas.openxmlformats.org/officeDocument/2006/relationships/hyperlink" Target="https://www.onyxtruth.com/2016/11/16/facebook-live/" TargetMode="External"/><Relationship Id="rId20" Type="http://schemas.openxmlformats.org/officeDocument/2006/relationships/hyperlink" Target="https://az.wikipedia.org/wiki/Twitter" TargetMode="External"/><Relationship Id="rId29"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hyperlink" Target="https://en.wikipedia.org/wiki/Meetup" TargetMode="External"/><Relationship Id="rId24" Type="http://schemas.openxmlformats.org/officeDocument/2006/relationships/hyperlink" Target="https://en.wikipedia.org/wiki/YouTube_(channel)" TargetMode="External"/><Relationship Id="rId32" Type="http://schemas.openxmlformats.org/officeDocument/2006/relationships/hyperlink" Target="https://commons.wikimedia.org/wiki/File:Google_Meet_icon_(2020).svg" TargetMode="External"/><Relationship Id="rId5" Type="http://schemas.openxmlformats.org/officeDocument/2006/relationships/hyperlink" Target="https://en.wikipedia.org/wiki/File:Instagram_logo_2016.svg" TargetMode="External"/><Relationship Id="rId15" Type="http://schemas.openxmlformats.org/officeDocument/2006/relationships/image" Target="../media/image34.jpg"/><Relationship Id="rId23" Type="http://schemas.openxmlformats.org/officeDocument/2006/relationships/image" Target="../media/image38.png"/><Relationship Id="rId28" Type="http://schemas.openxmlformats.org/officeDocument/2006/relationships/image" Target="../media/image41.jpg"/><Relationship Id="rId36" Type="http://schemas.openxmlformats.org/officeDocument/2006/relationships/hyperlink" Target="https://www.nationaldeafcenter.org/news/communicating-face-mask-what-colleges-need-know-deaf-students-and-everyone" TargetMode="External"/><Relationship Id="rId10" Type="http://schemas.openxmlformats.org/officeDocument/2006/relationships/image" Target="../media/image31.png"/><Relationship Id="rId19" Type="http://schemas.openxmlformats.org/officeDocument/2006/relationships/image" Target="../media/image36.png"/><Relationship Id="rId31" Type="http://schemas.openxmlformats.org/officeDocument/2006/relationships/image" Target="../media/image43.png"/><Relationship Id="rId4" Type="http://schemas.openxmlformats.org/officeDocument/2006/relationships/image" Target="../media/image28.png"/><Relationship Id="rId9" Type="http://schemas.openxmlformats.org/officeDocument/2006/relationships/hyperlink" Target="https://en.wikipedia.org/wiki/File:Antu_spotify.svg" TargetMode="External"/><Relationship Id="rId14" Type="http://schemas.openxmlformats.org/officeDocument/2006/relationships/hyperlink" Target="http://pngimg.com/download/62374" TargetMode="External"/><Relationship Id="rId22" Type="http://schemas.openxmlformats.org/officeDocument/2006/relationships/hyperlink" Target="https://en.wikipedia.org/wiki/Timeline_of_LinkedIn" TargetMode="External"/><Relationship Id="rId27" Type="http://schemas.openxmlformats.org/officeDocument/2006/relationships/hyperlink" Target="https://www.sunipeyk.com/medium-logosunu-ikonunu-yine-degistirdi/" TargetMode="External"/><Relationship Id="rId30" Type="http://schemas.openxmlformats.org/officeDocument/2006/relationships/hyperlink" Target="https://en.wikipedia.org/wiki/File:WhatsApp.svg" TargetMode="External"/><Relationship Id="rId35" Type="http://schemas.openxmlformats.org/officeDocument/2006/relationships/image" Target="../media/image45.jpeg"/><Relationship Id="rId8"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35.png"/><Relationship Id="rId26" Type="http://schemas.openxmlformats.org/officeDocument/2006/relationships/image" Target="../media/image39.png"/><Relationship Id="rId21" Type="http://schemas.openxmlformats.org/officeDocument/2006/relationships/hyperlink" Target="https://az.wikipedia.org/wiki/Twitter" TargetMode="External"/><Relationship Id="rId34" Type="http://schemas.openxmlformats.org/officeDocument/2006/relationships/image" Target="../media/image44.jpg"/><Relationship Id="rId7" Type="http://schemas.openxmlformats.org/officeDocument/2006/relationships/image" Target="../media/image29.png"/><Relationship Id="rId12" Type="http://schemas.openxmlformats.org/officeDocument/2006/relationships/hyperlink" Target="https://en.wikipedia.org/wiki/Meetup" TargetMode="External"/><Relationship Id="rId17" Type="http://schemas.openxmlformats.org/officeDocument/2006/relationships/hyperlink" Target="https://www.onyxtruth.com/2016/11/16/facebook-live/" TargetMode="External"/><Relationship Id="rId25" Type="http://schemas.openxmlformats.org/officeDocument/2006/relationships/hyperlink" Target="https://en.wikipedia.org/wiki/YouTube_(channel)" TargetMode="External"/><Relationship Id="rId33" Type="http://schemas.openxmlformats.org/officeDocument/2006/relationships/hyperlink" Target="https://commons.wikimedia.org/wiki/File:Google_Meet_icon_(2020).svg" TargetMode="External"/><Relationship Id="rId2" Type="http://schemas.openxmlformats.org/officeDocument/2006/relationships/notesSlide" Target="../notesSlides/notesSlide7.xml"/><Relationship Id="rId16" Type="http://schemas.openxmlformats.org/officeDocument/2006/relationships/image" Target="../media/image34.jpg"/><Relationship Id="rId20" Type="http://schemas.openxmlformats.org/officeDocument/2006/relationships/image" Target="../media/image36.png"/><Relationship Id="rId29" Type="http://schemas.openxmlformats.org/officeDocument/2006/relationships/image" Target="../media/image41.jpg"/><Relationship Id="rId1" Type="http://schemas.openxmlformats.org/officeDocument/2006/relationships/slideLayout" Target="../slideLayouts/slideLayout7.xml"/><Relationship Id="rId6" Type="http://schemas.openxmlformats.org/officeDocument/2006/relationships/hyperlink" Target="https://en.wikipedia.org/wiki/File:Instagram_logo_2016.svg" TargetMode="External"/><Relationship Id="rId11" Type="http://schemas.openxmlformats.org/officeDocument/2006/relationships/image" Target="../media/image31.png"/><Relationship Id="rId24" Type="http://schemas.openxmlformats.org/officeDocument/2006/relationships/image" Target="../media/image38.png"/><Relationship Id="rId32" Type="http://schemas.openxmlformats.org/officeDocument/2006/relationships/image" Target="../media/image43.png"/><Relationship Id="rId37" Type="http://schemas.openxmlformats.org/officeDocument/2006/relationships/hyperlink" Target="https://www.nationaldeafcenter.org/news/communicating-face-mask-what-colleges-need-know-deaf-students-and-everyone" TargetMode="External"/><Relationship Id="rId5" Type="http://schemas.openxmlformats.org/officeDocument/2006/relationships/image" Target="../media/image28.png"/><Relationship Id="rId15" Type="http://schemas.openxmlformats.org/officeDocument/2006/relationships/hyperlink" Target="http://pngimg.com/download/62374" TargetMode="External"/><Relationship Id="rId23" Type="http://schemas.openxmlformats.org/officeDocument/2006/relationships/hyperlink" Target="https://en.wikipedia.org/wiki/Timeline_of_LinkedIn" TargetMode="External"/><Relationship Id="rId28" Type="http://schemas.openxmlformats.org/officeDocument/2006/relationships/hyperlink" Target="https://www.sunipeyk.com/medium-logosunu-ikonunu-yine-degistirdi/" TargetMode="External"/><Relationship Id="rId36" Type="http://schemas.openxmlformats.org/officeDocument/2006/relationships/image" Target="../media/image45.jpeg"/><Relationship Id="rId10" Type="http://schemas.openxmlformats.org/officeDocument/2006/relationships/hyperlink" Target="https://en.wikipedia.org/wiki/File:Antu_spotify.svg" TargetMode="External"/><Relationship Id="rId19" Type="http://schemas.openxmlformats.org/officeDocument/2006/relationships/hyperlink" Target="https://en.wikipedia.org/wiki/Steam_(software)" TargetMode="External"/><Relationship Id="rId31" Type="http://schemas.openxmlformats.org/officeDocument/2006/relationships/hyperlink" Target="https://en.wikipedia.org/wiki/File:WhatsApp.svg" TargetMode="External"/><Relationship Id="rId4" Type="http://schemas.openxmlformats.org/officeDocument/2006/relationships/hyperlink" Target="http://pngimg.com/download/94160" TargetMode="External"/><Relationship Id="rId9" Type="http://schemas.openxmlformats.org/officeDocument/2006/relationships/image" Target="../media/image30.png"/><Relationship Id="rId14" Type="http://schemas.openxmlformats.org/officeDocument/2006/relationships/image" Target="../media/image33.png"/><Relationship Id="rId22" Type="http://schemas.openxmlformats.org/officeDocument/2006/relationships/image" Target="../media/image37.png"/><Relationship Id="rId27" Type="http://schemas.openxmlformats.org/officeDocument/2006/relationships/image" Target="../media/image40.png"/><Relationship Id="rId30" Type="http://schemas.openxmlformats.org/officeDocument/2006/relationships/image" Target="../media/image42.png"/><Relationship Id="rId35" Type="http://schemas.openxmlformats.org/officeDocument/2006/relationships/hyperlink" Target="https://www.flickr.com/photos/blizzlive/3843622173" TargetMode="External"/><Relationship Id="rId8" Type="http://schemas.openxmlformats.org/officeDocument/2006/relationships/hyperlink" Target="https://en.wikipedia.org/wiki/File:Zoom_Communications_Logo.svg" TargetMode="External"/><Relationship Id="rId3" Type="http://schemas.openxmlformats.org/officeDocument/2006/relationships/image" Target="../media/image27.png"/></Relationships>
</file>

<file path=ppt/slides/_rels/slide14.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56.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 Id="rId14" Type="http://schemas.openxmlformats.org/officeDocument/2006/relationships/image" Target="../media/image58.png"/></Relationships>
</file>

<file path=ppt/slides/_rels/slide15.xml.rels><?xml version="1.0" encoding="UTF-8" standalone="yes"?>
<Relationships xmlns="http://schemas.openxmlformats.org/package/2006/relationships"><Relationship Id="rId8" Type="http://schemas.openxmlformats.org/officeDocument/2006/relationships/image" Target="../media/image51.svg"/><Relationship Id="rId13" Type="http://schemas.openxmlformats.org/officeDocument/2006/relationships/image" Target="../media/image56.png"/><Relationship Id="rId3" Type="http://schemas.openxmlformats.org/officeDocument/2006/relationships/image" Target="../media/image46.png"/><Relationship Id="rId7" Type="http://schemas.openxmlformats.org/officeDocument/2006/relationships/image" Target="../media/image50.png"/><Relationship Id="rId12" Type="http://schemas.openxmlformats.org/officeDocument/2006/relationships/image" Target="../media/image55.svg"/><Relationship Id="rId2" Type="http://schemas.openxmlformats.org/officeDocument/2006/relationships/notesSlide" Target="../notesSlides/notesSlide8.xml"/><Relationship Id="rId16" Type="http://schemas.openxmlformats.org/officeDocument/2006/relationships/image" Target="../media/image59.svg"/><Relationship Id="rId1" Type="http://schemas.openxmlformats.org/officeDocument/2006/relationships/slideLayout" Target="../slideLayouts/slideLayout7.xml"/><Relationship Id="rId6" Type="http://schemas.openxmlformats.org/officeDocument/2006/relationships/image" Target="../media/image49.svg"/><Relationship Id="rId11" Type="http://schemas.openxmlformats.org/officeDocument/2006/relationships/image" Target="../media/image54.png"/><Relationship Id="rId5" Type="http://schemas.openxmlformats.org/officeDocument/2006/relationships/image" Target="../media/image48.png"/><Relationship Id="rId15" Type="http://schemas.openxmlformats.org/officeDocument/2006/relationships/image" Target="../media/image58.png"/><Relationship Id="rId10" Type="http://schemas.openxmlformats.org/officeDocument/2006/relationships/image" Target="../media/image53.svg"/><Relationship Id="rId4" Type="http://schemas.openxmlformats.org/officeDocument/2006/relationships/image" Target="../media/image47.svg"/><Relationship Id="rId9" Type="http://schemas.openxmlformats.org/officeDocument/2006/relationships/image" Target="../media/image52.png"/><Relationship Id="rId14" Type="http://schemas.openxmlformats.org/officeDocument/2006/relationships/image" Target="../media/image57.svg"/></Relationships>
</file>

<file path=ppt/slides/_rels/slide16.xml.rels><?xml version="1.0" encoding="UTF-8" standalone="yes"?>
<Relationships xmlns="http://schemas.openxmlformats.org/package/2006/relationships"><Relationship Id="rId8" Type="http://schemas.openxmlformats.org/officeDocument/2006/relationships/image" Target="../media/image52.png"/><Relationship Id="rId13" Type="http://schemas.openxmlformats.org/officeDocument/2006/relationships/image" Target="../media/image57.svg"/><Relationship Id="rId3" Type="http://schemas.openxmlformats.org/officeDocument/2006/relationships/image" Target="../media/image47.svg"/><Relationship Id="rId7" Type="http://schemas.openxmlformats.org/officeDocument/2006/relationships/image" Target="../media/image51.svg"/><Relationship Id="rId12" Type="http://schemas.openxmlformats.org/officeDocument/2006/relationships/image" Target="../media/image56.pn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50.png"/><Relationship Id="rId11" Type="http://schemas.openxmlformats.org/officeDocument/2006/relationships/image" Target="../media/image55.svg"/><Relationship Id="rId5" Type="http://schemas.openxmlformats.org/officeDocument/2006/relationships/image" Target="../media/image49.svg"/><Relationship Id="rId15" Type="http://schemas.openxmlformats.org/officeDocument/2006/relationships/image" Target="../media/image59.sv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svg"/><Relationship Id="rId1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70.png"/><Relationship Id="rId3" Type="http://schemas.openxmlformats.org/officeDocument/2006/relationships/diagramData" Target="../diagrams/data1.xml"/><Relationship Id="rId21" Type="http://schemas.openxmlformats.org/officeDocument/2006/relationships/image" Target="../media/image73.svg"/><Relationship Id="rId7" Type="http://schemas.microsoft.com/office/2007/relationships/diagramDrawing" Target="../diagrams/drawing1.xml"/><Relationship Id="rId12" Type="http://schemas.openxmlformats.org/officeDocument/2006/relationships/image" Target="../media/image64.png"/><Relationship Id="rId17" Type="http://schemas.openxmlformats.org/officeDocument/2006/relationships/image" Target="../media/image69.svg"/><Relationship Id="rId2" Type="http://schemas.openxmlformats.org/officeDocument/2006/relationships/slideLayout" Target="../slideLayouts/slideLayout2.xml"/><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tags" Target="../tags/tag1.xml"/><Relationship Id="rId6" Type="http://schemas.openxmlformats.org/officeDocument/2006/relationships/diagramColors" Target="../diagrams/colors1.xml"/><Relationship Id="rId11" Type="http://schemas.openxmlformats.org/officeDocument/2006/relationships/image" Target="../media/image63.svg"/><Relationship Id="rId5" Type="http://schemas.openxmlformats.org/officeDocument/2006/relationships/diagramQuickStyle" Target="../diagrams/quickStyle1.xml"/><Relationship Id="rId15" Type="http://schemas.openxmlformats.org/officeDocument/2006/relationships/image" Target="../media/image67.svg"/><Relationship Id="rId23" Type="http://schemas.openxmlformats.org/officeDocument/2006/relationships/image" Target="../media/image75.svg"/><Relationship Id="rId10" Type="http://schemas.openxmlformats.org/officeDocument/2006/relationships/image" Target="../media/image62.png"/><Relationship Id="rId19" Type="http://schemas.openxmlformats.org/officeDocument/2006/relationships/image" Target="../media/image71.svg"/><Relationship Id="rId4" Type="http://schemas.openxmlformats.org/officeDocument/2006/relationships/diagramLayout" Target="../diagrams/layout1.xml"/><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4.png"/></Relationships>
</file>

<file path=ppt/slides/_rels/slide19.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65.svg"/><Relationship Id="rId18" Type="http://schemas.openxmlformats.org/officeDocument/2006/relationships/image" Target="../media/image70.png"/><Relationship Id="rId3" Type="http://schemas.openxmlformats.org/officeDocument/2006/relationships/diagramData" Target="../diagrams/data2.xml"/><Relationship Id="rId21" Type="http://schemas.openxmlformats.org/officeDocument/2006/relationships/image" Target="../media/image73.svg"/><Relationship Id="rId7" Type="http://schemas.microsoft.com/office/2007/relationships/diagramDrawing" Target="../diagrams/drawing2.xml"/><Relationship Id="rId12" Type="http://schemas.openxmlformats.org/officeDocument/2006/relationships/image" Target="../media/image64.png"/><Relationship Id="rId17" Type="http://schemas.openxmlformats.org/officeDocument/2006/relationships/image" Target="../media/image69.svg"/><Relationship Id="rId2" Type="http://schemas.openxmlformats.org/officeDocument/2006/relationships/slideLayout" Target="../slideLayouts/slideLayout2.xml"/><Relationship Id="rId16" Type="http://schemas.openxmlformats.org/officeDocument/2006/relationships/image" Target="../media/image68.png"/><Relationship Id="rId20" Type="http://schemas.openxmlformats.org/officeDocument/2006/relationships/image" Target="../media/image72.png"/><Relationship Id="rId1" Type="http://schemas.openxmlformats.org/officeDocument/2006/relationships/tags" Target="../tags/tag2.xml"/><Relationship Id="rId6" Type="http://schemas.openxmlformats.org/officeDocument/2006/relationships/diagramColors" Target="../diagrams/colors2.xml"/><Relationship Id="rId11" Type="http://schemas.openxmlformats.org/officeDocument/2006/relationships/image" Target="../media/image63.svg"/><Relationship Id="rId5" Type="http://schemas.openxmlformats.org/officeDocument/2006/relationships/diagramQuickStyle" Target="../diagrams/quickStyle2.xml"/><Relationship Id="rId15" Type="http://schemas.openxmlformats.org/officeDocument/2006/relationships/image" Target="../media/image67.svg"/><Relationship Id="rId23" Type="http://schemas.openxmlformats.org/officeDocument/2006/relationships/image" Target="../media/image75.svg"/><Relationship Id="rId10" Type="http://schemas.openxmlformats.org/officeDocument/2006/relationships/image" Target="../media/image62.png"/><Relationship Id="rId19" Type="http://schemas.openxmlformats.org/officeDocument/2006/relationships/image" Target="../media/image71.svg"/><Relationship Id="rId4" Type="http://schemas.openxmlformats.org/officeDocument/2006/relationships/diagramLayout" Target="../diagrams/layout2.xml"/><Relationship Id="rId9" Type="http://schemas.openxmlformats.org/officeDocument/2006/relationships/image" Target="../media/image61.svg"/><Relationship Id="rId14" Type="http://schemas.openxmlformats.org/officeDocument/2006/relationships/image" Target="../media/image66.png"/><Relationship Id="rId22" Type="http://schemas.openxmlformats.org/officeDocument/2006/relationships/image" Target="../media/image74.png"/></Relationships>
</file>

<file path=ppt/slides/_rels/slide20.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79.svg"/><Relationship Id="rId18" Type="http://schemas.openxmlformats.org/officeDocument/2006/relationships/image" Target="../media/image84.png"/><Relationship Id="rId26" Type="http://schemas.openxmlformats.org/officeDocument/2006/relationships/image" Target="../media/image90.png"/><Relationship Id="rId3" Type="http://schemas.openxmlformats.org/officeDocument/2006/relationships/diagramData" Target="../diagrams/data3.xml"/><Relationship Id="rId21" Type="http://schemas.openxmlformats.org/officeDocument/2006/relationships/image" Target="../media/image73.svg"/><Relationship Id="rId7" Type="http://schemas.microsoft.com/office/2007/relationships/diagramDrawing" Target="../diagrams/drawing3.xml"/><Relationship Id="rId12" Type="http://schemas.openxmlformats.org/officeDocument/2006/relationships/image" Target="../media/image78.png"/><Relationship Id="rId17" Type="http://schemas.openxmlformats.org/officeDocument/2006/relationships/image" Target="../media/image83.svg"/><Relationship Id="rId25" Type="http://schemas.openxmlformats.org/officeDocument/2006/relationships/image" Target="../media/image89.svg"/><Relationship Id="rId2" Type="http://schemas.openxmlformats.org/officeDocument/2006/relationships/notesSlide" Target="../notesSlides/notesSlide10.xml"/><Relationship Id="rId16" Type="http://schemas.openxmlformats.org/officeDocument/2006/relationships/image" Target="../media/image82.png"/><Relationship Id="rId20"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diagramColors" Target="../diagrams/colors3.xml"/><Relationship Id="rId11" Type="http://schemas.openxmlformats.org/officeDocument/2006/relationships/image" Target="../media/image77.svg"/><Relationship Id="rId24" Type="http://schemas.openxmlformats.org/officeDocument/2006/relationships/image" Target="../media/image88.png"/><Relationship Id="rId5" Type="http://schemas.openxmlformats.org/officeDocument/2006/relationships/diagramQuickStyle" Target="../diagrams/quickStyle3.xml"/><Relationship Id="rId15" Type="http://schemas.openxmlformats.org/officeDocument/2006/relationships/image" Target="../media/image81.svg"/><Relationship Id="rId23" Type="http://schemas.openxmlformats.org/officeDocument/2006/relationships/image" Target="../media/image87.svg"/><Relationship Id="rId10" Type="http://schemas.openxmlformats.org/officeDocument/2006/relationships/image" Target="../media/image76.png"/><Relationship Id="rId19" Type="http://schemas.openxmlformats.org/officeDocument/2006/relationships/image" Target="../media/image85.svg"/><Relationship Id="rId4" Type="http://schemas.openxmlformats.org/officeDocument/2006/relationships/diagramLayout" Target="../diagrams/layout3.xml"/><Relationship Id="rId9" Type="http://schemas.openxmlformats.org/officeDocument/2006/relationships/image" Target="../media/image61.svg"/><Relationship Id="rId14" Type="http://schemas.openxmlformats.org/officeDocument/2006/relationships/image" Target="../media/image80.png"/><Relationship Id="rId22" Type="http://schemas.openxmlformats.org/officeDocument/2006/relationships/image" Target="../media/image86.png"/><Relationship Id="rId27" Type="http://schemas.openxmlformats.org/officeDocument/2006/relationships/image" Target="../media/image91.svg"/></Relationships>
</file>

<file path=ppt/slides/_rels/slide21.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2.svg"/><Relationship Id="rId7" Type="http://schemas.openxmlformats.org/officeDocument/2006/relationships/image" Target="../media/image93.svg"/><Relationship Id="rId2" Type="http://schemas.openxmlformats.org/officeDocument/2006/relationships/image" Target="../media/image1.png"/><Relationship Id="rId1" Type="http://schemas.openxmlformats.org/officeDocument/2006/relationships/slideLayout" Target="../slideLayouts/slideLayout3.xml"/><Relationship Id="rId6" Type="http://schemas.openxmlformats.org/officeDocument/2006/relationships/image" Target="../media/image92.png"/><Relationship Id="rId5" Type="http://schemas.openxmlformats.org/officeDocument/2006/relationships/image" Target="../media/image26.svg"/><Relationship Id="rId4" Type="http://schemas.openxmlformats.org/officeDocument/2006/relationships/image" Target="../media/image25.png"/><Relationship Id="rId9" Type="http://schemas.openxmlformats.org/officeDocument/2006/relationships/image" Target="../media/image95.svg"/></Relationships>
</file>

<file path=ppt/slides/_rels/slide22.xml.rels><?xml version="1.0" encoding="UTF-8" standalone="yes"?>
<Relationships xmlns="http://schemas.openxmlformats.org/package/2006/relationships"><Relationship Id="rId8" Type="http://schemas.openxmlformats.org/officeDocument/2006/relationships/image" Target="../media/image97.svg"/><Relationship Id="rId13" Type="http://schemas.openxmlformats.org/officeDocument/2006/relationships/image" Target="../media/image102.png"/><Relationship Id="rId18" Type="http://schemas.openxmlformats.org/officeDocument/2006/relationships/image" Target="../media/image2.svg"/><Relationship Id="rId3" Type="http://schemas.openxmlformats.org/officeDocument/2006/relationships/diagramLayout" Target="../diagrams/layout4.xml"/><Relationship Id="rId7" Type="http://schemas.openxmlformats.org/officeDocument/2006/relationships/image" Target="../media/image96.png"/><Relationship Id="rId12" Type="http://schemas.openxmlformats.org/officeDocument/2006/relationships/image" Target="../media/image101.svg"/><Relationship Id="rId17" Type="http://schemas.openxmlformats.org/officeDocument/2006/relationships/image" Target="../media/image1.png"/><Relationship Id="rId2" Type="http://schemas.openxmlformats.org/officeDocument/2006/relationships/diagramData" Target="../diagrams/data4.xml"/><Relationship Id="rId16" Type="http://schemas.openxmlformats.org/officeDocument/2006/relationships/image" Target="../media/image105.svg"/><Relationship Id="rId1" Type="http://schemas.openxmlformats.org/officeDocument/2006/relationships/slideLayout" Target="../slideLayouts/slideLayout2.xml"/><Relationship Id="rId6" Type="http://schemas.microsoft.com/office/2007/relationships/diagramDrawing" Target="../diagrams/drawing4.xml"/><Relationship Id="rId11" Type="http://schemas.openxmlformats.org/officeDocument/2006/relationships/image" Target="../media/image100.png"/><Relationship Id="rId5" Type="http://schemas.openxmlformats.org/officeDocument/2006/relationships/diagramColors" Target="../diagrams/colors4.xml"/><Relationship Id="rId15" Type="http://schemas.openxmlformats.org/officeDocument/2006/relationships/image" Target="../media/image104.png"/><Relationship Id="rId10" Type="http://schemas.openxmlformats.org/officeDocument/2006/relationships/image" Target="../media/image99.svg"/><Relationship Id="rId4" Type="http://schemas.openxmlformats.org/officeDocument/2006/relationships/diagramQuickStyle" Target="../diagrams/quickStyle4.xml"/><Relationship Id="rId9" Type="http://schemas.openxmlformats.org/officeDocument/2006/relationships/image" Target="../media/image98.png"/><Relationship Id="rId14" Type="http://schemas.openxmlformats.org/officeDocument/2006/relationships/image" Target="../media/image103.svg"/></Relationships>
</file>

<file path=ppt/slides/_rels/slide23.xml.rels><?xml version="1.0" encoding="UTF-8" standalone="yes"?>
<Relationships xmlns="http://schemas.openxmlformats.org/package/2006/relationships"><Relationship Id="rId8" Type="http://schemas.openxmlformats.org/officeDocument/2006/relationships/image" Target="../media/image96.png"/><Relationship Id="rId13" Type="http://schemas.openxmlformats.org/officeDocument/2006/relationships/image" Target="../media/image101.svg"/><Relationship Id="rId18" Type="http://schemas.openxmlformats.org/officeDocument/2006/relationships/image" Target="../media/image1.png"/><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image" Target="../media/image100.png"/><Relationship Id="rId17" Type="http://schemas.openxmlformats.org/officeDocument/2006/relationships/image" Target="../media/image105.svg"/><Relationship Id="rId2" Type="http://schemas.openxmlformats.org/officeDocument/2006/relationships/notesSlide" Target="../notesSlides/notesSlide11.xml"/><Relationship Id="rId16" Type="http://schemas.openxmlformats.org/officeDocument/2006/relationships/image" Target="../media/image104.png"/><Relationship Id="rId1" Type="http://schemas.openxmlformats.org/officeDocument/2006/relationships/slideLayout" Target="../slideLayouts/slideLayout7.xml"/><Relationship Id="rId6" Type="http://schemas.openxmlformats.org/officeDocument/2006/relationships/diagramColors" Target="../diagrams/colors5.xml"/><Relationship Id="rId11" Type="http://schemas.openxmlformats.org/officeDocument/2006/relationships/image" Target="../media/image99.svg"/><Relationship Id="rId5" Type="http://schemas.openxmlformats.org/officeDocument/2006/relationships/diagramQuickStyle" Target="../diagrams/quickStyle5.xml"/><Relationship Id="rId15" Type="http://schemas.openxmlformats.org/officeDocument/2006/relationships/image" Target="../media/image103.svg"/><Relationship Id="rId10" Type="http://schemas.openxmlformats.org/officeDocument/2006/relationships/image" Target="../media/image98.png"/><Relationship Id="rId19" Type="http://schemas.openxmlformats.org/officeDocument/2006/relationships/image" Target="../media/image2.svg"/><Relationship Id="rId4" Type="http://schemas.openxmlformats.org/officeDocument/2006/relationships/diagramLayout" Target="../diagrams/layout5.xml"/><Relationship Id="rId9" Type="http://schemas.openxmlformats.org/officeDocument/2006/relationships/image" Target="../media/image97.svg"/><Relationship Id="rId14" Type="http://schemas.openxmlformats.org/officeDocument/2006/relationships/image" Target="../media/image10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07.svg"/><Relationship Id="rId5" Type="http://schemas.openxmlformats.org/officeDocument/2006/relationships/image" Target="../media/image106.png"/><Relationship Id="rId4" Type="http://schemas.openxmlformats.org/officeDocument/2006/relationships/image" Target="../media/image2.svg"/></Relationships>
</file>

<file path=ppt/slides/_rels/slide25.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svg"/><Relationship Id="rId3" Type="http://schemas.openxmlformats.org/officeDocument/2006/relationships/hyperlink" Target="http://www.publicdomainfiles.com/show_file.php?id=13920106812423" TargetMode="External"/><Relationship Id="rId7" Type="http://schemas.openxmlformats.org/officeDocument/2006/relationships/image" Target="../media/image111.svg"/><Relationship Id="rId12" Type="http://schemas.openxmlformats.org/officeDocument/2006/relationships/image" Target="../media/image116.png"/><Relationship Id="rId17" Type="http://schemas.openxmlformats.org/officeDocument/2006/relationships/image" Target="../media/image121.svg"/><Relationship Id="rId2" Type="http://schemas.openxmlformats.org/officeDocument/2006/relationships/image" Target="../media/image108.png"/><Relationship Id="rId16" Type="http://schemas.openxmlformats.org/officeDocument/2006/relationships/image" Target="../media/image120.png"/><Relationship Id="rId1" Type="http://schemas.openxmlformats.org/officeDocument/2006/relationships/slideLayout" Target="../slideLayouts/slideLayout8.xml"/><Relationship Id="rId6" Type="http://schemas.openxmlformats.org/officeDocument/2006/relationships/image" Target="../media/image110.png"/><Relationship Id="rId11" Type="http://schemas.openxmlformats.org/officeDocument/2006/relationships/image" Target="../media/image115.svg"/><Relationship Id="rId5" Type="http://schemas.openxmlformats.org/officeDocument/2006/relationships/hyperlink" Target="https://en.wikipedia.org/wiki/File:Red_x.svg" TargetMode="External"/><Relationship Id="rId15" Type="http://schemas.openxmlformats.org/officeDocument/2006/relationships/image" Target="../media/image119.svg"/><Relationship Id="rId10" Type="http://schemas.openxmlformats.org/officeDocument/2006/relationships/image" Target="../media/image114.png"/><Relationship Id="rId4" Type="http://schemas.openxmlformats.org/officeDocument/2006/relationships/image" Target="../media/image109.png"/><Relationship Id="rId9" Type="http://schemas.openxmlformats.org/officeDocument/2006/relationships/image" Target="../media/image113.svg"/><Relationship Id="rId14" Type="http://schemas.openxmlformats.org/officeDocument/2006/relationships/image" Target="../media/image118.png"/></Relationships>
</file>

<file path=ppt/slides/_rels/slide26.xml.rels><?xml version="1.0" encoding="UTF-8" standalone="yes"?>
<Relationships xmlns="http://schemas.openxmlformats.org/package/2006/relationships"><Relationship Id="rId8" Type="http://schemas.openxmlformats.org/officeDocument/2006/relationships/image" Target="../media/image121.svg"/><Relationship Id="rId13" Type="http://schemas.openxmlformats.org/officeDocument/2006/relationships/image" Target="../media/image114.png"/><Relationship Id="rId3" Type="http://schemas.openxmlformats.org/officeDocument/2006/relationships/image" Target="../media/image116.png"/><Relationship Id="rId7" Type="http://schemas.openxmlformats.org/officeDocument/2006/relationships/image" Target="../media/image120.png"/><Relationship Id="rId12" Type="http://schemas.openxmlformats.org/officeDocument/2006/relationships/image" Target="../media/image113.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19.svg"/><Relationship Id="rId11" Type="http://schemas.openxmlformats.org/officeDocument/2006/relationships/image" Target="../media/image112.png"/><Relationship Id="rId5" Type="http://schemas.openxmlformats.org/officeDocument/2006/relationships/image" Target="../media/image118.png"/><Relationship Id="rId10" Type="http://schemas.openxmlformats.org/officeDocument/2006/relationships/image" Target="../media/image111.svg"/><Relationship Id="rId4" Type="http://schemas.openxmlformats.org/officeDocument/2006/relationships/image" Target="../media/image117.svg"/><Relationship Id="rId9" Type="http://schemas.openxmlformats.org/officeDocument/2006/relationships/image" Target="../media/image110.png"/><Relationship Id="rId14" Type="http://schemas.openxmlformats.org/officeDocument/2006/relationships/image" Target="../media/image115.svg"/></Relationships>
</file>

<file path=ppt/slides/_rels/slide27.xml.rels><?xml version="1.0" encoding="UTF-8" standalone="yes"?>
<Relationships xmlns="http://schemas.openxmlformats.org/package/2006/relationships"><Relationship Id="rId8" Type="http://schemas.openxmlformats.org/officeDocument/2006/relationships/image" Target="../media/image116.png"/><Relationship Id="rId13" Type="http://schemas.openxmlformats.org/officeDocument/2006/relationships/image" Target="../media/image121.svg"/><Relationship Id="rId3" Type="http://schemas.openxmlformats.org/officeDocument/2006/relationships/image" Target="../media/image111.svg"/><Relationship Id="rId7" Type="http://schemas.openxmlformats.org/officeDocument/2006/relationships/image" Target="../media/image115.svg"/><Relationship Id="rId12"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8.xml"/><Relationship Id="rId6" Type="http://schemas.openxmlformats.org/officeDocument/2006/relationships/image" Target="../media/image114.png"/><Relationship Id="rId11" Type="http://schemas.openxmlformats.org/officeDocument/2006/relationships/image" Target="../media/image119.svg"/><Relationship Id="rId5" Type="http://schemas.openxmlformats.org/officeDocument/2006/relationships/image" Target="../media/image113.sv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D6FBB9D-1CAA-4D05-AB33-BABDFE17B8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04727B71-B4B6-4823-80A1-68C40B475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9A6DB05-9FB5-4B07-8675-74C23D4FD8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Rectangle 20">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3" name="Freeform: Shape 22">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5" name="Freeform: Shape 24">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re 3">
            <a:extLst>
              <a:ext uri="{FF2B5EF4-FFF2-40B4-BE49-F238E27FC236}">
                <a16:creationId xmlns:a16="http://schemas.microsoft.com/office/drawing/2014/main" id="{DD394831-DF93-46A4-A449-B5143943734E}"/>
              </a:ext>
            </a:extLst>
          </p:cNvPr>
          <p:cNvSpPr>
            <a:spLocks noGrp="1"/>
          </p:cNvSpPr>
          <p:nvPr>
            <p:ph type="ctrTitle"/>
          </p:nvPr>
        </p:nvSpPr>
        <p:spPr>
          <a:xfrm>
            <a:off x="371094" y="1161288"/>
            <a:ext cx="3438144" cy="1239012"/>
          </a:xfrm>
        </p:spPr>
        <p:txBody>
          <a:bodyPr vert="horz" lIns="91440" tIns="45720" rIns="91440" bIns="45720" rtlCol="0" anchor="ctr">
            <a:normAutofit/>
          </a:bodyPr>
          <a:lstStyle/>
          <a:p>
            <a:r>
              <a:rPr lang="en-US" sz="2800" dirty="0"/>
              <a:t>The Content challenges</a:t>
            </a:r>
          </a:p>
        </p:txBody>
      </p:sp>
      <p:sp>
        <p:nvSpPr>
          <p:cNvPr id="27" name="Rectangle 26">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Sous-titre 4">
            <a:extLst>
              <a:ext uri="{FF2B5EF4-FFF2-40B4-BE49-F238E27FC236}">
                <a16:creationId xmlns:a16="http://schemas.microsoft.com/office/drawing/2014/main" id="{36B5E41D-7A12-412D-B2B4-21467B4881FB}"/>
              </a:ext>
            </a:extLst>
          </p:cNvPr>
          <p:cNvSpPr>
            <a:spLocks noGrp="1"/>
          </p:cNvSpPr>
          <p:nvPr>
            <p:ph type="subTitle" idx="1"/>
          </p:nvPr>
        </p:nvSpPr>
        <p:spPr>
          <a:xfrm>
            <a:off x="576072" y="2890982"/>
            <a:ext cx="3233166" cy="3775632"/>
          </a:xfrm>
        </p:spPr>
        <p:txBody>
          <a:bodyPr>
            <a:normAutofit fontScale="62500" lnSpcReduction="20000"/>
          </a:bodyPr>
          <a:lstStyle/>
          <a:p>
            <a:r>
              <a:rPr lang="en-US" dirty="0"/>
              <a:t>Since the digital age, Community Boosting and content management have been even more entangled than before. </a:t>
            </a:r>
          </a:p>
          <a:p>
            <a:endParaRPr lang="en-US" dirty="0"/>
          </a:p>
          <a:p>
            <a:r>
              <a:rPr lang="en-US" dirty="0"/>
              <a:t>A community booster is a person who understands the dynamics around content, and a content person can get many benefits in understanding the dynamics of a community.</a:t>
            </a:r>
          </a:p>
        </p:txBody>
      </p:sp>
      <p:grpSp>
        <p:nvGrpSpPr>
          <p:cNvPr id="10" name="Groupe 9">
            <a:extLst>
              <a:ext uri="{FF2B5EF4-FFF2-40B4-BE49-F238E27FC236}">
                <a16:creationId xmlns:a16="http://schemas.microsoft.com/office/drawing/2014/main" id="{41BEE812-5D2F-44EE-94B3-C95906388CDE}"/>
              </a:ext>
            </a:extLst>
          </p:cNvPr>
          <p:cNvGrpSpPr/>
          <p:nvPr/>
        </p:nvGrpSpPr>
        <p:grpSpPr>
          <a:xfrm>
            <a:off x="4901184" y="1250578"/>
            <a:ext cx="6922008" cy="4457427"/>
            <a:chOff x="4863799" y="3451227"/>
            <a:chExt cx="2200924" cy="1417285"/>
          </a:xfrm>
        </p:grpSpPr>
        <p:pic>
          <p:nvPicPr>
            <p:cNvPr id="7" name="Graphique 6" descr="Personne confuse avec un remplissage uni">
              <a:extLst>
                <a:ext uri="{FF2B5EF4-FFF2-40B4-BE49-F238E27FC236}">
                  <a16:creationId xmlns:a16="http://schemas.microsoft.com/office/drawing/2014/main" id="{859D1404-9E35-4AA3-86E3-360E138B61E5}"/>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863799" y="3451227"/>
              <a:ext cx="1983159" cy="1417285"/>
            </a:xfrm>
            <a:prstGeom prst="rect">
              <a:avLst/>
            </a:prstGeom>
          </p:spPr>
        </p:pic>
        <p:pic>
          <p:nvPicPr>
            <p:cNvPr id="8" name="Graphique 7" descr="Base de données avec un remplissage uni">
              <a:extLst>
                <a:ext uri="{FF2B5EF4-FFF2-40B4-BE49-F238E27FC236}">
                  <a16:creationId xmlns:a16="http://schemas.microsoft.com/office/drawing/2014/main" id="{9E0D1596-73BF-445B-BD59-D802EEA39B9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22357" y="4022658"/>
              <a:ext cx="492681" cy="492681"/>
            </a:xfrm>
            <a:prstGeom prst="rect">
              <a:avLst/>
            </a:prstGeom>
          </p:spPr>
        </p:pic>
        <p:sp>
          <p:nvSpPr>
            <p:cNvPr id="9" name="ZoneTexte 8">
              <a:extLst>
                <a:ext uri="{FF2B5EF4-FFF2-40B4-BE49-F238E27FC236}">
                  <a16:creationId xmlns:a16="http://schemas.microsoft.com/office/drawing/2014/main" id="{97AE5E41-8DA6-4631-B973-7806BCD9970E}"/>
                </a:ext>
              </a:extLst>
            </p:cNvPr>
            <p:cNvSpPr txBox="1"/>
            <p:nvPr/>
          </p:nvSpPr>
          <p:spPr>
            <a:xfrm>
              <a:off x="6255003" y="3833137"/>
              <a:ext cx="809720" cy="261610"/>
            </a:xfrm>
            <a:prstGeom prst="rect">
              <a:avLst/>
            </a:prstGeom>
            <a:noFill/>
          </p:spPr>
          <p:txBody>
            <a:bodyPr wrap="square" rtlCol="0">
              <a:normAutofit/>
            </a:bodyPr>
            <a:lstStyle/>
            <a:p>
              <a:pPr algn="ctr">
                <a:spcAft>
                  <a:spcPts val="600"/>
                </a:spcAft>
              </a:pPr>
              <a:r>
                <a:rPr lang="en-US" sz="4600" b="1">
                  <a:solidFill>
                    <a:schemeClr val="accent1"/>
                  </a:solidFill>
                </a:rPr>
                <a:t>Content</a:t>
              </a:r>
            </a:p>
          </p:txBody>
        </p:sp>
      </p:grpSp>
      <p:pic>
        <p:nvPicPr>
          <p:cNvPr id="3" name="Graphique 2" descr="Visage portant des lunettes de soleil à remplissage uni avec un remplissage uni">
            <a:extLst>
              <a:ext uri="{FF2B5EF4-FFF2-40B4-BE49-F238E27FC236}">
                <a16:creationId xmlns:a16="http://schemas.microsoft.com/office/drawing/2014/main" id="{298BDE27-6BD2-44C4-A272-245B7F110A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12840" y="1250578"/>
            <a:ext cx="2049630" cy="2049630"/>
          </a:xfrm>
          <a:prstGeom prst="rect">
            <a:avLst/>
          </a:prstGeom>
        </p:spPr>
      </p:pic>
    </p:spTree>
    <p:extLst>
      <p:ext uri="{BB962C8B-B14F-4D97-AF65-F5344CB8AC3E}">
        <p14:creationId xmlns:p14="http://schemas.microsoft.com/office/powerpoint/2010/main" val="2027400409"/>
      </p:ext>
    </p:extLst>
  </p:cSld>
  <p:clrMapOvr>
    <a:masterClrMapping/>
  </p:clrMapOvr>
  <mc:AlternateContent xmlns:mc="http://schemas.openxmlformats.org/markup-compatibility/2006" xmlns:p14="http://schemas.microsoft.com/office/powerpoint/2010/main">
    <mc:Choice Requires="p14">
      <p:transition spd="slow" p14:dur="2000" advTm="21134"/>
    </mc:Choice>
    <mc:Fallback xmlns="">
      <p:transition spd="slow" advTm="2113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C7B2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keep sending content, but almost nobody reads it. </a:t>
            </a:r>
          </a:p>
          <a:p>
            <a:pPr algn="ctr"/>
            <a:endParaRPr lang="en-US" dirty="0"/>
          </a:p>
          <a:p>
            <a:pPr algn="ctr"/>
            <a:r>
              <a:rPr lang="en-US" dirty="0"/>
              <a:t>I tried pulling out a poll to figure out preferences, but almost nobody reads it.</a:t>
            </a:r>
          </a:p>
        </p:txBody>
      </p:sp>
      <p:grpSp>
        <p:nvGrpSpPr>
          <p:cNvPr id="24" name="Groupe 23">
            <a:extLst>
              <a:ext uri="{FF2B5EF4-FFF2-40B4-BE49-F238E27FC236}">
                <a16:creationId xmlns:a16="http://schemas.microsoft.com/office/drawing/2014/main" id="{52F08069-2502-4E3E-B07D-1CA1C57BF1D5}"/>
              </a:ext>
            </a:extLst>
          </p:cNvPr>
          <p:cNvGrpSpPr/>
          <p:nvPr/>
        </p:nvGrpSpPr>
        <p:grpSpPr>
          <a:xfrm>
            <a:off x="2192955" y="4794025"/>
            <a:ext cx="1983159" cy="1461454"/>
            <a:chOff x="420283" y="3559673"/>
            <a:chExt cx="1983159" cy="1461454"/>
          </a:xfrm>
        </p:grpSpPr>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420283" y="3603842"/>
              <a:ext cx="1983159" cy="1417285"/>
            </a:xfrm>
            <a:prstGeom prst="rect">
              <a:avLst/>
            </a:prstGeom>
          </p:spPr>
        </p:pic>
        <p:pic>
          <p:nvPicPr>
            <p:cNvPr id="26" name="Graphique 25" descr="Visage triste à remplissage solide avec un remplissage uni">
              <a:extLst>
                <a:ext uri="{FF2B5EF4-FFF2-40B4-BE49-F238E27FC236}">
                  <a16:creationId xmlns:a16="http://schemas.microsoft.com/office/drawing/2014/main" id="{18EED476-B954-4D9C-A397-17CDC319970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2645" y="3559673"/>
              <a:ext cx="697805" cy="697805"/>
            </a:xfrm>
            <a:prstGeom prst="rect">
              <a:avLst/>
            </a:prstGeom>
          </p:spPr>
        </p:pic>
      </p:grpSp>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spTree>
    <p:extLst>
      <p:ext uri="{BB962C8B-B14F-4D97-AF65-F5344CB8AC3E}">
        <p14:creationId xmlns:p14="http://schemas.microsoft.com/office/powerpoint/2010/main" val="3367407063"/>
      </p:ext>
    </p:extLst>
  </p:cSld>
  <p:clrMapOvr>
    <a:masterClrMapping/>
  </p:clrMapOvr>
  <mc:AlternateContent xmlns:mc="http://schemas.openxmlformats.org/markup-compatibility/2006" xmlns:p14="http://schemas.microsoft.com/office/powerpoint/2010/main">
    <mc:Choice Requires="p14">
      <p:transition spd="slow" p14:dur="2000" advTm="16745"/>
    </mc:Choice>
    <mc:Fallback xmlns="">
      <p:transition spd="slow" advTm="1674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 coins arrondis 104">
            <a:extLst>
              <a:ext uri="{FF2B5EF4-FFF2-40B4-BE49-F238E27FC236}">
                <a16:creationId xmlns:a16="http://schemas.microsoft.com/office/drawing/2014/main" id="{C2A36FAD-6BD5-4BA8-89D7-31E9CCAAFF28}"/>
              </a:ext>
            </a:extLst>
          </p:cNvPr>
          <p:cNvSpPr/>
          <p:nvPr/>
        </p:nvSpPr>
        <p:spPr>
          <a:xfrm>
            <a:off x="5689600" y="2239082"/>
            <a:ext cx="6362700" cy="3691818"/>
          </a:xfrm>
          <a:prstGeom prst="roundRect">
            <a:avLst>
              <a:gd name="adj" fmla="val 875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Challenge #C1 </a:t>
            </a:r>
            <a:br>
              <a:rPr lang="en-US" dirty="0"/>
            </a:br>
            <a:r>
              <a:rPr lang="en-US" dirty="0"/>
              <a:t>Catching attention</a:t>
            </a:r>
          </a:p>
        </p:txBody>
      </p:sp>
      <p:sp>
        <p:nvSpPr>
          <p:cNvPr id="5" name="ZoneTexte 4">
            <a:extLst>
              <a:ext uri="{FF2B5EF4-FFF2-40B4-BE49-F238E27FC236}">
                <a16:creationId xmlns:a16="http://schemas.microsoft.com/office/drawing/2014/main" id="{B7405D46-AAC0-4D2F-B694-FD7ACE0270C0}"/>
              </a:ext>
            </a:extLst>
          </p:cNvPr>
          <p:cNvSpPr txBox="1"/>
          <p:nvPr/>
        </p:nvSpPr>
        <p:spPr>
          <a:xfrm>
            <a:off x="6682432" y="2533424"/>
            <a:ext cx="2546449" cy="3139321"/>
          </a:xfrm>
          <a:prstGeom prst="rect">
            <a:avLst/>
          </a:prstGeom>
          <a:noFill/>
        </p:spPr>
        <p:txBody>
          <a:bodyPr wrap="square" rtlCol="0">
            <a:spAutoFit/>
          </a:bodyPr>
          <a:lstStyle/>
          <a:p>
            <a:r>
              <a:rPr lang="en-US" b="1" dirty="0"/>
              <a:t>46 notifications </a:t>
            </a:r>
            <a:r>
              <a:rPr lang="en-US" dirty="0"/>
              <a:t>per day</a:t>
            </a:r>
          </a:p>
          <a:p>
            <a:endParaRPr lang="en-US" dirty="0"/>
          </a:p>
          <a:p>
            <a:endParaRPr lang="en-US" dirty="0"/>
          </a:p>
          <a:p>
            <a:r>
              <a:rPr lang="en-US" b="1" dirty="0"/>
              <a:t>39 e-mails </a:t>
            </a:r>
            <a:r>
              <a:rPr lang="en-US" dirty="0"/>
              <a:t>per day</a:t>
            </a:r>
          </a:p>
          <a:p>
            <a:endParaRPr lang="en-US" dirty="0"/>
          </a:p>
          <a:p>
            <a:endParaRPr lang="en-US" dirty="0"/>
          </a:p>
          <a:p>
            <a:endParaRPr lang="en-US" dirty="0"/>
          </a:p>
          <a:p>
            <a:r>
              <a:rPr lang="en-US" dirty="0"/>
              <a:t>Attention span </a:t>
            </a:r>
            <a:r>
              <a:rPr lang="en-US" b="1" dirty="0"/>
              <a:t>&lt; 10 seconds</a:t>
            </a:r>
            <a:r>
              <a:rPr lang="en-US" dirty="0"/>
              <a:t> in online videos</a:t>
            </a:r>
          </a:p>
        </p:txBody>
      </p:sp>
      <p:sp>
        <p:nvSpPr>
          <p:cNvPr id="7" name="ZoneTexte 6">
            <a:extLst>
              <a:ext uri="{FF2B5EF4-FFF2-40B4-BE49-F238E27FC236}">
                <a16:creationId xmlns:a16="http://schemas.microsoft.com/office/drawing/2014/main" id="{8355014B-F103-4460-80BD-ACDECC9BA4FE}"/>
              </a:ext>
            </a:extLst>
          </p:cNvPr>
          <p:cNvSpPr txBox="1"/>
          <p:nvPr/>
        </p:nvSpPr>
        <p:spPr>
          <a:xfrm>
            <a:off x="0" y="6082012"/>
            <a:ext cx="8806648" cy="738664"/>
          </a:xfrm>
          <a:prstGeom prst="rect">
            <a:avLst/>
          </a:prstGeom>
          <a:noFill/>
        </p:spPr>
        <p:txBody>
          <a:bodyPr wrap="square">
            <a:spAutoFit/>
          </a:bodyPr>
          <a:lstStyle/>
          <a:p>
            <a:r>
              <a:rPr lang="en-US" sz="600" dirty="0">
                <a:hlinkClick r:id="rId3"/>
              </a:rPr>
              <a:t>https://www.businessofapps.com/marketplace/push-notifications/research/push-notifications-statistics/#:~:text=The%20average%20US%20smartphone%20user%20gets%2046%20push,10%25%20of%20users%20to%20disable%20app%20push%20notifications</a:t>
            </a:r>
            <a:r>
              <a:rPr lang="en-US" sz="600" dirty="0"/>
              <a:t>.</a:t>
            </a:r>
          </a:p>
          <a:p>
            <a:r>
              <a:rPr lang="en-US" sz="600" dirty="0"/>
              <a:t> </a:t>
            </a:r>
            <a:r>
              <a:rPr lang="en-US" sz="600" dirty="0">
                <a:hlinkClick r:id="rId4"/>
              </a:rPr>
              <a:t>https://www.campaignmonitor.com/blog/email-marketing/2019/05/shocking-truth-about-how-many-emails-sent/#:~:text=At%20a%20personal%20level%2C%20DMR%20reports%20show%20that,convey%20some%20form%20of%20value%20to%20the%20recipient</a:t>
            </a:r>
            <a:r>
              <a:rPr lang="en-US" sz="600" dirty="0"/>
              <a:t>.</a:t>
            </a:r>
          </a:p>
          <a:p>
            <a:r>
              <a:rPr lang="en-US" sz="600" dirty="0">
                <a:hlinkClick r:id="rId5"/>
              </a:rPr>
              <a:t>https://www.arobase.org/actu/chiffres-email.htm#:~:text=Nombre%20de%20mails%20envoy%C3%A9s%20chaque%20jour.%20Monde%20%3A,Internaute.%20Dans%20le%20monde%20%3A%201%2C7%20en%202015</a:t>
            </a:r>
            <a:endParaRPr lang="en-US" sz="600" dirty="0"/>
          </a:p>
          <a:p>
            <a:endParaRPr lang="en-US" sz="600" dirty="0"/>
          </a:p>
          <a:p>
            <a:endParaRPr lang="en-US" sz="600" dirty="0"/>
          </a:p>
        </p:txBody>
      </p:sp>
      <p:grpSp>
        <p:nvGrpSpPr>
          <p:cNvPr id="96" name="Groupe 95">
            <a:extLst>
              <a:ext uri="{FF2B5EF4-FFF2-40B4-BE49-F238E27FC236}">
                <a16:creationId xmlns:a16="http://schemas.microsoft.com/office/drawing/2014/main" id="{77FB372F-5DE4-4964-85C0-A00EA6A3E1E9}"/>
              </a:ext>
            </a:extLst>
          </p:cNvPr>
          <p:cNvGrpSpPr/>
          <p:nvPr/>
        </p:nvGrpSpPr>
        <p:grpSpPr>
          <a:xfrm>
            <a:off x="9038757" y="3477735"/>
            <a:ext cx="2917701" cy="848590"/>
            <a:chOff x="4044446" y="3253735"/>
            <a:chExt cx="3689269" cy="1072995"/>
          </a:xfrm>
        </p:grpSpPr>
        <p:pic>
          <p:nvPicPr>
            <p:cNvPr id="8" name="Graphique 7" descr="Adresse de courrier avec un remplissage uni">
              <a:extLst>
                <a:ext uri="{FF2B5EF4-FFF2-40B4-BE49-F238E27FC236}">
                  <a16:creationId xmlns:a16="http://schemas.microsoft.com/office/drawing/2014/main" id="{53E95A32-1F6D-49C1-9E3D-E5B35E54EA9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805706"/>
              <a:ext cx="267708" cy="267708"/>
            </a:xfrm>
            <a:prstGeom prst="rect">
              <a:avLst/>
            </a:prstGeom>
          </p:spPr>
        </p:pic>
        <p:pic>
          <p:nvPicPr>
            <p:cNvPr id="9" name="Graphique 8" descr="Adresse de courrier avec un remplissage uni">
              <a:extLst>
                <a:ext uri="{FF2B5EF4-FFF2-40B4-BE49-F238E27FC236}">
                  <a16:creationId xmlns:a16="http://schemas.microsoft.com/office/drawing/2014/main" id="{04A2E08F-2554-4C07-88D6-0EC6868A9A4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805706"/>
              <a:ext cx="267708" cy="267708"/>
            </a:xfrm>
            <a:prstGeom prst="rect">
              <a:avLst/>
            </a:prstGeom>
          </p:spPr>
        </p:pic>
        <p:pic>
          <p:nvPicPr>
            <p:cNvPr id="10" name="Graphique 9" descr="Adresse de courrier avec un remplissage uni">
              <a:extLst>
                <a:ext uri="{FF2B5EF4-FFF2-40B4-BE49-F238E27FC236}">
                  <a16:creationId xmlns:a16="http://schemas.microsoft.com/office/drawing/2014/main" id="{0961C163-F25E-4744-84E7-B90AFFAF48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805706"/>
              <a:ext cx="267708" cy="267708"/>
            </a:xfrm>
            <a:prstGeom prst="rect">
              <a:avLst/>
            </a:prstGeom>
          </p:spPr>
        </p:pic>
        <p:pic>
          <p:nvPicPr>
            <p:cNvPr id="11" name="Graphique 10" descr="Adresse de courrier avec un remplissage uni">
              <a:extLst>
                <a:ext uri="{FF2B5EF4-FFF2-40B4-BE49-F238E27FC236}">
                  <a16:creationId xmlns:a16="http://schemas.microsoft.com/office/drawing/2014/main" id="{5DF893C1-F515-4DB5-90ED-1F15313BA23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805706"/>
              <a:ext cx="267708" cy="267708"/>
            </a:xfrm>
            <a:prstGeom prst="rect">
              <a:avLst/>
            </a:prstGeom>
          </p:spPr>
        </p:pic>
        <p:pic>
          <p:nvPicPr>
            <p:cNvPr id="12" name="Graphique 11" descr="Adresse de courrier avec un remplissage uni">
              <a:extLst>
                <a:ext uri="{FF2B5EF4-FFF2-40B4-BE49-F238E27FC236}">
                  <a16:creationId xmlns:a16="http://schemas.microsoft.com/office/drawing/2014/main" id="{6E600374-7A34-46BE-901E-FFF142F6F0F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805706"/>
              <a:ext cx="267708" cy="267708"/>
            </a:xfrm>
            <a:prstGeom prst="rect">
              <a:avLst/>
            </a:prstGeom>
          </p:spPr>
        </p:pic>
        <p:pic>
          <p:nvPicPr>
            <p:cNvPr id="13" name="Graphique 12" descr="Adresse de courrier avec un remplissage uni">
              <a:extLst>
                <a:ext uri="{FF2B5EF4-FFF2-40B4-BE49-F238E27FC236}">
                  <a16:creationId xmlns:a16="http://schemas.microsoft.com/office/drawing/2014/main" id="{077E6637-9FCE-4D2E-98E1-9CF851643A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805706"/>
              <a:ext cx="267708" cy="267708"/>
            </a:xfrm>
            <a:prstGeom prst="rect">
              <a:avLst/>
            </a:prstGeom>
          </p:spPr>
        </p:pic>
        <p:pic>
          <p:nvPicPr>
            <p:cNvPr id="14" name="Graphique 13" descr="Adresse de courrier avec un remplissage uni">
              <a:extLst>
                <a:ext uri="{FF2B5EF4-FFF2-40B4-BE49-F238E27FC236}">
                  <a16:creationId xmlns:a16="http://schemas.microsoft.com/office/drawing/2014/main" id="{CE3A9BA2-5E9A-4A51-B231-0B99948FFB8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805706"/>
              <a:ext cx="267708" cy="267708"/>
            </a:xfrm>
            <a:prstGeom prst="rect">
              <a:avLst/>
            </a:prstGeom>
          </p:spPr>
        </p:pic>
        <p:pic>
          <p:nvPicPr>
            <p:cNvPr id="15" name="Graphique 14" descr="Adresse de courrier avec un remplissage uni">
              <a:extLst>
                <a:ext uri="{FF2B5EF4-FFF2-40B4-BE49-F238E27FC236}">
                  <a16:creationId xmlns:a16="http://schemas.microsoft.com/office/drawing/2014/main" id="{18D11A13-3624-4827-ACDB-359C3DDFCA3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805706"/>
              <a:ext cx="267708" cy="267708"/>
            </a:xfrm>
            <a:prstGeom prst="rect">
              <a:avLst/>
            </a:prstGeom>
          </p:spPr>
        </p:pic>
        <p:pic>
          <p:nvPicPr>
            <p:cNvPr id="16" name="Graphique 15" descr="Adresse de courrier avec un remplissage uni">
              <a:extLst>
                <a:ext uri="{FF2B5EF4-FFF2-40B4-BE49-F238E27FC236}">
                  <a16:creationId xmlns:a16="http://schemas.microsoft.com/office/drawing/2014/main" id="{26C94FD4-545B-4E86-AD8A-B9ABCE0677E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51441" y="4059022"/>
              <a:ext cx="267708" cy="267708"/>
            </a:xfrm>
            <a:prstGeom prst="rect">
              <a:avLst/>
            </a:prstGeom>
          </p:spPr>
        </p:pic>
        <p:pic>
          <p:nvPicPr>
            <p:cNvPr id="17" name="Graphique 16" descr="Adresse de courrier avec un remplissage uni">
              <a:extLst>
                <a:ext uri="{FF2B5EF4-FFF2-40B4-BE49-F238E27FC236}">
                  <a16:creationId xmlns:a16="http://schemas.microsoft.com/office/drawing/2014/main" id="{7B435CBA-53D8-437B-8301-E6546032823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91358" y="4059022"/>
              <a:ext cx="267708" cy="267708"/>
            </a:xfrm>
            <a:prstGeom prst="rect">
              <a:avLst/>
            </a:prstGeom>
          </p:spPr>
        </p:pic>
        <p:pic>
          <p:nvPicPr>
            <p:cNvPr id="18" name="Graphique 17" descr="Adresse de courrier avec un remplissage uni">
              <a:extLst>
                <a:ext uri="{FF2B5EF4-FFF2-40B4-BE49-F238E27FC236}">
                  <a16:creationId xmlns:a16="http://schemas.microsoft.com/office/drawing/2014/main" id="{B0E6C77E-D24B-42A1-8BCF-FCDC6E58C6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9236" y="4059022"/>
              <a:ext cx="267708" cy="267708"/>
            </a:xfrm>
            <a:prstGeom prst="rect">
              <a:avLst/>
            </a:prstGeom>
          </p:spPr>
        </p:pic>
        <p:pic>
          <p:nvPicPr>
            <p:cNvPr id="19" name="Graphique 18" descr="Adresse de courrier avec un remplissage uni">
              <a:extLst>
                <a:ext uri="{FF2B5EF4-FFF2-40B4-BE49-F238E27FC236}">
                  <a16:creationId xmlns:a16="http://schemas.microsoft.com/office/drawing/2014/main" id="{EC4E8244-39B7-40B3-9CA4-C583B62ADC1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9153" y="4059022"/>
              <a:ext cx="267708" cy="267708"/>
            </a:xfrm>
            <a:prstGeom prst="rect">
              <a:avLst/>
            </a:prstGeom>
          </p:spPr>
        </p:pic>
        <p:pic>
          <p:nvPicPr>
            <p:cNvPr id="20" name="Graphique 19" descr="Adresse de courrier avec un remplissage uni">
              <a:extLst>
                <a:ext uri="{FF2B5EF4-FFF2-40B4-BE49-F238E27FC236}">
                  <a16:creationId xmlns:a16="http://schemas.microsoft.com/office/drawing/2014/main" id="{978F5C79-0E9E-4379-8786-8917CDDE12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7031" y="4059022"/>
              <a:ext cx="267708" cy="267708"/>
            </a:xfrm>
            <a:prstGeom prst="rect">
              <a:avLst/>
            </a:prstGeom>
          </p:spPr>
        </p:pic>
        <p:pic>
          <p:nvPicPr>
            <p:cNvPr id="21" name="Graphique 20" descr="Adresse de courrier avec un remplissage uni">
              <a:extLst>
                <a:ext uri="{FF2B5EF4-FFF2-40B4-BE49-F238E27FC236}">
                  <a16:creationId xmlns:a16="http://schemas.microsoft.com/office/drawing/2014/main" id="{A9BF7B09-0415-4795-A4B8-D483A6EB80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66949" y="4059022"/>
              <a:ext cx="267708" cy="267708"/>
            </a:xfrm>
            <a:prstGeom prst="rect">
              <a:avLst/>
            </a:prstGeom>
          </p:spPr>
        </p:pic>
        <p:pic>
          <p:nvPicPr>
            <p:cNvPr id="22" name="Graphique 21" descr="Adresse de courrier avec un remplissage uni">
              <a:extLst>
                <a:ext uri="{FF2B5EF4-FFF2-40B4-BE49-F238E27FC236}">
                  <a16:creationId xmlns:a16="http://schemas.microsoft.com/office/drawing/2014/main" id="{D1FD7875-EA3B-49DB-9152-12C403EF9AD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14826" y="4059022"/>
              <a:ext cx="267708" cy="267708"/>
            </a:xfrm>
            <a:prstGeom prst="rect">
              <a:avLst/>
            </a:prstGeom>
          </p:spPr>
        </p:pic>
        <p:pic>
          <p:nvPicPr>
            <p:cNvPr id="23" name="Graphique 22" descr="Adresse de courrier avec un remplissage uni">
              <a:extLst>
                <a:ext uri="{FF2B5EF4-FFF2-40B4-BE49-F238E27FC236}">
                  <a16:creationId xmlns:a16="http://schemas.microsoft.com/office/drawing/2014/main" id="{C9FD10C4-664F-4100-854D-8714827B547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54744" y="4059022"/>
              <a:ext cx="267708" cy="267708"/>
            </a:xfrm>
            <a:prstGeom prst="rect">
              <a:avLst/>
            </a:prstGeom>
          </p:spPr>
        </p:pic>
        <p:pic>
          <p:nvPicPr>
            <p:cNvPr id="26" name="Graphique 25" descr="Adresse de courrier avec un remplissage uni">
              <a:extLst>
                <a:ext uri="{FF2B5EF4-FFF2-40B4-BE49-F238E27FC236}">
                  <a16:creationId xmlns:a16="http://schemas.microsoft.com/office/drawing/2014/main" id="{F61AA089-4274-4C78-96CC-481635888B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798510"/>
              <a:ext cx="267708" cy="267708"/>
            </a:xfrm>
            <a:prstGeom prst="rect">
              <a:avLst/>
            </a:prstGeom>
          </p:spPr>
        </p:pic>
        <p:pic>
          <p:nvPicPr>
            <p:cNvPr id="27" name="Graphique 26" descr="Adresse de courrier avec un remplissage uni">
              <a:extLst>
                <a:ext uri="{FF2B5EF4-FFF2-40B4-BE49-F238E27FC236}">
                  <a16:creationId xmlns:a16="http://schemas.microsoft.com/office/drawing/2014/main" id="{897601BD-0863-4542-B453-37903178814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798510"/>
              <a:ext cx="267708" cy="267708"/>
            </a:xfrm>
            <a:prstGeom prst="rect">
              <a:avLst/>
            </a:prstGeom>
          </p:spPr>
        </p:pic>
        <p:pic>
          <p:nvPicPr>
            <p:cNvPr id="28" name="Graphique 27" descr="Adresse de courrier avec un remplissage uni">
              <a:extLst>
                <a:ext uri="{FF2B5EF4-FFF2-40B4-BE49-F238E27FC236}">
                  <a16:creationId xmlns:a16="http://schemas.microsoft.com/office/drawing/2014/main" id="{C4A94246-833E-4B3D-9BBC-26D920ABADD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798510"/>
              <a:ext cx="267708" cy="267708"/>
            </a:xfrm>
            <a:prstGeom prst="rect">
              <a:avLst/>
            </a:prstGeom>
          </p:spPr>
        </p:pic>
        <p:pic>
          <p:nvPicPr>
            <p:cNvPr id="29" name="Graphique 28" descr="Adresse de courrier avec un remplissage uni">
              <a:extLst>
                <a:ext uri="{FF2B5EF4-FFF2-40B4-BE49-F238E27FC236}">
                  <a16:creationId xmlns:a16="http://schemas.microsoft.com/office/drawing/2014/main" id="{8E89FCA3-9F15-41EF-8FB3-BA6B9214F56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798510"/>
              <a:ext cx="267708" cy="267708"/>
            </a:xfrm>
            <a:prstGeom prst="rect">
              <a:avLst/>
            </a:prstGeom>
          </p:spPr>
        </p:pic>
        <p:pic>
          <p:nvPicPr>
            <p:cNvPr id="30" name="Graphique 29" descr="Adresse de courrier avec un remplissage uni">
              <a:extLst>
                <a:ext uri="{FF2B5EF4-FFF2-40B4-BE49-F238E27FC236}">
                  <a16:creationId xmlns:a16="http://schemas.microsoft.com/office/drawing/2014/main" id="{64A38C06-FEFE-4C8E-A97D-7FC9B7105A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798510"/>
              <a:ext cx="267708" cy="267708"/>
            </a:xfrm>
            <a:prstGeom prst="rect">
              <a:avLst/>
            </a:prstGeom>
          </p:spPr>
        </p:pic>
        <p:pic>
          <p:nvPicPr>
            <p:cNvPr id="31" name="Graphique 30" descr="Adresse de courrier avec un remplissage uni">
              <a:extLst>
                <a:ext uri="{FF2B5EF4-FFF2-40B4-BE49-F238E27FC236}">
                  <a16:creationId xmlns:a16="http://schemas.microsoft.com/office/drawing/2014/main" id="{7024577B-05F3-447E-84F2-BFC7A394238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798510"/>
              <a:ext cx="267708" cy="267708"/>
            </a:xfrm>
            <a:prstGeom prst="rect">
              <a:avLst/>
            </a:prstGeom>
          </p:spPr>
        </p:pic>
        <p:pic>
          <p:nvPicPr>
            <p:cNvPr id="32" name="Graphique 31" descr="Adresse de courrier avec un remplissage uni">
              <a:extLst>
                <a:ext uri="{FF2B5EF4-FFF2-40B4-BE49-F238E27FC236}">
                  <a16:creationId xmlns:a16="http://schemas.microsoft.com/office/drawing/2014/main" id="{7569B7AB-41BF-4BA7-B4A4-6FF8007E86A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798510"/>
              <a:ext cx="267708" cy="267708"/>
            </a:xfrm>
            <a:prstGeom prst="rect">
              <a:avLst/>
            </a:prstGeom>
          </p:spPr>
        </p:pic>
        <p:pic>
          <p:nvPicPr>
            <p:cNvPr id="34" name="Graphique 33" descr="Adresse de courrier avec un remplissage uni">
              <a:extLst>
                <a:ext uri="{FF2B5EF4-FFF2-40B4-BE49-F238E27FC236}">
                  <a16:creationId xmlns:a16="http://schemas.microsoft.com/office/drawing/2014/main" id="{7B792D6D-040E-45C1-8147-4151B1F4BB5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9616" y="4051826"/>
              <a:ext cx="267708" cy="267708"/>
            </a:xfrm>
            <a:prstGeom prst="rect">
              <a:avLst/>
            </a:prstGeom>
          </p:spPr>
        </p:pic>
        <p:pic>
          <p:nvPicPr>
            <p:cNvPr id="35" name="Graphique 34" descr="Adresse de courrier avec un remplissage uni">
              <a:extLst>
                <a:ext uri="{FF2B5EF4-FFF2-40B4-BE49-F238E27FC236}">
                  <a16:creationId xmlns:a16="http://schemas.microsoft.com/office/drawing/2014/main" id="{DB14E58F-F2A4-44F2-8B9A-B39B45D882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9533" y="4051826"/>
              <a:ext cx="267708" cy="267708"/>
            </a:xfrm>
            <a:prstGeom prst="rect">
              <a:avLst/>
            </a:prstGeom>
          </p:spPr>
        </p:pic>
        <p:pic>
          <p:nvPicPr>
            <p:cNvPr id="36" name="Graphique 35" descr="Adresse de courrier avec un remplissage uni">
              <a:extLst>
                <a:ext uri="{FF2B5EF4-FFF2-40B4-BE49-F238E27FC236}">
                  <a16:creationId xmlns:a16="http://schemas.microsoft.com/office/drawing/2014/main" id="{834CFFC3-EA83-4AE4-8736-3EAF3D1960C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7411" y="4051826"/>
              <a:ext cx="267708" cy="267708"/>
            </a:xfrm>
            <a:prstGeom prst="rect">
              <a:avLst/>
            </a:prstGeom>
          </p:spPr>
        </p:pic>
        <p:pic>
          <p:nvPicPr>
            <p:cNvPr id="37" name="Graphique 36" descr="Adresse de courrier avec un remplissage uni">
              <a:extLst>
                <a:ext uri="{FF2B5EF4-FFF2-40B4-BE49-F238E27FC236}">
                  <a16:creationId xmlns:a16="http://schemas.microsoft.com/office/drawing/2014/main" id="{E5AD2447-E0CA-4F8D-874A-7E4B755AFE8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7328" y="4051826"/>
              <a:ext cx="267708" cy="267708"/>
            </a:xfrm>
            <a:prstGeom prst="rect">
              <a:avLst/>
            </a:prstGeom>
          </p:spPr>
        </p:pic>
        <p:pic>
          <p:nvPicPr>
            <p:cNvPr id="38" name="Graphique 37" descr="Adresse de courrier avec un remplissage uni">
              <a:extLst>
                <a:ext uri="{FF2B5EF4-FFF2-40B4-BE49-F238E27FC236}">
                  <a16:creationId xmlns:a16="http://schemas.microsoft.com/office/drawing/2014/main" id="{5FDBA78E-F42F-463E-9029-D8A96D00766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85206" y="4051826"/>
              <a:ext cx="267708" cy="267708"/>
            </a:xfrm>
            <a:prstGeom prst="rect">
              <a:avLst/>
            </a:prstGeom>
          </p:spPr>
        </p:pic>
        <p:pic>
          <p:nvPicPr>
            <p:cNvPr id="39" name="Graphique 38" descr="Adresse de courrier avec un remplissage uni">
              <a:extLst>
                <a:ext uri="{FF2B5EF4-FFF2-40B4-BE49-F238E27FC236}">
                  <a16:creationId xmlns:a16="http://schemas.microsoft.com/office/drawing/2014/main" id="{3DD047A2-C413-4775-ACD9-DAA0573FF7B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25124" y="4051826"/>
              <a:ext cx="267708" cy="267708"/>
            </a:xfrm>
            <a:prstGeom prst="rect">
              <a:avLst/>
            </a:prstGeom>
          </p:spPr>
        </p:pic>
        <p:pic>
          <p:nvPicPr>
            <p:cNvPr id="61" name="Graphique 60" descr="Adresse de courrier avec un remplissage uni">
              <a:extLst>
                <a:ext uri="{FF2B5EF4-FFF2-40B4-BE49-F238E27FC236}">
                  <a16:creationId xmlns:a16="http://schemas.microsoft.com/office/drawing/2014/main" id="{348BA8D4-1B47-45A4-9891-AE486BCCA76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527066"/>
              <a:ext cx="267708" cy="267708"/>
            </a:xfrm>
            <a:prstGeom prst="rect">
              <a:avLst/>
            </a:prstGeom>
          </p:spPr>
        </p:pic>
        <p:pic>
          <p:nvPicPr>
            <p:cNvPr id="62" name="Graphique 61" descr="Adresse de courrier avec un remplissage uni">
              <a:extLst>
                <a:ext uri="{FF2B5EF4-FFF2-40B4-BE49-F238E27FC236}">
                  <a16:creationId xmlns:a16="http://schemas.microsoft.com/office/drawing/2014/main" id="{0794751A-5589-4B9A-88C1-0AEB8AFDBED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527066"/>
              <a:ext cx="267708" cy="267708"/>
            </a:xfrm>
            <a:prstGeom prst="rect">
              <a:avLst/>
            </a:prstGeom>
          </p:spPr>
        </p:pic>
        <p:pic>
          <p:nvPicPr>
            <p:cNvPr id="63" name="Graphique 62" descr="Adresse de courrier avec un remplissage uni">
              <a:extLst>
                <a:ext uri="{FF2B5EF4-FFF2-40B4-BE49-F238E27FC236}">
                  <a16:creationId xmlns:a16="http://schemas.microsoft.com/office/drawing/2014/main" id="{597CDA0D-9372-4A64-A121-D446D9F404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527066"/>
              <a:ext cx="267708" cy="267708"/>
            </a:xfrm>
            <a:prstGeom prst="rect">
              <a:avLst/>
            </a:prstGeom>
          </p:spPr>
        </p:pic>
        <p:pic>
          <p:nvPicPr>
            <p:cNvPr id="64" name="Graphique 63" descr="Adresse de courrier avec un remplissage uni">
              <a:extLst>
                <a:ext uri="{FF2B5EF4-FFF2-40B4-BE49-F238E27FC236}">
                  <a16:creationId xmlns:a16="http://schemas.microsoft.com/office/drawing/2014/main" id="{6C5AC531-D208-4A22-B711-DF4BF816B9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527066"/>
              <a:ext cx="267708" cy="267708"/>
            </a:xfrm>
            <a:prstGeom prst="rect">
              <a:avLst/>
            </a:prstGeom>
          </p:spPr>
        </p:pic>
        <p:pic>
          <p:nvPicPr>
            <p:cNvPr id="65" name="Graphique 64" descr="Adresse de courrier avec un remplissage uni">
              <a:extLst>
                <a:ext uri="{FF2B5EF4-FFF2-40B4-BE49-F238E27FC236}">
                  <a16:creationId xmlns:a16="http://schemas.microsoft.com/office/drawing/2014/main" id="{4453EF6A-4DB4-49C4-B13E-838CB8A06FD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527066"/>
              <a:ext cx="267708" cy="267708"/>
            </a:xfrm>
            <a:prstGeom prst="rect">
              <a:avLst/>
            </a:prstGeom>
          </p:spPr>
        </p:pic>
        <p:pic>
          <p:nvPicPr>
            <p:cNvPr id="66" name="Graphique 65" descr="Adresse de courrier avec un remplissage uni">
              <a:extLst>
                <a:ext uri="{FF2B5EF4-FFF2-40B4-BE49-F238E27FC236}">
                  <a16:creationId xmlns:a16="http://schemas.microsoft.com/office/drawing/2014/main" id="{83A6DCB0-3D62-4F7E-8E78-03E242D46F1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527066"/>
              <a:ext cx="267708" cy="267708"/>
            </a:xfrm>
            <a:prstGeom prst="rect">
              <a:avLst/>
            </a:prstGeom>
          </p:spPr>
        </p:pic>
        <p:pic>
          <p:nvPicPr>
            <p:cNvPr id="67" name="Graphique 66" descr="Adresse de courrier avec un remplissage uni">
              <a:extLst>
                <a:ext uri="{FF2B5EF4-FFF2-40B4-BE49-F238E27FC236}">
                  <a16:creationId xmlns:a16="http://schemas.microsoft.com/office/drawing/2014/main" id="{CC1FBE49-AC51-4390-9AA6-1319E86850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527066"/>
              <a:ext cx="267708" cy="267708"/>
            </a:xfrm>
            <a:prstGeom prst="rect">
              <a:avLst/>
            </a:prstGeom>
          </p:spPr>
        </p:pic>
        <p:pic>
          <p:nvPicPr>
            <p:cNvPr id="68" name="Graphique 67" descr="Adresse de courrier avec un remplissage uni">
              <a:extLst>
                <a:ext uri="{FF2B5EF4-FFF2-40B4-BE49-F238E27FC236}">
                  <a16:creationId xmlns:a16="http://schemas.microsoft.com/office/drawing/2014/main" id="{955B35D3-BE17-48E9-A66E-C5804592239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527066"/>
              <a:ext cx="267708" cy="267708"/>
            </a:xfrm>
            <a:prstGeom prst="rect">
              <a:avLst/>
            </a:prstGeom>
          </p:spPr>
        </p:pic>
        <p:pic>
          <p:nvPicPr>
            <p:cNvPr id="69" name="Graphique 68" descr="Adresse de courrier avec un remplissage uni">
              <a:extLst>
                <a:ext uri="{FF2B5EF4-FFF2-40B4-BE49-F238E27FC236}">
                  <a16:creationId xmlns:a16="http://schemas.microsoft.com/office/drawing/2014/main" id="{4BB582E5-1335-4400-B064-7062FC7FB4E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519870"/>
              <a:ext cx="267708" cy="267708"/>
            </a:xfrm>
            <a:prstGeom prst="rect">
              <a:avLst/>
            </a:prstGeom>
          </p:spPr>
        </p:pic>
        <p:pic>
          <p:nvPicPr>
            <p:cNvPr id="70" name="Graphique 69" descr="Adresse de courrier avec un remplissage uni">
              <a:extLst>
                <a:ext uri="{FF2B5EF4-FFF2-40B4-BE49-F238E27FC236}">
                  <a16:creationId xmlns:a16="http://schemas.microsoft.com/office/drawing/2014/main" id="{26E121D4-3E02-4553-B54D-5ADEED91843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519870"/>
              <a:ext cx="267708" cy="267708"/>
            </a:xfrm>
            <a:prstGeom prst="rect">
              <a:avLst/>
            </a:prstGeom>
          </p:spPr>
        </p:pic>
        <p:pic>
          <p:nvPicPr>
            <p:cNvPr id="71" name="Graphique 70" descr="Adresse de courrier avec un remplissage uni">
              <a:extLst>
                <a:ext uri="{FF2B5EF4-FFF2-40B4-BE49-F238E27FC236}">
                  <a16:creationId xmlns:a16="http://schemas.microsoft.com/office/drawing/2014/main" id="{5779D44F-0760-46D8-8630-C987E8951D3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519870"/>
              <a:ext cx="267708" cy="267708"/>
            </a:xfrm>
            <a:prstGeom prst="rect">
              <a:avLst/>
            </a:prstGeom>
          </p:spPr>
        </p:pic>
        <p:pic>
          <p:nvPicPr>
            <p:cNvPr id="72" name="Graphique 71" descr="Adresse de courrier avec un remplissage uni">
              <a:extLst>
                <a:ext uri="{FF2B5EF4-FFF2-40B4-BE49-F238E27FC236}">
                  <a16:creationId xmlns:a16="http://schemas.microsoft.com/office/drawing/2014/main" id="{5B60258C-1A13-4AFB-B1C7-B01CC21A6E1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519870"/>
              <a:ext cx="267708" cy="267708"/>
            </a:xfrm>
            <a:prstGeom prst="rect">
              <a:avLst/>
            </a:prstGeom>
          </p:spPr>
        </p:pic>
        <p:pic>
          <p:nvPicPr>
            <p:cNvPr id="73" name="Graphique 72" descr="Adresse de courrier avec un remplissage uni">
              <a:extLst>
                <a:ext uri="{FF2B5EF4-FFF2-40B4-BE49-F238E27FC236}">
                  <a16:creationId xmlns:a16="http://schemas.microsoft.com/office/drawing/2014/main" id="{0CF251A7-1515-4FA6-B4FE-F40C66A535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519870"/>
              <a:ext cx="267708" cy="267708"/>
            </a:xfrm>
            <a:prstGeom prst="rect">
              <a:avLst/>
            </a:prstGeom>
          </p:spPr>
        </p:pic>
        <p:pic>
          <p:nvPicPr>
            <p:cNvPr id="74" name="Graphique 73" descr="Adresse de courrier avec un remplissage uni">
              <a:extLst>
                <a:ext uri="{FF2B5EF4-FFF2-40B4-BE49-F238E27FC236}">
                  <a16:creationId xmlns:a16="http://schemas.microsoft.com/office/drawing/2014/main" id="{211AD7E7-DE9A-4AE8-8AEB-EB8F4BAD10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519870"/>
              <a:ext cx="267708" cy="267708"/>
            </a:xfrm>
            <a:prstGeom prst="rect">
              <a:avLst/>
            </a:prstGeom>
          </p:spPr>
        </p:pic>
        <p:pic>
          <p:nvPicPr>
            <p:cNvPr id="75" name="Graphique 74" descr="Adresse de courrier avec un remplissage uni">
              <a:extLst>
                <a:ext uri="{FF2B5EF4-FFF2-40B4-BE49-F238E27FC236}">
                  <a16:creationId xmlns:a16="http://schemas.microsoft.com/office/drawing/2014/main" id="{B9DB91FB-BF09-4452-9169-C59B0144991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519870"/>
              <a:ext cx="267708" cy="267708"/>
            </a:xfrm>
            <a:prstGeom prst="rect">
              <a:avLst/>
            </a:prstGeom>
          </p:spPr>
        </p:pic>
        <p:pic>
          <p:nvPicPr>
            <p:cNvPr id="76" name="Graphique 75" descr="Adresse de courrier avec un remplissage uni">
              <a:extLst>
                <a:ext uri="{FF2B5EF4-FFF2-40B4-BE49-F238E27FC236}">
                  <a16:creationId xmlns:a16="http://schemas.microsoft.com/office/drawing/2014/main" id="{C9FA90EF-9914-47A3-869C-C1E57FFE772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044446" y="3260931"/>
              <a:ext cx="267708" cy="267708"/>
            </a:xfrm>
            <a:prstGeom prst="rect">
              <a:avLst/>
            </a:prstGeom>
          </p:spPr>
        </p:pic>
        <p:pic>
          <p:nvPicPr>
            <p:cNvPr id="77" name="Graphique 76" descr="Adresse de courrier avec un remplissage uni">
              <a:extLst>
                <a:ext uri="{FF2B5EF4-FFF2-40B4-BE49-F238E27FC236}">
                  <a16:creationId xmlns:a16="http://schemas.microsoft.com/office/drawing/2014/main" id="{189B88AF-458E-46CE-9EAA-9BC41351812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284363" y="3260931"/>
              <a:ext cx="267708" cy="267708"/>
            </a:xfrm>
            <a:prstGeom prst="rect">
              <a:avLst/>
            </a:prstGeom>
          </p:spPr>
        </p:pic>
        <p:pic>
          <p:nvPicPr>
            <p:cNvPr id="78" name="Graphique 77" descr="Adresse de courrier avec un remplissage uni">
              <a:extLst>
                <a:ext uri="{FF2B5EF4-FFF2-40B4-BE49-F238E27FC236}">
                  <a16:creationId xmlns:a16="http://schemas.microsoft.com/office/drawing/2014/main" id="{1E69E556-CFCA-4377-816D-DB0726D638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532241" y="3260931"/>
              <a:ext cx="267708" cy="267708"/>
            </a:xfrm>
            <a:prstGeom prst="rect">
              <a:avLst/>
            </a:prstGeom>
          </p:spPr>
        </p:pic>
        <p:pic>
          <p:nvPicPr>
            <p:cNvPr id="79" name="Graphique 78" descr="Adresse de courrier avec un remplissage uni">
              <a:extLst>
                <a:ext uri="{FF2B5EF4-FFF2-40B4-BE49-F238E27FC236}">
                  <a16:creationId xmlns:a16="http://schemas.microsoft.com/office/drawing/2014/main" id="{98F114C1-AD85-4F36-91F7-4B902FECA20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772159" y="3260931"/>
              <a:ext cx="267708" cy="267708"/>
            </a:xfrm>
            <a:prstGeom prst="rect">
              <a:avLst/>
            </a:prstGeom>
          </p:spPr>
        </p:pic>
        <p:pic>
          <p:nvPicPr>
            <p:cNvPr id="80" name="Graphique 79" descr="Adresse de courrier avec un remplissage uni">
              <a:extLst>
                <a:ext uri="{FF2B5EF4-FFF2-40B4-BE49-F238E27FC236}">
                  <a16:creationId xmlns:a16="http://schemas.microsoft.com/office/drawing/2014/main" id="{30080A85-5F33-41A2-AFB4-EEB56A7A29B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020036" y="3260931"/>
              <a:ext cx="267708" cy="267708"/>
            </a:xfrm>
            <a:prstGeom prst="rect">
              <a:avLst/>
            </a:prstGeom>
          </p:spPr>
        </p:pic>
        <p:pic>
          <p:nvPicPr>
            <p:cNvPr id="81" name="Graphique 80" descr="Adresse de courrier avec un remplissage uni">
              <a:extLst>
                <a:ext uri="{FF2B5EF4-FFF2-40B4-BE49-F238E27FC236}">
                  <a16:creationId xmlns:a16="http://schemas.microsoft.com/office/drawing/2014/main" id="{670E5781-9276-4262-84ED-B3C3C3C9B22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9954" y="3260931"/>
              <a:ext cx="267708" cy="267708"/>
            </a:xfrm>
            <a:prstGeom prst="rect">
              <a:avLst/>
            </a:prstGeom>
          </p:spPr>
        </p:pic>
        <p:pic>
          <p:nvPicPr>
            <p:cNvPr id="82" name="Graphique 81" descr="Adresse de courrier avec un remplissage uni">
              <a:extLst>
                <a:ext uri="{FF2B5EF4-FFF2-40B4-BE49-F238E27FC236}">
                  <a16:creationId xmlns:a16="http://schemas.microsoft.com/office/drawing/2014/main" id="{BA21026F-CAF9-446D-92CD-8D36392918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507832" y="3260931"/>
              <a:ext cx="267708" cy="267708"/>
            </a:xfrm>
            <a:prstGeom prst="rect">
              <a:avLst/>
            </a:prstGeom>
          </p:spPr>
        </p:pic>
        <p:pic>
          <p:nvPicPr>
            <p:cNvPr id="83" name="Graphique 82" descr="Adresse de courrier avec un remplissage uni">
              <a:extLst>
                <a:ext uri="{FF2B5EF4-FFF2-40B4-BE49-F238E27FC236}">
                  <a16:creationId xmlns:a16="http://schemas.microsoft.com/office/drawing/2014/main" id="{AAFA0C51-57E0-4953-9D41-D012AB03D17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47749" y="3260931"/>
              <a:ext cx="267708" cy="267708"/>
            </a:xfrm>
            <a:prstGeom prst="rect">
              <a:avLst/>
            </a:prstGeom>
          </p:spPr>
        </p:pic>
        <p:pic>
          <p:nvPicPr>
            <p:cNvPr id="84" name="Graphique 83" descr="Adresse de courrier avec un remplissage uni">
              <a:extLst>
                <a:ext uri="{FF2B5EF4-FFF2-40B4-BE49-F238E27FC236}">
                  <a16:creationId xmlns:a16="http://schemas.microsoft.com/office/drawing/2014/main" id="{9EE1EADC-9F8F-4F57-8D51-E93A73A8D7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002621" y="3253735"/>
              <a:ext cx="267708" cy="267708"/>
            </a:xfrm>
            <a:prstGeom prst="rect">
              <a:avLst/>
            </a:prstGeom>
          </p:spPr>
        </p:pic>
        <p:pic>
          <p:nvPicPr>
            <p:cNvPr id="85" name="Graphique 84" descr="Adresse de courrier avec un remplissage uni">
              <a:extLst>
                <a:ext uri="{FF2B5EF4-FFF2-40B4-BE49-F238E27FC236}">
                  <a16:creationId xmlns:a16="http://schemas.microsoft.com/office/drawing/2014/main" id="{58AF5497-2AC9-49D9-A66B-AECD949134F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42538" y="3253735"/>
              <a:ext cx="267708" cy="267708"/>
            </a:xfrm>
            <a:prstGeom prst="rect">
              <a:avLst/>
            </a:prstGeom>
          </p:spPr>
        </p:pic>
        <p:pic>
          <p:nvPicPr>
            <p:cNvPr id="86" name="Graphique 85" descr="Adresse de courrier avec un remplissage uni">
              <a:extLst>
                <a:ext uri="{FF2B5EF4-FFF2-40B4-BE49-F238E27FC236}">
                  <a16:creationId xmlns:a16="http://schemas.microsoft.com/office/drawing/2014/main" id="{532DFC01-A9E1-46BC-9544-83AE136C583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90416" y="3253735"/>
              <a:ext cx="267708" cy="267708"/>
            </a:xfrm>
            <a:prstGeom prst="rect">
              <a:avLst/>
            </a:prstGeom>
          </p:spPr>
        </p:pic>
        <p:pic>
          <p:nvPicPr>
            <p:cNvPr id="87" name="Graphique 86" descr="Adresse de courrier avec un remplissage uni">
              <a:extLst>
                <a:ext uri="{FF2B5EF4-FFF2-40B4-BE49-F238E27FC236}">
                  <a16:creationId xmlns:a16="http://schemas.microsoft.com/office/drawing/2014/main" id="{2F78215D-A004-468F-9BB9-001C8124DB6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0334" y="3253735"/>
              <a:ext cx="267708" cy="267708"/>
            </a:xfrm>
            <a:prstGeom prst="rect">
              <a:avLst/>
            </a:prstGeom>
          </p:spPr>
        </p:pic>
        <p:pic>
          <p:nvPicPr>
            <p:cNvPr id="88" name="Graphique 87" descr="Adresse de courrier avec un remplissage uni">
              <a:extLst>
                <a:ext uri="{FF2B5EF4-FFF2-40B4-BE49-F238E27FC236}">
                  <a16:creationId xmlns:a16="http://schemas.microsoft.com/office/drawing/2014/main" id="{785FEDF9-C14E-445B-97D9-3EA2ACC05FD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78211" y="3253735"/>
              <a:ext cx="267708" cy="267708"/>
            </a:xfrm>
            <a:prstGeom prst="rect">
              <a:avLst/>
            </a:prstGeom>
          </p:spPr>
        </p:pic>
        <p:pic>
          <p:nvPicPr>
            <p:cNvPr id="89" name="Graphique 88" descr="Adresse de courrier avec un remplissage uni">
              <a:extLst>
                <a:ext uri="{FF2B5EF4-FFF2-40B4-BE49-F238E27FC236}">
                  <a16:creationId xmlns:a16="http://schemas.microsoft.com/office/drawing/2014/main" id="{52964F0D-0EB3-4EBE-8EDD-5B7E005D9D7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218129" y="3253735"/>
              <a:ext cx="267708" cy="267708"/>
            </a:xfrm>
            <a:prstGeom prst="rect">
              <a:avLst/>
            </a:prstGeom>
          </p:spPr>
        </p:pic>
        <p:pic>
          <p:nvPicPr>
            <p:cNvPr id="90" name="Graphique 89" descr="Adresse de courrier avec un remplissage uni">
              <a:extLst>
                <a:ext uri="{FF2B5EF4-FFF2-40B4-BE49-F238E27FC236}">
                  <a16:creationId xmlns:a16="http://schemas.microsoft.com/office/drawing/2014/main" id="{6C066B72-9C42-4D17-ADDC-76D2AADAE7E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66007" y="3253735"/>
              <a:ext cx="267708" cy="267708"/>
            </a:xfrm>
            <a:prstGeom prst="rect">
              <a:avLst/>
            </a:prstGeom>
          </p:spPr>
        </p:pic>
      </p:grpSp>
      <p:grpSp>
        <p:nvGrpSpPr>
          <p:cNvPr id="100" name="Groupe 99">
            <a:extLst>
              <a:ext uri="{FF2B5EF4-FFF2-40B4-BE49-F238E27FC236}">
                <a16:creationId xmlns:a16="http://schemas.microsoft.com/office/drawing/2014/main" id="{55F1EF9F-A9FF-4AB3-804A-649B777BD7ED}"/>
              </a:ext>
            </a:extLst>
          </p:cNvPr>
          <p:cNvGrpSpPr/>
          <p:nvPr/>
        </p:nvGrpSpPr>
        <p:grpSpPr>
          <a:xfrm>
            <a:off x="8966411" y="4720603"/>
            <a:ext cx="1296115" cy="926351"/>
            <a:chOff x="1997405" y="4798055"/>
            <a:chExt cx="1296115" cy="926351"/>
          </a:xfrm>
        </p:grpSpPr>
        <p:grpSp>
          <p:nvGrpSpPr>
            <p:cNvPr id="94" name="Groupe 93">
              <a:extLst>
                <a:ext uri="{FF2B5EF4-FFF2-40B4-BE49-F238E27FC236}">
                  <a16:creationId xmlns:a16="http://schemas.microsoft.com/office/drawing/2014/main" id="{EA2788A8-6095-4B28-A365-A142E38D72C8}"/>
                </a:ext>
              </a:extLst>
            </p:cNvPr>
            <p:cNvGrpSpPr/>
            <p:nvPr/>
          </p:nvGrpSpPr>
          <p:grpSpPr>
            <a:xfrm>
              <a:off x="2408155" y="5016734"/>
              <a:ext cx="419101" cy="464345"/>
              <a:chOff x="792955" y="4326730"/>
              <a:chExt cx="419101" cy="464345"/>
            </a:xfrm>
          </p:grpSpPr>
          <p:pic>
            <p:nvPicPr>
              <p:cNvPr id="91" name="Graphique 90" descr="Chronomètre contour">
                <a:extLst>
                  <a:ext uri="{FF2B5EF4-FFF2-40B4-BE49-F238E27FC236}">
                    <a16:creationId xmlns:a16="http://schemas.microsoft.com/office/drawing/2014/main" id="{F3B6F26C-CFB3-4F2E-9E74-91550BC862C0}"/>
                  </a:ext>
                </a:extLst>
              </p:cNvPr>
              <p:cNvPicPr>
                <a:picLocks noChangeAspect="1"/>
              </p:cNvPicPr>
              <p:nvPr/>
            </p:nvPicPr>
            <p:blipFill rotWithShape="1">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l="13915" t="10918" r="14194" b="9430"/>
              <a:stretch/>
            </p:blipFill>
            <p:spPr>
              <a:xfrm>
                <a:off x="792955" y="4326730"/>
                <a:ext cx="419101" cy="464345"/>
              </a:xfrm>
              <a:prstGeom prst="rect">
                <a:avLst/>
              </a:prstGeom>
            </p:spPr>
          </p:pic>
          <p:sp>
            <p:nvSpPr>
              <p:cNvPr id="93" name="Ellipse 92">
                <a:extLst>
                  <a:ext uri="{FF2B5EF4-FFF2-40B4-BE49-F238E27FC236}">
                    <a16:creationId xmlns:a16="http://schemas.microsoft.com/office/drawing/2014/main" id="{72F7AAB0-A47A-444D-ACFA-13EA676B0E12}"/>
                  </a:ext>
                </a:extLst>
              </p:cNvPr>
              <p:cNvSpPr/>
              <p:nvPr/>
            </p:nvSpPr>
            <p:spPr>
              <a:xfrm>
                <a:off x="907409" y="4493271"/>
                <a:ext cx="191824" cy="191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e 96">
              <a:extLst>
                <a:ext uri="{FF2B5EF4-FFF2-40B4-BE49-F238E27FC236}">
                  <a16:creationId xmlns:a16="http://schemas.microsoft.com/office/drawing/2014/main" id="{7A917576-4FB3-49D6-9C83-A7164A0AD5D5}"/>
                </a:ext>
              </a:extLst>
            </p:cNvPr>
            <p:cNvGrpSpPr/>
            <p:nvPr/>
          </p:nvGrpSpPr>
          <p:grpSpPr>
            <a:xfrm>
              <a:off x="1997405" y="4798055"/>
              <a:ext cx="1296115" cy="926351"/>
              <a:chOff x="1997405" y="4798055"/>
              <a:chExt cx="1296115" cy="926351"/>
            </a:xfrm>
          </p:grpSpPr>
          <p:pic>
            <p:nvPicPr>
              <p:cNvPr id="60" name="Graphique 59" descr="Pellicule contour">
                <a:extLst>
                  <a:ext uri="{FF2B5EF4-FFF2-40B4-BE49-F238E27FC236}">
                    <a16:creationId xmlns:a16="http://schemas.microsoft.com/office/drawing/2014/main" id="{9C5ED28E-1A8E-4422-AE3F-4E5B62170B34}"/>
                  </a:ext>
                </a:extLst>
              </p:cNvPr>
              <p:cNvPicPr>
                <a:picLocks noChangeAspect="1"/>
              </p:cNvPicPr>
              <p:nvPr/>
            </p:nvPicPr>
            <p:blipFill rotWithShape="1">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rcRect l="18479" t="25769" r="17614" b="28557"/>
              <a:stretch/>
            </p:blipFill>
            <p:spPr>
              <a:xfrm>
                <a:off x="1997405" y="4798055"/>
                <a:ext cx="1296115" cy="926351"/>
              </a:xfrm>
              <a:prstGeom prst="rect">
                <a:avLst/>
              </a:prstGeom>
            </p:spPr>
          </p:pic>
          <p:sp>
            <p:nvSpPr>
              <p:cNvPr id="95" name="Arc partiel 94">
                <a:extLst>
                  <a:ext uri="{FF2B5EF4-FFF2-40B4-BE49-F238E27FC236}">
                    <a16:creationId xmlns:a16="http://schemas.microsoft.com/office/drawing/2014/main" id="{8B52D4E0-E71A-4703-A75F-BBEA0B27ED43}"/>
                  </a:ext>
                </a:extLst>
              </p:cNvPr>
              <p:cNvSpPr/>
              <p:nvPr/>
            </p:nvSpPr>
            <p:spPr>
              <a:xfrm>
                <a:off x="2417488" y="5098579"/>
                <a:ext cx="377825" cy="377825"/>
              </a:xfrm>
              <a:prstGeom prst="pie">
                <a:avLst>
                  <a:gd name="adj1" fmla="val 16273655"/>
                  <a:gd name="adj2" fmla="val 2042892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99" name="Groupe 98">
            <a:extLst>
              <a:ext uri="{FF2B5EF4-FFF2-40B4-BE49-F238E27FC236}">
                <a16:creationId xmlns:a16="http://schemas.microsoft.com/office/drawing/2014/main" id="{738EC678-1959-4D93-B0DC-0F24F1862583}"/>
              </a:ext>
            </a:extLst>
          </p:cNvPr>
          <p:cNvGrpSpPr/>
          <p:nvPr/>
        </p:nvGrpSpPr>
        <p:grpSpPr>
          <a:xfrm>
            <a:off x="8941662" y="2239082"/>
            <a:ext cx="1040868" cy="1040868"/>
            <a:chOff x="2264321" y="2338648"/>
            <a:chExt cx="1040868" cy="1040868"/>
          </a:xfrm>
        </p:grpSpPr>
        <p:pic>
          <p:nvPicPr>
            <p:cNvPr id="58" name="Graphique 57" descr="Vibration du téléphone avec un remplissage uni">
              <a:extLst>
                <a:ext uri="{FF2B5EF4-FFF2-40B4-BE49-F238E27FC236}">
                  <a16:creationId xmlns:a16="http://schemas.microsoft.com/office/drawing/2014/main" id="{CD8DA5C6-2FC9-4045-9CBD-EAFAB9008028}"/>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264321" y="2338648"/>
              <a:ext cx="1040868" cy="1040868"/>
            </a:xfrm>
            <a:prstGeom prst="rect">
              <a:avLst/>
            </a:prstGeom>
          </p:spPr>
        </p:pic>
        <p:sp>
          <p:nvSpPr>
            <p:cNvPr id="98" name="Ellipse 97">
              <a:extLst>
                <a:ext uri="{FF2B5EF4-FFF2-40B4-BE49-F238E27FC236}">
                  <a16:creationId xmlns:a16="http://schemas.microsoft.com/office/drawing/2014/main" id="{CE453F47-9DBB-4181-B2AA-A7008D635F74}"/>
                </a:ext>
              </a:extLst>
            </p:cNvPr>
            <p:cNvSpPr/>
            <p:nvPr/>
          </p:nvSpPr>
          <p:spPr>
            <a:xfrm rot="900000">
              <a:off x="2646547" y="2691070"/>
              <a:ext cx="297532" cy="29753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55000" lnSpcReduction="20000"/>
            </a:bodyPr>
            <a:lstStyle/>
            <a:p>
              <a:pPr algn="ctr"/>
              <a:r>
                <a:rPr lang="en-US" sz="2000" b="1" dirty="0"/>
                <a:t>46</a:t>
              </a:r>
            </a:p>
          </p:txBody>
        </p:sp>
      </p:grpSp>
      <p:pic>
        <p:nvPicPr>
          <p:cNvPr id="104" name="Graphique 103" descr="Centre d’appels avec un remplissage uni">
            <a:extLst>
              <a:ext uri="{FF2B5EF4-FFF2-40B4-BE49-F238E27FC236}">
                <a16:creationId xmlns:a16="http://schemas.microsoft.com/office/drawing/2014/main" id="{DBAA521C-F533-4C9E-A977-804ACA4FEF1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977049" y="3293681"/>
            <a:ext cx="1494046" cy="1494046"/>
          </a:xfrm>
          <a:prstGeom prst="rect">
            <a:avLst/>
          </a:prstGeom>
        </p:spPr>
      </p:pic>
      <p:pic>
        <p:nvPicPr>
          <p:cNvPr id="107" name="Graphique 106" descr="Ordinateur portable avec un remplissage uni">
            <a:extLst>
              <a:ext uri="{FF2B5EF4-FFF2-40B4-BE49-F238E27FC236}">
                <a16:creationId xmlns:a16="http://schemas.microsoft.com/office/drawing/2014/main" id="{B2FD8202-DC2B-4A7F-9803-8F8BF90DFB88}"/>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4430241" y="3489592"/>
            <a:ext cx="1082549" cy="1082549"/>
          </a:xfrm>
          <a:prstGeom prst="rect">
            <a:avLst/>
          </a:prstGeom>
        </p:spPr>
      </p:pic>
      <p:sp>
        <p:nvSpPr>
          <p:cNvPr id="108" name="Ellipse 107">
            <a:extLst>
              <a:ext uri="{FF2B5EF4-FFF2-40B4-BE49-F238E27FC236}">
                <a16:creationId xmlns:a16="http://schemas.microsoft.com/office/drawing/2014/main" id="{E5FA4F61-02F1-488E-888A-AB52FF289E2C}"/>
              </a:ext>
            </a:extLst>
          </p:cNvPr>
          <p:cNvSpPr/>
          <p:nvPr/>
        </p:nvSpPr>
        <p:spPr>
          <a:xfrm>
            <a:off x="2579596" y="4023650"/>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Ellipse 108">
            <a:extLst>
              <a:ext uri="{FF2B5EF4-FFF2-40B4-BE49-F238E27FC236}">
                <a16:creationId xmlns:a16="http://schemas.microsoft.com/office/drawing/2014/main" id="{AE0C27B0-EDD0-4FB7-B78B-AE8517D94F33}"/>
              </a:ext>
            </a:extLst>
          </p:cNvPr>
          <p:cNvSpPr/>
          <p:nvPr/>
        </p:nvSpPr>
        <p:spPr>
          <a:xfrm>
            <a:off x="2853509"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Ellipse 109">
            <a:extLst>
              <a:ext uri="{FF2B5EF4-FFF2-40B4-BE49-F238E27FC236}">
                <a16:creationId xmlns:a16="http://schemas.microsoft.com/office/drawing/2014/main" id="{600C7844-59ED-468B-8464-3F45D303EEE0}"/>
              </a:ext>
            </a:extLst>
          </p:cNvPr>
          <p:cNvSpPr/>
          <p:nvPr/>
        </p:nvSpPr>
        <p:spPr>
          <a:xfrm>
            <a:off x="3127422"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Ellipse 110">
            <a:extLst>
              <a:ext uri="{FF2B5EF4-FFF2-40B4-BE49-F238E27FC236}">
                <a16:creationId xmlns:a16="http://schemas.microsoft.com/office/drawing/2014/main" id="{BF312F77-933D-4382-A636-5040E04610D6}"/>
              </a:ext>
            </a:extLst>
          </p:cNvPr>
          <p:cNvSpPr/>
          <p:nvPr/>
        </p:nvSpPr>
        <p:spPr>
          <a:xfrm>
            <a:off x="3396281" y="4021901"/>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Ellipse 111">
            <a:extLst>
              <a:ext uri="{FF2B5EF4-FFF2-40B4-BE49-F238E27FC236}">
                <a16:creationId xmlns:a16="http://schemas.microsoft.com/office/drawing/2014/main" id="{7E175C16-E55C-4DDB-825C-A96767CCAF66}"/>
              </a:ext>
            </a:extLst>
          </p:cNvPr>
          <p:cNvSpPr/>
          <p:nvPr/>
        </p:nvSpPr>
        <p:spPr>
          <a:xfrm>
            <a:off x="3659199" y="4021900"/>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Ellipse 112">
            <a:extLst>
              <a:ext uri="{FF2B5EF4-FFF2-40B4-BE49-F238E27FC236}">
                <a16:creationId xmlns:a16="http://schemas.microsoft.com/office/drawing/2014/main" id="{829EC8CF-7683-4A01-B13E-9813CE2B0142}"/>
              </a:ext>
            </a:extLst>
          </p:cNvPr>
          <p:cNvSpPr/>
          <p:nvPr/>
        </p:nvSpPr>
        <p:spPr>
          <a:xfrm>
            <a:off x="3922919" y="4021899"/>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Bulle narrative : ronde 113">
            <a:extLst>
              <a:ext uri="{FF2B5EF4-FFF2-40B4-BE49-F238E27FC236}">
                <a16:creationId xmlns:a16="http://schemas.microsoft.com/office/drawing/2014/main" id="{00FCFAA0-E767-4A27-876B-F1ABD9C544FC}"/>
              </a:ext>
            </a:extLst>
          </p:cNvPr>
          <p:cNvSpPr/>
          <p:nvPr/>
        </p:nvSpPr>
        <p:spPr>
          <a:xfrm>
            <a:off x="621321" y="2239082"/>
            <a:ext cx="4034634" cy="1273702"/>
          </a:xfrm>
          <a:prstGeom prst="wedgeEllipseCallout">
            <a:avLst>
              <a:gd name="adj1" fmla="val -24988"/>
              <a:gd name="adj2" fmla="val 642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Why aren’t the users engaging in my messages ?</a:t>
            </a:r>
          </a:p>
        </p:txBody>
      </p:sp>
      <p:sp>
        <p:nvSpPr>
          <p:cNvPr id="115" name="Ellipse 114">
            <a:extLst>
              <a:ext uri="{FF2B5EF4-FFF2-40B4-BE49-F238E27FC236}">
                <a16:creationId xmlns:a16="http://schemas.microsoft.com/office/drawing/2014/main" id="{E52C9221-AC41-45B0-BA56-4873E9F7EC80}"/>
              </a:ext>
            </a:extLst>
          </p:cNvPr>
          <p:cNvSpPr/>
          <p:nvPr/>
        </p:nvSpPr>
        <p:spPr>
          <a:xfrm>
            <a:off x="4220119" y="4021899"/>
            <a:ext cx="125153" cy="12515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8" name="Groupe 117">
            <a:extLst>
              <a:ext uri="{FF2B5EF4-FFF2-40B4-BE49-F238E27FC236}">
                <a16:creationId xmlns:a16="http://schemas.microsoft.com/office/drawing/2014/main" id="{9A434673-765E-4E8C-BBC1-E0A77B508ED3}"/>
              </a:ext>
            </a:extLst>
          </p:cNvPr>
          <p:cNvGrpSpPr/>
          <p:nvPr/>
        </p:nvGrpSpPr>
        <p:grpSpPr>
          <a:xfrm>
            <a:off x="181275" y="3604107"/>
            <a:ext cx="1983159" cy="1461454"/>
            <a:chOff x="420283" y="3559673"/>
            <a:chExt cx="1983159" cy="1461454"/>
          </a:xfrm>
        </p:grpSpPr>
        <p:pic>
          <p:nvPicPr>
            <p:cNvPr id="102" name="Graphique 101" descr="Personne confuse avec un remplissage uni">
              <a:extLst>
                <a:ext uri="{FF2B5EF4-FFF2-40B4-BE49-F238E27FC236}">
                  <a16:creationId xmlns:a16="http://schemas.microsoft.com/office/drawing/2014/main" id="{92ACD4B1-E499-4653-8499-930ABC2476C8}"/>
                </a:ext>
              </a:extLst>
            </p:cNvPr>
            <p:cNvPicPr>
              <a:picLocks noChangeAspect="1"/>
            </p:cNvPicPr>
            <p:nvPr/>
          </p:nvPicPr>
          <p:blipFill rotWithShape="1">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rcRect l="14825" r="14911" b="49785"/>
            <a:stretch/>
          </p:blipFill>
          <p:spPr>
            <a:xfrm>
              <a:off x="420283" y="3603842"/>
              <a:ext cx="1983159" cy="1417285"/>
            </a:xfrm>
            <a:prstGeom prst="rect">
              <a:avLst/>
            </a:prstGeom>
          </p:spPr>
        </p:pic>
        <p:pic>
          <p:nvPicPr>
            <p:cNvPr id="117" name="Graphique 116" descr="Visage triste à remplissage solide avec un remplissage uni">
              <a:extLst>
                <a:ext uri="{FF2B5EF4-FFF2-40B4-BE49-F238E27FC236}">
                  <a16:creationId xmlns:a16="http://schemas.microsoft.com/office/drawing/2014/main" id="{8FE521EC-763B-4F2C-B0EB-7B3AAF5381D3}"/>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52645" y="3559673"/>
              <a:ext cx="697805" cy="697805"/>
            </a:xfrm>
            <a:prstGeom prst="rect">
              <a:avLst/>
            </a:prstGeom>
          </p:spPr>
        </p:pic>
      </p:grpSp>
      <p:pic>
        <p:nvPicPr>
          <p:cNvPr id="119" name="Graphique 118" descr="Ordinateur portable avec un remplissage uni">
            <a:extLst>
              <a:ext uri="{FF2B5EF4-FFF2-40B4-BE49-F238E27FC236}">
                <a16:creationId xmlns:a16="http://schemas.microsoft.com/office/drawing/2014/main" id="{3E265A4C-756B-4CD6-9029-593EA6D6DEAA}"/>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563614" y="3556953"/>
            <a:ext cx="1082549" cy="1082549"/>
          </a:xfrm>
          <a:prstGeom prst="rect">
            <a:avLst/>
          </a:prstGeom>
        </p:spPr>
      </p:pic>
    </p:spTree>
    <p:extLst>
      <p:ext uri="{BB962C8B-B14F-4D97-AF65-F5344CB8AC3E}">
        <p14:creationId xmlns:p14="http://schemas.microsoft.com/office/powerpoint/2010/main" val="3890201557"/>
      </p:ext>
    </p:extLst>
  </p:cSld>
  <p:clrMapOvr>
    <a:masterClrMapping/>
  </p:clrMapOvr>
  <mc:AlternateContent xmlns:mc="http://schemas.openxmlformats.org/markup-compatibility/2006" xmlns:p14="http://schemas.microsoft.com/office/powerpoint/2010/main">
    <mc:Choice Requires="p14">
      <p:transition spd="slow" p14:dur="2000" advTm="52492"/>
    </mc:Choice>
    <mc:Fallback xmlns="">
      <p:transition spd="slow" advTm="52492"/>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92500"/>
          </a:bodyPr>
          <a:lstStyle/>
          <a:p>
            <a:pPr marL="0" indent="0" algn="ctr">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a:bodyPr>
          <a:lstStyle/>
          <a:p>
            <a:r>
              <a:rPr lang="en-US" noProof="1"/>
              <a:t>How many notifications and e-mails do you receive each day ? On average, how much attention do you pay for it?</a:t>
            </a:r>
          </a:p>
          <a:p>
            <a:r>
              <a:rPr lang="en-US" noProof="1"/>
              <a:t>How would you describe the evolution over the years ? Did it increase ? Decrease ?</a:t>
            </a:r>
          </a:p>
          <a:p>
            <a:endParaRPr lang="en-US" noProof="1"/>
          </a:p>
          <a:p>
            <a:pPr marL="0" indent="0">
              <a:buNone/>
            </a:pPr>
            <a:endParaRPr lang="en-US" noProof="1"/>
          </a:p>
        </p:txBody>
      </p:sp>
      <p:grpSp>
        <p:nvGrpSpPr>
          <p:cNvPr id="6" name="Groupe 5">
            <a:extLst>
              <a:ext uri="{FF2B5EF4-FFF2-40B4-BE49-F238E27FC236}">
                <a16:creationId xmlns:a16="http://schemas.microsoft.com/office/drawing/2014/main" id="{862A4185-6793-4285-8CEA-8790121666F4}"/>
              </a:ext>
            </a:extLst>
          </p:cNvPr>
          <p:cNvGrpSpPr/>
          <p:nvPr/>
        </p:nvGrpSpPr>
        <p:grpSpPr>
          <a:xfrm>
            <a:off x="2025397" y="3806209"/>
            <a:ext cx="2917701" cy="848590"/>
            <a:chOff x="4044446" y="3253735"/>
            <a:chExt cx="3689269" cy="1072995"/>
          </a:xfrm>
        </p:grpSpPr>
        <p:pic>
          <p:nvPicPr>
            <p:cNvPr id="7" name="Graphique 6" descr="Adresse de courrier avec un remplissage uni">
              <a:extLst>
                <a:ext uri="{FF2B5EF4-FFF2-40B4-BE49-F238E27FC236}">
                  <a16:creationId xmlns:a16="http://schemas.microsoft.com/office/drawing/2014/main" id="{C14A73EE-BD8B-44A5-BD6C-5CEC0ADB99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805706"/>
              <a:ext cx="267708" cy="267708"/>
            </a:xfrm>
            <a:prstGeom prst="rect">
              <a:avLst/>
            </a:prstGeom>
          </p:spPr>
        </p:pic>
        <p:pic>
          <p:nvPicPr>
            <p:cNvPr id="8" name="Graphique 7" descr="Adresse de courrier avec un remplissage uni">
              <a:extLst>
                <a:ext uri="{FF2B5EF4-FFF2-40B4-BE49-F238E27FC236}">
                  <a16:creationId xmlns:a16="http://schemas.microsoft.com/office/drawing/2014/main" id="{DC2828C0-220C-4271-B333-A45497AB3DB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805706"/>
              <a:ext cx="267708" cy="267708"/>
            </a:xfrm>
            <a:prstGeom prst="rect">
              <a:avLst/>
            </a:prstGeom>
          </p:spPr>
        </p:pic>
        <p:pic>
          <p:nvPicPr>
            <p:cNvPr id="9" name="Graphique 8" descr="Adresse de courrier avec un remplissage uni">
              <a:extLst>
                <a:ext uri="{FF2B5EF4-FFF2-40B4-BE49-F238E27FC236}">
                  <a16:creationId xmlns:a16="http://schemas.microsoft.com/office/drawing/2014/main" id="{FC702389-6546-4C9D-9F9F-35AC93A983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805706"/>
              <a:ext cx="267708" cy="267708"/>
            </a:xfrm>
            <a:prstGeom prst="rect">
              <a:avLst/>
            </a:prstGeom>
          </p:spPr>
        </p:pic>
        <p:pic>
          <p:nvPicPr>
            <p:cNvPr id="10" name="Graphique 9" descr="Adresse de courrier avec un remplissage uni">
              <a:extLst>
                <a:ext uri="{FF2B5EF4-FFF2-40B4-BE49-F238E27FC236}">
                  <a16:creationId xmlns:a16="http://schemas.microsoft.com/office/drawing/2014/main" id="{D81698FD-48F2-4728-975F-D91D7E7A19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805706"/>
              <a:ext cx="267708" cy="267708"/>
            </a:xfrm>
            <a:prstGeom prst="rect">
              <a:avLst/>
            </a:prstGeom>
          </p:spPr>
        </p:pic>
        <p:pic>
          <p:nvPicPr>
            <p:cNvPr id="11" name="Graphique 10" descr="Adresse de courrier avec un remplissage uni">
              <a:extLst>
                <a:ext uri="{FF2B5EF4-FFF2-40B4-BE49-F238E27FC236}">
                  <a16:creationId xmlns:a16="http://schemas.microsoft.com/office/drawing/2014/main" id="{EE6DD808-8BD1-4C10-AE0A-6446DAE817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805706"/>
              <a:ext cx="267708" cy="267708"/>
            </a:xfrm>
            <a:prstGeom prst="rect">
              <a:avLst/>
            </a:prstGeom>
          </p:spPr>
        </p:pic>
        <p:pic>
          <p:nvPicPr>
            <p:cNvPr id="12" name="Graphique 11" descr="Adresse de courrier avec un remplissage uni">
              <a:extLst>
                <a:ext uri="{FF2B5EF4-FFF2-40B4-BE49-F238E27FC236}">
                  <a16:creationId xmlns:a16="http://schemas.microsoft.com/office/drawing/2014/main" id="{9187E7C6-80FF-45A8-8222-4DEAB4595D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805706"/>
              <a:ext cx="267708" cy="267708"/>
            </a:xfrm>
            <a:prstGeom prst="rect">
              <a:avLst/>
            </a:prstGeom>
          </p:spPr>
        </p:pic>
        <p:pic>
          <p:nvPicPr>
            <p:cNvPr id="13" name="Graphique 12" descr="Adresse de courrier avec un remplissage uni">
              <a:extLst>
                <a:ext uri="{FF2B5EF4-FFF2-40B4-BE49-F238E27FC236}">
                  <a16:creationId xmlns:a16="http://schemas.microsoft.com/office/drawing/2014/main" id="{29F82D16-F47F-497B-B14B-1A37CE9429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805706"/>
              <a:ext cx="267708" cy="267708"/>
            </a:xfrm>
            <a:prstGeom prst="rect">
              <a:avLst/>
            </a:prstGeom>
          </p:spPr>
        </p:pic>
        <p:pic>
          <p:nvPicPr>
            <p:cNvPr id="14" name="Graphique 13" descr="Adresse de courrier avec un remplissage uni">
              <a:extLst>
                <a:ext uri="{FF2B5EF4-FFF2-40B4-BE49-F238E27FC236}">
                  <a16:creationId xmlns:a16="http://schemas.microsoft.com/office/drawing/2014/main" id="{DED10F93-09C9-4EE2-9547-9D0941FD4F9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805706"/>
              <a:ext cx="267708" cy="267708"/>
            </a:xfrm>
            <a:prstGeom prst="rect">
              <a:avLst/>
            </a:prstGeom>
          </p:spPr>
        </p:pic>
        <p:pic>
          <p:nvPicPr>
            <p:cNvPr id="15" name="Graphique 14" descr="Adresse de courrier avec un remplissage uni">
              <a:extLst>
                <a:ext uri="{FF2B5EF4-FFF2-40B4-BE49-F238E27FC236}">
                  <a16:creationId xmlns:a16="http://schemas.microsoft.com/office/drawing/2014/main" id="{A5845C09-0F5A-4F3B-8E95-C7BD997BFD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51441" y="4059022"/>
              <a:ext cx="267708" cy="267708"/>
            </a:xfrm>
            <a:prstGeom prst="rect">
              <a:avLst/>
            </a:prstGeom>
          </p:spPr>
        </p:pic>
        <p:pic>
          <p:nvPicPr>
            <p:cNvPr id="16" name="Graphique 15" descr="Adresse de courrier avec un remplissage uni">
              <a:extLst>
                <a:ext uri="{FF2B5EF4-FFF2-40B4-BE49-F238E27FC236}">
                  <a16:creationId xmlns:a16="http://schemas.microsoft.com/office/drawing/2014/main" id="{823F75C8-BDF2-46AC-951A-DE84ED47D07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91358" y="4059022"/>
              <a:ext cx="267708" cy="267708"/>
            </a:xfrm>
            <a:prstGeom prst="rect">
              <a:avLst/>
            </a:prstGeom>
          </p:spPr>
        </p:pic>
        <p:pic>
          <p:nvPicPr>
            <p:cNvPr id="17" name="Graphique 16" descr="Adresse de courrier avec un remplissage uni">
              <a:extLst>
                <a:ext uri="{FF2B5EF4-FFF2-40B4-BE49-F238E27FC236}">
                  <a16:creationId xmlns:a16="http://schemas.microsoft.com/office/drawing/2014/main" id="{E20463A7-CA04-4F23-A9BC-4F8576C85C6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9236" y="4059022"/>
              <a:ext cx="267708" cy="267708"/>
            </a:xfrm>
            <a:prstGeom prst="rect">
              <a:avLst/>
            </a:prstGeom>
          </p:spPr>
        </p:pic>
        <p:pic>
          <p:nvPicPr>
            <p:cNvPr id="18" name="Graphique 17" descr="Adresse de courrier avec un remplissage uni">
              <a:extLst>
                <a:ext uri="{FF2B5EF4-FFF2-40B4-BE49-F238E27FC236}">
                  <a16:creationId xmlns:a16="http://schemas.microsoft.com/office/drawing/2014/main" id="{5EF1FAE7-5C78-43F0-B33A-0BF805642EA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9153" y="4059022"/>
              <a:ext cx="267708" cy="267708"/>
            </a:xfrm>
            <a:prstGeom prst="rect">
              <a:avLst/>
            </a:prstGeom>
          </p:spPr>
        </p:pic>
        <p:pic>
          <p:nvPicPr>
            <p:cNvPr id="19" name="Graphique 18" descr="Adresse de courrier avec un remplissage uni">
              <a:extLst>
                <a:ext uri="{FF2B5EF4-FFF2-40B4-BE49-F238E27FC236}">
                  <a16:creationId xmlns:a16="http://schemas.microsoft.com/office/drawing/2014/main" id="{1B53FF83-94AB-406E-A399-4C0E707172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7031" y="4059022"/>
              <a:ext cx="267708" cy="267708"/>
            </a:xfrm>
            <a:prstGeom prst="rect">
              <a:avLst/>
            </a:prstGeom>
          </p:spPr>
        </p:pic>
        <p:pic>
          <p:nvPicPr>
            <p:cNvPr id="20" name="Graphique 19" descr="Adresse de courrier avec un remplissage uni">
              <a:extLst>
                <a:ext uri="{FF2B5EF4-FFF2-40B4-BE49-F238E27FC236}">
                  <a16:creationId xmlns:a16="http://schemas.microsoft.com/office/drawing/2014/main" id="{CFD480E9-C042-436B-8430-7C9B932790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66949" y="4059022"/>
              <a:ext cx="267708" cy="267708"/>
            </a:xfrm>
            <a:prstGeom prst="rect">
              <a:avLst/>
            </a:prstGeom>
          </p:spPr>
        </p:pic>
        <p:pic>
          <p:nvPicPr>
            <p:cNvPr id="21" name="Graphique 20" descr="Adresse de courrier avec un remplissage uni">
              <a:extLst>
                <a:ext uri="{FF2B5EF4-FFF2-40B4-BE49-F238E27FC236}">
                  <a16:creationId xmlns:a16="http://schemas.microsoft.com/office/drawing/2014/main" id="{1D2F3773-7FA1-4184-8AF6-1ADC292ABA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14826" y="4059022"/>
              <a:ext cx="267708" cy="267708"/>
            </a:xfrm>
            <a:prstGeom prst="rect">
              <a:avLst/>
            </a:prstGeom>
          </p:spPr>
        </p:pic>
        <p:pic>
          <p:nvPicPr>
            <p:cNvPr id="22" name="Graphique 21" descr="Adresse de courrier avec un remplissage uni">
              <a:extLst>
                <a:ext uri="{FF2B5EF4-FFF2-40B4-BE49-F238E27FC236}">
                  <a16:creationId xmlns:a16="http://schemas.microsoft.com/office/drawing/2014/main" id="{38DA7D5A-AC96-4EEF-9418-84B20BB1A64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54744" y="4059022"/>
              <a:ext cx="267708" cy="267708"/>
            </a:xfrm>
            <a:prstGeom prst="rect">
              <a:avLst/>
            </a:prstGeom>
          </p:spPr>
        </p:pic>
        <p:pic>
          <p:nvPicPr>
            <p:cNvPr id="23" name="Graphique 22" descr="Adresse de courrier avec un remplissage uni">
              <a:extLst>
                <a:ext uri="{FF2B5EF4-FFF2-40B4-BE49-F238E27FC236}">
                  <a16:creationId xmlns:a16="http://schemas.microsoft.com/office/drawing/2014/main" id="{86CBD72D-BCA4-4B4E-B3E2-D61E2749FE3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798510"/>
              <a:ext cx="267708" cy="267708"/>
            </a:xfrm>
            <a:prstGeom prst="rect">
              <a:avLst/>
            </a:prstGeom>
          </p:spPr>
        </p:pic>
        <p:pic>
          <p:nvPicPr>
            <p:cNvPr id="24" name="Graphique 23" descr="Adresse de courrier avec un remplissage uni">
              <a:extLst>
                <a:ext uri="{FF2B5EF4-FFF2-40B4-BE49-F238E27FC236}">
                  <a16:creationId xmlns:a16="http://schemas.microsoft.com/office/drawing/2014/main" id="{7B756109-32B3-4DB6-9E64-1DEBF5536DD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798510"/>
              <a:ext cx="267708" cy="267708"/>
            </a:xfrm>
            <a:prstGeom prst="rect">
              <a:avLst/>
            </a:prstGeom>
          </p:spPr>
        </p:pic>
        <p:pic>
          <p:nvPicPr>
            <p:cNvPr id="25" name="Graphique 24" descr="Adresse de courrier avec un remplissage uni">
              <a:extLst>
                <a:ext uri="{FF2B5EF4-FFF2-40B4-BE49-F238E27FC236}">
                  <a16:creationId xmlns:a16="http://schemas.microsoft.com/office/drawing/2014/main" id="{CD99CF8D-76F5-483E-8413-5A70B3A1DFF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798510"/>
              <a:ext cx="267708" cy="267708"/>
            </a:xfrm>
            <a:prstGeom prst="rect">
              <a:avLst/>
            </a:prstGeom>
          </p:spPr>
        </p:pic>
        <p:pic>
          <p:nvPicPr>
            <p:cNvPr id="26" name="Graphique 25" descr="Adresse de courrier avec un remplissage uni">
              <a:extLst>
                <a:ext uri="{FF2B5EF4-FFF2-40B4-BE49-F238E27FC236}">
                  <a16:creationId xmlns:a16="http://schemas.microsoft.com/office/drawing/2014/main" id="{C0153815-FEE3-4A78-97F0-C5A450A4E2D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798510"/>
              <a:ext cx="267708" cy="267708"/>
            </a:xfrm>
            <a:prstGeom prst="rect">
              <a:avLst/>
            </a:prstGeom>
          </p:spPr>
        </p:pic>
        <p:pic>
          <p:nvPicPr>
            <p:cNvPr id="27" name="Graphique 26" descr="Adresse de courrier avec un remplissage uni">
              <a:extLst>
                <a:ext uri="{FF2B5EF4-FFF2-40B4-BE49-F238E27FC236}">
                  <a16:creationId xmlns:a16="http://schemas.microsoft.com/office/drawing/2014/main" id="{C2A8368D-DAFD-4D76-A8AC-8A775DB2ADB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798510"/>
              <a:ext cx="267708" cy="267708"/>
            </a:xfrm>
            <a:prstGeom prst="rect">
              <a:avLst/>
            </a:prstGeom>
          </p:spPr>
        </p:pic>
        <p:pic>
          <p:nvPicPr>
            <p:cNvPr id="28" name="Graphique 27" descr="Adresse de courrier avec un remplissage uni">
              <a:extLst>
                <a:ext uri="{FF2B5EF4-FFF2-40B4-BE49-F238E27FC236}">
                  <a16:creationId xmlns:a16="http://schemas.microsoft.com/office/drawing/2014/main" id="{6ABB6B2F-CF81-46EE-B8CC-9570F4A6444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798510"/>
              <a:ext cx="267708" cy="267708"/>
            </a:xfrm>
            <a:prstGeom prst="rect">
              <a:avLst/>
            </a:prstGeom>
          </p:spPr>
        </p:pic>
        <p:pic>
          <p:nvPicPr>
            <p:cNvPr id="29" name="Graphique 28" descr="Adresse de courrier avec un remplissage uni">
              <a:extLst>
                <a:ext uri="{FF2B5EF4-FFF2-40B4-BE49-F238E27FC236}">
                  <a16:creationId xmlns:a16="http://schemas.microsoft.com/office/drawing/2014/main" id="{099D7178-DD10-4F29-B903-D7B1734498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798510"/>
              <a:ext cx="267708" cy="267708"/>
            </a:xfrm>
            <a:prstGeom prst="rect">
              <a:avLst/>
            </a:prstGeom>
          </p:spPr>
        </p:pic>
        <p:pic>
          <p:nvPicPr>
            <p:cNvPr id="30" name="Graphique 29" descr="Adresse de courrier avec un remplissage uni">
              <a:extLst>
                <a:ext uri="{FF2B5EF4-FFF2-40B4-BE49-F238E27FC236}">
                  <a16:creationId xmlns:a16="http://schemas.microsoft.com/office/drawing/2014/main" id="{B1DE0FED-C677-47E0-8402-B3A7FDEE5BF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9616" y="4051826"/>
              <a:ext cx="267708" cy="267708"/>
            </a:xfrm>
            <a:prstGeom prst="rect">
              <a:avLst/>
            </a:prstGeom>
          </p:spPr>
        </p:pic>
        <p:pic>
          <p:nvPicPr>
            <p:cNvPr id="31" name="Graphique 30" descr="Adresse de courrier avec un remplissage uni">
              <a:extLst>
                <a:ext uri="{FF2B5EF4-FFF2-40B4-BE49-F238E27FC236}">
                  <a16:creationId xmlns:a16="http://schemas.microsoft.com/office/drawing/2014/main" id="{7E0C9AE4-F12A-4FBC-B5C6-68A3C22C20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9533" y="4051826"/>
              <a:ext cx="267708" cy="267708"/>
            </a:xfrm>
            <a:prstGeom prst="rect">
              <a:avLst/>
            </a:prstGeom>
          </p:spPr>
        </p:pic>
        <p:pic>
          <p:nvPicPr>
            <p:cNvPr id="32" name="Graphique 31" descr="Adresse de courrier avec un remplissage uni">
              <a:extLst>
                <a:ext uri="{FF2B5EF4-FFF2-40B4-BE49-F238E27FC236}">
                  <a16:creationId xmlns:a16="http://schemas.microsoft.com/office/drawing/2014/main" id="{1939745C-68F3-4C93-B1CF-FE969CA2D6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7411" y="4051826"/>
              <a:ext cx="267708" cy="267708"/>
            </a:xfrm>
            <a:prstGeom prst="rect">
              <a:avLst/>
            </a:prstGeom>
          </p:spPr>
        </p:pic>
        <p:pic>
          <p:nvPicPr>
            <p:cNvPr id="33" name="Graphique 32" descr="Adresse de courrier avec un remplissage uni">
              <a:extLst>
                <a:ext uri="{FF2B5EF4-FFF2-40B4-BE49-F238E27FC236}">
                  <a16:creationId xmlns:a16="http://schemas.microsoft.com/office/drawing/2014/main" id="{2DD89D35-298A-4A95-8EAC-8E5524F9418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7328" y="4051826"/>
              <a:ext cx="267708" cy="267708"/>
            </a:xfrm>
            <a:prstGeom prst="rect">
              <a:avLst/>
            </a:prstGeom>
          </p:spPr>
        </p:pic>
        <p:pic>
          <p:nvPicPr>
            <p:cNvPr id="34" name="Graphique 33" descr="Adresse de courrier avec un remplissage uni">
              <a:extLst>
                <a:ext uri="{FF2B5EF4-FFF2-40B4-BE49-F238E27FC236}">
                  <a16:creationId xmlns:a16="http://schemas.microsoft.com/office/drawing/2014/main" id="{507097BE-C660-4410-9609-8E590139E37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85206" y="4051826"/>
              <a:ext cx="267708" cy="267708"/>
            </a:xfrm>
            <a:prstGeom prst="rect">
              <a:avLst/>
            </a:prstGeom>
          </p:spPr>
        </p:pic>
        <p:pic>
          <p:nvPicPr>
            <p:cNvPr id="35" name="Graphique 34" descr="Adresse de courrier avec un remplissage uni">
              <a:extLst>
                <a:ext uri="{FF2B5EF4-FFF2-40B4-BE49-F238E27FC236}">
                  <a16:creationId xmlns:a16="http://schemas.microsoft.com/office/drawing/2014/main" id="{8DBD5C70-1823-415D-8255-C713AC2B4F6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25124" y="4051826"/>
              <a:ext cx="267708" cy="267708"/>
            </a:xfrm>
            <a:prstGeom prst="rect">
              <a:avLst/>
            </a:prstGeom>
          </p:spPr>
        </p:pic>
        <p:pic>
          <p:nvPicPr>
            <p:cNvPr id="36" name="Graphique 35" descr="Adresse de courrier avec un remplissage uni">
              <a:extLst>
                <a:ext uri="{FF2B5EF4-FFF2-40B4-BE49-F238E27FC236}">
                  <a16:creationId xmlns:a16="http://schemas.microsoft.com/office/drawing/2014/main" id="{96ED14C8-6F01-4F7B-A620-019D8F18F2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527066"/>
              <a:ext cx="267708" cy="267708"/>
            </a:xfrm>
            <a:prstGeom prst="rect">
              <a:avLst/>
            </a:prstGeom>
          </p:spPr>
        </p:pic>
        <p:pic>
          <p:nvPicPr>
            <p:cNvPr id="37" name="Graphique 36" descr="Adresse de courrier avec un remplissage uni">
              <a:extLst>
                <a:ext uri="{FF2B5EF4-FFF2-40B4-BE49-F238E27FC236}">
                  <a16:creationId xmlns:a16="http://schemas.microsoft.com/office/drawing/2014/main" id="{49E205B4-95CB-405F-B060-13BFD72D00F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527066"/>
              <a:ext cx="267708" cy="267708"/>
            </a:xfrm>
            <a:prstGeom prst="rect">
              <a:avLst/>
            </a:prstGeom>
          </p:spPr>
        </p:pic>
        <p:pic>
          <p:nvPicPr>
            <p:cNvPr id="38" name="Graphique 37" descr="Adresse de courrier avec un remplissage uni">
              <a:extLst>
                <a:ext uri="{FF2B5EF4-FFF2-40B4-BE49-F238E27FC236}">
                  <a16:creationId xmlns:a16="http://schemas.microsoft.com/office/drawing/2014/main" id="{1754FFA8-3435-42E1-9579-5BF09888C4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527066"/>
              <a:ext cx="267708" cy="267708"/>
            </a:xfrm>
            <a:prstGeom prst="rect">
              <a:avLst/>
            </a:prstGeom>
          </p:spPr>
        </p:pic>
        <p:pic>
          <p:nvPicPr>
            <p:cNvPr id="39" name="Graphique 38" descr="Adresse de courrier avec un remplissage uni">
              <a:extLst>
                <a:ext uri="{FF2B5EF4-FFF2-40B4-BE49-F238E27FC236}">
                  <a16:creationId xmlns:a16="http://schemas.microsoft.com/office/drawing/2014/main" id="{AF9669A9-1D47-430A-8C90-46702FBC57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527066"/>
              <a:ext cx="267708" cy="267708"/>
            </a:xfrm>
            <a:prstGeom prst="rect">
              <a:avLst/>
            </a:prstGeom>
          </p:spPr>
        </p:pic>
        <p:pic>
          <p:nvPicPr>
            <p:cNvPr id="40" name="Graphique 39" descr="Adresse de courrier avec un remplissage uni">
              <a:extLst>
                <a:ext uri="{FF2B5EF4-FFF2-40B4-BE49-F238E27FC236}">
                  <a16:creationId xmlns:a16="http://schemas.microsoft.com/office/drawing/2014/main" id="{5AB2D756-4EFE-4B7B-9ECC-18EEA768C4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527066"/>
              <a:ext cx="267708" cy="267708"/>
            </a:xfrm>
            <a:prstGeom prst="rect">
              <a:avLst/>
            </a:prstGeom>
          </p:spPr>
        </p:pic>
        <p:pic>
          <p:nvPicPr>
            <p:cNvPr id="41" name="Graphique 40" descr="Adresse de courrier avec un remplissage uni">
              <a:extLst>
                <a:ext uri="{FF2B5EF4-FFF2-40B4-BE49-F238E27FC236}">
                  <a16:creationId xmlns:a16="http://schemas.microsoft.com/office/drawing/2014/main" id="{4EE33E1E-6451-47D3-8DA1-E30E384FD1A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527066"/>
              <a:ext cx="267708" cy="267708"/>
            </a:xfrm>
            <a:prstGeom prst="rect">
              <a:avLst/>
            </a:prstGeom>
          </p:spPr>
        </p:pic>
        <p:pic>
          <p:nvPicPr>
            <p:cNvPr id="42" name="Graphique 41" descr="Adresse de courrier avec un remplissage uni">
              <a:extLst>
                <a:ext uri="{FF2B5EF4-FFF2-40B4-BE49-F238E27FC236}">
                  <a16:creationId xmlns:a16="http://schemas.microsoft.com/office/drawing/2014/main" id="{762238D9-2AC8-401F-94E0-8EF1B956C91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527066"/>
              <a:ext cx="267708" cy="267708"/>
            </a:xfrm>
            <a:prstGeom prst="rect">
              <a:avLst/>
            </a:prstGeom>
          </p:spPr>
        </p:pic>
        <p:pic>
          <p:nvPicPr>
            <p:cNvPr id="43" name="Graphique 42" descr="Adresse de courrier avec un remplissage uni">
              <a:extLst>
                <a:ext uri="{FF2B5EF4-FFF2-40B4-BE49-F238E27FC236}">
                  <a16:creationId xmlns:a16="http://schemas.microsoft.com/office/drawing/2014/main" id="{CD2204F8-034A-4CD1-AFC8-37A46BCBC61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527066"/>
              <a:ext cx="267708" cy="267708"/>
            </a:xfrm>
            <a:prstGeom prst="rect">
              <a:avLst/>
            </a:prstGeom>
          </p:spPr>
        </p:pic>
        <p:pic>
          <p:nvPicPr>
            <p:cNvPr id="44" name="Graphique 43" descr="Adresse de courrier avec un remplissage uni">
              <a:extLst>
                <a:ext uri="{FF2B5EF4-FFF2-40B4-BE49-F238E27FC236}">
                  <a16:creationId xmlns:a16="http://schemas.microsoft.com/office/drawing/2014/main" id="{8AF4FB8C-BC21-4C76-9FDE-02C6EB3B28C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519870"/>
              <a:ext cx="267708" cy="267708"/>
            </a:xfrm>
            <a:prstGeom prst="rect">
              <a:avLst/>
            </a:prstGeom>
          </p:spPr>
        </p:pic>
        <p:pic>
          <p:nvPicPr>
            <p:cNvPr id="45" name="Graphique 44" descr="Adresse de courrier avec un remplissage uni">
              <a:extLst>
                <a:ext uri="{FF2B5EF4-FFF2-40B4-BE49-F238E27FC236}">
                  <a16:creationId xmlns:a16="http://schemas.microsoft.com/office/drawing/2014/main" id="{12D0E036-1378-464C-B6FF-9DC3B1F71A1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519870"/>
              <a:ext cx="267708" cy="267708"/>
            </a:xfrm>
            <a:prstGeom prst="rect">
              <a:avLst/>
            </a:prstGeom>
          </p:spPr>
        </p:pic>
        <p:pic>
          <p:nvPicPr>
            <p:cNvPr id="46" name="Graphique 45" descr="Adresse de courrier avec un remplissage uni">
              <a:extLst>
                <a:ext uri="{FF2B5EF4-FFF2-40B4-BE49-F238E27FC236}">
                  <a16:creationId xmlns:a16="http://schemas.microsoft.com/office/drawing/2014/main" id="{FA4CD64E-E0FE-41F7-BFEA-C3EF020D2CE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519870"/>
              <a:ext cx="267708" cy="267708"/>
            </a:xfrm>
            <a:prstGeom prst="rect">
              <a:avLst/>
            </a:prstGeom>
          </p:spPr>
        </p:pic>
        <p:pic>
          <p:nvPicPr>
            <p:cNvPr id="47" name="Graphique 46" descr="Adresse de courrier avec un remplissage uni">
              <a:extLst>
                <a:ext uri="{FF2B5EF4-FFF2-40B4-BE49-F238E27FC236}">
                  <a16:creationId xmlns:a16="http://schemas.microsoft.com/office/drawing/2014/main" id="{F59EDD10-D1B5-4FB4-AF17-1B67FBC98F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519870"/>
              <a:ext cx="267708" cy="267708"/>
            </a:xfrm>
            <a:prstGeom prst="rect">
              <a:avLst/>
            </a:prstGeom>
          </p:spPr>
        </p:pic>
        <p:pic>
          <p:nvPicPr>
            <p:cNvPr id="48" name="Graphique 47" descr="Adresse de courrier avec un remplissage uni">
              <a:extLst>
                <a:ext uri="{FF2B5EF4-FFF2-40B4-BE49-F238E27FC236}">
                  <a16:creationId xmlns:a16="http://schemas.microsoft.com/office/drawing/2014/main" id="{0CD5F181-3676-408B-9021-35B5993E45B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519870"/>
              <a:ext cx="267708" cy="267708"/>
            </a:xfrm>
            <a:prstGeom prst="rect">
              <a:avLst/>
            </a:prstGeom>
          </p:spPr>
        </p:pic>
        <p:pic>
          <p:nvPicPr>
            <p:cNvPr id="49" name="Graphique 48" descr="Adresse de courrier avec un remplissage uni">
              <a:extLst>
                <a:ext uri="{FF2B5EF4-FFF2-40B4-BE49-F238E27FC236}">
                  <a16:creationId xmlns:a16="http://schemas.microsoft.com/office/drawing/2014/main" id="{9FB7EFD8-7F34-431D-843D-35F623B53D0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519870"/>
              <a:ext cx="267708" cy="267708"/>
            </a:xfrm>
            <a:prstGeom prst="rect">
              <a:avLst/>
            </a:prstGeom>
          </p:spPr>
        </p:pic>
        <p:pic>
          <p:nvPicPr>
            <p:cNvPr id="50" name="Graphique 49" descr="Adresse de courrier avec un remplissage uni">
              <a:extLst>
                <a:ext uri="{FF2B5EF4-FFF2-40B4-BE49-F238E27FC236}">
                  <a16:creationId xmlns:a16="http://schemas.microsoft.com/office/drawing/2014/main" id="{38289308-CE67-468B-81C1-3F9C1C01CBF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519870"/>
              <a:ext cx="267708" cy="267708"/>
            </a:xfrm>
            <a:prstGeom prst="rect">
              <a:avLst/>
            </a:prstGeom>
          </p:spPr>
        </p:pic>
        <p:pic>
          <p:nvPicPr>
            <p:cNvPr id="51" name="Graphique 50" descr="Adresse de courrier avec un remplissage uni">
              <a:extLst>
                <a:ext uri="{FF2B5EF4-FFF2-40B4-BE49-F238E27FC236}">
                  <a16:creationId xmlns:a16="http://schemas.microsoft.com/office/drawing/2014/main" id="{879165D5-989D-418B-B8E9-8046B70CAC2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44446" y="3260931"/>
              <a:ext cx="267708" cy="267708"/>
            </a:xfrm>
            <a:prstGeom prst="rect">
              <a:avLst/>
            </a:prstGeom>
          </p:spPr>
        </p:pic>
        <p:pic>
          <p:nvPicPr>
            <p:cNvPr id="52" name="Graphique 51" descr="Adresse de courrier avec un remplissage uni">
              <a:extLst>
                <a:ext uri="{FF2B5EF4-FFF2-40B4-BE49-F238E27FC236}">
                  <a16:creationId xmlns:a16="http://schemas.microsoft.com/office/drawing/2014/main" id="{5AEDE99C-2536-4CF9-BB7F-C7CA24297C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4363" y="3260931"/>
              <a:ext cx="267708" cy="267708"/>
            </a:xfrm>
            <a:prstGeom prst="rect">
              <a:avLst/>
            </a:prstGeom>
          </p:spPr>
        </p:pic>
        <p:pic>
          <p:nvPicPr>
            <p:cNvPr id="53" name="Graphique 52" descr="Adresse de courrier avec un remplissage uni">
              <a:extLst>
                <a:ext uri="{FF2B5EF4-FFF2-40B4-BE49-F238E27FC236}">
                  <a16:creationId xmlns:a16="http://schemas.microsoft.com/office/drawing/2014/main" id="{57FF8630-77E5-4F56-AB13-B6A09A5C19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32241" y="3260931"/>
              <a:ext cx="267708" cy="267708"/>
            </a:xfrm>
            <a:prstGeom prst="rect">
              <a:avLst/>
            </a:prstGeom>
          </p:spPr>
        </p:pic>
        <p:pic>
          <p:nvPicPr>
            <p:cNvPr id="54" name="Graphique 53" descr="Adresse de courrier avec un remplissage uni">
              <a:extLst>
                <a:ext uri="{FF2B5EF4-FFF2-40B4-BE49-F238E27FC236}">
                  <a16:creationId xmlns:a16="http://schemas.microsoft.com/office/drawing/2014/main" id="{616D29A7-8200-494C-9B59-3C9194E1585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772159" y="3260931"/>
              <a:ext cx="267708" cy="267708"/>
            </a:xfrm>
            <a:prstGeom prst="rect">
              <a:avLst/>
            </a:prstGeom>
          </p:spPr>
        </p:pic>
        <p:pic>
          <p:nvPicPr>
            <p:cNvPr id="55" name="Graphique 54" descr="Adresse de courrier avec un remplissage uni">
              <a:extLst>
                <a:ext uri="{FF2B5EF4-FFF2-40B4-BE49-F238E27FC236}">
                  <a16:creationId xmlns:a16="http://schemas.microsoft.com/office/drawing/2014/main" id="{AEACECB2-7DF6-40F4-B26F-D5823C41366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20036" y="3260931"/>
              <a:ext cx="267708" cy="267708"/>
            </a:xfrm>
            <a:prstGeom prst="rect">
              <a:avLst/>
            </a:prstGeom>
          </p:spPr>
        </p:pic>
        <p:pic>
          <p:nvPicPr>
            <p:cNvPr id="56" name="Graphique 55" descr="Adresse de courrier avec un remplissage uni">
              <a:extLst>
                <a:ext uri="{FF2B5EF4-FFF2-40B4-BE49-F238E27FC236}">
                  <a16:creationId xmlns:a16="http://schemas.microsoft.com/office/drawing/2014/main" id="{193F3B4D-404B-4B74-B732-013E1D37551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259954" y="3260931"/>
              <a:ext cx="267708" cy="267708"/>
            </a:xfrm>
            <a:prstGeom prst="rect">
              <a:avLst/>
            </a:prstGeom>
          </p:spPr>
        </p:pic>
        <p:pic>
          <p:nvPicPr>
            <p:cNvPr id="57" name="Graphique 56" descr="Adresse de courrier avec un remplissage uni">
              <a:extLst>
                <a:ext uri="{FF2B5EF4-FFF2-40B4-BE49-F238E27FC236}">
                  <a16:creationId xmlns:a16="http://schemas.microsoft.com/office/drawing/2014/main" id="{16562A59-C984-442C-AF3D-1BC4437A8D1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507832" y="3260931"/>
              <a:ext cx="267708" cy="267708"/>
            </a:xfrm>
            <a:prstGeom prst="rect">
              <a:avLst/>
            </a:prstGeom>
          </p:spPr>
        </p:pic>
        <p:pic>
          <p:nvPicPr>
            <p:cNvPr id="58" name="Graphique 57" descr="Adresse de courrier avec un remplissage uni">
              <a:extLst>
                <a:ext uri="{FF2B5EF4-FFF2-40B4-BE49-F238E27FC236}">
                  <a16:creationId xmlns:a16="http://schemas.microsoft.com/office/drawing/2014/main" id="{BEC61109-56DF-40A2-A194-9D7D1222D83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47749" y="3260931"/>
              <a:ext cx="267708" cy="267708"/>
            </a:xfrm>
            <a:prstGeom prst="rect">
              <a:avLst/>
            </a:prstGeom>
          </p:spPr>
        </p:pic>
        <p:pic>
          <p:nvPicPr>
            <p:cNvPr id="59" name="Graphique 58" descr="Adresse de courrier avec un remplissage uni">
              <a:extLst>
                <a:ext uri="{FF2B5EF4-FFF2-40B4-BE49-F238E27FC236}">
                  <a16:creationId xmlns:a16="http://schemas.microsoft.com/office/drawing/2014/main" id="{AF9F17F2-FD62-4E80-8FB3-460F10526E0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02621" y="3253735"/>
              <a:ext cx="267708" cy="267708"/>
            </a:xfrm>
            <a:prstGeom prst="rect">
              <a:avLst/>
            </a:prstGeom>
          </p:spPr>
        </p:pic>
        <p:pic>
          <p:nvPicPr>
            <p:cNvPr id="60" name="Graphique 59" descr="Adresse de courrier avec un remplissage uni">
              <a:extLst>
                <a:ext uri="{FF2B5EF4-FFF2-40B4-BE49-F238E27FC236}">
                  <a16:creationId xmlns:a16="http://schemas.microsoft.com/office/drawing/2014/main" id="{92604020-455B-4332-8016-1C21B36F3AB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2538" y="3253735"/>
              <a:ext cx="267708" cy="267708"/>
            </a:xfrm>
            <a:prstGeom prst="rect">
              <a:avLst/>
            </a:prstGeom>
          </p:spPr>
        </p:pic>
        <p:pic>
          <p:nvPicPr>
            <p:cNvPr id="61" name="Graphique 60" descr="Adresse de courrier avec un remplissage uni">
              <a:extLst>
                <a:ext uri="{FF2B5EF4-FFF2-40B4-BE49-F238E27FC236}">
                  <a16:creationId xmlns:a16="http://schemas.microsoft.com/office/drawing/2014/main" id="{40F4EC79-F5A4-4D76-80A1-7BA2567B01E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90416" y="3253735"/>
              <a:ext cx="267708" cy="267708"/>
            </a:xfrm>
            <a:prstGeom prst="rect">
              <a:avLst/>
            </a:prstGeom>
          </p:spPr>
        </p:pic>
        <p:pic>
          <p:nvPicPr>
            <p:cNvPr id="62" name="Graphique 61" descr="Adresse de courrier avec un remplissage uni">
              <a:extLst>
                <a:ext uri="{FF2B5EF4-FFF2-40B4-BE49-F238E27FC236}">
                  <a16:creationId xmlns:a16="http://schemas.microsoft.com/office/drawing/2014/main" id="{D99B6221-3F29-44B7-8869-DE10ADC16E0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0334" y="3253735"/>
              <a:ext cx="267708" cy="267708"/>
            </a:xfrm>
            <a:prstGeom prst="rect">
              <a:avLst/>
            </a:prstGeom>
          </p:spPr>
        </p:pic>
        <p:pic>
          <p:nvPicPr>
            <p:cNvPr id="63" name="Graphique 62" descr="Adresse de courrier avec un remplissage uni">
              <a:extLst>
                <a:ext uri="{FF2B5EF4-FFF2-40B4-BE49-F238E27FC236}">
                  <a16:creationId xmlns:a16="http://schemas.microsoft.com/office/drawing/2014/main" id="{FC678251-AA46-4084-A5D7-B215CECDC6C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78211" y="3253735"/>
              <a:ext cx="267708" cy="267708"/>
            </a:xfrm>
            <a:prstGeom prst="rect">
              <a:avLst/>
            </a:prstGeom>
          </p:spPr>
        </p:pic>
        <p:pic>
          <p:nvPicPr>
            <p:cNvPr id="64" name="Graphique 63" descr="Adresse de courrier avec un remplissage uni">
              <a:extLst>
                <a:ext uri="{FF2B5EF4-FFF2-40B4-BE49-F238E27FC236}">
                  <a16:creationId xmlns:a16="http://schemas.microsoft.com/office/drawing/2014/main" id="{4D231447-D1BB-4DB2-B1E2-BA8B5BD37D8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218129" y="3253735"/>
              <a:ext cx="267708" cy="267708"/>
            </a:xfrm>
            <a:prstGeom prst="rect">
              <a:avLst/>
            </a:prstGeom>
          </p:spPr>
        </p:pic>
        <p:pic>
          <p:nvPicPr>
            <p:cNvPr id="65" name="Graphique 64" descr="Adresse de courrier avec un remplissage uni">
              <a:extLst>
                <a:ext uri="{FF2B5EF4-FFF2-40B4-BE49-F238E27FC236}">
                  <a16:creationId xmlns:a16="http://schemas.microsoft.com/office/drawing/2014/main" id="{90C32752-CE80-4547-8B30-F752838A01E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466007" y="3253735"/>
              <a:ext cx="267708" cy="267708"/>
            </a:xfrm>
            <a:prstGeom prst="rect">
              <a:avLst/>
            </a:prstGeom>
          </p:spPr>
        </p:pic>
      </p:grpSp>
      <p:grpSp>
        <p:nvGrpSpPr>
          <p:cNvPr id="66" name="Groupe 65">
            <a:extLst>
              <a:ext uri="{FF2B5EF4-FFF2-40B4-BE49-F238E27FC236}">
                <a16:creationId xmlns:a16="http://schemas.microsoft.com/office/drawing/2014/main" id="{2915322B-8784-43C8-B1E5-9745B6E8A814}"/>
              </a:ext>
            </a:extLst>
          </p:cNvPr>
          <p:cNvGrpSpPr/>
          <p:nvPr/>
        </p:nvGrpSpPr>
        <p:grpSpPr>
          <a:xfrm>
            <a:off x="1953051" y="5049077"/>
            <a:ext cx="1296115" cy="926351"/>
            <a:chOff x="1997405" y="4798055"/>
            <a:chExt cx="1296115" cy="926351"/>
          </a:xfrm>
        </p:grpSpPr>
        <p:grpSp>
          <p:nvGrpSpPr>
            <p:cNvPr id="67" name="Groupe 66">
              <a:extLst>
                <a:ext uri="{FF2B5EF4-FFF2-40B4-BE49-F238E27FC236}">
                  <a16:creationId xmlns:a16="http://schemas.microsoft.com/office/drawing/2014/main" id="{454A2B42-3F95-47D4-BF14-AABF71EA0924}"/>
                </a:ext>
              </a:extLst>
            </p:cNvPr>
            <p:cNvGrpSpPr/>
            <p:nvPr/>
          </p:nvGrpSpPr>
          <p:grpSpPr>
            <a:xfrm>
              <a:off x="2408155" y="5016734"/>
              <a:ext cx="419101" cy="464345"/>
              <a:chOff x="792955" y="4326730"/>
              <a:chExt cx="419101" cy="464345"/>
            </a:xfrm>
          </p:grpSpPr>
          <p:pic>
            <p:nvPicPr>
              <p:cNvPr id="71" name="Graphique 70" descr="Chronomètre contour">
                <a:extLst>
                  <a:ext uri="{FF2B5EF4-FFF2-40B4-BE49-F238E27FC236}">
                    <a16:creationId xmlns:a16="http://schemas.microsoft.com/office/drawing/2014/main" id="{544B989C-F0CD-4B06-BA42-E3C5A859B3A1}"/>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3915" t="10918" r="14194" b="9430"/>
              <a:stretch/>
            </p:blipFill>
            <p:spPr>
              <a:xfrm>
                <a:off x="792955" y="4326730"/>
                <a:ext cx="419101" cy="464345"/>
              </a:xfrm>
              <a:prstGeom prst="rect">
                <a:avLst/>
              </a:prstGeom>
            </p:spPr>
          </p:pic>
          <p:sp>
            <p:nvSpPr>
              <p:cNvPr id="72" name="Ellipse 71">
                <a:extLst>
                  <a:ext uri="{FF2B5EF4-FFF2-40B4-BE49-F238E27FC236}">
                    <a16:creationId xmlns:a16="http://schemas.microsoft.com/office/drawing/2014/main" id="{57A2B2C6-C399-4E31-A322-5D9062884034}"/>
                  </a:ext>
                </a:extLst>
              </p:cNvPr>
              <p:cNvSpPr/>
              <p:nvPr/>
            </p:nvSpPr>
            <p:spPr>
              <a:xfrm>
                <a:off x="907409" y="4493271"/>
                <a:ext cx="191824" cy="19182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e 67">
              <a:extLst>
                <a:ext uri="{FF2B5EF4-FFF2-40B4-BE49-F238E27FC236}">
                  <a16:creationId xmlns:a16="http://schemas.microsoft.com/office/drawing/2014/main" id="{820864A8-8F1B-4A3A-838A-13B3A1DDA943}"/>
                </a:ext>
              </a:extLst>
            </p:cNvPr>
            <p:cNvGrpSpPr/>
            <p:nvPr/>
          </p:nvGrpSpPr>
          <p:grpSpPr>
            <a:xfrm>
              <a:off x="1997405" y="4798055"/>
              <a:ext cx="1296115" cy="926351"/>
              <a:chOff x="1997405" y="4798055"/>
              <a:chExt cx="1296115" cy="926351"/>
            </a:xfrm>
          </p:grpSpPr>
          <p:pic>
            <p:nvPicPr>
              <p:cNvPr id="69" name="Graphique 68" descr="Pellicule contour">
                <a:extLst>
                  <a:ext uri="{FF2B5EF4-FFF2-40B4-BE49-F238E27FC236}">
                    <a16:creationId xmlns:a16="http://schemas.microsoft.com/office/drawing/2014/main" id="{E07BC2E1-8951-4A49-8127-E6E8850106AC}"/>
                  </a:ext>
                </a:extLst>
              </p:cNvPr>
              <p:cNvPicPr>
                <a:picLocks noChangeAspect="1"/>
              </p:cNvPicPr>
              <p:nvPr/>
            </p:nvPicPr>
            <p: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l="18479" t="25769" r="17614" b="28557"/>
              <a:stretch/>
            </p:blipFill>
            <p:spPr>
              <a:xfrm>
                <a:off x="1997405" y="4798055"/>
                <a:ext cx="1296115" cy="926351"/>
              </a:xfrm>
              <a:prstGeom prst="rect">
                <a:avLst/>
              </a:prstGeom>
            </p:spPr>
          </p:pic>
          <p:sp>
            <p:nvSpPr>
              <p:cNvPr id="70" name="Arc partiel 69">
                <a:extLst>
                  <a:ext uri="{FF2B5EF4-FFF2-40B4-BE49-F238E27FC236}">
                    <a16:creationId xmlns:a16="http://schemas.microsoft.com/office/drawing/2014/main" id="{6FC1E3D3-D0D2-4DF4-A45B-E28A321E025F}"/>
                  </a:ext>
                </a:extLst>
              </p:cNvPr>
              <p:cNvSpPr/>
              <p:nvPr/>
            </p:nvSpPr>
            <p:spPr>
              <a:xfrm>
                <a:off x="2417488" y="5098579"/>
                <a:ext cx="377825" cy="377825"/>
              </a:xfrm>
              <a:prstGeom prst="pie">
                <a:avLst>
                  <a:gd name="adj1" fmla="val 16273655"/>
                  <a:gd name="adj2" fmla="val 2042892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grpSp>
      <p:grpSp>
        <p:nvGrpSpPr>
          <p:cNvPr id="73" name="Groupe 72">
            <a:extLst>
              <a:ext uri="{FF2B5EF4-FFF2-40B4-BE49-F238E27FC236}">
                <a16:creationId xmlns:a16="http://schemas.microsoft.com/office/drawing/2014/main" id="{A1AC763B-DD46-432A-849F-B543B4342294}"/>
              </a:ext>
            </a:extLst>
          </p:cNvPr>
          <p:cNvGrpSpPr/>
          <p:nvPr/>
        </p:nvGrpSpPr>
        <p:grpSpPr>
          <a:xfrm>
            <a:off x="1928302" y="2567556"/>
            <a:ext cx="1040868" cy="1040868"/>
            <a:chOff x="2264321" y="2338648"/>
            <a:chExt cx="1040868" cy="1040868"/>
          </a:xfrm>
        </p:grpSpPr>
        <p:pic>
          <p:nvPicPr>
            <p:cNvPr id="74" name="Graphique 73" descr="Vibration du téléphone avec un remplissage uni">
              <a:extLst>
                <a:ext uri="{FF2B5EF4-FFF2-40B4-BE49-F238E27FC236}">
                  <a16:creationId xmlns:a16="http://schemas.microsoft.com/office/drawing/2014/main" id="{300C48AA-041B-4E74-B0E4-DA4528E2DCD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264321" y="2338648"/>
              <a:ext cx="1040868" cy="1040868"/>
            </a:xfrm>
            <a:prstGeom prst="rect">
              <a:avLst/>
            </a:prstGeom>
          </p:spPr>
        </p:pic>
        <p:sp>
          <p:nvSpPr>
            <p:cNvPr id="75" name="Ellipse 74">
              <a:extLst>
                <a:ext uri="{FF2B5EF4-FFF2-40B4-BE49-F238E27FC236}">
                  <a16:creationId xmlns:a16="http://schemas.microsoft.com/office/drawing/2014/main" id="{93CDE8E4-7247-4860-89D3-C836C618700F}"/>
                </a:ext>
              </a:extLst>
            </p:cNvPr>
            <p:cNvSpPr/>
            <p:nvPr/>
          </p:nvSpPr>
          <p:spPr>
            <a:xfrm rot="900000">
              <a:off x="2646547" y="2691070"/>
              <a:ext cx="297532" cy="297532"/>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rmAutofit fontScale="55000" lnSpcReduction="20000"/>
            </a:bodyPr>
            <a:lstStyle/>
            <a:p>
              <a:pPr algn="ctr"/>
              <a:r>
                <a:rPr lang="en-US" sz="2000" b="1" dirty="0"/>
                <a:t>46</a:t>
              </a:r>
            </a:p>
          </p:txBody>
        </p:sp>
      </p:grpSp>
    </p:spTree>
    <p:extLst>
      <p:ext uri="{BB962C8B-B14F-4D97-AF65-F5344CB8AC3E}">
        <p14:creationId xmlns:p14="http://schemas.microsoft.com/office/powerpoint/2010/main" val="4223654215"/>
      </p:ext>
    </p:extLst>
  </p:cSld>
  <p:clrMapOvr>
    <a:masterClrMapping/>
  </p:clrMapOvr>
  <mc:AlternateContent xmlns:mc="http://schemas.openxmlformats.org/markup-compatibility/2006" xmlns:p14="http://schemas.microsoft.com/office/powerpoint/2010/main">
    <mc:Choice Requires="p14">
      <p:transition spd="slow" p14:dur="2000" advTm="23855"/>
    </mc:Choice>
    <mc:Fallback xmlns="">
      <p:transition spd="slow" advTm="2385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0BBCFE1A-DEBB-4A8A-A027-1D700F02B891}"/>
              </a:ext>
            </a:extLst>
          </p:cNvPr>
          <p:cNvSpPr/>
          <p:nvPr/>
        </p:nvSpPr>
        <p:spPr>
          <a:xfrm>
            <a:off x="4041605" y="1987770"/>
            <a:ext cx="2832439" cy="151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Challenge #C2</a:t>
            </a:r>
            <a:br>
              <a:rPr lang="en-US" dirty="0"/>
            </a:br>
            <a:r>
              <a:rPr lang="en-US" dirty="0"/>
              <a:t>Getting a click / a touch</a:t>
            </a:r>
          </a:p>
        </p:txBody>
      </p:sp>
      <p:sp>
        <p:nvSpPr>
          <p:cNvPr id="3" name="Espace réservé du contenu 2">
            <a:extLst>
              <a:ext uri="{FF2B5EF4-FFF2-40B4-BE49-F238E27FC236}">
                <a16:creationId xmlns:a16="http://schemas.microsoft.com/office/drawing/2014/main" id="{76532BC2-2047-484F-A695-32D03E87C8B4}"/>
              </a:ext>
            </a:extLst>
          </p:cNvPr>
          <p:cNvSpPr>
            <a:spLocks noGrp="1"/>
          </p:cNvSpPr>
          <p:nvPr>
            <p:ph idx="1"/>
          </p:nvPr>
        </p:nvSpPr>
        <p:spPr>
          <a:xfrm>
            <a:off x="484444" y="2735199"/>
            <a:ext cx="1988951" cy="3694176"/>
          </a:xfrm>
        </p:spPr>
        <p:txBody>
          <a:bodyPr>
            <a:normAutofit/>
          </a:bodyPr>
          <a:lstStyle/>
          <a:p>
            <a:pPr marL="0" indent="0">
              <a:buNone/>
            </a:pPr>
            <a:r>
              <a:rPr lang="en-US" sz="2000" dirty="0"/>
              <a:t>Content producers try to intercept the short window of opportunity they have</a:t>
            </a:r>
          </a:p>
          <a:p>
            <a:pPr marL="0" indent="0">
              <a:buNone/>
            </a:pPr>
            <a:r>
              <a:rPr lang="en-US" sz="2000" dirty="0"/>
              <a:t>Examples with “Cybersecurity”</a:t>
            </a:r>
          </a:p>
        </p:txBody>
      </p:sp>
      <p:sp>
        <p:nvSpPr>
          <p:cNvPr id="4" name="Espace réservé du contenu 2">
            <a:extLst>
              <a:ext uri="{FF2B5EF4-FFF2-40B4-BE49-F238E27FC236}">
                <a16:creationId xmlns:a16="http://schemas.microsoft.com/office/drawing/2014/main" id="{5FECE4C7-4AFE-4EA3-ABE2-9A30566584A2}"/>
              </a:ext>
            </a:extLst>
          </p:cNvPr>
          <p:cNvSpPr txBox="1">
            <a:spLocks/>
          </p:cNvSpPr>
          <p:nvPr/>
        </p:nvSpPr>
        <p:spPr>
          <a:xfrm>
            <a:off x="3404234" y="3569386"/>
            <a:ext cx="3568066" cy="714375"/>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Catchy pictures / thumbnails (with emotional content)</a:t>
            </a:r>
          </a:p>
        </p:txBody>
      </p:sp>
      <p:sp>
        <p:nvSpPr>
          <p:cNvPr id="5" name="Espace réservé du contenu 2">
            <a:extLst>
              <a:ext uri="{FF2B5EF4-FFF2-40B4-BE49-F238E27FC236}">
                <a16:creationId xmlns:a16="http://schemas.microsoft.com/office/drawing/2014/main" id="{79527B8B-5DE6-4081-81CB-4EA3E707D6B3}"/>
              </a:ext>
            </a:extLst>
          </p:cNvPr>
          <p:cNvSpPr txBox="1">
            <a:spLocks/>
          </p:cNvSpPr>
          <p:nvPr/>
        </p:nvSpPr>
        <p:spPr>
          <a:xfrm>
            <a:off x="8006963" y="2348323"/>
            <a:ext cx="3936220" cy="4203552"/>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dirty="0">
                <a:solidFill>
                  <a:schemeClr val="accent1"/>
                </a:solidFill>
              </a:rPr>
              <a:t>Catchy titles</a:t>
            </a:r>
          </a:p>
          <a:p>
            <a:pPr marL="0" indent="0" algn="ctr">
              <a:buFont typeface="Arial" panose="020B0604020202020204" pitchFamily="34" charset="0"/>
              <a:buNone/>
            </a:pPr>
            <a:endParaRPr lang="en-US" sz="1000" dirty="0"/>
          </a:p>
          <a:p>
            <a:pPr marL="0" indent="0">
              <a:buNone/>
            </a:pPr>
            <a:r>
              <a:rPr lang="en-US" sz="1000" i="1" dirty="0">
                <a:latin typeface="Adobe Fan Heiti Std B" panose="020B0700000000000000" pitchFamily="34" charset="-128"/>
                <a:ea typeface="Adobe Fan Heiti Std B" panose="020B0700000000000000" pitchFamily="34" charset="-128"/>
              </a:rPr>
              <a:t>In 14 Minutes, I'll Give You The Truth About Cybersecurity</a:t>
            </a:r>
            <a:endParaRPr lang="en-US" sz="1000" dirty="0"/>
          </a:p>
          <a:p>
            <a:pPr marL="0" indent="0" algn="r">
              <a:lnSpc>
                <a:spcPct val="170000"/>
              </a:lnSpc>
              <a:buNone/>
            </a:pPr>
            <a:r>
              <a:rPr lang="en-US" sz="1000" dirty="0">
                <a:latin typeface="Britannic Bold" panose="020B0903060703020204" pitchFamily="34" charset="0"/>
              </a:rPr>
              <a:t>Cybersecurity - How To Be More Productive?</a:t>
            </a:r>
          </a:p>
          <a:p>
            <a:pPr marL="0" indent="0">
              <a:lnSpc>
                <a:spcPct val="170000"/>
              </a:lnSpc>
              <a:buNone/>
            </a:pPr>
            <a:r>
              <a:rPr lang="en-US" sz="1000" dirty="0">
                <a:latin typeface="Lucida Console" panose="020B0609040504020204" pitchFamily="49" charset="0"/>
              </a:rPr>
              <a:t>The Ultimate Guide To Cybersecurity</a:t>
            </a:r>
          </a:p>
          <a:p>
            <a:pPr marL="0" indent="0" algn="r">
              <a:lnSpc>
                <a:spcPct val="170000"/>
              </a:lnSpc>
              <a:buNone/>
            </a:pPr>
            <a:r>
              <a:rPr lang="en-US" sz="1000" i="1" dirty="0">
                <a:latin typeface="Times New Roman" panose="02020603050405020304" pitchFamily="18" charset="0"/>
                <a:cs typeface="Times New Roman" panose="02020603050405020304" pitchFamily="18" charset="0"/>
              </a:rPr>
              <a:t>Instant Solutions To Cybersecurity In Step-By-Step Detail</a:t>
            </a:r>
          </a:p>
          <a:p>
            <a:pPr marL="0" indent="0">
              <a:lnSpc>
                <a:spcPct val="170000"/>
              </a:lnSpc>
              <a:buNone/>
            </a:pPr>
            <a:r>
              <a:rPr lang="en-US" sz="1000" dirty="0">
                <a:latin typeface="Rockwell" panose="02060603020205020403" pitchFamily="18" charset="0"/>
              </a:rPr>
              <a:t>Cybersecurity: An Incredibly Easy Method That Works For All</a:t>
            </a:r>
          </a:p>
          <a:p>
            <a:pPr marL="0" indent="0" algn="r">
              <a:lnSpc>
                <a:spcPct val="170000"/>
              </a:lnSpc>
              <a:buNone/>
            </a:pPr>
            <a:r>
              <a:rPr lang="en-US" sz="1000" dirty="0"/>
              <a:t>7 Ridiculous Rules About Cybersecurity</a:t>
            </a:r>
          </a:p>
          <a:p>
            <a:pPr marL="0" indent="0">
              <a:lnSpc>
                <a:spcPct val="170000"/>
              </a:lnSpc>
              <a:buNone/>
            </a:pPr>
            <a:r>
              <a:rPr lang="en-US" sz="1000" dirty="0">
                <a:latin typeface="Century Gothic" panose="020B0502020202020204" pitchFamily="34" charset="0"/>
              </a:rPr>
              <a:t>Poll: How Much Do You Earn From Cybersecurity?</a:t>
            </a:r>
          </a:p>
          <a:p>
            <a:pPr marL="0" indent="0" algn="r">
              <a:lnSpc>
                <a:spcPct val="170000"/>
              </a:lnSpc>
              <a:buNone/>
            </a:pPr>
            <a:r>
              <a:rPr lang="en-US" sz="1000" dirty="0">
                <a:latin typeface="Myriad Pro Light" panose="020B0603030403020204" pitchFamily="34" charset="0"/>
              </a:rPr>
              <a:t>Here's What I Know About Cybersecurity</a:t>
            </a:r>
          </a:p>
          <a:p>
            <a:pPr marL="0" indent="0" algn="r">
              <a:buNone/>
            </a:pPr>
            <a:endParaRPr lang="en-US" sz="1000" dirty="0">
              <a:latin typeface="Myriad Pro Light" panose="020B0603030403020204" pitchFamily="34" charset="0"/>
            </a:endParaRPr>
          </a:p>
          <a:p>
            <a:pPr marL="0" indent="0" algn="r">
              <a:buFont typeface="Arial" panose="020B0604020202020204" pitchFamily="34" charset="0"/>
              <a:buNone/>
            </a:pPr>
            <a:r>
              <a:rPr lang="en-US" sz="800" dirty="0">
                <a:hlinkClick r:id="rId2"/>
              </a:rPr>
              <a:t>https://www.nichelaboratory.com/Home/BlogTitleGenerator</a:t>
            </a:r>
            <a:endParaRPr lang="en-US" sz="800" dirty="0"/>
          </a:p>
        </p:txBody>
      </p:sp>
      <p:sp>
        <p:nvSpPr>
          <p:cNvPr id="6" name="Espace réservé du contenu 2">
            <a:extLst>
              <a:ext uri="{FF2B5EF4-FFF2-40B4-BE49-F238E27FC236}">
                <a16:creationId xmlns:a16="http://schemas.microsoft.com/office/drawing/2014/main" id="{660C2F9F-0BD6-4C60-AB24-F4CE28721F32}"/>
              </a:ext>
            </a:extLst>
          </p:cNvPr>
          <p:cNvSpPr txBox="1">
            <a:spLocks/>
          </p:cNvSpPr>
          <p:nvPr/>
        </p:nvSpPr>
        <p:spPr>
          <a:xfrm>
            <a:off x="3781425" y="6238873"/>
            <a:ext cx="335280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Catchy previews (start a short video with “teaser” cuts of the video itself)</a:t>
            </a:r>
          </a:p>
        </p:txBody>
      </p:sp>
      <p:pic>
        <p:nvPicPr>
          <p:cNvPr id="11" name="Graphique 10" descr="Visage surpris à remplissage uni avec un remplissage uni">
            <a:extLst>
              <a:ext uri="{FF2B5EF4-FFF2-40B4-BE49-F238E27FC236}">
                <a16:creationId xmlns:a16="http://schemas.microsoft.com/office/drawing/2014/main" id="{30746904-BE74-40F0-9937-C36015A67E9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35376" y="1987770"/>
            <a:ext cx="1604290" cy="1604290"/>
          </a:xfrm>
          <a:prstGeom prst="rect">
            <a:avLst/>
          </a:prstGeom>
        </p:spPr>
      </p:pic>
      <p:sp>
        <p:nvSpPr>
          <p:cNvPr id="14" name="Flèche : droite 13">
            <a:extLst>
              <a:ext uri="{FF2B5EF4-FFF2-40B4-BE49-F238E27FC236}">
                <a16:creationId xmlns:a16="http://schemas.microsoft.com/office/drawing/2014/main" id="{9ED3F544-2BE0-49DD-97EB-46A9A013F263}"/>
              </a:ext>
            </a:extLst>
          </p:cNvPr>
          <p:cNvSpPr/>
          <p:nvPr/>
        </p:nvSpPr>
        <p:spPr>
          <a:xfrm>
            <a:off x="4185038" y="5834266"/>
            <a:ext cx="2459114" cy="315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6" name="Graphique 15" descr="Vlog avec un remplissage uni">
            <a:extLst>
              <a:ext uri="{FF2B5EF4-FFF2-40B4-BE49-F238E27FC236}">
                <a16:creationId xmlns:a16="http://schemas.microsoft.com/office/drawing/2014/main" id="{0BFFD766-2D51-48B8-8823-9B37BBC6956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765872" y="4544452"/>
            <a:ext cx="1764908" cy="1764908"/>
          </a:xfrm>
          <a:prstGeom prst="rect">
            <a:avLst/>
          </a:prstGeom>
        </p:spPr>
      </p:pic>
      <p:pic>
        <p:nvPicPr>
          <p:cNvPr id="17" name="Graphique 16" descr="Vlog avec un remplissage uni">
            <a:extLst>
              <a:ext uri="{FF2B5EF4-FFF2-40B4-BE49-F238E27FC236}">
                <a16:creationId xmlns:a16="http://schemas.microsoft.com/office/drawing/2014/main" id="{B2B14879-9DE3-42E5-986C-BFDB4C5B9E4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274458" y="5377467"/>
            <a:ext cx="692462" cy="692462"/>
          </a:xfrm>
          <a:prstGeom prst="rect">
            <a:avLst/>
          </a:prstGeom>
        </p:spPr>
      </p:pic>
      <p:sp>
        <p:nvSpPr>
          <p:cNvPr id="18" name="Espace réservé du contenu 2">
            <a:extLst>
              <a:ext uri="{FF2B5EF4-FFF2-40B4-BE49-F238E27FC236}">
                <a16:creationId xmlns:a16="http://schemas.microsoft.com/office/drawing/2014/main" id="{8DB9F846-BAD3-44B1-8BAF-6665FC9B430B}"/>
              </a:ext>
            </a:extLst>
          </p:cNvPr>
          <p:cNvSpPr txBox="1">
            <a:spLocks/>
          </p:cNvSpPr>
          <p:nvPr/>
        </p:nvSpPr>
        <p:spPr>
          <a:xfrm>
            <a:off x="5326698" y="4450099"/>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Real full video</a:t>
            </a:r>
          </a:p>
        </p:txBody>
      </p:sp>
      <p:sp>
        <p:nvSpPr>
          <p:cNvPr id="19" name="Espace réservé du contenu 2">
            <a:extLst>
              <a:ext uri="{FF2B5EF4-FFF2-40B4-BE49-F238E27FC236}">
                <a16:creationId xmlns:a16="http://schemas.microsoft.com/office/drawing/2014/main" id="{64773E1B-3914-4707-B23B-E93657C456B4}"/>
              </a:ext>
            </a:extLst>
          </p:cNvPr>
          <p:cNvSpPr txBox="1">
            <a:spLocks/>
          </p:cNvSpPr>
          <p:nvPr/>
        </p:nvSpPr>
        <p:spPr>
          <a:xfrm>
            <a:off x="4079443" y="5072465"/>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3 seconds teaser</a:t>
            </a:r>
          </a:p>
        </p:txBody>
      </p:sp>
    </p:spTree>
    <p:extLst>
      <p:ext uri="{BB962C8B-B14F-4D97-AF65-F5344CB8AC3E}">
        <p14:creationId xmlns:p14="http://schemas.microsoft.com/office/powerpoint/2010/main" val="1636480355"/>
      </p:ext>
    </p:extLst>
  </p:cSld>
  <p:clrMapOvr>
    <a:masterClrMapping/>
  </p:clrMapOvr>
  <mc:AlternateContent xmlns:mc="http://schemas.openxmlformats.org/markup-compatibility/2006" xmlns:p14="http://schemas.microsoft.com/office/powerpoint/2010/main">
    <mc:Choice Requires="p14">
      <p:transition spd="slow" p14:dur="2000" advTm="116662"/>
    </mc:Choice>
    <mc:Fallback xmlns="">
      <p:transition spd="slow" advTm="11666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7500" lnSpcReduction="20000"/>
          </a:bodyPr>
          <a:lstStyle/>
          <a:p>
            <a:pPr marL="0" indent="0">
              <a:buNone/>
            </a:pPr>
            <a:endParaRPr lang="en-US" dirty="0"/>
          </a:p>
          <a:p>
            <a:pPr marL="0" indent="0">
              <a:buNone/>
            </a:pPr>
            <a:endParaRPr lang="en-US" dirty="0"/>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7500" lnSpcReduction="20000"/>
          </a:bodyPr>
          <a:lstStyle/>
          <a:p>
            <a:r>
              <a:rPr lang="en-US" noProof="1"/>
              <a:t>What other examples of attention catching techniques do you know ? In which platforms ?</a:t>
            </a:r>
          </a:p>
          <a:p>
            <a:endParaRPr lang="en-US" noProof="1"/>
          </a:p>
          <a:p>
            <a:r>
              <a:rPr lang="en-US" noProof="1"/>
              <a:t>What moral issues do you identify in this escalating competition ? </a:t>
            </a:r>
          </a:p>
          <a:p>
            <a:endParaRPr lang="en-US" noProof="1"/>
          </a:p>
          <a:p>
            <a:pPr marL="0" indent="0">
              <a:buNone/>
            </a:pPr>
            <a:r>
              <a:rPr lang="en-US" noProof="1"/>
              <a:t>   </a:t>
            </a:r>
          </a:p>
        </p:txBody>
      </p:sp>
      <p:sp>
        <p:nvSpPr>
          <p:cNvPr id="8" name="Rectangle 7">
            <a:extLst>
              <a:ext uri="{FF2B5EF4-FFF2-40B4-BE49-F238E27FC236}">
                <a16:creationId xmlns:a16="http://schemas.microsoft.com/office/drawing/2014/main" id="{28035C66-B530-47CB-B855-99CF696EB623}"/>
              </a:ext>
            </a:extLst>
          </p:cNvPr>
          <p:cNvSpPr/>
          <p:nvPr/>
        </p:nvSpPr>
        <p:spPr>
          <a:xfrm>
            <a:off x="2400654" y="2626855"/>
            <a:ext cx="2832439" cy="151142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pic>
        <p:nvPicPr>
          <p:cNvPr id="9" name="Graphique 8" descr="Visage surpris à remplissage uni avec un remplissage uni">
            <a:extLst>
              <a:ext uri="{FF2B5EF4-FFF2-40B4-BE49-F238E27FC236}">
                <a16:creationId xmlns:a16="http://schemas.microsoft.com/office/drawing/2014/main" id="{200D38A4-07AB-4524-8E51-5C143820997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294425" y="2626855"/>
            <a:ext cx="1604290" cy="1604290"/>
          </a:xfrm>
          <a:prstGeom prst="rect">
            <a:avLst/>
          </a:prstGeom>
        </p:spPr>
      </p:pic>
      <p:sp>
        <p:nvSpPr>
          <p:cNvPr id="10" name="Flèche : droite 9">
            <a:extLst>
              <a:ext uri="{FF2B5EF4-FFF2-40B4-BE49-F238E27FC236}">
                <a16:creationId xmlns:a16="http://schemas.microsoft.com/office/drawing/2014/main" id="{0F7DAEB6-3854-485C-8AB2-E3CC9BCE3EF4}"/>
              </a:ext>
            </a:extLst>
          </p:cNvPr>
          <p:cNvSpPr/>
          <p:nvPr/>
        </p:nvSpPr>
        <p:spPr>
          <a:xfrm>
            <a:off x="2483045" y="5680773"/>
            <a:ext cx="2459114" cy="31560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Graphique 10" descr="Vlog avec un remplissage uni">
            <a:extLst>
              <a:ext uri="{FF2B5EF4-FFF2-40B4-BE49-F238E27FC236}">
                <a16:creationId xmlns:a16="http://schemas.microsoft.com/office/drawing/2014/main" id="{E9050907-279F-4150-A966-852F3D5C2E1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572465" y="5223974"/>
            <a:ext cx="692462" cy="692462"/>
          </a:xfrm>
          <a:prstGeom prst="rect">
            <a:avLst/>
          </a:prstGeom>
        </p:spPr>
      </p:pic>
      <p:sp>
        <p:nvSpPr>
          <p:cNvPr id="12" name="Espace réservé du contenu 2">
            <a:extLst>
              <a:ext uri="{FF2B5EF4-FFF2-40B4-BE49-F238E27FC236}">
                <a16:creationId xmlns:a16="http://schemas.microsoft.com/office/drawing/2014/main" id="{7433B613-6561-4C90-9F48-B2BA704AA442}"/>
              </a:ext>
            </a:extLst>
          </p:cNvPr>
          <p:cNvSpPr txBox="1">
            <a:spLocks/>
          </p:cNvSpPr>
          <p:nvPr/>
        </p:nvSpPr>
        <p:spPr>
          <a:xfrm>
            <a:off x="3624705" y="4296606"/>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Real full video</a:t>
            </a:r>
          </a:p>
        </p:txBody>
      </p:sp>
      <p:sp>
        <p:nvSpPr>
          <p:cNvPr id="13" name="Espace réservé du contenu 2">
            <a:extLst>
              <a:ext uri="{FF2B5EF4-FFF2-40B4-BE49-F238E27FC236}">
                <a16:creationId xmlns:a16="http://schemas.microsoft.com/office/drawing/2014/main" id="{952B876F-E082-4BEB-BBEB-2450B4BED4EB}"/>
              </a:ext>
            </a:extLst>
          </p:cNvPr>
          <p:cNvSpPr txBox="1">
            <a:spLocks/>
          </p:cNvSpPr>
          <p:nvPr/>
        </p:nvSpPr>
        <p:spPr>
          <a:xfrm>
            <a:off x="2377450" y="4918972"/>
            <a:ext cx="887730" cy="533401"/>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050" dirty="0"/>
              <a:t>3 seconds teaser</a:t>
            </a:r>
          </a:p>
        </p:txBody>
      </p:sp>
      <p:pic>
        <p:nvPicPr>
          <p:cNvPr id="14" name="Graphique 13" descr="Vlog avec un remplissage uni">
            <a:extLst>
              <a:ext uri="{FF2B5EF4-FFF2-40B4-BE49-F238E27FC236}">
                <a16:creationId xmlns:a16="http://schemas.microsoft.com/office/drawing/2014/main" id="{BAA080DB-777F-4876-8ACA-82CB3D7FEF5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096570" y="4372936"/>
            <a:ext cx="1764908" cy="1764908"/>
          </a:xfrm>
          <a:prstGeom prst="rect">
            <a:avLst/>
          </a:prstGeom>
        </p:spPr>
      </p:pic>
    </p:spTree>
    <p:extLst>
      <p:ext uri="{BB962C8B-B14F-4D97-AF65-F5344CB8AC3E}">
        <p14:creationId xmlns:p14="http://schemas.microsoft.com/office/powerpoint/2010/main" val="3885332246"/>
      </p:ext>
    </p:extLst>
  </p:cSld>
  <p:clrMapOvr>
    <a:masterClrMapping/>
  </p:clrMapOvr>
  <mc:AlternateContent xmlns:mc="http://schemas.openxmlformats.org/markup-compatibility/2006" xmlns:p14="http://schemas.microsoft.com/office/powerpoint/2010/main">
    <mc:Choice Requires="p14">
      <p:transition spd="slow" p14:dur="2000" advTm="34233"/>
    </mc:Choice>
    <mc:Fallback xmlns="">
      <p:transition spd="slow" advTm="3423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5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DF0449-0101-4A20-8A9E-6D58CF746928}"/>
              </a:ext>
            </a:extLst>
          </p:cNvPr>
          <p:cNvSpPr>
            <a:spLocks noGrp="1"/>
          </p:cNvSpPr>
          <p:nvPr>
            <p:ph type="title"/>
          </p:nvPr>
        </p:nvSpPr>
        <p:spPr/>
        <p:txBody>
          <a:bodyPr>
            <a:normAutofit fontScale="90000"/>
          </a:bodyPr>
          <a:lstStyle/>
          <a:p>
            <a:r>
              <a:rPr lang="en-US" dirty="0"/>
              <a:t>Exercise #C2</a:t>
            </a:r>
            <a:br>
              <a:rPr lang="en-US" dirty="0"/>
            </a:br>
            <a:r>
              <a:rPr lang="en-US" dirty="0"/>
              <a:t>Brainstorm ideas on how you would get clicks on your Community content</a:t>
            </a:r>
          </a:p>
        </p:txBody>
      </p:sp>
      <p:sp>
        <p:nvSpPr>
          <p:cNvPr id="5" name="Espace réservé du contenu 2">
            <a:extLst>
              <a:ext uri="{FF2B5EF4-FFF2-40B4-BE49-F238E27FC236}">
                <a16:creationId xmlns:a16="http://schemas.microsoft.com/office/drawing/2014/main" id="{79527B8B-5DE6-4081-81CB-4EA3E707D6B3}"/>
              </a:ext>
            </a:extLst>
          </p:cNvPr>
          <p:cNvSpPr txBox="1">
            <a:spLocks/>
          </p:cNvSpPr>
          <p:nvPr/>
        </p:nvSpPr>
        <p:spPr>
          <a:xfrm>
            <a:off x="6836022" y="2426350"/>
            <a:ext cx="4429704" cy="4033003"/>
          </a:xfrm>
          <a:prstGeom prst="rect">
            <a:avLst/>
          </a:prstGeom>
          <a:solidFill>
            <a:schemeClr val="bg1">
              <a:lumMod val="95000"/>
            </a:schemeClr>
          </a:solidFill>
        </p:spPr>
        <p:txBody>
          <a:bodyPr vert="horz" lIns="91440" tIns="45720" rIns="91440" bIns="45720" rtlCol="0">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sz="1200" dirty="0">
                <a:solidFill>
                  <a:schemeClr val="accent1"/>
                </a:solidFill>
              </a:rPr>
              <a:t>Catchy titles</a:t>
            </a:r>
          </a:p>
          <a:p>
            <a:pPr marL="0" indent="0" algn="ctr">
              <a:buFont typeface="Arial" panose="020B0604020202020204" pitchFamily="34" charset="0"/>
              <a:buNone/>
            </a:pPr>
            <a:endParaRPr lang="en-US" sz="800" dirty="0"/>
          </a:p>
        </p:txBody>
      </p:sp>
      <p:grpSp>
        <p:nvGrpSpPr>
          <p:cNvPr id="9" name="Groupe 8">
            <a:extLst>
              <a:ext uri="{FF2B5EF4-FFF2-40B4-BE49-F238E27FC236}">
                <a16:creationId xmlns:a16="http://schemas.microsoft.com/office/drawing/2014/main" id="{7C3B9C45-30FA-4A36-96C2-0BB2FF0F2C21}"/>
              </a:ext>
            </a:extLst>
          </p:cNvPr>
          <p:cNvGrpSpPr/>
          <p:nvPr/>
        </p:nvGrpSpPr>
        <p:grpSpPr>
          <a:xfrm>
            <a:off x="84637" y="2891204"/>
            <a:ext cx="2298307" cy="1179576"/>
            <a:chOff x="92908" y="2465509"/>
            <a:chExt cx="2298307" cy="1179576"/>
          </a:xfrm>
        </p:grpSpPr>
        <p:sp>
          <p:nvSpPr>
            <p:cNvPr id="13" name="Rectangle 12">
              <a:extLst>
                <a:ext uri="{FF2B5EF4-FFF2-40B4-BE49-F238E27FC236}">
                  <a16:creationId xmlns:a16="http://schemas.microsoft.com/office/drawing/2014/main" id="{0BBCFE1A-DEBB-4A8A-A027-1D700F02B891}"/>
                </a:ext>
              </a:extLst>
            </p:cNvPr>
            <p:cNvSpPr/>
            <p:nvPr/>
          </p:nvSpPr>
          <p:spPr>
            <a:xfrm>
              <a:off x="180664" y="2465509"/>
              <a:ext cx="2210551" cy="1179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fr-FR" dirty="0">
                <a:solidFill>
                  <a:schemeClr val="bg1"/>
                </a:solidFill>
              </a:endParaRPr>
            </a:p>
            <a:p>
              <a:pPr algn="r"/>
              <a:r>
                <a:rPr lang="fr-FR" dirty="0">
                  <a:solidFill>
                    <a:schemeClr val="bg1"/>
                  </a:solidFill>
                </a:rPr>
                <a:t>LOOK </a:t>
              </a:r>
              <a:r>
                <a:rPr lang="fr-FR" b="1" dirty="0">
                  <a:solidFill>
                    <a:schemeClr val="bg1"/>
                  </a:solidFill>
                </a:rPr>
                <a:t>HERE </a:t>
              </a:r>
            </a:p>
            <a:p>
              <a:pPr algn="r"/>
              <a:r>
                <a:rPr lang="fr-FR" dirty="0">
                  <a:solidFill>
                    <a:schemeClr val="bg1"/>
                  </a:solidFill>
                </a:rPr>
                <a:t>IN THIS</a:t>
              </a:r>
            </a:p>
            <a:p>
              <a:pPr algn="r"/>
              <a:r>
                <a:rPr lang="fr-FR" dirty="0">
                  <a:solidFill>
                    <a:schemeClr val="bg1"/>
                  </a:solidFill>
                </a:rPr>
                <a:t>THUMBNAIL</a:t>
              </a:r>
            </a:p>
          </p:txBody>
        </p:sp>
        <p:pic>
          <p:nvPicPr>
            <p:cNvPr id="11" name="Graphique 10" descr="Visage surpris à remplissage uni avec un remplissage uni">
              <a:extLst>
                <a:ext uri="{FF2B5EF4-FFF2-40B4-BE49-F238E27FC236}">
                  <a16:creationId xmlns:a16="http://schemas.microsoft.com/office/drawing/2014/main" id="{30746904-BE74-40F0-9937-C36015A67E9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08" y="2616317"/>
              <a:ext cx="922749" cy="922749"/>
            </a:xfrm>
            <a:prstGeom prst="rect">
              <a:avLst/>
            </a:prstGeom>
          </p:spPr>
        </p:pic>
      </p:grpSp>
      <p:sp>
        <p:nvSpPr>
          <p:cNvPr id="20" name="Rectangle 19">
            <a:extLst>
              <a:ext uri="{FF2B5EF4-FFF2-40B4-BE49-F238E27FC236}">
                <a16:creationId xmlns:a16="http://schemas.microsoft.com/office/drawing/2014/main" id="{A3D76D48-D299-45BE-B361-0468D98640A0}"/>
              </a:ext>
            </a:extLst>
          </p:cNvPr>
          <p:cNvSpPr/>
          <p:nvPr/>
        </p:nvSpPr>
        <p:spPr>
          <a:xfrm>
            <a:off x="7077100" y="2891204"/>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a:t>
            </a:r>
          </a:p>
          <a:p>
            <a:pPr algn="ctr"/>
            <a:endParaRPr lang="en-US" sz="1100" dirty="0">
              <a:solidFill>
                <a:schemeClr val="tx1"/>
              </a:solidFill>
            </a:endParaRPr>
          </a:p>
          <a:p>
            <a:pPr algn="ctr"/>
            <a:r>
              <a:rPr lang="en-US" sz="1100" dirty="0">
                <a:solidFill>
                  <a:schemeClr val="tx1"/>
                </a:solidFill>
              </a:rPr>
              <a:t> Everything you need to know about our Community in 5 minutes</a:t>
            </a:r>
          </a:p>
        </p:txBody>
      </p:sp>
      <p:sp>
        <p:nvSpPr>
          <p:cNvPr id="21" name="Rectangle 20">
            <a:extLst>
              <a:ext uri="{FF2B5EF4-FFF2-40B4-BE49-F238E27FC236}">
                <a16:creationId xmlns:a16="http://schemas.microsoft.com/office/drawing/2014/main" id="{2F22B5B9-ADB8-4D9F-935D-3B404B4CC7FA}"/>
              </a:ext>
            </a:extLst>
          </p:cNvPr>
          <p:cNvSpPr/>
          <p:nvPr/>
        </p:nvSpPr>
        <p:spPr>
          <a:xfrm>
            <a:off x="2470700" y="304201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85000" lnSpcReduction="10000"/>
          </a:bodyPr>
          <a:lstStyle/>
          <a:p>
            <a:pPr algn="ctr"/>
            <a:r>
              <a:rPr lang="en-US" sz="1100" dirty="0">
                <a:solidFill>
                  <a:schemeClr val="tx1"/>
                </a:solidFill>
              </a:rPr>
              <a:t>Example : </a:t>
            </a:r>
          </a:p>
          <a:p>
            <a:pPr algn="ctr"/>
            <a:r>
              <a:rPr lang="en-US" sz="1100" dirty="0">
                <a:solidFill>
                  <a:schemeClr val="tx1"/>
                </a:solidFill>
              </a:rPr>
              <a:t>Add John’s image in the thumbnails (people love John)</a:t>
            </a:r>
          </a:p>
        </p:txBody>
      </p:sp>
      <p:sp>
        <p:nvSpPr>
          <p:cNvPr id="24" name="Rectangle 23">
            <a:extLst>
              <a:ext uri="{FF2B5EF4-FFF2-40B4-BE49-F238E27FC236}">
                <a16:creationId xmlns:a16="http://schemas.microsoft.com/office/drawing/2014/main" id="{870E40A5-06CF-4DC5-A616-FC0363BE5B75}"/>
              </a:ext>
            </a:extLst>
          </p:cNvPr>
          <p:cNvSpPr/>
          <p:nvPr/>
        </p:nvSpPr>
        <p:spPr>
          <a:xfrm>
            <a:off x="11930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9019415C-2C5D-4694-A7FD-00C0B367E9FC}"/>
              </a:ext>
            </a:extLst>
          </p:cNvPr>
          <p:cNvSpPr/>
          <p:nvPr/>
        </p:nvSpPr>
        <p:spPr>
          <a:xfrm>
            <a:off x="2259857" y="4178587"/>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1E656CCA-6B96-4413-9391-F1DE38C70715}"/>
              </a:ext>
            </a:extLst>
          </p:cNvPr>
          <p:cNvSpPr/>
          <p:nvPr/>
        </p:nvSpPr>
        <p:spPr>
          <a:xfrm>
            <a:off x="1379377" y="5233768"/>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7" name="Rectangle 26">
            <a:extLst>
              <a:ext uri="{FF2B5EF4-FFF2-40B4-BE49-F238E27FC236}">
                <a16:creationId xmlns:a16="http://schemas.microsoft.com/office/drawing/2014/main" id="{96D2C744-0C0D-426F-9E0F-37D584DCF68D}"/>
              </a:ext>
            </a:extLst>
          </p:cNvPr>
          <p:cNvSpPr/>
          <p:nvPr/>
        </p:nvSpPr>
        <p:spPr>
          <a:xfrm>
            <a:off x="24707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8" name="Rectangle 27">
            <a:extLst>
              <a:ext uri="{FF2B5EF4-FFF2-40B4-BE49-F238E27FC236}">
                <a16:creationId xmlns:a16="http://schemas.microsoft.com/office/drawing/2014/main" id="{7156390D-FF9C-435B-A1E9-92026BD7F1E9}"/>
              </a:ext>
            </a:extLst>
          </p:cNvPr>
          <p:cNvSpPr/>
          <p:nvPr/>
        </p:nvSpPr>
        <p:spPr>
          <a:xfrm>
            <a:off x="3537500" y="5267460"/>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9" name="Rectangle 28">
            <a:extLst>
              <a:ext uri="{FF2B5EF4-FFF2-40B4-BE49-F238E27FC236}">
                <a16:creationId xmlns:a16="http://schemas.microsoft.com/office/drawing/2014/main" id="{CB1C5538-0AA4-4B83-94DA-4C1BC2BCCD0D}"/>
              </a:ext>
            </a:extLst>
          </p:cNvPr>
          <p:cNvSpPr/>
          <p:nvPr/>
        </p:nvSpPr>
        <p:spPr>
          <a:xfrm>
            <a:off x="3382048" y="4265542"/>
            <a:ext cx="880480" cy="864243"/>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2270245061"/>
      </p:ext>
    </p:extLst>
  </p:cSld>
  <p:clrMapOvr>
    <a:masterClrMapping/>
  </p:clrMapOvr>
  <mc:AlternateContent xmlns:mc="http://schemas.openxmlformats.org/markup-compatibility/2006" xmlns:p14="http://schemas.microsoft.com/office/powerpoint/2010/main">
    <mc:Choice Requires="p14">
      <p:transition spd="slow" p14:dur="2000" advTm="116662"/>
    </mc:Choice>
    <mc:Fallback xmlns="">
      <p:transition spd="slow" advTm="116662"/>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1C2E28E-4533-4331-BE44-36BB640F196F}"/>
              </a:ext>
            </a:extLst>
          </p:cNvPr>
          <p:cNvSpPr>
            <a:spLocks noGrp="1"/>
          </p:cNvSpPr>
          <p:nvPr>
            <p:ph type="title"/>
          </p:nvPr>
        </p:nvSpPr>
        <p:spPr/>
        <p:txBody>
          <a:bodyPr>
            <a:normAutofit fontScale="90000"/>
          </a:bodyPr>
          <a:lstStyle/>
          <a:p>
            <a:r>
              <a:rPr lang="en-US" dirty="0"/>
              <a:t>Challenge #C3</a:t>
            </a:r>
            <a:br>
              <a:rPr lang="en-US" dirty="0"/>
            </a:br>
            <a:r>
              <a:rPr lang="en-US" dirty="0"/>
              <a:t>Know how “Catchy” you can be</a:t>
            </a:r>
          </a:p>
        </p:txBody>
      </p:sp>
      <p:sp>
        <p:nvSpPr>
          <p:cNvPr id="7" name="Bulle narrative : ronde 6">
            <a:extLst>
              <a:ext uri="{FF2B5EF4-FFF2-40B4-BE49-F238E27FC236}">
                <a16:creationId xmlns:a16="http://schemas.microsoft.com/office/drawing/2014/main" id="{3A9E3526-A00F-4F0D-8743-435DCCEA9635}"/>
              </a:ext>
            </a:extLst>
          </p:cNvPr>
          <p:cNvSpPr/>
          <p:nvPr/>
        </p:nvSpPr>
        <p:spPr>
          <a:xfrm>
            <a:off x="571511" y="2003118"/>
            <a:ext cx="4034634" cy="1273702"/>
          </a:xfrm>
          <a:prstGeom prst="wedgeEllipseCallout">
            <a:avLst>
              <a:gd name="adj1" fmla="val -24516"/>
              <a:gd name="adj2" fmla="val 7102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I don’t WANT to get into “clickbait-like” strategies ?</a:t>
            </a:r>
          </a:p>
        </p:txBody>
      </p:sp>
      <p:grpSp>
        <p:nvGrpSpPr>
          <p:cNvPr id="8" name="Groupe 7">
            <a:extLst>
              <a:ext uri="{FF2B5EF4-FFF2-40B4-BE49-F238E27FC236}">
                <a16:creationId xmlns:a16="http://schemas.microsoft.com/office/drawing/2014/main" id="{F5BA28BB-C7C7-4D06-AE7E-56D0142CE2AE}"/>
              </a:ext>
            </a:extLst>
          </p:cNvPr>
          <p:cNvGrpSpPr/>
          <p:nvPr/>
        </p:nvGrpSpPr>
        <p:grpSpPr>
          <a:xfrm>
            <a:off x="571511" y="3546957"/>
            <a:ext cx="1983159" cy="1461454"/>
            <a:chOff x="420283" y="3559673"/>
            <a:chExt cx="1983159" cy="1461454"/>
          </a:xfrm>
        </p:grpSpPr>
        <p:pic>
          <p:nvPicPr>
            <p:cNvPr id="9" name="Graphique 8" descr="Personne confuse avec un remplissage uni">
              <a:extLst>
                <a:ext uri="{FF2B5EF4-FFF2-40B4-BE49-F238E27FC236}">
                  <a16:creationId xmlns:a16="http://schemas.microsoft.com/office/drawing/2014/main" id="{816D7E54-2791-4FD0-AAF1-3CDE77976D97}"/>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420283" y="3603842"/>
              <a:ext cx="1983159" cy="1417285"/>
            </a:xfrm>
            <a:prstGeom prst="rect">
              <a:avLst/>
            </a:prstGeom>
          </p:spPr>
        </p:pic>
        <p:pic>
          <p:nvPicPr>
            <p:cNvPr id="10" name="Graphique 9" descr="Visage triste à remplissage solide avec un remplissage uni">
              <a:extLst>
                <a:ext uri="{FF2B5EF4-FFF2-40B4-BE49-F238E27FC236}">
                  <a16:creationId xmlns:a16="http://schemas.microsoft.com/office/drawing/2014/main" id="{CA2590DD-5148-44BF-A3BF-F2D0902162A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2645" y="3559673"/>
              <a:ext cx="697805" cy="697805"/>
            </a:xfrm>
            <a:prstGeom prst="rect">
              <a:avLst/>
            </a:prstGeom>
          </p:spPr>
        </p:pic>
      </p:grpSp>
      <p:sp>
        <p:nvSpPr>
          <p:cNvPr id="11" name="Bulle narrative : ronde 10">
            <a:extLst>
              <a:ext uri="{FF2B5EF4-FFF2-40B4-BE49-F238E27FC236}">
                <a16:creationId xmlns:a16="http://schemas.microsoft.com/office/drawing/2014/main" id="{EF424F74-C253-4135-B829-9BCBCC2C681B}"/>
              </a:ext>
            </a:extLst>
          </p:cNvPr>
          <p:cNvSpPr/>
          <p:nvPr/>
        </p:nvSpPr>
        <p:spPr>
          <a:xfrm>
            <a:off x="2164998" y="3259074"/>
            <a:ext cx="4034634" cy="1417284"/>
          </a:xfrm>
          <a:prstGeom prst="wedgeEllipseCallout">
            <a:avLst>
              <a:gd name="adj1" fmla="val -56623"/>
              <a:gd name="adj2" fmla="val -169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I don’t have the Skills or resources for such “content packaging” ?</a:t>
            </a:r>
          </a:p>
        </p:txBody>
      </p:sp>
      <p:sp>
        <p:nvSpPr>
          <p:cNvPr id="12" name="Bulle narrative : ronde 11">
            <a:extLst>
              <a:ext uri="{FF2B5EF4-FFF2-40B4-BE49-F238E27FC236}">
                <a16:creationId xmlns:a16="http://schemas.microsoft.com/office/drawing/2014/main" id="{C457AC06-5AE6-4C8A-9AA8-80EBF0358EDD}"/>
              </a:ext>
            </a:extLst>
          </p:cNvPr>
          <p:cNvSpPr/>
          <p:nvPr/>
        </p:nvSpPr>
        <p:spPr>
          <a:xfrm>
            <a:off x="1901678" y="4913181"/>
            <a:ext cx="4034634" cy="1000506"/>
          </a:xfrm>
          <a:prstGeom prst="wedgeEllipseCallout">
            <a:avLst>
              <a:gd name="adj1" fmla="val -51665"/>
              <a:gd name="adj2" fmla="val -113444"/>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What if the topic I want to share about does not fit into such strategy ?</a:t>
            </a:r>
          </a:p>
        </p:txBody>
      </p:sp>
      <p:sp>
        <p:nvSpPr>
          <p:cNvPr id="13" name="Bulle narrative : ronde 12">
            <a:extLst>
              <a:ext uri="{FF2B5EF4-FFF2-40B4-BE49-F238E27FC236}">
                <a16:creationId xmlns:a16="http://schemas.microsoft.com/office/drawing/2014/main" id="{9121F79D-B643-4C04-84FD-28BEBA7F41C0}"/>
              </a:ext>
            </a:extLst>
          </p:cNvPr>
          <p:cNvSpPr/>
          <p:nvPr/>
        </p:nvSpPr>
        <p:spPr>
          <a:xfrm>
            <a:off x="390236" y="5845030"/>
            <a:ext cx="2552700" cy="749808"/>
          </a:xfrm>
          <a:prstGeom prst="wedgeEllipseCallout">
            <a:avLst>
              <a:gd name="adj1" fmla="val -10634"/>
              <a:gd name="adj2" fmla="val -21187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How can I compete ? </a:t>
            </a:r>
          </a:p>
        </p:txBody>
      </p:sp>
      <p:grpSp>
        <p:nvGrpSpPr>
          <p:cNvPr id="23" name="Groupe 22">
            <a:extLst>
              <a:ext uri="{FF2B5EF4-FFF2-40B4-BE49-F238E27FC236}">
                <a16:creationId xmlns:a16="http://schemas.microsoft.com/office/drawing/2014/main" id="{F3AE8962-DB3D-4D1F-B46C-B7727E89498E}"/>
              </a:ext>
            </a:extLst>
          </p:cNvPr>
          <p:cNvGrpSpPr/>
          <p:nvPr/>
        </p:nvGrpSpPr>
        <p:grpSpPr>
          <a:xfrm>
            <a:off x="6291979" y="1794620"/>
            <a:ext cx="5301604" cy="4558829"/>
            <a:chOff x="6291979" y="1794620"/>
            <a:chExt cx="5301604" cy="4558829"/>
          </a:xfrm>
        </p:grpSpPr>
        <p:sp>
          <p:nvSpPr>
            <p:cNvPr id="16" name="Arc partiel 15">
              <a:extLst>
                <a:ext uri="{FF2B5EF4-FFF2-40B4-BE49-F238E27FC236}">
                  <a16:creationId xmlns:a16="http://schemas.microsoft.com/office/drawing/2014/main" id="{A980D8A6-F26F-41E5-A5BD-F430D2EFFE23}"/>
                </a:ext>
              </a:extLst>
            </p:cNvPr>
            <p:cNvSpPr/>
            <p:nvPr/>
          </p:nvSpPr>
          <p:spPr>
            <a:xfrm>
              <a:off x="7221608" y="2024761"/>
              <a:ext cx="4371975" cy="4328688"/>
            </a:xfrm>
            <a:prstGeom prst="pie">
              <a:avLst>
                <a:gd name="adj1" fmla="val 12445795"/>
                <a:gd name="adj2" fmla="val 12162327"/>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Arc partiel 17">
              <a:extLst>
                <a:ext uri="{FF2B5EF4-FFF2-40B4-BE49-F238E27FC236}">
                  <a16:creationId xmlns:a16="http://schemas.microsoft.com/office/drawing/2014/main" id="{120F151F-B412-4459-992E-52D0E97FEA3B}"/>
                </a:ext>
              </a:extLst>
            </p:cNvPr>
            <p:cNvSpPr/>
            <p:nvPr/>
          </p:nvSpPr>
          <p:spPr>
            <a:xfrm>
              <a:off x="7207816" y="2024761"/>
              <a:ext cx="4371975" cy="4328688"/>
            </a:xfrm>
            <a:prstGeom prst="pie">
              <a:avLst>
                <a:gd name="adj1" fmla="val 12152855"/>
                <a:gd name="adj2" fmla="val 12465648"/>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9" name="Graphique 18" descr="Centre d’appels avec un remplissage uni">
              <a:extLst>
                <a:ext uri="{FF2B5EF4-FFF2-40B4-BE49-F238E27FC236}">
                  <a16:creationId xmlns:a16="http://schemas.microsoft.com/office/drawing/2014/main" id="{577357AB-8A53-403A-B54C-E86CF9D10E8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687478" y="3341600"/>
              <a:ext cx="1494046" cy="1494046"/>
            </a:xfrm>
            <a:prstGeom prst="rect">
              <a:avLst/>
            </a:prstGeom>
          </p:spPr>
        </p:pic>
        <p:sp>
          <p:nvSpPr>
            <p:cNvPr id="20" name="ZoneTexte 19">
              <a:extLst>
                <a:ext uri="{FF2B5EF4-FFF2-40B4-BE49-F238E27FC236}">
                  <a16:creationId xmlns:a16="http://schemas.microsoft.com/office/drawing/2014/main" id="{D558B616-4E89-4EC2-9095-AF11E680A724}"/>
                </a:ext>
              </a:extLst>
            </p:cNvPr>
            <p:cNvSpPr txBox="1"/>
            <p:nvPr/>
          </p:nvSpPr>
          <p:spPr>
            <a:xfrm>
              <a:off x="6291979" y="2353490"/>
              <a:ext cx="1501140" cy="923330"/>
            </a:xfrm>
            <a:prstGeom prst="rect">
              <a:avLst/>
            </a:prstGeom>
            <a:noFill/>
          </p:spPr>
          <p:txBody>
            <a:bodyPr wrap="square" rtlCol="0">
              <a:spAutoFit/>
            </a:bodyPr>
            <a:lstStyle/>
            <a:p>
              <a:r>
                <a:rPr lang="en-US" dirty="0">
                  <a:solidFill>
                    <a:schemeClr val="accent1"/>
                  </a:solidFill>
                </a:rPr>
                <a:t>The small opportunity you have</a:t>
              </a:r>
            </a:p>
          </p:txBody>
        </p:sp>
        <p:sp>
          <p:nvSpPr>
            <p:cNvPr id="21" name="ZoneTexte 20">
              <a:extLst>
                <a:ext uri="{FF2B5EF4-FFF2-40B4-BE49-F238E27FC236}">
                  <a16:creationId xmlns:a16="http://schemas.microsoft.com/office/drawing/2014/main" id="{E5731FB7-203D-43AE-B8A8-C19A04BDA9DE}"/>
                </a:ext>
              </a:extLst>
            </p:cNvPr>
            <p:cNvSpPr txBox="1"/>
            <p:nvPr/>
          </p:nvSpPr>
          <p:spPr>
            <a:xfrm>
              <a:off x="8604488" y="1794620"/>
              <a:ext cx="2130860" cy="1200329"/>
            </a:xfrm>
            <a:prstGeom prst="rect">
              <a:avLst/>
            </a:prstGeom>
            <a:noFill/>
          </p:spPr>
          <p:txBody>
            <a:bodyPr wrap="square" rtlCol="0">
              <a:spAutoFit/>
            </a:bodyPr>
            <a:lstStyle/>
            <a:p>
              <a:pPr algn="ctr"/>
              <a:r>
                <a:rPr lang="en-US" dirty="0"/>
                <a:t>All the other topics catching the attention of your target</a:t>
              </a:r>
            </a:p>
          </p:txBody>
        </p:sp>
        <p:sp>
          <p:nvSpPr>
            <p:cNvPr id="22" name="ZoneTexte 21">
              <a:extLst>
                <a:ext uri="{FF2B5EF4-FFF2-40B4-BE49-F238E27FC236}">
                  <a16:creationId xmlns:a16="http://schemas.microsoft.com/office/drawing/2014/main" id="{685D52A7-3DF3-48A5-998D-0796732D516A}"/>
                </a:ext>
              </a:extLst>
            </p:cNvPr>
            <p:cNvSpPr txBox="1"/>
            <p:nvPr/>
          </p:nvSpPr>
          <p:spPr>
            <a:xfrm>
              <a:off x="8390397" y="4650980"/>
              <a:ext cx="2130860" cy="369332"/>
            </a:xfrm>
            <a:prstGeom prst="rect">
              <a:avLst/>
            </a:prstGeom>
            <a:noFill/>
          </p:spPr>
          <p:txBody>
            <a:bodyPr wrap="square" rtlCol="0">
              <a:spAutoFit/>
            </a:bodyPr>
            <a:lstStyle/>
            <a:p>
              <a:pPr algn="ctr"/>
              <a:r>
                <a:rPr lang="en-US" dirty="0"/>
                <a:t>Your target user</a:t>
              </a:r>
            </a:p>
          </p:txBody>
        </p:sp>
      </p:grpSp>
    </p:spTree>
    <p:extLst>
      <p:ext uri="{BB962C8B-B14F-4D97-AF65-F5344CB8AC3E}">
        <p14:creationId xmlns:p14="http://schemas.microsoft.com/office/powerpoint/2010/main" val="2526101355"/>
      </p:ext>
    </p:extLst>
  </p:cSld>
  <p:clrMapOvr>
    <a:masterClrMapping/>
  </p:clrMapOvr>
  <mc:AlternateContent xmlns:mc="http://schemas.openxmlformats.org/markup-compatibility/2006" xmlns:p14="http://schemas.microsoft.com/office/powerpoint/2010/main">
    <mc:Choice Requires="p14">
      <p:transition spd="slow" p14:dur="2000" advTm="51933"/>
    </mc:Choice>
    <mc:Fallback xmlns="">
      <p:transition spd="slow" advTm="5193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Do you struggle in getting attention from your target audience ? </a:t>
            </a:r>
          </a:p>
          <a:p>
            <a:pPr marL="0" indent="0">
              <a:buNone/>
            </a:pPr>
            <a:endParaRPr lang="en-US" noProof="1"/>
          </a:p>
          <a:p>
            <a:pPr marL="0" indent="0">
              <a:buNone/>
            </a:pPr>
            <a:r>
              <a:rPr lang="en-US" noProof="1"/>
              <a:t>On a scale from 1 to 10, how likely it is that you will train in creating catchy content ? </a:t>
            </a:r>
          </a:p>
        </p:txBody>
      </p:sp>
      <p:grpSp>
        <p:nvGrpSpPr>
          <p:cNvPr id="3" name="Groupe 2">
            <a:extLst>
              <a:ext uri="{FF2B5EF4-FFF2-40B4-BE49-F238E27FC236}">
                <a16:creationId xmlns:a16="http://schemas.microsoft.com/office/drawing/2014/main" id="{A46E0109-3633-4D95-9F3D-E0D6F3138550}"/>
              </a:ext>
            </a:extLst>
          </p:cNvPr>
          <p:cNvGrpSpPr/>
          <p:nvPr/>
        </p:nvGrpSpPr>
        <p:grpSpPr>
          <a:xfrm>
            <a:off x="2848551" y="3027276"/>
            <a:ext cx="2952594" cy="2914168"/>
            <a:chOff x="7207816" y="2024761"/>
            <a:chExt cx="4385767" cy="4328688"/>
          </a:xfrm>
        </p:grpSpPr>
        <p:sp>
          <p:nvSpPr>
            <p:cNvPr id="6" name="Arc partiel 5">
              <a:extLst>
                <a:ext uri="{FF2B5EF4-FFF2-40B4-BE49-F238E27FC236}">
                  <a16:creationId xmlns:a16="http://schemas.microsoft.com/office/drawing/2014/main" id="{4809DE03-4004-4B83-8359-299336D79630}"/>
                </a:ext>
              </a:extLst>
            </p:cNvPr>
            <p:cNvSpPr/>
            <p:nvPr/>
          </p:nvSpPr>
          <p:spPr>
            <a:xfrm>
              <a:off x="7221608" y="2024761"/>
              <a:ext cx="4371975" cy="4328688"/>
            </a:xfrm>
            <a:prstGeom prst="pie">
              <a:avLst>
                <a:gd name="adj1" fmla="val 12445795"/>
                <a:gd name="adj2" fmla="val 12162327"/>
              </a:avLst>
            </a:prstGeom>
            <a:solidFill>
              <a:schemeClr val="bg1">
                <a:lumMod val="8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Arc partiel 6">
              <a:extLst>
                <a:ext uri="{FF2B5EF4-FFF2-40B4-BE49-F238E27FC236}">
                  <a16:creationId xmlns:a16="http://schemas.microsoft.com/office/drawing/2014/main" id="{D8EF9408-3DA0-4F4A-916E-50F2C8BC687F}"/>
                </a:ext>
              </a:extLst>
            </p:cNvPr>
            <p:cNvSpPr/>
            <p:nvPr/>
          </p:nvSpPr>
          <p:spPr>
            <a:xfrm>
              <a:off x="7207816" y="2024761"/>
              <a:ext cx="4371975" cy="4328688"/>
            </a:xfrm>
            <a:prstGeom prst="pie">
              <a:avLst>
                <a:gd name="adj1" fmla="val 12152855"/>
                <a:gd name="adj2" fmla="val 12465648"/>
              </a:avLst>
            </a:prstGeom>
            <a:solidFill>
              <a:schemeClr val="accent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pic>
        <p:nvPicPr>
          <p:cNvPr id="8" name="Graphique 7" descr="Centre d’appels avec un remplissage uni">
            <a:extLst>
              <a:ext uri="{FF2B5EF4-FFF2-40B4-BE49-F238E27FC236}">
                <a16:creationId xmlns:a16="http://schemas.microsoft.com/office/drawing/2014/main" id="{F1123B68-F5A3-460A-BDC0-76C2B12AB91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023129" y="3780493"/>
            <a:ext cx="1022596" cy="1022596"/>
          </a:xfrm>
          <a:prstGeom prst="rect">
            <a:avLst/>
          </a:prstGeom>
        </p:spPr>
      </p:pic>
      <p:grpSp>
        <p:nvGrpSpPr>
          <p:cNvPr id="9" name="Groupe 8">
            <a:extLst>
              <a:ext uri="{FF2B5EF4-FFF2-40B4-BE49-F238E27FC236}">
                <a16:creationId xmlns:a16="http://schemas.microsoft.com/office/drawing/2014/main" id="{85BA3D64-FB38-42CD-86DB-2ED579B4FE36}"/>
              </a:ext>
            </a:extLst>
          </p:cNvPr>
          <p:cNvGrpSpPr/>
          <p:nvPr/>
        </p:nvGrpSpPr>
        <p:grpSpPr>
          <a:xfrm>
            <a:off x="1572530" y="3027276"/>
            <a:ext cx="1266736" cy="933499"/>
            <a:chOff x="420283" y="3559673"/>
            <a:chExt cx="1983159" cy="1461454"/>
          </a:xfrm>
        </p:grpSpPr>
        <p:pic>
          <p:nvPicPr>
            <p:cNvPr id="10" name="Graphique 9" descr="Personne confuse avec un remplissage uni">
              <a:extLst>
                <a:ext uri="{FF2B5EF4-FFF2-40B4-BE49-F238E27FC236}">
                  <a16:creationId xmlns:a16="http://schemas.microsoft.com/office/drawing/2014/main" id="{54F8D4FF-A1BD-4BC5-BA36-30164DFEB06F}"/>
                </a:ext>
              </a:extLst>
            </p:cNvPr>
            <p:cNvPicPr>
              <a:picLocks noChangeAspect="1"/>
            </p:cNvPicPr>
            <p:nvPr/>
          </p:nvPicPr>
          <p:blipFill rotWithShape="1">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l="14825" r="14911" b="49785"/>
            <a:stretch/>
          </p:blipFill>
          <p:spPr>
            <a:xfrm>
              <a:off x="420283" y="3603842"/>
              <a:ext cx="1983159" cy="1417285"/>
            </a:xfrm>
            <a:prstGeom prst="rect">
              <a:avLst/>
            </a:prstGeom>
          </p:spPr>
        </p:pic>
        <p:pic>
          <p:nvPicPr>
            <p:cNvPr id="11" name="Graphique 10" descr="Visage triste à remplissage solide avec un remplissage uni">
              <a:extLst>
                <a:ext uri="{FF2B5EF4-FFF2-40B4-BE49-F238E27FC236}">
                  <a16:creationId xmlns:a16="http://schemas.microsoft.com/office/drawing/2014/main" id="{1B2C6A51-635D-4A40-B2B6-073F4EBE604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52645" y="3559673"/>
              <a:ext cx="697805" cy="697805"/>
            </a:xfrm>
            <a:prstGeom prst="rect">
              <a:avLst/>
            </a:prstGeom>
          </p:spPr>
        </p:pic>
      </p:grpSp>
    </p:spTree>
    <p:extLst>
      <p:ext uri="{BB962C8B-B14F-4D97-AF65-F5344CB8AC3E}">
        <p14:creationId xmlns:p14="http://schemas.microsoft.com/office/powerpoint/2010/main" val="674457353"/>
      </p:ext>
    </p:extLst>
  </p:cSld>
  <p:clrMapOvr>
    <a:masterClrMapping/>
  </p:clrMapOvr>
  <mc:AlternateContent xmlns:mc="http://schemas.openxmlformats.org/markup-compatibility/2006" xmlns:p14="http://schemas.microsoft.com/office/powerpoint/2010/main">
    <mc:Choice Requires="p14">
      <p:transition spd="slow" p14:dur="2000" advTm="19522"/>
    </mc:Choice>
    <mc:Fallback xmlns="">
      <p:transition spd="slow" advTm="19522"/>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C7B2B"/>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manage to get attention from some people, and we even did a small event with them !</a:t>
            </a:r>
          </a:p>
          <a:p>
            <a:pPr algn="ctr"/>
            <a:endParaRPr lang="en-US" dirty="0"/>
          </a:p>
          <a:p>
            <a:pPr algn="ctr"/>
            <a:r>
              <a:rPr lang="en-US" dirty="0"/>
              <a:t>But after the event, our tweets did not really work</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5" name="Graphique 4" descr="Visage confus avec remplissage solide avec un remplissage uni">
            <a:extLst>
              <a:ext uri="{FF2B5EF4-FFF2-40B4-BE49-F238E27FC236}">
                <a16:creationId xmlns:a16="http://schemas.microsoft.com/office/drawing/2014/main" id="{36C2D92C-7B97-4DB9-9A79-2E735B6ECB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46902" y="4822929"/>
            <a:ext cx="675263" cy="675263"/>
          </a:xfrm>
          <a:prstGeom prst="rect">
            <a:avLst/>
          </a:prstGeom>
        </p:spPr>
      </p:pic>
    </p:spTree>
    <p:extLst>
      <p:ext uri="{BB962C8B-B14F-4D97-AF65-F5344CB8AC3E}">
        <p14:creationId xmlns:p14="http://schemas.microsoft.com/office/powerpoint/2010/main" val="1122545333"/>
      </p:ext>
    </p:extLst>
  </p:cSld>
  <p:clrMapOvr>
    <a:masterClrMapping/>
  </p:clrMapOvr>
  <mc:AlternateContent xmlns:mc="http://schemas.openxmlformats.org/markup-compatibility/2006" xmlns:p14="http://schemas.microsoft.com/office/powerpoint/2010/main">
    <mc:Choice Requires="p14">
      <p:transition spd="slow" p14:dur="2000" advTm="17911"/>
    </mc:Choice>
    <mc:Fallback xmlns="">
      <p:transition spd="slow" advTm="1791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2357BD2-72C0-4203-8FDA-027D9FEDA855}"/>
              </a:ext>
            </a:extLst>
          </p:cNvPr>
          <p:cNvSpPr>
            <a:spLocks noGrp="1"/>
          </p:cNvSpPr>
          <p:nvPr>
            <p:ph type="title"/>
          </p:nvPr>
        </p:nvSpPr>
        <p:spPr/>
        <p:txBody>
          <a:bodyPr>
            <a:noAutofit/>
          </a:bodyPr>
          <a:lstStyle/>
          <a:p>
            <a:r>
              <a:rPr lang="en-US" sz="2800" dirty="0"/>
              <a:t>Challenge #C4</a:t>
            </a:r>
            <a:br>
              <a:rPr lang="en-US" sz="2800" dirty="0"/>
            </a:br>
            <a:r>
              <a:rPr lang="en-US" sz="2000" dirty="0"/>
              <a:t>Choose the right content format, balancing scalability and undivided attention</a:t>
            </a:r>
            <a:endParaRPr lang="en-US" sz="2800" dirty="0"/>
          </a:p>
        </p:txBody>
      </p:sp>
      <p:cxnSp>
        <p:nvCxnSpPr>
          <p:cNvPr id="8" name="Connecteur droit avec flèche 7">
            <a:extLst>
              <a:ext uri="{FF2B5EF4-FFF2-40B4-BE49-F238E27FC236}">
                <a16:creationId xmlns:a16="http://schemas.microsoft.com/office/drawing/2014/main" id="{3DC5DC14-5DBE-472A-86FF-6A7D428B7A0E}"/>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DE580959-8841-4762-9552-A5948576CD0A}"/>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CF017A52-0B37-4F06-9A70-2BFCADB4B64A}"/>
              </a:ext>
            </a:extLst>
          </p:cNvPr>
          <p:cNvSpPr txBox="1"/>
          <p:nvPr/>
        </p:nvSpPr>
        <p:spPr>
          <a:xfrm>
            <a:off x="10043604" y="6074447"/>
            <a:ext cx="1944207" cy="276999"/>
          </a:xfrm>
          <a:prstGeom prst="rect">
            <a:avLst/>
          </a:prstGeom>
          <a:noFill/>
        </p:spPr>
        <p:txBody>
          <a:bodyPr wrap="square" rtlCol="0">
            <a:spAutoFit/>
          </a:bodyPr>
          <a:lstStyle/>
          <a:p>
            <a:pPr algn="ctr"/>
            <a:r>
              <a:rPr lang="en-US" sz="1200" dirty="0"/>
              <a:t>Undivided attention</a:t>
            </a:r>
          </a:p>
        </p:txBody>
      </p:sp>
      <p:sp>
        <p:nvSpPr>
          <p:cNvPr id="13" name="ZoneTexte 12">
            <a:extLst>
              <a:ext uri="{FF2B5EF4-FFF2-40B4-BE49-F238E27FC236}">
                <a16:creationId xmlns:a16="http://schemas.microsoft.com/office/drawing/2014/main" id="{537C6108-A155-4C3E-B6AF-07A0C4917038}"/>
              </a:ext>
            </a:extLst>
          </p:cNvPr>
          <p:cNvSpPr txBox="1"/>
          <p:nvPr/>
        </p:nvSpPr>
        <p:spPr>
          <a:xfrm>
            <a:off x="42170" y="2077583"/>
            <a:ext cx="1262839" cy="1015663"/>
          </a:xfrm>
          <a:prstGeom prst="rect">
            <a:avLst/>
          </a:prstGeom>
          <a:noFill/>
        </p:spPr>
        <p:txBody>
          <a:bodyPr wrap="square" rtlCol="0">
            <a:spAutoFit/>
          </a:bodyPr>
          <a:lstStyle/>
          <a:p>
            <a:pPr algn="ctr"/>
            <a:r>
              <a:rPr lang="en-US" sz="1200" dirty="0"/>
              <a:t>Scalability (easiness of consumption by many people)</a:t>
            </a:r>
          </a:p>
        </p:txBody>
      </p:sp>
      <p:sp>
        <p:nvSpPr>
          <p:cNvPr id="14" name="Rectangle 13">
            <a:extLst>
              <a:ext uri="{FF2B5EF4-FFF2-40B4-BE49-F238E27FC236}">
                <a16:creationId xmlns:a16="http://schemas.microsoft.com/office/drawing/2014/main" id="{3F1D0AE8-ABFE-451B-A3F4-A28D8889EDCC}"/>
              </a:ext>
            </a:extLst>
          </p:cNvPr>
          <p:cNvSpPr/>
          <p:nvPr/>
        </p:nvSpPr>
        <p:spPr>
          <a:xfrm>
            <a:off x="10534046" y="5708956"/>
            <a:ext cx="1100724" cy="276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Face to face 1-1</a:t>
            </a:r>
          </a:p>
        </p:txBody>
      </p:sp>
      <p:sp>
        <p:nvSpPr>
          <p:cNvPr id="15" name="Rectangle 14">
            <a:extLst>
              <a:ext uri="{FF2B5EF4-FFF2-40B4-BE49-F238E27FC236}">
                <a16:creationId xmlns:a16="http://schemas.microsoft.com/office/drawing/2014/main" id="{F57E17E6-A3B8-4244-B5FC-7475A0D86B68}"/>
              </a:ext>
            </a:extLst>
          </p:cNvPr>
          <p:cNvSpPr/>
          <p:nvPr/>
        </p:nvSpPr>
        <p:spPr>
          <a:xfrm>
            <a:off x="2133523" y="2439391"/>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Simple picture / Meme</a:t>
            </a:r>
          </a:p>
        </p:txBody>
      </p:sp>
      <p:sp>
        <p:nvSpPr>
          <p:cNvPr id="16" name="Rectangle 15">
            <a:extLst>
              <a:ext uri="{FF2B5EF4-FFF2-40B4-BE49-F238E27FC236}">
                <a16:creationId xmlns:a16="http://schemas.microsoft.com/office/drawing/2014/main" id="{8810B838-33C3-43B4-B56E-9E5A9972B90D}"/>
              </a:ext>
            </a:extLst>
          </p:cNvPr>
          <p:cNvSpPr/>
          <p:nvPr/>
        </p:nvSpPr>
        <p:spPr>
          <a:xfrm>
            <a:off x="8253601" y="481198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Face to face group event</a:t>
            </a:r>
          </a:p>
        </p:txBody>
      </p:sp>
      <p:sp>
        <p:nvSpPr>
          <p:cNvPr id="17" name="Rectangle 16">
            <a:extLst>
              <a:ext uri="{FF2B5EF4-FFF2-40B4-BE49-F238E27FC236}">
                <a16:creationId xmlns:a16="http://schemas.microsoft.com/office/drawing/2014/main" id="{26270AFF-32F9-4715-8601-9AC8708D9648}"/>
              </a:ext>
            </a:extLst>
          </p:cNvPr>
          <p:cNvSpPr/>
          <p:nvPr/>
        </p:nvSpPr>
        <p:spPr>
          <a:xfrm>
            <a:off x="6993864" y="4247219"/>
            <a:ext cx="64383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group event</a:t>
            </a:r>
          </a:p>
        </p:txBody>
      </p:sp>
      <p:sp>
        <p:nvSpPr>
          <p:cNvPr id="18" name="Rectangle 17">
            <a:extLst>
              <a:ext uri="{FF2B5EF4-FFF2-40B4-BE49-F238E27FC236}">
                <a16:creationId xmlns:a16="http://schemas.microsoft.com/office/drawing/2014/main" id="{2031D7A3-89F7-41A6-885C-8584CFCD96E7}"/>
              </a:ext>
            </a:extLst>
          </p:cNvPr>
          <p:cNvSpPr/>
          <p:nvPr/>
        </p:nvSpPr>
        <p:spPr>
          <a:xfrm>
            <a:off x="9576181" y="542357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a:t>
            </a:r>
          </a:p>
          <a:p>
            <a:pPr algn="ctr"/>
            <a:r>
              <a:rPr lang="en-US" sz="800" dirty="0"/>
              <a:t>1-1 event</a:t>
            </a:r>
          </a:p>
        </p:txBody>
      </p:sp>
      <p:sp>
        <p:nvSpPr>
          <p:cNvPr id="19" name="Rectangle 18">
            <a:extLst>
              <a:ext uri="{FF2B5EF4-FFF2-40B4-BE49-F238E27FC236}">
                <a16:creationId xmlns:a16="http://schemas.microsoft.com/office/drawing/2014/main" id="{76B84A66-7E68-498C-A50D-DFBBD376067E}"/>
              </a:ext>
            </a:extLst>
          </p:cNvPr>
          <p:cNvSpPr/>
          <p:nvPr/>
        </p:nvSpPr>
        <p:spPr>
          <a:xfrm>
            <a:off x="4258071" y="3538904"/>
            <a:ext cx="72869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Long Video</a:t>
            </a:r>
          </a:p>
        </p:txBody>
      </p:sp>
      <p:sp>
        <p:nvSpPr>
          <p:cNvPr id="21" name="Rectangle 20">
            <a:extLst>
              <a:ext uri="{FF2B5EF4-FFF2-40B4-BE49-F238E27FC236}">
                <a16:creationId xmlns:a16="http://schemas.microsoft.com/office/drawing/2014/main" id="{5ACCCBE7-EB9F-48E9-AFF8-D28834821010}"/>
              </a:ext>
            </a:extLst>
          </p:cNvPr>
          <p:cNvSpPr/>
          <p:nvPr/>
        </p:nvSpPr>
        <p:spPr>
          <a:xfrm>
            <a:off x="3552004" y="3382815"/>
            <a:ext cx="64826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Podcast</a:t>
            </a:r>
          </a:p>
        </p:txBody>
      </p:sp>
      <p:sp>
        <p:nvSpPr>
          <p:cNvPr id="22" name="Rectangle 21">
            <a:extLst>
              <a:ext uri="{FF2B5EF4-FFF2-40B4-BE49-F238E27FC236}">
                <a16:creationId xmlns:a16="http://schemas.microsoft.com/office/drawing/2014/main" id="{9D87E5BE-BF0D-404F-8C8A-6132A7060D4B}"/>
              </a:ext>
            </a:extLst>
          </p:cNvPr>
          <p:cNvSpPr/>
          <p:nvPr/>
        </p:nvSpPr>
        <p:spPr>
          <a:xfrm>
            <a:off x="5700370" y="3633036"/>
            <a:ext cx="97536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Asynchronous Game*</a:t>
            </a:r>
          </a:p>
        </p:txBody>
      </p:sp>
      <p:sp>
        <p:nvSpPr>
          <p:cNvPr id="23" name="Rectangle 22">
            <a:extLst>
              <a:ext uri="{FF2B5EF4-FFF2-40B4-BE49-F238E27FC236}">
                <a16:creationId xmlns:a16="http://schemas.microsoft.com/office/drawing/2014/main" id="{A976F2F2-9D03-4502-8AF2-81D3FB07DF0B}"/>
              </a:ext>
            </a:extLst>
          </p:cNvPr>
          <p:cNvSpPr/>
          <p:nvPr/>
        </p:nvSpPr>
        <p:spPr>
          <a:xfrm>
            <a:off x="9184173" y="4810799"/>
            <a:ext cx="830074"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Face-to-face Live Game*</a:t>
            </a:r>
          </a:p>
        </p:txBody>
      </p:sp>
      <p:sp>
        <p:nvSpPr>
          <p:cNvPr id="24" name="Rectangle 23">
            <a:extLst>
              <a:ext uri="{FF2B5EF4-FFF2-40B4-BE49-F238E27FC236}">
                <a16:creationId xmlns:a16="http://schemas.microsoft.com/office/drawing/2014/main" id="{6B1020F8-9387-48DD-A2E2-0879004EAADB}"/>
              </a:ext>
            </a:extLst>
          </p:cNvPr>
          <p:cNvSpPr/>
          <p:nvPr/>
        </p:nvSpPr>
        <p:spPr>
          <a:xfrm>
            <a:off x="7761861" y="4244870"/>
            <a:ext cx="717003"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Live Game*</a:t>
            </a:r>
          </a:p>
        </p:txBody>
      </p:sp>
      <p:sp>
        <p:nvSpPr>
          <p:cNvPr id="25" name="ZoneTexte 24">
            <a:extLst>
              <a:ext uri="{FF2B5EF4-FFF2-40B4-BE49-F238E27FC236}">
                <a16:creationId xmlns:a16="http://schemas.microsoft.com/office/drawing/2014/main" id="{43D4CFBC-2124-4483-9FC7-89F69C7A5D42}"/>
              </a:ext>
            </a:extLst>
          </p:cNvPr>
          <p:cNvSpPr txBox="1"/>
          <p:nvPr/>
        </p:nvSpPr>
        <p:spPr>
          <a:xfrm>
            <a:off x="142343" y="6050887"/>
            <a:ext cx="8166305" cy="646331"/>
          </a:xfrm>
          <a:prstGeom prst="rect">
            <a:avLst/>
          </a:prstGeom>
          <a:noFill/>
        </p:spPr>
        <p:txBody>
          <a:bodyPr wrap="square" rtlCol="0">
            <a:spAutoFit/>
          </a:bodyPr>
          <a:lstStyle/>
          <a:p>
            <a:r>
              <a:rPr lang="en-US" sz="1200" dirty="0"/>
              <a:t>*</a:t>
            </a:r>
            <a:r>
              <a:rPr lang="en-US" sz="1200" i="1" dirty="0"/>
              <a:t>Game</a:t>
            </a:r>
            <a:r>
              <a:rPr lang="en-US" sz="1200" dirty="0"/>
              <a:t> is here defined as a structured moment in which participants are required to be active to advance and in which they get live feedback of their actions. Games can be Serious (with additional objectives, different than catching attention) or not. In this graph, workshop is here counted as a game.</a:t>
            </a:r>
          </a:p>
        </p:txBody>
      </p:sp>
      <p:sp>
        <p:nvSpPr>
          <p:cNvPr id="26" name="Rectangle 25">
            <a:extLst>
              <a:ext uri="{FF2B5EF4-FFF2-40B4-BE49-F238E27FC236}">
                <a16:creationId xmlns:a16="http://schemas.microsoft.com/office/drawing/2014/main" id="{80F2DB3F-F04A-40F8-9FB0-A542D67C0A07}"/>
              </a:ext>
            </a:extLst>
          </p:cNvPr>
          <p:cNvSpPr/>
          <p:nvPr/>
        </p:nvSpPr>
        <p:spPr>
          <a:xfrm>
            <a:off x="1346443" y="1985057"/>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Tweet / Short text</a:t>
            </a:r>
          </a:p>
        </p:txBody>
      </p:sp>
      <p:sp>
        <p:nvSpPr>
          <p:cNvPr id="27" name="Rectangle 26">
            <a:extLst>
              <a:ext uri="{FF2B5EF4-FFF2-40B4-BE49-F238E27FC236}">
                <a16:creationId xmlns:a16="http://schemas.microsoft.com/office/drawing/2014/main" id="{D5AFB843-5442-4425-BE17-573AC6C6BADF}"/>
              </a:ext>
            </a:extLst>
          </p:cNvPr>
          <p:cNvSpPr/>
          <p:nvPr/>
        </p:nvSpPr>
        <p:spPr>
          <a:xfrm>
            <a:off x="2422554" y="3201478"/>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Infographic</a:t>
            </a:r>
          </a:p>
        </p:txBody>
      </p:sp>
      <p:sp>
        <p:nvSpPr>
          <p:cNvPr id="28" name="Rectangle 27">
            <a:extLst>
              <a:ext uri="{FF2B5EF4-FFF2-40B4-BE49-F238E27FC236}">
                <a16:creationId xmlns:a16="http://schemas.microsoft.com/office/drawing/2014/main" id="{E172A8D2-98B9-42A5-B9F2-771153822513}"/>
              </a:ext>
            </a:extLst>
          </p:cNvPr>
          <p:cNvSpPr/>
          <p:nvPr/>
        </p:nvSpPr>
        <p:spPr>
          <a:xfrm>
            <a:off x="5862167" y="4244870"/>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Online discussion </a:t>
            </a:r>
          </a:p>
        </p:txBody>
      </p:sp>
      <p:sp>
        <p:nvSpPr>
          <p:cNvPr id="33" name="Rectangle 32">
            <a:extLst>
              <a:ext uri="{FF2B5EF4-FFF2-40B4-BE49-F238E27FC236}">
                <a16:creationId xmlns:a16="http://schemas.microsoft.com/office/drawing/2014/main" id="{29215110-D597-43F8-BE95-B720CD70BD4F}"/>
              </a:ext>
            </a:extLst>
          </p:cNvPr>
          <p:cNvSpPr/>
          <p:nvPr/>
        </p:nvSpPr>
        <p:spPr>
          <a:xfrm>
            <a:off x="6737263" y="3689927"/>
            <a:ext cx="648260"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t>Live streaming</a:t>
            </a:r>
          </a:p>
        </p:txBody>
      </p:sp>
      <p:pic>
        <p:nvPicPr>
          <p:cNvPr id="35" name="Image 34">
            <a:extLst>
              <a:ext uri="{FF2B5EF4-FFF2-40B4-BE49-F238E27FC236}">
                <a16:creationId xmlns:a16="http://schemas.microsoft.com/office/drawing/2014/main" id="{CEB83029-6ACB-475F-A99C-FC12DB2D67FD}"/>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309422" y="2018055"/>
            <a:ext cx="298739" cy="362308"/>
          </a:xfrm>
          <a:prstGeom prst="rect">
            <a:avLst/>
          </a:prstGeom>
        </p:spPr>
      </p:pic>
      <p:pic>
        <p:nvPicPr>
          <p:cNvPr id="38" name="Image 37">
            <a:extLst>
              <a:ext uri="{FF2B5EF4-FFF2-40B4-BE49-F238E27FC236}">
                <a16:creationId xmlns:a16="http://schemas.microsoft.com/office/drawing/2014/main" id="{EF1AE3BD-8D52-454F-90DF-966551F5AC2F}"/>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2485346" y="2066532"/>
            <a:ext cx="328332" cy="328332"/>
          </a:xfrm>
          <a:prstGeom prst="rect">
            <a:avLst/>
          </a:prstGeom>
        </p:spPr>
      </p:pic>
      <p:pic>
        <p:nvPicPr>
          <p:cNvPr id="41" name="Image 40" descr="Une image contenant clipart, matériel&#10;&#10;Description générée automatiquement">
            <a:extLst>
              <a:ext uri="{FF2B5EF4-FFF2-40B4-BE49-F238E27FC236}">
                <a16:creationId xmlns:a16="http://schemas.microsoft.com/office/drawing/2014/main" id="{70C64222-5A00-4AFA-A066-1FDF09179D83}"/>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6983416" y="4082857"/>
            <a:ext cx="586837" cy="132038"/>
          </a:xfrm>
          <a:prstGeom prst="rect">
            <a:avLst/>
          </a:prstGeom>
        </p:spPr>
      </p:pic>
      <p:pic>
        <p:nvPicPr>
          <p:cNvPr id="44" name="Image 43">
            <a:extLst>
              <a:ext uri="{FF2B5EF4-FFF2-40B4-BE49-F238E27FC236}">
                <a16:creationId xmlns:a16="http://schemas.microsoft.com/office/drawing/2014/main" id="{8A5004D7-F64B-43C1-8272-5E27F25677DF}"/>
              </a:ext>
            </a:extLst>
          </p:cNvPr>
          <p:cNvPicPr>
            <a:picLocks noChangeAspect="1"/>
          </p:cNvPicPr>
          <p:nvPr/>
        </p:nvPicPr>
        <p:blipFill>
          <a:blip r:embed="rId8">
            <a:extLst>
              <a:ext uri="{28A0092B-C50C-407E-A947-70E740481C1C}">
                <a14:useLocalDpi xmlns:a14="http://schemas.microsoft.com/office/drawing/2010/main" val="0"/>
              </a:ext>
              <a:ext uri="{837473B0-CC2E-450A-ABE3-18F120FF3D39}">
                <a1611:picAttrSrcUrl xmlns:a1611="http://schemas.microsoft.com/office/drawing/2016/11/main" r:id="rId9"/>
              </a:ext>
            </a:extLst>
          </a:blip>
          <a:stretch>
            <a:fillRect/>
          </a:stretch>
        </p:blipFill>
        <p:spPr>
          <a:xfrm>
            <a:off x="3774641" y="3091538"/>
            <a:ext cx="234333" cy="234333"/>
          </a:xfrm>
          <a:prstGeom prst="rect">
            <a:avLst/>
          </a:prstGeom>
        </p:spPr>
      </p:pic>
      <p:sp>
        <p:nvSpPr>
          <p:cNvPr id="46" name="Rectangle 45">
            <a:extLst>
              <a:ext uri="{FF2B5EF4-FFF2-40B4-BE49-F238E27FC236}">
                <a16:creationId xmlns:a16="http://schemas.microsoft.com/office/drawing/2014/main" id="{4EEFF8A0-1C50-46EA-B749-26AD8D560B06}"/>
              </a:ext>
            </a:extLst>
          </p:cNvPr>
          <p:cNvSpPr/>
          <p:nvPr/>
        </p:nvSpPr>
        <p:spPr>
          <a:xfrm>
            <a:off x="5075574" y="3572336"/>
            <a:ext cx="54901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Article</a:t>
            </a:r>
          </a:p>
        </p:txBody>
      </p:sp>
      <p:pic>
        <p:nvPicPr>
          <p:cNvPr id="48" name="Image 47">
            <a:extLst>
              <a:ext uri="{FF2B5EF4-FFF2-40B4-BE49-F238E27FC236}">
                <a16:creationId xmlns:a16="http://schemas.microsoft.com/office/drawing/2014/main" id="{23FD458C-8A77-4FD1-A4F5-2CA712711EB0}"/>
              </a:ext>
            </a:extLst>
          </p:cNvPr>
          <p:cNvPicPr>
            <a:picLocks noChangeAspect="1"/>
          </p:cNvPicPr>
          <p:nvPr/>
        </p:nvPicPr>
        <p:blipFill>
          <a:blip r:embed="rId10">
            <a:extLst>
              <a:ext uri="{28A0092B-C50C-407E-A947-70E740481C1C}">
                <a14:useLocalDpi xmlns:a14="http://schemas.microsoft.com/office/drawing/2010/main" val="0"/>
              </a:ext>
              <a:ext uri="{837473B0-CC2E-450A-ABE3-18F120FF3D39}">
                <a1611:picAttrSrcUrl xmlns:a1611="http://schemas.microsoft.com/office/drawing/2016/11/main" r:id="rId11"/>
              </a:ext>
            </a:extLst>
          </a:blip>
          <a:stretch>
            <a:fillRect/>
          </a:stretch>
        </p:blipFill>
        <p:spPr>
          <a:xfrm>
            <a:off x="8552069" y="4481357"/>
            <a:ext cx="319068" cy="305678"/>
          </a:xfrm>
          <a:prstGeom prst="rect">
            <a:avLst/>
          </a:prstGeom>
        </p:spPr>
      </p:pic>
      <p:pic>
        <p:nvPicPr>
          <p:cNvPr id="50" name="Image 49">
            <a:extLst>
              <a:ext uri="{FF2B5EF4-FFF2-40B4-BE49-F238E27FC236}">
                <a16:creationId xmlns:a16="http://schemas.microsoft.com/office/drawing/2014/main" id="{B81EFF2A-0AB4-4030-8E22-6FEDB106457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413318" y="4481357"/>
            <a:ext cx="321423" cy="310079"/>
          </a:xfrm>
          <a:prstGeom prst="rect">
            <a:avLst/>
          </a:prstGeom>
        </p:spPr>
      </p:pic>
      <p:pic>
        <p:nvPicPr>
          <p:cNvPr id="52" name="Image 51">
            <a:extLst>
              <a:ext uri="{FF2B5EF4-FFF2-40B4-BE49-F238E27FC236}">
                <a16:creationId xmlns:a16="http://schemas.microsoft.com/office/drawing/2014/main" id="{508D117D-F736-481A-9D10-82868E35383A}"/>
              </a:ext>
            </a:extLst>
          </p:cNvPr>
          <p:cNvPicPr>
            <a:picLocks noChangeAspect="1"/>
          </p:cNvPicPr>
          <p:nvPr/>
        </p:nvPicPr>
        <p:blipFill>
          <a:blip r:embed="rId13">
            <a:extLst>
              <a:ext uri="{28A0092B-C50C-407E-A947-70E740481C1C}">
                <a14:useLocalDpi xmlns:a14="http://schemas.microsoft.com/office/drawing/2010/main" val="0"/>
              </a:ext>
              <a:ext uri="{837473B0-CC2E-450A-ABE3-18F120FF3D39}">
                <a1611:picAttrSrcUrl xmlns:a1611="http://schemas.microsoft.com/office/drawing/2016/11/main" r:id="rId14"/>
              </a:ext>
            </a:extLst>
          </a:blip>
          <a:stretch>
            <a:fillRect/>
          </a:stretch>
        </p:blipFill>
        <p:spPr>
          <a:xfrm>
            <a:off x="7080241" y="3447424"/>
            <a:ext cx="365247" cy="205451"/>
          </a:xfrm>
          <a:prstGeom prst="rect">
            <a:avLst/>
          </a:prstGeom>
        </p:spPr>
      </p:pic>
      <p:pic>
        <p:nvPicPr>
          <p:cNvPr id="55" name="Image 54" descr="Une image contenant texte, trousse de secours, signe&#10;&#10;Description générée automatiquement">
            <a:extLst>
              <a:ext uri="{FF2B5EF4-FFF2-40B4-BE49-F238E27FC236}">
                <a16:creationId xmlns:a16="http://schemas.microsoft.com/office/drawing/2014/main" id="{1598444F-CDDC-43FF-A6F3-D8C40B25F592}"/>
              </a:ext>
            </a:extLst>
          </p:cNvPr>
          <p:cNvPicPr>
            <a:picLocks noChangeAspect="1"/>
          </p:cNvPicPr>
          <p:nvPr/>
        </p:nvPicPr>
        <p:blipFill rotWithShape="1">
          <a:blip r:embed="rId15">
            <a:extLst>
              <a:ext uri="{28A0092B-C50C-407E-A947-70E740481C1C}">
                <a14:useLocalDpi xmlns:a14="http://schemas.microsoft.com/office/drawing/2010/main" val="0"/>
              </a:ext>
              <a:ext uri="{837473B0-CC2E-450A-ABE3-18F120FF3D39}">
                <a1611:picAttrSrcUrl xmlns:a1611="http://schemas.microsoft.com/office/drawing/2016/11/main" r:id="rId16"/>
              </a:ext>
            </a:extLst>
          </a:blip>
          <a:srcRect l="14563" t="27444" r="14441" b="27929"/>
          <a:stretch/>
        </p:blipFill>
        <p:spPr>
          <a:xfrm>
            <a:off x="6780675" y="3474045"/>
            <a:ext cx="360598" cy="127503"/>
          </a:xfrm>
          <a:prstGeom prst="rect">
            <a:avLst/>
          </a:prstGeom>
        </p:spPr>
      </p:pic>
      <p:sp>
        <p:nvSpPr>
          <p:cNvPr id="57" name="Rectangle 56">
            <a:extLst>
              <a:ext uri="{FF2B5EF4-FFF2-40B4-BE49-F238E27FC236}">
                <a16:creationId xmlns:a16="http://schemas.microsoft.com/office/drawing/2014/main" id="{C8C85C1B-835A-4442-B3EB-C7E340F18096}"/>
              </a:ext>
            </a:extLst>
          </p:cNvPr>
          <p:cNvSpPr/>
          <p:nvPr/>
        </p:nvSpPr>
        <p:spPr>
          <a:xfrm>
            <a:off x="3151222" y="2439391"/>
            <a:ext cx="615140"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t>Short video</a:t>
            </a:r>
          </a:p>
        </p:txBody>
      </p:sp>
      <p:pic>
        <p:nvPicPr>
          <p:cNvPr id="60" name="Image 59">
            <a:extLst>
              <a:ext uri="{FF2B5EF4-FFF2-40B4-BE49-F238E27FC236}">
                <a16:creationId xmlns:a16="http://schemas.microsoft.com/office/drawing/2014/main" id="{04EB878E-7A47-4B96-B613-7320EAE4100E}"/>
              </a:ext>
            </a:extLst>
          </p:cNvPr>
          <p:cNvPicPr>
            <a:picLocks noChangeAspect="1"/>
          </p:cNvPicPr>
          <p:nvPr/>
        </p:nvPicPr>
        <p:blipFill>
          <a:blip r:embed="rId17">
            <a:extLst>
              <a:ext uri="{28A0092B-C50C-407E-A947-70E740481C1C}">
                <a14:useLocalDpi xmlns:a14="http://schemas.microsoft.com/office/drawing/2010/main" val="0"/>
              </a:ext>
              <a:ext uri="{837473B0-CC2E-450A-ABE3-18F120FF3D39}">
                <a1611:picAttrSrcUrl xmlns:a1611="http://schemas.microsoft.com/office/drawing/2016/11/main" r:id="rId18"/>
              </a:ext>
            </a:extLst>
          </a:blip>
          <a:stretch>
            <a:fillRect/>
          </a:stretch>
        </p:blipFill>
        <p:spPr>
          <a:xfrm>
            <a:off x="6037414" y="3340066"/>
            <a:ext cx="243612" cy="243612"/>
          </a:xfrm>
          <a:prstGeom prst="rect">
            <a:avLst/>
          </a:prstGeom>
        </p:spPr>
      </p:pic>
      <p:pic>
        <p:nvPicPr>
          <p:cNvPr id="63" name="Image 62" descr="Une image contenant hache, outil, graphiques vectoriels&#10;&#10;Description générée automatiquement">
            <a:extLst>
              <a:ext uri="{FF2B5EF4-FFF2-40B4-BE49-F238E27FC236}">
                <a16:creationId xmlns:a16="http://schemas.microsoft.com/office/drawing/2014/main" id="{37733CE5-7AEF-4486-90A4-ADF6C212B8CA}"/>
              </a:ext>
            </a:extLst>
          </p:cNvPr>
          <p:cNvPicPr>
            <a:picLocks noChangeAspect="1"/>
          </p:cNvPicPr>
          <p:nvPr/>
        </p:nvPicPr>
        <p:blipFill>
          <a:blip r:embed="rId19">
            <a:extLst>
              <a:ext uri="{28A0092B-C50C-407E-A947-70E740481C1C}">
                <a14:useLocalDpi xmlns:a14="http://schemas.microsoft.com/office/drawing/2010/main" val="0"/>
              </a:ext>
              <a:ext uri="{837473B0-CC2E-450A-ABE3-18F120FF3D39}">
                <a1611:picAttrSrcUrl xmlns:a1611="http://schemas.microsoft.com/office/drawing/2016/11/main" r:id="rId20"/>
              </a:ext>
            </a:extLst>
          </a:blip>
          <a:stretch>
            <a:fillRect/>
          </a:stretch>
        </p:blipFill>
        <p:spPr>
          <a:xfrm>
            <a:off x="1653778" y="1622716"/>
            <a:ext cx="369566" cy="303352"/>
          </a:xfrm>
          <a:prstGeom prst="rect">
            <a:avLst/>
          </a:prstGeom>
        </p:spPr>
      </p:pic>
      <p:pic>
        <p:nvPicPr>
          <p:cNvPr id="66" name="Image 65">
            <a:extLst>
              <a:ext uri="{FF2B5EF4-FFF2-40B4-BE49-F238E27FC236}">
                <a16:creationId xmlns:a16="http://schemas.microsoft.com/office/drawing/2014/main" id="{9F5BD2A5-6B68-4BAC-992A-9D21E9539CF6}"/>
              </a:ext>
            </a:extLst>
          </p:cNvPr>
          <p:cNvPicPr>
            <a:picLocks noChangeAspect="1"/>
          </p:cNvPicPr>
          <p:nvPr/>
        </p:nvPicPr>
        <p:blipFill>
          <a:blip r:embed="rId21">
            <a:extLst>
              <a:ext uri="{28A0092B-C50C-407E-A947-70E740481C1C}">
                <a14:useLocalDpi xmlns:a14="http://schemas.microsoft.com/office/drawing/2010/main" val="0"/>
              </a:ext>
              <a:ext uri="{837473B0-CC2E-450A-ABE3-18F120FF3D39}">
                <a1611:picAttrSrcUrl xmlns:a1611="http://schemas.microsoft.com/office/drawing/2016/11/main" r:id="rId22"/>
              </a:ext>
            </a:extLst>
          </a:blip>
          <a:stretch>
            <a:fillRect/>
          </a:stretch>
        </p:blipFill>
        <p:spPr>
          <a:xfrm>
            <a:off x="2793994" y="2906738"/>
            <a:ext cx="253014" cy="253014"/>
          </a:xfrm>
          <a:prstGeom prst="rect">
            <a:avLst/>
          </a:prstGeom>
        </p:spPr>
      </p:pic>
      <p:sp>
        <p:nvSpPr>
          <p:cNvPr id="68" name="ZoneTexte 67">
            <a:extLst>
              <a:ext uri="{FF2B5EF4-FFF2-40B4-BE49-F238E27FC236}">
                <a16:creationId xmlns:a16="http://schemas.microsoft.com/office/drawing/2014/main" id="{70918A6D-6306-4AB1-85EB-871C8A56A407}"/>
              </a:ext>
            </a:extLst>
          </p:cNvPr>
          <p:cNvSpPr txBox="1"/>
          <p:nvPr/>
        </p:nvSpPr>
        <p:spPr>
          <a:xfrm>
            <a:off x="1834711" y="4737112"/>
            <a:ext cx="2041424" cy="646331"/>
          </a:xfrm>
          <a:prstGeom prst="rect">
            <a:avLst/>
          </a:prstGeom>
          <a:noFill/>
        </p:spPr>
        <p:txBody>
          <a:bodyPr wrap="square" rtlCol="0">
            <a:spAutoFit/>
          </a:bodyPr>
          <a:lstStyle/>
          <a:p>
            <a:pPr algn="ctr"/>
            <a:r>
              <a:rPr lang="en-US" sz="1200" dirty="0"/>
              <a:t>Logos represent platforms where you can find examples</a:t>
            </a:r>
          </a:p>
        </p:txBody>
      </p:sp>
      <p:pic>
        <p:nvPicPr>
          <p:cNvPr id="76" name="Image 75">
            <a:extLst>
              <a:ext uri="{FF2B5EF4-FFF2-40B4-BE49-F238E27FC236}">
                <a16:creationId xmlns:a16="http://schemas.microsoft.com/office/drawing/2014/main" id="{1DB14912-5923-493D-9CF8-0EEF457CF5EF}"/>
              </a:ext>
            </a:extLst>
          </p:cNvPr>
          <p:cNvPicPr>
            <a:picLocks noChangeAspect="1"/>
          </p:cNvPicPr>
          <p:nvPr/>
        </p:nvPicPr>
        <p:blipFill rotWithShape="1">
          <a:blip r:embed="rId23">
            <a:extLst>
              <a:ext uri="{28A0092B-C50C-407E-A947-70E740481C1C}">
                <a14:useLocalDpi xmlns:a14="http://schemas.microsoft.com/office/drawing/2010/main" val="0"/>
              </a:ext>
              <a:ext uri="{837473B0-CC2E-450A-ABE3-18F120FF3D39}">
                <a1611:picAttrSrcUrl xmlns:a1611="http://schemas.microsoft.com/office/drawing/2016/11/main" r:id="rId24"/>
              </a:ext>
            </a:extLst>
          </a:blip>
          <a:srcRect l="15367" t="25200" r="15584" b="25200"/>
          <a:stretch/>
        </p:blipFill>
        <p:spPr>
          <a:xfrm>
            <a:off x="4456947" y="3325716"/>
            <a:ext cx="234333" cy="168325"/>
          </a:xfrm>
          <a:prstGeom prst="rect">
            <a:avLst/>
          </a:prstGeom>
        </p:spPr>
      </p:pic>
      <p:pic>
        <p:nvPicPr>
          <p:cNvPr id="80" name="Image 79">
            <a:extLst>
              <a:ext uri="{FF2B5EF4-FFF2-40B4-BE49-F238E27FC236}">
                <a16:creationId xmlns:a16="http://schemas.microsoft.com/office/drawing/2014/main" id="{76BF509D-06DC-4A5F-8894-D45A5A69D055}"/>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6263703" y="4000782"/>
            <a:ext cx="220462" cy="220462"/>
          </a:xfrm>
          <a:prstGeom prst="rect">
            <a:avLst/>
          </a:prstGeom>
        </p:spPr>
      </p:pic>
      <p:pic>
        <p:nvPicPr>
          <p:cNvPr id="81" name="Image 80">
            <a:extLst>
              <a:ext uri="{FF2B5EF4-FFF2-40B4-BE49-F238E27FC236}">
                <a16:creationId xmlns:a16="http://schemas.microsoft.com/office/drawing/2014/main" id="{6EEF4493-F750-481A-830A-B8CFB4C8853E}"/>
              </a:ext>
            </a:extLst>
          </p:cNvPr>
          <p:cNvPicPr>
            <a:picLocks noChangeAspect="1"/>
          </p:cNvPicPr>
          <p:nvPr/>
        </p:nvPicPr>
        <p:blipFill rotWithShape="1">
          <a:blip r:embed="rId26">
            <a:extLst>
              <a:ext uri="{28A0092B-C50C-407E-A947-70E740481C1C}">
                <a14:useLocalDpi xmlns:a14="http://schemas.microsoft.com/office/drawing/2010/main" val="0"/>
              </a:ext>
              <a:ext uri="{837473B0-CC2E-450A-ABE3-18F120FF3D39}">
                <a1611:picAttrSrcUrl xmlns:a1611="http://schemas.microsoft.com/office/drawing/2016/11/main" r:id="rId27"/>
              </a:ext>
            </a:extLst>
          </a:blip>
          <a:srcRect l="27749" r="27670"/>
          <a:stretch/>
        </p:blipFill>
        <p:spPr>
          <a:xfrm>
            <a:off x="5204642" y="3240226"/>
            <a:ext cx="255152" cy="279461"/>
          </a:xfrm>
          <a:prstGeom prst="rect">
            <a:avLst/>
          </a:prstGeom>
        </p:spPr>
      </p:pic>
      <p:pic>
        <p:nvPicPr>
          <p:cNvPr id="83" name="Image 82" descr="Une image contenant texte, clipart&#10;&#10;Description générée automatiquement">
            <a:extLst>
              <a:ext uri="{FF2B5EF4-FFF2-40B4-BE49-F238E27FC236}">
                <a16:creationId xmlns:a16="http://schemas.microsoft.com/office/drawing/2014/main" id="{2CF0FA7B-E9A0-496F-BCE9-A5FC217DEF6A}"/>
              </a:ext>
            </a:extLst>
          </p:cNvPr>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7891879" y="3982270"/>
            <a:ext cx="220462" cy="230716"/>
          </a:xfrm>
          <a:prstGeom prst="rect">
            <a:avLst/>
          </a:prstGeom>
        </p:spPr>
      </p:pic>
      <p:pic>
        <p:nvPicPr>
          <p:cNvPr id="87" name="Image 86">
            <a:extLst>
              <a:ext uri="{FF2B5EF4-FFF2-40B4-BE49-F238E27FC236}">
                <a16:creationId xmlns:a16="http://schemas.microsoft.com/office/drawing/2014/main" id="{42FC1372-BBA1-4ED2-BA97-A65C20DBA175}"/>
              </a:ext>
            </a:extLst>
          </p:cNvPr>
          <p:cNvPicPr>
            <a:picLocks noChangeAspect="1"/>
          </p:cNvPicPr>
          <p:nvPr/>
        </p:nvPicPr>
        <p:blipFill>
          <a:blip r:embed="rId29">
            <a:extLst>
              <a:ext uri="{28A0092B-C50C-407E-A947-70E740481C1C}">
                <a14:useLocalDpi xmlns:a14="http://schemas.microsoft.com/office/drawing/2010/main" val="0"/>
              </a:ext>
              <a:ext uri="{837473B0-CC2E-450A-ABE3-18F120FF3D39}">
                <a1611:picAttrSrcUrl xmlns:a1611="http://schemas.microsoft.com/office/drawing/2016/11/main" r:id="rId30"/>
              </a:ext>
            </a:extLst>
          </a:blip>
          <a:stretch>
            <a:fillRect/>
          </a:stretch>
        </p:blipFill>
        <p:spPr>
          <a:xfrm>
            <a:off x="6000766" y="3977157"/>
            <a:ext cx="262937" cy="263710"/>
          </a:xfrm>
          <a:prstGeom prst="rect">
            <a:avLst/>
          </a:prstGeom>
        </p:spPr>
      </p:pic>
      <p:pic>
        <p:nvPicPr>
          <p:cNvPr id="90" name="Image 89">
            <a:extLst>
              <a:ext uri="{FF2B5EF4-FFF2-40B4-BE49-F238E27FC236}">
                <a16:creationId xmlns:a16="http://schemas.microsoft.com/office/drawing/2014/main" id="{86EDDA0F-1CEF-432E-94EC-0BF789ACA759}"/>
              </a:ext>
            </a:extLst>
          </p:cNvPr>
          <p:cNvPicPr>
            <a:picLocks noChangeAspect="1"/>
          </p:cNvPicPr>
          <p:nvPr/>
        </p:nvPicPr>
        <p:blipFill>
          <a:blip r:embed="rId31">
            <a:extLst>
              <a:ext uri="{28A0092B-C50C-407E-A947-70E740481C1C}">
                <a14:useLocalDpi xmlns:a14="http://schemas.microsoft.com/office/drawing/2010/main" val="0"/>
              </a:ext>
              <a:ext uri="{837473B0-CC2E-450A-ABE3-18F120FF3D39}">
                <a1611:picAttrSrcUrl xmlns:a1611="http://schemas.microsoft.com/office/drawing/2016/11/main" r:id="rId32"/>
              </a:ext>
            </a:extLst>
          </a:blip>
          <a:stretch>
            <a:fillRect/>
          </a:stretch>
        </p:blipFill>
        <p:spPr>
          <a:xfrm>
            <a:off x="9847661" y="5186060"/>
            <a:ext cx="276149" cy="225887"/>
          </a:xfrm>
          <a:prstGeom prst="rect">
            <a:avLst/>
          </a:prstGeom>
        </p:spPr>
      </p:pic>
      <p:pic>
        <p:nvPicPr>
          <p:cNvPr id="93" name="Image 92">
            <a:extLst>
              <a:ext uri="{FF2B5EF4-FFF2-40B4-BE49-F238E27FC236}">
                <a16:creationId xmlns:a16="http://schemas.microsoft.com/office/drawing/2014/main" id="{A32DEDAF-7B9E-48F8-AAD7-4AC8E133A596}"/>
              </a:ext>
            </a:extLst>
          </p:cNvPr>
          <p:cNvPicPr>
            <a:picLocks noChangeAspect="1"/>
          </p:cNvPicPr>
          <p:nvPr/>
        </p:nvPicPr>
        <p:blipFill rotWithShape="1">
          <a:blip r:embed="rId33">
            <a:extLst>
              <a:ext uri="{28A0092B-C50C-407E-A947-70E740481C1C}">
                <a14:useLocalDpi xmlns:a14="http://schemas.microsoft.com/office/drawing/2010/main" val="0"/>
              </a:ext>
              <a:ext uri="{837473B0-CC2E-450A-ABE3-18F120FF3D39}">
                <a1611:picAttrSrcUrl xmlns:a1611="http://schemas.microsoft.com/office/drawing/2016/11/main" r:id="rId34"/>
              </a:ext>
            </a:extLst>
          </a:blip>
          <a:srcRect l="21852" t="37339" r="65404" b="37566"/>
          <a:stretch/>
        </p:blipFill>
        <p:spPr>
          <a:xfrm>
            <a:off x="8158276" y="3963334"/>
            <a:ext cx="232854" cy="257910"/>
          </a:xfrm>
          <a:prstGeom prst="rect">
            <a:avLst/>
          </a:prstGeom>
        </p:spPr>
      </p:pic>
      <p:pic>
        <p:nvPicPr>
          <p:cNvPr id="98" name="Image 97" descr="Une image contenant personne, table, portable, travaillant&#10;&#10;Description générée automatiquement">
            <a:extLst>
              <a:ext uri="{FF2B5EF4-FFF2-40B4-BE49-F238E27FC236}">
                <a16:creationId xmlns:a16="http://schemas.microsoft.com/office/drawing/2014/main" id="{64739AB2-1CD4-4519-AAB7-C9D87713B02F}"/>
              </a:ext>
            </a:extLst>
          </p:cNvPr>
          <p:cNvPicPr>
            <a:picLocks noChangeAspect="1"/>
          </p:cNvPicPr>
          <p:nvPr/>
        </p:nvPicPr>
        <p:blipFill rotWithShape="1">
          <a:blip r:embed="rId35">
            <a:extLst>
              <a:ext uri="{28A0092B-C50C-407E-A947-70E740481C1C}">
                <a14:useLocalDpi xmlns:a14="http://schemas.microsoft.com/office/drawing/2010/main" val="0"/>
              </a:ext>
              <a:ext uri="{837473B0-CC2E-450A-ABE3-18F120FF3D39}">
                <a1611:picAttrSrcUrl xmlns:a1611="http://schemas.microsoft.com/office/drawing/2016/11/main" r:id="rId36"/>
              </a:ext>
            </a:extLst>
          </a:blip>
          <a:srcRect l="8116" t="14498" r="11910" b="41412"/>
          <a:stretch/>
        </p:blipFill>
        <p:spPr>
          <a:xfrm>
            <a:off x="10551802" y="5138663"/>
            <a:ext cx="1446269" cy="531984"/>
          </a:xfrm>
          <a:prstGeom prst="rect">
            <a:avLst/>
          </a:prstGeom>
        </p:spPr>
      </p:pic>
    </p:spTree>
    <p:extLst>
      <p:ext uri="{BB962C8B-B14F-4D97-AF65-F5344CB8AC3E}">
        <p14:creationId xmlns:p14="http://schemas.microsoft.com/office/powerpoint/2010/main" val="533924737"/>
      </p:ext>
    </p:extLst>
  </p:cSld>
  <p:clrMapOvr>
    <a:masterClrMapping/>
  </p:clrMapOvr>
  <mc:AlternateContent xmlns:mc="http://schemas.openxmlformats.org/markup-compatibility/2006" xmlns:p14="http://schemas.microsoft.com/office/powerpoint/2010/main">
    <mc:Choice Requires="p14">
      <p:transition spd="slow" p14:dur="2000" advTm="108564"/>
    </mc:Choice>
    <mc:Fallback xmlns="">
      <p:transition spd="slow" advTm="10856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A2357BD2-72C0-4203-8FDA-027D9FEDA855}"/>
              </a:ext>
            </a:extLst>
          </p:cNvPr>
          <p:cNvSpPr>
            <a:spLocks noGrp="1"/>
          </p:cNvSpPr>
          <p:nvPr>
            <p:ph type="title"/>
          </p:nvPr>
        </p:nvSpPr>
        <p:spPr/>
        <p:txBody>
          <a:bodyPr>
            <a:noAutofit/>
          </a:bodyPr>
          <a:lstStyle/>
          <a:p>
            <a:r>
              <a:rPr lang="en-US" sz="2800" dirty="0"/>
              <a:t>Exercise #C4</a:t>
            </a:r>
            <a:br>
              <a:rPr lang="en-US" sz="2800" dirty="0"/>
            </a:br>
            <a:r>
              <a:rPr lang="en-US" sz="2000" dirty="0"/>
              <a:t>Define or select content format for your Community Content, include next moves</a:t>
            </a:r>
            <a:endParaRPr lang="en-US" sz="2800" dirty="0"/>
          </a:p>
        </p:txBody>
      </p:sp>
      <p:cxnSp>
        <p:nvCxnSpPr>
          <p:cNvPr id="8" name="Connecteur droit avec flèche 7">
            <a:extLst>
              <a:ext uri="{FF2B5EF4-FFF2-40B4-BE49-F238E27FC236}">
                <a16:creationId xmlns:a16="http://schemas.microsoft.com/office/drawing/2014/main" id="{3DC5DC14-5DBE-472A-86FF-6A7D428B7A0E}"/>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Connecteur droit avec flèche 8">
            <a:extLst>
              <a:ext uri="{FF2B5EF4-FFF2-40B4-BE49-F238E27FC236}">
                <a16:creationId xmlns:a16="http://schemas.microsoft.com/office/drawing/2014/main" id="{DE580959-8841-4762-9552-A5948576CD0A}"/>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ZoneTexte 10">
            <a:extLst>
              <a:ext uri="{FF2B5EF4-FFF2-40B4-BE49-F238E27FC236}">
                <a16:creationId xmlns:a16="http://schemas.microsoft.com/office/drawing/2014/main" id="{CF017A52-0B37-4F06-9A70-2BFCADB4B64A}"/>
              </a:ext>
            </a:extLst>
          </p:cNvPr>
          <p:cNvSpPr txBox="1"/>
          <p:nvPr/>
        </p:nvSpPr>
        <p:spPr>
          <a:xfrm>
            <a:off x="10043604" y="6074447"/>
            <a:ext cx="1944207" cy="276999"/>
          </a:xfrm>
          <a:prstGeom prst="rect">
            <a:avLst/>
          </a:prstGeom>
          <a:noFill/>
        </p:spPr>
        <p:txBody>
          <a:bodyPr wrap="square" rtlCol="0">
            <a:spAutoFit/>
          </a:bodyPr>
          <a:lstStyle/>
          <a:p>
            <a:pPr algn="ctr"/>
            <a:r>
              <a:rPr lang="en-US" sz="1200" dirty="0"/>
              <a:t>Undivided attention</a:t>
            </a:r>
          </a:p>
        </p:txBody>
      </p:sp>
      <p:sp>
        <p:nvSpPr>
          <p:cNvPr id="13" name="ZoneTexte 12">
            <a:extLst>
              <a:ext uri="{FF2B5EF4-FFF2-40B4-BE49-F238E27FC236}">
                <a16:creationId xmlns:a16="http://schemas.microsoft.com/office/drawing/2014/main" id="{537C6108-A155-4C3E-B6AF-07A0C4917038}"/>
              </a:ext>
            </a:extLst>
          </p:cNvPr>
          <p:cNvSpPr txBox="1"/>
          <p:nvPr/>
        </p:nvSpPr>
        <p:spPr>
          <a:xfrm>
            <a:off x="42170" y="2077583"/>
            <a:ext cx="1262839" cy="1015663"/>
          </a:xfrm>
          <a:prstGeom prst="rect">
            <a:avLst/>
          </a:prstGeom>
          <a:noFill/>
        </p:spPr>
        <p:txBody>
          <a:bodyPr wrap="square" rtlCol="0">
            <a:spAutoFit/>
          </a:bodyPr>
          <a:lstStyle/>
          <a:p>
            <a:pPr algn="ctr"/>
            <a:r>
              <a:rPr lang="en-US" sz="1200" dirty="0"/>
              <a:t>Scalability (easiness of consumption by many people)</a:t>
            </a:r>
          </a:p>
        </p:txBody>
      </p:sp>
    </p:spTree>
    <p:extLst>
      <p:ext uri="{BB962C8B-B14F-4D97-AF65-F5344CB8AC3E}">
        <p14:creationId xmlns:p14="http://schemas.microsoft.com/office/powerpoint/2010/main" val="2803298254"/>
      </p:ext>
    </p:extLst>
  </p:cSld>
  <p:clrMapOvr>
    <a:masterClrMapping/>
  </p:clrMapOvr>
  <mc:AlternateContent xmlns:mc="http://schemas.openxmlformats.org/markup-compatibility/2006" xmlns:p14="http://schemas.microsoft.com/office/powerpoint/2010/main">
    <mc:Choice Requires="p14">
      <p:transition spd="slow" p14:dur="2000" advTm="108564"/>
    </mc:Choice>
    <mc:Fallback xmlns="">
      <p:transition spd="slow" advTm="10856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Which formats do you use the most in your Community ?</a:t>
            </a:r>
          </a:p>
          <a:p>
            <a:pPr marL="0" indent="0">
              <a:buNone/>
            </a:pPr>
            <a:endParaRPr lang="en-US" noProof="1"/>
          </a:p>
          <a:p>
            <a:pPr marL="0" indent="0">
              <a:buNone/>
            </a:pPr>
            <a:r>
              <a:rPr lang="en-US" noProof="1"/>
              <a:t>Why did you choose these formats over the others ?</a:t>
            </a:r>
          </a:p>
          <a:p>
            <a:pPr marL="0" indent="0">
              <a:buNone/>
            </a:pPr>
            <a:endParaRPr lang="en-US" noProof="1"/>
          </a:p>
          <a:p>
            <a:pPr marL="0" indent="0">
              <a:buNone/>
            </a:pPr>
            <a:r>
              <a:rPr lang="en-US" noProof="1"/>
              <a:t>What are your preferences ? In which formats are you currently interested ?</a:t>
            </a:r>
          </a:p>
          <a:p>
            <a:pPr marL="0" indent="0">
              <a:buNone/>
            </a:pPr>
            <a:endParaRPr lang="en-US" noProof="1"/>
          </a:p>
          <a:p>
            <a:pPr marL="0" indent="0">
              <a:buNone/>
            </a:pPr>
            <a:r>
              <a:rPr lang="en-US" noProof="1"/>
              <a:t> </a:t>
            </a:r>
          </a:p>
          <a:p>
            <a:pPr marL="0" indent="0">
              <a:buNone/>
            </a:pPr>
            <a:endParaRPr lang="en-US" noProof="1"/>
          </a:p>
          <a:p>
            <a:pPr marL="0" indent="0">
              <a:buNone/>
            </a:pPr>
            <a:endParaRPr lang="en-US" noProof="1"/>
          </a:p>
          <a:p>
            <a:pPr marL="0" indent="0">
              <a:buNone/>
            </a:pPr>
            <a:endParaRPr lang="en-US" noProof="1"/>
          </a:p>
        </p:txBody>
      </p:sp>
      <p:grpSp>
        <p:nvGrpSpPr>
          <p:cNvPr id="51" name="Groupe 50">
            <a:extLst>
              <a:ext uri="{FF2B5EF4-FFF2-40B4-BE49-F238E27FC236}">
                <a16:creationId xmlns:a16="http://schemas.microsoft.com/office/drawing/2014/main" id="{1CE003E4-9226-4FB0-90E9-A4ECA261285B}"/>
              </a:ext>
            </a:extLst>
          </p:cNvPr>
          <p:cNvGrpSpPr/>
          <p:nvPr/>
        </p:nvGrpSpPr>
        <p:grpSpPr>
          <a:xfrm>
            <a:off x="1267376" y="3538964"/>
            <a:ext cx="4634144" cy="1894172"/>
            <a:chOff x="1305009" y="1622716"/>
            <a:chExt cx="10777500" cy="4405224"/>
          </a:xfrm>
        </p:grpSpPr>
        <p:cxnSp>
          <p:nvCxnSpPr>
            <p:cNvPr id="14" name="Connecteur droit avec flèche 13">
              <a:extLst>
                <a:ext uri="{FF2B5EF4-FFF2-40B4-BE49-F238E27FC236}">
                  <a16:creationId xmlns:a16="http://schemas.microsoft.com/office/drawing/2014/main" id="{13440AF0-6727-4050-AD2D-55FF6A2A9163}"/>
                </a:ext>
              </a:extLst>
            </p:cNvPr>
            <p:cNvCxnSpPr>
              <a:cxnSpLocks/>
            </p:cNvCxnSpPr>
            <p:nvPr/>
          </p:nvCxnSpPr>
          <p:spPr>
            <a:xfrm flipH="1" flipV="1">
              <a:off x="1305009" y="1908699"/>
              <a:ext cx="8" cy="41192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avec flèche 14">
              <a:extLst>
                <a:ext uri="{FF2B5EF4-FFF2-40B4-BE49-F238E27FC236}">
                  <a16:creationId xmlns:a16="http://schemas.microsoft.com/office/drawing/2014/main" id="{6302B5C0-10E1-4624-81B4-5FEE130C7D70}"/>
                </a:ext>
              </a:extLst>
            </p:cNvPr>
            <p:cNvCxnSpPr>
              <a:cxnSpLocks/>
            </p:cNvCxnSpPr>
            <p:nvPr/>
          </p:nvCxnSpPr>
          <p:spPr>
            <a:xfrm flipV="1">
              <a:off x="1305017" y="6027939"/>
              <a:ext cx="10777492"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884BE37-C4B0-4FE6-AC8E-07AEA1B963BC}"/>
                </a:ext>
              </a:extLst>
            </p:cNvPr>
            <p:cNvSpPr/>
            <p:nvPr/>
          </p:nvSpPr>
          <p:spPr>
            <a:xfrm>
              <a:off x="10534046" y="5708956"/>
              <a:ext cx="1100724" cy="276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Face to face 1-1</a:t>
              </a:r>
            </a:p>
          </p:txBody>
        </p:sp>
        <p:sp>
          <p:nvSpPr>
            <p:cNvPr id="17" name="Rectangle 16">
              <a:extLst>
                <a:ext uri="{FF2B5EF4-FFF2-40B4-BE49-F238E27FC236}">
                  <a16:creationId xmlns:a16="http://schemas.microsoft.com/office/drawing/2014/main" id="{6FA8EF98-318C-4666-9D2B-C3E0A7A97560}"/>
                </a:ext>
              </a:extLst>
            </p:cNvPr>
            <p:cNvSpPr/>
            <p:nvPr/>
          </p:nvSpPr>
          <p:spPr>
            <a:xfrm>
              <a:off x="2133523" y="2439391"/>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Simple picture / Meme</a:t>
              </a:r>
            </a:p>
          </p:txBody>
        </p:sp>
        <p:sp>
          <p:nvSpPr>
            <p:cNvPr id="18" name="Rectangle 17">
              <a:extLst>
                <a:ext uri="{FF2B5EF4-FFF2-40B4-BE49-F238E27FC236}">
                  <a16:creationId xmlns:a16="http://schemas.microsoft.com/office/drawing/2014/main" id="{126626C0-1A95-4BEE-AD30-74424EE50AE2}"/>
                </a:ext>
              </a:extLst>
            </p:cNvPr>
            <p:cNvSpPr/>
            <p:nvPr/>
          </p:nvSpPr>
          <p:spPr>
            <a:xfrm>
              <a:off x="8253601" y="481198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Face to face group event</a:t>
              </a:r>
            </a:p>
          </p:txBody>
        </p:sp>
        <p:sp>
          <p:nvSpPr>
            <p:cNvPr id="19" name="Rectangle 18">
              <a:extLst>
                <a:ext uri="{FF2B5EF4-FFF2-40B4-BE49-F238E27FC236}">
                  <a16:creationId xmlns:a16="http://schemas.microsoft.com/office/drawing/2014/main" id="{D06C49B5-896E-46DD-A5CE-8F7C43BA2132}"/>
                </a:ext>
              </a:extLst>
            </p:cNvPr>
            <p:cNvSpPr/>
            <p:nvPr/>
          </p:nvSpPr>
          <p:spPr>
            <a:xfrm>
              <a:off x="6993864" y="4247219"/>
              <a:ext cx="64383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group event</a:t>
              </a:r>
            </a:p>
          </p:txBody>
        </p:sp>
        <p:sp>
          <p:nvSpPr>
            <p:cNvPr id="20" name="Rectangle 19">
              <a:extLst>
                <a:ext uri="{FF2B5EF4-FFF2-40B4-BE49-F238E27FC236}">
                  <a16:creationId xmlns:a16="http://schemas.microsoft.com/office/drawing/2014/main" id="{83395CD2-9345-453B-81B3-CC9EE1A68A80}"/>
                </a:ext>
              </a:extLst>
            </p:cNvPr>
            <p:cNvSpPr/>
            <p:nvPr/>
          </p:nvSpPr>
          <p:spPr>
            <a:xfrm>
              <a:off x="9576181" y="5423575"/>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a:t>
              </a:r>
            </a:p>
            <a:p>
              <a:pPr algn="ctr"/>
              <a:r>
                <a:rPr lang="en-US" sz="200" dirty="0"/>
                <a:t>1-1 event</a:t>
              </a:r>
            </a:p>
          </p:txBody>
        </p:sp>
        <p:sp>
          <p:nvSpPr>
            <p:cNvPr id="21" name="Rectangle 20">
              <a:extLst>
                <a:ext uri="{FF2B5EF4-FFF2-40B4-BE49-F238E27FC236}">
                  <a16:creationId xmlns:a16="http://schemas.microsoft.com/office/drawing/2014/main" id="{25BC97E9-37DE-4BE0-9850-A4C949FC20B8}"/>
                </a:ext>
              </a:extLst>
            </p:cNvPr>
            <p:cNvSpPr/>
            <p:nvPr/>
          </p:nvSpPr>
          <p:spPr>
            <a:xfrm>
              <a:off x="4258071" y="3538904"/>
              <a:ext cx="72869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Long Video</a:t>
              </a:r>
            </a:p>
          </p:txBody>
        </p:sp>
        <p:sp>
          <p:nvSpPr>
            <p:cNvPr id="22" name="Rectangle 21">
              <a:extLst>
                <a:ext uri="{FF2B5EF4-FFF2-40B4-BE49-F238E27FC236}">
                  <a16:creationId xmlns:a16="http://schemas.microsoft.com/office/drawing/2014/main" id="{28727C83-C240-46EE-A267-85ED623576CF}"/>
                </a:ext>
              </a:extLst>
            </p:cNvPr>
            <p:cNvSpPr/>
            <p:nvPr/>
          </p:nvSpPr>
          <p:spPr>
            <a:xfrm>
              <a:off x="3552004" y="3382815"/>
              <a:ext cx="64826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Podcast</a:t>
              </a:r>
            </a:p>
          </p:txBody>
        </p:sp>
        <p:sp>
          <p:nvSpPr>
            <p:cNvPr id="23" name="Rectangle 22">
              <a:extLst>
                <a:ext uri="{FF2B5EF4-FFF2-40B4-BE49-F238E27FC236}">
                  <a16:creationId xmlns:a16="http://schemas.microsoft.com/office/drawing/2014/main" id="{2898E9C7-6E1E-4453-BE4A-20CD900EBA0D}"/>
                </a:ext>
              </a:extLst>
            </p:cNvPr>
            <p:cNvSpPr/>
            <p:nvPr/>
          </p:nvSpPr>
          <p:spPr>
            <a:xfrm>
              <a:off x="5700370" y="3633036"/>
              <a:ext cx="975367"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Asynchronous Game*</a:t>
              </a:r>
            </a:p>
          </p:txBody>
        </p:sp>
        <p:sp>
          <p:nvSpPr>
            <p:cNvPr id="24" name="Rectangle 23">
              <a:extLst>
                <a:ext uri="{FF2B5EF4-FFF2-40B4-BE49-F238E27FC236}">
                  <a16:creationId xmlns:a16="http://schemas.microsoft.com/office/drawing/2014/main" id="{1C71383A-3E12-42D4-B977-C9A3A66B80C8}"/>
                </a:ext>
              </a:extLst>
            </p:cNvPr>
            <p:cNvSpPr/>
            <p:nvPr/>
          </p:nvSpPr>
          <p:spPr>
            <a:xfrm>
              <a:off x="9184173" y="4810799"/>
              <a:ext cx="830074"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Face-to-face Live Game*</a:t>
              </a:r>
            </a:p>
          </p:txBody>
        </p:sp>
        <p:sp>
          <p:nvSpPr>
            <p:cNvPr id="25" name="Rectangle 24">
              <a:extLst>
                <a:ext uri="{FF2B5EF4-FFF2-40B4-BE49-F238E27FC236}">
                  <a16:creationId xmlns:a16="http://schemas.microsoft.com/office/drawing/2014/main" id="{12BDFC27-7568-4D22-BA9B-15CC447F03C4}"/>
                </a:ext>
              </a:extLst>
            </p:cNvPr>
            <p:cNvSpPr/>
            <p:nvPr/>
          </p:nvSpPr>
          <p:spPr>
            <a:xfrm>
              <a:off x="7761861" y="4244870"/>
              <a:ext cx="717003"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Live Game*</a:t>
              </a:r>
            </a:p>
          </p:txBody>
        </p:sp>
        <p:sp>
          <p:nvSpPr>
            <p:cNvPr id="26" name="Rectangle 25">
              <a:extLst>
                <a:ext uri="{FF2B5EF4-FFF2-40B4-BE49-F238E27FC236}">
                  <a16:creationId xmlns:a16="http://schemas.microsoft.com/office/drawing/2014/main" id="{55B448FA-1DD0-4D77-B72E-6190F137C71F}"/>
                </a:ext>
              </a:extLst>
            </p:cNvPr>
            <p:cNvSpPr/>
            <p:nvPr/>
          </p:nvSpPr>
          <p:spPr>
            <a:xfrm>
              <a:off x="1346443" y="1985057"/>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Tweet / Short text</a:t>
              </a:r>
            </a:p>
          </p:txBody>
        </p:sp>
        <p:sp>
          <p:nvSpPr>
            <p:cNvPr id="27" name="Rectangle 26">
              <a:extLst>
                <a:ext uri="{FF2B5EF4-FFF2-40B4-BE49-F238E27FC236}">
                  <a16:creationId xmlns:a16="http://schemas.microsoft.com/office/drawing/2014/main" id="{D086687D-01A2-4E29-9427-01729D719A65}"/>
                </a:ext>
              </a:extLst>
            </p:cNvPr>
            <p:cNvSpPr/>
            <p:nvPr/>
          </p:nvSpPr>
          <p:spPr>
            <a:xfrm>
              <a:off x="2422554" y="3201478"/>
              <a:ext cx="976537"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Infographic</a:t>
              </a:r>
            </a:p>
          </p:txBody>
        </p:sp>
        <p:sp>
          <p:nvSpPr>
            <p:cNvPr id="28" name="Rectangle 27">
              <a:extLst>
                <a:ext uri="{FF2B5EF4-FFF2-40B4-BE49-F238E27FC236}">
                  <a16:creationId xmlns:a16="http://schemas.microsoft.com/office/drawing/2014/main" id="{A3EBD884-B355-419C-8BCA-2D87A558E7C2}"/>
                </a:ext>
              </a:extLst>
            </p:cNvPr>
            <p:cNvSpPr/>
            <p:nvPr/>
          </p:nvSpPr>
          <p:spPr>
            <a:xfrm>
              <a:off x="5862167" y="4244870"/>
              <a:ext cx="876132"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Online discussion </a:t>
              </a:r>
            </a:p>
          </p:txBody>
        </p:sp>
        <p:sp>
          <p:nvSpPr>
            <p:cNvPr id="29" name="Rectangle 28">
              <a:extLst>
                <a:ext uri="{FF2B5EF4-FFF2-40B4-BE49-F238E27FC236}">
                  <a16:creationId xmlns:a16="http://schemas.microsoft.com/office/drawing/2014/main" id="{B5EC4775-F79C-4442-AD41-90BA212B41BA}"/>
                </a:ext>
              </a:extLst>
            </p:cNvPr>
            <p:cNvSpPr/>
            <p:nvPr/>
          </p:nvSpPr>
          <p:spPr>
            <a:xfrm>
              <a:off x="6737263" y="3689927"/>
              <a:ext cx="648260"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 dirty="0"/>
                <a:t>Live streaming</a:t>
              </a:r>
            </a:p>
          </p:txBody>
        </p:sp>
        <p:pic>
          <p:nvPicPr>
            <p:cNvPr id="30" name="Image 29">
              <a:extLst>
                <a:ext uri="{FF2B5EF4-FFF2-40B4-BE49-F238E27FC236}">
                  <a16:creationId xmlns:a16="http://schemas.microsoft.com/office/drawing/2014/main" id="{2980E3F0-7C7C-4926-8A89-BE91A867DCB3}"/>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309422" y="2018055"/>
              <a:ext cx="298739" cy="362308"/>
            </a:xfrm>
            <a:prstGeom prst="rect">
              <a:avLst/>
            </a:prstGeom>
          </p:spPr>
        </p:pic>
        <p:pic>
          <p:nvPicPr>
            <p:cNvPr id="31" name="Image 30">
              <a:extLst>
                <a:ext uri="{FF2B5EF4-FFF2-40B4-BE49-F238E27FC236}">
                  <a16:creationId xmlns:a16="http://schemas.microsoft.com/office/drawing/2014/main" id="{989A08B3-DF89-4CEA-9995-636B316F2221}"/>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2485346" y="2066532"/>
              <a:ext cx="328332" cy="328332"/>
            </a:xfrm>
            <a:prstGeom prst="rect">
              <a:avLst/>
            </a:prstGeom>
          </p:spPr>
        </p:pic>
        <p:pic>
          <p:nvPicPr>
            <p:cNvPr id="32" name="Image 31" descr="Une image contenant clipart, matériel&#10;&#10;Description générée automatiquement">
              <a:extLst>
                <a:ext uri="{FF2B5EF4-FFF2-40B4-BE49-F238E27FC236}">
                  <a16:creationId xmlns:a16="http://schemas.microsoft.com/office/drawing/2014/main" id="{9B47A8D1-BFA3-4398-BC6F-1A5EEF44516F}"/>
                </a:ext>
              </a:extLst>
            </p:cNvPr>
            <p:cNvPicPr>
              <a:picLocks noChangeAspect="1"/>
            </p:cNvPicPr>
            <p:nvPr/>
          </p:nvPicPr>
          <p:blipFill>
            <a:blip r:embed="rId7">
              <a:extLst>
                <a:ext uri="{28A0092B-C50C-407E-A947-70E740481C1C}">
                  <a14:useLocalDpi xmlns:a14="http://schemas.microsoft.com/office/drawing/2010/main" val="0"/>
                </a:ext>
                <a:ext uri="{837473B0-CC2E-450A-ABE3-18F120FF3D39}">
                  <a1611:picAttrSrcUrl xmlns:a1611="http://schemas.microsoft.com/office/drawing/2016/11/main" r:id="rId8"/>
                </a:ext>
              </a:extLst>
            </a:blip>
            <a:stretch>
              <a:fillRect/>
            </a:stretch>
          </p:blipFill>
          <p:spPr>
            <a:xfrm>
              <a:off x="6983416" y="4082857"/>
              <a:ext cx="586837" cy="132038"/>
            </a:xfrm>
            <a:prstGeom prst="rect">
              <a:avLst/>
            </a:prstGeom>
          </p:spPr>
        </p:pic>
        <p:pic>
          <p:nvPicPr>
            <p:cNvPr id="33" name="Image 32">
              <a:extLst>
                <a:ext uri="{FF2B5EF4-FFF2-40B4-BE49-F238E27FC236}">
                  <a16:creationId xmlns:a16="http://schemas.microsoft.com/office/drawing/2014/main" id="{477338F8-1F98-4D70-8CA3-11DC2E3C3FB4}"/>
                </a:ext>
              </a:extLst>
            </p:cNvPr>
            <p:cNvPicPr>
              <a:picLocks noChangeAspect="1"/>
            </p:cNvPicPr>
            <p:nvPr/>
          </p:nvPicPr>
          <p:blipFill>
            <a:blip r:embed="rId9">
              <a:extLst>
                <a:ext uri="{28A0092B-C50C-407E-A947-70E740481C1C}">
                  <a14:useLocalDpi xmlns:a14="http://schemas.microsoft.com/office/drawing/2010/main" val="0"/>
                </a:ext>
                <a:ext uri="{837473B0-CC2E-450A-ABE3-18F120FF3D39}">
                  <a1611:picAttrSrcUrl xmlns:a1611="http://schemas.microsoft.com/office/drawing/2016/11/main" r:id="rId10"/>
                </a:ext>
              </a:extLst>
            </a:blip>
            <a:stretch>
              <a:fillRect/>
            </a:stretch>
          </p:blipFill>
          <p:spPr>
            <a:xfrm>
              <a:off x="3774641" y="3091538"/>
              <a:ext cx="234333" cy="234333"/>
            </a:xfrm>
            <a:prstGeom prst="rect">
              <a:avLst/>
            </a:prstGeom>
          </p:spPr>
        </p:pic>
        <p:sp>
          <p:nvSpPr>
            <p:cNvPr id="34" name="Rectangle 33">
              <a:extLst>
                <a:ext uri="{FF2B5EF4-FFF2-40B4-BE49-F238E27FC236}">
                  <a16:creationId xmlns:a16="http://schemas.microsoft.com/office/drawing/2014/main" id="{124E9997-2C35-4C51-9BD9-B90E4A6E67B1}"/>
                </a:ext>
              </a:extLst>
            </p:cNvPr>
            <p:cNvSpPr/>
            <p:nvPr/>
          </p:nvSpPr>
          <p:spPr>
            <a:xfrm>
              <a:off x="5075574" y="3572336"/>
              <a:ext cx="549011" cy="34464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Article</a:t>
              </a:r>
            </a:p>
          </p:txBody>
        </p:sp>
        <p:pic>
          <p:nvPicPr>
            <p:cNvPr id="35" name="Image 34">
              <a:extLst>
                <a:ext uri="{FF2B5EF4-FFF2-40B4-BE49-F238E27FC236}">
                  <a16:creationId xmlns:a16="http://schemas.microsoft.com/office/drawing/2014/main" id="{B05F9DB4-6AAA-4FB2-8DB6-698A5BD47F1E}"/>
                </a:ext>
              </a:extLst>
            </p:cNvPr>
            <p:cNvPicPr>
              <a:picLocks noChangeAspect="1"/>
            </p:cNvPicPr>
            <p:nvPr/>
          </p:nvPicPr>
          <p:blipFill>
            <a:blip r:embed="rId11">
              <a:extLst>
                <a:ext uri="{28A0092B-C50C-407E-A947-70E740481C1C}">
                  <a14:useLocalDpi xmlns:a14="http://schemas.microsoft.com/office/drawing/2010/main" val="0"/>
                </a:ext>
                <a:ext uri="{837473B0-CC2E-450A-ABE3-18F120FF3D39}">
                  <a1611:picAttrSrcUrl xmlns:a1611="http://schemas.microsoft.com/office/drawing/2016/11/main" r:id="rId12"/>
                </a:ext>
              </a:extLst>
            </a:blip>
            <a:stretch>
              <a:fillRect/>
            </a:stretch>
          </p:blipFill>
          <p:spPr>
            <a:xfrm>
              <a:off x="8552069" y="4481357"/>
              <a:ext cx="319068" cy="305678"/>
            </a:xfrm>
            <a:prstGeom prst="rect">
              <a:avLst/>
            </a:prstGeom>
          </p:spPr>
        </p:pic>
        <p:pic>
          <p:nvPicPr>
            <p:cNvPr id="36" name="Image 35">
              <a:extLst>
                <a:ext uri="{FF2B5EF4-FFF2-40B4-BE49-F238E27FC236}">
                  <a16:creationId xmlns:a16="http://schemas.microsoft.com/office/drawing/2014/main" id="{C5A765BA-F527-4445-9579-4B9356AF453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413318" y="4481357"/>
              <a:ext cx="321423" cy="310079"/>
            </a:xfrm>
            <a:prstGeom prst="rect">
              <a:avLst/>
            </a:prstGeom>
          </p:spPr>
        </p:pic>
        <p:pic>
          <p:nvPicPr>
            <p:cNvPr id="37" name="Image 36">
              <a:extLst>
                <a:ext uri="{FF2B5EF4-FFF2-40B4-BE49-F238E27FC236}">
                  <a16:creationId xmlns:a16="http://schemas.microsoft.com/office/drawing/2014/main" id="{1BE0557D-0978-44E3-AF0C-AF79B15CD40F}"/>
                </a:ext>
              </a:extLst>
            </p:cNvPr>
            <p:cNvPicPr>
              <a:picLocks noChangeAspect="1"/>
            </p:cNvPicPr>
            <p:nvPr/>
          </p:nvPicPr>
          <p:blipFill>
            <a:blip r:embed="rId14">
              <a:extLst>
                <a:ext uri="{28A0092B-C50C-407E-A947-70E740481C1C}">
                  <a14:useLocalDpi xmlns:a14="http://schemas.microsoft.com/office/drawing/2010/main" val="0"/>
                </a:ext>
                <a:ext uri="{837473B0-CC2E-450A-ABE3-18F120FF3D39}">
                  <a1611:picAttrSrcUrl xmlns:a1611="http://schemas.microsoft.com/office/drawing/2016/11/main" r:id="rId15"/>
                </a:ext>
              </a:extLst>
            </a:blip>
            <a:stretch>
              <a:fillRect/>
            </a:stretch>
          </p:blipFill>
          <p:spPr>
            <a:xfrm>
              <a:off x="7080241" y="3447424"/>
              <a:ext cx="365247" cy="205451"/>
            </a:xfrm>
            <a:prstGeom prst="rect">
              <a:avLst/>
            </a:prstGeom>
          </p:spPr>
        </p:pic>
        <p:pic>
          <p:nvPicPr>
            <p:cNvPr id="38" name="Image 37" descr="Une image contenant texte, trousse de secours, signe&#10;&#10;Description générée automatiquement">
              <a:extLst>
                <a:ext uri="{FF2B5EF4-FFF2-40B4-BE49-F238E27FC236}">
                  <a16:creationId xmlns:a16="http://schemas.microsoft.com/office/drawing/2014/main" id="{186FD5DB-8927-4091-B157-F0D7CC6D9F47}"/>
                </a:ext>
              </a:extLst>
            </p:cNvPr>
            <p:cNvPicPr>
              <a:picLocks noChangeAspect="1"/>
            </p:cNvPicPr>
            <p:nvPr/>
          </p:nvPicPr>
          <p:blipFill rotWithShape="1">
            <a:blip r:embed="rId16">
              <a:extLst>
                <a:ext uri="{28A0092B-C50C-407E-A947-70E740481C1C}">
                  <a14:useLocalDpi xmlns:a14="http://schemas.microsoft.com/office/drawing/2010/main" val="0"/>
                </a:ext>
                <a:ext uri="{837473B0-CC2E-450A-ABE3-18F120FF3D39}">
                  <a1611:picAttrSrcUrl xmlns:a1611="http://schemas.microsoft.com/office/drawing/2016/11/main" r:id="rId17"/>
                </a:ext>
              </a:extLst>
            </a:blip>
            <a:srcRect l="14563" t="27444" r="14441" b="27929"/>
            <a:stretch/>
          </p:blipFill>
          <p:spPr>
            <a:xfrm>
              <a:off x="6780675" y="3474045"/>
              <a:ext cx="360598" cy="127503"/>
            </a:xfrm>
            <a:prstGeom prst="rect">
              <a:avLst/>
            </a:prstGeom>
          </p:spPr>
        </p:pic>
        <p:sp>
          <p:nvSpPr>
            <p:cNvPr id="39" name="Rectangle 38">
              <a:extLst>
                <a:ext uri="{FF2B5EF4-FFF2-40B4-BE49-F238E27FC236}">
                  <a16:creationId xmlns:a16="http://schemas.microsoft.com/office/drawing/2014/main" id="{27CF5E47-8D1B-4221-809A-09C346E35198}"/>
                </a:ext>
              </a:extLst>
            </p:cNvPr>
            <p:cNvSpPr/>
            <p:nvPr/>
          </p:nvSpPr>
          <p:spPr>
            <a:xfrm>
              <a:off x="3151222" y="2439391"/>
              <a:ext cx="615140" cy="39061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 dirty="0"/>
                <a:t>Short video</a:t>
              </a:r>
            </a:p>
          </p:txBody>
        </p:sp>
        <p:pic>
          <p:nvPicPr>
            <p:cNvPr id="40" name="Image 39">
              <a:extLst>
                <a:ext uri="{FF2B5EF4-FFF2-40B4-BE49-F238E27FC236}">
                  <a16:creationId xmlns:a16="http://schemas.microsoft.com/office/drawing/2014/main" id="{BD6C0716-2A53-48CB-AE11-6EB14D0744B9}"/>
                </a:ext>
              </a:extLst>
            </p:cNvPr>
            <p:cNvPicPr>
              <a:picLocks noChangeAspect="1"/>
            </p:cNvPicPr>
            <p:nvPr/>
          </p:nvPicPr>
          <p:blipFill>
            <a:blip r:embed="rId18">
              <a:extLst>
                <a:ext uri="{28A0092B-C50C-407E-A947-70E740481C1C}">
                  <a14:useLocalDpi xmlns:a14="http://schemas.microsoft.com/office/drawing/2010/main" val="0"/>
                </a:ext>
                <a:ext uri="{837473B0-CC2E-450A-ABE3-18F120FF3D39}">
                  <a1611:picAttrSrcUrl xmlns:a1611="http://schemas.microsoft.com/office/drawing/2016/11/main" r:id="rId19"/>
                </a:ext>
              </a:extLst>
            </a:blip>
            <a:stretch>
              <a:fillRect/>
            </a:stretch>
          </p:blipFill>
          <p:spPr>
            <a:xfrm>
              <a:off x="6037414" y="3340066"/>
              <a:ext cx="243612" cy="243612"/>
            </a:xfrm>
            <a:prstGeom prst="rect">
              <a:avLst/>
            </a:prstGeom>
          </p:spPr>
        </p:pic>
        <p:pic>
          <p:nvPicPr>
            <p:cNvPr id="41" name="Image 40" descr="Une image contenant hache, outil, graphiques vectoriels&#10;&#10;Description générée automatiquement">
              <a:extLst>
                <a:ext uri="{FF2B5EF4-FFF2-40B4-BE49-F238E27FC236}">
                  <a16:creationId xmlns:a16="http://schemas.microsoft.com/office/drawing/2014/main" id="{A2E0C5DD-9DBF-4476-BA89-43F66D71EFA9}"/>
                </a:ext>
              </a:extLst>
            </p:cNvPr>
            <p:cNvPicPr>
              <a:picLocks noChangeAspect="1"/>
            </p:cNvPicPr>
            <p:nvPr/>
          </p:nvPicPr>
          <p:blipFill>
            <a:blip r:embed="rId20">
              <a:extLst>
                <a:ext uri="{28A0092B-C50C-407E-A947-70E740481C1C}">
                  <a14:useLocalDpi xmlns:a14="http://schemas.microsoft.com/office/drawing/2010/main" val="0"/>
                </a:ext>
                <a:ext uri="{837473B0-CC2E-450A-ABE3-18F120FF3D39}">
                  <a1611:picAttrSrcUrl xmlns:a1611="http://schemas.microsoft.com/office/drawing/2016/11/main" r:id="rId21"/>
                </a:ext>
              </a:extLst>
            </a:blip>
            <a:stretch>
              <a:fillRect/>
            </a:stretch>
          </p:blipFill>
          <p:spPr>
            <a:xfrm>
              <a:off x="1653778" y="1622716"/>
              <a:ext cx="369566" cy="303352"/>
            </a:xfrm>
            <a:prstGeom prst="rect">
              <a:avLst/>
            </a:prstGeom>
          </p:spPr>
        </p:pic>
        <p:pic>
          <p:nvPicPr>
            <p:cNvPr id="42" name="Image 41">
              <a:extLst>
                <a:ext uri="{FF2B5EF4-FFF2-40B4-BE49-F238E27FC236}">
                  <a16:creationId xmlns:a16="http://schemas.microsoft.com/office/drawing/2014/main" id="{ED3C5613-8F12-492D-9E9F-9E64D82D9829}"/>
                </a:ext>
              </a:extLst>
            </p:cNvPr>
            <p:cNvPicPr>
              <a:picLocks noChangeAspect="1"/>
            </p:cNvPicPr>
            <p:nvPr/>
          </p:nvPicPr>
          <p:blipFill>
            <a:blip r:embed="rId22">
              <a:extLst>
                <a:ext uri="{28A0092B-C50C-407E-A947-70E740481C1C}">
                  <a14:useLocalDpi xmlns:a14="http://schemas.microsoft.com/office/drawing/2010/main" val="0"/>
                </a:ext>
                <a:ext uri="{837473B0-CC2E-450A-ABE3-18F120FF3D39}">
                  <a1611:picAttrSrcUrl xmlns:a1611="http://schemas.microsoft.com/office/drawing/2016/11/main" r:id="rId23"/>
                </a:ext>
              </a:extLst>
            </a:blip>
            <a:stretch>
              <a:fillRect/>
            </a:stretch>
          </p:blipFill>
          <p:spPr>
            <a:xfrm>
              <a:off x="2793994" y="2906738"/>
              <a:ext cx="253014" cy="253014"/>
            </a:xfrm>
            <a:prstGeom prst="rect">
              <a:avLst/>
            </a:prstGeom>
          </p:spPr>
        </p:pic>
        <p:pic>
          <p:nvPicPr>
            <p:cNvPr id="43" name="Image 42">
              <a:extLst>
                <a:ext uri="{FF2B5EF4-FFF2-40B4-BE49-F238E27FC236}">
                  <a16:creationId xmlns:a16="http://schemas.microsoft.com/office/drawing/2014/main" id="{539CDA30-091D-43DA-BEE2-5E43B13679B4}"/>
                </a:ext>
              </a:extLst>
            </p:cNvPr>
            <p:cNvPicPr>
              <a:picLocks noChangeAspect="1"/>
            </p:cNvPicPr>
            <p:nvPr/>
          </p:nvPicPr>
          <p:blipFill rotWithShape="1">
            <a:blip r:embed="rId24">
              <a:extLst>
                <a:ext uri="{28A0092B-C50C-407E-A947-70E740481C1C}">
                  <a14:useLocalDpi xmlns:a14="http://schemas.microsoft.com/office/drawing/2010/main" val="0"/>
                </a:ext>
                <a:ext uri="{837473B0-CC2E-450A-ABE3-18F120FF3D39}">
                  <a1611:picAttrSrcUrl xmlns:a1611="http://schemas.microsoft.com/office/drawing/2016/11/main" r:id="rId25"/>
                </a:ext>
              </a:extLst>
            </a:blip>
            <a:srcRect l="15367" t="25200" r="15584" b="25200"/>
            <a:stretch/>
          </p:blipFill>
          <p:spPr>
            <a:xfrm>
              <a:off x="4456947" y="3325716"/>
              <a:ext cx="234333" cy="168325"/>
            </a:xfrm>
            <a:prstGeom prst="rect">
              <a:avLst/>
            </a:prstGeom>
          </p:spPr>
        </p:pic>
        <p:pic>
          <p:nvPicPr>
            <p:cNvPr id="44" name="Image 43">
              <a:extLst>
                <a:ext uri="{FF2B5EF4-FFF2-40B4-BE49-F238E27FC236}">
                  <a16:creationId xmlns:a16="http://schemas.microsoft.com/office/drawing/2014/main" id="{6B374FB4-81FF-4CDF-A0EA-BCD2AF7B03B8}"/>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6263703" y="4000782"/>
              <a:ext cx="220462" cy="220462"/>
            </a:xfrm>
            <a:prstGeom prst="rect">
              <a:avLst/>
            </a:prstGeom>
          </p:spPr>
        </p:pic>
        <p:pic>
          <p:nvPicPr>
            <p:cNvPr id="45" name="Image 44">
              <a:extLst>
                <a:ext uri="{FF2B5EF4-FFF2-40B4-BE49-F238E27FC236}">
                  <a16:creationId xmlns:a16="http://schemas.microsoft.com/office/drawing/2014/main" id="{2D0E4110-F82A-4CD7-B6B0-E3F226871497}"/>
                </a:ext>
              </a:extLst>
            </p:cNvPr>
            <p:cNvPicPr>
              <a:picLocks noChangeAspect="1"/>
            </p:cNvPicPr>
            <p:nvPr/>
          </p:nvPicPr>
          <p:blipFill rotWithShape="1">
            <a:blip r:embed="rId27">
              <a:extLst>
                <a:ext uri="{28A0092B-C50C-407E-A947-70E740481C1C}">
                  <a14:useLocalDpi xmlns:a14="http://schemas.microsoft.com/office/drawing/2010/main" val="0"/>
                </a:ext>
                <a:ext uri="{837473B0-CC2E-450A-ABE3-18F120FF3D39}">
                  <a1611:picAttrSrcUrl xmlns:a1611="http://schemas.microsoft.com/office/drawing/2016/11/main" r:id="rId28"/>
                </a:ext>
              </a:extLst>
            </a:blip>
            <a:srcRect l="27749" r="27670"/>
            <a:stretch/>
          </p:blipFill>
          <p:spPr>
            <a:xfrm>
              <a:off x="5204642" y="3240226"/>
              <a:ext cx="255152" cy="279461"/>
            </a:xfrm>
            <a:prstGeom prst="rect">
              <a:avLst/>
            </a:prstGeom>
          </p:spPr>
        </p:pic>
        <p:pic>
          <p:nvPicPr>
            <p:cNvPr id="46" name="Image 45" descr="Une image contenant texte, clipart&#10;&#10;Description générée automatiquement">
              <a:extLst>
                <a:ext uri="{FF2B5EF4-FFF2-40B4-BE49-F238E27FC236}">
                  <a16:creationId xmlns:a16="http://schemas.microsoft.com/office/drawing/2014/main" id="{FBD2120B-B85B-40DC-8B48-008A8077350E}"/>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7891879" y="3982270"/>
              <a:ext cx="220462" cy="230716"/>
            </a:xfrm>
            <a:prstGeom prst="rect">
              <a:avLst/>
            </a:prstGeom>
          </p:spPr>
        </p:pic>
        <p:pic>
          <p:nvPicPr>
            <p:cNvPr id="47" name="Image 46">
              <a:extLst>
                <a:ext uri="{FF2B5EF4-FFF2-40B4-BE49-F238E27FC236}">
                  <a16:creationId xmlns:a16="http://schemas.microsoft.com/office/drawing/2014/main" id="{A7D25EA2-6A48-4532-B74D-F7096DE5BCFE}"/>
                </a:ext>
              </a:extLst>
            </p:cNvPr>
            <p:cNvPicPr>
              <a:picLocks noChangeAspect="1"/>
            </p:cNvPicPr>
            <p:nvPr/>
          </p:nvPicPr>
          <p:blipFill>
            <a:blip r:embed="rId30">
              <a:extLst>
                <a:ext uri="{28A0092B-C50C-407E-A947-70E740481C1C}">
                  <a14:useLocalDpi xmlns:a14="http://schemas.microsoft.com/office/drawing/2010/main" val="0"/>
                </a:ext>
                <a:ext uri="{837473B0-CC2E-450A-ABE3-18F120FF3D39}">
                  <a1611:picAttrSrcUrl xmlns:a1611="http://schemas.microsoft.com/office/drawing/2016/11/main" r:id="rId31"/>
                </a:ext>
              </a:extLst>
            </a:blip>
            <a:stretch>
              <a:fillRect/>
            </a:stretch>
          </p:blipFill>
          <p:spPr>
            <a:xfrm>
              <a:off x="6000766" y="3977157"/>
              <a:ext cx="262937" cy="263710"/>
            </a:xfrm>
            <a:prstGeom prst="rect">
              <a:avLst/>
            </a:prstGeom>
          </p:spPr>
        </p:pic>
        <p:pic>
          <p:nvPicPr>
            <p:cNvPr id="48" name="Image 47">
              <a:extLst>
                <a:ext uri="{FF2B5EF4-FFF2-40B4-BE49-F238E27FC236}">
                  <a16:creationId xmlns:a16="http://schemas.microsoft.com/office/drawing/2014/main" id="{00CA4838-203A-4F9F-862C-44076D237297}"/>
                </a:ext>
              </a:extLst>
            </p:cNvPr>
            <p:cNvPicPr>
              <a:picLocks noChangeAspect="1"/>
            </p:cNvPicPr>
            <p:nvPr/>
          </p:nvPicPr>
          <p:blipFill>
            <a:blip r:embed="rId32">
              <a:extLst>
                <a:ext uri="{28A0092B-C50C-407E-A947-70E740481C1C}">
                  <a14:useLocalDpi xmlns:a14="http://schemas.microsoft.com/office/drawing/2010/main" val="0"/>
                </a:ext>
                <a:ext uri="{837473B0-CC2E-450A-ABE3-18F120FF3D39}">
                  <a1611:picAttrSrcUrl xmlns:a1611="http://schemas.microsoft.com/office/drawing/2016/11/main" r:id="rId33"/>
                </a:ext>
              </a:extLst>
            </a:blip>
            <a:stretch>
              <a:fillRect/>
            </a:stretch>
          </p:blipFill>
          <p:spPr>
            <a:xfrm>
              <a:off x="9847661" y="5186060"/>
              <a:ext cx="276149" cy="225887"/>
            </a:xfrm>
            <a:prstGeom prst="rect">
              <a:avLst/>
            </a:prstGeom>
          </p:spPr>
        </p:pic>
        <p:pic>
          <p:nvPicPr>
            <p:cNvPr id="49" name="Image 48">
              <a:extLst>
                <a:ext uri="{FF2B5EF4-FFF2-40B4-BE49-F238E27FC236}">
                  <a16:creationId xmlns:a16="http://schemas.microsoft.com/office/drawing/2014/main" id="{CA61BA81-FA4E-471B-9EF9-9E61E0FF1D7D}"/>
                </a:ext>
              </a:extLst>
            </p:cNvPr>
            <p:cNvPicPr>
              <a:picLocks noChangeAspect="1"/>
            </p:cNvPicPr>
            <p:nvPr/>
          </p:nvPicPr>
          <p:blipFill rotWithShape="1">
            <a:blip r:embed="rId34">
              <a:extLst>
                <a:ext uri="{28A0092B-C50C-407E-A947-70E740481C1C}">
                  <a14:useLocalDpi xmlns:a14="http://schemas.microsoft.com/office/drawing/2010/main" val="0"/>
                </a:ext>
                <a:ext uri="{837473B0-CC2E-450A-ABE3-18F120FF3D39}">
                  <a1611:picAttrSrcUrl xmlns:a1611="http://schemas.microsoft.com/office/drawing/2016/11/main" r:id="rId35"/>
                </a:ext>
              </a:extLst>
            </a:blip>
            <a:srcRect l="21852" t="37339" r="65404" b="37566"/>
            <a:stretch/>
          </p:blipFill>
          <p:spPr>
            <a:xfrm>
              <a:off x="8158276" y="3963334"/>
              <a:ext cx="232854" cy="257910"/>
            </a:xfrm>
            <a:prstGeom prst="rect">
              <a:avLst/>
            </a:prstGeom>
          </p:spPr>
        </p:pic>
        <p:pic>
          <p:nvPicPr>
            <p:cNvPr id="50" name="Image 49" descr="Une image contenant personne, table, portable, travaillant&#10;&#10;Description générée automatiquement">
              <a:extLst>
                <a:ext uri="{FF2B5EF4-FFF2-40B4-BE49-F238E27FC236}">
                  <a16:creationId xmlns:a16="http://schemas.microsoft.com/office/drawing/2014/main" id="{20AD4C1B-F3E3-489E-8154-05E78D17CEBB}"/>
                </a:ext>
              </a:extLst>
            </p:cNvPr>
            <p:cNvPicPr>
              <a:picLocks noChangeAspect="1"/>
            </p:cNvPicPr>
            <p:nvPr/>
          </p:nvPicPr>
          <p:blipFill rotWithShape="1">
            <a:blip r:embed="rId36">
              <a:extLst>
                <a:ext uri="{28A0092B-C50C-407E-A947-70E740481C1C}">
                  <a14:useLocalDpi xmlns:a14="http://schemas.microsoft.com/office/drawing/2010/main" val="0"/>
                </a:ext>
                <a:ext uri="{837473B0-CC2E-450A-ABE3-18F120FF3D39}">
                  <a1611:picAttrSrcUrl xmlns:a1611="http://schemas.microsoft.com/office/drawing/2016/11/main" r:id="rId37"/>
                </a:ext>
              </a:extLst>
            </a:blip>
            <a:srcRect l="8116" t="14498" r="11910" b="41412"/>
            <a:stretch/>
          </p:blipFill>
          <p:spPr>
            <a:xfrm>
              <a:off x="10551802" y="5138663"/>
              <a:ext cx="1446269" cy="531984"/>
            </a:xfrm>
            <a:prstGeom prst="rect">
              <a:avLst/>
            </a:prstGeom>
          </p:spPr>
        </p:pic>
      </p:grpSp>
    </p:spTree>
    <p:extLst>
      <p:ext uri="{BB962C8B-B14F-4D97-AF65-F5344CB8AC3E}">
        <p14:creationId xmlns:p14="http://schemas.microsoft.com/office/powerpoint/2010/main" val="2159847124"/>
      </p:ext>
    </p:extLst>
  </p:cSld>
  <p:clrMapOvr>
    <a:masterClrMapping/>
  </p:clrMapOvr>
  <mc:AlternateContent xmlns:mc="http://schemas.openxmlformats.org/markup-compatibility/2006" xmlns:p14="http://schemas.microsoft.com/office/powerpoint/2010/main">
    <mc:Choice Requires="p14">
      <p:transition spd="slow" p14:dur="2000" advTm="23280"/>
    </mc:Choice>
    <mc:Fallback xmlns="">
      <p:transition spd="slow" advTm="2328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904B001-EEA1-4EAC-B74A-75CD479363A2}"/>
              </a:ext>
            </a:extLst>
          </p:cNvPr>
          <p:cNvSpPr>
            <a:spLocks noGrp="1"/>
          </p:cNvSpPr>
          <p:nvPr>
            <p:ph type="title"/>
          </p:nvPr>
        </p:nvSpPr>
        <p:spPr/>
        <p:txBody>
          <a:bodyPr>
            <a:normAutofit fontScale="90000"/>
          </a:bodyPr>
          <a:lstStyle/>
          <a:p>
            <a:r>
              <a:rPr lang="en-US" dirty="0"/>
              <a:t>Challenge #C5</a:t>
            </a:r>
            <a:br>
              <a:rPr lang="en-US" dirty="0"/>
            </a:br>
            <a:r>
              <a:rPr lang="en-US" sz="3100" dirty="0"/>
              <a:t>Know your next move : Increase Reach or engagement ?</a:t>
            </a:r>
            <a:endParaRPr lang="en-US" dirty="0"/>
          </a:p>
        </p:txBody>
      </p:sp>
      <p:sp>
        <p:nvSpPr>
          <p:cNvPr id="32" name="ZoneTexte 31">
            <a:extLst>
              <a:ext uri="{FF2B5EF4-FFF2-40B4-BE49-F238E27FC236}">
                <a16:creationId xmlns:a16="http://schemas.microsoft.com/office/drawing/2014/main" id="{C3CA301D-ED39-42C2-A85F-8773B66A3690}"/>
              </a:ext>
            </a:extLst>
          </p:cNvPr>
          <p:cNvSpPr txBox="1"/>
          <p:nvPr/>
        </p:nvSpPr>
        <p:spPr>
          <a:xfrm>
            <a:off x="94994" y="2070008"/>
            <a:ext cx="2188721" cy="923330"/>
          </a:xfrm>
          <a:prstGeom prst="rect">
            <a:avLst/>
          </a:prstGeom>
          <a:noFill/>
        </p:spPr>
        <p:txBody>
          <a:bodyPr wrap="square" rtlCol="0">
            <a:spAutoFit/>
          </a:bodyPr>
          <a:lstStyle/>
          <a:p>
            <a:pPr algn="ctr"/>
            <a:r>
              <a:rPr lang="en-US" b="1" dirty="0">
                <a:solidFill>
                  <a:schemeClr val="accent1"/>
                </a:solidFill>
              </a:rPr>
              <a:t>Increase reach : </a:t>
            </a:r>
          </a:p>
          <a:p>
            <a:pPr algn="ctr"/>
            <a:r>
              <a:rPr lang="en-US" b="1" dirty="0">
                <a:solidFill>
                  <a:schemeClr val="accent1"/>
                </a:solidFill>
              </a:rPr>
              <a:t>Target more people</a:t>
            </a:r>
          </a:p>
        </p:txBody>
      </p:sp>
      <p:grpSp>
        <p:nvGrpSpPr>
          <p:cNvPr id="58" name="Groupe 57">
            <a:extLst>
              <a:ext uri="{FF2B5EF4-FFF2-40B4-BE49-F238E27FC236}">
                <a16:creationId xmlns:a16="http://schemas.microsoft.com/office/drawing/2014/main" id="{CE97DE6F-98C3-4003-84C2-2ADD8340F0FE}"/>
              </a:ext>
            </a:extLst>
          </p:cNvPr>
          <p:cNvGrpSpPr/>
          <p:nvPr/>
        </p:nvGrpSpPr>
        <p:grpSpPr>
          <a:xfrm>
            <a:off x="868193" y="2533537"/>
            <a:ext cx="11166232" cy="4315828"/>
            <a:chOff x="868193" y="2533537"/>
            <a:chExt cx="11166232" cy="4315828"/>
          </a:xfrm>
        </p:grpSpPr>
        <p:grpSp>
          <p:nvGrpSpPr>
            <p:cNvPr id="17" name="Groupe 16">
              <a:extLst>
                <a:ext uri="{FF2B5EF4-FFF2-40B4-BE49-F238E27FC236}">
                  <a16:creationId xmlns:a16="http://schemas.microsoft.com/office/drawing/2014/main" id="{FCFD7A5A-B1CE-46D4-A389-AB4B6F856600}"/>
                </a:ext>
              </a:extLst>
            </p:cNvPr>
            <p:cNvGrpSpPr/>
            <p:nvPr/>
          </p:nvGrpSpPr>
          <p:grpSpPr>
            <a:xfrm>
              <a:off x="1670556" y="2593621"/>
              <a:ext cx="8572959" cy="3449817"/>
              <a:chOff x="1724927" y="2500604"/>
              <a:chExt cx="8572959" cy="3449817"/>
            </a:xfrm>
          </p:grpSpPr>
          <p:cxnSp>
            <p:nvCxnSpPr>
              <p:cNvPr id="10" name="Connecteur droit avec flèche 9">
                <a:extLst>
                  <a:ext uri="{FF2B5EF4-FFF2-40B4-BE49-F238E27FC236}">
                    <a16:creationId xmlns:a16="http://schemas.microsoft.com/office/drawing/2014/main" id="{A2956BFC-54C3-4547-8B5C-7DA985BE4186}"/>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C7C717CB-FBC1-4752-BB44-D1235B479A88}"/>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77E1A519-883E-4BBA-9276-FF7FAF245FBE}"/>
                </a:ext>
              </a:extLst>
            </p:cNvPr>
            <p:cNvGrpSpPr/>
            <p:nvPr/>
          </p:nvGrpSpPr>
          <p:grpSpPr>
            <a:xfrm>
              <a:off x="868193" y="3041780"/>
              <a:ext cx="554235" cy="2957709"/>
              <a:chOff x="849531" y="2033139"/>
              <a:chExt cx="797442" cy="4255599"/>
            </a:xfrm>
          </p:grpSpPr>
          <p:pic>
            <p:nvPicPr>
              <p:cNvPr id="19" name="Graphique 18" descr="Groupe de personnes avec un remplissage uni">
                <a:extLst>
                  <a:ext uri="{FF2B5EF4-FFF2-40B4-BE49-F238E27FC236}">
                    <a16:creationId xmlns:a16="http://schemas.microsoft.com/office/drawing/2014/main" id="{64146C5C-F781-45C8-9580-0E55E786D2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531" y="2033139"/>
                <a:ext cx="797442" cy="797442"/>
              </a:xfrm>
              <a:prstGeom prst="rect">
                <a:avLst/>
              </a:prstGeom>
            </p:spPr>
          </p:pic>
          <p:pic>
            <p:nvPicPr>
              <p:cNvPr id="21" name="Graphique 20" descr="Groupe de personnes contour">
                <a:extLst>
                  <a:ext uri="{FF2B5EF4-FFF2-40B4-BE49-F238E27FC236}">
                    <a16:creationId xmlns:a16="http://schemas.microsoft.com/office/drawing/2014/main" id="{DF1300D2-8F76-4131-9655-7FE6AEA97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532" y="2889294"/>
                <a:ext cx="797441" cy="797441"/>
              </a:xfrm>
              <a:prstGeom prst="rect">
                <a:avLst/>
              </a:prstGeom>
            </p:spPr>
          </p:pic>
          <p:pic>
            <p:nvPicPr>
              <p:cNvPr id="23" name="Graphique 22" descr="Groupe avec un remplissage uni">
                <a:extLst>
                  <a:ext uri="{FF2B5EF4-FFF2-40B4-BE49-F238E27FC236}">
                    <a16:creationId xmlns:a16="http://schemas.microsoft.com/office/drawing/2014/main" id="{53A40E74-2464-48F5-900D-9706BE6A04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14" y="3709355"/>
                <a:ext cx="625395" cy="625395"/>
              </a:xfrm>
              <a:prstGeom prst="rect">
                <a:avLst/>
              </a:prstGeom>
            </p:spPr>
          </p:pic>
          <p:pic>
            <p:nvPicPr>
              <p:cNvPr id="25" name="Graphique 24" descr="Groupe de femmes avec un remplissage uni">
                <a:extLst>
                  <a:ext uri="{FF2B5EF4-FFF2-40B4-BE49-F238E27FC236}">
                    <a16:creationId xmlns:a16="http://schemas.microsoft.com/office/drawing/2014/main" id="{481D1941-9E54-4E96-9FCE-AA0BA59B7E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0746" y="4450702"/>
                <a:ext cx="415446" cy="415446"/>
              </a:xfrm>
              <a:prstGeom prst="rect">
                <a:avLst/>
              </a:prstGeom>
            </p:spPr>
          </p:pic>
          <p:pic>
            <p:nvPicPr>
              <p:cNvPr id="27" name="Graphique 26" descr="Deux femmes avec un remplissage uni">
                <a:extLst>
                  <a:ext uri="{FF2B5EF4-FFF2-40B4-BE49-F238E27FC236}">
                    <a16:creationId xmlns:a16="http://schemas.microsoft.com/office/drawing/2014/main" id="{A2F724DC-2192-4267-B441-796FFD4EEE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39" y="5060059"/>
                <a:ext cx="503370" cy="503370"/>
              </a:xfrm>
              <a:prstGeom prst="rect">
                <a:avLst/>
              </a:prstGeom>
            </p:spPr>
          </p:pic>
          <p:pic>
            <p:nvPicPr>
              <p:cNvPr id="30" name="Graphique 29" descr="Homme avec un remplissage uni">
                <a:extLst>
                  <a:ext uri="{FF2B5EF4-FFF2-40B4-BE49-F238E27FC236}">
                    <a16:creationId xmlns:a16="http://schemas.microsoft.com/office/drawing/2014/main" id="{1D2368E6-CA8C-4ACE-846A-04B613BCA3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648" y="5663343"/>
                <a:ext cx="625395" cy="625395"/>
              </a:xfrm>
              <a:prstGeom prst="rect">
                <a:avLst/>
              </a:prstGeom>
            </p:spPr>
          </p:pic>
        </p:grpSp>
        <p:sp>
          <p:nvSpPr>
            <p:cNvPr id="33" name="ZoneTexte 32">
              <a:extLst>
                <a:ext uri="{FF2B5EF4-FFF2-40B4-BE49-F238E27FC236}">
                  <a16:creationId xmlns:a16="http://schemas.microsoft.com/office/drawing/2014/main" id="{0214BBEE-09CD-4225-83A8-59B9F64724CE}"/>
                </a:ext>
              </a:extLst>
            </p:cNvPr>
            <p:cNvSpPr txBox="1"/>
            <p:nvPr/>
          </p:nvSpPr>
          <p:spPr>
            <a:xfrm>
              <a:off x="9845704" y="4660129"/>
              <a:ext cx="2188721" cy="1200329"/>
            </a:xfrm>
            <a:prstGeom prst="rect">
              <a:avLst/>
            </a:prstGeom>
            <a:noFill/>
          </p:spPr>
          <p:txBody>
            <a:bodyPr wrap="square" rtlCol="0">
              <a:spAutoFit/>
            </a:bodyPr>
            <a:lstStyle/>
            <a:p>
              <a:pPr algn="ctr"/>
              <a:r>
                <a:rPr lang="en-US" b="1" dirty="0">
                  <a:solidFill>
                    <a:schemeClr val="accent1"/>
                  </a:solidFill>
                </a:rPr>
                <a:t>Increase engagement : </a:t>
              </a:r>
            </a:p>
            <a:p>
              <a:pPr algn="ctr"/>
              <a:r>
                <a:rPr lang="en-US" b="1" dirty="0">
                  <a:solidFill>
                    <a:schemeClr val="accent1"/>
                  </a:solidFill>
                </a:rPr>
                <a:t>Target further engagement</a:t>
              </a:r>
            </a:p>
          </p:txBody>
        </p:sp>
        <p:pic>
          <p:nvPicPr>
            <p:cNvPr id="35" name="Graphique 34" descr="Cœur avec un remplissage uni">
              <a:extLst>
                <a:ext uri="{FF2B5EF4-FFF2-40B4-BE49-F238E27FC236}">
                  <a16:creationId xmlns:a16="http://schemas.microsoft.com/office/drawing/2014/main" id="{E52289C5-E864-4540-BFE6-5ED7AAF888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5805" y="6176864"/>
              <a:ext cx="324915" cy="324915"/>
            </a:xfrm>
            <a:prstGeom prst="rect">
              <a:avLst/>
            </a:prstGeom>
          </p:spPr>
        </p:pic>
        <p:pic>
          <p:nvPicPr>
            <p:cNvPr id="36" name="Graphique 35" descr="Cœur avec un remplissage uni">
              <a:extLst>
                <a:ext uri="{FF2B5EF4-FFF2-40B4-BE49-F238E27FC236}">
                  <a16:creationId xmlns:a16="http://schemas.microsoft.com/office/drawing/2014/main" id="{34DA2D20-B615-4877-BFD2-8C7A44D772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23944" y="6146902"/>
              <a:ext cx="324915" cy="324915"/>
            </a:xfrm>
            <a:prstGeom prst="rect">
              <a:avLst/>
            </a:prstGeom>
          </p:spPr>
        </p:pic>
        <p:pic>
          <p:nvPicPr>
            <p:cNvPr id="37" name="Graphique 36" descr="Cœur avec un remplissage uni">
              <a:extLst>
                <a:ext uri="{FF2B5EF4-FFF2-40B4-BE49-F238E27FC236}">
                  <a16:creationId xmlns:a16="http://schemas.microsoft.com/office/drawing/2014/main" id="{1DB7035E-0B46-46EB-AD4C-053BE5E70F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8859" y="6146902"/>
              <a:ext cx="324915" cy="324915"/>
            </a:xfrm>
            <a:prstGeom prst="rect">
              <a:avLst/>
            </a:prstGeom>
          </p:spPr>
        </p:pic>
        <p:pic>
          <p:nvPicPr>
            <p:cNvPr id="38" name="Graphique 37" descr="Cœur avec un remplissage uni">
              <a:extLst>
                <a:ext uri="{FF2B5EF4-FFF2-40B4-BE49-F238E27FC236}">
                  <a16:creationId xmlns:a16="http://schemas.microsoft.com/office/drawing/2014/main" id="{6A5B9A09-61D2-46C2-AB01-F0B1709D852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90727" y="6146902"/>
              <a:ext cx="324915" cy="324915"/>
            </a:xfrm>
            <a:prstGeom prst="rect">
              <a:avLst/>
            </a:prstGeom>
          </p:spPr>
        </p:pic>
        <p:pic>
          <p:nvPicPr>
            <p:cNvPr id="39" name="Graphique 38" descr="Cœur avec un remplissage uni">
              <a:extLst>
                <a:ext uri="{FF2B5EF4-FFF2-40B4-BE49-F238E27FC236}">
                  <a16:creationId xmlns:a16="http://schemas.microsoft.com/office/drawing/2014/main" id="{82D7D484-8E1E-45FD-8621-153B120B41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15642" y="6146902"/>
              <a:ext cx="324915" cy="324915"/>
            </a:xfrm>
            <a:prstGeom prst="rect">
              <a:avLst/>
            </a:prstGeom>
          </p:spPr>
        </p:pic>
        <p:pic>
          <p:nvPicPr>
            <p:cNvPr id="40" name="Graphique 39" descr="Cœur avec un remplissage uni">
              <a:extLst>
                <a:ext uri="{FF2B5EF4-FFF2-40B4-BE49-F238E27FC236}">
                  <a16:creationId xmlns:a16="http://schemas.microsoft.com/office/drawing/2014/main" id="{4961F9C2-111D-4B37-8F26-AA269DE850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53184" y="6382260"/>
              <a:ext cx="324915" cy="324915"/>
            </a:xfrm>
            <a:prstGeom prst="rect">
              <a:avLst/>
            </a:prstGeom>
          </p:spPr>
        </p:pic>
        <p:pic>
          <p:nvPicPr>
            <p:cNvPr id="41" name="Graphique 40" descr="Cœur avec un remplissage uni">
              <a:extLst>
                <a:ext uri="{FF2B5EF4-FFF2-40B4-BE49-F238E27FC236}">
                  <a16:creationId xmlns:a16="http://schemas.microsoft.com/office/drawing/2014/main" id="{17A765C5-8BAE-48B8-A4DD-5B054EFE6E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152605"/>
              <a:ext cx="324915" cy="324915"/>
            </a:xfrm>
            <a:prstGeom prst="rect">
              <a:avLst/>
            </a:prstGeom>
          </p:spPr>
        </p:pic>
        <p:pic>
          <p:nvPicPr>
            <p:cNvPr id="42" name="Graphique 41" descr="Cœur avec un remplissage uni">
              <a:extLst>
                <a:ext uri="{FF2B5EF4-FFF2-40B4-BE49-F238E27FC236}">
                  <a16:creationId xmlns:a16="http://schemas.microsoft.com/office/drawing/2014/main" id="{5F44ACAD-3E00-4803-86AC-141697F712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6" y="6152605"/>
              <a:ext cx="324915" cy="324915"/>
            </a:xfrm>
            <a:prstGeom prst="rect">
              <a:avLst/>
            </a:prstGeom>
          </p:spPr>
        </p:pic>
        <p:pic>
          <p:nvPicPr>
            <p:cNvPr id="43" name="Graphique 42" descr="Cœur avec un remplissage uni">
              <a:extLst>
                <a:ext uri="{FF2B5EF4-FFF2-40B4-BE49-F238E27FC236}">
                  <a16:creationId xmlns:a16="http://schemas.microsoft.com/office/drawing/2014/main" id="{3D61C4DE-BD1F-4E2D-9F69-01A92A0DC2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382260"/>
              <a:ext cx="324915" cy="324915"/>
            </a:xfrm>
            <a:prstGeom prst="rect">
              <a:avLst/>
            </a:prstGeom>
          </p:spPr>
        </p:pic>
        <p:pic>
          <p:nvPicPr>
            <p:cNvPr id="44" name="Graphique 43" descr="Cœur avec un remplissage uni">
              <a:extLst>
                <a:ext uri="{FF2B5EF4-FFF2-40B4-BE49-F238E27FC236}">
                  <a16:creationId xmlns:a16="http://schemas.microsoft.com/office/drawing/2014/main" id="{32E4054B-4053-4F39-8BF9-18BC524D4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5" y="6391881"/>
              <a:ext cx="324915" cy="324915"/>
            </a:xfrm>
            <a:prstGeom prst="rect">
              <a:avLst/>
            </a:prstGeom>
          </p:spPr>
        </p:pic>
        <p:pic>
          <p:nvPicPr>
            <p:cNvPr id="45" name="Graphique 44" descr="Cœur avec un remplissage uni">
              <a:extLst>
                <a:ext uri="{FF2B5EF4-FFF2-40B4-BE49-F238E27FC236}">
                  <a16:creationId xmlns:a16="http://schemas.microsoft.com/office/drawing/2014/main" id="{E771AB82-B92F-4C3B-9F78-C9D6F10E1B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1" y="6146902"/>
              <a:ext cx="324915" cy="324915"/>
            </a:xfrm>
            <a:prstGeom prst="rect">
              <a:avLst/>
            </a:prstGeom>
          </p:spPr>
        </p:pic>
        <p:pic>
          <p:nvPicPr>
            <p:cNvPr id="46" name="Graphique 45" descr="Cœur avec un remplissage uni">
              <a:extLst>
                <a:ext uri="{FF2B5EF4-FFF2-40B4-BE49-F238E27FC236}">
                  <a16:creationId xmlns:a16="http://schemas.microsoft.com/office/drawing/2014/main" id="{224876CD-3EA5-478A-B7EA-FA5B6EAF19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6" y="6146902"/>
              <a:ext cx="324915" cy="324915"/>
            </a:xfrm>
            <a:prstGeom prst="rect">
              <a:avLst/>
            </a:prstGeom>
          </p:spPr>
        </p:pic>
        <p:pic>
          <p:nvPicPr>
            <p:cNvPr id="47" name="Graphique 46" descr="Cœur avec un remplissage uni">
              <a:extLst>
                <a:ext uri="{FF2B5EF4-FFF2-40B4-BE49-F238E27FC236}">
                  <a16:creationId xmlns:a16="http://schemas.microsoft.com/office/drawing/2014/main" id="{2C6B0EDB-3F28-4053-A198-24E6FE6D060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0" y="6481460"/>
              <a:ext cx="324915" cy="324915"/>
            </a:xfrm>
            <a:prstGeom prst="rect">
              <a:avLst/>
            </a:prstGeom>
          </p:spPr>
        </p:pic>
        <p:pic>
          <p:nvPicPr>
            <p:cNvPr id="48" name="Graphique 47" descr="Cœur avec un remplissage uni">
              <a:extLst>
                <a:ext uri="{FF2B5EF4-FFF2-40B4-BE49-F238E27FC236}">
                  <a16:creationId xmlns:a16="http://schemas.microsoft.com/office/drawing/2014/main" id="{B46894D5-7D7C-40C1-AFAF-746B74DD2B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5" y="6469015"/>
              <a:ext cx="324915" cy="324915"/>
            </a:xfrm>
            <a:prstGeom prst="rect">
              <a:avLst/>
            </a:prstGeom>
          </p:spPr>
        </p:pic>
        <p:pic>
          <p:nvPicPr>
            <p:cNvPr id="49" name="Graphique 48" descr="Cœur avec un remplissage uni">
              <a:extLst>
                <a:ext uri="{FF2B5EF4-FFF2-40B4-BE49-F238E27FC236}">
                  <a16:creationId xmlns:a16="http://schemas.microsoft.com/office/drawing/2014/main" id="{5C15A28E-873A-4416-A558-31B9F297992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8105" y="6315062"/>
              <a:ext cx="324915" cy="324915"/>
            </a:xfrm>
            <a:prstGeom prst="rect">
              <a:avLst/>
            </a:prstGeom>
          </p:spPr>
        </p:pic>
        <p:pic>
          <p:nvPicPr>
            <p:cNvPr id="50" name="Graphique 49" descr="Cœur avec un remplissage uni">
              <a:extLst>
                <a:ext uri="{FF2B5EF4-FFF2-40B4-BE49-F238E27FC236}">
                  <a16:creationId xmlns:a16="http://schemas.microsoft.com/office/drawing/2014/main" id="{C5B8D6B4-065F-4B8D-8212-979B36CEDF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066966"/>
              <a:ext cx="324915" cy="324915"/>
            </a:xfrm>
            <a:prstGeom prst="rect">
              <a:avLst/>
            </a:prstGeom>
          </p:spPr>
        </p:pic>
        <p:pic>
          <p:nvPicPr>
            <p:cNvPr id="51" name="Graphique 50" descr="Cœur avec un remplissage uni">
              <a:extLst>
                <a:ext uri="{FF2B5EF4-FFF2-40B4-BE49-F238E27FC236}">
                  <a16:creationId xmlns:a16="http://schemas.microsoft.com/office/drawing/2014/main" id="{492B17F6-4B6F-4B2B-90CC-03E38230C5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3" y="6066966"/>
              <a:ext cx="324915" cy="324915"/>
            </a:xfrm>
            <a:prstGeom prst="rect">
              <a:avLst/>
            </a:prstGeom>
          </p:spPr>
        </p:pic>
        <p:pic>
          <p:nvPicPr>
            <p:cNvPr id="52" name="Graphique 51" descr="Cœur avec un remplissage uni">
              <a:extLst>
                <a:ext uri="{FF2B5EF4-FFF2-40B4-BE49-F238E27FC236}">
                  <a16:creationId xmlns:a16="http://schemas.microsoft.com/office/drawing/2014/main" id="{7550F03D-6D9B-4EDE-9090-1E338637E6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296621"/>
              <a:ext cx="324915" cy="324915"/>
            </a:xfrm>
            <a:prstGeom prst="rect">
              <a:avLst/>
            </a:prstGeom>
          </p:spPr>
        </p:pic>
        <p:pic>
          <p:nvPicPr>
            <p:cNvPr id="53" name="Graphique 52" descr="Cœur avec un remplissage uni">
              <a:extLst>
                <a:ext uri="{FF2B5EF4-FFF2-40B4-BE49-F238E27FC236}">
                  <a16:creationId xmlns:a16="http://schemas.microsoft.com/office/drawing/2014/main" id="{9F0313E1-D9F9-4FB9-A6A5-27DD6A25D8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287580"/>
              <a:ext cx="324915" cy="324915"/>
            </a:xfrm>
            <a:prstGeom prst="rect">
              <a:avLst/>
            </a:prstGeom>
          </p:spPr>
        </p:pic>
        <p:pic>
          <p:nvPicPr>
            <p:cNvPr id="54" name="Graphique 53" descr="Cœur avec un remplissage uni">
              <a:extLst>
                <a:ext uri="{FF2B5EF4-FFF2-40B4-BE49-F238E27FC236}">
                  <a16:creationId xmlns:a16="http://schemas.microsoft.com/office/drawing/2014/main" id="{E8068A87-3545-40DA-8DD5-FF58D0FAD2F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524450"/>
              <a:ext cx="324915" cy="324915"/>
            </a:xfrm>
            <a:prstGeom prst="rect">
              <a:avLst/>
            </a:prstGeom>
          </p:spPr>
        </p:pic>
        <p:pic>
          <p:nvPicPr>
            <p:cNvPr id="55" name="Graphique 54" descr="Cœur avec un remplissage uni">
              <a:extLst>
                <a:ext uri="{FF2B5EF4-FFF2-40B4-BE49-F238E27FC236}">
                  <a16:creationId xmlns:a16="http://schemas.microsoft.com/office/drawing/2014/main" id="{62CF5280-B4A9-4DAF-9AEE-F3B11687CD2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505702"/>
              <a:ext cx="324915" cy="324915"/>
            </a:xfrm>
            <a:prstGeom prst="rect">
              <a:avLst/>
            </a:prstGeom>
          </p:spPr>
        </p:pic>
        <p:sp>
          <p:nvSpPr>
            <p:cNvPr id="56" name="Flèche : droite 55">
              <a:extLst>
                <a:ext uri="{FF2B5EF4-FFF2-40B4-BE49-F238E27FC236}">
                  <a16:creationId xmlns:a16="http://schemas.microsoft.com/office/drawing/2014/main" id="{2A3D091C-A296-421A-9CA7-F508EC3FF489}"/>
                </a:ext>
              </a:extLst>
            </p:cNvPr>
            <p:cNvSpPr/>
            <p:nvPr/>
          </p:nvSpPr>
          <p:spPr>
            <a:xfrm>
              <a:off x="4815642" y="4672016"/>
              <a:ext cx="4281705" cy="12764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Make people love our content more : more authenticity, more usefulness, better experience, possibilities to engage</a:t>
              </a:r>
            </a:p>
          </p:txBody>
        </p:sp>
        <p:sp>
          <p:nvSpPr>
            <p:cNvPr id="57" name="Flèche : haut 56">
              <a:extLst>
                <a:ext uri="{FF2B5EF4-FFF2-40B4-BE49-F238E27FC236}">
                  <a16:creationId xmlns:a16="http://schemas.microsoft.com/office/drawing/2014/main" id="{0A458D5C-4201-4664-B5F4-093EF7B291A7}"/>
                </a:ext>
              </a:extLst>
            </p:cNvPr>
            <p:cNvSpPr/>
            <p:nvPr/>
          </p:nvSpPr>
          <p:spPr>
            <a:xfrm>
              <a:off x="1958947" y="2533537"/>
              <a:ext cx="2258486" cy="224477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200" dirty="0"/>
                <a:t>Make more people love our content : increased promotion, attention catching strategies</a:t>
              </a:r>
            </a:p>
          </p:txBody>
        </p:sp>
      </p:grpSp>
    </p:spTree>
    <p:extLst>
      <p:ext uri="{BB962C8B-B14F-4D97-AF65-F5344CB8AC3E}">
        <p14:creationId xmlns:p14="http://schemas.microsoft.com/office/powerpoint/2010/main" val="178039174"/>
      </p:ext>
    </p:extLst>
  </p:cSld>
  <p:clrMapOvr>
    <a:masterClrMapping/>
  </p:clrMapOvr>
  <mc:AlternateContent xmlns:mc="http://schemas.openxmlformats.org/markup-compatibility/2006" xmlns:p14="http://schemas.microsoft.com/office/powerpoint/2010/main">
    <mc:Choice Requires="p14">
      <p:transition spd="slow" p14:dur="2000" advTm="47935"/>
    </mc:Choice>
    <mc:Fallback xmlns="">
      <p:transition spd="slow" advTm="4793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sz="2400" noProof="1"/>
              <a:t>With which type of actions are you the most familiar as a Community Booster ? (More people or more engagement ?)</a:t>
            </a:r>
          </a:p>
          <a:p>
            <a:pPr marL="0" indent="0">
              <a:buNone/>
            </a:pPr>
            <a:endParaRPr lang="en-US" sz="2400" noProof="1"/>
          </a:p>
          <a:p>
            <a:pPr marL="0" indent="0">
              <a:buNone/>
            </a:pPr>
            <a:r>
              <a:rPr lang="en-US" sz="2400" noProof="1"/>
              <a:t>What is your next move ? Why ?</a:t>
            </a:r>
          </a:p>
        </p:txBody>
      </p:sp>
      <p:grpSp>
        <p:nvGrpSpPr>
          <p:cNvPr id="48" name="Groupe 47">
            <a:extLst>
              <a:ext uri="{FF2B5EF4-FFF2-40B4-BE49-F238E27FC236}">
                <a16:creationId xmlns:a16="http://schemas.microsoft.com/office/drawing/2014/main" id="{0A174409-CA5D-49CB-80B4-D713901F750B}"/>
              </a:ext>
            </a:extLst>
          </p:cNvPr>
          <p:cNvGrpSpPr/>
          <p:nvPr/>
        </p:nvGrpSpPr>
        <p:grpSpPr>
          <a:xfrm>
            <a:off x="1243308" y="3258215"/>
            <a:ext cx="4682279" cy="1874317"/>
            <a:chOff x="94994" y="2070008"/>
            <a:chExt cx="11939431" cy="4779357"/>
          </a:xfrm>
        </p:grpSpPr>
        <p:sp>
          <p:nvSpPr>
            <p:cNvPr id="12" name="ZoneTexte 11">
              <a:extLst>
                <a:ext uri="{FF2B5EF4-FFF2-40B4-BE49-F238E27FC236}">
                  <a16:creationId xmlns:a16="http://schemas.microsoft.com/office/drawing/2014/main" id="{A09627A2-C109-417E-ACA4-1830D20942D0}"/>
                </a:ext>
              </a:extLst>
            </p:cNvPr>
            <p:cNvSpPr txBox="1"/>
            <p:nvPr/>
          </p:nvSpPr>
          <p:spPr>
            <a:xfrm>
              <a:off x="94994" y="2070008"/>
              <a:ext cx="2188720" cy="1059486"/>
            </a:xfrm>
            <a:prstGeom prst="rect">
              <a:avLst/>
            </a:prstGeom>
            <a:noFill/>
          </p:spPr>
          <p:txBody>
            <a:bodyPr wrap="square" rtlCol="0">
              <a:spAutoFit/>
            </a:bodyPr>
            <a:lstStyle/>
            <a:p>
              <a:pPr algn="ctr"/>
              <a:r>
                <a:rPr lang="en-US" sz="700" b="1" dirty="0">
                  <a:solidFill>
                    <a:schemeClr val="accent1"/>
                  </a:solidFill>
                </a:rPr>
                <a:t>Increase reach : </a:t>
              </a:r>
            </a:p>
            <a:p>
              <a:pPr algn="ctr"/>
              <a:r>
                <a:rPr lang="en-US" sz="700" b="1" dirty="0">
                  <a:solidFill>
                    <a:schemeClr val="accent1"/>
                  </a:solidFill>
                </a:rPr>
                <a:t>Target more people</a:t>
              </a:r>
            </a:p>
          </p:txBody>
        </p:sp>
        <p:grpSp>
          <p:nvGrpSpPr>
            <p:cNvPr id="13" name="Groupe 12">
              <a:extLst>
                <a:ext uri="{FF2B5EF4-FFF2-40B4-BE49-F238E27FC236}">
                  <a16:creationId xmlns:a16="http://schemas.microsoft.com/office/drawing/2014/main" id="{88F61B54-C21A-4C79-B39A-9A54209E869C}"/>
                </a:ext>
              </a:extLst>
            </p:cNvPr>
            <p:cNvGrpSpPr/>
            <p:nvPr/>
          </p:nvGrpSpPr>
          <p:grpSpPr>
            <a:xfrm>
              <a:off x="868193" y="2533537"/>
              <a:ext cx="11166232" cy="4315828"/>
              <a:chOff x="868193" y="2533537"/>
              <a:chExt cx="11166232" cy="4315828"/>
            </a:xfrm>
          </p:grpSpPr>
          <p:grpSp>
            <p:nvGrpSpPr>
              <p:cNvPr id="14" name="Groupe 13">
                <a:extLst>
                  <a:ext uri="{FF2B5EF4-FFF2-40B4-BE49-F238E27FC236}">
                    <a16:creationId xmlns:a16="http://schemas.microsoft.com/office/drawing/2014/main" id="{B61A22E9-4BE8-41C7-9561-3D9A556D7D97}"/>
                  </a:ext>
                </a:extLst>
              </p:cNvPr>
              <p:cNvGrpSpPr/>
              <p:nvPr/>
            </p:nvGrpSpPr>
            <p:grpSpPr>
              <a:xfrm>
                <a:off x="1670556" y="2593621"/>
                <a:ext cx="8572959" cy="3449817"/>
                <a:chOff x="1724927" y="2500604"/>
                <a:chExt cx="8572959" cy="3449817"/>
              </a:xfrm>
            </p:grpSpPr>
            <p:cxnSp>
              <p:nvCxnSpPr>
                <p:cNvPr id="46" name="Connecteur droit avec flèche 45">
                  <a:extLst>
                    <a:ext uri="{FF2B5EF4-FFF2-40B4-BE49-F238E27FC236}">
                      <a16:creationId xmlns:a16="http://schemas.microsoft.com/office/drawing/2014/main" id="{E4CAE8C8-3EFB-4E28-A7BD-453E1C092CAC}"/>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eur droit avec flèche 46">
                  <a:extLst>
                    <a:ext uri="{FF2B5EF4-FFF2-40B4-BE49-F238E27FC236}">
                      <a16:creationId xmlns:a16="http://schemas.microsoft.com/office/drawing/2014/main" id="{1ED4A38F-6ADC-4C3E-A74B-1844D3ABE9CE}"/>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e 14">
                <a:extLst>
                  <a:ext uri="{FF2B5EF4-FFF2-40B4-BE49-F238E27FC236}">
                    <a16:creationId xmlns:a16="http://schemas.microsoft.com/office/drawing/2014/main" id="{8A1AF7B2-86D9-4265-866E-BE2A1CFAC7CF}"/>
                  </a:ext>
                </a:extLst>
              </p:cNvPr>
              <p:cNvGrpSpPr/>
              <p:nvPr/>
            </p:nvGrpSpPr>
            <p:grpSpPr>
              <a:xfrm>
                <a:off x="868193" y="3041780"/>
                <a:ext cx="554235" cy="2957709"/>
                <a:chOff x="849531" y="2033139"/>
                <a:chExt cx="797442" cy="4255599"/>
              </a:xfrm>
            </p:grpSpPr>
            <p:pic>
              <p:nvPicPr>
                <p:cNvPr id="40" name="Graphique 39" descr="Groupe de personnes avec un remplissage uni">
                  <a:extLst>
                    <a:ext uri="{FF2B5EF4-FFF2-40B4-BE49-F238E27FC236}">
                      <a16:creationId xmlns:a16="http://schemas.microsoft.com/office/drawing/2014/main" id="{F79E9256-0D57-447A-B7B2-E6F8F3ED7BE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49531" y="2033139"/>
                  <a:ext cx="797442" cy="797442"/>
                </a:xfrm>
                <a:prstGeom prst="rect">
                  <a:avLst/>
                </a:prstGeom>
              </p:spPr>
            </p:pic>
            <p:pic>
              <p:nvPicPr>
                <p:cNvPr id="41" name="Graphique 40" descr="Groupe de personnes contour">
                  <a:extLst>
                    <a:ext uri="{FF2B5EF4-FFF2-40B4-BE49-F238E27FC236}">
                      <a16:creationId xmlns:a16="http://schemas.microsoft.com/office/drawing/2014/main" id="{D116938A-5FC8-4CB6-BCD1-0FCB7442350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49532" y="2889294"/>
                  <a:ext cx="797441" cy="797441"/>
                </a:xfrm>
                <a:prstGeom prst="rect">
                  <a:avLst/>
                </a:prstGeom>
              </p:spPr>
            </p:pic>
            <p:pic>
              <p:nvPicPr>
                <p:cNvPr id="42" name="Graphique 41" descr="Groupe avec un remplissage uni">
                  <a:extLst>
                    <a:ext uri="{FF2B5EF4-FFF2-40B4-BE49-F238E27FC236}">
                      <a16:creationId xmlns:a16="http://schemas.microsoft.com/office/drawing/2014/main" id="{32E56B98-1253-4102-977B-FD5496ABC98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37914" y="3709355"/>
                  <a:ext cx="625395" cy="625395"/>
                </a:xfrm>
                <a:prstGeom prst="rect">
                  <a:avLst/>
                </a:prstGeom>
              </p:spPr>
            </p:pic>
            <p:pic>
              <p:nvPicPr>
                <p:cNvPr id="43" name="Graphique 42" descr="Groupe de femmes avec un remplissage uni">
                  <a:extLst>
                    <a:ext uri="{FF2B5EF4-FFF2-40B4-BE49-F238E27FC236}">
                      <a16:creationId xmlns:a16="http://schemas.microsoft.com/office/drawing/2014/main" id="{7E1CE59D-CB3B-4D75-98CA-0F9193FB9890}"/>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10746" y="4450702"/>
                  <a:ext cx="415446" cy="415446"/>
                </a:xfrm>
                <a:prstGeom prst="rect">
                  <a:avLst/>
                </a:prstGeom>
              </p:spPr>
            </p:pic>
            <p:pic>
              <p:nvPicPr>
                <p:cNvPr id="44" name="Graphique 43" descr="Deux femmes avec un remplissage uni">
                  <a:extLst>
                    <a:ext uri="{FF2B5EF4-FFF2-40B4-BE49-F238E27FC236}">
                      <a16:creationId xmlns:a16="http://schemas.microsoft.com/office/drawing/2014/main" id="{6C079A05-27BA-4513-ADCB-B6A40D585C57}"/>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59939" y="5060059"/>
                  <a:ext cx="503370" cy="503370"/>
                </a:xfrm>
                <a:prstGeom prst="rect">
                  <a:avLst/>
                </a:prstGeom>
              </p:spPr>
            </p:pic>
            <p:pic>
              <p:nvPicPr>
                <p:cNvPr id="45" name="Graphique 44" descr="Homme avec un remplissage uni">
                  <a:extLst>
                    <a:ext uri="{FF2B5EF4-FFF2-40B4-BE49-F238E27FC236}">
                      <a16:creationId xmlns:a16="http://schemas.microsoft.com/office/drawing/2014/main" id="{26F95967-FBC3-444A-A7DA-9E15DEAFFD9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963648" y="5663343"/>
                  <a:ext cx="625395" cy="625395"/>
                </a:xfrm>
                <a:prstGeom prst="rect">
                  <a:avLst/>
                </a:prstGeom>
              </p:spPr>
            </p:pic>
          </p:grpSp>
          <p:sp>
            <p:nvSpPr>
              <p:cNvPr id="16" name="ZoneTexte 15">
                <a:extLst>
                  <a:ext uri="{FF2B5EF4-FFF2-40B4-BE49-F238E27FC236}">
                    <a16:creationId xmlns:a16="http://schemas.microsoft.com/office/drawing/2014/main" id="{26D6DB1E-02E9-4FEE-AD93-2EEB0EC5A3A1}"/>
                  </a:ext>
                </a:extLst>
              </p:cNvPr>
              <p:cNvSpPr txBox="1"/>
              <p:nvPr/>
            </p:nvSpPr>
            <p:spPr>
              <a:xfrm>
                <a:off x="9845705" y="4660129"/>
                <a:ext cx="2188720" cy="1334169"/>
              </a:xfrm>
              <a:prstGeom prst="rect">
                <a:avLst/>
              </a:prstGeom>
              <a:noFill/>
            </p:spPr>
            <p:txBody>
              <a:bodyPr wrap="square" rtlCol="0">
                <a:spAutoFit/>
              </a:bodyPr>
              <a:lstStyle/>
              <a:p>
                <a:pPr algn="ctr"/>
                <a:r>
                  <a:rPr lang="en-US" sz="700" b="1" dirty="0">
                    <a:solidFill>
                      <a:schemeClr val="accent1"/>
                    </a:solidFill>
                  </a:rPr>
                  <a:t>Increase engagement : </a:t>
                </a:r>
              </a:p>
              <a:p>
                <a:pPr algn="ctr"/>
                <a:r>
                  <a:rPr lang="en-US" sz="700" b="1" dirty="0">
                    <a:solidFill>
                      <a:schemeClr val="accent1"/>
                    </a:solidFill>
                  </a:rPr>
                  <a:t>Target further engagement</a:t>
                </a:r>
              </a:p>
            </p:txBody>
          </p:sp>
          <p:pic>
            <p:nvPicPr>
              <p:cNvPr id="17" name="Graphique 16" descr="Cœur avec un remplissage uni">
                <a:extLst>
                  <a:ext uri="{FF2B5EF4-FFF2-40B4-BE49-F238E27FC236}">
                    <a16:creationId xmlns:a16="http://schemas.microsoft.com/office/drawing/2014/main" id="{58D1DCEE-1F8F-4431-977F-6ABA242E7C3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975805" y="6176864"/>
                <a:ext cx="324915" cy="324915"/>
              </a:xfrm>
              <a:prstGeom prst="rect">
                <a:avLst/>
              </a:prstGeom>
            </p:spPr>
          </p:pic>
          <p:pic>
            <p:nvPicPr>
              <p:cNvPr id="18" name="Graphique 17" descr="Cœur avec un remplissage uni">
                <a:extLst>
                  <a:ext uri="{FF2B5EF4-FFF2-40B4-BE49-F238E27FC236}">
                    <a16:creationId xmlns:a16="http://schemas.microsoft.com/office/drawing/2014/main" id="{CF49DEC4-F971-4031-89CA-2B4EF7C0753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023944" y="6146902"/>
                <a:ext cx="324915" cy="324915"/>
              </a:xfrm>
              <a:prstGeom prst="rect">
                <a:avLst/>
              </a:prstGeom>
            </p:spPr>
          </p:pic>
          <p:pic>
            <p:nvPicPr>
              <p:cNvPr id="19" name="Graphique 18" descr="Cœur avec un remplissage uni">
                <a:extLst>
                  <a:ext uri="{FF2B5EF4-FFF2-40B4-BE49-F238E27FC236}">
                    <a16:creationId xmlns:a16="http://schemas.microsoft.com/office/drawing/2014/main" id="{9F07BA03-C144-4C33-A2CC-6F115DCDCCF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3348859" y="6146902"/>
                <a:ext cx="324915" cy="324915"/>
              </a:xfrm>
              <a:prstGeom prst="rect">
                <a:avLst/>
              </a:prstGeom>
            </p:spPr>
          </p:pic>
          <p:pic>
            <p:nvPicPr>
              <p:cNvPr id="20" name="Graphique 19" descr="Cœur avec un remplissage uni">
                <a:extLst>
                  <a:ext uri="{FF2B5EF4-FFF2-40B4-BE49-F238E27FC236}">
                    <a16:creationId xmlns:a16="http://schemas.microsoft.com/office/drawing/2014/main" id="{413B5D63-56A1-46E8-83F9-A54F8649E43D}"/>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490727" y="6146902"/>
                <a:ext cx="324915" cy="324915"/>
              </a:xfrm>
              <a:prstGeom prst="rect">
                <a:avLst/>
              </a:prstGeom>
            </p:spPr>
          </p:pic>
          <p:pic>
            <p:nvPicPr>
              <p:cNvPr id="21" name="Graphique 20" descr="Cœur avec un remplissage uni">
                <a:extLst>
                  <a:ext uri="{FF2B5EF4-FFF2-40B4-BE49-F238E27FC236}">
                    <a16:creationId xmlns:a16="http://schemas.microsoft.com/office/drawing/2014/main" id="{40C4735A-10A0-4BC0-978D-14420FE4699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815642" y="6146902"/>
                <a:ext cx="324915" cy="324915"/>
              </a:xfrm>
              <a:prstGeom prst="rect">
                <a:avLst/>
              </a:prstGeom>
            </p:spPr>
          </p:pic>
          <p:pic>
            <p:nvPicPr>
              <p:cNvPr id="22" name="Graphique 21" descr="Cœur avec un remplissage uni">
                <a:extLst>
                  <a:ext uri="{FF2B5EF4-FFF2-40B4-BE49-F238E27FC236}">
                    <a16:creationId xmlns:a16="http://schemas.microsoft.com/office/drawing/2014/main" id="{47D4D542-36B7-44B2-BF73-B1F190BD920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4653184" y="6382260"/>
                <a:ext cx="324915" cy="324915"/>
              </a:xfrm>
              <a:prstGeom prst="rect">
                <a:avLst/>
              </a:prstGeom>
            </p:spPr>
          </p:pic>
          <p:pic>
            <p:nvPicPr>
              <p:cNvPr id="23" name="Graphique 22" descr="Cœur avec un remplissage uni">
                <a:extLst>
                  <a:ext uri="{FF2B5EF4-FFF2-40B4-BE49-F238E27FC236}">
                    <a16:creationId xmlns:a16="http://schemas.microsoft.com/office/drawing/2014/main" id="{62EDBF9A-24E4-419B-A1CC-D92954A8E97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63391" y="6152605"/>
                <a:ext cx="324915" cy="324915"/>
              </a:xfrm>
              <a:prstGeom prst="rect">
                <a:avLst/>
              </a:prstGeom>
            </p:spPr>
          </p:pic>
          <p:pic>
            <p:nvPicPr>
              <p:cNvPr id="24" name="Graphique 23" descr="Cœur avec un remplissage uni">
                <a:extLst>
                  <a:ext uri="{FF2B5EF4-FFF2-40B4-BE49-F238E27FC236}">
                    <a16:creationId xmlns:a16="http://schemas.microsoft.com/office/drawing/2014/main" id="{F197FB2F-5E02-4DC3-87E2-8305B46B803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88306" y="6152605"/>
                <a:ext cx="324915" cy="324915"/>
              </a:xfrm>
              <a:prstGeom prst="rect">
                <a:avLst/>
              </a:prstGeom>
            </p:spPr>
          </p:pic>
          <p:pic>
            <p:nvPicPr>
              <p:cNvPr id="25" name="Graphique 24" descr="Cœur avec un remplissage uni">
                <a:extLst>
                  <a:ext uri="{FF2B5EF4-FFF2-40B4-BE49-F238E27FC236}">
                    <a16:creationId xmlns:a16="http://schemas.microsoft.com/office/drawing/2014/main" id="{914DA787-08F5-4CC8-BBE6-7ED82FC5461E}"/>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663391" y="6382260"/>
                <a:ext cx="324915" cy="324915"/>
              </a:xfrm>
              <a:prstGeom prst="rect">
                <a:avLst/>
              </a:prstGeom>
            </p:spPr>
          </p:pic>
          <p:pic>
            <p:nvPicPr>
              <p:cNvPr id="26" name="Graphique 25" descr="Cœur avec un remplissage uni">
                <a:extLst>
                  <a:ext uri="{FF2B5EF4-FFF2-40B4-BE49-F238E27FC236}">
                    <a16:creationId xmlns:a16="http://schemas.microsoft.com/office/drawing/2014/main" id="{B91EE80B-FCA6-42BD-83BC-4721EB24A75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5988305" y="6391881"/>
                <a:ext cx="324915" cy="324915"/>
              </a:xfrm>
              <a:prstGeom prst="rect">
                <a:avLst/>
              </a:prstGeom>
            </p:spPr>
          </p:pic>
          <p:pic>
            <p:nvPicPr>
              <p:cNvPr id="27" name="Graphique 26" descr="Cœur avec un remplissage uni">
                <a:extLst>
                  <a:ext uri="{FF2B5EF4-FFF2-40B4-BE49-F238E27FC236}">
                    <a16:creationId xmlns:a16="http://schemas.microsoft.com/office/drawing/2014/main" id="{320CF88A-8DAC-4301-8812-30A79B0FEF7C}"/>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98511" y="6146902"/>
                <a:ext cx="324915" cy="324915"/>
              </a:xfrm>
              <a:prstGeom prst="rect">
                <a:avLst/>
              </a:prstGeom>
            </p:spPr>
          </p:pic>
          <p:pic>
            <p:nvPicPr>
              <p:cNvPr id="28" name="Graphique 27" descr="Cœur avec un remplissage uni">
                <a:extLst>
                  <a:ext uri="{FF2B5EF4-FFF2-40B4-BE49-F238E27FC236}">
                    <a16:creationId xmlns:a16="http://schemas.microsoft.com/office/drawing/2014/main" id="{D81817B5-CBEC-4187-8B68-F45AB41002D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23426" y="6146902"/>
                <a:ext cx="324915" cy="324915"/>
              </a:xfrm>
              <a:prstGeom prst="rect">
                <a:avLst/>
              </a:prstGeom>
            </p:spPr>
          </p:pic>
          <p:pic>
            <p:nvPicPr>
              <p:cNvPr id="29" name="Graphique 28" descr="Cœur avec un remplissage uni">
                <a:extLst>
                  <a:ext uri="{FF2B5EF4-FFF2-40B4-BE49-F238E27FC236}">
                    <a16:creationId xmlns:a16="http://schemas.microsoft.com/office/drawing/2014/main" id="{39D49570-AAEC-4E44-8F96-8B54FE8E9177}"/>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6998510" y="6481460"/>
                <a:ext cx="324915" cy="324915"/>
              </a:xfrm>
              <a:prstGeom prst="rect">
                <a:avLst/>
              </a:prstGeom>
            </p:spPr>
          </p:pic>
          <p:pic>
            <p:nvPicPr>
              <p:cNvPr id="30" name="Graphique 29" descr="Cœur avec un remplissage uni">
                <a:extLst>
                  <a:ext uri="{FF2B5EF4-FFF2-40B4-BE49-F238E27FC236}">
                    <a16:creationId xmlns:a16="http://schemas.microsoft.com/office/drawing/2014/main" id="{F9A7C845-20D3-4385-B265-EDBCE10E4458}"/>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323425" y="6469015"/>
                <a:ext cx="324915" cy="324915"/>
              </a:xfrm>
              <a:prstGeom prst="rect">
                <a:avLst/>
              </a:prstGeom>
            </p:spPr>
          </p:pic>
          <p:pic>
            <p:nvPicPr>
              <p:cNvPr id="31" name="Graphique 30" descr="Cœur avec un remplissage uni">
                <a:extLst>
                  <a:ext uri="{FF2B5EF4-FFF2-40B4-BE49-F238E27FC236}">
                    <a16:creationId xmlns:a16="http://schemas.microsoft.com/office/drawing/2014/main" id="{B89724C7-030C-44F5-8446-5D7C104D15F5}"/>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7168105" y="6315062"/>
                <a:ext cx="324915" cy="324915"/>
              </a:xfrm>
              <a:prstGeom prst="rect">
                <a:avLst/>
              </a:prstGeom>
            </p:spPr>
          </p:pic>
          <p:pic>
            <p:nvPicPr>
              <p:cNvPr id="32" name="Graphique 31" descr="Cœur avec un remplissage uni">
                <a:extLst>
                  <a:ext uri="{FF2B5EF4-FFF2-40B4-BE49-F238E27FC236}">
                    <a16:creationId xmlns:a16="http://schemas.microsoft.com/office/drawing/2014/main" id="{83D0FF37-C8AE-4824-B04F-59B193E5F0F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066966"/>
                <a:ext cx="324915" cy="324915"/>
              </a:xfrm>
              <a:prstGeom prst="rect">
                <a:avLst/>
              </a:prstGeom>
            </p:spPr>
          </p:pic>
          <p:pic>
            <p:nvPicPr>
              <p:cNvPr id="33" name="Graphique 32" descr="Cœur avec un remplissage uni">
                <a:extLst>
                  <a:ext uri="{FF2B5EF4-FFF2-40B4-BE49-F238E27FC236}">
                    <a16:creationId xmlns:a16="http://schemas.microsoft.com/office/drawing/2014/main" id="{4282D0ED-4DE9-434C-AE83-2FF6CE7FDC61}"/>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3" y="6066966"/>
                <a:ext cx="324915" cy="324915"/>
              </a:xfrm>
              <a:prstGeom prst="rect">
                <a:avLst/>
              </a:prstGeom>
            </p:spPr>
          </p:pic>
          <p:pic>
            <p:nvPicPr>
              <p:cNvPr id="34" name="Graphique 33" descr="Cœur avec un remplissage uni">
                <a:extLst>
                  <a:ext uri="{FF2B5EF4-FFF2-40B4-BE49-F238E27FC236}">
                    <a16:creationId xmlns:a16="http://schemas.microsoft.com/office/drawing/2014/main" id="{3CBDC788-84FD-4F2C-9E32-264125104470}"/>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296621"/>
                <a:ext cx="324915" cy="324915"/>
              </a:xfrm>
              <a:prstGeom prst="rect">
                <a:avLst/>
              </a:prstGeom>
            </p:spPr>
          </p:pic>
          <p:pic>
            <p:nvPicPr>
              <p:cNvPr id="35" name="Graphique 34" descr="Cœur avec un remplissage uni">
                <a:extLst>
                  <a:ext uri="{FF2B5EF4-FFF2-40B4-BE49-F238E27FC236}">
                    <a16:creationId xmlns:a16="http://schemas.microsoft.com/office/drawing/2014/main" id="{8AFE4294-3D78-420B-B2B6-40189B93BA22}"/>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2" y="6287580"/>
                <a:ext cx="324915" cy="324915"/>
              </a:xfrm>
              <a:prstGeom prst="rect">
                <a:avLst/>
              </a:prstGeom>
            </p:spPr>
          </p:pic>
          <p:pic>
            <p:nvPicPr>
              <p:cNvPr id="36" name="Graphique 35" descr="Cœur avec un remplissage uni">
                <a:extLst>
                  <a:ext uri="{FF2B5EF4-FFF2-40B4-BE49-F238E27FC236}">
                    <a16:creationId xmlns:a16="http://schemas.microsoft.com/office/drawing/2014/main" id="{5DF5B77C-F098-4220-B03A-7B8DD6C2B16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312298" y="6524450"/>
                <a:ext cx="324915" cy="324915"/>
              </a:xfrm>
              <a:prstGeom prst="rect">
                <a:avLst/>
              </a:prstGeom>
            </p:spPr>
          </p:pic>
          <p:pic>
            <p:nvPicPr>
              <p:cNvPr id="37" name="Graphique 36" descr="Cœur avec un remplissage uni">
                <a:extLst>
                  <a:ext uri="{FF2B5EF4-FFF2-40B4-BE49-F238E27FC236}">
                    <a16:creationId xmlns:a16="http://schemas.microsoft.com/office/drawing/2014/main" id="{529B8D94-F522-4E52-8832-6FD4637216E4}"/>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637212" y="6505702"/>
                <a:ext cx="324915" cy="324915"/>
              </a:xfrm>
              <a:prstGeom prst="rect">
                <a:avLst/>
              </a:prstGeom>
            </p:spPr>
          </p:pic>
          <p:sp>
            <p:nvSpPr>
              <p:cNvPr id="38" name="Flèche : droite 37">
                <a:extLst>
                  <a:ext uri="{FF2B5EF4-FFF2-40B4-BE49-F238E27FC236}">
                    <a16:creationId xmlns:a16="http://schemas.microsoft.com/office/drawing/2014/main" id="{B76A28D0-F0DA-4B5A-A117-DA6DC6642B38}"/>
                  </a:ext>
                </a:extLst>
              </p:cNvPr>
              <p:cNvSpPr/>
              <p:nvPr/>
            </p:nvSpPr>
            <p:spPr>
              <a:xfrm>
                <a:off x="4815642" y="4672016"/>
                <a:ext cx="4281705" cy="12764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00" dirty="0"/>
                  <a:t>Make people love our content more : more authenticity, more usefulness, better experience, possibilities to engage</a:t>
                </a:r>
              </a:p>
            </p:txBody>
          </p:sp>
          <p:sp>
            <p:nvSpPr>
              <p:cNvPr id="39" name="Flèche : haut 38">
                <a:extLst>
                  <a:ext uri="{FF2B5EF4-FFF2-40B4-BE49-F238E27FC236}">
                    <a16:creationId xmlns:a16="http://schemas.microsoft.com/office/drawing/2014/main" id="{D5C053FE-6D3F-486F-B97D-5BF1DA45BDEF}"/>
                  </a:ext>
                </a:extLst>
              </p:cNvPr>
              <p:cNvSpPr/>
              <p:nvPr/>
            </p:nvSpPr>
            <p:spPr>
              <a:xfrm>
                <a:off x="1958947" y="2533537"/>
                <a:ext cx="2258486" cy="2244770"/>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400" dirty="0"/>
                  <a:t>Make more people love our content : increased promotion, attention catching strategies</a:t>
                </a:r>
              </a:p>
            </p:txBody>
          </p:sp>
        </p:grpSp>
      </p:grpSp>
    </p:spTree>
    <p:extLst>
      <p:ext uri="{BB962C8B-B14F-4D97-AF65-F5344CB8AC3E}">
        <p14:creationId xmlns:p14="http://schemas.microsoft.com/office/powerpoint/2010/main" val="3658959229"/>
      </p:ext>
    </p:extLst>
  </p:cSld>
  <p:clrMapOvr>
    <a:masterClrMapping/>
  </p:clrMapOvr>
  <mc:AlternateContent xmlns:mc="http://schemas.openxmlformats.org/markup-compatibility/2006" xmlns:p14="http://schemas.microsoft.com/office/powerpoint/2010/main">
    <mc:Choice Requires="p14">
      <p:transition spd="slow" p14:dur="2000" advTm="20409"/>
    </mc:Choice>
    <mc:Fallback xmlns="">
      <p:transition spd="slow" advTm="20409"/>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2904B001-EEA1-4EAC-B74A-75CD479363A2}"/>
              </a:ext>
            </a:extLst>
          </p:cNvPr>
          <p:cNvSpPr>
            <a:spLocks noGrp="1"/>
          </p:cNvSpPr>
          <p:nvPr>
            <p:ph type="title"/>
          </p:nvPr>
        </p:nvSpPr>
        <p:spPr/>
        <p:txBody>
          <a:bodyPr>
            <a:normAutofit fontScale="90000"/>
          </a:bodyPr>
          <a:lstStyle/>
          <a:p>
            <a:r>
              <a:rPr lang="en-US" dirty="0"/>
              <a:t>Exercise #C5</a:t>
            </a:r>
            <a:br>
              <a:rPr lang="en-US" dirty="0"/>
            </a:br>
            <a:r>
              <a:rPr lang="en-US" sz="3100" dirty="0"/>
              <a:t>Brainstorm actions for reach or for engagement in your current Community</a:t>
            </a:r>
            <a:endParaRPr lang="en-US" dirty="0"/>
          </a:p>
        </p:txBody>
      </p:sp>
      <p:sp>
        <p:nvSpPr>
          <p:cNvPr id="32" name="ZoneTexte 31">
            <a:extLst>
              <a:ext uri="{FF2B5EF4-FFF2-40B4-BE49-F238E27FC236}">
                <a16:creationId xmlns:a16="http://schemas.microsoft.com/office/drawing/2014/main" id="{C3CA301D-ED39-42C2-A85F-8773B66A3690}"/>
              </a:ext>
            </a:extLst>
          </p:cNvPr>
          <p:cNvSpPr txBox="1"/>
          <p:nvPr/>
        </p:nvSpPr>
        <p:spPr>
          <a:xfrm>
            <a:off x="94994" y="2070008"/>
            <a:ext cx="2188721" cy="923330"/>
          </a:xfrm>
          <a:prstGeom prst="rect">
            <a:avLst/>
          </a:prstGeom>
          <a:noFill/>
        </p:spPr>
        <p:txBody>
          <a:bodyPr wrap="square" rtlCol="0">
            <a:spAutoFit/>
          </a:bodyPr>
          <a:lstStyle/>
          <a:p>
            <a:pPr algn="ctr"/>
            <a:r>
              <a:rPr lang="en-US" b="1" dirty="0">
                <a:solidFill>
                  <a:schemeClr val="accent1"/>
                </a:solidFill>
              </a:rPr>
              <a:t>Increase reach : </a:t>
            </a:r>
          </a:p>
          <a:p>
            <a:pPr algn="ctr"/>
            <a:r>
              <a:rPr lang="en-US" b="1" dirty="0">
                <a:solidFill>
                  <a:schemeClr val="accent1"/>
                </a:solidFill>
              </a:rPr>
              <a:t>Target more people</a:t>
            </a:r>
          </a:p>
        </p:txBody>
      </p:sp>
      <p:grpSp>
        <p:nvGrpSpPr>
          <p:cNvPr id="58" name="Groupe 57">
            <a:extLst>
              <a:ext uri="{FF2B5EF4-FFF2-40B4-BE49-F238E27FC236}">
                <a16:creationId xmlns:a16="http://schemas.microsoft.com/office/drawing/2014/main" id="{CE97DE6F-98C3-4003-84C2-2ADD8340F0FE}"/>
              </a:ext>
            </a:extLst>
          </p:cNvPr>
          <p:cNvGrpSpPr/>
          <p:nvPr/>
        </p:nvGrpSpPr>
        <p:grpSpPr>
          <a:xfrm>
            <a:off x="868193" y="2593621"/>
            <a:ext cx="11166232" cy="4255744"/>
            <a:chOff x="868193" y="2593621"/>
            <a:chExt cx="11166232" cy="4255744"/>
          </a:xfrm>
        </p:grpSpPr>
        <p:grpSp>
          <p:nvGrpSpPr>
            <p:cNvPr id="17" name="Groupe 16">
              <a:extLst>
                <a:ext uri="{FF2B5EF4-FFF2-40B4-BE49-F238E27FC236}">
                  <a16:creationId xmlns:a16="http://schemas.microsoft.com/office/drawing/2014/main" id="{FCFD7A5A-B1CE-46D4-A389-AB4B6F856600}"/>
                </a:ext>
              </a:extLst>
            </p:cNvPr>
            <p:cNvGrpSpPr/>
            <p:nvPr/>
          </p:nvGrpSpPr>
          <p:grpSpPr>
            <a:xfrm>
              <a:off x="1670556" y="2593621"/>
              <a:ext cx="8572959" cy="3449817"/>
              <a:chOff x="1724927" y="2500604"/>
              <a:chExt cx="8572959" cy="3449817"/>
            </a:xfrm>
          </p:grpSpPr>
          <p:cxnSp>
            <p:nvCxnSpPr>
              <p:cNvPr id="10" name="Connecteur droit avec flèche 9">
                <a:extLst>
                  <a:ext uri="{FF2B5EF4-FFF2-40B4-BE49-F238E27FC236}">
                    <a16:creationId xmlns:a16="http://schemas.microsoft.com/office/drawing/2014/main" id="{A2956BFC-54C3-4547-8B5C-7DA985BE4186}"/>
                  </a:ext>
                </a:extLst>
              </p:cNvPr>
              <p:cNvCxnSpPr>
                <a:cxnSpLocks/>
              </p:cNvCxnSpPr>
              <p:nvPr/>
            </p:nvCxnSpPr>
            <p:spPr>
              <a:xfrm flipV="1">
                <a:off x="1724927" y="2500604"/>
                <a:ext cx="0" cy="34498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eur droit avec flèche 11">
                <a:extLst>
                  <a:ext uri="{FF2B5EF4-FFF2-40B4-BE49-F238E27FC236}">
                    <a16:creationId xmlns:a16="http://schemas.microsoft.com/office/drawing/2014/main" id="{C7C717CB-FBC1-4752-BB44-D1235B479A88}"/>
                  </a:ext>
                </a:extLst>
              </p:cNvPr>
              <p:cNvCxnSpPr>
                <a:cxnSpLocks/>
              </p:cNvCxnSpPr>
              <p:nvPr/>
            </p:nvCxnSpPr>
            <p:spPr>
              <a:xfrm>
                <a:off x="1724927" y="5950421"/>
                <a:ext cx="85729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grpSp>
          <p:nvGrpSpPr>
            <p:cNvPr id="31" name="Groupe 30">
              <a:extLst>
                <a:ext uri="{FF2B5EF4-FFF2-40B4-BE49-F238E27FC236}">
                  <a16:creationId xmlns:a16="http://schemas.microsoft.com/office/drawing/2014/main" id="{77E1A519-883E-4BBA-9276-FF7FAF245FBE}"/>
                </a:ext>
              </a:extLst>
            </p:cNvPr>
            <p:cNvGrpSpPr/>
            <p:nvPr/>
          </p:nvGrpSpPr>
          <p:grpSpPr>
            <a:xfrm>
              <a:off x="868193" y="3041780"/>
              <a:ext cx="554235" cy="2957709"/>
              <a:chOff x="849531" y="2033139"/>
              <a:chExt cx="797442" cy="4255599"/>
            </a:xfrm>
          </p:grpSpPr>
          <p:pic>
            <p:nvPicPr>
              <p:cNvPr id="19" name="Graphique 18" descr="Groupe de personnes avec un remplissage uni">
                <a:extLst>
                  <a:ext uri="{FF2B5EF4-FFF2-40B4-BE49-F238E27FC236}">
                    <a16:creationId xmlns:a16="http://schemas.microsoft.com/office/drawing/2014/main" id="{64146C5C-F781-45C8-9580-0E55E786D24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49531" y="2033139"/>
                <a:ext cx="797442" cy="797442"/>
              </a:xfrm>
              <a:prstGeom prst="rect">
                <a:avLst/>
              </a:prstGeom>
            </p:spPr>
          </p:pic>
          <p:pic>
            <p:nvPicPr>
              <p:cNvPr id="21" name="Graphique 20" descr="Groupe de personnes contour">
                <a:extLst>
                  <a:ext uri="{FF2B5EF4-FFF2-40B4-BE49-F238E27FC236}">
                    <a16:creationId xmlns:a16="http://schemas.microsoft.com/office/drawing/2014/main" id="{DF1300D2-8F76-4131-9655-7FE6AEA97F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9532" y="2889294"/>
                <a:ext cx="797441" cy="797441"/>
              </a:xfrm>
              <a:prstGeom prst="rect">
                <a:avLst/>
              </a:prstGeom>
            </p:spPr>
          </p:pic>
          <p:pic>
            <p:nvPicPr>
              <p:cNvPr id="23" name="Graphique 22" descr="Groupe avec un remplissage uni">
                <a:extLst>
                  <a:ext uri="{FF2B5EF4-FFF2-40B4-BE49-F238E27FC236}">
                    <a16:creationId xmlns:a16="http://schemas.microsoft.com/office/drawing/2014/main" id="{53A40E74-2464-48F5-900D-9706BE6A04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7914" y="3709355"/>
                <a:ext cx="625395" cy="625395"/>
              </a:xfrm>
              <a:prstGeom prst="rect">
                <a:avLst/>
              </a:prstGeom>
            </p:spPr>
          </p:pic>
          <p:pic>
            <p:nvPicPr>
              <p:cNvPr id="25" name="Graphique 24" descr="Groupe de femmes avec un remplissage uni">
                <a:extLst>
                  <a:ext uri="{FF2B5EF4-FFF2-40B4-BE49-F238E27FC236}">
                    <a16:creationId xmlns:a16="http://schemas.microsoft.com/office/drawing/2014/main" id="{481D1941-9E54-4E96-9FCE-AA0BA59B7E6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10746" y="4450702"/>
                <a:ext cx="415446" cy="415446"/>
              </a:xfrm>
              <a:prstGeom prst="rect">
                <a:avLst/>
              </a:prstGeom>
            </p:spPr>
          </p:pic>
          <p:pic>
            <p:nvPicPr>
              <p:cNvPr id="27" name="Graphique 26" descr="Deux femmes avec un remplissage uni">
                <a:extLst>
                  <a:ext uri="{FF2B5EF4-FFF2-40B4-BE49-F238E27FC236}">
                    <a16:creationId xmlns:a16="http://schemas.microsoft.com/office/drawing/2014/main" id="{A2F724DC-2192-4267-B441-796FFD4EEEC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59939" y="5060059"/>
                <a:ext cx="503370" cy="503370"/>
              </a:xfrm>
              <a:prstGeom prst="rect">
                <a:avLst/>
              </a:prstGeom>
            </p:spPr>
          </p:pic>
          <p:pic>
            <p:nvPicPr>
              <p:cNvPr id="30" name="Graphique 29" descr="Homme avec un remplissage uni">
                <a:extLst>
                  <a:ext uri="{FF2B5EF4-FFF2-40B4-BE49-F238E27FC236}">
                    <a16:creationId xmlns:a16="http://schemas.microsoft.com/office/drawing/2014/main" id="{1D2368E6-CA8C-4ACE-846A-04B613BCA3A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3648" y="5663343"/>
                <a:ext cx="625395" cy="625395"/>
              </a:xfrm>
              <a:prstGeom prst="rect">
                <a:avLst/>
              </a:prstGeom>
            </p:spPr>
          </p:pic>
        </p:grpSp>
        <p:sp>
          <p:nvSpPr>
            <p:cNvPr id="33" name="ZoneTexte 32">
              <a:extLst>
                <a:ext uri="{FF2B5EF4-FFF2-40B4-BE49-F238E27FC236}">
                  <a16:creationId xmlns:a16="http://schemas.microsoft.com/office/drawing/2014/main" id="{0214BBEE-09CD-4225-83A8-59B9F64724CE}"/>
                </a:ext>
              </a:extLst>
            </p:cNvPr>
            <p:cNvSpPr txBox="1"/>
            <p:nvPr/>
          </p:nvSpPr>
          <p:spPr>
            <a:xfrm>
              <a:off x="9845704" y="4660129"/>
              <a:ext cx="2188721" cy="1200329"/>
            </a:xfrm>
            <a:prstGeom prst="rect">
              <a:avLst/>
            </a:prstGeom>
            <a:noFill/>
          </p:spPr>
          <p:txBody>
            <a:bodyPr wrap="square" rtlCol="0">
              <a:spAutoFit/>
            </a:bodyPr>
            <a:lstStyle/>
            <a:p>
              <a:pPr algn="ctr"/>
              <a:r>
                <a:rPr lang="en-US" b="1" dirty="0">
                  <a:solidFill>
                    <a:schemeClr val="accent1"/>
                  </a:solidFill>
                </a:rPr>
                <a:t>Increase engagement : </a:t>
              </a:r>
            </a:p>
            <a:p>
              <a:pPr algn="ctr"/>
              <a:r>
                <a:rPr lang="en-US" b="1" dirty="0">
                  <a:solidFill>
                    <a:schemeClr val="accent1"/>
                  </a:solidFill>
                </a:rPr>
                <a:t>Target further engagement</a:t>
              </a:r>
            </a:p>
          </p:txBody>
        </p:sp>
        <p:pic>
          <p:nvPicPr>
            <p:cNvPr id="35" name="Graphique 34" descr="Cœur avec un remplissage uni">
              <a:extLst>
                <a:ext uri="{FF2B5EF4-FFF2-40B4-BE49-F238E27FC236}">
                  <a16:creationId xmlns:a16="http://schemas.microsoft.com/office/drawing/2014/main" id="{E52289C5-E864-4540-BFE6-5ED7AAF888A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975805" y="6176864"/>
              <a:ext cx="324915" cy="324915"/>
            </a:xfrm>
            <a:prstGeom prst="rect">
              <a:avLst/>
            </a:prstGeom>
          </p:spPr>
        </p:pic>
        <p:pic>
          <p:nvPicPr>
            <p:cNvPr id="36" name="Graphique 35" descr="Cœur avec un remplissage uni">
              <a:extLst>
                <a:ext uri="{FF2B5EF4-FFF2-40B4-BE49-F238E27FC236}">
                  <a16:creationId xmlns:a16="http://schemas.microsoft.com/office/drawing/2014/main" id="{34DA2D20-B615-4877-BFD2-8C7A44D772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023944" y="6146902"/>
              <a:ext cx="324915" cy="324915"/>
            </a:xfrm>
            <a:prstGeom prst="rect">
              <a:avLst/>
            </a:prstGeom>
          </p:spPr>
        </p:pic>
        <p:pic>
          <p:nvPicPr>
            <p:cNvPr id="37" name="Graphique 36" descr="Cœur avec un remplissage uni">
              <a:extLst>
                <a:ext uri="{FF2B5EF4-FFF2-40B4-BE49-F238E27FC236}">
                  <a16:creationId xmlns:a16="http://schemas.microsoft.com/office/drawing/2014/main" id="{1DB7035E-0B46-46EB-AD4C-053BE5E70F7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348859" y="6146902"/>
              <a:ext cx="324915" cy="324915"/>
            </a:xfrm>
            <a:prstGeom prst="rect">
              <a:avLst/>
            </a:prstGeom>
          </p:spPr>
        </p:pic>
        <p:pic>
          <p:nvPicPr>
            <p:cNvPr id="38" name="Graphique 37" descr="Cœur avec un remplissage uni">
              <a:extLst>
                <a:ext uri="{FF2B5EF4-FFF2-40B4-BE49-F238E27FC236}">
                  <a16:creationId xmlns:a16="http://schemas.microsoft.com/office/drawing/2014/main" id="{6A5B9A09-61D2-46C2-AB01-F0B1709D852A}"/>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490727" y="6146902"/>
              <a:ext cx="324915" cy="324915"/>
            </a:xfrm>
            <a:prstGeom prst="rect">
              <a:avLst/>
            </a:prstGeom>
          </p:spPr>
        </p:pic>
        <p:pic>
          <p:nvPicPr>
            <p:cNvPr id="39" name="Graphique 38" descr="Cœur avec un remplissage uni">
              <a:extLst>
                <a:ext uri="{FF2B5EF4-FFF2-40B4-BE49-F238E27FC236}">
                  <a16:creationId xmlns:a16="http://schemas.microsoft.com/office/drawing/2014/main" id="{82D7D484-8E1E-45FD-8621-153B120B41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815642" y="6146902"/>
              <a:ext cx="324915" cy="324915"/>
            </a:xfrm>
            <a:prstGeom prst="rect">
              <a:avLst/>
            </a:prstGeom>
          </p:spPr>
        </p:pic>
        <p:pic>
          <p:nvPicPr>
            <p:cNvPr id="40" name="Graphique 39" descr="Cœur avec un remplissage uni">
              <a:extLst>
                <a:ext uri="{FF2B5EF4-FFF2-40B4-BE49-F238E27FC236}">
                  <a16:creationId xmlns:a16="http://schemas.microsoft.com/office/drawing/2014/main" id="{4961F9C2-111D-4B37-8F26-AA269DE850C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4653184" y="6382260"/>
              <a:ext cx="324915" cy="324915"/>
            </a:xfrm>
            <a:prstGeom prst="rect">
              <a:avLst/>
            </a:prstGeom>
          </p:spPr>
        </p:pic>
        <p:pic>
          <p:nvPicPr>
            <p:cNvPr id="41" name="Graphique 40" descr="Cœur avec un remplissage uni">
              <a:extLst>
                <a:ext uri="{FF2B5EF4-FFF2-40B4-BE49-F238E27FC236}">
                  <a16:creationId xmlns:a16="http://schemas.microsoft.com/office/drawing/2014/main" id="{17A765C5-8BAE-48B8-A4DD-5B054EFE6EF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152605"/>
              <a:ext cx="324915" cy="324915"/>
            </a:xfrm>
            <a:prstGeom prst="rect">
              <a:avLst/>
            </a:prstGeom>
          </p:spPr>
        </p:pic>
        <p:pic>
          <p:nvPicPr>
            <p:cNvPr id="42" name="Graphique 41" descr="Cœur avec un remplissage uni">
              <a:extLst>
                <a:ext uri="{FF2B5EF4-FFF2-40B4-BE49-F238E27FC236}">
                  <a16:creationId xmlns:a16="http://schemas.microsoft.com/office/drawing/2014/main" id="{5F44ACAD-3E00-4803-86AC-141697F7123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6" y="6152605"/>
              <a:ext cx="324915" cy="324915"/>
            </a:xfrm>
            <a:prstGeom prst="rect">
              <a:avLst/>
            </a:prstGeom>
          </p:spPr>
        </p:pic>
        <p:pic>
          <p:nvPicPr>
            <p:cNvPr id="43" name="Graphique 42" descr="Cœur avec un remplissage uni">
              <a:extLst>
                <a:ext uri="{FF2B5EF4-FFF2-40B4-BE49-F238E27FC236}">
                  <a16:creationId xmlns:a16="http://schemas.microsoft.com/office/drawing/2014/main" id="{3D61C4DE-BD1F-4E2D-9F69-01A92A0DC29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663391" y="6382260"/>
              <a:ext cx="324915" cy="324915"/>
            </a:xfrm>
            <a:prstGeom prst="rect">
              <a:avLst/>
            </a:prstGeom>
          </p:spPr>
        </p:pic>
        <p:pic>
          <p:nvPicPr>
            <p:cNvPr id="44" name="Graphique 43" descr="Cœur avec un remplissage uni">
              <a:extLst>
                <a:ext uri="{FF2B5EF4-FFF2-40B4-BE49-F238E27FC236}">
                  <a16:creationId xmlns:a16="http://schemas.microsoft.com/office/drawing/2014/main" id="{32E4054B-4053-4F39-8BF9-18BC524D481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5988305" y="6391881"/>
              <a:ext cx="324915" cy="324915"/>
            </a:xfrm>
            <a:prstGeom prst="rect">
              <a:avLst/>
            </a:prstGeom>
          </p:spPr>
        </p:pic>
        <p:pic>
          <p:nvPicPr>
            <p:cNvPr id="45" name="Graphique 44" descr="Cœur avec un remplissage uni">
              <a:extLst>
                <a:ext uri="{FF2B5EF4-FFF2-40B4-BE49-F238E27FC236}">
                  <a16:creationId xmlns:a16="http://schemas.microsoft.com/office/drawing/2014/main" id="{E771AB82-B92F-4C3B-9F78-C9D6F10E1BD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1" y="6146902"/>
              <a:ext cx="324915" cy="324915"/>
            </a:xfrm>
            <a:prstGeom prst="rect">
              <a:avLst/>
            </a:prstGeom>
          </p:spPr>
        </p:pic>
        <p:pic>
          <p:nvPicPr>
            <p:cNvPr id="46" name="Graphique 45" descr="Cœur avec un remplissage uni">
              <a:extLst>
                <a:ext uri="{FF2B5EF4-FFF2-40B4-BE49-F238E27FC236}">
                  <a16:creationId xmlns:a16="http://schemas.microsoft.com/office/drawing/2014/main" id="{224876CD-3EA5-478A-B7EA-FA5B6EAF197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6" y="6146902"/>
              <a:ext cx="324915" cy="324915"/>
            </a:xfrm>
            <a:prstGeom prst="rect">
              <a:avLst/>
            </a:prstGeom>
          </p:spPr>
        </p:pic>
        <p:pic>
          <p:nvPicPr>
            <p:cNvPr id="47" name="Graphique 46" descr="Cœur avec un remplissage uni">
              <a:extLst>
                <a:ext uri="{FF2B5EF4-FFF2-40B4-BE49-F238E27FC236}">
                  <a16:creationId xmlns:a16="http://schemas.microsoft.com/office/drawing/2014/main" id="{2C6B0EDB-3F28-4053-A198-24E6FE6D060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998510" y="6481460"/>
              <a:ext cx="324915" cy="324915"/>
            </a:xfrm>
            <a:prstGeom prst="rect">
              <a:avLst/>
            </a:prstGeom>
          </p:spPr>
        </p:pic>
        <p:pic>
          <p:nvPicPr>
            <p:cNvPr id="48" name="Graphique 47" descr="Cœur avec un remplissage uni">
              <a:extLst>
                <a:ext uri="{FF2B5EF4-FFF2-40B4-BE49-F238E27FC236}">
                  <a16:creationId xmlns:a16="http://schemas.microsoft.com/office/drawing/2014/main" id="{B46894D5-7D7C-40C1-AFAF-746B74DD2BA0}"/>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323425" y="6469015"/>
              <a:ext cx="324915" cy="324915"/>
            </a:xfrm>
            <a:prstGeom prst="rect">
              <a:avLst/>
            </a:prstGeom>
          </p:spPr>
        </p:pic>
        <p:pic>
          <p:nvPicPr>
            <p:cNvPr id="49" name="Graphique 48" descr="Cœur avec un remplissage uni">
              <a:extLst>
                <a:ext uri="{FF2B5EF4-FFF2-40B4-BE49-F238E27FC236}">
                  <a16:creationId xmlns:a16="http://schemas.microsoft.com/office/drawing/2014/main" id="{5C15A28E-873A-4416-A558-31B9F297992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7168105" y="6315062"/>
              <a:ext cx="324915" cy="324915"/>
            </a:xfrm>
            <a:prstGeom prst="rect">
              <a:avLst/>
            </a:prstGeom>
          </p:spPr>
        </p:pic>
        <p:pic>
          <p:nvPicPr>
            <p:cNvPr id="50" name="Graphique 49" descr="Cœur avec un remplissage uni">
              <a:extLst>
                <a:ext uri="{FF2B5EF4-FFF2-40B4-BE49-F238E27FC236}">
                  <a16:creationId xmlns:a16="http://schemas.microsoft.com/office/drawing/2014/main" id="{C5B8D6B4-065F-4B8D-8212-979B36CEDF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066966"/>
              <a:ext cx="324915" cy="324915"/>
            </a:xfrm>
            <a:prstGeom prst="rect">
              <a:avLst/>
            </a:prstGeom>
          </p:spPr>
        </p:pic>
        <p:pic>
          <p:nvPicPr>
            <p:cNvPr id="51" name="Graphique 50" descr="Cœur avec un remplissage uni">
              <a:extLst>
                <a:ext uri="{FF2B5EF4-FFF2-40B4-BE49-F238E27FC236}">
                  <a16:creationId xmlns:a16="http://schemas.microsoft.com/office/drawing/2014/main" id="{492B17F6-4B6F-4B2B-90CC-03E38230C5D9}"/>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3" y="6066966"/>
              <a:ext cx="324915" cy="324915"/>
            </a:xfrm>
            <a:prstGeom prst="rect">
              <a:avLst/>
            </a:prstGeom>
          </p:spPr>
        </p:pic>
        <p:pic>
          <p:nvPicPr>
            <p:cNvPr id="52" name="Graphique 51" descr="Cœur avec un remplissage uni">
              <a:extLst>
                <a:ext uri="{FF2B5EF4-FFF2-40B4-BE49-F238E27FC236}">
                  <a16:creationId xmlns:a16="http://schemas.microsoft.com/office/drawing/2014/main" id="{7550F03D-6D9B-4EDE-9090-1E338637E60E}"/>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296621"/>
              <a:ext cx="324915" cy="324915"/>
            </a:xfrm>
            <a:prstGeom prst="rect">
              <a:avLst/>
            </a:prstGeom>
          </p:spPr>
        </p:pic>
        <p:pic>
          <p:nvPicPr>
            <p:cNvPr id="53" name="Graphique 52" descr="Cœur avec un remplissage uni">
              <a:extLst>
                <a:ext uri="{FF2B5EF4-FFF2-40B4-BE49-F238E27FC236}">
                  <a16:creationId xmlns:a16="http://schemas.microsoft.com/office/drawing/2014/main" id="{9F0313E1-D9F9-4FB9-A6A5-27DD6A25D82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287580"/>
              <a:ext cx="324915" cy="324915"/>
            </a:xfrm>
            <a:prstGeom prst="rect">
              <a:avLst/>
            </a:prstGeom>
          </p:spPr>
        </p:pic>
        <p:pic>
          <p:nvPicPr>
            <p:cNvPr id="54" name="Graphique 53" descr="Cœur avec un remplissage uni">
              <a:extLst>
                <a:ext uri="{FF2B5EF4-FFF2-40B4-BE49-F238E27FC236}">
                  <a16:creationId xmlns:a16="http://schemas.microsoft.com/office/drawing/2014/main" id="{E8068A87-3545-40DA-8DD5-FF58D0FAD2F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312298" y="6524450"/>
              <a:ext cx="324915" cy="324915"/>
            </a:xfrm>
            <a:prstGeom prst="rect">
              <a:avLst/>
            </a:prstGeom>
          </p:spPr>
        </p:pic>
        <p:pic>
          <p:nvPicPr>
            <p:cNvPr id="55" name="Graphique 54" descr="Cœur avec un remplissage uni">
              <a:extLst>
                <a:ext uri="{FF2B5EF4-FFF2-40B4-BE49-F238E27FC236}">
                  <a16:creationId xmlns:a16="http://schemas.microsoft.com/office/drawing/2014/main" id="{62CF5280-B4A9-4DAF-9AEE-F3B11687CD2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637212" y="6505702"/>
              <a:ext cx="324915" cy="324915"/>
            </a:xfrm>
            <a:prstGeom prst="rect">
              <a:avLst/>
            </a:prstGeom>
          </p:spPr>
        </p:pic>
      </p:grpSp>
      <p:sp>
        <p:nvSpPr>
          <p:cNvPr id="2" name="Flèche : haut 1">
            <a:extLst>
              <a:ext uri="{FF2B5EF4-FFF2-40B4-BE49-F238E27FC236}">
                <a16:creationId xmlns:a16="http://schemas.microsoft.com/office/drawing/2014/main" id="{0AF4CC87-60B6-425C-BD2A-57FEB3669DF6}"/>
              </a:ext>
            </a:extLst>
          </p:cNvPr>
          <p:cNvSpPr/>
          <p:nvPr/>
        </p:nvSpPr>
        <p:spPr>
          <a:xfrm>
            <a:off x="1826321" y="4119418"/>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3" name="Flèche : haut 62">
            <a:extLst>
              <a:ext uri="{FF2B5EF4-FFF2-40B4-BE49-F238E27FC236}">
                <a16:creationId xmlns:a16="http://schemas.microsoft.com/office/drawing/2014/main" id="{F42743FE-32A4-4979-A570-FCF4067E6047}"/>
              </a:ext>
            </a:extLst>
          </p:cNvPr>
          <p:cNvSpPr/>
          <p:nvPr/>
        </p:nvSpPr>
        <p:spPr>
          <a:xfrm>
            <a:off x="2714231" y="4119418"/>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4" name="Flèche : haut 63">
            <a:extLst>
              <a:ext uri="{FF2B5EF4-FFF2-40B4-BE49-F238E27FC236}">
                <a16:creationId xmlns:a16="http://schemas.microsoft.com/office/drawing/2014/main" id="{5899C225-F1B9-4A1E-A26F-EE33E944D106}"/>
              </a:ext>
            </a:extLst>
          </p:cNvPr>
          <p:cNvSpPr/>
          <p:nvPr/>
        </p:nvSpPr>
        <p:spPr>
          <a:xfrm>
            <a:off x="2138262" y="4830324"/>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5" name="Flèche : haut 64">
            <a:extLst>
              <a:ext uri="{FF2B5EF4-FFF2-40B4-BE49-F238E27FC236}">
                <a16:creationId xmlns:a16="http://schemas.microsoft.com/office/drawing/2014/main" id="{FE2F66C0-90DE-48EC-B806-807A902B1C9D}"/>
              </a:ext>
            </a:extLst>
          </p:cNvPr>
          <p:cNvSpPr/>
          <p:nvPr/>
        </p:nvSpPr>
        <p:spPr>
          <a:xfrm>
            <a:off x="4774484" y="2094081"/>
            <a:ext cx="732146" cy="598921"/>
          </a:xfrm>
          <a:prstGeom prst="upArrow">
            <a:avLst>
              <a:gd name="adj1" fmla="val 66027"/>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47500" lnSpcReduction="20000"/>
          </a:bodyPr>
          <a:lstStyle/>
          <a:p>
            <a:pPr algn="ctr"/>
            <a:r>
              <a:rPr lang="en-US" dirty="0">
                <a:solidFill>
                  <a:schemeClr val="tx1"/>
                </a:solidFill>
              </a:rPr>
              <a:t>Write here</a:t>
            </a:r>
          </a:p>
        </p:txBody>
      </p:sp>
      <p:sp>
        <p:nvSpPr>
          <p:cNvPr id="3" name="Flèche : droite 2">
            <a:extLst>
              <a:ext uri="{FF2B5EF4-FFF2-40B4-BE49-F238E27FC236}">
                <a16:creationId xmlns:a16="http://schemas.microsoft.com/office/drawing/2014/main" id="{2CA16050-1A14-487E-AF40-3ED564C3468E}"/>
              </a:ext>
            </a:extLst>
          </p:cNvPr>
          <p:cNvSpPr/>
          <p:nvPr/>
        </p:nvSpPr>
        <p:spPr>
          <a:xfrm>
            <a:off x="3738388" y="4937978"/>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7" name="Flèche : droite 66">
            <a:extLst>
              <a:ext uri="{FF2B5EF4-FFF2-40B4-BE49-F238E27FC236}">
                <a16:creationId xmlns:a16="http://schemas.microsoft.com/office/drawing/2014/main" id="{A9012893-97AC-401E-89C5-09B1C11249C9}"/>
              </a:ext>
            </a:extLst>
          </p:cNvPr>
          <p:cNvSpPr/>
          <p:nvPr/>
        </p:nvSpPr>
        <p:spPr>
          <a:xfrm>
            <a:off x="3772003" y="4073647"/>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8" name="Flèche : droite 67">
            <a:extLst>
              <a:ext uri="{FF2B5EF4-FFF2-40B4-BE49-F238E27FC236}">
                <a16:creationId xmlns:a16="http://schemas.microsoft.com/office/drawing/2014/main" id="{86302D82-4C21-4D4E-9F4D-5F0D59520680}"/>
              </a:ext>
            </a:extLst>
          </p:cNvPr>
          <p:cNvSpPr/>
          <p:nvPr/>
        </p:nvSpPr>
        <p:spPr>
          <a:xfrm>
            <a:off x="4774484" y="4311614"/>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69" name="Flèche : droite 68">
            <a:extLst>
              <a:ext uri="{FF2B5EF4-FFF2-40B4-BE49-F238E27FC236}">
                <a16:creationId xmlns:a16="http://schemas.microsoft.com/office/drawing/2014/main" id="{557D730F-F08A-46B7-B090-53103EE665A6}"/>
              </a:ext>
            </a:extLst>
          </p:cNvPr>
          <p:cNvSpPr/>
          <p:nvPr/>
        </p:nvSpPr>
        <p:spPr>
          <a:xfrm>
            <a:off x="2938325" y="5125715"/>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
        <p:nvSpPr>
          <p:cNvPr id="70" name="Flèche : droite 69">
            <a:extLst>
              <a:ext uri="{FF2B5EF4-FFF2-40B4-BE49-F238E27FC236}">
                <a16:creationId xmlns:a16="http://schemas.microsoft.com/office/drawing/2014/main" id="{98C02D15-C709-4DE6-B338-250808FEE5F0}"/>
              </a:ext>
            </a:extLst>
          </p:cNvPr>
          <p:cNvSpPr/>
          <p:nvPr/>
        </p:nvSpPr>
        <p:spPr>
          <a:xfrm>
            <a:off x="4517697" y="3658187"/>
            <a:ext cx="732145" cy="766639"/>
          </a:xfrm>
          <a:prstGeom prst="rightArrow">
            <a:avLst>
              <a:gd name="adj1" fmla="val 67978"/>
              <a:gd name="adj2" fmla="val 50000"/>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en-US">
              <a:solidFill>
                <a:schemeClr val="tx1"/>
              </a:solidFill>
            </a:endParaRPr>
          </a:p>
        </p:txBody>
      </p:sp>
    </p:spTree>
    <p:extLst>
      <p:ext uri="{BB962C8B-B14F-4D97-AF65-F5344CB8AC3E}">
        <p14:creationId xmlns:p14="http://schemas.microsoft.com/office/powerpoint/2010/main" val="4263228924"/>
      </p:ext>
    </p:extLst>
  </p:cSld>
  <p:clrMapOvr>
    <a:masterClrMapping/>
  </p:clrMapOvr>
  <mc:AlternateContent xmlns:mc="http://schemas.openxmlformats.org/markup-compatibility/2006" xmlns:p14="http://schemas.microsoft.com/office/powerpoint/2010/main">
    <mc:Choice Requires="p14">
      <p:transition spd="slow" p14:dur="2000" advTm="47935"/>
    </mc:Choice>
    <mc:Fallback xmlns="">
      <p:transition spd="slow" advTm="47935"/>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 / Use Case</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We don’t get any reaction from our members; nobody shares our content to their team.</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5" name="Graphique 4" descr="Visage confus avec remplissage solide avec un remplissage uni">
            <a:extLst>
              <a:ext uri="{FF2B5EF4-FFF2-40B4-BE49-F238E27FC236}">
                <a16:creationId xmlns:a16="http://schemas.microsoft.com/office/drawing/2014/main" id="{36C2D92C-7B97-4DB9-9A79-2E735B6ECB2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46902" y="4822929"/>
            <a:ext cx="675263" cy="675263"/>
          </a:xfrm>
          <a:prstGeom prst="rect">
            <a:avLst/>
          </a:prstGeom>
        </p:spPr>
      </p:pic>
    </p:spTree>
    <p:extLst>
      <p:ext uri="{BB962C8B-B14F-4D97-AF65-F5344CB8AC3E}">
        <p14:creationId xmlns:p14="http://schemas.microsoft.com/office/powerpoint/2010/main" val="275208009"/>
      </p:ext>
    </p:extLst>
  </p:cSld>
  <p:clrMapOvr>
    <a:masterClrMapping/>
  </p:clrMapOvr>
  <mc:AlternateContent xmlns:mc="http://schemas.openxmlformats.org/markup-compatibility/2006" xmlns:p14="http://schemas.microsoft.com/office/powerpoint/2010/main">
    <mc:Choice Requires="p14">
      <p:transition spd="slow" p14:dur="2000" advTm="16285"/>
    </mc:Choice>
    <mc:Fallback xmlns="">
      <p:transition spd="slow" advTm="16285"/>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xfrm>
            <a:off x="1115568" y="242596"/>
            <a:ext cx="8824962" cy="1584648"/>
          </a:xfrm>
        </p:spPr>
        <p:txBody>
          <a:bodyPr>
            <a:normAutofit/>
          </a:bodyPr>
          <a:lstStyle/>
          <a:p>
            <a:r>
              <a:rPr lang="en-US" dirty="0"/>
              <a:t>Challenge #C6 : </a:t>
            </a:r>
            <a:br>
              <a:rPr lang="en-US" dirty="0"/>
            </a:br>
            <a:r>
              <a:rPr lang="en-US" dirty="0"/>
              <a:t>Engage audience in your content</a:t>
            </a:r>
          </a:p>
        </p:txBody>
      </p:sp>
      <p:graphicFrame>
        <p:nvGraphicFramePr>
          <p:cNvPr id="6" name="Espace réservé du contenu 5">
            <a:extLst>
              <a:ext uri="{FF2B5EF4-FFF2-40B4-BE49-F238E27FC236}">
                <a16:creationId xmlns:a16="http://schemas.microsoft.com/office/drawing/2014/main" id="{2BCC2943-6196-4448-BFCD-D9A2589735FF}"/>
              </a:ext>
            </a:extLst>
          </p:cNvPr>
          <p:cNvGraphicFramePr>
            <a:graphicFrameLocks noGrp="1"/>
          </p:cNvGraphicFramePr>
          <p:nvPr>
            <p:ph idx="1"/>
            <p:extLst>
              <p:ext uri="{D42A27DB-BD31-4B8C-83A1-F6EECF244321}">
                <p14:modId xmlns:p14="http://schemas.microsoft.com/office/powerpoint/2010/main" val="322475517"/>
              </p:ext>
            </p:extLst>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que 8" descr="Point d’exclamation avec un remplissage uni">
            <a:extLst>
              <a:ext uri="{FF2B5EF4-FFF2-40B4-BE49-F238E27FC236}">
                <a16:creationId xmlns:a16="http://schemas.microsoft.com/office/drawing/2014/main" id="{4C5A1775-16C0-42FD-9C87-BDD857B44D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17" name="Graphique 16" descr="Bulle de discussion avec un remplissage uni">
            <a:extLst>
              <a:ext uri="{FF2B5EF4-FFF2-40B4-BE49-F238E27FC236}">
                <a16:creationId xmlns:a16="http://schemas.microsoft.com/office/drawing/2014/main" id="{BF459345-5584-489F-B7A2-F7CA7AAFEA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19" name="Graphique 18" descr="Partager avec un remplissage uni">
            <a:extLst>
              <a:ext uri="{FF2B5EF4-FFF2-40B4-BE49-F238E27FC236}">
                <a16:creationId xmlns:a16="http://schemas.microsoft.com/office/drawing/2014/main" id="{4825D223-73CB-444B-A57C-D71ED715E9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21" name="Graphique 20" descr="Viral avec un remplissage uni">
            <a:extLst>
              <a:ext uri="{FF2B5EF4-FFF2-40B4-BE49-F238E27FC236}">
                <a16:creationId xmlns:a16="http://schemas.microsoft.com/office/drawing/2014/main" id="{81A1350E-DBBA-4D02-A3CD-31CF016E4EA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23" name="Graphique 22" descr="Citations avec un remplissage uni">
            <a:extLst>
              <a:ext uri="{FF2B5EF4-FFF2-40B4-BE49-F238E27FC236}">
                <a16:creationId xmlns:a16="http://schemas.microsoft.com/office/drawing/2014/main" id="{47B43DF5-BE5A-46DD-B833-AC17EF7519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25" name="Graphique 24" descr="Réussite du groupe avec un remplissage uni">
            <a:extLst>
              <a:ext uri="{FF2B5EF4-FFF2-40B4-BE49-F238E27FC236}">
                <a16:creationId xmlns:a16="http://schemas.microsoft.com/office/drawing/2014/main" id="{FE87EC61-4C53-4B4A-8AA2-40E36D757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27" name="Graphique 26" descr="Curseur avec un remplissage uni">
            <a:extLst>
              <a:ext uri="{FF2B5EF4-FFF2-40B4-BE49-F238E27FC236}">
                <a16:creationId xmlns:a16="http://schemas.microsoft.com/office/drawing/2014/main" id="{47A30E9B-2EAD-41C6-B194-E5BF61D1FF9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nvGrpSpPr>
          <p:cNvPr id="2" name="Groupe 1">
            <a:extLst>
              <a:ext uri="{FF2B5EF4-FFF2-40B4-BE49-F238E27FC236}">
                <a16:creationId xmlns:a16="http://schemas.microsoft.com/office/drawing/2014/main" id="{8A50F7A9-52F6-476B-9C47-4BEF1101D3AA}"/>
              </a:ext>
            </a:extLst>
          </p:cNvPr>
          <p:cNvGrpSpPr/>
          <p:nvPr/>
        </p:nvGrpSpPr>
        <p:grpSpPr>
          <a:xfrm>
            <a:off x="2716424" y="2992838"/>
            <a:ext cx="1631274" cy="3513954"/>
            <a:chOff x="2716424" y="2992838"/>
            <a:chExt cx="1631274" cy="3513954"/>
          </a:xfrm>
        </p:grpSpPr>
        <p:grpSp>
          <p:nvGrpSpPr>
            <p:cNvPr id="41" name="Groupe 40">
              <a:extLst>
                <a:ext uri="{FF2B5EF4-FFF2-40B4-BE49-F238E27FC236}">
                  <a16:creationId xmlns:a16="http://schemas.microsoft.com/office/drawing/2014/main" id="{C5A50F35-BC5A-4860-83F8-87788DD42221}"/>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92E5386A-3AFA-431C-B319-FEB034D8C707}"/>
                  </a:ext>
                </a:extLst>
              </p:cNvPr>
              <p:cNvCxnSpPr>
                <a:cxnSpLocks/>
                <a:stCxn id="37" idx="2"/>
              </p:cNvCxnSpPr>
              <p:nvPr/>
            </p:nvCxnSpPr>
            <p:spPr>
              <a:xfrm>
                <a:off x="3513918" y="3825142"/>
                <a:ext cx="0" cy="216339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50E560E5-E7E9-4F41-B440-5988841038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sp>
          <p:nvSpPr>
            <p:cNvPr id="45" name="ZoneTexte 44">
              <a:extLst>
                <a:ext uri="{FF2B5EF4-FFF2-40B4-BE49-F238E27FC236}">
                  <a16:creationId xmlns:a16="http://schemas.microsoft.com/office/drawing/2014/main" id="{CBAB35E6-7C96-4A2D-944A-F3179C00D3AC}"/>
                </a:ext>
              </a:extLst>
            </p:cNvPr>
            <p:cNvSpPr txBox="1"/>
            <p:nvPr/>
          </p:nvSpPr>
          <p:spPr>
            <a:xfrm>
              <a:off x="2716424" y="2992838"/>
              <a:ext cx="1631274" cy="461665"/>
            </a:xfrm>
            <a:prstGeom prst="rect">
              <a:avLst/>
            </a:prstGeom>
            <a:noFill/>
          </p:spPr>
          <p:txBody>
            <a:bodyPr wrap="square" rtlCol="0">
              <a:spAutoFit/>
            </a:bodyPr>
            <a:lstStyle/>
            <a:p>
              <a:pPr algn="ctr"/>
              <a:r>
                <a:rPr lang="en-US" sz="1200" b="1" dirty="0"/>
                <a:t>Wall 1 : </a:t>
              </a:r>
            </a:p>
            <a:p>
              <a:pPr algn="ctr"/>
              <a:r>
                <a:rPr lang="en-US" sz="1200" b="1" dirty="0"/>
                <a:t>Identify yourself !</a:t>
              </a:r>
            </a:p>
          </p:txBody>
        </p:sp>
      </p:grpSp>
      <p:grpSp>
        <p:nvGrpSpPr>
          <p:cNvPr id="3" name="Groupe 2">
            <a:extLst>
              <a:ext uri="{FF2B5EF4-FFF2-40B4-BE49-F238E27FC236}">
                <a16:creationId xmlns:a16="http://schemas.microsoft.com/office/drawing/2014/main" id="{983707F9-01D9-4E66-88BB-1A8BBCF964DE}"/>
              </a:ext>
            </a:extLst>
          </p:cNvPr>
          <p:cNvGrpSpPr/>
          <p:nvPr/>
        </p:nvGrpSpPr>
        <p:grpSpPr>
          <a:xfrm>
            <a:off x="6130548" y="1979102"/>
            <a:ext cx="1631274" cy="3880160"/>
            <a:chOff x="6130548" y="1979102"/>
            <a:chExt cx="1631274" cy="3880160"/>
          </a:xfrm>
        </p:grpSpPr>
        <p:grpSp>
          <p:nvGrpSpPr>
            <p:cNvPr id="42" name="Groupe 41">
              <a:extLst>
                <a:ext uri="{FF2B5EF4-FFF2-40B4-BE49-F238E27FC236}">
                  <a16:creationId xmlns:a16="http://schemas.microsoft.com/office/drawing/2014/main" id="{140A9354-F9A7-4D35-BD7B-2FD13F3557D3}"/>
                </a:ext>
              </a:extLst>
            </p:cNvPr>
            <p:cNvGrpSpPr/>
            <p:nvPr/>
          </p:nvGrpSpPr>
          <p:grpSpPr>
            <a:xfrm>
              <a:off x="6489723" y="2535638"/>
              <a:ext cx="914400" cy="3323624"/>
              <a:chOff x="6489723" y="2466814"/>
              <a:chExt cx="914400" cy="3323624"/>
            </a:xfrm>
            <a:solidFill>
              <a:schemeClr val="tx1"/>
            </a:solidFill>
          </p:grpSpPr>
          <p:cxnSp>
            <p:nvCxnSpPr>
              <p:cNvPr id="38" name="Connecteur droit 37">
                <a:extLst>
                  <a:ext uri="{FF2B5EF4-FFF2-40B4-BE49-F238E27FC236}">
                    <a16:creationId xmlns:a16="http://schemas.microsoft.com/office/drawing/2014/main" id="{01EB9374-5F0A-472B-89B1-352808DFBE16}"/>
                  </a:ext>
                </a:extLst>
              </p:cNvPr>
              <p:cNvCxnSpPr>
                <a:cxnSpLocks/>
                <a:stCxn id="39" idx="2"/>
              </p:cNvCxnSpPr>
              <p:nvPr/>
            </p:nvCxnSpPr>
            <p:spPr>
              <a:xfrm flipH="1">
                <a:off x="6946185" y="3381214"/>
                <a:ext cx="738" cy="240922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9" name="Graphique 38" descr="Mur de briques avec un remplissage uni">
                <a:extLst>
                  <a:ext uri="{FF2B5EF4-FFF2-40B4-BE49-F238E27FC236}">
                    <a16:creationId xmlns:a16="http://schemas.microsoft.com/office/drawing/2014/main" id="{AEB05090-B7BE-4CC2-BAE7-B70511475D3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89723" y="2466814"/>
                <a:ext cx="914400" cy="914400"/>
              </a:xfrm>
              <a:prstGeom prst="rect">
                <a:avLst/>
              </a:prstGeom>
            </p:spPr>
          </p:pic>
        </p:grpSp>
        <p:sp>
          <p:nvSpPr>
            <p:cNvPr id="46" name="ZoneTexte 45">
              <a:extLst>
                <a:ext uri="{FF2B5EF4-FFF2-40B4-BE49-F238E27FC236}">
                  <a16:creationId xmlns:a16="http://schemas.microsoft.com/office/drawing/2014/main" id="{97E29C21-1705-45E6-A680-A4BCE292A665}"/>
                </a:ext>
              </a:extLst>
            </p:cNvPr>
            <p:cNvSpPr txBox="1"/>
            <p:nvPr/>
          </p:nvSpPr>
          <p:spPr>
            <a:xfrm>
              <a:off x="6130548" y="1979102"/>
              <a:ext cx="1631274" cy="646331"/>
            </a:xfrm>
            <a:prstGeom prst="rect">
              <a:avLst/>
            </a:prstGeom>
            <a:noFill/>
          </p:spPr>
          <p:txBody>
            <a:bodyPr wrap="square" rtlCol="0">
              <a:spAutoFit/>
            </a:bodyPr>
            <a:lstStyle/>
            <a:p>
              <a:pPr algn="ctr"/>
              <a:r>
                <a:rPr lang="en-US" sz="1200" b="1" dirty="0"/>
                <a:t>Wall 2 : </a:t>
              </a:r>
            </a:p>
            <a:p>
              <a:pPr algn="ctr"/>
              <a:r>
                <a:rPr lang="en-US" sz="1200" b="1" dirty="0"/>
                <a:t>Bring the content outside !</a:t>
              </a:r>
            </a:p>
          </p:txBody>
        </p:sp>
      </p:grpSp>
      <p:grpSp>
        <p:nvGrpSpPr>
          <p:cNvPr id="4" name="Groupe 3">
            <a:extLst>
              <a:ext uri="{FF2B5EF4-FFF2-40B4-BE49-F238E27FC236}">
                <a16:creationId xmlns:a16="http://schemas.microsoft.com/office/drawing/2014/main" id="{3BB0EE4D-4B9C-44DA-A29D-F08541A8632A}"/>
              </a:ext>
            </a:extLst>
          </p:cNvPr>
          <p:cNvGrpSpPr/>
          <p:nvPr/>
        </p:nvGrpSpPr>
        <p:grpSpPr>
          <a:xfrm>
            <a:off x="9582093" y="1504322"/>
            <a:ext cx="1631274" cy="4188554"/>
            <a:chOff x="9582093" y="1504322"/>
            <a:chExt cx="1631274" cy="4188554"/>
          </a:xfrm>
        </p:grpSpPr>
        <p:cxnSp>
          <p:nvCxnSpPr>
            <p:cNvPr id="43" name="Connecteur droit 42">
              <a:extLst>
                <a:ext uri="{FF2B5EF4-FFF2-40B4-BE49-F238E27FC236}">
                  <a16:creationId xmlns:a16="http://schemas.microsoft.com/office/drawing/2014/main" id="{F4663EE4-5E13-4702-A351-6AE59ADCAD0E}"/>
                </a:ext>
              </a:extLst>
            </p:cNvPr>
            <p:cNvCxnSpPr>
              <a:cxnSpLocks/>
              <a:stCxn id="48" idx="2"/>
            </p:cNvCxnSpPr>
            <p:nvPr/>
          </p:nvCxnSpPr>
          <p:spPr>
            <a:xfrm>
              <a:off x="10397730" y="2937514"/>
              <a:ext cx="0" cy="275536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50" name="Groupe 49">
              <a:extLst>
                <a:ext uri="{FF2B5EF4-FFF2-40B4-BE49-F238E27FC236}">
                  <a16:creationId xmlns:a16="http://schemas.microsoft.com/office/drawing/2014/main" id="{69E43213-CB28-46B9-8770-290366FA52B6}"/>
                </a:ext>
              </a:extLst>
            </p:cNvPr>
            <p:cNvGrpSpPr/>
            <p:nvPr/>
          </p:nvGrpSpPr>
          <p:grpSpPr>
            <a:xfrm>
              <a:off x="9582093" y="1504322"/>
              <a:ext cx="1631274" cy="1433192"/>
              <a:chOff x="9573241" y="1349056"/>
              <a:chExt cx="1631274" cy="1433192"/>
            </a:xfrm>
          </p:grpSpPr>
          <p:sp>
            <p:nvSpPr>
              <p:cNvPr id="47" name="ZoneTexte 46">
                <a:extLst>
                  <a:ext uri="{FF2B5EF4-FFF2-40B4-BE49-F238E27FC236}">
                    <a16:creationId xmlns:a16="http://schemas.microsoft.com/office/drawing/2014/main" id="{11EF9D70-36B4-4FD1-B561-2636810B6BA5}"/>
                  </a:ext>
                </a:extLst>
              </p:cNvPr>
              <p:cNvSpPr txBox="1"/>
              <p:nvPr/>
            </p:nvSpPr>
            <p:spPr>
              <a:xfrm>
                <a:off x="9573241" y="1349056"/>
                <a:ext cx="1631274" cy="646331"/>
              </a:xfrm>
              <a:prstGeom prst="rect">
                <a:avLst/>
              </a:prstGeom>
              <a:noFill/>
            </p:spPr>
            <p:txBody>
              <a:bodyPr wrap="square" rtlCol="0">
                <a:spAutoFit/>
              </a:bodyPr>
              <a:lstStyle/>
              <a:p>
                <a:pPr algn="ctr"/>
                <a:r>
                  <a:rPr lang="en-US" sz="1200" b="1" dirty="0"/>
                  <a:t>Wall 3 : </a:t>
                </a:r>
              </a:p>
              <a:p>
                <a:pPr algn="ctr"/>
                <a:r>
                  <a:rPr lang="en-US" sz="1200" b="1" dirty="0"/>
                  <a:t>Join </a:t>
                </a:r>
              </a:p>
              <a:p>
                <a:pPr algn="ctr"/>
                <a:r>
                  <a:rPr lang="en-US" sz="1200" b="1" dirty="0"/>
                  <a:t>others</a:t>
                </a:r>
              </a:p>
            </p:txBody>
          </p:sp>
          <p:pic>
            <p:nvPicPr>
              <p:cNvPr id="48" name="Graphique 47" descr="Mur de briques avec un remplissage uni">
                <a:extLst>
                  <a:ext uri="{FF2B5EF4-FFF2-40B4-BE49-F238E27FC236}">
                    <a16:creationId xmlns:a16="http://schemas.microsoft.com/office/drawing/2014/main" id="{59FD1827-F7B7-4915-8A6F-CCFEF5CE1E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931678" y="1867848"/>
                <a:ext cx="914400" cy="914400"/>
              </a:xfrm>
              <a:prstGeom prst="rect">
                <a:avLst/>
              </a:prstGeom>
            </p:spPr>
          </p:pic>
        </p:grpSp>
      </p:grpSp>
    </p:spTree>
    <p:custDataLst>
      <p:tags r:id="rId1"/>
    </p:custDataLst>
    <p:extLst>
      <p:ext uri="{BB962C8B-B14F-4D97-AF65-F5344CB8AC3E}">
        <p14:creationId xmlns:p14="http://schemas.microsoft.com/office/powerpoint/2010/main" val="2580553751"/>
      </p:ext>
    </p:extLst>
  </p:cSld>
  <p:clrMapOvr>
    <a:masterClrMapping/>
  </p:clrMapOvr>
  <mc:AlternateContent xmlns:mc="http://schemas.openxmlformats.org/markup-compatibility/2006" xmlns:p14="http://schemas.microsoft.com/office/powerpoint/2010/main">
    <mc:Choice Requires="p14">
      <p:transition spd="slow" p14:dur="2000" advTm="251918"/>
    </mc:Choice>
    <mc:Fallback xmlns="">
      <p:transition spd="slow" advTm="25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FC54635E-1CFA-4F93-B566-34FFF4B7EE1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47B5681-D30C-4F71-A448-A9816BB4E2C7}"/>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883E41-7CC3-49C8-AACB-D2DFC31D2A81}"/>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C4049009-0DF7-4B56-8EE8-A235AC9147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6EE647C3-EE94-495B-A1BC-2BD31E7FB28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3C232351-2668-409A-900D-BAAD4244B760}"/>
                                            </p:graphic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BD65D1B-AC3F-463A-9044-842725D46E17}"/>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graphicEl>
                                              <a:dgm id="{FDF54EAE-F346-4C3A-BE66-A827058CB01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1FFB49D-2989-4461-B425-3CC078C84917}"/>
                                            </p:graphic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graphicEl>
                                              <a:dgm id="{621BC79D-194B-46C2-8CE4-368724AC50EB}"/>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
                                            <p:graphicEl>
                                              <a:dgm id="{14B1C58C-96FC-4CBB-980F-3435E1A56BE8}"/>
                                            </p:graphic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
                                            <p:graphicEl>
                                              <a:dgm id="{BCB6E0A9-6E0F-4A27-BF17-10F454A714DD}"/>
                                            </p:graphic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6">
                                            <p:graphicEl>
                                              <a:dgm id="{8231CA90-10E3-46A6-A5BB-B62FA5752189}"/>
                                            </p:graphic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6">
                                            <p:graphicEl>
                                              <a:dgm id="{D47D2D30-ADE3-4244-896A-D208A438408A}"/>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6">
                                            <p:graphicEl>
                                              <a:dgm id="{5CF119C6-ABFB-4CDD-9B69-E69F67B6F6FB}"/>
                                            </p:graphic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graphicEl>
                                              <a:dgm id="{35E4B48D-612C-4074-B656-1246F02FB0FA}"/>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
                                            <p:graphicEl>
                                              <a:dgm id="{FC5DBB8E-B43D-443A-BEBF-B02BF77B99C3}"/>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19F16169-C9BF-47E2-8CB1-3EE9195EB957}"/>
                                            </p:graphic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6">
                                            <p:graphicEl>
                                              <a:dgm id="{6F889921-57BB-4603-AA76-C547E1BF8E5F}"/>
                                            </p:graphicEl>
                                          </p:spTgt>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6">
                                            <p:graphicEl>
                                              <a:dgm id="{DB180237-7383-4D07-BB36-8A77B59B6D7F}"/>
                                            </p:graphicEl>
                                          </p:spTgt>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25"/>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xfrm>
            <a:off x="1115568" y="242596"/>
            <a:ext cx="8824962" cy="1584648"/>
          </a:xfrm>
        </p:spPr>
        <p:txBody>
          <a:bodyPr>
            <a:normAutofit fontScale="90000"/>
          </a:bodyPr>
          <a:lstStyle/>
          <a:p>
            <a:r>
              <a:rPr lang="en-US" dirty="0"/>
              <a:t>Exercise #C6 : </a:t>
            </a:r>
            <a:br>
              <a:rPr lang="en-US" dirty="0"/>
            </a:br>
            <a:r>
              <a:rPr lang="en-US" dirty="0"/>
              <a:t>Identify content walls, current stop points</a:t>
            </a:r>
          </a:p>
        </p:txBody>
      </p:sp>
      <p:graphicFrame>
        <p:nvGraphicFramePr>
          <p:cNvPr id="6" name="Espace réservé du contenu 5">
            <a:extLst>
              <a:ext uri="{FF2B5EF4-FFF2-40B4-BE49-F238E27FC236}">
                <a16:creationId xmlns:a16="http://schemas.microsoft.com/office/drawing/2014/main" id="{2BCC2943-6196-4448-BFCD-D9A2589735FF}"/>
              </a:ext>
            </a:extLst>
          </p:cNvPr>
          <p:cNvGraphicFramePr>
            <a:graphicFrameLocks noGrp="1"/>
          </p:cNvGraphicFramePr>
          <p:nvPr>
            <p:ph idx="1"/>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Graphique 8" descr="Point d’exclamation avec un remplissage uni">
            <a:extLst>
              <a:ext uri="{FF2B5EF4-FFF2-40B4-BE49-F238E27FC236}">
                <a16:creationId xmlns:a16="http://schemas.microsoft.com/office/drawing/2014/main" id="{4C5A1775-16C0-42FD-9C87-BDD857B44DA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17" name="Graphique 16" descr="Bulle de discussion avec un remplissage uni">
            <a:extLst>
              <a:ext uri="{FF2B5EF4-FFF2-40B4-BE49-F238E27FC236}">
                <a16:creationId xmlns:a16="http://schemas.microsoft.com/office/drawing/2014/main" id="{BF459345-5584-489F-B7A2-F7CA7AAFEAB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19" name="Graphique 18" descr="Partager avec un remplissage uni">
            <a:extLst>
              <a:ext uri="{FF2B5EF4-FFF2-40B4-BE49-F238E27FC236}">
                <a16:creationId xmlns:a16="http://schemas.microsoft.com/office/drawing/2014/main" id="{4825D223-73CB-444B-A57C-D71ED715E90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21" name="Graphique 20" descr="Viral avec un remplissage uni">
            <a:extLst>
              <a:ext uri="{FF2B5EF4-FFF2-40B4-BE49-F238E27FC236}">
                <a16:creationId xmlns:a16="http://schemas.microsoft.com/office/drawing/2014/main" id="{81A1350E-DBBA-4D02-A3CD-31CF016E4EA2}"/>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23" name="Graphique 22" descr="Citations avec un remplissage uni">
            <a:extLst>
              <a:ext uri="{FF2B5EF4-FFF2-40B4-BE49-F238E27FC236}">
                <a16:creationId xmlns:a16="http://schemas.microsoft.com/office/drawing/2014/main" id="{47B43DF5-BE5A-46DD-B833-AC17EF75194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25" name="Graphique 24" descr="Réussite du groupe avec un remplissage uni">
            <a:extLst>
              <a:ext uri="{FF2B5EF4-FFF2-40B4-BE49-F238E27FC236}">
                <a16:creationId xmlns:a16="http://schemas.microsoft.com/office/drawing/2014/main" id="{FE87EC61-4C53-4B4A-8AA2-40E36D757C5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27" name="Graphique 26" descr="Curseur avec un remplissage uni">
            <a:extLst>
              <a:ext uri="{FF2B5EF4-FFF2-40B4-BE49-F238E27FC236}">
                <a16:creationId xmlns:a16="http://schemas.microsoft.com/office/drawing/2014/main" id="{47A30E9B-2EAD-41C6-B194-E5BF61D1FF94}"/>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nvGrpSpPr>
          <p:cNvPr id="41" name="Groupe 40">
            <a:extLst>
              <a:ext uri="{FF2B5EF4-FFF2-40B4-BE49-F238E27FC236}">
                <a16:creationId xmlns:a16="http://schemas.microsoft.com/office/drawing/2014/main" id="{C5A50F35-BC5A-4860-83F8-87788DD42221}"/>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92E5386A-3AFA-431C-B319-FEB034D8C707}"/>
                </a:ext>
              </a:extLst>
            </p:cNvPr>
            <p:cNvCxnSpPr>
              <a:cxnSpLocks/>
              <a:stCxn id="37" idx="2"/>
            </p:cNvCxnSpPr>
            <p:nvPr/>
          </p:nvCxnSpPr>
          <p:spPr>
            <a:xfrm>
              <a:off x="3513918" y="3825142"/>
              <a:ext cx="0" cy="216339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50E560E5-E7E9-4F41-B440-5988841038A5}"/>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grpSp>
        <p:nvGrpSpPr>
          <p:cNvPr id="42" name="Groupe 41">
            <a:extLst>
              <a:ext uri="{FF2B5EF4-FFF2-40B4-BE49-F238E27FC236}">
                <a16:creationId xmlns:a16="http://schemas.microsoft.com/office/drawing/2014/main" id="{140A9354-F9A7-4D35-BD7B-2FD13F3557D3}"/>
              </a:ext>
            </a:extLst>
          </p:cNvPr>
          <p:cNvGrpSpPr/>
          <p:nvPr/>
        </p:nvGrpSpPr>
        <p:grpSpPr>
          <a:xfrm>
            <a:off x="6489723" y="2535638"/>
            <a:ext cx="914400" cy="3323624"/>
            <a:chOff x="6489723" y="2466814"/>
            <a:chExt cx="914400" cy="3323624"/>
          </a:xfrm>
          <a:solidFill>
            <a:schemeClr val="tx1"/>
          </a:solidFill>
        </p:grpSpPr>
        <p:cxnSp>
          <p:nvCxnSpPr>
            <p:cNvPr id="38" name="Connecteur droit 37">
              <a:extLst>
                <a:ext uri="{FF2B5EF4-FFF2-40B4-BE49-F238E27FC236}">
                  <a16:creationId xmlns:a16="http://schemas.microsoft.com/office/drawing/2014/main" id="{01EB9374-5F0A-472B-89B1-352808DFBE16}"/>
                </a:ext>
              </a:extLst>
            </p:cNvPr>
            <p:cNvCxnSpPr>
              <a:cxnSpLocks/>
              <a:stCxn id="39" idx="2"/>
            </p:cNvCxnSpPr>
            <p:nvPr/>
          </p:nvCxnSpPr>
          <p:spPr>
            <a:xfrm flipH="1">
              <a:off x="6946185" y="3381214"/>
              <a:ext cx="738" cy="2409224"/>
            </a:xfrm>
            <a:prstGeom prst="line">
              <a:avLst/>
            </a:prstGeom>
            <a:grpFill/>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39" name="Graphique 38" descr="Mur de briques avec un remplissage uni">
              <a:extLst>
                <a:ext uri="{FF2B5EF4-FFF2-40B4-BE49-F238E27FC236}">
                  <a16:creationId xmlns:a16="http://schemas.microsoft.com/office/drawing/2014/main" id="{AEB05090-B7BE-4CC2-BAE7-B70511475D39}"/>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489723" y="2466814"/>
              <a:ext cx="914400" cy="914400"/>
            </a:xfrm>
            <a:prstGeom prst="rect">
              <a:avLst/>
            </a:prstGeom>
          </p:spPr>
        </p:pic>
      </p:grpSp>
      <p:grpSp>
        <p:nvGrpSpPr>
          <p:cNvPr id="4" name="Groupe 3">
            <a:extLst>
              <a:ext uri="{FF2B5EF4-FFF2-40B4-BE49-F238E27FC236}">
                <a16:creationId xmlns:a16="http://schemas.microsoft.com/office/drawing/2014/main" id="{3BB0EE4D-4B9C-44DA-A29D-F08541A8632A}"/>
              </a:ext>
            </a:extLst>
          </p:cNvPr>
          <p:cNvGrpSpPr/>
          <p:nvPr/>
        </p:nvGrpSpPr>
        <p:grpSpPr>
          <a:xfrm>
            <a:off x="9940530" y="2023114"/>
            <a:ext cx="914400" cy="3669762"/>
            <a:chOff x="9940530" y="2023114"/>
            <a:chExt cx="914400" cy="3669762"/>
          </a:xfrm>
        </p:grpSpPr>
        <p:cxnSp>
          <p:nvCxnSpPr>
            <p:cNvPr id="43" name="Connecteur droit 42">
              <a:extLst>
                <a:ext uri="{FF2B5EF4-FFF2-40B4-BE49-F238E27FC236}">
                  <a16:creationId xmlns:a16="http://schemas.microsoft.com/office/drawing/2014/main" id="{F4663EE4-5E13-4702-A351-6AE59ADCAD0E}"/>
                </a:ext>
              </a:extLst>
            </p:cNvPr>
            <p:cNvCxnSpPr>
              <a:cxnSpLocks/>
              <a:stCxn id="48" idx="2"/>
            </p:cNvCxnSpPr>
            <p:nvPr/>
          </p:nvCxnSpPr>
          <p:spPr>
            <a:xfrm>
              <a:off x="10397730" y="2937514"/>
              <a:ext cx="0" cy="2755362"/>
            </a:xfrm>
            <a:prstGeom prst="line">
              <a:avLst/>
            </a:prstGeom>
            <a:ln w="571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48" name="Graphique 47" descr="Mur de briques avec un remplissage uni">
              <a:extLst>
                <a:ext uri="{FF2B5EF4-FFF2-40B4-BE49-F238E27FC236}">
                  <a16:creationId xmlns:a16="http://schemas.microsoft.com/office/drawing/2014/main" id="{59FD1827-F7B7-4915-8A6F-CCFEF5CE1E36}"/>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9940530" y="2023114"/>
              <a:ext cx="914400" cy="914400"/>
            </a:xfrm>
            <a:prstGeom prst="rect">
              <a:avLst/>
            </a:prstGeom>
          </p:spPr>
        </p:pic>
      </p:grpSp>
      <p:sp>
        <p:nvSpPr>
          <p:cNvPr id="26" name="Rectangle 25">
            <a:extLst>
              <a:ext uri="{FF2B5EF4-FFF2-40B4-BE49-F238E27FC236}">
                <a16:creationId xmlns:a16="http://schemas.microsoft.com/office/drawing/2014/main" id="{3FF00712-DA31-4FD1-AC94-827D25DA489F}"/>
              </a:ext>
            </a:extLst>
          </p:cNvPr>
          <p:cNvSpPr/>
          <p:nvPr/>
        </p:nvSpPr>
        <p:spPr>
          <a:xfrm>
            <a:off x="2924952" y="2875355"/>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62500" lnSpcReduction="20000"/>
          </a:bodyPr>
          <a:lstStyle/>
          <a:p>
            <a:pPr algn="ctr"/>
            <a:r>
              <a:rPr lang="en-US" sz="1100" dirty="0">
                <a:solidFill>
                  <a:schemeClr val="tx1"/>
                </a:solidFill>
              </a:rPr>
              <a:t>Example : People need to login to give a like</a:t>
            </a:r>
          </a:p>
        </p:txBody>
      </p:sp>
      <p:sp>
        <p:nvSpPr>
          <p:cNvPr id="28" name="Rectangle 27">
            <a:extLst>
              <a:ext uri="{FF2B5EF4-FFF2-40B4-BE49-F238E27FC236}">
                <a16:creationId xmlns:a16="http://schemas.microsoft.com/office/drawing/2014/main" id="{8EF51FE2-6FB2-45EA-BF14-8E94629E77F1}"/>
              </a:ext>
            </a:extLst>
          </p:cNvPr>
          <p:cNvSpPr/>
          <p:nvPr/>
        </p:nvSpPr>
        <p:spPr>
          <a:xfrm>
            <a:off x="6146298" y="5864309"/>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 30% stop here</a:t>
            </a:r>
          </a:p>
        </p:txBody>
      </p:sp>
      <p:sp>
        <p:nvSpPr>
          <p:cNvPr id="29" name="Rectangle 28">
            <a:extLst>
              <a:ext uri="{FF2B5EF4-FFF2-40B4-BE49-F238E27FC236}">
                <a16:creationId xmlns:a16="http://schemas.microsoft.com/office/drawing/2014/main" id="{738A341D-F3A5-419A-82FF-FECA2EC6FB58}"/>
              </a:ext>
            </a:extLst>
          </p:cNvPr>
          <p:cNvSpPr/>
          <p:nvPr/>
        </p:nvSpPr>
        <p:spPr>
          <a:xfrm>
            <a:off x="6499443" y="201051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30" name="Rectangle 29">
            <a:extLst>
              <a:ext uri="{FF2B5EF4-FFF2-40B4-BE49-F238E27FC236}">
                <a16:creationId xmlns:a16="http://schemas.microsoft.com/office/drawing/2014/main" id="{4C803A4B-1751-4AB5-A250-D2E2D424D898}"/>
              </a:ext>
            </a:extLst>
          </p:cNvPr>
          <p:cNvSpPr/>
          <p:nvPr/>
        </p:nvSpPr>
        <p:spPr>
          <a:xfrm>
            <a:off x="4681703" y="2992838"/>
            <a:ext cx="889088" cy="872692"/>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92500" lnSpcReduction="20000"/>
          </a:bodyPr>
          <a:lstStyle/>
          <a:p>
            <a:pPr algn="ctr"/>
            <a:r>
              <a:rPr lang="en-US" sz="1100" dirty="0">
                <a:solidFill>
                  <a:schemeClr val="tx1"/>
                </a:solidFill>
              </a:rPr>
              <a:t>Example wall : No comment engine in our content platform</a:t>
            </a:r>
          </a:p>
        </p:txBody>
      </p:sp>
    </p:spTree>
    <p:custDataLst>
      <p:tags r:id="rId1"/>
    </p:custDataLst>
    <p:extLst>
      <p:ext uri="{BB962C8B-B14F-4D97-AF65-F5344CB8AC3E}">
        <p14:creationId xmlns:p14="http://schemas.microsoft.com/office/powerpoint/2010/main" val="4220494558"/>
      </p:ext>
    </p:extLst>
  </p:cSld>
  <p:clrMapOvr>
    <a:masterClrMapping/>
  </p:clrMapOvr>
  <mc:AlternateContent xmlns:mc="http://schemas.openxmlformats.org/markup-compatibility/2006" xmlns:p14="http://schemas.microsoft.com/office/powerpoint/2010/main">
    <mc:Choice Requires="p14">
      <p:transition spd="slow" p14:dur="2000" advTm="251918"/>
    </mc:Choice>
    <mc:Fallback xmlns="">
      <p:transition spd="slow" advTm="25191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FC54635E-1CFA-4F93-B566-34FFF4B7EE1B}"/>
                                            </p:graphic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graphicEl>
                                              <a:dgm id="{947B5681-D30C-4F71-A448-A9816BB4E2C7}"/>
                                            </p:graphic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graphicEl>
                                              <a:dgm id="{BC883E41-7CC3-49C8-AACB-D2DFC31D2A81}"/>
                                            </p:graphic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graphicEl>
                                              <a:dgm id="{C4049009-0DF7-4B56-8EE8-A235AC9147E0}"/>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graphicEl>
                                              <a:dgm id="{6EE647C3-EE94-495B-A1BC-2BD31E7FB28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3C232351-2668-409A-900D-BAAD4244B760}"/>
                                            </p:graphic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graphicEl>
                                              <a:dgm id="{6BD65D1B-AC3F-463A-9044-842725D46E17}"/>
                                            </p:graphic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graphicEl>
                                              <a:dgm id="{FDF54EAE-F346-4C3A-BE66-A827058CB016}"/>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graphicEl>
                                              <a:dgm id="{41FFB49D-2989-4461-B425-3CC078C84917}"/>
                                            </p:graphic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
                                            <p:graphicEl>
                                              <a:dgm id="{621BC79D-194B-46C2-8CE4-368724AC50EB}"/>
                                            </p:graphic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
                                            <p:graphicEl>
                                              <a:dgm id="{14B1C58C-96FC-4CBB-980F-3435E1A56BE8}"/>
                                            </p:graphic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
                                            <p:graphicEl>
                                              <a:dgm id="{BCB6E0A9-6E0F-4A27-BF17-10F454A714DD}"/>
                                            </p:graphic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6">
                                            <p:graphicEl>
                                              <a:dgm id="{8231CA90-10E3-46A6-A5BB-B62FA5752189}"/>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
                                            <p:graphicEl>
                                              <a:dgm id="{D47D2D30-ADE3-4244-896A-D208A438408A}"/>
                                            </p:graphic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
                                            <p:graphicEl>
                                              <a:dgm id="{5CF119C6-ABFB-4CDD-9B69-E69F67B6F6FB}"/>
                                            </p:graphic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
                                            <p:graphicEl>
                                              <a:dgm id="{35E4B48D-612C-4074-B656-1246F02FB0FA}"/>
                                            </p:graphicEl>
                                          </p:spTgt>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6">
                                            <p:graphicEl>
                                              <a:dgm id="{FC5DBB8E-B43D-443A-BEBF-B02BF77B99C3}"/>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graphicEl>
                                              <a:dgm id="{19F16169-C9BF-47E2-8CB1-3EE9195EB957}"/>
                                            </p:graphic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2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6">
                                            <p:graphicEl>
                                              <a:dgm id="{6F889921-57BB-4603-AA76-C547E1BF8E5F}"/>
                                            </p:graphicEl>
                                          </p:spTgt>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
                                            <p:graphicEl>
                                              <a:dgm id="{DB180237-7383-4D07-BB36-8A77B59B6D7F}"/>
                                            </p:graphicEl>
                                          </p:spTgt>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ormAutofit fontScale="70000" lnSpcReduction="20000"/>
          </a:bodyPr>
          <a:lstStyle/>
          <a:p>
            <a:pPr marL="0" indent="0">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70000" lnSpcReduction="20000"/>
          </a:bodyPr>
          <a:lstStyle/>
          <a:p>
            <a:pPr marL="0" indent="0">
              <a:buNone/>
            </a:pPr>
            <a:r>
              <a:rPr lang="en-US" noProof="1"/>
              <a:t>Usually, on your Community on content, how far do you expect audience to engage ? </a:t>
            </a:r>
          </a:p>
          <a:p>
            <a:pPr marL="0" indent="0">
              <a:buNone/>
            </a:pPr>
            <a:endParaRPr lang="en-US" noProof="1"/>
          </a:p>
          <a:p>
            <a:pPr marL="0" indent="0">
              <a:buNone/>
            </a:pPr>
            <a:r>
              <a:rPr lang="en-US" noProof="1"/>
              <a:t>What do you currently do for audience engagement in your content ?</a:t>
            </a:r>
          </a:p>
          <a:p>
            <a:pPr marL="0" indent="0">
              <a:buNone/>
            </a:pPr>
            <a:endParaRPr lang="en-US" noProof="1"/>
          </a:p>
          <a:p>
            <a:pPr marL="0" indent="0">
              <a:buNone/>
            </a:pPr>
            <a:r>
              <a:rPr lang="en-US" noProof="1"/>
              <a:t>In what steps of engagement do you invest the most ? The least ? What do you do ?</a:t>
            </a:r>
          </a:p>
        </p:txBody>
      </p:sp>
      <p:grpSp>
        <p:nvGrpSpPr>
          <p:cNvPr id="3" name="Groupe 2">
            <a:extLst>
              <a:ext uri="{FF2B5EF4-FFF2-40B4-BE49-F238E27FC236}">
                <a16:creationId xmlns:a16="http://schemas.microsoft.com/office/drawing/2014/main" id="{D122077B-D41A-4975-BE8B-65BDDD1F61AE}"/>
              </a:ext>
            </a:extLst>
          </p:cNvPr>
          <p:cNvGrpSpPr/>
          <p:nvPr/>
        </p:nvGrpSpPr>
        <p:grpSpPr>
          <a:xfrm>
            <a:off x="1338266" y="3578751"/>
            <a:ext cx="4492364" cy="1920753"/>
            <a:chOff x="182273" y="2215381"/>
            <a:chExt cx="11827453" cy="5056940"/>
          </a:xfrm>
        </p:grpSpPr>
        <p:graphicFrame>
          <p:nvGraphicFramePr>
            <p:cNvPr id="26" name="Espace réservé du contenu 5">
              <a:extLst>
                <a:ext uri="{FF2B5EF4-FFF2-40B4-BE49-F238E27FC236}">
                  <a16:creationId xmlns:a16="http://schemas.microsoft.com/office/drawing/2014/main" id="{A37E2E76-B5F6-4F70-8765-75A3AEA64249}"/>
                </a:ext>
              </a:extLst>
            </p:cNvPr>
            <p:cNvGraphicFramePr>
              <a:graphicFrameLocks/>
            </p:cNvGraphicFramePr>
            <p:nvPr>
              <p:extLst>
                <p:ext uri="{D42A27DB-BD31-4B8C-83A1-F6EECF244321}">
                  <p14:modId xmlns:p14="http://schemas.microsoft.com/office/powerpoint/2010/main" val="4123644199"/>
                </p:ext>
              </p:extLst>
            </p:nvPr>
          </p:nvGraphicFramePr>
          <p:xfrm>
            <a:off x="182273" y="2777290"/>
            <a:ext cx="11827453" cy="44950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27" name="Graphique 26" descr="Point d’exclamation avec un remplissage uni">
              <a:extLst>
                <a:ext uri="{FF2B5EF4-FFF2-40B4-BE49-F238E27FC236}">
                  <a16:creationId xmlns:a16="http://schemas.microsoft.com/office/drawing/2014/main" id="{DD007DD6-0321-4F78-AF92-3311E7A68AE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21141" y="4746804"/>
              <a:ext cx="960727" cy="960727"/>
            </a:xfrm>
            <a:prstGeom prst="rect">
              <a:avLst/>
            </a:prstGeom>
          </p:spPr>
        </p:pic>
        <p:pic>
          <p:nvPicPr>
            <p:cNvPr id="28" name="Graphique 27" descr="Bulle de discussion avec un remplissage uni">
              <a:extLst>
                <a:ext uri="{FF2B5EF4-FFF2-40B4-BE49-F238E27FC236}">
                  <a16:creationId xmlns:a16="http://schemas.microsoft.com/office/drawing/2014/main" id="{7CD86750-ABB4-45B3-A005-F1C3AD8EE605}"/>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585043" y="3546987"/>
              <a:ext cx="914400" cy="914400"/>
            </a:xfrm>
            <a:prstGeom prst="rect">
              <a:avLst/>
            </a:prstGeom>
          </p:spPr>
        </p:pic>
        <p:pic>
          <p:nvPicPr>
            <p:cNvPr id="29" name="Graphique 28" descr="Partager avec un remplissage uni">
              <a:extLst>
                <a:ext uri="{FF2B5EF4-FFF2-40B4-BE49-F238E27FC236}">
                  <a16:creationId xmlns:a16="http://schemas.microsoft.com/office/drawing/2014/main" id="{7A8E0DFA-E9BB-498A-8C01-474A6A914CE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7172034" y="2924014"/>
              <a:ext cx="1179576" cy="1179576"/>
            </a:xfrm>
            <a:prstGeom prst="rect">
              <a:avLst/>
            </a:prstGeom>
          </p:spPr>
        </p:pic>
        <p:pic>
          <p:nvPicPr>
            <p:cNvPr id="30" name="Graphique 29" descr="Viral avec un remplissage uni">
              <a:extLst>
                <a:ext uri="{FF2B5EF4-FFF2-40B4-BE49-F238E27FC236}">
                  <a16:creationId xmlns:a16="http://schemas.microsoft.com/office/drawing/2014/main" id="{138C3644-1747-49EC-B5E3-9ADD1B3296C3}"/>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890498" y="3892479"/>
              <a:ext cx="914400" cy="914400"/>
            </a:xfrm>
            <a:prstGeom prst="rect">
              <a:avLst/>
            </a:prstGeom>
          </p:spPr>
        </p:pic>
        <p:pic>
          <p:nvPicPr>
            <p:cNvPr id="31" name="Graphique 30" descr="Citations avec un remplissage uni">
              <a:extLst>
                <a:ext uri="{FF2B5EF4-FFF2-40B4-BE49-F238E27FC236}">
                  <a16:creationId xmlns:a16="http://schemas.microsoft.com/office/drawing/2014/main" id="{05760737-5BAD-445B-B1E5-3564163668D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9004425" y="2685582"/>
              <a:ext cx="914400" cy="914400"/>
            </a:xfrm>
            <a:prstGeom prst="rect">
              <a:avLst/>
            </a:prstGeom>
          </p:spPr>
        </p:pic>
        <p:pic>
          <p:nvPicPr>
            <p:cNvPr id="32" name="Graphique 31" descr="Réussite du groupe avec un remplissage uni">
              <a:extLst>
                <a:ext uri="{FF2B5EF4-FFF2-40B4-BE49-F238E27FC236}">
                  <a16:creationId xmlns:a16="http://schemas.microsoft.com/office/drawing/2014/main" id="{77213326-8C86-4F64-A206-82319572BDF9}"/>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10755429" y="2215381"/>
              <a:ext cx="1056534" cy="1056534"/>
            </a:xfrm>
            <a:prstGeom prst="rect">
              <a:avLst/>
            </a:prstGeom>
          </p:spPr>
        </p:pic>
        <p:pic>
          <p:nvPicPr>
            <p:cNvPr id="33" name="Graphique 32" descr="Curseur avec un remplissage uni">
              <a:extLst>
                <a:ext uri="{FF2B5EF4-FFF2-40B4-BE49-F238E27FC236}">
                  <a16:creationId xmlns:a16="http://schemas.microsoft.com/office/drawing/2014/main" id="{3FA13010-9EF6-4511-8C97-A34FE599AD2F}"/>
                </a:ext>
              </a:extLst>
            </p:cNvPr>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2237718" y="4461387"/>
              <a:ext cx="914400" cy="914400"/>
            </a:xfrm>
            <a:prstGeom prst="rect">
              <a:avLst/>
            </a:prstGeom>
          </p:spPr>
        </p:pic>
      </p:grpSp>
      <p:grpSp>
        <p:nvGrpSpPr>
          <p:cNvPr id="47" name="Groupe 46">
            <a:extLst>
              <a:ext uri="{FF2B5EF4-FFF2-40B4-BE49-F238E27FC236}">
                <a16:creationId xmlns:a16="http://schemas.microsoft.com/office/drawing/2014/main" id="{E1388CD5-883E-494E-921A-48E94A721A82}"/>
              </a:ext>
            </a:extLst>
          </p:cNvPr>
          <p:cNvGrpSpPr/>
          <p:nvPr/>
        </p:nvGrpSpPr>
        <p:grpSpPr>
          <a:xfrm>
            <a:off x="2292632" y="2897927"/>
            <a:ext cx="3251579" cy="2164178"/>
            <a:chOff x="2754182" y="882438"/>
            <a:chExt cx="8450333" cy="5624354"/>
          </a:xfrm>
        </p:grpSpPr>
        <p:grpSp>
          <p:nvGrpSpPr>
            <p:cNvPr id="35" name="Groupe 34">
              <a:extLst>
                <a:ext uri="{FF2B5EF4-FFF2-40B4-BE49-F238E27FC236}">
                  <a16:creationId xmlns:a16="http://schemas.microsoft.com/office/drawing/2014/main" id="{31A41382-CBE1-436F-80A2-E9A34A8D9EAC}"/>
                </a:ext>
              </a:extLst>
            </p:cNvPr>
            <p:cNvGrpSpPr/>
            <p:nvPr/>
          </p:nvGrpSpPr>
          <p:grpSpPr>
            <a:xfrm>
              <a:off x="3084991" y="3429000"/>
              <a:ext cx="914400" cy="3077792"/>
              <a:chOff x="3056718" y="2910742"/>
              <a:chExt cx="914400" cy="3077792"/>
            </a:xfrm>
          </p:grpSpPr>
          <p:cxnSp>
            <p:nvCxnSpPr>
              <p:cNvPr id="36" name="Connecteur droit 35">
                <a:extLst>
                  <a:ext uri="{FF2B5EF4-FFF2-40B4-BE49-F238E27FC236}">
                    <a16:creationId xmlns:a16="http://schemas.microsoft.com/office/drawing/2014/main" id="{533DE146-8002-4DE0-B280-35F5DF31F30C}"/>
                  </a:ext>
                </a:extLst>
              </p:cNvPr>
              <p:cNvCxnSpPr>
                <a:cxnSpLocks/>
                <a:stCxn id="37" idx="2"/>
              </p:cNvCxnSpPr>
              <p:nvPr/>
            </p:nvCxnSpPr>
            <p:spPr>
              <a:xfrm>
                <a:off x="3513918" y="3825142"/>
                <a:ext cx="0" cy="2163392"/>
              </a:xfrm>
              <a:prstGeom prst="line">
                <a:avLst/>
              </a:prstGeom>
              <a:ln w="57150">
                <a:solidFill>
                  <a:srgbClr val="EC7B2B"/>
                </a:solidFill>
                <a:prstDash val="dash"/>
              </a:ln>
            </p:spPr>
            <p:style>
              <a:lnRef idx="1">
                <a:schemeClr val="accent1"/>
              </a:lnRef>
              <a:fillRef idx="0">
                <a:schemeClr val="accent1"/>
              </a:fillRef>
              <a:effectRef idx="0">
                <a:schemeClr val="accent1"/>
              </a:effectRef>
              <a:fontRef idx="minor">
                <a:schemeClr val="tx1"/>
              </a:fontRef>
            </p:style>
          </p:cxnSp>
          <p:pic>
            <p:nvPicPr>
              <p:cNvPr id="37" name="Graphique 36" descr="Mur de briques avec un remplissage uni">
                <a:extLst>
                  <a:ext uri="{FF2B5EF4-FFF2-40B4-BE49-F238E27FC236}">
                    <a16:creationId xmlns:a16="http://schemas.microsoft.com/office/drawing/2014/main" id="{4CD011E7-D761-447B-BAA8-41351A43195F}"/>
                  </a:ext>
                </a:extLst>
              </p:cNvPr>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3056718" y="2910742"/>
                <a:ext cx="914400" cy="914400"/>
              </a:xfrm>
              <a:prstGeom prst="rect">
                <a:avLst/>
              </a:prstGeom>
            </p:spPr>
          </p:pic>
        </p:grpSp>
        <p:grpSp>
          <p:nvGrpSpPr>
            <p:cNvPr id="38" name="Groupe 37">
              <a:extLst>
                <a:ext uri="{FF2B5EF4-FFF2-40B4-BE49-F238E27FC236}">
                  <a16:creationId xmlns:a16="http://schemas.microsoft.com/office/drawing/2014/main" id="{A485A558-1766-4E3E-9114-2F970AA77634}"/>
                </a:ext>
              </a:extLst>
            </p:cNvPr>
            <p:cNvGrpSpPr/>
            <p:nvPr/>
          </p:nvGrpSpPr>
          <p:grpSpPr>
            <a:xfrm>
              <a:off x="6489723" y="2535638"/>
              <a:ext cx="914400" cy="3157238"/>
              <a:chOff x="6489723" y="2466814"/>
              <a:chExt cx="914400" cy="3157238"/>
            </a:xfrm>
          </p:grpSpPr>
          <p:cxnSp>
            <p:nvCxnSpPr>
              <p:cNvPr id="39" name="Connecteur droit 38">
                <a:extLst>
                  <a:ext uri="{FF2B5EF4-FFF2-40B4-BE49-F238E27FC236}">
                    <a16:creationId xmlns:a16="http://schemas.microsoft.com/office/drawing/2014/main" id="{698DB967-CD4A-4B87-A7B3-1A9CDD212389}"/>
                  </a:ext>
                </a:extLst>
              </p:cNvPr>
              <p:cNvCxnSpPr>
                <a:cxnSpLocks/>
                <a:stCxn id="40" idx="2"/>
              </p:cNvCxnSpPr>
              <p:nvPr/>
            </p:nvCxnSpPr>
            <p:spPr>
              <a:xfrm>
                <a:off x="6946923" y="3381214"/>
                <a:ext cx="0" cy="2242838"/>
              </a:xfrm>
              <a:prstGeom prst="line">
                <a:avLst/>
              </a:prstGeom>
              <a:ln w="57150">
                <a:solidFill>
                  <a:srgbClr val="FF0000"/>
                </a:solidFill>
                <a:prstDash val="dash"/>
              </a:ln>
            </p:spPr>
            <p:style>
              <a:lnRef idx="1">
                <a:schemeClr val="accent1"/>
              </a:lnRef>
              <a:fillRef idx="0">
                <a:schemeClr val="accent1"/>
              </a:fillRef>
              <a:effectRef idx="0">
                <a:schemeClr val="accent1"/>
              </a:effectRef>
              <a:fontRef idx="minor">
                <a:schemeClr val="tx1"/>
              </a:fontRef>
            </p:style>
          </p:cxnSp>
          <p:pic>
            <p:nvPicPr>
              <p:cNvPr id="40" name="Graphique 39" descr="Mur de briques avec un remplissage uni">
                <a:extLst>
                  <a:ext uri="{FF2B5EF4-FFF2-40B4-BE49-F238E27FC236}">
                    <a16:creationId xmlns:a16="http://schemas.microsoft.com/office/drawing/2014/main" id="{08B940E7-55D4-4C26-9042-BC22FF0574E5}"/>
                  </a:ext>
                </a:extLst>
              </p:cNvPr>
              <p:cNvPicPr>
                <a:picLocks noChangeAspect="1"/>
              </p:cNvPicPr>
              <p:nvPr/>
            </p:nvPicPr>
            <p:blipFill>
              <a:blip r:embed="rId24">
                <a:extLst>
                  <a:ext uri="{28A0092B-C50C-407E-A947-70E740481C1C}">
                    <a14:useLocalDpi xmlns:a14="http://schemas.microsoft.com/office/drawing/2010/main" val="0"/>
                  </a:ext>
                  <a:ext uri="{96DAC541-7B7A-43D3-8B79-37D633B846F1}">
                    <asvg:svgBlip xmlns:asvg="http://schemas.microsoft.com/office/drawing/2016/SVG/main" r:embed="rId25"/>
                  </a:ext>
                </a:extLst>
              </a:blip>
              <a:stretch>
                <a:fillRect/>
              </a:stretch>
            </p:blipFill>
            <p:spPr>
              <a:xfrm>
                <a:off x="6489723" y="2466814"/>
                <a:ext cx="914400" cy="914400"/>
              </a:xfrm>
              <a:prstGeom prst="rect">
                <a:avLst/>
              </a:prstGeom>
            </p:spPr>
          </p:pic>
        </p:grpSp>
        <p:cxnSp>
          <p:nvCxnSpPr>
            <p:cNvPr id="41" name="Connecteur droit 40">
              <a:extLst>
                <a:ext uri="{FF2B5EF4-FFF2-40B4-BE49-F238E27FC236}">
                  <a16:creationId xmlns:a16="http://schemas.microsoft.com/office/drawing/2014/main" id="{D046C2CA-BD9C-496D-9E66-2C92C39BEE16}"/>
                </a:ext>
              </a:extLst>
            </p:cNvPr>
            <p:cNvCxnSpPr>
              <a:cxnSpLocks/>
              <a:stCxn id="46" idx="2"/>
            </p:cNvCxnSpPr>
            <p:nvPr/>
          </p:nvCxnSpPr>
          <p:spPr>
            <a:xfrm>
              <a:off x="10388878" y="2782248"/>
              <a:ext cx="0" cy="3061839"/>
            </a:xfrm>
            <a:prstGeom prst="line">
              <a:avLst/>
            </a:prstGeom>
            <a:ln w="57150">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555C3D65-45EB-46AC-B447-39ED19BE6D21}"/>
                </a:ext>
              </a:extLst>
            </p:cNvPr>
            <p:cNvSpPr txBox="1"/>
            <p:nvPr/>
          </p:nvSpPr>
          <p:spPr>
            <a:xfrm>
              <a:off x="2754182" y="2260245"/>
              <a:ext cx="1631274" cy="1071926"/>
            </a:xfrm>
            <a:prstGeom prst="rect">
              <a:avLst/>
            </a:prstGeom>
            <a:noFill/>
          </p:spPr>
          <p:txBody>
            <a:bodyPr wrap="square" rtlCol="0">
              <a:spAutoFit/>
            </a:bodyPr>
            <a:lstStyle/>
            <a:p>
              <a:pPr algn="ctr"/>
              <a:r>
                <a:rPr lang="en-US" sz="800" b="1" dirty="0">
                  <a:solidFill>
                    <a:srgbClr val="EC7B2B"/>
                  </a:solidFill>
                </a:rPr>
                <a:t>Wall 1 : </a:t>
              </a:r>
            </a:p>
            <a:p>
              <a:pPr algn="ctr"/>
              <a:r>
                <a:rPr lang="en-US" sz="800" b="1" dirty="0">
                  <a:solidFill>
                    <a:srgbClr val="EC7B2B"/>
                  </a:solidFill>
                </a:rPr>
                <a:t>Identify yourself !</a:t>
              </a:r>
            </a:p>
          </p:txBody>
        </p:sp>
        <p:sp>
          <p:nvSpPr>
            <p:cNvPr id="43" name="ZoneTexte 42">
              <a:extLst>
                <a:ext uri="{FF2B5EF4-FFF2-40B4-BE49-F238E27FC236}">
                  <a16:creationId xmlns:a16="http://schemas.microsoft.com/office/drawing/2014/main" id="{08A0FD99-DBAC-456D-BCCE-604795156AD3}"/>
                </a:ext>
              </a:extLst>
            </p:cNvPr>
            <p:cNvSpPr txBox="1"/>
            <p:nvPr/>
          </p:nvSpPr>
          <p:spPr>
            <a:xfrm>
              <a:off x="6058342" y="882438"/>
              <a:ext cx="1631274" cy="1357772"/>
            </a:xfrm>
            <a:prstGeom prst="rect">
              <a:avLst/>
            </a:prstGeom>
            <a:noFill/>
          </p:spPr>
          <p:txBody>
            <a:bodyPr wrap="square" rtlCol="0">
              <a:spAutoFit/>
            </a:bodyPr>
            <a:lstStyle/>
            <a:p>
              <a:pPr algn="ctr"/>
              <a:r>
                <a:rPr lang="en-US" sz="800" b="1" dirty="0">
                  <a:solidFill>
                    <a:srgbClr val="FF0000"/>
                  </a:solidFill>
                </a:rPr>
                <a:t>Wall 2 : </a:t>
              </a:r>
            </a:p>
            <a:p>
              <a:pPr algn="ctr"/>
              <a:r>
                <a:rPr lang="en-US" sz="800" b="1" dirty="0">
                  <a:solidFill>
                    <a:srgbClr val="FF0000"/>
                  </a:solidFill>
                </a:rPr>
                <a:t>Bring the content outside !</a:t>
              </a:r>
            </a:p>
          </p:txBody>
        </p:sp>
        <p:grpSp>
          <p:nvGrpSpPr>
            <p:cNvPr id="44" name="Groupe 43">
              <a:extLst>
                <a:ext uri="{FF2B5EF4-FFF2-40B4-BE49-F238E27FC236}">
                  <a16:creationId xmlns:a16="http://schemas.microsoft.com/office/drawing/2014/main" id="{12B3284D-A891-4120-A6BB-2D7E0F0EA7DC}"/>
                </a:ext>
              </a:extLst>
            </p:cNvPr>
            <p:cNvGrpSpPr/>
            <p:nvPr/>
          </p:nvGrpSpPr>
          <p:grpSpPr>
            <a:xfrm>
              <a:off x="9573241" y="882610"/>
              <a:ext cx="1631274" cy="1899638"/>
              <a:chOff x="9573241" y="882610"/>
              <a:chExt cx="1631274" cy="1899638"/>
            </a:xfrm>
          </p:grpSpPr>
          <p:sp>
            <p:nvSpPr>
              <p:cNvPr id="45" name="ZoneTexte 44">
                <a:extLst>
                  <a:ext uri="{FF2B5EF4-FFF2-40B4-BE49-F238E27FC236}">
                    <a16:creationId xmlns:a16="http://schemas.microsoft.com/office/drawing/2014/main" id="{41FD1C0F-4CAE-47E9-B125-E67AA9574AD0}"/>
                  </a:ext>
                </a:extLst>
              </p:cNvPr>
              <p:cNvSpPr txBox="1"/>
              <p:nvPr/>
            </p:nvSpPr>
            <p:spPr>
              <a:xfrm>
                <a:off x="9573241" y="882610"/>
                <a:ext cx="1631274" cy="1071926"/>
              </a:xfrm>
              <a:prstGeom prst="rect">
                <a:avLst/>
              </a:prstGeom>
              <a:noFill/>
            </p:spPr>
            <p:txBody>
              <a:bodyPr wrap="square" rtlCol="0">
                <a:spAutoFit/>
              </a:bodyPr>
              <a:lstStyle/>
              <a:p>
                <a:pPr algn="ctr"/>
                <a:r>
                  <a:rPr lang="en-US" sz="800" b="1" dirty="0">
                    <a:solidFill>
                      <a:schemeClr val="accent1"/>
                    </a:solidFill>
                  </a:rPr>
                  <a:t>Wall 3 : </a:t>
                </a:r>
              </a:p>
              <a:p>
                <a:pPr algn="ctr"/>
                <a:r>
                  <a:rPr lang="en-US" sz="800" b="1" dirty="0">
                    <a:solidFill>
                      <a:schemeClr val="accent1"/>
                    </a:solidFill>
                  </a:rPr>
                  <a:t>Join </a:t>
                </a:r>
              </a:p>
              <a:p>
                <a:pPr algn="ctr"/>
                <a:r>
                  <a:rPr lang="en-US" sz="800" b="1" dirty="0">
                    <a:solidFill>
                      <a:schemeClr val="accent1"/>
                    </a:solidFill>
                  </a:rPr>
                  <a:t>others</a:t>
                </a:r>
              </a:p>
            </p:txBody>
          </p:sp>
          <p:pic>
            <p:nvPicPr>
              <p:cNvPr id="46" name="Graphique 45" descr="Mur de briques avec un remplissage uni">
                <a:extLst>
                  <a:ext uri="{FF2B5EF4-FFF2-40B4-BE49-F238E27FC236}">
                    <a16:creationId xmlns:a16="http://schemas.microsoft.com/office/drawing/2014/main" id="{0EC8477D-0B91-4CB2-BF12-43CF3065559A}"/>
                  </a:ext>
                </a:extLst>
              </p:cNvPr>
              <p:cNvPicPr>
                <a:picLocks noChangeAspect="1"/>
              </p:cNvPicPr>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9931678" y="1867848"/>
                <a:ext cx="914400" cy="914400"/>
              </a:xfrm>
              <a:prstGeom prst="rect">
                <a:avLst/>
              </a:prstGeom>
            </p:spPr>
          </p:pic>
        </p:grpSp>
      </p:grpSp>
    </p:spTree>
    <p:extLst>
      <p:ext uri="{BB962C8B-B14F-4D97-AF65-F5344CB8AC3E}">
        <p14:creationId xmlns:p14="http://schemas.microsoft.com/office/powerpoint/2010/main" val="1144100425"/>
      </p:ext>
    </p:extLst>
  </p:cSld>
  <p:clrMapOvr>
    <a:masterClrMapping/>
  </p:clrMapOvr>
  <mc:AlternateContent xmlns:mc="http://schemas.openxmlformats.org/markup-compatibility/2006" xmlns:p14="http://schemas.microsoft.com/office/powerpoint/2010/main">
    <mc:Choice Requires="p14">
      <p:transition spd="slow" p14:dur="2000" advTm="43141"/>
    </mc:Choice>
    <mc:Fallback xmlns="">
      <p:transition spd="slow" advTm="43141"/>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DA12E1F7-4DAA-4142-B6D7-283F0D7CDAE7}"/>
              </a:ext>
            </a:extLst>
          </p:cNvPr>
          <p:cNvSpPr>
            <a:spLocks noGrp="1"/>
          </p:cNvSpPr>
          <p:nvPr>
            <p:ph type="title"/>
          </p:nvPr>
        </p:nvSpPr>
        <p:spPr/>
        <p:txBody>
          <a:bodyPr/>
          <a:lstStyle/>
          <a:p>
            <a:r>
              <a:rPr lang="fr-FR"/>
              <a:t>Use case, example story</a:t>
            </a:r>
          </a:p>
        </p:txBody>
      </p:sp>
      <p:sp>
        <p:nvSpPr>
          <p:cNvPr id="6" name="Espace réservé du contenu 5">
            <a:extLst>
              <a:ext uri="{FF2B5EF4-FFF2-40B4-BE49-F238E27FC236}">
                <a16:creationId xmlns:a16="http://schemas.microsoft.com/office/drawing/2014/main" id="{DB9CB5CF-FB08-418D-AD21-892E6CD1B3D2}"/>
              </a:ext>
            </a:extLst>
          </p:cNvPr>
          <p:cNvSpPr>
            <a:spLocks noGrp="1"/>
          </p:cNvSpPr>
          <p:nvPr>
            <p:ph idx="1"/>
          </p:nvPr>
        </p:nvSpPr>
        <p:spPr/>
        <p:txBody>
          <a:bodyPr/>
          <a:lstStyle/>
          <a:p>
            <a:pPr marL="0" indent="0">
              <a:buNone/>
            </a:pPr>
            <a:r>
              <a:rPr lang="fr-FR" dirty="0"/>
              <a:t> </a:t>
            </a:r>
          </a:p>
        </p:txBody>
      </p:sp>
      <p:sp>
        <p:nvSpPr>
          <p:cNvPr id="4" name="Bulle narrative : ronde 3">
            <a:extLst>
              <a:ext uri="{FF2B5EF4-FFF2-40B4-BE49-F238E27FC236}">
                <a16:creationId xmlns:a16="http://schemas.microsoft.com/office/drawing/2014/main" id="{6A6B8ED7-0597-419C-B814-8E2979EFCC23}"/>
              </a:ext>
            </a:extLst>
          </p:cNvPr>
          <p:cNvSpPr/>
          <p:nvPr/>
        </p:nvSpPr>
        <p:spPr>
          <a:xfrm>
            <a:off x="2204133" y="4325112"/>
            <a:ext cx="2793827" cy="1178978"/>
          </a:xfrm>
          <a:prstGeom prst="wedgeEllipseCallout">
            <a:avLst>
              <a:gd name="adj1" fmla="val -68660"/>
              <a:gd name="adj2" fmla="val 3007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7" name="Bulle narrative : ronde 6">
            <a:extLst>
              <a:ext uri="{FF2B5EF4-FFF2-40B4-BE49-F238E27FC236}">
                <a16:creationId xmlns:a16="http://schemas.microsoft.com/office/drawing/2014/main" id="{A64C95FC-A0E2-4A92-8184-6FA5F0254D1E}"/>
              </a:ext>
            </a:extLst>
          </p:cNvPr>
          <p:cNvSpPr/>
          <p:nvPr/>
        </p:nvSpPr>
        <p:spPr>
          <a:xfrm>
            <a:off x="2036937" y="3062683"/>
            <a:ext cx="2793827" cy="1178978"/>
          </a:xfrm>
          <a:prstGeom prst="wedgeEllipseCallout">
            <a:avLst>
              <a:gd name="adj1" fmla="val -58492"/>
              <a:gd name="adj2" fmla="val -63298"/>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8" name="Bulle narrative : ronde 7">
            <a:extLst>
              <a:ext uri="{FF2B5EF4-FFF2-40B4-BE49-F238E27FC236}">
                <a16:creationId xmlns:a16="http://schemas.microsoft.com/office/drawing/2014/main" id="{E9B63E73-2FF9-42B5-878E-4B1F2FCDA5A3}"/>
              </a:ext>
            </a:extLst>
          </p:cNvPr>
          <p:cNvSpPr/>
          <p:nvPr/>
        </p:nvSpPr>
        <p:spPr>
          <a:xfrm>
            <a:off x="4912732" y="3319310"/>
            <a:ext cx="2793827" cy="1178978"/>
          </a:xfrm>
          <a:prstGeom prst="wedgeEllipseCallout">
            <a:avLst>
              <a:gd name="adj1" fmla="val -342"/>
              <a:gd name="adj2" fmla="val -66310"/>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9" name="Bulle narrative : ronde 8">
            <a:extLst>
              <a:ext uri="{FF2B5EF4-FFF2-40B4-BE49-F238E27FC236}">
                <a16:creationId xmlns:a16="http://schemas.microsoft.com/office/drawing/2014/main" id="{316B4F65-0258-4743-BC17-5046B951E15B}"/>
              </a:ext>
            </a:extLst>
          </p:cNvPr>
          <p:cNvSpPr/>
          <p:nvPr/>
        </p:nvSpPr>
        <p:spPr>
          <a:xfrm>
            <a:off x="7747547" y="3062683"/>
            <a:ext cx="2793827" cy="1178978"/>
          </a:xfrm>
          <a:prstGeom prst="wedgeEllipseCallout">
            <a:avLst>
              <a:gd name="adj1" fmla="val 55901"/>
              <a:gd name="adj2" fmla="val -69322"/>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sp>
        <p:nvSpPr>
          <p:cNvPr id="10" name="Bulle narrative : ronde 9">
            <a:extLst>
              <a:ext uri="{FF2B5EF4-FFF2-40B4-BE49-F238E27FC236}">
                <a16:creationId xmlns:a16="http://schemas.microsoft.com/office/drawing/2014/main" id="{A2512054-FFEE-493B-A8D7-F2EE972AAFA5}"/>
              </a:ext>
            </a:extLst>
          </p:cNvPr>
          <p:cNvSpPr/>
          <p:nvPr/>
        </p:nvSpPr>
        <p:spPr>
          <a:xfrm>
            <a:off x="7706561" y="4325112"/>
            <a:ext cx="2793827" cy="1178978"/>
          </a:xfrm>
          <a:prstGeom prst="wedgeEllipseCallout">
            <a:avLst>
              <a:gd name="adj1" fmla="val 58443"/>
              <a:gd name="adj2" fmla="val 30074"/>
            </a:avLst>
          </a:prstGeom>
          <a:solidFill>
            <a:srgbClr val="EC7B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US" sz="1100" dirty="0">
                <a:solidFill>
                  <a:schemeClr val="tx1"/>
                </a:solidFill>
              </a:rPr>
              <a:t>I will NOT join your Community now, because there is nobody and nothing interesting for me.</a:t>
            </a:r>
          </a:p>
        </p:txBody>
      </p:sp>
      <p:pic>
        <p:nvPicPr>
          <p:cNvPr id="11" name="Graphique 10" descr="Personne confuse avec un remplissage uni">
            <a:extLst>
              <a:ext uri="{FF2B5EF4-FFF2-40B4-BE49-F238E27FC236}">
                <a16:creationId xmlns:a16="http://schemas.microsoft.com/office/drawing/2014/main" id="{98775D16-5408-4943-9D91-E0C0D00939D4}"/>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4825" r="14911" b="49785"/>
          <a:stretch/>
        </p:blipFill>
        <p:spPr>
          <a:xfrm>
            <a:off x="5210883" y="4754915"/>
            <a:ext cx="1983159" cy="1417285"/>
          </a:xfrm>
          <a:prstGeom prst="rect">
            <a:avLst/>
          </a:prstGeom>
        </p:spPr>
      </p:pic>
      <p:pic>
        <p:nvPicPr>
          <p:cNvPr id="12" name="Graphique 11" descr="Visage confus avec remplissage solide avec un remplissage uni">
            <a:extLst>
              <a:ext uri="{FF2B5EF4-FFF2-40B4-BE49-F238E27FC236}">
                <a16:creationId xmlns:a16="http://schemas.microsoft.com/office/drawing/2014/main" id="{3556836B-4A5E-45F2-A303-F3E075B3209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62000" y="4754915"/>
            <a:ext cx="675263" cy="675263"/>
          </a:xfrm>
          <a:prstGeom prst="rect">
            <a:avLst/>
          </a:prstGeom>
        </p:spPr>
      </p:pic>
      <p:pic>
        <p:nvPicPr>
          <p:cNvPr id="3" name="Graphique 2" descr="Marcher avec un remplissage uni">
            <a:extLst>
              <a:ext uri="{FF2B5EF4-FFF2-40B4-BE49-F238E27FC236}">
                <a16:creationId xmlns:a16="http://schemas.microsoft.com/office/drawing/2014/main" id="{3A727C22-2508-4952-9DED-F50B53B816A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75758" y="5174349"/>
            <a:ext cx="914400" cy="914400"/>
          </a:xfrm>
          <a:prstGeom prst="rect">
            <a:avLst/>
          </a:prstGeom>
        </p:spPr>
      </p:pic>
      <p:pic>
        <p:nvPicPr>
          <p:cNvPr id="13" name="Graphique 12" descr="Marcher avec un remplissage uni">
            <a:extLst>
              <a:ext uri="{FF2B5EF4-FFF2-40B4-BE49-F238E27FC236}">
                <a16:creationId xmlns:a16="http://schemas.microsoft.com/office/drawing/2014/main" id="{65ABBBF1-027B-4B49-AD86-F193AE366483}"/>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10281" y="2664900"/>
            <a:ext cx="914400" cy="914400"/>
          </a:xfrm>
          <a:prstGeom prst="rect">
            <a:avLst/>
          </a:prstGeom>
        </p:spPr>
      </p:pic>
      <p:pic>
        <p:nvPicPr>
          <p:cNvPr id="14" name="Graphique 13" descr="Marcher avec un remplissage uni">
            <a:extLst>
              <a:ext uri="{FF2B5EF4-FFF2-40B4-BE49-F238E27FC236}">
                <a16:creationId xmlns:a16="http://schemas.microsoft.com/office/drawing/2014/main" id="{F07DA05F-41B0-49CB-94A9-B8A41B8F33F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42703" y="2664900"/>
            <a:ext cx="914400" cy="914400"/>
          </a:xfrm>
          <a:prstGeom prst="rect">
            <a:avLst/>
          </a:prstGeom>
        </p:spPr>
      </p:pic>
      <p:pic>
        <p:nvPicPr>
          <p:cNvPr id="15" name="Graphique 14" descr="Marcher avec un remplissage uni">
            <a:extLst>
              <a:ext uri="{FF2B5EF4-FFF2-40B4-BE49-F238E27FC236}">
                <a16:creationId xmlns:a16="http://schemas.microsoft.com/office/drawing/2014/main" id="{56956A62-DB83-4C84-B0CA-CB87A58D7AB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15568" y="5174349"/>
            <a:ext cx="914400" cy="914400"/>
          </a:xfrm>
          <a:prstGeom prst="rect">
            <a:avLst/>
          </a:prstGeom>
        </p:spPr>
      </p:pic>
      <p:pic>
        <p:nvPicPr>
          <p:cNvPr id="17" name="Graphique 16" descr="Visage sans expression avec remplissage uni avec un remplissage uni">
            <a:extLst>
              <a:ext uri="{FF2B5EF4-FFF2-40B4-BE49-F238E27FC236}">
                <a16:creationId xmlns:a16="http://schemas.microsoft.com/office/drawing/2014/main" id="{92DBEE7F-D2EE-41F5-A5A6-F95FAADCC2B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968964" y="2440739"/>
            <a:ext cx="681361" cy="681361"/>
          </a:xfrm>
          <a:prstGeom prst="rect">
            <a:avLst/>
          </a:prstGeom>
        </p:spPr>
      </p:pic>
    </p:spTree>
    <p:extLst>
      <p:ext uri="{BB962C8B-B14F-4D97-AF65-F5344CB8AC3E}">
        <p14:creationId xmlns:p14="http://schemas.microsoft.com/office/powerpoint/2010/main" val="3898029803"/>
      </p:ext>
    </p:extLst>
  </p:cSld>
  <p:clrMapOvr>
    <a:masterClrMapping/>
  </p:clrMapOvr>
  <mc:AlternateContent xmlns:mc="http://schemas.openxmlformats.org/markup-compatibility/2006" xmlns:p14="http://schemas.microsoft.com/office/powerpoint/2010/main">
    <mc:Choice Requires="p14">
      <p:transition spd="slow" p14:dur="2000" advTm="38353"/>
    </mc:Choice>
    <mc:Fallback xmlns="">
      <p:transition spd="slow" advTm="38353"/>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0A64754-E30D-43AE-9B08-DB44B62BA16F}"/>
              </a:ext>
            </a:extLst>
          </p:cNvPr>
          <p:cNvSpPr>
            <a:spLocks noGrp="1"/>
          </p:cNvSpPr>
          <p:nvPr>
            <p:ph type="title"/>
          </p:nvPr>
        </p:nvSpPr>
        <p:spPr/>
        <p:txBody>
          <a:bodyPr>
            <a:normAutofit fontScale="90000"/>
          </a:bodyPr>
          <a:lstStyle/>
          <a:p>
            <a:r>
              <a:rPr lang="en-US" dirty="0"/>
              <a:t>Challenge #C7 : </a:t>
            </a:r>
            <a:br>
              <a:rPr lang="en-US" dirty="0"/>
            </a:br>
            <a:r>
              <a:rPr lang="en-US" dirty="0"/>
              <a:t>Understand the Community Desert circle</a:t>
            </a:r>
          </a:p>
        </p:txBody>
      </p:sp>
      <p:sp>
        <p:nvSpPr>
          <p:cNvPr id="3" name="Espace réservé du contenu 2">
            <a:extLst>
              <a:ext uri="{FF2B5EF4-FFF2-40B4-BE49-F238E27FC236}">
                <a16:creationId xmlns:a16="http://schemas.microsoft.com/office/drawing/2014/main" id="{9C210558-125D-4C75-9A43-1DC22CF012E8}"/>
              </a:ext>
            </a:extLst>
          </p:cNvPr>
          <p:cNvSpPr>
            <a:spLocks noGrp="1"/>
          </p:cNvSpPr>
          <p:nvPr>
            <p:ph idx="1"/>
          </p:nvPr>
        </p:nvSpPr>
        <p:spPr>
          <a:xfrm>
            <a:off x="7240555" y="3209730"/>
            <a:ext cx="4043140" cy="2962469"/>
          </a:xfrm>
        </p:spPr>
        <p:txBody>
          <a:bodyPr/>
          <a:lstStyle/>
          <a:p>
            <a:pPr marL="0" indent="0">
              <a:buNone/>
            </a:pPr>
            <a:r>
              <a:rPr lang="en-US" dirty="0"/>
              <a:t>Community desert is a vicious circle in which a Corporate Community often begins, and in which it can fall again even after exiting it. </a:t>
            </a:r>
          </a:p>
        </p:txBody>
      </p:sp>
      <p:graphicFrame>
        <p:nvGraphicFramePr>
          <p:cNvPr id="4" name="Diagramme 3">
            <a:extLst>
              <a:ext uri="{FF2B5EF4-FFF2-40B4-BE49-F238E27FC236}">
                <a16:creationId xmlns:a16="http://schemas.microsoft.com/office/drawing/2014/main" id="{408DEB45-A38A-4867-8ECB-21C6A051D756}"/>
              </a:ext>
            </a:extLst>
          </p:cNvPr>
          <p:cNvGraphicFramePr/>
          <p:nvPr>
            <p:extLst>
              <p:ext uri="{D42A27DB-BD31-4B8C-83A1-F6EECF244321}">
                <p14:modId xmlns:p14="http://schemas.microsoft.com/office/powerpoint/2010/main" val="479124855"/>
              </p:ext>
            </p:extLst>
          </p:nvPr>
        </p:nvGraphicFramePr>
        <p:xfrm>
          <a:off x="545864" y="2376097"/>
          <a:ext cx="5607651"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Graphique 7" descr="Pouce en bas avec un remplissage uni">
            <a:extLst>
              <a:ext uri="{FF2B5EF4-FFF2-40B4-BE49-F238E27FC236}">
                <a16:creationId xmlns:a16="http://schemas.microsoft.com/office/drawing/2014/main" id="{E291087B-BFE4-41E6-927C-81546AC08CD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63414" y="2595484"/>
            <a:ext cx="914400" cy="914400"/>
          </a:xfrm>
          <a:prstGeom prst="rect">
            <a:avLst/>
          </a:prstGeom>
        </p:spPr>
      </p:pic>
      <p:pic>
        <p:nvPicPr>
          <p:cNvPr id="10" name="Graphique 9" descr="Graphique de tendance à la baisse avec un remplissage uni">
            <a:extLst>
              <a:ext uri="{FF2B5EF4-FFF2-40B4-BE49-F238E27FC236}">
                <a16:creationId xmlns:a16="http://schemas.microsoft.com/office/drawing/2014/main" id="{1ACC7D20-B067-439E-B947-DDCBDBB8CEF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87015" y="5965982"/>
            <a:ext cx="914400" cy="914400"/>
          </a:xfrm>
          <a:prstGeom prst="rect">
            <a:avLst/>
          </a:prstGeom>
        </p:spPr>
      </p:pic>
      <p:pic>
        <p:nvPicPr>
          <p:cNvPr id="12" name="Graphique 11" descr="Graphique à barres avec tendance à la baisse avec un remplissage uni">
            <a:extLst>
              <a:ext uri="{FF2B5EF4-FFF2-40B4-BE49-F238E27FC236}">
                <a16:creationId xmlns:a16="http://schemas.microsoft.com/office/drawing/2014/main" id="{13CB1676-181D-4C31-A1E4-6E97E4C6A6FD}"/>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5062587" y="4959221"/>
            <a:ext cx="914400" cy="914400"/>
          </a:xfrm>
          <a:prstGeom prst="rect">
            <a:avLst/>
          </a:prstGeom>
        </p:spPr>
      </p:pic>
      <p:pic>
        <p:nvPicPr>
          <p:cNvPr id="14" name="Graphique 13" descr="Batterie plate avec un remplissage uni">
            <a:extLst>
              <a:ext uri="{FF2B5EF4-FFF2-40B4-BE49-F238E27FC236}">
                <a16:creationId xmlns:a16="http://schemas.microsoft.com/office/drawing/2014/main" id="{A9AFE4A5-F2E3-4786-8C01-274BFFAD9B6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4329" y="4959221"/>
            <a:ext cx="914400" cy="914400"/>
          </a:xfrm>
          <a:prstGeom prst="rect">
            <a:avLst/>
          </a:prstGeom>
        </p:spPr>
      </p:pic>
      <p:pic>
        <p:nvPicPr>
          <p:cNvPr id="16" name="Graphique 15" descr="Cœur brisé avec un remplissage uni">
            <a:extLst>
              <a:ext uri="{FF2B5EF4-FFF2-40B4-BE49-F238E27FC236}">
                <a16:creationId xmlns:a16="http://schemas.microsoft.com/office/drawing/2014/main" id="{3E671D2A-C57C-4879-802D-3C05D1E6E563}"/>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24329" y="2609480"/>
            <a:ext cx="914400" cy="914400"/>
          </a:xfrm>
          <a:prstGeom prst="rect">
            <a:avLst/>
          </a:prstGeom>
        </p:spPr>
      </p:pic>
      <p:pic>
        <p:nvPicPr>
          <p:cNvPr id="18" name="Graphique 17" descr="Personne confuse avec un remplissage uni">
            <a:extLst>
              <a:ext uri="{FF2B5EF4-FFF2-40B4-BE49-F238E27FC236}">
                <a16:creationId xmlns:a16="http://schemas.microsoft.com/office/drawing/2014/main" id="{4492944D-DA74-419D-8F46-1D6C31F6E4EA}"/>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030831" y="1656140"/>
            <a:ext cx="626768" cy="626768"/>
          </a:xfrm>
          <a:prstGeom prst="rect">
            <a:avLst/>
          </a:prstGeom>
        </p:spPr>
      </p:pic>
    </p:spTree>
    <p:extLst>
      <p:ext uri="{BB962C8B-B14F-4D97-AF65-F5344CB8AC3E}">
        <p14:creationId xmlns:p14="http://schemas.microsoft.com/office/powerpoint/2010/main" val="3230631299"/>
      </p:ext>
    </p:extLst>
  </p:cSld>
  <p:clrMapOvr>
    <a:masterClrMapping/>
  </p:clrMapOvr>
  <mc:AlternateContent xmlns:mc="http://schemas.openxmlformats.org/markup-compatibility/2006" xmlns:p14="http://schemas.microsoft.com/office/powerpoint/2010/main">
    <mc:Choice Requires="p14">
      <p:transition spd="slow" p14:dur="2000" advTm="95553"/>
    </mc:Choice>
    <mc:Fallback xmlns="">
      <p:transition spd="slow" advTm="95553"/>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chor="ctr">
            <a:normAutofit/>
          </a:bodyPr>
          <a:lstStyle/>
          <a:p>
            <a:pPr marL="0" indent="0" algn="ctr">
              <a:buNone/>
            </a:pPr>
            <a:r>
              <a:rPr lang="en-US" dirty="0"/>
              <a:t> </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a:bodyPr>
          <a:lstStyle/>
          <a:p>
            <a:pPr marL="0" indent="0">
              <a:buNone/>
            </a:pPr>
            <a:r>
              <a:rPr lang="en-US" noProof="1"/>
              <a:t>Have you experienced the Community desert circle ? What was it like ? How long did you stay in the desert ?</a:t>
            </a:r>
          </a:p>
          <a:p>
            <a:pPr marL="0" indent="0">
              <a:buNone/>
            </a:pPr>
            <a:endParaRPr lang="en-US" noProof="1"/>
          </a:p>
          <a:p>
            <a:pPr marL="0" indent="0">
              <a:buNone/>
            </a:pPr>
            <a:r>
              <a:rPr lang="en-US" noProof="1"/>
              <a:t>How did you get out of it ?</a:t>
            </a:r>
          </a:p>
        </p:txBody>
      </p:sp>
      <p:graphicFrame>
        <p:nvGraphicFramePr>
          <p:cNvPr id="12" name="Diagramme 11">
            <a:extLst>
              <a:ext uri="{FF2B5EF4-FFF2-40B4-BE49-F238E27FC236}">
                <a16:creationId xmlns:a16="http://schemas.microsoft.com/office/drawing/2014/main" id="{DCFDFC1D-0D94-4EAE-A178-4C7B22EF49CF}"/>
              </a:ext>
            </a:extLst>
          </p:cNvPr>
          <p:cNvGraphicFramePr/>
          <p:nvPr>
            <p:extLst>
              <p:ext uri="{D42A27DB-BD31-4B8C-83A1-F6EECF244321}">
                <p14:modId xmlns:p14="http://schemas.microsoft.com/office/powerpoint/2010/main" val="3231595461"/>
              </p:ext>
            </p:extLst>
          </p:nvPr>
        </p:nvGraphicFramePr>
        <p:xfrm>
          <a:off x="1877141" y="3069691"/>
          <a:ext cx="3310715" cy="21976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3" name="Groupe 2">
            <a:extLst>
              <a:ext uri="{FF2B5EF4-FFF2-40B4-BE49-F238E27FC236}">
                <a16:creationId xmlns:a16="http://schemas.microsoft.com/office/drawing/2014/main" id="{06049E2D-903C-44D4-84C8-8181FFE3EDEB}"/>
              </a:ext>
            </a:extLst>
          </p:cNvPr>
          <p:cNvGrpSpPr/>
          <p:nvPr/>
        </p:nvGrpSpPr>
        <p:grpSpPr>
          <a:xfrm>
            <a:off x="1804044" y="2534010"/>
            <a:ext cx="3517860" cy="3566160"/>
            <a:chOff x="824329" y="1656140"/>
            <a:chExt cx="5153485" cy="5224242"/>
          </a:xfrm>
        </p:grpSpPr>
        <p:pic>
          <p:nvPicPr>
            <p:cNvPr id="13" name="Graphique 12" descr="Pouce en bas avec un remplissage uni">
              <a:extLst>
                <a:ext uri="{FF2B5EF4-FFF2-40B4-BE49-F238E27FC236}">
                  <a16:creationId xmlns:a16="http://schemas.microsoft.com/office/drawing/2014/main" id="{86A38289-72A4-499B-8155-77080F8CB40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063414" y="2595484"/>
              <a:ext cx="914400" cy="914400"/>
            </a:xfrm>
            <a:prstGeom prst="rect">
              <a:avLst/>
            </a:prstGeom>
          </p:spPr>
        </p:pic>
        <p:pic>
          <p:nvPicPr>
            <p:cNvPr id="14" name="Graphique 13" descr="Graphique de tendance à la baisse avec un remplissage uni">
              <a:extLst>
                <a:ext uri="{FF2B5EF4-FFF2-40B4-BE49-F238E27FC236}">
                  <a16:creationId xmlns:a16="http://schemas.microsoft.com/office/drawing/2014/main" id="{62954258-D2FE-4E88-A44D-B0426C2D422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87015" y="5965982"/>
              <a:ext cx="914400" cy="914400"/>
            </a:xfrm>
            <a:prstGeom prst="rect">
              <a:avLst/>
            </a:prstGeom>
          </p:spPr>
        </p:pic>
        <p:pic>
          <p:nvPicPr>
            <p:cNvPr id="15" name="Graphique 14" descr="Graphique à barres avec tendance à la baisse avec un remplissage uni">
              <a:extLst>
                <a:ext uri="{FF2B5EF4-FFF2-40B4-BE49-F238E27FC236}">
                  <a16:creationId xmlns:a16="http://schemas.microsoft.com/office/drawing/2014/main" id="{2E52D36B-7435-4F8C-9445-504194D4D58B}"/>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062587" y="4959221"/>
              <a:ext cx="914400" cy="914400"/>
            </a:xfrm>
            <a:prstGeom prst="rect">
              <a:avLst/>
            </a:prstGeom>
          </p:spPr>
        </p:pic>
        <p:pic>
          <p:nvPicPr>
            <p:cNvPr id="16" name="Graphique 15" descr="Batterie plate avec un remplissage uni">
              <a:extLst>
                <a:ext uri="{FF2B5EF4-FFF2-40B4-BE49-F238E27FC236}">
                  <a16:creationId xmlns:a16="http://schemas.microsoft.com/office/drawing/2014/main" id="{C073A74C-BDE6-4DD5-810C-5FD4583E7837}"/>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824329" y="4959221"/>
              <a:ext cx="914400" cy="914400"/>
            </a:xfrm>
            <a:prstGeom prst="rect">
              <a:avLst/>
            </a:prstGeom>
          </p:spPr>
        </p:pic>
        <p:pic>
          <p:nvPicPr>
            <p:cNvPr id="17" name="Graphique 16" descr="Cœur brisé avec un remplissage uni">
              <a:extLst>
                <a:ext uri="{FF2B5EF4-FFF2-40B4-BE49-F238E27FC236}">
                  <a16:creationId xmlns:a16="http://schemas.microsoft.com/office/drawing/2014/main" id="{C8C538F0-B76A-445A-AA4E-0A08E5CE4F01}"/>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824329" y="2609480"/>
              <a:ext cx="914400" cy="914400"/>
            </a:xfrm>
            <a:prstGeom prst="rect">
              <a:avLst/>
            </a:prstGeom>
          </p:spPr>
        </p:pic>
        <p:pic>
          <p:nvPicPr>
            <p:cNvPr id="18" name="Graphique 17" descr="Personne confuse avec un remplissage uni">
              <a:extLst>
                <a:ext uri="{FF2B5EF4-FFF2-40B4-BE49-F238E27FC236}">
                  <a16:creationId xmlns:a16="http://schemas.microsoft.com/office/drawing/2014/main" id="{3EE0A6AB-B8E1-42E1-8B38-A661FA5FD80A}"/>
                </a:ext>
              </a:extLst>
            </p:cNvPr>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3030831" y="1656140"/>
              <a:ext cx="626768" cy="626768"/>
            </a:xfrm>
            <a:prstGeom prst="rect">
              <a:avLst/>
            </a:prstGeom>
          </p:spPr>
        </p:pic>
      </p:grpSp>
    </p:spTree>
    <p:extLst>
      <p:ext uri="{BB962C8B-B14F-4D97-AF65-F5344CB8AC3E}">
        <p14:creationId xmlns:p14="http://schemas.microsoft.com/office/powerpoint/2010/main" val="3448941081"/>
      </p:ext>
    </p:extLst>
  </p:cSld>
  <p:clrMapOvr>
    <a:masterClrMapping/>
  </p:clrMapOvr>
  <mc:AlternateContent xmlns:mc="http://schemas.openxmlformats.org/markup-compatibility/2006" xmlns:p14="http://schemas.microsoft.com/office/powerpoint/2010/main">
    <mc:Choice Requires="p14">
      <p:transition spd="slow" p14:dur="2000" advTm="19814"/>
    </mc:Choice>
    <mc:Fallback xmlns="">
      <p:transition spd="slow" advTm="1981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Example story</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idx="1"/>
          </p:nvPr>
        </p:nvSpPr>
        <p:spPr/>
        <p:txBody>
          <a:bodyPr>
            <a:normAutofit/>
          </a:bodyPr>
          <a:lstStyle/>
          <a:p>
            <a:pPr marL="0" indent="0">
              <a:buNone/>
            </a:pPr>
            <a:r>
              <a:rPr lang="en-US" dirty="0"/>
              <a:t> </a:t>
            </a:r>
          </a:p>
        </p:txBody>
      </p:sp>
      <p:sp>
        <p:nvSpPr>
          <p:cNvPr id="21" name="Bulle narrative : ronde 20">
            <a:extLst>
              <a:ext uri="{FF2B5EF4-FFF2-40B4-BE49-F238E27FC236}">
                <a16:creationId xmlns:a16="http://schemas.microsoft.com/office/drawing/2014/main" id="{922D60BD-A558-45DE-A51B-EDA8C8419D1D}"/>
              </a:ext>
            </a:extLst>
          </p:cNvPr>
          <p:cNvSpPr/>
          <p:nvPr/>
        </p:nvSpPr>
        <p:spPr>
          <a:xfrm>
            <a:off x="2306320" y="2615184"/>
            <a:ext cx="6207760" cy="2048255"/>
          </a:xfrm>
          <a:prstGeom prst="wedgeEllipseCallout">
            <a:avLst>
              <a:gd name="adj1" fmla="val -29512"/>
              <a:gd name="adj2" fmla="val 5995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It takes so much time to create content ! </a:t>
            </a:r>
          </a:p>
          <a:p>
            <a:pPr algn="ctr"/>
            <a:endParaRPr lang="en-US" dirty="0"/>
          </a:p>
          <a:p>
            <a:pPr algn="ctr"/>
            <a:r>
              <a:rPr lang="en-US" dirty="0"/>
              <a:t>It is so difficult to create something original, especially with all that we can find on the Internet !</a:t>
            </a:r>
          </a:p>
        </p:txBody>
      </p:sp>
      <p:pic>
        <p:nvPicPr>
          <p:cNvPr id="25" name="Graphique 24" descr="Personne confuse avec un remplissage uni">
            <a:extLst>
              <a:ext uri="{FF2B5EF4-FFF2-40B4-BE49-F238E27FC236}">
                <a16:creationId xmlns:a16="http://schemas.microsoft.com/office/drawing/2014/main" id="{4335C9E9-2C14-4F1B-9BBE-19C6E2F043E0}"/>
              </a:ext>
            </a:extLst>
          </p:cNvPr>
          <p:cNvPicPr>
            <a:picLocks noChangeAspect="1"/>
          </p:cNvPicPr>
          <p:nvPr/>
        </p:nvPicPr>
        <p:blipFill rotWithShape="1">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l="14825" r="14911" b="49785"/>
          <a:stretch/>
        </p:blipFill>
        <p:spPr>
          <a:xfrm>
            <a:off x="2192955" y="4838194"/>
            <a:ext cx="1983159" cy="1417285"/>
          </a:xfrm>
          <a:prstGeom prst="rect">
            <a:avLst/>
          </a:prstGeom>
        </p:spPr>
      </p:pic>
      <p:sp>
        <p:nvSpPr>
          <p:cNvPr id="8" name="ZoneTexte 7">
            <a:extLst>
              <a:ext uri="{FF2B5EF4-FFF2-40B4-BE49-F238E27FC236}">
                <a16:creationId xmlns:a16="http://schemas.microsoft.com/office/drawing/2014/main" id="{60EF153E-0595-4AD2-AC62-181ECF30C0FB}"/>
              </a:ext>
            </a:extLst>
          </p:cNvPr>
          <p:cNvSpPr txBox="1"/>
          <p:nvPr/>
        </p:nvSpPr>
        <p:spPr>
          <a:xfrm>
            <a:off x="3785370" y="5546836"/>
            <a:ext cx="1716350" cy="430887"/>
          </a:xfrm>
          <a:prstGeom prst="rect">
            <a:avLst/>
          </a:prstGeom>
          <a:noFill/>
        </p:spPr>
        <p:txBody>
          <a:bodyPr wrap="square" rtlCol="0">
            <a:spAutoFit/>
          </a:bodyPr>
          <a:lstStyle/>
          <a:p>
            <a:pPr algn="ctr"/>
            <a:r>
              <a:rPr lang="en-US" sz="1100" b="1" dirty="0">
                <a:solidFill>
                  <a:schemeClr val="accent1"/>
                </a:solidFill>
              </a:rPr>
              <a:t>Corporate Community Booster</a:t>
            </a:r>
          </a:p>
        </p:txBody>
      </p:sp>
      <p:pic>
        <p:nvPicPr>
          <p:cNvPr id="6" name="Graphique 5" descr="Visage triste à remplissage solide avec un remplissage uni">
            <a:extLst>
              <a:ext uri="{FF2B5EF4-FFF2-40B4-BE49-F238E27FC236}">
                <a16:creationId xmlns:a16="http://schemas.microsoft.com/office/drawing/2014/main" id="{97A2C2E5-B4DC-442F-8972-4F315E7501D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852142" y="4800599"/>
            <a:ext cx="664783" cy="664783"/>
          </a:xfrm>
          <a:prstGeom prst="rect">
            <a:avLst/>
          </a:prstGeom>
        </p:spPr>
      </p:pic>
    </p:spTree>
    <p:extLst>
      <p:ext uri="{BB962C8B-B14F-4D97-AF65-F5344CB8AC3E}">
        <p14:creationId xmlns:p14="http://schemas.microsoft.com/office/powerpoint/2010/main" val="4043902043"/>
      </p:ext>
    </p:extLst>
  </p:cSld>
  <p:clrMapOvr>
    <a:masterClrMapping/>
  </p:clrMapOvr>
  <mc:AlternateContent xmlns:mc="http://schemas.openxmlformats.org/markup-compatibility/2006" xmlns:p14="http://schemas.microsoft.com/office/powerpoint/2010/main">
    <mc:Choice Requires="p14">
      <p:transition spd="slow" p14:dur="2000" advTm="20775"/>
    </mc:Choice>
    <mc:Fallback xmlns="">
      <p:transition spd="slow" advTm="2077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p:txBody>
          <a:bodyPr>
            <a:normAutofit fontScale="90000"/>
          </a:bodyPr>
          <a:lstStyle/>
          <a:p>
            <a:r>
              <a:rPr lang="en-US" dirty="0"/>
              <a:t>Challenge #C8</a:t>
            </a:r>
            <a:br>
              <a:rPr lang="en-US" dirty="0"/>
            </a:br>
            <a:r>
              <a:rPr lang="en-US" dirty="0"/>
              <a:t>Choose between creating and curating</a:t>
            </a:r>
          </a:p>
        </p:txBody>
      </p:sp>
      <p:sp>
        <p:nvSpPr>
          <p:cNvPr id="2" name="Espace réservé du texte 1">
            <a:extLst>
              <a:ext uri="{FF2B5EF4-FFF2-40B4-BE49-F238E27FC236}">
                <a16:creationId xmlns:a16="http://schemas.microsoft.com/office/drawing/2014/main" id="{FE201A8B-750E-412A-9B87-9F4E89E188CD}"/>
              </a:ext>
            </a:extLst>
          </p:cNvPr>
          <p:cNvSpPr>
            <a:spLocks noGrp="1"/>
          </p:cNvSpPr>
          <p:nvPr>
            <p:ph type="body" idx="1"/>
          </p:nvPr>
        </p:nvSpPr>
        <p:spPr>
          <a:xfrm>
            <a:off x="1984241" y="2372648"/>
            <a:ext cx="2802363" cy="823912"/>
          </a:xfrm>
        </p:spPr>
        <p:txBody>
          <a:bodyPr>
            <a:normAutofit/>
          </a:bodyPr>
          <a:lstStyle/>
          <a:p>
            <a:r>
              <a:rPr lang="en-US" sz="1800" dirty="0"/>
              <a:t>Content Creation</a:t>
            </a:r>
          </a:p>
        </p:txBody>
      </p:sp>
      <p:sp>
        <p:nvSpPr>
          <p:cNvPr id="3" name="Espace réservé du contenu 2">
            <a:extLst>
              <a:ext uri="{FF2B5EF4-FFF2-40B4-BE49-F238E27FC236}">
                <a16:creationId xmlns:a16="http://schemas.microsoft.com/office/drawing/2014/main" id="{FCBCCD0C-0893-4EE3-9F8C-292D6B4B88E8}"/>
              </a:ext>
            </a:extLst>
          </p:cNvPr>
          <p:cNvSpPr>
            <a:spLocks noGrp="1"/>
          </p:cNvSpPr>
          <p:nvPr>
            <p:ph sz="half" idx="2"/>
          </p:nvPr>
        </p:nvSpPr>
        <p:spPr>
          <a:xfrm>
            <a:off x="1984241" y="3203686"/>
            <a:ext cx="3705007" cy="2968512"/>
          </a:xfrm>
        </p:spPr>
        <p:txBody>
          <a:bodyPr>
            <a:normAutofit fontScale="92500" lnSpcReduction="10000"/>
          </a:bodyPr>
          <a:lstStyle/>
          <a:p>
            <a:pPr>
              <a:buBlip>
                <a:blip r:embed="rId2">
                  <a:extLst>
                    <a:ext uri="{837473B0-CC2E-450A-ABE3-18F120FF3D39}">
                      <a1611:picAttrSrcUrl xmlns:a1611="http://schemas.microsoft.com/office/drawing/2016/11/main" r:id="rId3"/>
                    </a:ext>
                  </a:extLst>
                </a:blip>
              </a:buBlip>
            </a:pPr>
            <a:r>
              <a:rPr lang="en-US" sz="1800" dirty="0"/>
              <a:t>Great when content about a topic is rare</a:t>
            </a:r>
          </a:p>
          <a:p>
            <a:pPr>
              <a:buBlip>
                <a:blip r:embed="rId2">
                  <a:extLst>
                    <a:ext uri="{837473B0-CC2E-450A-ABE3-18F120FF3D39}">
                      <a1611:picAttrSrcUrl xmlns:a1611="http://schemas.microsoft.com/office/drawing/2016/11/main" r:id="rId3"/>
                    </a:ext>
                  </a:extLst>
                </a:blip>
              </a:buBlip>
            </a:pPr>
            <a:r>
              <a:rPr lang="en-US" sz="1800" dirty="0"/>
              <a:t>Useful against lack of content</a:t>
            </a:r>
          </a:p>
          <a:p>
            <a:pPr>
              <a:buBlip>
                <a:blip r:embed="rId2">
                  <a:extLst>
                    <a:ext uri="{837473B0-CC2E-450A-ABE3-18F120FF3D39}">
                      <a1611:picAttrSrcUrl xmlns:a1611="http://schemas.microsoft.com/office/drawing/2016/11/main" r:id="rId3"/>
                    </a:ext>
                  </a:extLst>
                </a:blip>
              </a:buBlip>
            </a:pPr>
            <a:r>
              <a:rPr lang="en-US" sz="1800" dirty="0"/>
              <a:t>Helps user check authentic local content</a:t>
            </a:r>
          </a:p>
          <a:p>
            <a:pPr>
              <a:buBlip>
                <a:blip r:embed="rId2">
                  <a:extLst>
                    <a:ext uri="{837473B0-CC2E-450A-ABE3-18F120FF3D39}">
                      <a1611:picAttrSrcUrl xmlns:a1611="http://schemas.microsoft.com/office/drawing/2016/11/main" r:id="rId3"/>
                    </a:ext>
                  </a:extLst>
                </a:blip>
              </a:buBlip>
            </a:pPr>
            <a:r>
              <a:rPr lang="en-US" sz="1800" dirty="0"/>
              <a:t>Differentiation by-design</a:t>
            </a:r>
          </a:p>
          <a:p>
            <a:pPr>
              <a:buBlip>
                <a:blip r:embed="rId4">
                  <a:extLst>
                    <a:ext uri="{837473B0-CC2E-450A-ABE3-18F120FF3D39}">
                      <a1611:picAttrSrcUrl xmlns:a1611="http://schemas.microsoft.com/office/drawing/2016/11/main" r:id="rId5"/>
                    </a:ext>
                  </a:extLst>
                </a:blip>
              </a:buBlip>
            </a:pPr>
            <a:r>
              <a:rPr lang="en-US" sz="1800" dirty="0"/>
              <a:t>Slower to produce</a:t>
            </a:r>
          </a:p>
          <a:p>
            <a:r>
              <a:rPr lang="en-US" sz="1800" dirty="0"/>
              <a:t>Effort : Design, Produce, Publish</a:t>
            </a:r>
          </a:p>
          <a:p>
            <a:endParaRPr lang="en-US" sz="1800" dirty="0"/>
          </a:p>
        </p:txBody>
      </p:sp>
      <p:sp>
        <p:nvSpPr>
          <p:cNvPr id="4" name="Espace réservé du texte 3">
            <a:extLst>
              <a:ext uri="{FF2B5EF4-FFF2-40B4-BE49-F238E27FC236}">
                <a16:creationId xmlns:a16="http://schemas.microsoft.com/office/drawing/2014/main" id="{0BA8D470-8EDE-4F27-9778-CFF20472BBDD}"/>
              </a:ext>
            </a:extLst>
          </p:cNvPr>
          <p:cNvSpPr>
            <a:spLocks noGrp="1"/>
          </p:cNvSpPr>
          <p:nvPr>
            <p:ph type="body" sz="quarter" idx="3"/>
          </p:nvPr>
        </p:nvSpPr>
        <p:spPr/>
        <p:txBody>
          <a:bodyPr>
            <a:normAutofit/>
          </a:bodyPr>
          <a:lstStyle/>
          <a:p>
            <a:r>
              <a:rPr lang="en-US" sz="1800" dirty="0"/>
              <a:t>Content Curation / Collection</a:t>
            </a:r>
          </a:p>
        </p:txBody>
      </p:sp>
      <p:sp>
        <p:nvSpPr>
          <p:cNvPr id="8" name="Espace réservé du contenu 7">
            <a:extLst>
              <a:ext uri="{FF2B5EF4-FFF2-40B4-BE49-F238E27FC236}">
                <a16:creationId xmlns:a16="http://schemas.microsoft.com/office/drawing/2014/main" id="{33484C20-D171-4819-B2A7-E16599A4A7B0}"/>
              </a:ext>
            </a:extLst>
          </p:cNvPr>
          <p:cNvSpPr>
            <a:spLocks noGrp="1"/>
          </p:cNvSpPr>
          <p:nvPr>
            <p:ph sz="quarter" idx="4"/>
          </p:nvPr>
        </p:nvSpPr>
        <p:spPr>
          <a:xfrm>
            <a:off x="6345936" y="3203687"/>
            <a:ext cx="3818996" cy="2968511"/>
          </a:xfrm>
        </p:spPr>
        <p:txBody>
          <a:bodyPr>
            <a:normAutofit fontScale="92500" lnSpcReduction="10000"/>
          </a:bodyPr>
          <a:lstStyle/>
          <a:p>
            <a:pPr>
              <a:buBlip>
                <a:blip r:embed="rId2">
                  <a:extLst>
                    <a:ext uri="{837473B0-CC2E-450A-ABE3-18F120FF3D39}">
                      <a1611:picAttrSrcUrl xmlns:a1611="http://schemas.microsoft.com/office/drawing/2016/11/main" r:id="rId3"/>
                    </a:ext>
                  </a:extLst>
                </a:blip>
              </a:buBlip>
            </a:pPr>
            <a:r>
              <a:rPr lang="en-US" sz="1800" dirty="0"/>
              <a:t>Great when content about target topic is already abundant </a:t>
            </a:r>
          </a:p>
          <a:p>
            <a:pPr>
              <a:buBlip>
                <a:blip r:embed="rId2">
                  <a:extLst>
                    <a:ext uri="{837473B0-CC2E-450A-ABE3-18F120FF3D39}">
                      <a1611:picAttrSrcUrl xmlns:a1611="http://schemas.microsoft.com/office/drawing/2016/11/main" r:id="rId3"/>
                    </a:ext>
                  </a:extLst>
                </a:blip>
              </a:buBlip>
            </a:pPr>
            <a:r>
              <a:rPr lang="en-US" sz="1800" dirty="0"/>
              <a:t>Useful against Infobesity</a:t>
            </a:r>
          </a:p>
          <a:p>
            <a:pPr>
              <a:buBlip>
                <a:blip r:embed="rId2">
                  <a:extLst>
                    <a:ext uri="{837473B0-CC2E-450A-ABE3-18F120FF3D39}">
                      <a1611:picAttrSrcUrl xmlns:a1611="http://schemas.microsoft.com/office/drawing/2016/11/main" r:id="rId3"/>
                    </a:ext>
                  </a:extLst>
                </a:blip>
              </a:buBlip>
            </a:pPr>
            <a:r>
              <a:rPr lang="en-US" sz="1800" dirty="0"/>
              <a:t>Helps user target specific content</a:t>
            </a:r>
          </a:p>
          <a:p>
            <a:pPr>
              <a:buBlip>
                <a:blip r:embed="rId2">
                  <a:extLst>
                    <a:ext uri="{837473B0-CC2E-450A-ABE3-18F120FF3D39}">
                      <a1611:picAttrSrcUrl xmlns:a1611="http://schemas.microsoft.com/office/drawing/2016/11/main" r:id="rId3"/>
                    </a:ext>
                  </a:extLst>
                </a:blip>
              </a:buBlip>
            </a:pPr>
            <a:r>
              <a:rPr lang="en-US" sz="1800" dirty="0"/>
              <a:t>Faster to produce</a:t>
            </a:r>
          </a:p>
          <a:p>
            <a:pPr>
              <a:buBlip>
                <a:blip r:embed="rId4">
                  <a:extLst>
                    <a:ext uri="{837473B0-CC2E-450A-ABE3-18F120FF3D39}">
                      <a1611:picAttrSrcUrl xmlns:a1611="http://schemas.microsoft.com/office/drawing/2016/11/main" r:id="rId5"/>
                    </a:ext>
                  </a:extLst>
                </a:blip>
              </a:buBlip>
            </a:pPr>
            <a:r>
              <a:rPr lang="en-US" sz="1800" dirty="0"/>
              <a:t>More difficult to use to compete</a:t>
            </a:r>
          </a:p>
          <a:p>
            <a:r>
              <a:rPr lang="en-US" sz="1800" dirty="0"/>
              <a:t>Effort : Search, Select, Filter, Rate and put together in a same place</a:t>
            </a:r>
          </a:p>
        </p:txBody>
      </p:sp>
      <p:pic>
        <p:nvPicPr>
          <p:cNvPr id="7" name="Graphique 6" descr="Liste avec un remplissage uni">
            <a:extLst>
              <a:ext uri="{FF2B5EF4-FFF2-40B4-BE49-F238E27FC236}">
                <a16:creationId xmlns:a16="http://schemas.microsoft.com/office/drawing/2014/main" id="{975A3346-3390-414E-885A-B620128AD1B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34162" y="5064640"/>
            <a:ext cx="914400" cy="914400"/>
          </a:xfrm>
          <a:prstGeom prst="rect">
            <a:avLst/>
          </a:prstGeom>
        </p:spPr>
      </p:pic>
      <p:pic>
        <p:nvPicPr>
          <p:cNvPr id="10" name="Graphique 9" descr="Livres avec un remplissage uni">
            <a:extLst>
              <a:ext uri="{FF2B5EF4-FFF2-40B4-BE49-F238E27FC236}">
                <a16:creationId xmlns:a16="http://schemas.microsoft.com/office/drawing/2014/main" id="{3863D7CE-47CA-48DC-AE65-A0E4477734B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19768" y="3059812"/>
            <a:ext cx="914400" cy="914400"/>
          </a:xfrm>
          <a:prstGeom prst="rect">
            <a:avLst/>
          </a:prstGeom>
        </p:spPr>
      </p:pic>
      <p:pic>
        <p:nvPicPr>
          <p:cNvPr id="12" name="Graphique 11" descr="Priorités avec un remplissage uni">
            <a:extLst>
              <a:ext uri="{FF2B5EF4-FFF2-40B4-BE49-F238E27FC236}">
                <a16:creationId xmlns:a16="http://schemas.microsoft.com/office/drawing/2014/main" id="{55FD2553-15BE-4BCD-A1E4-5F24E0B0BFC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34162" y="4062226"/>
            <a:ext cx="914400" cy="914400"/>
          </a:xfrm>
          <a:prstGeom prst="rect">
            <a:avLst/>
          </a:prstGeom>
        </p:spPr>
      </p:pic>
      <p:pic>
        <p:nvPicPr>
          <p:cNvPr id="14" name="Graphique 13" descr="Usine avec un remplissage uni">
            <a:extLst>
              <a:ext uri="{FF2B5EF4-FFF2-40B4-BE49-F238E27FC236}">
                <a16:creationId xmlns:a16="http://schemas.microsoft.com/office/drawing/2014/main" id="{9AE7CF58-4C32-447D-86B5-A0F5F4E78A0C}"/>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32190" y="3974212"/>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40BD395C-D5A9-4352-BAC7-65971F2E6696}"/>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001016" y="2971798"/>
            <a:ext cx="914400" cy="914400"/>
          </a:xfrm>
          <a:prstGeom prst="rect">
            <a:avLst/>
          </a:prstGeom>
        </p:spPr>
      </p:pic>
      <p:pic>
        <p:nvPicPr>
          <p:cNvPr id="18" name="Graphique 17" descr="Pièces de puzzle avec un remplissage uni">
            <a:extLst>
              <a:ext uri="{FF2B5EF4-FFF2-40B4-BE49-F238E27FC236}">
                <a16:creationId xmlns:a16="http://schemas.microsoft.com/office/drawing/2014/main" id="{D222AF71-F448-4FC7-A558-85AA32334383}"/>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001015" y="4888612"/>
            <a:ext cx="914400" cy="914400"/>
          </a:xfrm>
          <a:prstGeom prst="rect">
            <a:avLst/>
          </a:prstGeom>
        </p:spPr>
      </p:pic>
    </p:spTree>
    <p:extLst>
      <p:ext uri="{BB962C8B-B14F-4D97-AF65-F5344CB8AC3E}">
        <p14:creationId xmlns:p14="http://schemas.microsoft.com/office/powerpoint/2010/main" val="2921042539"/>
      </p:ext>
    </p:extLst>
  </p:cSld>
  <p:clrMapOvr>
    <a:masterClrMapping/>
  </p:clrMapOvr>
  <mc:AlternateContent xmlns:mc="http://schemas.openxmlformats.org/markup-compatibility/2006" xmlns:p14="http://schemas.microsoft.com/office/powerpoint/2010/main">
    <mc:Choice Requires="p14">
      <p:transition spd="slow" p14:dur="2000" advTm="111721"/>
    </mc:Choice>
    <mc:Fallback xmlns="">
      <p:transition spd="slow" advTm="111721"/>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3E725E5-D0D6-4BB6-AD70-D6E57BD55A6B}"/>
              </a:ext>
            </a:extLst>
          </p:cNvPr>
          <p:cNvSpPr>
            <a:spLocks noGrp="1"/>
          </p:cNvSpPr>
          <p:nvPr>
            <p:ph type="title"/>
          </p:nvPr>
        </p:nvSpPr>
        <p:spPr/>
        <p:txBody>
          <a:bodyPr/>
          <a:lstStyle/>
          <a:p>
            <a:pPr algn="ctr"/>
            <a:r>
              <a:rPr lang="en-US" dirty="0"/>
              <a:t>Share your opinions and experiences</a:t>
            </a:r>
            <a:endParaRPr lang="fr-FR" dirty="0"/>
          </a:p>
        </p:txBody>
      </p:sp>
      <p:sp>
        <p:nvSpPr>
          <p:cNvPr id="4" name="Espace réservé du contenu 3">
            <a:extLst>
              <a:ext uri="{FF2B5EF4-FFF2-40B4-BE49-F238E27FC236}">
                <a16:creationId xmlns:a16="http://schemas.microsoft.com/office/drawing/2014/main" id="{37502827-D48C-4AFB-BD59-1A5C055FC840}"/>
              </a:ext>
            </a:extLst>
          </p:cNvPr>
          <p:cNvSpPr>
            <a:spLocks noGrp="1"/>
          </p:cNvSpPr>
          <p:nvPr>
            <p:ph sz="half" idx="1"/>
          </p:nvPr>
        </p:nvSpPr>
        <p:spPr/>
        <p:txBody>
          <a:bodyPr anchor="ctr">
            <a:normAutofit fontScale="92500" lnSpcReduction="20000"/>
          </a:bodyPr>
          <a:lstStyle/>
          <a:p>
            <a:pPr marL="0" indent="0" algn="ctr">
              <a:buNone/>
            </a:pPr>
            <a:r>
              <a:rPr lang="en-US" dirty="0"/>
              <a:t>vs</a:t>
            </a:r>
          </a:p>
        </p:txBody>
      </p:sp>
      <p:sp>
        <p:nvSpPr>
          <p:cNvPr id="5" name="Espace réservé du contenu 4">
            <a:extLst>
              <a:ext uri="{FF2B5EF4-FFF2-40B4-BE49-F238E27FC236}">
                <a16:creationId xmlns:a16="http://schemas.microsoft.com/office/drawing/2014/main" id="{58792A02-F8B7-44E3-BF43-0776D4EFFF24}"/>
              </a:ext>
            </a:extLst>
          </p:cNvPr>
          <p:cNvSpPr>
            <a:spLocks noGrp="1"/>
          </p:cNvSpPr>
          <p:nvPr>
            <p:ph sz="half" idx="2"/>
          </p:nvPr>
        </p:nvSpPr>
        <p:spPr/>
        <p:txBody>
          <a:bodyPr>
            <a:normAutofit fontScale="92500" lnSpcReduction="20000"/>
          </a:bodyPr>
          <a:lstStyle/>
          <a:p>
            <a:pPr marL="0" indent="0">
              <a:buNone/>
            </a:pPr>
            <a:r>
              <a:rPr lang="en-US" noProof="1"/>
              <a:t>What style of content generation (creation  vs curation) do you generally consume ? Produce ? </a:t>
            </a:r>
          </a:p>
          <a:p>
            <a:pPr marL="0" indent="0">
              <a:buNone/>
            </a:pPr>
            <a:r>
              <a:rPr lang="en-US" noProof="1"/>
              <a:t>What split (% created, % curated) is relevant for your Community ? Why ?</a:t>
            </a:r>
          </a:p>
          <a:p>
            <a:pPr marL="0" indent="0">
              <a:buNone/>
            </a:pPr>
            <a:endParaRPr lang="en-US" noProof="1"/>
          </a:p>
          <a:p>
            <a:pPr marL="0" indent="0">
              <a:buNone/>
            </a:pPr>
            <a:r>
              <a:rPr lang="en-US" noProof="1"/>
              <a:t> </a:t>
            </a:r>
          </a:p>
          <a:p>
            <a:pPr marL="0" indent="0">
              <a:buNone/>
            </a:pPr>
            <a:endParaRPr lang="en-US" noProof="1"/>
          </a:p>
        </p:txBody>
      </p:sp>
      <p:pic>
        <p:nvPicPr>
          <p:cNvPr id="6" name="Graphique 5" descr="Usine avec un remplissage uni">
            <a:extLst>
              <a:ext uri="{FF2B5EF4-FFF2-40B4-BE49-F238E27FC236}">
                <a16:creationId xmlns:a16="http://schemas.microsoft.com/office/drawing/2014/main" id="{4FC93A96-3BAF-49DF-A00C-B6BEBEFA220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37754" y="3880908"/>
            <a:ext cx="914400" cy="914400"/>
          </a:xfrm>
          <a:prstGeom prst="rect">
            <a:avLst/>
          </a:prstGeom>
        </p:spPr>
      </p:pic>
      <p:pic>
        <p:nvPicPr>
          <p:cNvPr id="7" name="Graphique 6" descr="Personne avec une idée avec un remplissage uni">
            <a:extLst>
              <a:ext uri="{FF2B5EF4-FFF2-40B4-BE49-F238E27FC236}">
                <a16:creationId xmlns:a16="http://schemas.microsoft.com/office/drawing/2014/main" id="{0B491507-29EE-4E1D-85DF-2C07456B1D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606580" y="2878494"/>
            <a:ext cx="914400" cy="914400"/>
          </a:xfrm>
          <a:prstGeom prst="rect">
            <a:avLst/>
          </a:prstGeom>
        </p:spPr>
      </p:pic>
      <p:pic>
        <p:nvPicPr>
          <p:cNvPr id="8" name="Graphique 7" descr="Pièces de puzzle avec un remplissage uni">
            <a:extLst>
              <a:ext uri="{FF2B5EF4-FFF2-40B4-BE49-F238E27FC236}">
                <a16:creationId xmlns:a16="http://schemas.microsoft.com/office/drawing/2014/main" id="{F1495ADE-5687-4319-8806-690BEE04843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606579" y="4795308"/>
            <a:ext cx="914400" cy="914400"/>
          </a:xfrm>
          <a:prstGeom prst="rect">
            <a:avLst/>
          </a:prstGeom>
        </p:spPr>
      </p:pic>
      <p:pic>
        <p:nvPicPr>
          <p:cNvPr id="9" name="Graphique 8" descr="Liste avec un remplissage uni">
            <a:extLst>
              <a:ext uri="{FF2B5EF4-FFF2-40B4-BE49-F238E27FC236}">
                <a16:creationId xmlns:a16="http://schemas.microsoft.com/office/drawing/2014/main" id="{EC481D95-7972-49EF-89CA-47ACD8C172B3}"/>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816241" y="4795308"/>
            <a:ext cx="914400" cy="914400"/>
          </a:xfrm>
          <a:prstGeom prst="rect">
            <a:avLst/>
          </a:prstGeom>
        </p:spPr>
      </p:pic>
      <p:pic>
        <p:nvPicPr>
          <p:cNvPr id="10" name="Graphique 9" descr="Livres avec un remplissage uni">
            <a:extLst>
              <a:ext uri="{FF2B5EF4-FFF2-40B4-BE49-F238E27FC236}">
                <a16:creationId xmlns:a16="http://schemas.microsoft.com/office/drawing/2014/main" id="{1F587CB4-C439-47AC-AC16-9781C067D53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901847" y="2790480"/>
            <a:ext cx="914400" cy="914400"/>
          </a:xfrm>
          <a:prstGeom prst="rect">
            <a:avLst/>
          </a:prstGeom>
        </p:spPr>
      </p:pic>
      <p:pic>
        <p:nvPicPr>
          <p:cNvPr id="11" name="Graphique 10" descr="Priorités avec un remplissage uni">
            <a:extLst>
              <a:ext uri="{FF2B5EF4-FFF2-40B4-BE49-F238E27FC236}">
                <a16:creationId xmlns:a16="http://schemas.microsoft.com/office/drawing/2014/main" id="{9546DB27-2CB5-46C7-8646-D7B90488ABD8}"/>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4816241" y="3792894"/>
            <a:ext cx="914400" cy="914400"/>
          </a:xfrm>
          <a:prstGeom prst="rect">
            <a:avLst/>
          </a:prstGeom>
        </p:spPr>
      </p:pic>
    </p:spTree>
    <p:extLst>
      <p:ext uri="{BB962C8B-B14F-4D97-AF65-F5344CB8AC3E}">
        <p14:creationId xmlns:p14="http://schemas.microsoft.com/office/powerpoint/2010/main" val="1371842120"/>
      </p:ext>
    </p:extLst>
  </p:cSld>
  <p:clrMapOvr>
    <a:masterClrMapping/>
  </p:clrMapOvr>
  <mc:AlternateContent xmlns:mc="http://schemas.openxmlformats.org/markup-compatibility/2006" xmlns:p14="http://schemas.microsoft.com/office/powerpoint/2010/main">
    <mc:Choice Requires="p14">
      <p:transition spd="slow" p14:dur="2000" advTm="47946"/>
    </mc:Choice>
    <mc:Fallback xmlns="">
      <p:transition spd="slow" advTm="47946"/>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855888E-97AC-4651-BC40-F2F4C0706415}"/>
              </a:ext>
            </a:extLst>
          </p:cNvPr>
          <p:cNvSpPr>
            <a:spLocks noGrp="1"/>
          </p:cNvSpPr>
          <p:nvPr>
            <p:ph type="title"/>
          </p:nvPr>
        </p:nvSpPr>
        <p:spPr>
          <a:solidFill>
            <a:schemeClr val="bg1"/>
          </a:solidFill>
        </p:spPr>
        <p:txBody>
          <a:bodyPr>
            <a:normAutofit fontScale="90000"/>
          </a:bodyPr>
          <a:lstStyle/>
          <a:p>
            <a:r>
              <a:rPr lang="en-US" dirty="0"/>
              <a:t>Exercise #C8</a:t>
            </a:r>
            <a:br>
              <a:rPr lang="en-US" dirty="0"/>
            </a:br>
            <a:r>
              <a:rPr lang="en-US" dirty="0"/>
              <a:t>List what you will create and what you will curate</a:t>
            </a:r>
          </a:p>
        </p:txBody>
      </p:sp>
      <p:sp>
        <p:nvSpPr>
          <p:cNvPr id="2" name="Espace réservé du texte 1">
            <a:extLst>
              <a:ext uri="{FF2B5EF4-FFF2-40B4-BE49-F238E27FC236}">
                <a16:creationId xmlns:a16="http://schemas.microsoft.com/office/drawing/2014/main" id="{FE201A8B-750E-412A-9B87-9F4E89E188CD}"/>
              </a:ext>
            </a:extLst>
          </p:cNvPr>
          <p:cNvSpPr>
            <a:spLocks noGrp="1"/>
          </p:cNvSpPr>
          <p:nvPr>
            <p:ph type="body" idx="1"/>
          </p:nvPr>
        </p:nvSpPr>
        <p:spPr>
          <a:xfrm>
            <a:off x="1984241" y="2372648"/>
            <a:ext cx="2802363" cy="823912"/>
          </a:xfrm>
        </p:spPr>
        <p:txBody>
          <a:bodyPr>
            <a:normAutofit/>
          </a:bodyPr>
          <a:lstStyle/>
          <a:p>
            <a:r>
              <a:rPr lang="en-US" sz="1800" dirty="0"/>
              <a:t>What we will create</a:t>
            </a:r>
          </a:p>
        </p:txBody>
      </p:sp>
      <p:sp>
        <p:nvSpPr>
          <p:cNvPr id="4" name="Espace réservé du texte 3">
            <a:extLst>
              <a:ext uri="{FF2B5EF4-FFF2-40B4-BE49-F238E27FC236}">
                <a16:creationId xmlns:a16="http://schemas.microsoft.com/office/drawing/2014/main" id="{0BA8D470-8EDE-4F27-9778-CFF20472BBDD}"/>
              </a:ext>
            </a:extLst>
          </p:cNvPr>
          <p:cNvSpPr>
            <a:spLocks noGrp="1"/>
          </p:cNvSpPr>
          <p:nvPr>
            <p:ph type="body" sz="quarter" idx="3"/>
          </p:nvPr>
        </p:nvSpPr>
        <p:spPr>
          <a:xfrm>
            <a:off x="6408202" y="2372648"/>
            <a:ext cx="3580384" cy="823912"/>
          </a:xfrm>
        </p:spPr>
        <p:txBody>
          <a:bodyPr>
            <a:normAutofit/>
          </a:bodyPr>
          <a:lstStyle/>
          <a:p>
            <a:pPr algn="r"/>
            <a:r>
              <a:rPr lang="en-US" sz="1800" dirty="0"/>
              <a:t>What we will curate</a:t>
            </a:r>
          </a:p>
        </p:txBody>
      </p:sp>
      <p:pic>
        <p:nvPicPr>
          <p:cNvPr id="7" name="Graphique 6" descr="Liste avec un remplissage uni">
            <a:extLst>
              <a:ext uri="{FF2B5EF4-FFF2-40B4-BE49-F238E27FC236}">
                <a16:creationId xmlns:a16="http://schemas.microsoft.com/office/drawing/2014/main" id="{975A3346-3390-414E-885A-B620128AD1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034162" y="5064640"/>
            <a:ext cx="914400" cy="914400"/>
          </a:xfrm>
          <a:prstGeom prst="rect">
            <a:avLst/>
          </a:prstGeom>
        </p:spPr>
      </p:pic>
      <p:pic>
        <p:nvPicPr>
          <p:cNvPr id="10" name="Graphique 9" descr="Livres avec un remplissage uni">
            <a:extLst>
              <a:ext uri="{FF2B5EF4-FFF2-40B4-BE49-F238E27FC236}">
                <a16:creationId xmlns:a16="http://schemas.microsoft.com/office/drawing/2014/main" id="{3863D7CE-47CA-48DC-AE65-A0E4477734B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19768" y="3059812"/>
            <a:ext cx="914400" cy="914400"/>
          </a:xfrm>
          <a:prstGeom prst="rect">
            <a:avLst/>
          </a:prstGeom>
        </p:spPr>
      </p:pic>
      <p:pic>
        <p:nvPicPr>
          <p:cNvPr id="12" name="Graphique 11" descr="Priorités avec un remplissage uni">
            <a:extLst>
              <a:ext uri="{FF2B5EF4-FFF2-40B4-BE49-F238E27FC236}">
                <a16:creationId xmlns:a16="http://schemas.microsoft.com/office/drawing/2014/main" id="{55FD2553-15BE-4BCD-A1E4-5F24E0B0BFC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034162" y="4062226"/>
            <a:ext cx="914400" cy="914400"/>
          </a:xfrm>
          <a:prstGeom prst="rect">
            <a:avLst/>
          </a:prstGeom>
        </p:spPr>
      </p:pic>
      <p:pic>
        <p:nvPicPr>
          <p:cNvPr id="14" name="Graphique 13" descr="Usine avec un remplissage uni">
            <a:extLst>
              <a:ext uri="{FF2B5EF4-FFF2-40B4-BE49-F238E27FC236}">
                <a16:creationId xmlns:a16="http://schemas.microsoft.com/office/drawing/2014/main" id="{9AE7CF58-4C32-447D-86B5-A0F5F4E78A0C}"/>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32190" y="3974212"/>
            <a:ext cx="914400" cy="914400"/>
          </a:xfrm>
          <a:prstGeom prst="rect">
            <a:avLst/>
          </a:prstGeom>
        </p:spPr>
      </p:pic>
      <p:pic>
        <p:nvPicPr>
          <p:cNvPr id="16" name="Graphique 15" descr="Personne avec une idée avec un remplissage uni">
            <a:extLst>
              <a:ext uri="{FF2B5EF4-FFF2-40B4-BE49-F238E27FC236}">
                <a16:creationId xmlns:a16="http://schemas.microsoft.com/office/drawing/2014/main" id="{40BD395C-D5A9-4352-BAC7-65971F2E669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01016" y="2971798"/>
            <a:ext cx="914400" cy="914400"/>
          </a:xfrm>
          <a:prstGeom prst="rect">
            <a:avLst/>
          </a:prstGeom>
        </p:spPr>
      </p:pic>
      <p:pic>
        <p:nvPicPr>
          <p:cNvPr id="18" name="Graphique 17" descr="Pièces de puzzle avec un remplissage uni">
            <a:extLst>
              <a:ext uri="{FF2B5EF4-FFF2-40B4-BE49-F238E27FC236}">
                <a16:creationId xmlns:a16="http://schemas.microsoft.com/office/drawing/2014/main" id="{D222AF71-F448-4FC7-A558-85AA3233438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01015" y="4888612"/>
            <a:ext cx="914400" cy="914400"/>
          </a:xfrm>
          <a:prstGeom prst="rect">
            <a:avLst/>
          </a:prstGeom>
        </p:spPr>
      </p:pic>
      <p:sp>
        <p:nvSpPr>
          <p:cNvPr id="15" name="Rectangle 14">
            <a:extLst>
              <a:ext uri="{FF2B5EF4-FFF2-40B4-BE49-F238E27FC236}">
                <a16:creationId xmlns:a16="http://schemas.microsoft.com/office/drawing/2014/main" id="{18F016A4-7471-406A-9B14-E79F4C334242}"/>
              </a:ext>
            </a:extLst>
          </p:cNvPr>
          <p:cNvSpPr/>
          <p:nvPr/>
        </p:nvSpPr>
        <p:spPr>
          <a:xfrm>
            <a:off x="1966052"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7" name="Rectangle 16">
            <a:extLst>
              <a:ext uri="{FF2B5EF4-FFF2-40B4-BE49-F238E27FC236}">
                <a16:creationId xmlns:a16="http://schemas.microsoft.com/office/drawing/2014/main" id="{A0B65C3B-A768-41F9-9A15-0AF497AEC72D}"/>
              </a:ext>
            </a:extLst>
          </p:cNvPr>
          <p:cNvSpPr/>
          <p:nvPr/>
        </p:nvSpPr>
        <p:spPr>
          <a:xfrm>
            <a:off x="1976732"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19" name="Rectangle 18">
            <a:extLst>
              <a:ext uri="{FF2B5EF4-FFF2-40B4-BE49-F238E27FC236}">
                <a16:creationId xmlns:a16="http://schemas.microsoft.com/office/drawing/2014/main" id="{60D8239E-DA2C-40FA-929E-A59566EF6FB8}"/>
              </a:ext>
            </a:extLst>
          </p:cNvPr>
          <p:cNvSpPr/>
          <p:nvPr/>
        </p:nvSpPr>
        <p:spPr>
          <a:xfrm>
            <a:off x="1977772"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0" name="Espace réservé du texte 1">
            <a:extLst>
              <a:ext uri="{FF2B5EF4-FFF2-40B4-BE49-F238E27FC236}">
                <a16:creationId xmlns:a16="http://schemas.microsoft.com/office/drawing/2014/main" id="{590FC5D7-D189-4D03-9C98-954A4146D4F5}"/>
              </a:ext>
            </a:extLst>
          </p:cNvPr>
          <p:cNvSpPr txBox="1">
            <a:spLocks/>
          </p:cNvSpPr>
          <p:nvPr/>
        </p:nvSpPr>
        <p:spPr>
          <a:xfrm>
            <a:off x="4694818" y="2372648"/>
            <a:ext cx="2802363" cy="82391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400" b="1" kern="1200" cap="none" baseline="0">
                <a:solidFill>
                  <a:schemeClr val="tx1"/>
                </a:solidFill>
                <a:latin typeface="+mn-lt"/>
                <a:ea typeface="+mn-ea"/>
                <a:cs typeface="+mn-cs"/>
              </a:defRPr>
            </a:lvl1pPr>
            <a:lvl2pPr marL="457200" indent="0" algn="l" defTabSz="914400" rtl="0" eaLnBrk="1" latinLnBrk="0" hangingPunct="1">
              <a:lnSpc>
                <a:spcPct val="11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11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1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algn="ctr"/>
            <a:r>
              <a:rPr lang="en-US" sz="1800" dirty="0"/>
              <a:t>Both</a:t>
            </a:r>
          </a:p>
        </p:txBody>
      </p:sp>
      <p:sp>
        <p:nvSpPr>
          <p:cNvPr id="21" name="Rectangle 20">
            <a:extLst>
              <a:ext uri="{FF2B5EF4-FFF2-40B4-BE49-F238E27FC236}">
                <a16:creationId xmlns:a16="http://schemas.microsoft.com/office/drawing/2014/main" id="{030D8C8E-8556-4B42-B772-DAEE3F9CEA54}"/>
              </a:ext>
            </a:extLst>
          </p:cNvPr>
          <p:cNvSpPr/>
          <p:nvPr/>
        </p:nvSpPr>
        <p:spPr>
          <a:xfrm>
            <a:off x="8886544" y="328993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fontScale="70000" lnSpcReduction="20000"/>
          </a:bodyPr>
          <a:lstStyle/>
          <a:p>
            <a:pPr algn="ctr"/>
            <a:r>
              <a:rPr lang="en-US" sz="1100" dirty="0">
                <a:solidFill>
                  <a:schemeClr val="tx1"/>
                </a:solidFill>
              </a:rPr>
              <a:t>Example : Articles about …</a:t>
            </a:r>
          </a:p>
        </p:txBody>
      </p:sp>
      <p:sp>
        <p:nvSpPr>
          <p:cNvPr id="22" name="Rectangle 21">
            <a:extLst>
              <a:ext uri="{FF2B5EF4-FFF2-40B4-BE49-F238E27FC236}">
                <a16:creationId xmlns:a16="http://schemas.microsoft.com/office/drawing/2014/main" id="{DFB0B132-1C83-4E37-9966-DC48674C631B}"/>
              </a:ext>
            </a:extLst>
          </p:cNvPr>
          <p:cNvSpPr/>
          <p:nvPr/>
        </p:nvSpPr>
        <p:spPr>
          <a:xfrm>
            <a:off x="8897224" y="4089274"/>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3" name="Rectangle 22">
            <a:extLst>
              <a:ext uri="{FF2B5EF4-FFF2-40B4-BE49-F238E27FC236}">
                <a16:creationId xmlns:a16="http://schemas.microsoft.com/office/drawing/2014/main" id="{6B360B4B-D5C0-41F7-9E4A-E36F648F7E1D}"/>
              </a:ext>
            </a:extLst>
          </p:cNvPr>
          <p:cNvSpPr/>
          <p:nvPr/>
        </p:nvSpPr>
        <p:spPr>
          <a:xfrm>
            <a:off x="8898264" y="4888612"/>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4" name="Rectangle 23">
            <a:extLst>
              <a:ext uri="{FF2B5EF4-FFF2-40B4-BE49-F238E27FC236}">
                <a16:creationId xmlns:a16="http://schemas.microsoft.com/office/drawing/2014/main" id="{309DEB82-6B0F-497B-9B58-0A309B98D4F6}"/>
              </a:ext>
            </a:extLst>
          </p:cNvPr>
          <p:cNvSpPr/>
          <p:nvPr/>
        </p:nvSpPr>
        <p:spPr>
          <a:xfrm>
            <a:off x="5691391" y="3377950"/>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5" name="Rectangle 24">
            <a:extLst>
              <a:ext uri="{FF2B5EF4-FFF2-40B4-BE49-F238E27FC236}">
                <a16:creationId xmlns:a16="http://schemas.microsoft.com/office/drawing/2014/main" id="{C1746492-49AD-40F9-9D44-D96D6B41F75C}"/>
              </a:ext>
            </a:extLst>
          </p:cNvPr>
          <p:cNvSpPr/>
          <p:nvPr/>
        </p:nvSpPr>
        <p:spPr>
          <a:xfrm>
            <a:off x="5702071" y="4177288"/>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
        <p:nvSpPr>
          <p:cNvPr id="26" name="Rectangle 25">
            <a:extLst>
              <a:ext uri="{FF2B5EF4-FFF2-40B4-BE49-F238E27FC236}">
                <a16:creationId xmlns:a16="http://schemas.microsoft.com/office/drawing/2014/main" id="{6AB118AD-8732-4437-A71B-DFA9BD81E922}"/>
              </a:ext>
            </a:extLst>
          </p:cNvPr>
          <p:cNvSpPr/>
          <p:nvPr/>
        </p:nvSpPr>
        <p:spPr>
          <a:xfrm>
            <a:off x="5703111" y="4976626"/>
            <a:ext cx="617239" cy="60585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rmAutofit/>
          </a:bodyPr>
          <a:lstStyle/>
          <a:p>
            <a:pPr algn="ctr"/>
            <a:endParaRPr lang="en-US" sz="1100" dirty="0">
              <a:solidFill>
                <a:schemeClr val="tx1"/>
              </a:solidFill>
            </a:endParaRPr>
          </a:p>
        </p:txBody>
      </p:sp>
    </p:spTree>
    <p:extLst>
      <p:ext uri="{BB962C8B-B14F-4D97-AF65-F5344CB8AC3E}">
        <p14:creationId xmlns:p14="http://schemas.microsoft.com/office/powerpoint/2010/main" val="4093166604"/>
      </p:ext>
    </p:extLst>
  </p:cSld>
  <p:clrMapOvr>
    <a:masterClrMapping/>
  </p:clrMapOvr>
  <mc:AlternateContent xmlns:mc="http://schemas.openxmlformats.org/markup-compatibility/2006" xmlns:p14="http://schemas.microsoft.com/office/powerpoint/2010/main">
    <mc:Choice Requires="p14">
      <p:transition spd="slow" p14:dur="2000" advTm="111721"/>
    </mc:Choice>
    <mc:Fallback xmlns="">
      <p:transition spd="slow" advTm="111721"/>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4.1|8.7|22.3|22.9|23.2|27|26.1|16.5|47|33.1"/>
</p:tagLst>
</file>

<file path=ppt/tags/tag2.xml><?xml version="1.0" encoding="utf-8"?>
<p:tagLst xmlns:a="http://schemas.openxmlformats.org/drawingml/2006/main" xmlns:r="http://schemas.openxmlformats.org/officeDocument/2006/relationships" xmlns:p="http://schemas.openxmlformats.org/presentationml/2006/main">
  <p:tag name="TIMING" val="|4.1|8.7|22.3|22.9|23.2|27|26.1|16.5|47|33.1"/>
</p:tagLst>
</file>

<file path=ppt/theme/theme1.xml><?xml version="1.0" encoding="utf-8"?>
<a:theme xmlns:a="http://schemas.openxmlformats.org/drawingml/2006/main" name="AccentBoxVTI">
  <a:themeElements>
    <a:clrScheme name="Bleu vert">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6144</TotalTime>
  <Words>2182</Words>
  <Application>Microsoft Office PowerPoint</Application>
  <PresentationFormat>Grand écran</PresentationFormat>
  <Paragraphs>347</Paragraphs>
  <Slides>27</Slides>
  <Notes>13</Notes>
  <HiddenSlides>0</HiddenSlides>
  <MMClips>0</MMClips>
  <ScaleCrop>false</ScaleCrop>
  <HeadingPairs>
    <vt:vector size="6" baseType="variant">
      <vt:variant>
        <vt:lpstr>Polices utilisées</vt:lpstr>
      </vt:variant>
      <vt:variant>
        <vt:i4>10</vt:i4>
      </vt:variant>
      <vt:variant>
        <vt:lpstr>Thème</vt:lpstr>
      </vt:variant>
      <vt:variant>
        <vt:i4>1</vt:i4>
      </vt:variant>
      <vt:variant>
        <vt:lpstr>Titres des diapositives</vt:lpstr>
      </vt:variant>
      <vt:variant>
        <vt:i4>27</vt:i4>
      </vt:variant>
    </vt:vector>
  </HeadingPairs>
  <TitlesOfParts>
    <vt:vector size="38" baseType="lpstr">
      <vt:lpstr>Adobe Fan Heiti Std B</vt:lpstr>
      <vt:lpstr>Arial</vt:lpstr>
      <vt:lpstr>Avenir Next LT Pro</vt:lpstr>
      <vt:lpstr>Britannic Bold</vt:lpstr>
      <vt:lpstr>Calibri</vt:lpstr>
      <vt:lpstr>Century Gothic</vt:lpstr>
      <vt:lpstr>Lucida Console</vt:lpstr>
      <vt:lpstr>Myriad Pro Light</vt:lpstr>
      <vt:lpstr>Rockwell</vt:lpstr>
      <vt:lpstr>Times New Roman</vt:lpstr>
      <vt:lpstr>AccentBoxVTI</vt:lpstr>
      <vt:lpstr>The Content challenges</vt:lpstr>
      <vt:lpstr>Example story</vt:lpstr>
      <vt:lpstr>Challenge #C1  Catching attention</vt:lpstr>
      <vt:lpstr>Share your opinions and experiences</vt:lpstr>
      <vt:lpstr>Challenge #C2 Getting a click / a touch</vt:lpstr>
      <vt:lpstr>Share your opinions and experiences</vt:lpstr>
      <vt:lpstr>Exercise #C2 Brainstorm ideas on how you would get clicks on your Community content</vt:lpstr>
      <vt:lpstr>Challenge #C3 Know how “Catchy” you can be</vt:lpstr>
      <vt:lpstr>Share your opinions and experiences</vt:lpstr>
      <vt:lpstr>Example story / Use Case</vt:lpstr>
      <vt:lpstr>Challenge #C4 Choose the right content format, balancing scalability and undivided attention</vt:lpstr>
      <vt:lpstr>Exercise #C4 Define or select content format for your Community Content, include next moves</vt:lpstr>
      <vt:lpstr>Share your opinions and experiences</vt:lpstr>
      <vt:lpstr>Challenge #C5 Know your next move : Increase Reach or engagement ?</vt:lpstr>
      <vt:lpstr>Share your opinions and experiences</vt:lpstr>
      <vt:lpstr>Exercise #C5 Brainstorm actions for reach or for engagement in your current Community</vt:lpstr>
      <vt:lpstr>Example story / Use Case</vt:lpstr>
      <vt:lpstr>Challenge #C6 :  Engage audience in your content</vt:lpstr>
      <vt:lpstr>Exercise #C6 :  Identify content walls, current stop points</vt:lpstr>
      <vt:lpstr>Share your opinions and experiences</vt:lpstr>
      <vt:lpstr>Use case, example story</vt:lpstr>
      <vt:lpstr>Challenge #C7 :  Understand the Community Desert circle</vt:lpstr>
      <vt:lpstr>Share your opinions and experiences</vt:lpstr>
      <vt:lpstr>Example story</vt:lpstr>
      <vt:lpstr>Challenge #C8 Choose between creating and curating</vt:lpstr>
      <vt:lpstr>Share your opinions and experiences</vt:lpstr>
      <vt:lpstr>Exercise #C8 List what you will create and what you will curate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Intégrer la méthode #OSG dans une communauté</dc:title>
  <dc:creator>Alexandre Quach</dc:creator>
  <cp:lastModifiedBy>Alexandre Quach</cp:lastModifiedBy>
  <cp:revision>49</cp:revision>
  <dcterms:created xsi:type="dcterms:W3CDTF">2020-12-16T10:05:09Z</dcterms:created>
  <dcterms:modified xsi:type="dcterms:W3CDTF">2021-11-15T12:56:48Z</dcterms:modified>
</cp:coreProperties>
</file>