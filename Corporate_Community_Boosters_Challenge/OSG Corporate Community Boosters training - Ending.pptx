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2.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tags/tag1.xml" ContentType="application/vnd.openxmlformats-officedocument.presentationml.tags+xml"/>
  <Override PartName="/ppt/tags/tag2.xml" ContentType="application/vnd.openxmlformats-officedocument.presentationml.tags+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19" r:id="rId1"/>
  </p:sldMasterIdLst>
  <p:notesMasterIdLst>
    <p:notesMasterId r:id="rId38"/>
  </p:notesMasterIdLst>
  <p:sldIdLst>
    <p:sldId id="451" r:id="rId2"/>
    <p:sldId id="450" r:id="rId3"/>
    <p:sldId id="452" r:id="rId4"/>
    <p:sldId id="455" r:id="rId5"/>
    <p:sldId id="456" r:id="rId6"/>
    <p:sldId id="453" r:id="rId7"/>
    <p:sldId id="457" r:id="rId8"/>
    <p:sldId id="402" r:id="rId9"/>
    <p:sldId id="396" r:id="rId10"/>
    <p:sldId id="465" r:id="rId11"/>
    <p:sldId id="440" r:id="rId12"/>
    <p:sldId id="517" r:id="rId13"/>
    <p:sldId id="518" r:id="rId14"/>
    <p:sldId id="408" r:id="rId15"/>
    <p:sldId id="410" r:id="rId16"/>
    <p:sldId id="449" r:id="rId17"/>
    <p:sldId id="527" r:id="rId18"/>
    <p:sldId id="529" r:id="rId19"/>
    <p:sldId id="530" r:id="rId20"/>
    <p:sldId id="531" r:id="rId21"/>
    <p:sldId id="532" r:id="rId22"/>
    <p:sldId id="533" r:id="rId23"/>
    <p:sldId id="534" r:id="rId24"/>
    <p:sldId id="535" r:id="rId25"/>
    <p:sldId id="536" r:id="rId26"/>
    <p:sldId id="526" r:id="rId27"/>
    <p:sldId id="537" r:id="rId28"/>
    <p:sldId id="528" r:id="rId29"/>
    <p:sldId id="538" r:id="rId30"/>
    <p:sldId id="539" r:id="rId31"/>
    <p:sldId id="540" r:id="rId32"/>
    <p:sldId id="458" r:id="rId33"/>
    <p:sldId id="444" r:id="rId34"/>
    <p:sldId id="391" r:id="rId35"/>
    <p:sldId id="411" r:id="rId36"/>
    <p:sldId id="436" r:id="rId37"/>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lexandre Quach" initials="AQ" lastIdx="1" clrIdx="0">
    <p:extLst>
      <p:ext uri="{19B8F6BF-5375-455C-9EA6-DF929625EA0E}">
        <p15:presenceInfo xmlns:p15="http://schemas.microsoft.com/office/powerpoint/2012/main" userId="7bb690c8a6e028e4"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FF99FF"/>
    <a:srgbClr val="EC7B2B"/>
    <a:srgbClr val="3494BA"/>
    <a:srgbClr val="7FC1DB"/>
    <a:srgbClr val="FFFFFF"/>
    <a:srgbClr val="AAD6E7"/>
    <a:srgbClr val="F2F2F2"/>
    <a:srgbClr val="D4EAF3"/>
    <a:srgbClr val="FFFF00"/>
    <a:srgbClr val="FFC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EB34592-2B6C-4B8F-9F25-A8578B9E03C2}" v="104" dt="2021-03-23T00:22:14.615"/>
  </p1510:revLst>
</p1510:revInfo>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8" d="100"/>
          <a:sy n="108" d="100"/>
        </p:scale>
        <p:origin x="678"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commentAuthors" Target="commentAuthors.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presProps" Target="presProps.xml"/><Relationship Id="rId45"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lexandre Quach" userId="7bb690c8a6e028e4" providerId="Windows Live" clId="Web-{EB79F248-4DDE-4F1F-8B65-087F928077B1}"/>
    <pc:docChg chg="modSld">
      <pc:chgData name="Alexandre Quach" userId="7bb690c8a6e028e4" providerId="Windows Live" clId="Web-{EB79F248-4DDE-4F1F-8B65-087F928077B1}" dt="2021-03-22T22:27:16.787" v="3" actId="20577"/>
      <pc:docMkLst>
        <pc:docMk/>
      </pc:docMkLst>
      <pc:sldChg chg="modSp">
        <pc:chgData name="Alexandre Quach" userId="7bb690c8a6e028e4" providerId="Windows Live" clId="Web-{EB79F248-4DDE-4F1F-8B65-087F928077B1}" dt="2021-03-22T22:27:16.787" v="3" actId="20577"/>
        <pc:sldMkLst>
          <pc:docMk/>
          <pc:sldMk cId="2579014488" sldId="451"/>
        </pc:sldMkLst>
        <pc:spChg chg="mod">
          <ac:chgData name="Alexandre Quach" userId="7bb690c8a6e028e4" providerId="Windows Live" clId="Web-{EB79F248-4DDE-4F1F-8B65-087F928077B1}" dt="2021-03-22T22:27:16.787" v="3" actId="20577"/>
          <ac:spMkLst>
            <pc:docMk/>
            <pc:sldMk cId="2579014488" sldId="451"/>
            <ac:spMk id="5" creationId="{36B5E41D-7A12-412D-B2B4-21467B4881FB}"/>
          </ac:spMkLst>
        </pc:spChg>
      </pc:sldChg>
    </pc:docChg>
  </pc:docChgLst>
  <pc:docChgLst>
    <pc:chgData name="Alexandre Quach" userId="7bb690c8a6e028e4" providerId="LiveId" clId="{3EB34592-2B6C-4B8F-9F25-A8578B9E03C2}"/>
    <pc:docChg chg="undo custSel addSld delSld modSld sldOrd">
      <pc:chgData name="Alexandre Quach" userId="7bb690c8a6e028e4" providerId="LiveId" clId="{3EB34592-2B6C-4B8F-9F25-A8578B9E03C2}" dt="2021-03-24T22:04:47.504" v="2074" actId="208"/>
      <pc:docMkLst>
        <pc:docMk/>
      </pc:docMkLst>
      <pc:sldChg chg="addSp delSp modSp add mod setBg">
        <pc:chgData name="Alexandre Quach" userId="7bb690c8a6e028e4" providerId="LiveId" clId="{3EB34592-2B6C-4B8F-9F25-A8578B9E03C2}" dt="2021-03-22T23:22:48.641" v="1625"/>
        <pc:sldMkLst>
          <pc:docMk/>
          <pc:sldMk cId="1636480355" sldId="396"/>
        </pc:sldMkLst>
        <pc:spChg chg="mod">
          <ac:chgData name="Alexandre Quach" userId="7bb690c8a6e028e4" providerId="LiveId" clId="{3EB34592-2B6C-4B8F-9F25-A8578B9E03C2}" dt="2021-03-22T23:17:42.350" v="1116" actId="20577"/>
          <ac:spMkLst>
            <pc:docMk/>
            <pc:sldMk cId="1636480355" sldId="396"/>
            <ac:spMk id="2" creationId="{0CDF0449-0101-4A20-8A9E-6D58CF746928}"/>
          </ac:spMkLst>
        </pc:spChg>
        <pc:spChg chg="del">
          <ac:chgData name="Alexandre Quach" userId="7bb690c8a6e028e4" providerId="LiveId" clId="{3EB34592-2B6C-4B8F-9F25-A8578B9E03C2}" dt="2021-03-22T23:17:35.402" v="1089" actId="478"/>
          <ac:spMkLst>
            <pc:docMk/>
            <pc:sldMk cId="1636480355" sldId="396"/>
            <ac:spMk id="3" creationId="{76532BC2-2047-484F-A695-32D03E87C8B4}"/>
          </ac:spMkLst>
        </pc:spChg>
        <pc:spChg chg="del">
          <ac:chgData name="Alexandre Quach" userId="7bb690c8a6e028e4" providerId="LiveId" clId="{3EB34592-2B6C-4B8F-9F25-A8578B9E03C2}" dt="2021-03-22T23:18:04.958" v="1122" actId="478"/>
          <ac:spMkLst>
            <pc:docMk/>
            <pc:sldMk cId="1636480355" sldId="396"/>
            <ac:spMk id="4" creationId="{5FECE4C7-4AFE-4EA3-ABE2-9A30566584A2}"/>
          </ac:spMkLst>
        </pc:spChg>
        <pc:spChg chg="mod">
          <ac:chgData name="Alexandre Quach" userId="7bb690c8a6e028e4" providerId="LiveId" clId="{3EB34592-2B6C-4B8F-9F25-A8578B9E03C2}" dt="2021-03-22T23:18:33.404" v="1147" actId="1076"/>
          <ac:spMkLst>
            <pc:docMk/>
            <pc:sldMk cId="1636480355" sldId="396"/>
            <ac:spMk id="5" creationId="{79527B8B-5DE6-4081-81CB-4EA3E707D6B3}"/>
          </ac:spMkLst>
        </pc:spChg>
        <pc:spChg chg="del mod">
          <ac:chgData name="Alexandre Quach" userId="7bb690c8a6e028e4" providerId="LiveId" clId="{3EB34592-2B6C-4B8F-9F25-A8578B9E03C2}" dt="2021-03-22T23:18:56.038" v="1154" actId="478"/>
          <ac:spMkLst>
            <pc:docMk/>
            <pc:sldMk cId="1636480355" sldId="396"/>
            <ac:spMk id="6" creationId="{660C2F9F-0BD6-4C60-AB24-F4CE28721F32}"/>
          </ac:spMkLst>
        </pc:spChg>
        <pc:spChg chg="add del mod">
          <ac:chgData name="Alexandre Quach" userId="7bb690c8a6e028e4" providerId="LiveId" clId="{3EB34592-2B6C-4B8F-9F25-A8578B9E03C2}" dt="2021-03-22T23:17:36.983" v="1090" actId="478"/>
          <ac:spMkLst>
            <pc:docMk/>
            <pc:sldMk cId="1636480355" sldId="396"/>
            <ac:spMk id="8" creationId="{74083228-992D-4128-AF15-9BF7B4BA4D31}"/>
          </ac:spMkLst>
        </pc:spChg>
        <pc:spChg chg="mod">
          <ac:chgData name="Alexandre Quach" userId="7bb690c8a6e028e4" providerId="LiveId" clId="{3EB34592-2B6C-4B8F-9F25-A8578B9E03C2}" dt="2021-03-22T23:18:40.004" v="1149" actId="164"/>
          <ac:spMkLst>
            <pc:docMk/>
            <pc:sldMk cId="1636480355" sldId="396"/>
            <ac:spMk id="13" creationId="{0BBCFE1A-DEBB-4A8A-A027-1D700F02B891}"/>
          </ac:spMkLst>
        </pc:spChg>
        <pc:spChg chg="del mod">
          <ac:chgData name="Alexandre Quach" userId="7bb690c8a6e028e4" providerId="LiveId" clId="{3EB34592-2B6C-4B8F-9F25-A8578B9E03C2}" dt="2021-03-22T23:18:54.838" v="1153" actId="478"/>
          <ac:spMkLst>
            <pc:docMk/>
            <pc:sldMk cId="1636480355" sldId="396"/>
            <ac:spMk id="14" creationId="{9ED3F544-2BE0-49DD-97EB-46A9A013F263}"/>
          </ac:spMkLst>
        </pc:spChg>
        <pc:spChg chg="del mod">
          <ac:chgData name="Alexandre Quach" userId="7bb690c8a6e028e4" providerId="LiveId" clId="{3EB34592-2B6C-4B8F-9F25-A8578B9E03C2}" dt="2021-03-22T23:18:54.838" v="1153" actId="478"/>
          <ac:spMkLst>
            <pc:docMk/>
            <pc:sldMk cId="1636480355" sldId="396"/>
            <ac:spMk id="18" creationId="{8DB9F846-BAD3-44B1-8BAF-6665FC9B430B}"/>
          </ac:spMkLst>
        </pc:spChg>
        <pc:spChg chg="del mod">
          <ac:chgData name="Alexandre Quach" userId="7bb690c8a6e028e4" providerId="LiveId" clId="{3EB34592-2B6C-4B8F-9F25-A8578B9E03C2}" dt="2021-03-22T23:18:54.838" v="1153" actId="478"/>
          <ac:spMkLst>
            <pc:docMk/>
            <pc:sldMk cId="1636480355" sldId="396"/>
            <ac:spMk id="19" creationId="{64773E1B-3914-4707-B23B-E93657C456B4}"/>
          </ac:spMkLst>
        </pc:spChg>
        <pc:spChg chg="add mod">
          <ac:chgData name="Alexandre Quach" userId="7bb690c8a6e028e4" providerId="LiveId" clId="{3EB34592-2B6C-4B8F-9F25-A8578B9E03C2}" dt="2021-03-22T23:19:28.539" v="1260" actId="27636"/>
          <ac:spMkLst>
            <pc:docMk/>
            <pc:sldMk cId="1636480355" sldId="396"/>
            <ac:spMk id="20" creationId="{A3D76D48-D299-45BE-B361-0468D98640A0}"/>
          </ac:spMkLst>
        </pc:spChg>
        <pc:spChg chg="add mod">
          <ac:chgData name="Alexandre Quach" userId="7bb690c8a6e028e4" providerId="LiveId" clId="{3EB34592-2B6C-4B8F-9F25-A8578B9E03C2}" dt="2021-03-22T23:19:53.349" v="1341" actId="20577"/>
          <ac:spMkLst>
            <pc:docMk/>
            <pc:sldMk cId="1636480355" sldId="396"/>
            <ac:spMk id="21" creationId="{2F22B5B9-ADB8-4D9F-935D-3B404B4CC7FA}"/>
          </ac:spMkLst>
        </pc:spChg>
        <pc:spChg chg="add del mod">
          <ac:chgData name="Alexandre Quach" userId="7bb690c8a6e028e4" providerId="LiveId" clId="{3EB34592-2B6C-4B8F-9F25-A8578B9E03C2}" dt="2021-03-22T23:19:33.222" v="1261" actId="478"/>
          <ac:spMkLst>
            <pc:docMk/>
            <pc:sldMk cId="1636480355" sldId="396"/>
            <ac:spMk id="22" creationId="{1E893F99-BBCE-4521-9629-147786CF7A4F}"/>
          </ac:spMkLst>
        </pc:spChg>
        <pc:spChg chg="add del mod">
          <ac:chgData name="Alexandre Quach" userId="7bb690c8a6e028e4" providerId="LiveId" clId="{3EB34592-2B6C-4B8F-9F25-A8578B9E03C2}" dt="2021-03-22T23:19:37.238" v="1262" actId="478"/>
          <ac:spMkLst>
            <pc:docMk/>
            <pc:sldMk cId="1636480355" sldId="396"/>
            <ac:spMk id="23" creationId="{EEF6B086-D87C-4C3D-8629-36FA7CE7D09B}"/>
          </ac:spMkLst>
        </pc:spChg>
        <pc:spChg chg="add mod">
          <ac:chgData name="Alexandre Quach" userId="7bb690c8a6e028e4" providerId="LiveId" clId="{3EB34592-2B6C-4B8F-9F25-A8578B9E03C2}" dt="2021-03-22T23:20:08.133" v="1346" actId="1076"/>
          <ac:spMkLst>
            <pc:docMk/>
            <pc:sldMk cId="1636480355" sldId="396"/>
            <ac:spMk id="24" creationId="{870E40A5-06CF-4DC5-A616-FC0363BE5B75}"/>
          </ac:spMkLst>
        </pc:spChg>
        <pc:spChg chg="add mod">
          <ac:chgData name="Alexandre Quach" userId="7bb690c8a6e028e4" providerId="LiveId" clId="{3EB34592-2B6C-4B8F-9F25-A8578B9E03C2}" dt="2021-03-22T23:20:10.576" v="1348" actId="1076"/>
          <ac:spMkLst>
            <pc:docMk/>
            <pc:sldMk cId="1636480355" sldId="396"/>
            <ac:spMk id="25" creationId="{9019415C-2C5D-4694-A7FD-00C0B367E9FC}"/>
          </ac:spMkLst>
        </pc:spChg>
        <pc:spChg chg="add mod">
          <ac:chgData name="Alexandre Quach" userId="7bb690c8a6e028e4" providerId="LiveId" clId="{3EB34592-2B6C-4B8F-9F25-A8578B9E03C2}" dt="2021-03-22T23:20:12.710" v="1350" actId="1076"/>
          <ac:spMkLst>
            <pc:docMk/>
            <pc:sldMk cId="1636480355" sldId="396"/>
            <ac:spMk id="26" creationId="{1E656CCA-6B96-4413-9391-F1DE38C70715}"/>
          </ac:spMkLst>
        </pc:spChg>
        <pc:spChg chg="add mod">
          <ac:chgData name="Alexandre Quach" userId="7bb690c8a6e028e4" providerId="LiveId" clId="{3EB34592-2B6C-4B8F-9F25-A8578B9E03C2}" dt="2021-03-22T23:20:16.310" v="1352" actId="1076"/>
          <ac:spMkLst>
            <pc:docMk/>
            <pc:sldMk cId="1636480355" sldId="396"/>
            <ac:spMk id="27" creationId="{96D2C744-0C0D-426F-9E0F-37D584DCF68D}"/>
          </ac:spMkLst>
        </pc:spChg>
        <pc:spChg chg="add mod">
          <ac:chgData name="Alexandre Quach" userId="7bb690c8a6e028e4" providerId="LiveId" clId="{3EB34592-2B6C-4B8F-9F25-A8578B9E03C2}" dt="2021-03-22T23:20:16.310" v="1352" actId="1076"/>
          <ac:spMkLst>
            <pc:docMk/>
            <pc:sldMk cId="1636480355" sldId="396"/>
            <ac:spMk id="28" creationId="{7156390D-FF9C-435B-A1E9-92026BD7F1E9}"/>
          </ac:spMkLst>
        </pc:spChg>
        <pc:spChg chg="add mod">
          <ac:chgData name="Alexandre Quach" userId="7bb690c8a6e028e4" providerId="LiveId" clId="{3EB34592-2B6C-4B8F-9F25-A8578B9E03C2}" dt="2021-03-22T23:20:18.509" v="1353" actId="1076"/>
          <ac:spMkLst>
            <pc:docMk/>
            <pc:sldMk cId="1636480355" sldId="396"/>
            <ac:spMk id="29" creationId="{CB1C5538-0AA4-4B83-94DA-4C1BC2BCCD0D}"/>
          </ac:spMkLst>
        </pc:spChg>
        <pc:grpChg chg="add mod">
          <ac:chgData name="Alexandre Quach" userId="7bb690c8a6e028e4" providerId="LiveId" clId="{3EB34592-2B6C-4B8F-9F25-A8578B9E03C2}" dt="2021-03-22T23:18:51.726" v="1152" actId="1076"/>
          <ac:grpSpMkLst>
            <pc:docMk/>
            <pc:sldMk cId="1636480355" sldId="396"/>
            <ac:grpSpMk id="9" creationId="{7C3B9C45-30FA-4A36-96C2-0BB2FF0F2C21}"/>
          </ac:grpSpMkLst>
        </pc:grpChg>
        <pc:picChg chg="mod">
          <ac:chgData name="Alexandre Quach" userId="7bb690c8a6e028e4" providerId="LiveId" clId="{3EB34592-2B6C-4B8F-9F25-A8578B9E03C2}" dt="2021-03-22T23:18:40.004" v="1149" actId="164"/>
          <ac:picMkLst>
            <pc:docMk/>
            <pc:sldMk cId="1636480355" sldId="396"/>
            <ac:picMk id="11" creationId="{30746904-BE74-40F0-9937-C36015A67E99}"/>
          </ac:picMkLst>
        </pc:picChg>
        <pc:picChg chg="del mod">
          <ac:chgData name="Alexandre Quach" userId="7bb690c8a6e028e4" providerId="LiveId" clId="{3EB34592-2B6C-4B8F-9F25-A8578B9E03C2}" dt="2021-03-22T23:18:54.838" v="1153" actId="478"/>
          <ac:picMkLst>
            <pc:docMk/>
            <pc:sldMk cId="1636480355" sldId="396"/>
            <ac:picMk id="16" creationId="{0BFFD766-2D51-48B8-8823-9B37BBC6956F}"/>
          </ac:picMkLst>
        </pc:picChg>
        <pc:picChg chg="del mod">
          <ac:chgData name="Alexandre Quach" userId="7bb690c8a6e028e4" providerId="LiveId" clId="{3EB34592-2B6C-4B8F-9F25-A8578B9E03C2}" dt="2021-03-22T23:18:54.838" v="1153" actId="478"/>
          <ac:picMkLst>
            <pc:docMk/>
            <pc:sldMk cId="1636480355" sldId="396"/>
            <ac:picMk id="17" creationId="{B2B14879-9DE3-42E5-986C-BFDB4C5B9E4B}"/>
          </ac:picMkLst>
        </pc:picChg>
      </pc:sldChg>
      <pc:sldChg chg="addSp delSp modSp add mod setBg">
        <pc:chgData name="Alexandre Quach" userId="7bb690c8a6e028e4" providerId="LiveId" clId="{3EB34592-2B6C-4B8F-9F25-A8578B9E03C2}" dt="2021-03-24T22:04:47.504" v="2074" actId="208"/>
        <pc:sldMkLst>
          <pc:docMk/>
          <pc:sldMk cId="3944090272" sldId="402"/>
        </pc:sldMkLst>
        <pc:spChg chg="del mod">
          <ac:chgData name="Alexandre Quach" userId="7bb690c8a6e028e4" providerId="LiveId" clId="{3EB34592-2B6C-4B8F-9F25-A8578B9E03C2}" dt="2021-03-22T23:27:27.288" v="1771" actId="478"/>
          <ac:spMkLst>
            <pc:docMk/>
            <pc:sldMk cId="3944090272" sldId="402"/>
            <ac:spMk id="2" creationId="{6FFD8067-3852-4B46-9FFB-2A025260AA66}"/>
          </ac:spMkLst>
        </pc:spChg>
        <pc:spChg chg="mod">
          <ac:chgData name="Alexandre Quach" userId="7bb690c8a6e028e4" providerId="LiveId" clId="{3EB34592-2B6C-4B8F-9F25-A8578B9E03C2}" dt="2021-03-24T22:04:47.504" v="2074" actId="208"/>
          <ac:spMkLst>
            <pc:docMk/>
            <pc:sldMk cId="3944090272" sldId="402"/>
            <ac:spMk id="23" creationId="{F668F72A-4083-4823-B527-DDE8D41848D5}"/>
          </ac:spMkLst>
        </pc:spChg>
        <pc:spChg chg="mod">
          <ac:chgData name="Alexandre Quach" userId="7bb690c8a6e028e4" providerId="LiveId" clId="{3EB34592-2B6C-4B8F-9F25-A8578B9E03C2}" dt="2021-03-24T22:04:47.504" v="2074" actId="208"/>
          <ac:spMkLst>
            <pc:docMk/>
            <pc:sldMk cId="3944090272" sldId="402"/>
            <ac:spMk id="24" creationId="{D75FCC8E-3218-415C-83BE-FAB05157B2F9}"/>
          </ac:spMkLst>
        </pc:spChg>
        <pc:spChg chg="mod">
          <ac:chgData name="Alexandre Quach" userId="7bb690c8a6e028e4" providerId="LiveId" clId="{3EB34592-2B6C-4B8F-9F25-A8578B9E03C2}" dt="2021-03-24T22:04:47.504" v="2074" actId="208"/>
          <ac:spMkLst>
            <pc:docMk/>
            <pc:sldMk cId="3944090272" sldId="402"/>
            <ac:spMk id="25" creationId="{D0608C4C-05D2-4758-93D3-0D1FF4329D94}"/>
          </ac:spMkLst>
        </pc:spChg>
        <pc:spChg chg="mod">
          <ac:chgData name="Alexandre Quach" userId="7bb690c8a6e028e4" providerId="LiveId" clId="{3EB34592-2B6C-4B8F-9F25-A8578B9E03C2}" dt="2021-03-24T22:04:47.504" v="2074" actId="208"/>
          <ac:spMkLst>
            <pc:docMk/>
            <pc:sldMk cId="3944090272" sldId="402"/>
            <ac:spMk id="26" creationId="{D5DF8230-B871-4BF3-B438-E6AAF81611B9}"/>
          </ac:spMkLst>
        </pc:spChg>
        <pc:spChg chg="mod">
          <ac:chgData name="Alexandre Quach" userId="7bb690c8a6e028e4" providerId="LiveId" clId="{3EB34592-2B6C-4B8F-9F25-A8578B9E03C2}" dt="2021-03-24T22:04:47.504" v="2074" actId="208"/>
          <ac:spMkLst>
            <pc:docMk/>
            <pc:sldMk cId="3944090272" sldId="402"/>
            <ac:spMk id="27" creationId="{26E23D74-B574-4D25-BE46-3CA9EF8B63A7}"/>
          </ac:spMkLst>
        </pc:spChg>
        <pc:spChg chg="mod">
          <ac:chgData name="Alexandre Quach" userId="7bb690c8a6e028e4" providerId="LiveId" clId="{3EB34592-2B6C-4B8F-9F25-A8578B9E03C2}" dt="2021-03-24T22:04:47.504" v="2074" actId="208"/>
          <ac:spMkLst>
            <pc:docMk/>
            <pc:sldMk cId="3944090272" sldId="402"/>
            <ac:spMk id="28" creationId="{D768A063-CF71-4020-9886-E8D4EF1EF753}"/>
          </ac:spMkLst>
        </pc:spChg>
        <pc:spChg chg="mod">
          <ac:chgData name="Alexandre Quach" userId="7bb690c8a6e028e4" providerId="LiveId" clId="{3EB34592-2B6C-4B8F-9F25-A8578B9E03C2}" dt="2021-03-24T22:04:47.504" v="2074" actId="208"/>
          <ac:spMkLst>
            <pc:docMk/>
            <pc:sldMk cId="3944090272" sldId="402"/>
            <ac:spMk id="29" creationId="{236CDA45-9E98-41B3-A52F-DEB25458C0CA}"/>
          </ac:spMkLst>
        </pc:spChg>
        <pc:spChg chg="mod">
          <ac:chgData name="Alexandre Quach" userId="7bb690c8a6e028e4" providerId="LiveId" clId="{3EB34592-2B6C-4B8F-9F25-A8578B9E03C2}" dt="2021-03-24T22:04:47.504" v="2074" actId="208"/>
          <ac:spMkLst>
            <pc:docMk/>
            <pc:sldMk cId="3944090272" sldId="402"/>
            <ac:spMk id="30" creationId="{1510FC4D-245B-443C-8AAF-F8C55BBD879F}"/>
          </ac:spMkLst>
        </pc:spChg>
        <pc:spChg chg="mod">
          <ac:chgData name="Alexandre Quach" userId="7bb690c8a6e028e4" providerId="LiveId" clId="{3EB34592-2B6C-4B8F-9F25-A8578B9E03C2}" dt="2021-03-24T22:04:47.504" v="2074" actId="208"/>
          <ac:spMkLst>
            <pc:docMk/>
            <pc:sldMk cId="3944090272" sldId="402"/>
            <ac:spMk id="31" creationId="{ED22D590-DEE6-4E39-B7AF-9ADD426FBB6C}"/>
          </ac:spMkLst>
        </pc:spChg>
        <pc:spChg chg="mod">
          <ac:chgData name="Alexandre Quach" userId="7bb690c8a6e028e4" providerId="LiveId" clId="{3EB34592-2B6C-4B8F-9F25-A8578B9E03C2}" dt="2021-03-24T22:04:47.504" v="2074" actId="208"/>
          <ac:spMkLst>
            <pc:docMk/>
            <pc:sldMk cId="3944090272" sldId="402"/>
            <ac:spMk id="32" creationId="{ADDCE6CC-3E65-478D-9FC4-360B4B0F9CBF}"/>
          </ac:spMkLst>
        </pc:spChg>
        <pc:spChg chg="mod">
          <ac:chgData name="Alexandre Quach" userId="7bb690c8a6e028e4" providerId="LiveId" clId="{3EB34592-2B6C-4B8F-9F25-A8578B9E03C2}" dt="2021-03-24T22:04:47.504" v="2074" actId="208"/>
          <ac:spMkLst>
            <pc:docMk/>
            <pc:sldMk cId="3944090272" sldId="402"/>
            <ac:spMk id="33" creationId="{8CFFA553-0601-4FFF-BBC8-CD85B3EB638A}"/>
          </ac:spMkLst>
        </pc:spChg>
        <pc:spChg chg="mod">
          <ac:chgData name="Alexandre Quach" userId="7bb690c8a6e028e4" providerId="LiveId" clId="{3EB34592-2B6C-4B8F-9F25-A8578B9E03C2}" dt="2021-03-24T22:04:47.504" v="2074" actId="208"/>
          <ac:spMkLst>
            <pc:docMk/>
            <pc:sldMk cId="3944090272" sldId="402"/>
            <ac:spMk id="34" creationId="{F78E7F57-B55C-43AD-AE6F-FF29C803B6EB}"/>
          </ac:spMkLst>
        </pc:spChg>
        <pc:spChg chg="mod">
          <ac:chgData name="Alexandre Quach" userId="7bb690c8a6e028e4" providerId="LiveId" clId="{3EB34592-2B6C-4B8F-9F25-A8578B9E03C2}" dt="2021-03-24T22:04:47.504" v="2074" actId="208"/>
          <ac:spMkLst>
            <pc:docMk/>
            <pc:sldMk cId="3944090272" sldId="402"/>
            <ac:spMk id="35" creationId="{F8D44F00-547B-439F-86B8-C7796942D2B6}"/>
          </ac:spMkLst>
        </pc:spChg>
        <pc:spChg chg="mod">
          <ac:chgData name="Alexandre Quach" userId="7bb690c8a6e028e4" providerId="LiveId" clId="{3EB34592-2B6C-4B8F-9F25-A8578B9E03C2}" dt="2021-03-24T22:04:47.504" v="2074" actId="208"/>
          <ac:spMkLst>
            <pc:docMk/>
            <pc:sldMk cId="3944090272" sldId="402"/>
            <ac:spMk id="36" creationId="{C2D08447-B3DC-4EE7-8FC9-8EF2CD9F26B9}"/>
          </ac:spMkLst>
        </pc:spChg>
        <pc:spChg chg="add del mod ord">
          <ac:chgData name="Alexandre Quach" userId="7bb690c8a6e028e4" providerId="LiveId" clId="{3EB34592-2B6C-4B8F-9F25-A8578B9E03C2}" dt="2021-03-22T23:27:33.303" v="1773" actId="478"/>
          <ac:spMkLst>
            <pc:docMk/>
            <pc:sldMk cId="3944090272" sldId="402"/>
            <ac:spMk id="43" creationId="{9F21E29C-4041-4813-ACF7-932009078EFE}"/>
          </ac:spMkLst>
        </pc:spChg>
        <pc:spChg chg="add mod">
          <ac:chgData name="Alexandre Quach" userId="7bb690c8a6e028e4" providerId="LiveId" clId="{3EB34592-2B6C-4B8F-9F25-A8578B9E03C2}" dt="2021-03-22T23:27:19.895" v="1768"/>
          <ac:spMkLst>
            <pc:docMk/>
            <pc:sldMk cId="3944090272" sldId="402"/>
            <ac:spMk id="44" creationId="{D9DCABE2-BE94-4EA4-9F10-E1E6A1CA04E7}"/>
          </ac:spMkLst>
        </pc:spChg>
        <pc:spChg chg="add mod">
          <ac:chgData name="Alexandre Quach" userId="7bb690c8a6e028e4" providerId="LiveId" clId="{3EB34592-2B6C-4B8F-9F25-A8578B9E03C2}" dt="2021-03-22T23:27:19.895" v="1768"/>
          <ac:spMkLst>
            <pc:docMk/>
            <pc:sldMk cId="3944090272" sldId="402"/>
            <ac:spMk id="45" creationId="{FA02316C-EF58-45F1-8A8A-00BDA22CC112}"/>
          </ac:spMkLst>
        </pc:spChg>
        <pc:spChg chg="add mod">
          <ac:chgData name="Alexandre Quach" userId="7bb690c8a6e028e4" providerId="LiveId" clId="{3EB34592-2B6C-4B8F-9F25-A8578B9E03C2}" dt="2021-03-22T23:27:19.895" v="1768"/>
          <ac:spMkLst>
            <pc:docMk/>
            <pc:sldMk cId="3944090272" sldId="402"/>
            <ac:spMk id="46" creationId="{CC369F2F-AF18-4266-90E0-0BC51AFC5E2D}"/>
          </ac:spMkLst>
        </pc:spChg>
        <pc:spChg chg="add mod">
          <ac:chgData name="Alexandre Quach" userId="7bb690c8a6e028e4" providerId="LiveId" clId="{3EB34592-2B6C-4B8F-9F25-A8578B9E03C2}" dt="2021-03-22T23:27:19.895" v="1768"/>
          <ac:spMkLst>
            <pc:docMk/>
            <pc:sldMk cId="3944090272" sldId="402"/>
            <ac:spMk id="47" creationId="{0167950B-52A3-4297-9CCD-54234D73DD2A}"/>
          </ac:spMkLst>
        </pc:spChg>
        <pc:spChg chg="add del mod">
          <ac:chgData name="Alexandre Quach" userId="7bb690c8a6e028e4" providerId="LiveId" clId="{3EB34592-2B6C-4B8F-9F25-A8578B9E03C2}" dt="2021-03-22T23:27:35.181" v="1774" actId="478"/>
          <ac:spMkLst>
            <pc:docMk/>
            <pc:sldMk cId="3944090272" sldId="402"/>
            <ac:spMk id="48" creationId="{14E202E5-35DE-4960-9A5D-89952C2EEB78}"/>
          </ac:spMkLst>
        </pc:spChg>
        <pc:picChg chg="mod">
          <ac:chgData name="Alexandre Quach" userId="7bb690c8a6e028e4" providerId="LiveId" clId="{3EB34592-2B6C-4B8F-9F25-A8578B9E03C2}" dt="2021-03-24T22:04:47.504" v="2074" actId="208"/>
          <ac:picMkLst>
            <pc:docMk/>
            <pc:sldMk cId="3944090272" sldId="402"/>
            <ac:picMk id="10" creationId="{1873378A-7F70-462C-B33E-04028AD4252E}"/>
          </ac:picMkLst>
        </pc:picChg>
        <pc:picChg chg="mod">
          <ac:chgData name="Alexandre Quach" userId="7bb690c8a6e028e4" providerId="LiveId" clId="{3EB34592-2B6C-4B8F-9F25-A8578B9E03C2}" dt="2021-03-24T22:04:47.504" v="2074" actId="208"/>
          <ac:picMkLst>
            <pc:docMk/>
            <pc:sldMk cId="3944090272" sldId="402"/>
            <ac:picMk id="11" creationId="{2A0CC82B-6AE0-4760-B994-AF99B13B466E}"/>
          </ac:picMkLst>
        </pc:picChg>
        <pc:picChg chg="mod">
          <ac:chgData name="Alexandre Quach" userId="7bb690c8a6e028e4" providerId="LiveId" clId="{3EB34592-2B6C-4B8F-9F25-A8578B9E03C2}" dt="2021-03-24T22:04:47.504" v="2074" actId="208"/>
          <ac:picMkLst>
            <pc:docMk/>
            <pc:sldMk cId="3944090272" sldId="402"/>
            <ac:picMk id="12" creationId="{DEA9B1B1-6F76-4301-98B6-BA43279B42FC}"/>
          </ac:picMkLst>
        </pc:picChg>
        <pc:picChg chg="mod">
          <ac:chgData name="Alexandre Quach" userId="7bb690c8a6e028e4" providerId="LiveId" clId="{3EB34592-2B6C-4B8F-9F25-A8578B9E03C2}" dt="2021-03-24T22:04:47.504" v="2074" actId="208"/>
          <ac:picMkLst>
            <pc:docMk/>
            <pc:sldMk cId="3944090272" sldId="402"/>
            <ac:picMk id="14" creationId="{FDEEA02B-36F7-4143-8074-7784E28E4CE0}"/>
          </ac:picMkLst>
        </pc:picChg>
        <pc:picChg chg="mod">
          <ac:chgData name="Alexandre Quach" userId="7bb690c8a6e028e4" providerId="LiveId" clId="{3EB34592-2B6C-4B8F-9F25-A8578B9E03C2}" dt="2021-03-24T22:04:47.504" v="2074" actId="208"/>
          <ac:picMkLst>
            <pc:docMk/>
            <pc:sldMk cId="3944090272" sldId="402"/>
            <ac:picMk id="16" creationId="{D43A6A5C-7A82-49BC-8BD9-35C2B29F8115}"/>
          </ac:picMkLst>
        </pc:picChg>
        <pc:picChg chg="mod">
          <ac:chgData name="Alexandre Quach" userId="7bb690c8a6e028e4" providerId="LiveId" clId="{3EB34592-2B6C-4B8F-9F25-A8578B9E03C2}" dt="2021-03-24T22:04:47.504" v="2074" actId="208"/>
          <ac:picMkLst>
            <pc:docMk/>
            <pc:sldMk cId="3944090272" sldId="402"/>
            <ac:picMk id="18" creationId="{A0CBF91E-EC74-4910-8194-9EDDCC53A461}"/>
          </ac:picMkLst>
        </pc:picChg>
        <pc:picChg chg="mod">
          <ac:chgData name="Alexandre Quach" userId="7bb690c8a6e028e4" providerId="LiveId" clId="{3EB34592-2B6C-4B8F-9F25-A8578B9E03C2}" dt="2021-03-24T22:04:47.504" v="2074" actId="208"/>
          <ac:picMkLst>
            <pc:docMk/>
            <pc:sldMk cId="3944090272" sldId="402"/>
            <ac:picMk id="20" creationId="{0F4CD3F7-D239-4496-8623-9C3505348C19}"/>
          </ac:picMkLst>
        </pc:picChg>
        <pc:picChg chg="mod">
          <ac:chgData name="Alexandre Quach" userId="7bb690c8a6e028e4" providerId="LiveId" clId="{3EB34592-2B6C-4B8F-9F25-A8578B9E03C2}" dt="2021-03-24T22:04:47.504" v="2074" actId="208"/>
          <ac:picMkLst>
            <pc:docMk/>
            <pc:sldMk cId="3944090272" sldId="402"/>
            <ac:picMk id="22" creationId="{B9FD2C1C-1D83-4757-955C-206644A9417A}"/>
          </ac:picMkLst>
        </pc:picChg>
      </pc:sldChg>
      <pc:sldChg chg="delSp modSp add mod ord setBg">
        <pc:chgData name="Alexandre Quach" userId="7bb690c8a6e028e4" providerId="LiveId" clId="{3EB34592-2B6C-4B8F-9F25-A8578B9E03C2}" dt="2021-03-22T23:38:17.853" v="1841"/>
        <pc:sldMkLst>
          <pc:docMk/>
          <pc:sldMk cId="3098309932" sldId="408"/>
        </pc:sldMkLst>
        <pc:spChg chg="mod">
          <ac:chgData name="Alexandre Quach" userId="7bb690c8a6e028e4" providerId="LiveId" clId="{3EB34592-2B6C-4B8F-9F25-A8578B9E03C2}" dt="2021-03-22T22:49:12.447" v="338" actId="20577"/>
          <ac:spMkLst>
            <pc:docMk/>
            <pc:sldMk cId="3098309932" sldId="408"/>
            <ac:spMk id="2" creationId="{CCB5B849-EE62-4335-B61E-A7F53A17AC47}"/>
          </ac:spMkLst>
        </pc:spChg>
        <pc:picChg chg="del">
          <ac:chgData name="Alexandre Quach" userId="7bb690c8a6e028e4" providerId="LiveId" clId="{3EB34592-2B6C-4B8F-9F25-A8578B9E03C2}" dt="2021-03-22T22:49:18.703" v="342" actId="478"/>
          <ac:picMkLst>
            <pc:docMk/>
            <pc:sldMk cId="3098309932" sldId="408"/>
            <ac:picMk id="18" creationId="{2506B2F1-B10D-46AF-9BD5-692E2CE98ADE}"/>
          </ac:picMkLst>
        </pc:picChg>
        <pc:picChg chg="del">
          <ac:chgData name="Alexandre Quach" userId="7bb690c8a6e028e4" providerId="LiveId" clId="{3EB34592-2B6C-4B8F-9F25-A8578B9E03C2}" dt="2021-03-22T22:49:15.024" v="339" actId="478"/>
          <ac:picMkLst>
            <pc:docMk/>
            <pc:sldMk cId="3098309932" sldId="408"/>
            <ac:picMk id="23" creationId="{4D6C15D6-9B81-4A92-A130-F0B218FA4869}"/>
          </ac:picMkLst>
        </pc:picChg>
        <pc:picChg chg="del">
          <ac:chgData name="Alexandre Quach" userId="7bb690c8a6e028e4" providerId="LiveId" clId="{3EB34592-2B6C-4B8F-9F25-A8578B9E03C2}" dt="2021-03-22T22:49:16.417" v="340" actId="478"/>
          <ac:picMkLst>
            <pc:docMk/>
            <pc:sldMk cId="3098309932" sldId="408"/>
            <ac:picMk id="26" creationId="{C305FB46-4485-4DB1-8AB1-5DF4A67323D1}"/>
          </ac:picMkLst>
        </pc:picChg>
        <pc:picChg chg="del">
          <ac:chgData name="Alexandre Quach" userId="7bb690c8a6e028e4" providerId="LiveId" clId="{3EB34592-2B6C-4B8F-9F25-A8578B9E03C2}" dt="2021-03-22T22:49:17.449" v="341" actId="478"/>
          <ac:picMkLst>
            <pc:docMk/>
            <pc:sldMk cId="3098309932" sldId="408"/>
            <ac:picMk id="34" creationId="{10A60A4F-5E47-466F-B542-B30C49924885}"/>
          </ac:picMkLst>
        </pc:picChg>
      </pc:sldChg>
      <pc:sldChg chg="addSp delSp modSp add mod ord setBg">
        <pc:chgData name="Alexandre Quach" userId="7bb690c8a6e028e4" providerId="LiveId" clId="{3EB34592-2B6C-4B8F-9F25-A8578B9E03C2}" dt="2021-03-22T23:38:17.853" v="1841"/>
        <pc:sldMkLst>
          <pc:docMk/>
          <pc:sldMk cId="2643618839" sldId="410"/>
        </pc:sldMkLst>
        <pc:spChg chg="mod">
          <ac:chgData name="Alexandre Quach" userId="7bb690c8a6e028e4" providerId="LiveId" clId="{3EB34592-2B6C-4B8F-9F25-A8578B9E03C2}" dt="2021-03-22T22:53:07.591" v="717" actId="20577"/>
          <ac:spMkLst>
            <pc:docMk/>
            <pc:sldMk cId="2643618839" sldId="410"/>
            <ac:spMk id="2" creationId="{CCB5B849-EE62-4335-B61E-A7F53A17AC47}"/>
          </ac:spMkLst>
        </pc:spChg>
        <pc:spChg chg="del">
          <ac:chgData name="Alexandre Quach" userId="7bb690c8a6e028e4" providerId="LiveId" clId="{3EB34592-2B6C-4B8F-9F25-A8578B9E03C2}" dt="2021-03-22T22:53:17.867" v="718" actId="478"/>
          <ac:spMkLst>
            <pc:docMk/>
            <pc:sldMk cId="2643618839" sldId="410"/>
            <ac:spMk id="3" creationId="{092745A1-9B8C-48B4-893A-6DDAED76D321}"/>
          </ac:spMkLst>
        </pc:spChg>
        <pc:spChg chg="del">
          <ac:chgData name="Alexandre Quach" userId="7bb690c8a6e028e4" providerId="LiveId" clId="{3EB34592-2B6C-4B8F-9F25-A8578B9E03C2}" dt="2021-03-22T22:53:22.761" v="720" actId="478"/>
          <ac:spMkLst>
            <pc:docMk/>
            <pc:sldMk cId="2643618839" sldId="410"/>
            <ac:spMk id="5" creationId="{C176C733-1E4D-4124-86B1-4BCF1E31BE7B}"/>
          </ac:spMkLst>
        </pc:spChg>
        <pc:spChg chg="add del mod">
          <ac:chgData name="Alexandre Quach" userId="7bb690c8a6e028e4" providerId="LiveId" clId="{3EB34592-2B6C-4B8F-9F25-A8578B9E03C2}" dt="2021-03-22T22:53:19.753" v="719" actId="478"/>
          <ac:spMkLst>
            <pc:docMk/>
            <pc:sldMk cId="2643618839" sldId="410"/>
            <ac:spMk id="7" creationId="{FA461518-DC4C-4276-B32A-42BA007B30B4}"/>
          </ac:spMkLst>
        </pc:spChg>
        <pc:spChg chg="mod">
          <ac:chgData name="Alexandre Quach" userId="7bb690c8a6e028e4" providerId="LiveId" clId="{3EB34592-2B6C-4B8F-9F25-A8578B9E03C2}" dt="2021-03-22T22:53:31.151" v="723" actId="164"/>
          <ac:spMkLst>
            <pc:docMk/>
            <pc:sldMk cId="2643618839" sldId="410"/>
            <ac:spMk id="8" creationId="{A5AE8DEC-0A02-47CE-A044-208C7C5BBE72}"/>
          </ac:spMkLst>
        </pc:spChg>
        <pc:spChg chg="add mod">
          <ac:chgData name="Alexandre Quach" userId="7bb690c8a6e028e4" providerId="LiveId" clId="{3EB34592-2B6C-4B8F-9F25-A8578B9E03C2}" dt="2021-03-22T23:14:30.549" v="922" actId="1076"/>
          <ac:spMkLst>
            <pc:docMk/>
            <pc:sldMk cId="2643618839" sldId="410"/>
            <ac:spMk id="11" creationId="{23E94917-4670-48D5-B2E7-35382857FD0F}"/>
          </ac:spMkLst>
        </pc:spChg>
        <pc:spChg chg="add mod">
          <ac:chgData name="Alexandre Quach" userId="7bb690c8a6e028e4" providerId="LiveId" clId="{3EB34592-2B6C-4B8F-9F25-A8578B9E03C2}" dt="2021-03-22T23:14:24.094" v="921" actId="1076"/>
          <ac:spMkLst>
            <pc:docMk/>
            <pc:sldMk cId="2643618839" sldId="410"/>
            <ac:spMk id="23" creationId="{C286DB96-992B-4854-AC2E-9BCA698D448E}"/>
          </ac:spMkLst>
        </pc:spChg>
        <pc:spChg chg="add mod">
          <ac:chgData name="Alexandre Quach" userId="7bb690c8a6e028e4" providerId="LiveId" clId="{3EB34592-2B6C-4B8F-9F25-A8578B9E03C2}" dt="2021-03-22T23:14:48.806" v="980" actId="20577"/>
          <ac:spMkLst>
            <pc:docMk/>
            <pc:sldMk cId="2643618839" sldId="410"/>
            <ac:spMk id="24" creationId="{F5E66425-677B-4D0B-9848-47DF7560BBEE}"/>
          </ac:spMkLst>
        </pc:spChg>
        <pc:spChg chg="add mod">
          <ac:chgData name="Alexandre Quach" userId="7bb690c8a6e028e4" providerId="LiveId" clId="{3EB34592-2B6C-4B8F-9F25-A8578B9E03C2}" dt="2021-03-22T23:16:33.078" v="1017" actId="1076"/>
          <ac:spMkLst>
            <pc:docMk/>
            <pc:sldMk cId="2643618839" sldId="410"/>
            <ac:spMk id="25" creationId="{3382F00C-E2D4-437D-B6F8-D815E920B367}"/>
          </ac:spMkLst>
        </pc:spChg>
        <pc:spChg chg="mod">
          <ac:chgData name="Alexandre Quach" userId="7bb690c8a6e028e4" providerId="LiveId" clId="{3EB34592-2B6C-4B8F-9F25-A8578B9E03C2}" dt="2021-03-22T23:14:52.625" v="981"/>
          <ac:spMkLst>
            <pc:docMk/>
            <pc:sldMk cId="2643618839" sldId="410"/>
            <ac:spMk id="28" creationId="{48AD7F8C-F753-4B39-AB85-185B04825FA7}"/>
          </ac:spMkLst>
        </pc:spChg>
        <pc:spChg chg="mod">
          <ac:chgData name="Alexandre Quach" userId="7bb690c8a6e028e4" providerId="LiveId" clId="{3EB34592-2B6C-4B8F-9F25-A8578B9E03C2}" dt="2021-03-22T23:14:52.625" v="981"/>
          <ac:spMkLst>
            <pc:docMk/>
            <pc:sldMk cId="2643618839" sldId="410"/>
            <ac:spMk id="32" creationId="{6D1338B1-7C41-4898-8E93-F2ED0D7FB721}"/>
          </ac:spMkLst>
        </pc:spChg>
        <pc:spChg chg="mod">
          <ac:chgData name="Alexandre Quach" userId="7bb690c8a6e028e4" providerId="LiveId" clId="{3EB34592-2B6C-4B8F-9F25-A8578B9E03C2}" dt="2021-03-22T23:14:55.490" v="983"/>
          <ac:spMkLst>
            <pc:docMk/>
            <pc:sldMk cId="2643618839" sldId="410"/>
            <ac:spMk id="35" creationId="{9A1D6587-D9EB-4491-AF79-233E38AFA0A8}"/>
          </ac:spMkLst>
        </pc:spChg>
        <pc:spChg chg="mod">
          <ac:chgData name="Alexandre Quach" userId="7bb690c8a6e028e4" providerId="LiveId" clId="{3EB34592-2B6C-4B8F-9F25-A8578B9E03C2}" dt="2021-03-22T23:14:55.490" v="983"/>
          <ac:spMkLst>
            <pc:docMk/>
            <pc:sldMk cId="2643618839" sldId="410"/>
            <ac:spMk id="39" creationId="{CCF66ECE-E58A-4044-AA35-BC19EFBD0417}"/>
          </ac:spMkLst>
        </pc:spChg>
        <pc:spChg chg="mod">
          <ac:chgData name="Alexandre Quach" userId="7bb690c8a6e028e4" providerId="LiveId" clId="{3EB34592-2B6C-4B8F-9F25-A8578B9E03C2}" dt="2021-03-22T23:14:57.213" v="985"/>
          <ac:spMkLst>
            <pc:docMk/>
            <pc:sldMk cId="2643618839" sldId="410"/>
            <ac:spMk id="42" creationId="{5C23512B-014E-4EEC-9415-2FEA69C2E381}"/>
          </ac:spMkLst>
        </pc:spChg>
        <pc:spChg chg="mod">
          <ac:chgData name="Alexandre Quach" userId="7bb690c8a6e028e4" providerId="LiveId" clId="{3EB34592-2B6C-4B8F-9F25-A8578B9E03C2}" dt="2021-03-22T23:14:57.213" v="985"/>
          <ac:spMkLst>
            <pc:docMk/>
            <pc:sldMk cId="2643618839" sldId="410"/>
            <ac:spMk id="46" creationId="{F3F8E44E-7EFB-4BA6-B8EC-BCFD89E0CCF0}"/>
          </ac:spMkLst>
        </pc:spChg>
        <pc:spChg chg="mod">
          <ac:chgData name="Alexandre Quach" userId="7bb690c8a6e028e4" providerId="LiveId" clId="{3EB34592-2B6C-4B8F-9F25-A8578B9E03C2}" dt="2021-03-22T23:14:58.938" v="987"/>
          <ac:spMkLst>
            <pc:docMk/>
            <pc:sldMk cId="2643618839" sldId="410"/>
            <ac:spMk id="49" creationId="{C90C1730-337E-492B-9414-FEFB5827AA7F}"/>
          </ac:spMkLst>
        </pc:spChg>
        <pc:spChg chg="mod">
          <ac:chgData name="Alexandre Quach" userId="7bb690c8a6e028e4" providerId="LiveId" clId="{3EB34592-2B6C-4B8F-9F25-A8578B9E03C2}" dt="2021-03-22T23:14:58.938" v="987"/>
          <ac:spMkLst>
            <pc:docMk/>
            <pc:sldMk cId="2643618839" sldId="410"/>
            <ac:spMk id="53" creationId="{A5D6F33E-5652-4B19-8FA0-CE32505F9C79}"/>
          </ac:spMkLst>
        </pc:spChg>
        <pc:grpChg chg="add mod">
          <ac:chgData name="Alexandre Quach" userId="7bb690c8a6e028e4" providerId="LiveId" clId="{3EB34592-2B6C-4B8F-9F25-A8578B9E03C2}" dt="2021-03-22T22:54:57.558" v="825" actId="1076"/>
          <ac:grpSpMkLst>
            <pc:docMk/>
            <pc:sldMk cId="2643618839" sldId="410"/>
            <ac:grpSpMk id="9" creationId="{E0055EFF-E607-405E-AFE0-4986DB1AE613}"/>
          </ac:grpSpMkLst>
        </pc:grpChg>
        <pc:grpChg chg="mod">
          <ac:chgData name="Alexandre Quach" userId="7bb690c8a6e028e4" providerId="LiveId" clId="{3EB34592-2B6C-4B8F-9F25-A8578B9E03C2}" dt="2021-03-22T22:53:31.151" v="723" actId="164"/>
          <ac:grpSpMkLst>
            <pc:docMk/>
            <pc:sldMk cId="2643618839" sldId="410"/>
            <ac:grpSpMk id="13" creationId="{D79EDEB1-7BE9-4627-9813-06D1AC514076}"/>
          </ac:grpSpMkLst>
        </pc:grpChg>
        <pc:grpChg chg="del">
          <ac:chgData name="Alexandre Quach" userId="7bb690c8a6e028e4" providerId="LiveId" clId="{3EB34592-2B6C-4B8F-9F25-A8578B9E03C2}" dt="2021-03-22T22:53:26.073" v="721" actId="478"/>
          <ac:grpSpMkLst>
            <pc:docMk/>
            <pc:sldMk cId="2643618839" sldId="410"/>
            <ac:grpSpMk id="17" creationId="{7B132B84-774C-4087-98D9-0802D5E324F3}"/>
          </ac:grpSpMkLst>
        </pc:grpChg>
        <pc:grpChg chg="add mod">
          <ac:chgData name="Alexandre Quach" userId="7bb690c8a6e028e4" providerId="LiveId" clId="{3EB34592-2B6C-4B8F-9F25-A8578B9E03C2}" dt="2021-03-22T23:14:54.887" v="982" actId="1076"/>
          <ac:grpSpMkLst>
            <pc:docMk/>
            <pc:sldMk cId="2643618839" sldId="410"/>
            <ac:grpSpMk id="26" creationId="{751E709A-2A15-46C2-A599-FC69E37BC13D}"/>
          </ac:grpSpMkLst>
        </pc:grpChg>
        <pc:grpChg chg="mod">
          <ac:chgData name="Alexandre Quach" userId="7bb690c8a6e028e4" providerId="LiveId" clId="{3EB34592-2B6C-4B8F-9F25-A8578B9E03C2}" dt="2021-03-22T23:14:52.625" v="981"/>
          <ac:grpSpMkLst>
            <pc:docMk/>
            <pc:sldMk cId="2643618839" sldId="410"/>
            <ac:grpSpMk id="29" creationId="{ABD892B8-923F-48A6-82D3-11A080870DE4}"/>
          </ac:grpSpMkLst>
        </pc:grpChg>
        <pc:grpChg chg="add mod">
          <ac:chgData name="Alexandre Quach" userId="7bb690c8a6e028e4" providerId="LiveId" clId="{3EB34592-2B6C-4B8F-9F25-A8578B9E03C2}" dt="2021-03-22T23:14:56.527" v="984" actId="1076"/>
          <ac:grpSpMkLst>
            <pc:docMk/>
            <pc:sldMk cId="2643618839" sldId="410"/>
            <ac:grpSpMk id="33" creationId="{A05F3B7C-561E-4B7D-8749-6618DBBF3634}"/>
          </ac:grpSpMkLst>
        </pc:grpChg>
        <pc:grpChg chg="mod">
          <ac:chgData name="Alexandre Quach" userId="7bb690c8a6e028e4" providerId="LiveId" clId="{3EB34592-2B6C-4B8F-9F25-A8578B9E03C2}" dt="2021-03-22T23:14:55.490" v="983"/>
          <ac:grpSpMkLst>
            <pc:docMk/>
            <pc:sldMk cId="2643618839" sldId="410"/>
            <ac:grpSpMk id="36" creationId="{D5D032DD-846D-4C68-A06B-0787981C515D}"/>
          </ac:grpSpMkLst>
        </pc:grpChg>
        <pc:grpChg chg="add mod">
          <ac:chgData name="Alexandre Quach" userId="7bb690c8a6e028e4" providerId="LiveId" clId="{3EB34592-2B6C-4B8F-9F25-A8578B9E03C2}" dt="2021-03-22T23:14:58.415" v="986" actId="1076"/>
          <ac:grpSpMkLst>
            <pc:docMk/>
            <pc:sldMk cId="2643618839" sldId="410"/>
            <ac:grpSpMk id="40" creationId="{80901DBD-1D06-4A23-A433-4E975412BC7F}"/>
          </ac:grpSpMkLst>
        </pc:grpChg>
        <pc:grpChg chg="mod">
          <ac:chgData name="Alexandre Quach" userId="7bb690c8a6e028e4" providerId="LiveId" clId="{3EB34592-2B6C-4B8F-9F25-A8578B9E03C2}" dt="2021-03-22T23:14:57.213" v="985"/>
          <ac:grpSpMkLst>
            <pc:docMk/>
            <pc:sldMk cId="2643618839" sldId="410"/>
            <ac:grpSpMk id="43" creationId="{8B161AC2-2116-41F3-B7C2-90F5D42E076D}"/>
          </ac:grpSpMkLst>
        </pc:grpChg>
        <pc:grpChg chg="add mod">
          <ac:chgData name="Alexandre Quach" userId="7bb690c8a6e028e4" providerId="LiveId" clId="{3EB34592-2B6C-4B8F-9F25-A8578B9E03C2}" dt="2021-03-22T23:15:01.727" v="988" actId="1076"/>
          <ac:grpSpMkLst>
            <pc:docMk/>
            <pc:sldMk cId="2643618839" sldId="410"/>
            <ac:grpSpMk id="47" creationId="{B2C5FFE0-38FD-4338-8575-0E1926B6D66F}"/>
          </ac:grpSpMkLst>
        </pc:grpChg>
        <pc:grpChg chg="mod">
          <ac:chgData name="Alexandre Quach" userId="7bb690c8a6e028e4" providerId="LiveId" clId="{3EB34592-2B6C-4B8F-9F25-A8578B9E03C2}" dt="2021-03-22T23:14:58.938" v="987"/>
          <ac:grpSpMkLst>
            <pc:docMk/>
            <pc:sldMk cId="2643618839" sldId="410"/>
            <ac:grpSpMk id="50" creationId="{93B30490-36DB-4338-BD26-682476A5B98C}"/>
          </ac:grpSpMkLst>
        </pc:grpChg>
        <pc:picChg chg="mod">
          <ac:chgData name="Alexandre Quach" userId="7bb690c8a6e028e4" providerId="LiveId" clId="{3EB34592-2B6C-4B8F-9F25-A8578B9E03C2}" dt="2021-03-22T22:53:31.151" v="723" actId="164"/>
          <ac:picMkLst>
            <pc:docMk/>
            <pc:sldMk cId="2643618839" sldId="410"/>
            <ac:picMk id="6" creationId="{7DCE7977-26BD-413E-A59A-0B35AD0185A2}"/>
          </ac:picMkLst>
        </pc:picChg>
        <pc:picChg chg="del">
          <ac:chgData name="Alexandre Quach" userId="7bb690c8a6e028e4" providerId="LiveId" clId="{3EB34592-2B6C-4B8F-9F25-A8578B9E03C2}" dt="2021-03-22T22:53:26.073" v="721" actId="478"/>
          <ac:picMkLst>
            <pc:docMk/>
            <pc:sldMk cId="2643618839" sldId="410"/>
            <ac:picMk id="15" creationId="{E2E77F46-8FAB-42A1-88CF-4537DFB6F36B}"/>
          </ac:picMkLst>
        </pc:picChg>
        <pc:picChg chg="del">
          <ac:chgData name="Alexandre Quach" userId="7bb690c8a6e028e4" providerId="LiveId" clId="{3EB34592-2B6C-4B8F-9F25-A8578B9E03C2}" dt="2021-03-22T22:53:26.073" v="721" actId="478"/>
          <ac:picMkLst>
            <pc:docMk/>
            <pc:sldMk cId="2643618839" sldId="410"/>
            <ac:picMk id="16" creationId="{2C960831-0B25-4814-B889-F6C10C807B43}"/>
          </ac:picMkLst>
        </pc:picChg>
        <pc:picChg chg="mod">
          <ac:chgData name="Alexandre Quach" userId="7bb690c8a6e028e4" providerId="LiveId" clId="{3EB34592-2B6C-4B8F-9F25-A8578B9E03C2}" dt="2021-03-22T22:53:31.151" v="723" actId="164"/>
          <ac:picMkLst>
            <pc:docMk/>
            <pc:sldMk cId="2643618839" sldId="410"/>
            <ac:picMk id="21" creationId="{52C9B460-7416-4131-AE69-8891E3D1F44B}"/>
          </ac:picMkLst>
        </pc:picChg>
        <pc:picChg chg="del">
          <ac:chgData name="Alexandre Quach" userId="7bb690c8a6e028e4" providerId="LiveId" clId="{3EB34592-2B6C-4B8F-9F25-A8578B9E03C2}" dt="2021-03-22T22:53:26.073" v="721" actId="478"/>
          <ac:picMkLst>
            <pc:docMk/>
            <pc:sldMk cId="2643618839" sldId="410"/>
            <ac:picMk id="22" creationId="{8F9CB66E-73C7-4294-BFB2-7CFFFCC74CCC}"/>
          </ac:picMkLst>
        </pc:picChg>
        <pc:picChg chg="mod">
          <ac:chgData name="Alexandre Quach" userId="7bb690c8a6e028e4" providerId="LiveId" clId="{3EB34592-2B6C-4B8F-9F25-A8578B9E03C2}" dt="2021-03-22T23:14:52.625" v="981"/>
          <ac:picMkLst>
            <pc:docMk/>
            <pc:sldMk cId="2643618839" sldId="410"/>
            <ac:picMk id="27" creationId="{7FD8F3FC-E8A7-45BD-9BCF-DD7810C2649B}"/>
          </ac:picMkLst>
        </pc:picChg>
        <pc:picChg chg="mod">
          <ac:chgData name="Alexandre Quach" userId="7bb690c8a6e028e4" providerId="LiveId" clId="{3EB34592-2B6C-4B8F-9F25-A8578B9E03C2}" dt="2021-03-22T23:14:52.625" v="981"/>
          <ac:picMkLst>
            <pc:docMk/>
            <pc:sldMk cId="2643618839" sldId="410"/>
            <ac:picMk id="30" creationId="{2D83AEBC-5721-43BF-906F-3B6BDC3B58ED}"/>
          </ac:picMkLst>
        </pc:picChg>
        <pc:picChg chg="mod">
          <ac:chgData name="Alexandre Quach" userId="7bb690c8a6e028e4" providerId="LiveId" clId="{3EB34592-2B6C-4B8F-9F25-A8578B9E03C2}" dt="2021-03-22T23:14:52.625" v="981"/>
          <ac:picMkLst>
            <pc:docMk/>
            <pc:sldMk cId="2643618839" sldId="410"/>
            <ac:picMk id="31" creationId="{301385F1-B09C-465E-9616-C9BBB06D8521}"/>
          </ac:picMkLst>
        </pc:picChg>
        <pc:picChg chg="mod">
          <ac:chgData name="Alexandre Quach" userId="7bb690c8a6e028e4" providerId="LiveId" clId="{3EB34592-2B6C-4B8F-9F25-A8578B9E03C2}" dt="2021-03-22T23:14:55.490" v="983"/>
          <ac:picMkLst>
            <pc:docMk/>
            <pc:sldMk cId="2643618839" sldId="410"/>
            <ac:picMk id="34" creationId="{029A9E8E-3AD5-4289-B85D-49A54DD0FE0A}"/>
          </ac:picMkLst>
        </pc:picChg>
        <pc:picChg chg="mod">
          <ac:chgData name="Alexandre Quach" userId="7bb690c8a6e028e4" providerId="LiveId" clId="{3EB34592-2B6C-4B8F-9F25-A8578B9E03C2}" dt="2021-03-22T23:14:55.490" v="983"/>
          <ac:picMkLst>
            <pc:docMk/>
            <pc:sldMk cId="2643618839" sldId="410"/>
            <ac:picMk id="37" creationId="{F7E93BBF-E005-41DE-BB28-ABCBA31A25AE}"/>
          </ac:picMkLst>
        </pc:picChg>
        <pc:picChg chg="mod">
          <ac:chgData name="Alexandre Quach" userId="7bb690c8a6e028e4" providerId="LiveId" clId="{3EB34592-2B6C-4B8F-9F25-A8578B9E03C2}" dt="2021-03-22T23:14:55.490" v="983"/>
          <ac:picMkLst>
            <pc:docMk/>
            <pc:sldMk cId="2643618839" sldId="410"/>
            <ac:picMk id="38" creationId="{0D2EA7D8-2A98-4E53-BFE5-4379EAD15894}"/>
          </ac:picMkLst>
        </pc:picChg>
        <pc:picChg chg="mod">
          <ac:chgData name="Alexandre Quach" userId="7bb690c8a6e028e4" providerId="LiveId" clId="{3EB34592-2B6C-4B8F-9F25-A8578B9E03C2}" dt="2021-03-22T23:14:57.213" v="985"/>
          <ac:picMkLst>
            <pc:docMk/>
            <pc:sldMk cId="2643618839" sldId="410"/>
            <ac:picMk id="41" creationId="{99895A3F-2EB5-4F91-B83D-FEF054207008}"/>
          </ac:picMkLst>
        </pc:picChg>
        <pc:picChg chg="mod">
          <ac:chgData name="Alexandre Quach" userId="7bb690c8a6e028e4" providerId="LiveId" clId="{3EB34592-2B6C-4B8F-9F25-A8578B9E03C2}" dt="2021-03-22T23:14:57.213" v="985"/>
          <ac:picMkLst>
            <pc:docMk/>
            <pc:sldMk cId="2643618839" sldId="410"/>
            <ac:picMk id="44" creationId="{7C9EBDE1-4C5D-4BC5-8429-D4DD14D65FDE}"/>
          </ac:picMkLst>
        </pc:picChg>
        <pc:picChg chg="mod">
          <ac:chgData name="Alexandre Quach" userId="7bb690c8a6e028e4" providerId="LiveId" clId="{3EB34592-2B6C-4B8F-9F25-A8578B9E03C2}" dt="2021-03-22T23:14:57.213" v="985"/>
          <ac:picMkLst>
            <pc:docMk/>
            <pc:sldMk cId="2643618839" sldId="410"/>
            <ac:picMk id="45" creationId="{B580D112-78BF-4E19-AA4A-6A6EFD184751}"/>
          </ac:picMkLst>
        </pc:picChg>
        <pc:picChg chg="mod">
          <ac:chgData name="Alexandre Quach" userId="7bb690c8a6e028e4" providerId="LiveId" clId="{3EB34592-2B6C-4B8F-9F25-A8578B9E03C2}" dt="2021-03-22T23:14:58.938" v="987"/>
          <ac:picMkLst>
            <pc:docMk/>
            <pc:sldMk cId="2643618839" sldId="410"/>
            <ac:picMk id="48" creationId="{B8B08E85-DB30-4545-80E9-A22C2D8D261F}"/>
          </ac:picMkLst>
        </pc:picChg>
        <pc:picChg chg="mod">
          <ac:chgData name="Alexandre Quach" userId="7bb690c8a6e028e4" providerId="LiveId" clId="{3EB34592-2B6C-4B8F-9F25-A8578B9E03C2}" dt="2021-03-22T23:14:58.938" v="987"/>
          <ac:picMkLst>
            <pc:docMk/>
            <pc:sldMk cId="2643618839" sldId="410"/>
            <ac:picMk id="51" creationId="{A3654C0E-E2D6-45B8-9008-7FB1A7A729A3}"/>
          </ac:picMkLst>
        </pc:picChg>
        <pc:picChg chg="mod">
          <ac:chgData name="Alexandre Quach" userId="7bb690c8a6e028e4" providerId="LiveId" clId="{3EB34592-2B6C-4B8F-9F25-A8578B9E03C2}" dt="2021-03-22T23:14:58.938" v="987"/>
          <ac:picMkLst>
            <pc:docMk/>
            <pc:sldMk cId="2643618839" sldId="410"/>
            <ac:picMk id="52" creationId="{A2C91337-1C04-4DF0-8BD3-9541C99DD046}"/>
          </ac:picMkLst>
        </pc:picChg>
      </pc:sldChg>
      <pc:sldChg chg="addSp delSp modSp add mod setBg">
        <pc:chgData name="Alexandre Quach" userId="7bb690c8a6e028e4" providerId="LiveId" clId="{3EB34592-2B6C-4B8F-9F25-A8578B9E03C2}" dt="2021-03-22T23:32:00.884" v="1835" actId="27636"/>
        <pc:sldMkLst>
          <pc:docMk/>
          <pc:sldMk cId="178039174" sldId="440"/>
        </pc:sldMkLst>
        <pc:spChg chg="add mod">
          <ac:chgData name="Alexandre Quach" userId="7bb690c8a6e028e4" providerId="LiveId" clId="{3EB34592-2B6C-4B8F-9F25-A8578B9E03C2}" dt="2021-03-22T23:30:54.218" v="1812" actId="207"/>
          <ac:spMkLst>
            <pc:docMk/>
            <pc:sldMk cId="178039174" sldId="440"/>
            <ac:spMk id="2" creationId="{0AF4CC87-60B6-425C-BD2A-57FEB3669DF6}"/>
          </ac:spMkLst>
        </pc:spChg>
        <pc:spChg chg="add mod">
          <ac:chgData name="Alexandre Quach" userId="7bb690c8a6e028e4" providerId="LiveId" clId="{3EB34592-2B6C-4B8F-9F25-A8578B9E03C2}" dt="2021-03-22T23:31:16.959" v="1823" actId="1076"/>
          <ac:spMkLst>
            <pc:docMk/>
            <pc:sldMk cId="178039174" sldId="440"/>
            <ac:spMk id="3" creationId="{2CA16050-1A14-487E-AF40-3ED564C3468E}"/>
          </ac:spMkLst>
        </pc:spChg>
        <pc:spChg chg="mod">
          <ac:chgData name="Alexandre Quach" userId="7bb690c8a6e028e4" providerId="LiveId" clId="{3EB34592-2B6C-4B8F-9F25-A8578B9E03C2}" dt="2021-03-22T23:25:18.703" v="1759" actId="20577"/>
          <ac:spMkLst>
            <pc:docMk/>
            <pc:sldMk cId="178039174" sldId="440"/>
            <ac:spMk id="7" creationId="{2904B001-EEA1-4EAC-B74A-75CD479363A2}"/>
          </ac:spMkLst>
        </pc:spChg>
        <pc:spChg chg="del">
          <ac:chgData name="Alexandre Quach" userId="7bb690c8a6e028e4" providerId="LiveId" clId="{3EB34592-2B6C-4B8F-9F25-A8578B9E03C2}" dt="2021-03-22T23:25:26.983" v="1763" actId="478"/>
          <ac:spMkLst>
            <pc:docMk/>
            <pc:sldMk cId="178039174" sldId="440"/>
            <ac:spMk id="56" creationId="{2A3D091C-A296-421A-9CA7-F508EC3FF489}"/>
          </ac:spMkLst>
        </pc:spChg>
        <pc:spChg chg="del">
          <ac:chgData name="Alexandre Quach" userId="7bb690c8a6e028e4" providerId="LiveId" clId="{3EB34592-2B6C-4B8F-9F25-A8578B9E03C2}" dt="2021-03-22T23:25:25.022" v="1762" actId="478"/>
          <ac:spMkLst>
            <pc:docMk/>
            <pc:sldMk cId="178039174" sldId="440"/>
            <ac:spMk id="57" creationId="{0A458D5C-4201-4664-B5F4-093EF7B291A7}"/>
          </ac:spMkLst>
        </pc:spChg>
        <pc:spChg chg="add del mod">
          <ac:chgData name="Alexandre Quach" userId="7bb690c8a6e028e4" providerId="LiveId" clId="{3EB34592-2B6C-4B8F-9F25-A8578B9E03C2}" dt="2021-03-22T23:30:10.700" v="1780" actId="478"/>
          <ac:spMkLst>
            <pc:docMk/>
            <pc:sldMk cId="178039174" sldId="440"/>
            <ac:spMk id="59" creationId="{6AF836C3-66F5-4AAA-B9C4-0BCB24F34807}"/>
          </ac:spMkLst>
        </pc:spChg>
        <pc:spChg chg="add del mod">
          <ac:chgData name="Alexandre Quach" userId="7bb690c8a6e028e4" providerId="LiveId" clId="{3EB34592-2B6C-4B8F-9F25-A8578B9E03C2}" dt="2021-03-22T23:30:10.078" v="1779" actId="478"/>
          <ac:spMkLst>
            <pc:docMk/>
            <pc:sldMk cId="178039174" sldId="440"/>
            <ac:spMk id="60" creationId="{85B6D3F3-67B9-4B76-A4C2-36BEE55A15FD}"/>
          </ac:spMkLst>
        </pc:spChg>
        <pc:spChg chg="add del mod">
          <ac:chgData name="Alexandre Quach" userId="7bb690c8a6e028e4" providerId="LiveId" clId="{3EB34592-2B6C-4B8F-9F25-A8578B9E03C2}" dt="2021-03-22T23:30:10.773" v="1781" actId="478"/>
          <ac:spMkLst>
            <pc:docMk/>
            <pc:sldMk cId="178039174" sldId="440"/>
            <ac:spMk id="61" creationId="{61CD1BDA-9EE0-4A29-8A7A-BB79E8C30FF7}"/>
          </ac:spMkLst>
        </pc:spChg>
        <pc:spChg chg="add del mod">
          <ac:chgData name="Alexandre Quach" userId="7bb690c8a6e028e4" providerId="LiveId" clId="{3EB34592-2B6C-4B8F-9F25-A8578B9E03C2}" dt="2021-03-22T23:30:09.726" v="1778" actId="478"/>
          <ac:spMkLst>
            <pc:docMk/>
            <pc:sldMk cId="178039174" sldId="440"/>
            <ac:spMk id="62" creationId="{21282EF8-844B-407C-8991-C689E72C1139}"/>
          </ac:spMkLst>
        </pc:spChg>
        <pc:spChg chg="add mod">
          <ac:chgData name="Alexandre Quach" userId="7bb690c8a6e028e4" providerId="LiveId" clId="{3EB34592-2B6C-4B8F-9F25-A8578B9E03C2}" dt="2021-03-22T23:30:54.218" v="1812" actId="207"/>
          <ac:spMkLst>
            <pc:docMk/>
            <pc:sldMk cId="178039174" sldId="440"/>
            <ac:spMk id="63" creationId="{F42743FE-32A4-4979-A570-FCF4067E6047}"/>
          </ac:spMkLst>
        </pc:spChg>
        <pc:spChg chg="add mod">
          <ac:chgData name="Alexandre Quach" userId="7bb690c8a6e028e4" providerId="LiveId" clId="{3EB34592-2B6C-4B8F-9F25-A8578B9E03C2}" dt="2021-03-22T23:30:54.218" v="1812" actId="207"/>
          <ac:spMkLst>
            <pc:docMk/>
            <pc:sldMk cId="178039174" sldId="440"/>
            <ac:spMk id="64" creationId="{5899C225-F1B9-4A1E-A26F-EE33E944D106}"/>
          </ac:spMkLst>
        </pc:spChg>
        <pc:spChg chg="add mod">
          <ac:chgData name="Alexandre Quach" userId="7bb690c8a6e028e4" providerId="LiveId" clId="{3EB34592-2B6C-4B8F-9F25-A8578B9E03C2}" dt="2021-03-22T23:32:00.884" v="1835" actId="27636"/>
          <ac:spMkLst>
            <pc:docMk/>
            <pc:sldMk cId="178039174" sldId="440"/>
            <ac:spMk id="65" creationId="{FE2F66C0-90DE-48EC-B806-807A902B1C9D}"/>
          </ac:spMkLst>
        </pc:spChg>
        <pc:spChg chg="add del mod">
          <ac:chgData name="Alexandre Quach" userId="7bb690c8a6e028e4" providerId="LiveId" clId="{3EB34592-2B6C-4B8F-9F25-A8578B9E03C2}" dt="2021-03-22T23:31:01.582" v="1816" actId="478"/>
          <ac:spMkLst>
            <pc:docMk/>
            <pc:sldMk cId="178039174" sldId="440"/>
            <ac:spMk id="66" creationId="{EF86AA90-21D5-4976-BC7C-C97727146763}"/>
          </ac:spMkLst>
        </pc:spChg>
        <pc:spChg chg="add mod">
          <ac:chgData name="Alexandre Quach" userId="7bb690c8a6e028e4" providerId="LiveId" clId="{3EB34592-2B6C-4B8F-9F25-A8578B9E03C2}" dt="2021-03-22T23:31:19.279" v="1825" actId="1076"/>
          <ac:spMkLst>
            <pc:docMk/>
            <pc:sldMk cId="178039174" sldId="440"/>
            <ac:spMk id="67" creationId="{A9012893-97AC-401E-89C5-09B1C11249C9}"/>
          </ac:spMkLst>
        </pc:spChg>
        <pc:spChg chg="add mod">
          <ac:chgData name="Alexandre Quach" userId="7bb690c8a6e028e4" providerId="LiveId" clId="{3EB34592-2B6C-4B8F-9F25-A8578B9E03C2}" dt="2021-03-22T23:31:20.974" v="1827" actId="1076"/>
          <ac:spMkLst>
            <pc:docMk/>
            <pc:sldMk cId="178039174" sldId="440"/>
            <ac:spMk id="68" creationId="{86302D82-4C21-4D4E-9F4D-5F0D59520680}"/>
          </ac:spMkLst>
        </pc:spChg>
        <pc:spChg chg="add mod">
          <ac:chgData name="Alexandre Quach" userId="7bb690c8a6e028e4" providerId="LiveId" clId="{3EB34592-2B6C-4B8F-9F25-A8578B9E03C2}" dt="2021-03-22T23:31:24.326" v="1830" actId="1076"/>
          <ac:spMkLst>
            <pc:docMk/>
            <pc:sldMk cId="178039174" sldId="440"/>
            <ac:spMk id="69" creationId="{557D730F-F08A-46B7-B090-53103EE665A6}"/>
          </ac:spMkLst>
        </pc:spChg>
        <pc:spChg chg="add mod">
          <ac:chgData name="Alexandre Quach" userId="7bb690c8a6e028e4" providerId="LiveId" clId="{3EB34592-2B6C-4B8F-9F25-A8578B9E03C2}" dt="2021-03-22T23:31:30.756" v="1833" actId="1076"/>
          <ac:spMkLst>
            <pc:docMk/>
            <pc:sldMk cId="178039174" sldId="440"/>
            <ac:spMk id="70" creationId="{98C02D15-C709-4DE6-B338-250808FEE5F0}"/>
          </ac:spMkLst>
        </pc:spChg>
        <pc:grpChg chg="add del">
          <ac:chgData name="Alexandre Quach" userId="7bb690c8a6e028e4" providerId="LiveId" clId="{3EB34592-2B6C-4B8F-9F25-A8578B9E03C2}" dt="2021-03-22T23:25:23.400" v="1761" actId="478"/>
          <ac:grpSpMkLst>
            <pc:docMk/>
            <pc:sldMk cId="178039174" sldId="440"/>
            <ac:grpSpMk id="58" creationId="{CE97DE6F-98C3-4003-84C2-2ADD8340F0FE}"/>
          </ac:grpSpMkLst>
        </pc:grpChg>
      </pc:sldChg>
      <pc:sldChg chg="delSp modSp add mod ord setBg">
        <pc:chgData name="Alexandre Quach" userId="7bb690c8a6e028e4" providerId="LiveId" clId="{3EB34592-2B6C-4B8F-9F25-A8578B9E03C2}" dt="2021-03-22T23:38:17.853" v="1841"/>
        <pc:sldMkLst>
          <pc:docMk/>
          <pc:sldMk cId="3124041673" sldId="449"/>
        </pc:sldMkLst>
        <pc:spChg chg="mod">
          <ac:chgData name="Alexandre Quach" userId="7bb690c8a6e028e4" providerId="LiveId" clId="{3EB34592-2B6C-4B8F-9F25-A8578B9E03C2}" dt="2021-03-22T22:52:00.609" v="463" actId="20577"/>
          <ac:spMkLst>
            <pc:docMk/>
            <pc:sldMk cId="3124041673" sldId="449"/>
            <ac:spMk id="2" creationId="{CCB5B849-EE62-4335-B61E-A7F53A17AC47}"/>
          </ac:spMkLst>
        </pc:spChg>
        <pc:spChg chg="del">
          <ac:chgData name="Alexandre Quach" userId="7bb690c8a6e028e4" providerId="LiveId" clId="{3EB34592-2B6C-4B8F-9F25-A8578B9E03C2}" dt="2021-03-22T22:49:44.936" v="344" actId="478"/>
          <ac:spMkLst>
            <pc:docMk/>
            <pc:sldMk cId="3124041673" sldId="449"/>
            <ac:spMk id="6" creationId="{2D3A88E6-CD74-4401-BF9A-1D57347CD1A4}"/>
          </ac:spMkLst>
        </pc:spChg>
        <pc:graphicFrameChg chg="mod">
          <ac:chgData name="Alexandre Quach" userId="7bb690c8a6e028e4" providerId="LiveId" clId="{3EB34592-2B6C-4B8F-9F25-A8578B9E03C2}" dt="2021-03-22T23:16:01.117" v="1010" actId="1076"/>
          <ac:graphicFrameMkLst>
            <pc:docMk/>
            <pc:sldMk cId="3124041673" sldId="449"/>
            <ac:graphicFrameMk id="11" creationId="{DF17A83F-9D92-4CA0-A381-5222DC1DEEAA}"/>
          </ac:graphicFrameMkLst>
        </pc:graphicFrameChg>
        <pc:graphicFrameChg chg="mod">
          <ac:chgData name="Alexandre Quach" userId="7bb690c8a6e028e4" providerId="LiveId" clId="{3EB34592-2B6C-4B8F-9F25-A8578B9E03C2}" dt="2021-03-22T23:16:06.163" v="1011" actId="1076"/>
          <ac:graphicFrameMkLst>
            <pc:docMk/>
            <pc:sldMk cId="3124041673" sldId="449"/>
            <ac:graphicFrameMk id="15" creationId="{4AA1C04E-A804-4884-A15C-28C8F7F597D8}"/>
          </ac:graphicFrameMkLst>
        </pc:graphicFrameChg>
        <pc:picChg chg="mod">
          <ac:chgData name="Alexandre Quach" userId="7bb690c8a6e028e4" providerId="LiveId" clId="{3EB34592-2B6C-4B8F-9F25-A8578B9E03C2}" dt="2021-03-22T23:16:01.117" v="1010" actId="1076"/>
          <ac:picMkLst>
            <pc:docMk/>
            <pc:sldMk cId="3124041673" sldId="449"/>
            <ac:picMk id="21" creationId="{D635AC4F-8F08-4372-9915-9CEF17930BC3}"/>
          </ac:picMkLst>
        </pc:picChg>
      </pc:sldChg>
      <pc:sldChg chg="modSp mod">
        <pc:chgData name="Alexandre Quach" userId="7bb690c8a6e028e4" providerId="LiveId" clId="{3EB34592-2B6C-4B8F-9F25-A8578B9E03C2}" dt="2021-03-24T21:32:11.145" v="2073" actId="6549"/>
        <pc:sldMkLst>
          <pc:docMk/>
          <pc:sldMk cId="2579014488" sldId="451"/>
        </pc:sldMkLst>
        <pc:spChg chg="mod">
          <ac:chgData name="Alexandre Quach" userId="7bb690c8a6e028e4" providerId="LiveId" clId="{3EB34592-2B6C-4B8F-9F25-A8578B9E03C2}" dt="2021-03-24T21:32:11.145" v="2073" actId="6549"/>
          <ac:spMkLst>
            <pc:docMk/>
            <pc:sldMk cId="2579014488" sldId="451"/>
            <ac:spMk id="5" creationId="{36B5E41D-7A12-412D-B2B4-21467B4881FB}"/>
          </ac:spMkLst>
        </pc:spChg>
      </pc:sldChg>
      <pc:sldChg chg="modSp mod">
        <pc:chgData name="Alexandre Quach" userId="7bb690c8a6e028e4" providerId="LiveId" clId="{3EB34592-2B6C-4B8F-9F25-A8578B9E03C2}" dt="2021-03-22T21:57:09.258" v="2" actId="207"/>
        <pc:sldMkLst>
          <pc:docMk/>
          <pc:sldMk cId="558184818" sldId="456"/>
        </pc:sldMkLst>
        <pc:graphicFrameChg chg="mod modGraphic">
          <ac:chgData name="Alexandre Quach" userId="7bb690c8a6e028e4" providerId="LiveId" clId="{3EB34592-2B6C-4B8F-9F25-A8578B9E03C2}" dt="2021-03-22T21:57:09.258" v="2" actId="207"/>
          <ac:graphicFrameMkLst>
            <pc:docMk/>
            <pc:sldMk cId="558184818" sldId="456"/>
            <ac:graphicFrameMk id="2" creationId="{DE268E3C-9507-42D4-A969-1A6FA3B892BB}"/>
          </ac:graphicFrameMkLst>
        </pc:graphicFrameChg>
      </pc:sldChg>
      <pc:sldChg chg="addSp delSp modSp new mod setBg modClrScheme addAnim chgLayout">
        <pc:chgData name="Alexandre Quach" userId="7bb690c8a6e028e4" providerId="LiveId" clId="{3EB34592-2B6C-4B8F-9F25-A8578B9E03C2}" dt="2021-03-22T22:47:18" v="164" actId="20577"/>
        <pc:sldMkLst>
          <pc:docMk/>
          <pc:sldMk cId="3780163829" sldId="457"/>
        </pc:sldMkLst>
        <pc:spChg chg="del mod ord">
          <ac:chgData name="Alexandre Quach" userId="7bb690c8a6e028e4" providerId="LiveId" clId="{3EB34592-2B6C-4B8F-9F25-A8578B9E03C2}" dt="2021-03-22T22:46:25.248" v="4" actId="700"/>
          <ac:spMkLst>
            <pc:docMk/>
            <pc:sldMk cId="3780163829" sldId="457"/>
            <ac:spMk id="2" creationId="{8055A642-E3BB-415B-8163-4F97501D5A95}"/>
          </ac:spMkLst>
        </pc:spChg>
        <pc:spChg chg="del mod ord">
          <ac:chgData name="Alexandre Quach" userId="7bb690c8a6e028e4" providerId="LiveId" clId="{3EB34592-2B6C-4B8F-9F25-A8578B9E03C2}" dt="2021-03-22T22:46:25.248" v="4" actId="700"/>
          <ac:spMkLst>
            <pc:docMk/>
            <pc:sldMk cId="3780163829" sldId="457"/>
            <ac:spMk id="3" creationId="{13F6B09A-0933-4E0E-AFEE-3499C410E827}"/>
          </ac:spMkLst>
        </pc:spChg>
        <pc:spChg chg="add mod ord">
          <ac:chgData name="Alexandre Quach" userId="7bb690c8a6e028e4" providerId="LiveId" clId="{3EB34592-2B6C-4B8F-9F25-A8578B9E03C2}" dt="2021-03-22T22:46:36.980" v="14" actId="26606"/>
          <ac:spMkLst>
            <pc:docMk/>
            <pc:sldMk cId="3780163829" sldId="457"/>
            <ac:spMk id="4" creationId="{72F4396A-4419-44CA-BB33-E1AA5706F02A}"/>
          </ac:spMkLst>
        </pc:spChg>
        <pc:spChg chg="add mod ord">
          <ac:chgData name="Alexandre Quach" userId="7bb690c8a6e028e4" providerId="LiveId" clId="{3EB34592-2B6C-4B8F-9F25-A8578B9E03C2}" dt="2021-03-22T22:47:18" v="164" actId="20577"/>
          <ac:spMkLst>
            <pc:docMk/>
            <pc:sldMk cId="3780163829" sldId="457"/>
            <ac:spMk id="5" creationId="{3C9C4CA9-A75D-47EA-8F50-AD06103C96AB}"/>
          </ac:spMkLst>
        </pc:spChg>
        <pc:spChg chg="add">
          <ac:chgData name="Alexandre Quach" userId="7bb690c8a6e028e4" providerId="LiveId" clId="{3EB34592-2B6C-4B8F-9F25-A8578B9E03C2}" dt="2021-03-22T22:46:36.980" v="14" actId="26606"/>
          <ac:spMkLst>
            <pc:docMk/>
            <pc:sldMk cId="3780163829" sldId="457"/>
            <ac:spMk id="11" creationId="{5A59F003-E00A-43F9-91DC-CC54E3B87466}"/>
          </ac:spMkLst>
        </pc:spChg>
        <pc:spChg chg="add">
          <ac:chgData name="Alexandre Quach" userId="7bb690c8a6e028e4" providerId="LiveId" clId="{3EB34592-2B6C-4B8F-9F25-A8578B9E03C2}" dt="2021-03-22T22:46:36.980" v="14" actId="26606"/>
          <ac:spMkLst>
            <pc:docMk/>
            <pc:sldMk cId="3780163829" sldId="457"/>
            <ac:spMk id="13" creationId="{D74A4382-E3AD-430A-9A1F-DFA3E0E77A7D}"/>
          </ac:spMkLst>
        </pc:spChg>
        <pc:picChg chg="add">
          <ac:chgData name="Alexandre Quach" userId="7bb690c8a6e028e4" providerId="LiveId" clId="{3EB34592-2B6C-4B8F-9F25-A8578B9E03C2}" dt="2021-03-22T22:46:36.980" v="14" actId="26606"/>
          <ac:picMkLst>
            <pc:docMk/>
            <pc:sldMk cId="3780163829" sldId="457"/>
            <ac:picMk id="7" creationId="{8ED6922F-C139-4237-ABFD-ED68F505C215}"/>
          </ac:picMkLst>
        </pc:picChg>
      </pc:sldChg>
      <pc:sldChg chg="addSp delSp modSp new mod setBg modClrScheme chgLayout">
        <pc:chgData name="Alexandre Quach" userId="7bb690c8a6e028e4" providerId="LiveId" clId="{3EB34592-2B6C-4B8F-9F25-A8578B9E03C2}" dt="2021-03-22T23:21:05.725" v="1426" actId="20577"/>
        <pc:sldMkLst>
          <pc:docMk/>
          <pc:sldMk cId="1683565053" sldId="458"/>
        </pc:sldMkLst>
        <pc:spChg chg="del mod ord">
          <ac:chgData name="Alexandre Quach" userId="7bb690c8a6e028e4" providerId="LiveId" clId="{3EB34592-2B6C-4B8F-9F25-A8578B9E03C2}" dt="2021-03-22T23:20:41.310" v="1356" actId="700"/>
          <ac:spMkLst>
            <pc:docMk/>
            <pc:sldMk cId="1683565053" sldId="458"/>
            <ac:spMk id="2" creationId="{0CFB49F1-D76C-4CB7-A23B-8B240AB91CAA}"/>
          </ac:spMkLst>
        </pc:spChg>
        <pc:spChg chg="del mod ord">
          <ac:chgData name="Alexandre Quach" userId="7bb690c8a6e028e4" providerId="LiveId" clId="{3EB34592-2B6C-4B8F-9F25-A8578B9E03C2}" dt="2021-03-22T23:20:41.310" v="1356" actId="700"/>
          <ac:spMkLst>
            <pc:docMk/>
            <pc:sldMk cId="1683565053" sldId="458"/>
            <ac:spMk id="3" creationId="{68BA9576-D076-469E-B11A-BA115A8CDEF7}"/>
          </ac:spMkLst>
        </pc:spChg>
        <pc:spChg chg="add mod ord">
          <ac:chgData name="Alexandre Quach" userId="7bb690c8a6e028e4" providerId="LiveId" clId="{3EB34592-2B6C-4B8F-9F25-A8578B9E03C2}" dt="2021-03-22T23:20:49.895" v="1370" actId="26606"/>
          <ac:spMkLst>
            <pc:docMk/>
            <pc:sldMk cId="1683565053" sldId="458"/>
            <ac:spMk id="4" creationId="{708637B1-3A8B-482F-A37B-3197A6CA7FFB}"/>
          </ac:spMkLst>
        </pc:spChg>
        <pc:spChg chg="add mod ord">
          <ac:chgData name="Alexandre Quach" userId="7bb690c8a6e028e4" providerId="LiveId" clId="{3EB34592-2B6C-4B8F-9F25-A8578B9E03C2}" dt="2021-03-22T23:21:05.725" v="1426" actId="20577"/>
          <ac:spMkLst>
            <pc:docMk/>
            <pc:sldMk cId="1683565053" sldId="458"/>
            <ac:spMk id="5" creationId="{D245C8CD-D54E-4C77-A3D9-E9BB082BE36E}"/>
          </ac:spMkLst>
        </pc:spChg>
        <pc:spChg chg="add">
          <ac:chgData name="Alexandre Quach" userId="7bb690c8a6e028e4" providerId="LiveId" clId="{3EB34592-2B6C-4B8F-9F25-A8578B9E03C2}" dt="2021-03-22T23:20:49.895" v="1370" actId="26606"/>
          <ac:spMkLst>
            <pc:docMk/>
            <pc:sldMk cId="1683565053" sldId="458"/>
            <ac:spMk id="11" creationId="{8D06CE56-3881-4ADA-8CEF-D18B02C242A3}"/>
          </ac:spMkLst>
        </pc:spChg>
        <pc:spChg chg="add">
          <ac:chgData name="Alexandre Quach" userId="7bb690c8a6e028e4" providerId="LiveId" clId="{3EB34592-2B6C-4B8F-9F25-A8578B9E03C2}" dt="2021-03-22T23:20:49.895" v="1370" actId="26606"/>
          <ac:spMkLst>
            <pc:docMk/>
            <pc:sldMk cId="1683565053" sldId="458"/>
            <ac:spMk id="13" creationId="{79F3C543-62EC-4433-9C93-A2CD8764E9B4}"/>
          </ac:spMkLst>
        </pc:spChg>
        <pc:spChg chg="add">
          <ac:chgData name="Alexandre Quach" userId="7bb690c8a6e028e4" providerId="LiveId" clId="{3EB34592-2B6C-4B8F-9F25-A8578B9E03C2}" dt="2021-03-22T23:20:49.895" v="1370" actId="26606"/>
          <ac:spMkLst>
            <pc:docMk/>
            <pc:sldMk cId="1683565053" sldId="458"/>
            <ac:spMk id="15" creationId="{5A59F003-E00A-43F9-91DC-CC54E3B87466}"/>
          </ac:spMkLst>
        </pc:spChg>
        <pc:spChg chg="add">
          <ac:chgData name="Alexandre Quach" userId="7bb690c8a6e028e4" providerId="LiveId" clId="{3EB34592-2B6C-4B8F-9F25-A8578B9E03C2}" dt="2021-03-22T23:20:49.895" v="1370" actId="26606"/>
          <ac:spMkLst>
            <pc:docMk/>
            <pc:sldMk cId="1683565053" sldId="458"/>
            <ac:spMk id="17" creationId="{D74A4382-E3AD-430A-9A1F-DFA3E0E77A7D}"/>
          </ac:spMkLst>
        </pc:spChg>
        <pc:picChg chg="add">
          <ac:chgData name="Alexandre Quach" userId="7bb690c8a6e028e4" providerId="LiveId" clId="{3EB34592-2B6C-4B8F-9F25-A8578B9E03C2}" dt="2021-03-22T23:20:49.895" v="1370" actId="26606"/>
          <ac:picMkLst>
            <pc:docMk/>
            <pc:sldMk cId="1683565053" sldId="458"/>
            <ac:picMk id="7" creationId="{FADB3AC0-9DB2-47AD-A057-993D13840BD3}"/>
          </ac:picMkLst>
        </pc:picChg>
      </pc:sldChg>
      <pc:sldChg chg="new del">
        <pc:chgData name="Alexandre Quach" userId="7bb690c8a6e028e4" providerId="LiveId" clId="{3EB34592-2B6C-4B8F-9F25-A8578B9E03C2}" dt="2021-03-22T23:20:33.399" v="1354" actId="47"/>
        <pc:sldMkLst>
          <pc:docMk/>
          <pc:sldMk cId="3830929925" sldId="458"/>
        </pc:sldMkLst>
      </pc:sldChg>
      <pc:sldChg chg="delSp modSp add mod setBg">
        <pc:chgData name="Alexandre Quach" userId="7bb690c8a6e028e4" providerId="LiveId" clId="{3EB34592-2B6C-4B8F-9F25-A8578B9E03C2}" dt="2021-03-22T23:22:48.641" v="1625"/>
        <pc:sldMkLst>
          <pc:docMk/>
          <pc:sldMk cId="533924737" sldId="465"/>
        </pc:sldMkLst>
        <pc:spChg chg="mod">
          <ac:chgData name="Alexandre Quach" userId="7bb690c8a6e028e4" providerId="LiveId" clId="{3EB34592-2B6C-4B8F-9F25-A8578B9E03C2}" dt="2021-03-22T23:22:10.414" v="1621" actId="20577"/>
          <ac:spMkLst>
            <pc:docMk/>
            <pc:sldMk cId="533924737" sldId="465"/>
            <ac:spMk id="5" creationId="{A2357BD2-72C0-4203-8FDA-027D9FEDA855}"/>
          </ac:spMkLst>
        </pc:spChg>
        <pc:spChg chg="del">
          <ac:chgData name="Alexandre Quach" userId="7bb690c8a6e028e4" providerId="LiveId" clId="{3EB34592-2B6C-4B8F-9F25-A8578B9E03C2}" dt="2021-03-22T23:22:22.958" v="1622" actId="478"/>
          <ac:spMkLst>
            <pc:docMk/>
            <pc:sldMk cId="533924737" sldId="465"/>
            <ac:spMk id="14" creationId="{3F1D0AE8-ABFE-451B-A3F4-A28D8889EDCC}"/>
          </ac:spMkLst>
        </pc:spChg>
        <pc:spChg chg="del">
          <ac:chgData name="Alexandre Quach" userId="7bb690c8a6e028e4" providerId="LiveId" clId="{3EB34592-2B6C-4B8F-9F25-A8578B9E03C2}" dt="2021-03-22T23:22:22.958" v="1622" actId="478"/>
          <ac:spMkLst>
            <pc:docMk/>
            <pc:sldMk cId="533924737" sldId="465"/>
            <ac:spMk id="15" creationId="{F57E17E6-A3B8-4244-B5FC-7475A0D86B68}"/>
          </ac:spMkLst>
        </pc:spChg>
        <pc:spChg chg="del">
          <ac:chgData name="Alexandre Quach" userId="7bb690c8a6e028e4" providerId="LiveId" clId="{3EB34592-2B6C-4B8F-9F25-A8578B9E03C2}" dt="2021-03-22T23:22:22.958" v="1622" actId="478"/>
          <ac:spMkLst>
            <pc:docMk/>
            <pc:sldMk cId="533924737" sldId="465"/>
            <ac:spMk id="16" creationId="{8810B838-33C3-43B4-B56E-9E5A9972B90D}"/>
          </ac:spMkLst>
        </pc:spChg>
        <pc:spChg chg="del">
          <ac:chgData name="Alexandre Quach" userId="7bb690c8a6e028e4" providerId="LiveId" clId="{3EB34592-2B6C-4B8F-9F25-A8578B9E03C2}" dt="2021-03-22T23:22:22.958" v="1622" actId="478"/>
          <ac:spMkLst>
            <pc:docMk/>
            <pc:sldMk cId="533924737" sldId="465"/>
            <ac:spMk id="17" creationId="{26270AFF-32F9-4715-8601-9AC8708D9648}"/>
          </ac:spMkLst>
        </pc:spChg>
        <pc:spChg chg="del">
          <ac:chgData name="Alexandre Quach" userId="7bb690c8a6e028e4" providerId="LiveId" clId="{3EB34592-2B6C-4B8F-9F25-A8578B9E03C2}" dt="2021-03-22T23:22:22.958" v="1622" actId="478"/>
          <ac:spMkLst>
            <pc:docMk/>
            <pc:sldMk cId="533924737" sldId="465"/>
            <ac:spMk id="18" creationId="{2031D7A3-89F7-41A6-885C-8584CFCD96E7}"/>
          </ac:spMkLst>
        </pc:spChg>
        <pc:spChg chg="del">
          <ac:chgData name="Alexandre Quach" userId="7bb690c8a6e028e4" providerId="LiveId" clId="{3EB34592-2B6C-4B8F-9F25-A8578B9E03C2}" dt="2021-03-22T23:22:22.958" v="1622" actId="478"/>
          <ac:spMkLst>
            <pc:docMk/>
            <pc:sldMk cId="533924737" sldId="465"/>
            <ac:spMk id="19" creationId="{76B84A66-7E68-498C-A50D-DFBBD376067E}"/>
          </ac:spMkLst>
        </pc:spChg>
        <pc:spChg chg="del">
          <ac:chgData name="Alexandre Quach" userId="7bb690c8a6e028e4" providerId="LiveId" clId="{3EB34592-2B6C-4B8F-9F25-A8578B9E03C2}" dt="2021-03-22T23:22:22.958" v="1622" actId="478"/>
          <ac:spMkLst>
            <pc:docMk/>
            <pc:sldMk cId="533924737" sldId="465"/>
            <ac:spMk id="21" creationId="{5ACCCBE7-EB9F-48E9-AFF8-D28834821010}"/>
          </ac:spMkLst>
        </pc:spChg>
        <pc:spChg chg="del">
          <ac:chgData name="Alexandre Quach" userId="7bb690c8a6e028e4" providerId="LiveId" clId="{3EB34592-2B6C-4B8F-9F25-A8578B9E03C2}" dt="2021-03-22T23:22:22.958" v="1622" actId="478"/>
          <ac:spMkLst>
            <pc:docMk/>
            <pc:sldMk cId="533924737" sldId="465"/>
            <ac:spMk id="22" creationId="{9D87E5BE-BF0D-404F-8C8A-6132A7060D4B}"/>
          </ac:spMkLst>
        </pc:spChg>
        <pc:spChg chg="del">
          <ac:chgData name="Alexandre Quach" userId="7bb690c8a6e028e4" providerId="LiveId" clId="{3EB34592-2B6C-4B8F-9F25-A8578B9E03C2}" dt="2021-03-22T23:22:22.958" v="1622" actId="478"/>
          <ac:spMkLst>
            <pc:docMk/>
            <pc:sldMk cId="533924737" sldId="465"/>
            <ac:spMk id="23" creationId="{A976F2F2-9D03-4502-8AF2-81D3FB07DF0B}"/>
          </ac:spMkLst>
        </pc:spChg>
        <pc:spChg chg="del">
          <ac:chgData name="Alexandre Quach" userId="7bb690c8a6e028e4" providerId="LiveId" clId="{3EB34592-2B6C-4B8F-9F25-A8578B9E03C2}" dt="2021-03-22T23:22:22.958" v="1622" actId="478"/>
          <ac:spMkLst>
            <pc:docMk/>
            <pc:sldMk cId="533924737" sldId="465"/>
            <ac:spMk id="24" creationId="{6B1020F8-9387-48DD-A2E2-0879004EAADB}"/>
          </ac:spMkLst>
        </pc:spChg>
        <pc:spChg chg="del">
          <ac:chgData name="Alexandre Quach" userId="7bb690c8a6e028e4" providerId="LiveId" clId="{3EB34592-2B6C-4B8F-9F25-A8578B9E03C2}" dt="2021-03-22T23:22:25.975" v="1624" actId="478"/>
          <ac:spMkLst>
            <pc:docMk/>
            <pc:sldMk cId="533924737" sldId="465"/>
            <ac:spMk id="25" creationId="{43D4CFBC-2124-4483-9FC7-89F69C7A5D42}"/>
          </ac:spMkLst>
        </pc:spChg>
        <pc:spChg chg="del">
          <ac:chgData name="Alexandre Quach" userId="7bb690c8a6e028e4" providerId="LiveId" clId="{3EB34592-2B6C-4B8F-9F25-A8578B9E03C2}" dt="2021-03-22T23:22:24.742" v="1623" actId="478"/>
          <ac:spMkLst>
            <pc:docMk/>
            <pc:sldMk cId="533924737" sldId="465"/>
            <ac:spMk id="26" creationId="{80F2DB3F-F04A-40F8-9FB0-A542D67C0A07}"/>
          </ac:spMkLst>
        </pc:spChg>
        <pc:spChg chg="del">
          <ac:chgData name="Alexandre Quach" userId="7bb690c8a6e028e4" providerId="LiveId" clId="{3EB34592-2B6C-4B8F-9F25-A8578B9E03C2}" dt="2021-03-22T23:22:22.958" v="1622" actId="478"/>
          <ac:spMkLst>
            <pc:docMk/>
            <pc:sldMk cId="533924737" sldId="465"/>
            <ac:spMk id="27" creationId="{D5AFB843-5442-4425-BE17-573AC6C6BADF}"/>
          </ac:spMkLst>
        </pc:spChg>
        <pc:spChg chg="del">
          <ac:chgData name="Alexandre Quach" userId="7bb690c8a6e028e4" providerId="LiveId" clId="{3EB34592-2B6C-4B8F-9F25-A8578B9E03C2}" dt="2021-03-22T23:22:22.958" v="1622" actId="478"/>
          <ac:spMkLst>
            <pc:docMk/>
            <pc:sldMk cId="533924737" sldId="465"/>
            <ac:spMk id="28" creationId="{E172A8D2-98B9-42A5-B9F2-771153822513}"/>
          </ac:spMkLst>
        </pc:spChg>
        <pc:spChg chg="del">
          <ac:chgData name="Alexandre Quach" userId="7bb690c8a6e028e4" providerId="LiveId" clId="{3EB34592-2B6C-4B8F-9F25-A8578B9E03C2}" dt="2021-03-22T23:22:22.958" v="1622" actId="478"/>
          <ac:spMkLst>
            <pc:docMk/>
            <pc:sldMk cId="533924737" sldId="465"/>
            <ac:spMk id="33" creationId="{29215110-D597-43F8-BE95-B720CD70BD4F}"/>
          </ac:spMkLst>
        </pc:spChg>
        <pc:spChg chg="del">
          <ac:chgData name="Alexandre Quach" userId="7bb690c8a6e028e4" providerId="LiveId" clId="{3EB34592-2B6C-4B8F-9F25-A8578B9E03C2}" dt="2021-03-22T23:22:22.958" v="1622" actId="478"/>
          <ac:spMkLst>
            <pc:docMk/>
            <pc:sldMk cId="533924737" sldId="465"/>
            <ac:spMk id="46" creationId="{4EEFF8A0-1C50-46EA-B749-26AD8D560B06}"/>
          </ac:spMkLst>
        </pc:spChg>
        <pc:spChg chg="del">
          <ac:chgData name="Alexandre Quach" userId="7bb690c8a6e028e4" providerId="LiveId" clId="{3EB34592-2B6C-4B8F-9F25-A8578B9E03C2}" dt="2021-03-22T23:22:22.958" v="1622" actId="478"/>
          <ac:spMkLst>
            <pc:docMk/>
            <pc:sldMk cId="533924737" sldId="465"/>
            <ac:spMk id="57" creationId="{C8C85C1B-835A-4442-B3EB-C7E340F18096}"/>
          </ac:spMkLst>
        </pc:spChg>
        <pc:spChg chg="del">
          <ac:chgData name="Alexandre Quach" userId="7bb690c8a6e028e4" providerId="LiveId" clId="{3EB34592-2B6C-4B8F-9F25-A8578B9E03C2}" dt="2021-03-22T23:22:22.958" v="1622" actId="478"/>
          <ac:spMkLst>
            <pc:docMk/>
            <pc:sldMk cId="533924737" sldId="465"/>
            <ac:spMk id="68" creationId="{70918A6D-6306-4AB1-85EB-871C8A56A407}"/>
          </ac:spMkLst>
        </pc:spChg>
        <pc:picChg chg="del">
          <ac:chgData name="Alexandre Quach" userId="7bb690c8a6e028e4" providerId="LiveId" clId="{3EB34592-2B6C-4B8F-9F25-A8578B9E03C2}" dt="2021-03-22T23:22:22.958" v="1622" actId="478"/>
          <ac:picMkLst>
            <pc:docMk/>
            <pc:sldMk cId="533924737" sldId="465"/>
            <ac:picMk id="35" creationId="{CEB83029-6ACB-475F-A99C-FC12DB2D67FD}"/>
          </ac:picMkLst>
        </pc:picChg>
        <pc:picChg chg="del">
          <ac:chgData name="Alexandre Quach" userId="7bb690c8a6e028e4" providerId="LiveId" clId="{3EB34592-2B6C-4B8F-9F25-A8578B9E03C2}" dt="2021-03-22T23:22:22.958" v="1622" actId="478"/>
          <ac:picMkLst>
            <pc:docMk/>
            <pc:sldMk cId="533924737" sldId="465"/>
            <ac:picMk id="38" creationId="{EF1AE3BD-8D52-454F-90DF-966551F5AC2F}"/>
          </ac:picMkLst>
        </pc:picChg>
        <pc:picChg chg="del">
          <ac:chgData name="Alexandre Quach" userId="7bb690c8a6e028e4" providerId="LiveId" clId="{3EB34592-2B6C-4B8F-9F25-A8578B9E03C2}" dt="2021-03-22T23:22:22.958" v="1622" actId="478"/>
          <ac:picMkLst>
            <pc:docMk/>
            <pc:sldMk cId="533924737" sldId="465"/>
            <ac:picMk id="41" creationId="{70C64222-5A00-4AFA-A066-1FDF09179D83}"/>
          </ac:picMkLst>
        </pc:picChg>
        <pc:picChg chg="del">
          <ac:chgData name="Alexandre Quach" userId="7bb690c8a6e028e4" providerId="LiveId" clId="{3EB34592-2B6C-4B8F-9F25-A8578B9E03C2}" dt="2021-03-22T23:22:22.958" v="1622" actId="478"/>
          <ac:picMkLst>
            <pc:docMk/>
            <pc:sldMk cId="533924737" sldId="465"/>
            <ac:picMk id="44" creationId="{8A5004D7-F64B-43C1-8272-5E27F25677DF}"/>
          </ac:picMkLst>
        </pc:picChg>
        <pc:picChg chg="del">
          <ac:chgData name="Alexandre Quach" userId="7bb690c8a6e028e4" providerId="LiveId" clId="{3EB34592-2B6C-4B8F-9F25-A8578B9E03C2}" dt="2021-03-22T23:22:22.958" v="1622" actId="478"/>
          <ac:picMkLst>
            <pc:docMk/>
            <pc:sldMk cId="533924737" sldId="465"/>
            <ac:picMk id="48" creationId="{23FD458C-8A77-4FD1-A4F5-2CA712711EB0}"/>
          </ac:picMkLst>
        </pc:picChg>
        <pc:picChg chg="del">
          <ac:chgData name="Alexandre Quach" userId="7bb690c8a6e028e4" providerId="LiveId" clId="{3EB34592-2B6C-4B8F-9F25-A8578B9E03C2}" dt="2021-03-22T23:22:22.958" v="1622" actId="478"/>
          <ac:picMkLst>
            <pc:docMk/>
            <pc:sldMk cId="533924737" sldId="465"/>
            <ac:picMk id="50" creationId="{B81EFF2A-0AB4-4030-8E22-6FEDB106457A}"/>
          </ac:picMkLst>
        </pc:picChg>
        <pc:picChg chg="del">
          <ac:chgData name="Alexandre Quach" userId="7bb690c8a6e028e4" providerId="LiveId" clId="{3EB34592-2B6C-4B8F-9F25-A8578B9E03C2}" dt="2021-03-22T23:22:22.958" v="1622" actId="478"/>
          <ac:picMkLst>
            <pc:docMk/>
            <pc:sldMk cId="533924737" sldId="465"/>
            <ac:picMk id="52" creationId="{508D117D-F736-481A-9D10-82868E35383A}"/>
          </ac:picMkLst>
        </pc:picChg>
        <pc:picChg chg="del">
          <ac:chgData name="Alexandre Quach" userId="7bb690c8a6e028e4" providerId="LiveId" clId="{3EB34592-2B6C-4B8F-9F25-A8578B9E03C2}" dt="2021-03-22T23:22:22.958" v="1622" actId="478"/>
          <ac:picMkLst>
            <pc:docMk/>
            <pc:sldMk cId="533924737" sldId="465"/>
            <ac:picMk id="55" creationId="{1598444F-CDDC-43FF-A6F3-D8C40B25F592}"/>
          </ac:picMkLst>
        </pc:picChg>
        <pc:picChg chg="del">
          <ac:chgData name="Alexandre Quach" userId="7bb690c8a6e028e4" providerId="LiveId" clId="{3EB34592-2B6C-4B8F-9F25-A8578B9E03C2}" dt="2021-03-22T23:22:22.958" v="1622" actId="478"/>
          <ac:picMkLst>
            <pc:docMk/>
            <pc:sldMk cId="533924737" sldId="465"/>
            <ac:picMk id="60" creationId="{04EB878E-7A47-4B96-B613-7320EAE4100E}"/>
          </ac:picMkLst>
        </pc:picChg>
        <pc:picChg chg="del">
          <ac:chgData name="Alexandre Quach" userId="7bb690c8a6e028e4" providerId="LiveId" clId="{3EB34592-2B6C-4B8F-9F25-A8578B9E03C2}" dt="2021-03-22T23:22:22.958" v="1622" actId="478"/>
          <ac:picMkLst>
            <pc:docMk/>
            <pc:sldMk cId="533924737" sldId="465"/>
            <ac:picMk id="63" creationId="{37733CE5-7AEF-4486-90A4-ADF6C212B8CA}"/>
          </ac:picMkLst>
        </pc:picChg>
        <pc:picChg chg="del">
          <ac:chgData name="Alexandre Quach" userId="7bb690c8a6e028e4" providerId="LiveId" clId="{3EB34592-2B6C-4B8F-9F25-A8578B9E03C2}" dt="2021-03-22T23:22:22.958" v="1622" actId="478"/>
          <ac:picMkLst>
            <pc:docMk/>
            <pc:sldMk cId="533924737" sldId="465"/>
            <ac:picMk id="66" creationId="{9F5BD2A5-6B68-4BAC-992A-9D21E9539CF6}"/>
          </ac:picMkLst>
        </pc:picChg>
        <pc:picChg chg="del">
          <ac:chgData name="Alexandre Quach" userId="7bb690c8a6e028e4" providerId="LiveId" clId="{3EB34592-2B6C-4B8F-9F25-A8578B9E03C2}" dt="2021-03-22T23:22:22.958" v="1622" actId="478"/>
          <ac:picMkLst>
            <pc:docMk/>
            <pc:sldMk cId="533924737" sldId="465"/>
            <ac:picMk id="76" creationId="{1DB14912-5923-493D-9CF8-0EEF457CF5EF}"/>
          </ac:picMkLst>
        </pc:picChg>
        <pc:picChg chg="del">
          <ac:chgData name="Alexandre Quach" userId="7bb690c8a6e028e4" providerId="LiveId" clId="{3EB34592-2B6C-4B8F-9F25-A8578B9E03C2}" dt="2021-03-22T23:22:22.958" v="1622" actId="478"/>
          <ac:picMkLst>
            <pc:docMk/>
            <pc:sldMk cId="533924737" sldId="465"/>
            <ac:picMk id="80" creationId="{76BF509D-06DC-4A5F-8894-D45A5A69D055}"/>
          </ac:picMkLst>
        </pc:picChg>
        <pc:picChg chg="del">
          <ac:chgData name="Alexandre Quach" userId="7bb690c8a6e028e4" providerId="LiveId" clId="{3EB34592-2B6C-4B8F-9F25-A8578B9E03C2}" dt="2021-03-22T23:22:22.958" v="1622" actId="478"/>
          <ac:picMkLst>
            <pc:docMk/>
            <pc:sldMk cId="533924737" sldId="465"/>
            <ac:picMk id="81" creationId="{6EEF4493-F750-481A-830A-B8CFB4C8853E}"/>
          </ac:picMkLst>
        </pc:picChg>
        <pc:picChg chg="del">
          <ac:chgData name="Alexandre Quach" userId="7bb690c8a6e028e4" providerId="LiveId" clId="{3EB34592-2B6C-4B8F-9F25-A8578B9E03C2}" dt="2021-03-22T23:22:22.958" v="1622" actId="478"/>
          <ac:picMkLst>
            <pc:docMk/>
            <pc:sldMk cId="533924737" sldId="465"/>
            <ac:picMk id="83" creationId="{2CF0FA7B-E9A0-496F-BCE9-A5FC217DEF6A}"/>
          </ac:picMkLst>
        </pc:picChg>
        <pc:picChg chg="del">
          <ac:chgData name="Alexandre Quach" userId="7bb690c8a6e028e4" providerId="LiveId" clId="{3EB34592-2B6C-4B8F-9F25-A8578B9E03C2}" dt="2021-03-22T23:22:22.958" v="1622" actId="478"/>
          <ac:picMkLst>
            <pc:docMk/>
            <pc:sldMk cId="533924737" sldId="465"/>
            <ac:picMk id="87" creationId="{42FC1372-BBA1-4ED2-BA97-A65C20DBA175}"/>
          </ac:picMkLst>
        </pc:picChg>
        <pc:picChg chg="del">
          <ac:chgData name="Alexandre Quach" userId="7bb690c8a6e028e4" providerId="LiveId" clId="{3EB34592-2B6C-4B8F-9F25-A8578B9E03C2}" dt="2021-03-22T23:22:22.958" v="1622" actId="478"/>
          <ac:picMkLst>
            <pc:docMk/>
            <pc:sldMk cId="533924737" sldId="465"/>
            <ac:picMk id="90" creationId="{86EDDA0F-1CEF-432E-94EC-0BF789ACA759}"/>
          </ac:picMkLst>
        </pc:picChg>
        <pc:picChg chg="del">
          <ac:chgData name="Alexandre Quach" userId="7bb690c8a6e028e4" providerId="LiveId" clId="{3EB34592-2B6C-4B8F-9F25-A8578B9E03C2}" dt="2021-03-22T23:22:22.958" v="1622" actId="478"/>
          <ac:picMkLst>
            <pc:docMk/>
            <pc:sldMk cId="533924737" sldId="465"/>
            <ac:picMk id="93" creationId="{A32DEDAF-7B9E-48F8-AAD7-4AC8E133A596}"/>
          </ac:picMkLst>
        </pc:picChg>
        <pc:picChg chg="del">
          <ac:chgData name="Alexandre Quach" userId="7bb690c8a6e028e4" providerId="LiveId" clId="{3EB34592-2B6C-4B8F-9F25-A8578B9E03C2}" dt="2021-03-22T23:22:22.958" v="1622" actId="478"/>
          <ac:picMkLst>
            <pc:docMk/>
            <pc:sldMk cId="533924737" sldId="465"/>
            <ac:picMk id="98" creationId="{64739AB2-1CD4-4519-AAB7-C9D87713B02F}"/>
          </ac:picMkLst>
        </pc:picChg>
      </pc:sldChg>
      <pc:sldChg chg="add setBg">
        <pc:chgData name="Alexandre Quach" userId="7bb690c8a6e028e4" providerId="LiveId" clId="{3EB34592-2B6C-4B8F-9F25-A8578B9E03C2}" dt="2021-03-22T23:35:15.809" v="1837"/>
        <pc:sldMkLst>
          <pc:docMk/>
          <pc:sldMk cId="4220494558" sldId="517"/>
        </pc:sldMkLst>
      </pc:sldChg>
      <pc:sldChg chg="add setBg">
        <pc:chgData name="Alexandre Quach" userId="7bb690c8a6e028e4" providerId="LiveId" clId="{3EB34592-2B6C-4B8F-9F25-A8578B9E03C2}" dt="2021-03-22T23:37:56.281" v="1839"/>
        <pc:sldMkLst>
          <pc:docMk/>
          <pc:sldMk cId="4093166604" sldId="518"/>
        </pc:sldMkLst>
      </pc:sldChg>
      <pc:sldChg chg="modSp add mod setBg">
        <pc:chgData name="Alexandre Quach" userId="7bb690c8a6e028e4" providerId="LiveId" clId="{3EB34592-2B6C-4B8F-9F25-A8578B9E03C2}" dt="2021-03-23T00:23:23.714" v="2067"/>
        <pc:sldMkLst>
          <pc:docMk/>
          <pc:sldMk cId="3615050057" sldId="526"/>
        </pc:sldMkLst>
        <pc:spChg chg="mod">
          <ac:chgData name="Alexandre Quach" userId="7bb690c8a6e028e4" providerId="LiveId" clId="{3EB34592-2B6C-4B8F-9F25-A8578B9E03C2}" dt="2021-03-23T00:23:23.714" v="2067"/>
          <ac:spMkLst>
            <pc:docMk/>
            <pc:sldMk cId="3615050057" sldId="526"/>
            <ac:spMk id="5" creationId="{F8235C3D-F4E7-47EF-99B7-36395E9D8184}"/>
          </ac:spMkLst>
        </pc:spChg>
      </pc:sldChg>
      <pc:sldChg chg="addSp delSp modSp add mod setBg">
        <pc:chgData name="Alexandre Quach" userId="7bb690c8a6e028e4" providerId="LiveId" clId="{3EB34592-2B6C-4B8F-9F25-A8578B9E03C2}" dt="2021-03-22T23:43:24.653" v="2018" actId="20577"/>
        <pc:sldMkLst>
          <pc:docMk/>
          <pc:sldMk cId="4075660249" sldId="527"/>
        </pc:sldMkLst>
        <pc:spChg chg="mod">
          <ac:chgData name="Alexandre Quach" userId="7bb690c8a6e028e4" providerId="LiveId" clId="{3EB34592-2B6C-4B8F-9F25-A8578B9E03C2}" dt="2021-03-22T23:43:24.653" v="2018" actId="20577"/>
          <ac:spMkLst>
            <pc:docMk/>
            <pc:sldMk cId="4075660249" sldId="527"/>
            <ac:spMk id="4" creationId="{9AD149C8-3005-45AF-8CE2-A15722118652}"/>
          </ac:spMkLst>
        </pc:spChg>
        <pc:spChg chg="add del mod">
          <ac:chgData name="Alexandre Quach" userId="7bb690c8a6e028e4" providerId="LiveId" clId="{3EB34592-2B6C-4B8F-9F25-A8578B9E03C2}" dt="2021-03-22T23:41:20.791" v="1864" actId="478"/>
          <ac:spMkLst>
            <pc:docMk/>
            <pc:sldMk cId="4075660249" sldId="527"/>
            <ac:spMk id="12" creationId="{48DCFFE8-F89A-4E00-9DC9-3A981DF13253}"/>
          </ac:spMkLst>
        </pc:spChg>
        <pc:spChg chg="add mod">
          <ac:chgData name="Alexandre Quach" userId="7bb690c8a6e028e4" providerId="LiveId" clId="{3EB34592-2B6C-4B8F-9F25-A8578B9E03C2}" dt="2021-03-22T23:41:19.268" v="1863" actId="1076"/>
          <ac:spMkLst>
            <pc:docMk/>
            <pc:sldMk cId="4075660249" sldId="527"/>
            <ac:spMk id="13" creationId="{0F095AE3-E9A9-4D11-A231-F529BCBBF77B}"/>
          </ac:spMkLst>
        </pc:spChg>
        <pc:spChg chg="add mod">
          <ac:chgData name="Alexandre Quach" userId="7bb690c8a6e028e4" providerId="LiveId" clId="{3EB34592-2B6C-4B8F-9F25-A8578B9E03C2}" dt="2021-03-22T23:41:23.741" v="1866" actId="1076"/>
          <ac:spMkLst>
            <pc:docMk/>
            <pc:sldMk cId="4075660249" sldId="527"/>
            <ac:spMk id="14" creationId="{AD317D61-ECA8-428A-A3AD-F2364DE91280}"/>
          </ac:spMkLst>
        </pc:spChg>
        <pc:spChg chg="add mod">
          <ac:chgData name="Alexandre Quach" userId="7bb690c8a6e028e4" providerId="LiveId" clId="{3EB34592-2B6C-4B8F-9F25-A8578B9E03C2}" dt="2021-03-22T23:41:25.632" v="1868" actId="1076"/>
          <ac:spMkLst>
            <pc:docMk/>
            <pc:sldMk cId="4075660249" sldId="527"/>
            <ac:spMk id="15" creationId="{E801B22B-07DE-4738-8792-E23ECE36B2A3}"/>
          </ac:spMkLst>
        </pc:spChg>
        <pc:spChg chg="add mod">
          <ac:chgData name="Alexandre Quach" userId="7bb690c8a6e028e4" providerId="LiveId" clId="{3EB34592-2B6C-4B8F-9F25-A8578B9E03C2}" dt="2021-03-22T23:42:46.828" v="2014" actId="207"/>
          <ac:spMkLst>
            <pc:docMk/>
            <pc:sldMk cId="4075660249" sldId="527"/>
            <ac:spMk id="16" creationId="{3D190D8C-E65C-4E82-A8AE-5EA331E078B4}"/>
          </ac:spMkLst>
        </pc:spChg>
        <pc:spChg chg="add mod">
          <ac:chgData name="Alexandre Quach" userId="7bb690c8a6e028e4" providerId="LiveId" clId="{3EB34592-2B6C-4B8F-9F25-A8578B9E03C2}" dt="2021-03-22T23:42:49.109" v="2015" actId="207"/>
          <ac:spMkLst>
            <pc:docMk/>
            <pc:sldMk cId="4075660249" sldId="527"/>
            <ac:spMk id="17" creationId="{0CB53C5F-2796-4EC8-B784-0A96331216E9}"/>
          </ac:spMkLst>
        </pc:spChg>
        <pc:spChg chg="add mod">
          <ac:chgData name="Alexandre Quach" userId="7bb690c8a6e028e4" providerId="LiveId" clId="{3EB34592-2B6C-4B8F-9F25-A8578B9E03C2}" dt="2021-03-22T23:43:17.196" v="2017" actId="207"/>
          <ac:spMkLst>
            <pc:docMk/>
            <pc:sldMk cId="4075660249" sldId="527"/>
            <ac:spMk id="18" creationId="{8C4AA300-EB47-47E8-9B6E-7763BD1AB8A7}"/>
          </ac:spMkLst>
        </pc:spChg>
        <pc:spChg chg="add mod">
          <ac:chgData name="Alexandre Quach" userId="7bb690c8a6e028e4" providerId="LiveId" clId="{3EB34592-2B6C-4B8F-9F25-A8578B9E03C2}" dt="2021-03-22T23:41:34.677" v="1876" actId="1076"/>
          <ac:spMkLst>
            <pc:docMk/>
            <pc:sldMk cId="4075660249" sldId="527"/>
            <ac:spMk id="19" creationId="{AC253800-F484-4A14-80AB-F94F2817E47E}"/>
          </ac:spMkLst>
        </pc:spChg>
        <pc:spChg chg="add mod">
          <ac:chgData name="Alexandre Quach" userId="7bb690c8a6e028e4" providerId="LiveId" clId="{3EB34592-2B6C-4B8F-9F25-A8578B9E03C2}" dt="2021-03-22T23:42:30.771" v="2003" actId="207"/>
          <ac:spMkLst>
            <pc:docMk/>
            <pc:sldMk cId="4075660249" sldId="527"/>
            <ac:spMk id="20" creationId="{08EA7E33-F973-444D-884D-7ABDD23D8C9B}"/>
          </ac:spMkLst>
        </pc:spChg>
        <pc:spChg chg="add mod">
          <ac:chgData name="Alexandre Quach" userId="7bb690c8a6e028e4" providerId="LiveId" clId="{3EB34592-2B6C-4B8F-9F25-A8578B9E03C2}" dt="2021-03-22T23:42:36.972" v="2012" actId="20577"/>
          <ac:spMkLst>
            <pc:docMk/>
            <pc:sldMk cId="4075660249" sldId="527"/>
            <ac:spMk id="21" creationId="{3F2A41C4-5DC8-4FD9-A5F3-84757C1B48B4}"/>
          </ac:spMkLst>
        </pc:spChg>
        <pc:graphicFrameChg chg="mod modGraphic">
          <ac:chgData name="Alexandre Quach" userId="7bb690c8a6e028e4" providerId="LiveId" clId="{3EB34592-2B6C-4B8F-9F25-A8578B9E03C2}" dt="2021-03-22T23:42:43.697" v="2013" actId="207"/>
          <ac:graphicFrameMkLst>
            <pc:docMk/>
            <pc:sldMk cId="4075660249" sldId="527"/>
            <ac:graphicFrameMk id="2" creationId="{F125A532-2574-4351-8B88-4154BA6FBD2C}"/>
          </ac:graphicFrameMkLst>
        </pc:graphicFrameChg>
      </pc:sldChg>
      <pc:sldChg chg="modSp add mod setBg">
        <pc:chgData name="Alexandre Quach" userId="7bb690c8a6e028e4" providerId="LiveId" clId="{3EB34592-2B6C-4B8F-9F25-A8578B9E03C2}" dt="2021-03-23T00:23:18.594" v="2065"/>
        <pc:sldMkLst>
          <pc:docMk/>
          <pc:sldMk cId="1452946517" sldId="528"/>
        </pc:sldMkLst>
        <pc:spChg chg="mod">
          <ac:chgData name="Alexandre Quach" userId="7bb690c8a6e028e4" providerId="LiveId" clId="{3EB34592-2B6C-4B8F-9F25-A8578B9E03C2}" dt="2021-03-23T00:23:18.594" v="2065"/>
          <ac:spMkLst>
            <pc:docMk/>
            <pc:sldMk cId="1452946517" sldId="528"/>
            <ac:spMk id="5" creationId="{F8235C3D-F4E7-47EF-99B7-36395E9D8184}"/>
          </ac:spMkLst>
        </pc:spChg>
      </pc:sldChg>
      <pc:sldChg chg="add setBg">
        <pc:chgData name="Alexandre Quach" userId="7bb690c8a6e028e4" providerId="LiveId" clId="{3EB34592-2B6C-4B8F-9F25-A8578B9E03C2}" dt="2021-03-22T23:46:32.121" v="2020"/>
        <pc:sldMkLst>
          <pc:docMk/>
          <pc:sldMk cId="2686022027" sldId="529"/>
        </pc:sldMkLst>
      </pc:sldChg>
      <pc:sldChg chg="add setBg">
        <pc:chgData name="Alexandre Quach" userId="7bb690c8a6e028e4" providerId="LiveId" clId="{3EB34592-2B6C-4B8F-9F25-A8578B9E03C2}" dt="2021-03-22T23:48:19.482" v="2033"/>
        <pc:sldMkLst>
          <pc:docMk/>
          <pc:sldMk cId="4271779200" sldId="530"/>
        </pc:sldMkLst>
      </pc:sldChg>
      <pc:sldChg chg="add setBg">
        <pc:chgData name="Alexandre Quach" userId="7bb690c8a6e028e4" providerId="LiveId" clId="{3EB34592-2B6C-4B8F-9F25-A8578B9E03C2}" dt="2021-03-22T23:52:10.511" v="2035"/>
        <pc:sldMkLst>
          <pc:docMk/>
          <pc:sldMk cId="245780579" sldId="531"/>
        </pc:sldMkLst>
      </pc:sldChg>
      <pc:sldChg chg="modSp add mod setBg">
        <pc:chgData name="Alexandre Quach" userId="7bb690c8a6e028e4" providerId="LiveId" clId="{3EB34592-2B6C-4B8F-9F25-A8578B9E03C2}" dt="2021-03-23T00:23:40.018" v="2072"/>
        <pc:sldMkLst>
          <pc:docMk/>
          <pc:sldMk cId="3915502139" sldId="532"/>
        </pc:sldMkLst>
        <pc:spChg chg="mod">
          <ac:chgData name="Alexandre Quach" userId="7bb690c8a6e028e4" providerId="LiveId" clId="{3EB34592-2B6C-4B8F-9F25-A8578B9E03C2}" dt="2021-03-23T00:23:40.018" v="2072"/>
          <ac:spMkLst>
            <pc:docMk/>
            <pc:sldMk cId="3915502139" sldId="532"/>
            <ac:spMk id="2" creationId="{E183C4B0-E757-4B7A-990C-B7FA3D783740}"/>
          </ac:spMkLst>
        </pc:spChg>
      </pc:sldChg>
      <pc:sldChg chg="modSp add mod setBg">
        <pc:chgData name="Alexandre Quach" userId="7bb690c8a6e028e4" providerId="LiveId" clId="{3EB34592-2B6C-4B8F-9F25-A8578B9E03C2}" dt="2021-03-23T00:23:32.169" v="2070"/>
        <pc:sldMkLst>
          <pc:docMk/>
          <pc:sldMk cId="3411704853" sldId="533"/>
        </pc:sldMkLst>
        <pc:spChg chg="mod">
          <ac:chgData name="Alexandre Quach" userId="7bb690c8a6e028e4" providerId="LiveId" clId="{3EB34592-2B6C-4B8F-9F25-A8578B9E03C2}" dt="2021-03-23T00:23:32.169" v="2070"/>
          <ac:spMkLst>
            <pc:docMk/>
            <pc:sldMk cId="3411704853" sldId="533"/>
            <ac:spMk id="2" creationId="{E183C4B0-E757-4B7A-990C-B7FA3D783740}"/>
          </ac:spMkLst>
        </pc:spChg>
      </pc:sldChg>
      <pc:sldChg chg="modSp add mod setBg">
        <pc:chgData name="Alexandre Quach" userId="7bb690c8a6e028e4" providerId="LiveId" clId="{3EB34592-2B6C-4B8F-9F25-A8578B9E03C2}" dt="2021-03-23T00:23:35.482" v="2071"/>
        <pc:sldMkLst>
          <pc:docMk/>
          <pc:sldMk cId="3555974910" sldId="534"/>
        </pc:sldMkLst>
        <pc:spChg chg="mod">
          <ac:chgData name="Alexandre Quach" userId="7bb690c8a6e028e4" providerId="LiveId" clId="{3EB34592-2B6C-4B8F-9F25-A8578B9E03C2}" dt="2021-03-23T00:23:35.482" v="2071"/>
          <ac:spMkLst>
            <pc:docMk/>
            <pc:sldMk cId="3555974910" sldId="534"/>
            <ac:spMk id="2" creationId="{E183C4B0-E757-4B7A-990C-B7FA3D783740}"/>
          </ac:spMkLst>
        </pc:spChg>
      </pc:sldChg>
      <pc:sldChg chg="modSp add mod setBg">
        <pc:chgData name="Alexandre Quach" userId="7bb690c8a6e028e4" providerId="LiveId" clId="{3EB34592-2B6C-4B8F-9F25-A8578B9E03C2}" dt="2021-03-23T00:23:29.074" v="2069"/>
        <pc:sldMkLst>
          <pc:docMk/>
          <pc:sldMk cId="3141478333" sldId="535"/>
        </pc:sldMkLst>
        <pc:spChg chg="mod">
          <ac:chgData name="Alexandre Quach" userId="7bb690c8a6e028e4" providerId="LiveId" clId="{3EB34592-2B6C-4B8F-9F25-A8578B9E03C2}" dt="2021-03-23T00:23:29.074" v="2069"/>
          <ac:spMkLst>
            <pc:docMk/>
            <pc:sldMk cId="3141478333" sldId="535"/>
            <ac:spMk id="2" creationId="{E183C4B0-E757-4B7A-990C-B7FA3D783740}"/>
          </ac:spMkLst>
        </pc:spChg>
      </pc:sldChg>
      <pc:sldChg chg="modSp add mod setBg">
        <pc:chgData name="Alexandre Quach" userId="7bb690c8a6e028e4" providerId="LiveId" clId="{3EB34592-2B6C-4B8F-9F25-A8578B9E03C2}" dt="2021-03-23T00:23:26.682" v="2068"/>
        <pc:sldMkLst>
          <pc:docMk/>
          <pc:sldMk cId="1613881779" sldId="536"/>
        </pc:sldMkLst>
        <pc:spChg chg="mod">
          <ac:chgData name="Alexandre Quach" userId="7bb690c8a6e028e4" providerId="LiveId" clId="{3EB34592-2B6C-4B8F-9F25-A8578B9E03C2}" dt="2021-03-23T00:23:26.682" v="2068"/>
          <ac:spMkLst>
            <pc:docMk/>
            <pc:sldMk cId="1613881779" sldId="536"/>
            <ac:spMk id="2" creationId="{E183C4B0-E757-4B7A-990C-B7FA3D783740}"/>
          </ac:spMkLst>
        </pc:spChg>
      </pc:sldChg>
      <pc:sldChg chg="modSp add mod setBg">
        <pc:chgData name="Alexandre Quach" userId="7bb690c8a6e028e4" providerId="LiveId" clId="{3EB34592-2B6C-4B8F-9F25-A8578B9E03C2}" dt="2021-03-23T00:23:21.553" v="2066"/>
        <pc:sldMkLst>
          <pc:docMk/>
          <pc:sldMk cId="715093020" sldId="537"/>
        </pc:sldMkLst>
        <pc:spChg chg="mod">
          <ac:chgData name="Alexandre Quach" userId="7bb690c8a6e028e4" providerId="LiveId" clId="{3EB34592-2B6C-4B8F-9F25-A8578B9E03C2}" dt="2021-03-23T00:23:21.553" v="2066"/>
          <ac:spMkLst>
            <pc:docMk/>
            <pc:sldMk cId="715093020" sldId="537"/>
            <ac:spMk id="5" creationId="{F8235C3D-F4E7-47EF-99B7-36395E9D8184}"/>
          </ac:spMkLst>
        </pc:spChg>
      </pc:sldChg>
      <pc:sldChg chg="add setBg">
        <pc:chgData name="Alexandre Quach" userId="7bb690c8a6e028e4" providerId="LiveId" clId="{3EB34592-2B6C-4B8F-9F25-A8578B9E03C2}" dt="2021-03-23T00:14:05.440" v="2050"/>
        <pc:sldMkLst>
          <pc:docMk/>
          <pc:sldMk cId="2199730876" sldId="538"/>
        </pc:sldMkLst>
      </pc:sldChg>
      <pc:sldChg chg="modSp add mod setBg">
        <pc:chgData name="Alexandre Quach" userId="7bb690c8a6e028e4" providerId="LiveId" clId="{3EB34592-2B6C-4B8F-9F25-A8578B9E03C2}" dt="2021-03-23T00:23:15.465" v="2064"/>
        <pc:sldMkLst>
          <pc:docMk/>
          <pc:sldMk cId="856575240" sldId="539"/>
        </pc:sldMkLst>
        <pc:spChg chg="mod">
          <ac:chgData name="Alexandre Quach" userId="7bb690c8a6e028e4" providerId="LiveId" clId="{3EB34592-2B6C-4B8F-9F25-A8578B9E03C2}" dt="2021-03-23T00:23:15.465" v="2064"/>
          <ac:spMkLst>
            <pc:docMk/>
            <pc:sldMk cId="856575240" sldId="539"/>
            <ac:spMk id="5" creationId="{F8235C3D-F4E7-47EF-99B7-36395E9D8184}"/>
          </ac:spMkLst>
        </pc:spChg>
      </pc:sldChg>
      <pc:sldChg chg="modSp add mod setBg">
        <pc:chgData name="Alexandre Quach" userId="7bb690c8a6e028e4" providerId="LiveId" clId="{3EB34592-2B6C-4B8F-9F25-A8578B9E03C2}" dt="2021-03-23T00:22:20.642" v="2063" actId="20577"/>
        <pc:sldMkLst>
          <pc:docMk/>
          <pc:sldMk cId="4211869983" sldId="540"/>
        </pc:sldMkLst>
        <pc:spChg chg="mod">
          <ac:chgData name="Alexandre Quach" userId="7bb690c8a6e028e4" providerId="LiveId" clId="{3EB34592-2B6C-4B8F-9F25-A8578B9E03C2}" dt="2021-03-23T00:22:20.642" v="2063" actId="20577"/>
          <ac:spMkLst>
            <pc:docMk/>
            <pc:sldMk cId="4211869983" sldId="540"/>
            <ac:spMk id="5" creationId="{F8235C3D-F4E7-47EF-99B7-36395E9D8184}"/>
          </ac:spMkLst>
        </pc:spChg>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749CDFB-85F2-4B45-9DCB-5EB350C8BCC3}" type="doc">
      <dgm:prSet loTypeId="urn:microsoft.com/office/officeart/2005/8/layout/hList1" loCatId="list" qsTypeId="urn:microsoft.com/office/officeart/2005/8/quickstyle/simple1" qsCatId="simple" csTypeId="urn:microsoft.com/office/officeart/2005/8/colors/accent1_2" csCatId="accent1" phldr="1"/>
      <dgm:spPr/>
      <dgm:t>
        <a:bodyPr/>
        <a:lstStyle/>
        <a:p>
          <a:endParaRPr lang="en-US"/>
        </a:p>
      </dgm:t>
    </dgm:pt>
    <dgm:pt modelId="{AD4AF4A3-4786-4CFC-8B1B-62416CB69073}">
      <dgm:prSet phldrT="[Texte]"/>
      <dgm:spPr/>
      <dgm:t>
        <a:bodyPr/>
        <a:lstStyle/>
        <a:p>
          <a:pPr>
            <a:buNone/>
          </a:pPr>
          <a:r>
            <a:rPr lang="en-US"/>
            <a:t>Frames of reference: </a:t>
          </a:r>
        </a:p>
      </dgm:t>
    </dgm:pt>
    <dgm:pt modelId="{7A154485-0BBC-4B9C-87E8-DB24E6CD7FDA}" type="parTrans" cxnId="{71B1D13E-D9C0-459D-A890-8BAF914C1BBB}">
      <dgm:prSet/>
      <dgm:spPr/>
      <dgm:t>
        <a:bodyPr/>
        <a:lstStyle/>
        <a:p>
          <a:endParaRPr lang="en-US"/>
        </a:p>
      </dgm:t>
    </dgm:pt>
    <dgm:pt modelId="{08E52B32-7A94-430A-A2AF-309C0AA85C07}" type="sibTrans" cxnId="{71B1D13E-D9C0-459D-A890-8BAF914C1BBB}">
      <dgm:prSet/>
      <dgm:spPr/>
      <dgm:t>
        <a:bodyPr/>
        <a:lstStyle/>
        <a:p>
          <a:endParaRPr lang="en-US"/>
        </a:p>
      </dgm:t>
    </dgm:pt>
    <dgm:pt modelId="{6D482CDF-0DFE-4B05-B60F-B4A71FCF2594}">
      <dgm:prSet/>
      <dgm:spPr/>
      <dgm:t>
        <a:bodyPr/>
        <a:lstStyle/>
        <a:p>
          <a:r>
            <a:rPr lang="en-US"/>
            <a:t>7 levels of engagement in content</a:t>
          </a:r>
        </a:p>
      </dgm:t>
    </dgm:pt>
    <dgm:pt modelId="{A3E1316F-78D7-49D5-81E1-7DA4DB97898A}" type="parTrans" cxnId="{A515532E-0597-40CC-A648-C96A608A48DB}">
      <dgm:prSet/>
      <dgm:spPr/>
      <dgm:t>
        <a:bodyPr/>
        <a:lstStyle/>
        <a:p>
          <a:endParaRPr lang="en-US"/>
        </a:p>
      </dgm:t>
    </dgm:pt>
    <dgm:pt modelId="{041F28CF-2297-4DC7-96BB-D64A5F914FAD}" type="sibTrans" cxnId="{A515532E-0597-40CC-A648-C96A608A48DB}">
      <dgm:prSet/>
      <dgm:spPr/>
      <dgm:t>
        <a:bodyPr/>
        <a:lstStyle/>
        <a:p>
          <a:endParaRPr lang="en-US"/>
        </a:p>
      </dgm:t>
    </dgm:pt>
    <dgm:pt modelId="{15D7954F-3D17-4FEA-A12B-C70547D061FF}">
      <dgm:prSet/>
      <dgm:spPr/>
      <dgm:t>
        <a:bodyPr/>
        <a:lstStyle/>
        <a:p>
          <a:r>
            <a:rPr lang="en-US"/>
            <a:t>7 levels of engagement </a:t>
          </a:r>
        </a:p>
      </dgm:t>
    </dgm:pt>
    <dgm:pt modelId="{BCA95D82-7535-49F6-AE83-D2A4E863CFC3}" type="parTrans" cxnId="{CD9AF30D-8559-40A1-A6EF-ECDD2C42BC06}">
      <dgm:prSet/>
      <dgm:spPr/>
      <dgm:t>
        <a:bodyPr/>
        <a:lstStyle/>
        <a:p>
          <a:endParaRPr lang="en-US"/>
        </a:p>
      </dgm:t>
    </dgm:pt>
    <dgm:pt modelId="{67DC8CF1-895F-44DB-A6D3-84C70EF0C011}" type="sibTrans" cxnId="{CD9AF30D-8559-40A1-A6EF-ECDD2C42BC06}">
      <dgm:prSet/>
      <dgm:spPr/>
      <dgm:t>
        <a:bodyPr/>
        <a:lstStyle/>
        <a:p>
          <a:endParaRPr lang="en-US"/>
        </a:p>
      </dgm:t>
    </dgm:pt>
    <dgm:pt modelId="{DA43E7CB-3EFB-467C-AB5B-97649BCE4244}">
      <dgm:prSet/>
      <dgm:spPr/>
      <dgm:t>
        <a:bodyPr/>
        <a:lstStyle/>
        <a:p>
          <a:r>
            <a:rPr lang="en-US"/>
            <a:t>Concepts </a:t>
          </a:r>
        </a:p>
      </dgm:t>
    </dgm:pt>
    <dgm:pt modelId="{9ABC1C8F-C59B-48AF-88F4-F81C03175A67}" type="parTrans" cxnId="{88D429E5-69C1-463D-8893-B20074B49CBB}">
      <dgm:prSet/>
      <dgm:spPr/>
      <dgm:t>
        <a:bodyPr/>
        <a:lstStyle/>
        <a:p>
          <a:endParaRPr lang="en-US"/>
        </a:p>
      </dgm:t>
    </dgm:pt>
    <dgm:pt modelId="{BC73D8C8-BFF1-4396-90D2-C993E908D2C4}" type="sibTrans" cxnId="{88D429E5-69C1-463D-8893-B20074B49CBB}">
      <dgm:prSet/>
      <dgm:spPr/>
      <dgm:t>
        <a:bodyPr/>
        <a:lstStyle/>
        <a:p>
          <a:endParaRPr lang="en-US"/>
        </a:p>
      </dgm:t>
    </dgm:pt>
    <dgm:pt modelId="{BBD66B36-B20D-41D1-9810-F62F4CCB5838}">
      <dgm:prSet/>
      <dgm:spPr/>
      <dgm:t>
        <a:bodyPr/>
        <a:lstStyle/>
        <a:p>
          <a:r>
            <a:rPr lang="en-US"/>
            <a:t>Community Desert Circle</a:t>
          </a:r>
        </a:p>
      </dgm:t>
    </dgm:pt>
    <dgm:pt modelId="{8587C4F7-D0BE-4C67-BD1A-C2904884EF98}" type="parTrans" cxnId="{26E3C523-59DE-4D74-8EAD-47863868F0D6}">
      <dgm:prSet/>
      <dgm:spPr/>
      <dgm:t>
        <a:bodyPr/>
        <a:lstStyle/>
        <a:p>
          <a:endParaRPr lang="en-US"/>
        </a:p>
      </dgm:t>
    </dgm:pt>
    <dgm:pt modelId="{3FA23666-E7A4-462C-918C-6398FBF0236D}" type="sibTrans" cxnId="{26E3C523-59DE-4D74-8EAD-47863868F0D6}">
      <dgm:prSet/>
      <dgm:spPr/>
      <dgm:t>
        <a:bodyPr/>
        <a:lstStyle/>
        <a:p>
          <a:endParaRPr lang="en-US"/>
        </a:p>
      </dgm:t>
    </dgm:pt>
    <dgm:pt modelId="{5C2B1505-5599-401B-AA1B-19C6AB9F1778}">
      <dgm:prSet/>
      <dgm:spPr/>
      <dgm:t>
        <a:bodyPr/>
        <a:lstStyle/>
        <a:p>
          <a:r>
            <a:rPr lang="en-US"/>
            <a:t>Community Engagement Target</a:t>
          </a:r>
        </a:p>
      </dgm:t>
    </dgm:pt>
    <dgm:pt modelId="{24025626-E53F-40E7-B1A1-3882C8987FA1}" type="parTrans" cxnId="{498B87BE-EA5B-4533-882B-FF9787F96874}">
      <dgm:prSet/>
      <dgm:spPr/>
      <dgm:t>
        <a:bodyPr/>
        <a:lstStyle/>
        <a:p>
          <a:endParaRPr lang="en-US"/>
        </a:p>
      </dgm:t>
    </dgm:pt>
    <dgm:pt modelId="{A27EF13A-F71D-48CC-AC8E-DFF99EC143A5}" type="sibTrans" cxnId="{498B87BE-EA5B-4533-882B-FF9787F96874}">
      <dgm:prSet/>
      <dgm:spPr/>
      <dgm:t>
        <a:bodyPr/>
        <a:lstStyle/>
        <a:p>
          <a:endParaRPr lang="en-US"/>
        </a:p>
      </dgm:t>
    </dgm:pt>
    <dgm:pt modelId="{2831A330-115E-4018-B6C8-77D954EF32C1}">
      <dgm:prSet/>
      <dgm:spPr/>
      <dgm:t>
        <a:bodyPr/>
        <a:lstStyle/>
        <a:p>
          <a:r>
            <a:rPr lang="en-US"/>
            <a:t>Engagement Walls</a:t>
          </a:r>
        </a:p>
      </dgm:t>
    </dgm:pt>
    <dgm:pt modelId="{6A3958A0-09A1-4E61-817D-3BC1FE6BD303}" type="parTrans" cxnId="{24EA83CE-0D53-4294-B2C9-3C9714457DBD}">
      <dgm:prSet/>
      <dgm:spPr/>
      <dgm:t>
        <a:bodyPr/>
        <a:lstStyle/>
        <a:p>
          <a:endParaRPr lang="en-US"/>
        </a:p>
      </dgm:t>
    </dgm:pt>
    <dgm:pt modelId="{ECBB9C2A-525A-40C1-86C2-D71A3525F67B}" type="sibTrans" cxnId="{24EA83CE-0D53-4294-B2C9-3C9714457DBD}">
      <dgm:prSet/>
      <dgm:spPr/>
      <dgm:t>
        <a:bodyPr/>
        <a:lstStyle/>
        <a:p>
          <a:endParaRPr lang="en-US"/>
        </a:p>
      </dgm:t>
    </dgm:pt>
    <dgm:pt modelId="{90D46215-11D1-4C2C-8D15-DEB2C4D0B8B5}">
      <dgm:prSet/>
      <dgm:spPr/>
      <dgm:t>
        <a:bodyPr/>
        <a:lstStyle/>
        <a:p>
          <a:r>
            <a:rPr lang="en-US"/>
            <a:t>Engagement Jumps</a:t>
          </a:r>
        </a:p>
      </dgm:t>
    </dgm:pt>
    <dgm:pt modelId="{536E98CA-A245-41E4-91CA-2CFEA541983E}" type="parTrans" cxnId="{9B5844B8-7732-443E-B09B-8BDE258A3A9E}">
      <dgm:prSet/>
      <dgm:spPr/>
      <dgm:t>
        <a:bodyPr/>
        <a:lstStyle/>
        <a:p>
          <a:endParaRPr lang="en-US"/>
        </a:p>
      </dgm:t>
    </dgm:pt>
    <dgm:pt modelId="{04C22222-0E21-45CC-A2C9-52BA3528B8BB}" type="sibTrans" cxnId="{9B5844B8-7732-443E-B09B-8BDE258A3A9E}">
      <dgm:prSet/>
      <dgm:spPr/>
      <dgm:t>
        <a:bodyPr/>
        <a:lstStyle/>
        <a:p>
          <a:endParaRPr lang="en-US"/>
        </a:p>
      </dgm:t>
    </dgm:pt>
    <dgm:pt modelId="{7C74151C-4A5B-447F-8A03-57774BDB9793}">
      <dgm:prSet/>
      <dgm:spPr/>
      <dgm:t>
        <a:bodyPr/>
        <a:lstStyle/>
        <a:p>
          <a:r>
            <a:rPr lang="en-US"/>
            <a:t>Other</a:t>
          </a:r>
        </a:p>
      </dgm:t>
    </dgm:pt>
    <dgm:pt modelId="{8A2F1582-2295-4CD6-ACD5-64CE41345C2F}" type="parTrans" cxnId="{DDAFAE19-57BC-4729-88E6-B9D6CA1EF128}">
      <dgm:prSet/>
      <dgm:spPr/>
      <dgm:t>
        <a:bodyPr/>
        <a:lstStyle/>
        <a:p>
          <a:endParaRPr lang="en-US"/>
        </a:p>
      </dgm:t>
    </dgm:pt>
    <dgm:pt modelId="{B969A61E-FFDF-467D-8203-7C65D4619752}" type="sibTrans" cxnId="{DDAFAE19-57BC-4729-88E6-B9D6CA1EF128}">
      <dgm:prSet/>
      <dgm:spPr/>
      <dgm:t>
        <a:bodyPr/>
        <a:lstStyle/>
        <a:p>
          <a:endParaRPr lang="en-US"/>
        </a:p>
      </dgm:t>
    </dgm:pt>
    <dgm:pt modelId="{8C729156-DD27-44ED-868A-B16422CAB6A3}">
      <dgm:prSet/>
      <dgm:spPr/>
      <dgm:t>
        <a:bodyPr/>
        <a:lstStyle/>
        <a:p>
          <a:r>
            <a:rPr lang="en-US"/>
            <a:t>Key stories and examples</a:t>
          </a:r>
        </a:p>
      </dgm:t>
    </dgm:pt>
    <dgm:pt modelId="{29735C53-498D-43C7-AB4C-59819B1E4E59}" type="parTrans" cxnId="{9112C532-35BF-4316-8741-D681BEFC18DA}">
      <dgm:prSet/>
      <dgm:spPr/>
      <dgm:t>
        <a:bodyPr/>
        <a:lstStyle/>
        <a:p>
          <a:endParaRPr lang="en-US"/>
        </a:p>
      </dgm:t>
    </dgm:pt>
    <dgm:pt modelId="{EDA5B305-0275-465B-92C5-0752292CC23E}" type="sibTrans" cxnId="{9112C532-35BF-4316-8741-D681BEFC18DA}">
      <dgm:prSet/>
      <dgm:spPr/>
      <dgm:t>
        <a:bodyPr/>
        <a:lstStyle/>
        <a:p>
          <a:endParaRPr lang="en-US"/>
        </a:p>
      </dgm:t>
    </dgm:pt>
    <dgm:pt modelId="{95035A09-E0E3-4F4E-97F6-AD6AC930F86A}">
      <dgm:prSet/>
      <dgm:spPr/>
      <dgm:t>
        <a:bodyPr/>
        <a:lstStyle/>
        <a:p>
          <a:endParaRPr lang="en-US"/>
        </a:p>
      </dgm:t>
    </dgm:pt>
    <dgm:pt modelId="{2F470CB0-3BB9-4378-A9E3-BB0F9D21A7FB}" type="parTrans" cxnId="{98DEDD1F-A3DC-40E9-AC6D-D181F5DD8CFE}">
      <dgm:prSet/>
      <dgm:spPr/>
      <dgm:t>
        <a:bodyPr/>
        <a:lstStyle/>
        <a:p>
          <a:endParaRPr lang="en-US"/>
        </a:p>
      </dgm:t>
    </dgm:pt>
    <dgm:pt modelId="{9237A9DE-BF3D-45B5-AC6B-34498C1DDAC5}" type="sibTrans" cxnId="{98DEDD1F-A3DC-40E9-AC6D-D181F5DD8CFE}">
      <dgm:prSet/>
      <dgm:spPr/>
      <dgm:t>
        <a:bodyPr/>
        <a:lstStyle/>
        <a:p>
          <a:endParaRPr lang="en-US"/>
        </a:p>
      </dgm:t>
    </dgm:pt>
    <dgm:pt modelId="{57113144-51EA-489E-9535-00F003465B8A}">
      <dgm:prSet/>
      <dgm:spPr/>
      <dgm:t>
        <a:bodyPr/>
        <a:lstStyle/>
        <a:p>
          <a:r>
            <a:rPr lang="en-US"/>
            <a:t>Value-Content-People</a:t>
          </a:r>
        </a:p>
      </dgm:t>
    </dgm:pt>
    <dgm:pt modelId="{D2C50F78-1B32-4A3C-A133-1E7655CAE2D3}" type="parTrans" cxnId="{7D0F9BD5-E429-4C85-9EB0-8749420194E1}">
      <dgm:prSet/>
      <dgm:spPr/>
      <dgm:t>
        <a:bodyPr/>
        <a:lstStyle/>
        <a:p>
          <a:endParaRPr lang="en-US"/>
        </a:p>
      </dgm:t>
    </dgm:pt>
    <dgm:pt modelId="{B8B1EDAF-5F11-4DFA-95E5-EDABC224FAFA}" type="sibTrans" cxnId="{7D0F9BD5-E429-4C85-9EB0-8749420194E1}">
      <dgm:prSet/>
      <dgm:spPr/>
      <dgm:t>
        <a:bodyPr/>
        <a:lstStyle/>
        <a:p>
          <a:endParaRPr lang="en-US"/>
        </a:p>
      </dgm:t>
    </dgm:pt>
    <dgm:pt modelId="{7AD4FC3E-375D-49B6-973E-539E43D2B18A}">
      <dgm:prSet/>
      <dgm:spPr/>
      <dgm:t>
        <a:bodyPr/>
        <a:lstStyle/>
        <a:p>
          <a:r>
            <a:rPr lang="en-US"/>
            <a:t>Golden Engagement Circle</a:t>
          </a:r>
        </a:p>
      </dgm:t>
    </dgm:pt>
    <dgm:pt modelId="{CF1A8887-B272-46B7-A1C7-0E4C9CEC68FD}" type="parTrans" cxnId="{2ABF30B7-BFB4-4DBB-B9FF-F02B64E66A96}">
      <dgm:prSet/>
      <dgm:spPr/>
      <dgm:t>
        <a:bodyPr/>
        <a:lstStyle/>
        <a:p>
          <a:endParaRPr lang="en-US"/>
        </a:p>
      </dgm:t>
    </dgm:pt>
    <dgm:pt modelId="{901AF677-6B00-42FC-9DB8-A568E84D72FB}" type="sibTrans" cxnId="{2ABF30B7-BFB4-4DBB-B9FF-F02B64E66A96}">
      <dgm:prSet/>
      <dgm:spPr/>
      <dgm:t>
        <a:bodyPr/>
        <a:lstStyle/>
        <a:p>
          <a:endParaRPr lang="en-US"/>
        </a:p>
      </dgm:t>
    </dgm:pt>
    <dgm:pt modelId="{F6F41F99-41BB-4DCA-85B2-EA62FB9800EE}">
      <dgm:prSet/>
      <dgm:spPr/>
      <dgm:t>
        <a:bodyPr/>
        <a:lstStyle/>
        <a:p>
          <a:r>
            <a:rPr lang="en-US"/>
            <a:t>Value Momentum</a:t>
          </a:r>
        </a:p>
      </dgm:t>
    </dgm:pt>
    <dgm:pt modelId="{1AAF67CE-731A-4935-A92A-B67F4B734B3C}" type="parTrans" cxnId="{0D263862-9B46-4C87-BF15-A52BA5E71A7D}">
      <dgm:prSet/>
      <dgm:spPr/>
      <dgm:t>
        <a:bodyPr/>
        <a:lstStyle/>
        <a:p>
          <a:endParaRPr lang="en-US"/>
        </a:p>
      </dgm:t>
    </dgm:pt>
    <dgm:pt modelId="{6736A9A2-7E26-47BF-9AA8-822FD0AEB572}" type="sibTrans" cxnId="{0D263862-9B46-4C87-BF15-A52BA5E71A7D}">
      <dgm:prSet/>
      <dgm:spPr/>
      <dgm:t>
        <a:bodyPr/>
        <a:lstStyle/>
        <a:p>
          <a:endParaRPr lang="en-US"/>
        </a:p>
      </dgm:t>
    </dgm:pt>
    <dgm:pt modelId="{FF3F09ED-6D6A-4F02-A57B-ADD3A3ACD219}">
      <dgm:prSet/>
      <dgm:spPr/>
      <dgm:t>
        <a:bodyPr/>
        <a:lstStyle/>
        <a:p>
          <a:r>
            <a:rPr lang="en-US"/>
            <a:t>Engagement flow</a:t>
          </a:r>
        </a:p>
      </dgm:t>
    </dgm:pt>
    <dgm:pt modelId="{2A52CE92-E45E-420D-9C06-6D9F99F0DC7C}" type="parTrans" cxnId="{CA669A74-7C74-4942-9FB6-097BC5B7661B}">
      <dgm:prSet/>
      <dgm:spPr/>
      <dgm:t>
        <a:bodyPr/>
        <a:lstStyle/>
        <a:p>
          <a:endParaRPr lang="en-US"/>
        </a:p>
      </dgm:t>
    </dgm:pt>
    <dgm:pt modelId="{37BEF848-8541-47D0-93C7-C2B753626B85}" type="sibTrans" cxnId="{CA669A74-7C74-4942-9FB6-097BC5B7661B}">
      <dgm:prSet/>
      <dgm:spPr/>
      <dgm:t>
        <a:bodyPr/>
        <a:lstStyle/>
        <a:p>
          <a:endParaRPr lang="en-US"/>
        </a:p>
      </dgm:t>
    </dgm:pt>
    <dgm:pt modelId="{6576C69B-CEBA-42F6-A034-3D6F54BCE3A6}">
      <dgm:prSet/>
      <dgm:spPr/>
      <dgm:t>
        <a:bodyPr/>
        <a:lstStyle/>
        <a:p>
          <a:r>
            <a:rPr lang="en-US"/>
            <a:t>Link Definition, architecture, Community Artifacts</a:t>
          </a:r>
        </a:p>
      </dgm:t>
    </dgm:pt>
    <dgm:pt modelId="{935B3F9F-1114-4E82-A252-F3F16091033D}" type="parTrans" cxnId="{6D64DD3C-3CE1-4F48-8330-342A2678BB71}">
      <dgm:prSet/>
      <dgm:spPr/>
    </dgm:pt>
    <dgm:pt modelId="{A48831D6-A429-4830-96E2-AAB454C5AEC7}" type="sibTrans" cxnId="{6D64DD3C-3CE1-4F48-8330-342A2678BB71}">
      <dgm:prSet/>
      <dgm:spPr/>
    </dgm:pt>
    <dgm:pt modelId="{354B2D11-3A68-4CFF-B969-C4662FFA76F2}" type="pres">
      <dgm:prSet presAssocID="{A749CDFB-85F2-4B45-9DCB-5EB350C8BCC3}" presName="Name0" presStyleCnt="0">
        <dgm:presLayoutVars>
          <dgm:dir/>
          <dgm:animLvl val="lvl"/>
          <dgm:resizeHandles val="exact"/>
        </dgm:presLayoutVars>
      </dgm:prSet>
      <dgm:spPr/>
    </dgm:pt>
    <dgm:pt modelId="{CB1583C8-E373-4A0A-9A4F-97CBF07998B0}" type="pres">
      <dgm:prSet presAssocID="{AD4AF4A3-4786-4CFC-8B1B-62416CB69073}" presName="composite" presStyleCnt="0"/>
      <dgm:spPr/>
    </dgm:pt>
    <dgm:pt modelId="{67026E10-4716-4639-A657-2E16EA53879E}" type="pres">
      <dgm:prSet presAssocID="{AD4AF4A3-4786-4CFC-8B1B-62416CB69073}" presName="parTx" presStyleLbl="alignNode1" presStyleIdx="0" presStyleCnt="3">
        <dgm:presLayoutVars>
          <dgm:chMax val="0"/>
          <dgm:chPref val="0"/>
          <dgm:bulletEnabled val="1"/>
        </dgm:presLayoutVars>
      </dgm:prSet>
      <dgm:spPr/>
    </dgm:pt>
    <dgm:pt modelId="{C359CBB0-7154-4945-9FFB-18F0CE823382}" type="pres">
      <dgm:prSet presAssocID="{AD4AF4A3-4786-4CFC-8B1B-62416CB69073}" presName="desTx" presStyleLbl="alignAccFollowNode1" presStyleIdx="0" presStyleCnt="3">
        <dgm:presLayoutVars>
          <dgm:bulletEnabled val="1"/>
        </dgm:presLayoutVars>
      </dgm:prSet>
      <dgm:spPr/>
    </dgm:pt>
    <dgm:pt modelId="{3FF26837-A003-4680-B40F-947DB080A07E}" type="pres">
      <dgm:prSet presAssocID="{08E52B32-7A94-430A-A2AF-309C0AA85C07}" presName="space" presStyleCnt="0"/>
      <dgm:spPr/>
    </dgm:pt>
    <dgm:pt modelId="{31BB4D98-B298-4633-80FF-15DBECA72152}" type="pres">
      <dgm:prSet presAssocID="{DA43E7CB-3EFB-467C-AB5B-97649BCE4244}" presName="composite" presStyleCnt="0"/>
      <dgm:spPr/>
    </dgm:pt>
    <dgm:pt modelId="{C94BF5E9-E3BA-4C3D-A9DD-854FF82AB7A0}" type="pres">
      <dgm:prSet presAssocID="{DA43E7CB-3EFB-467C-AB5B-97649BCE4244}" presName="parTx" presStyleLbl="alignNode1" presStyleIdx="1" presStyleCnt="3">
        <dgm:presLayoutVars>
          <dgm:chMax val="0"/>
          <dgm:chPref val="0"/>
          <dgm:bulletEnabled val="1"/>
        </dgm:presLayoutVars>
      </dgm:prSet>
      <dgm:spPr/>
    </dgm:pt>
    <dgm:pt modelId="{9C43EC8D-417E-4BBA-9E0D-8DD3492F0ADB}" type="pres">
      <dgm:prSet presAssocID="{DA43E7CB-3EFB-467C-AB5B-97649BCE4244}" presName="desTx" presStyleLbl="alignAccFollowNode1" presStyleIdx="1" presStyleCnt="3">
        <dgm:presLayoutVars>
          <dgm:bulletEnabled val="1"/>
        </dgm:presLayoutVars>
      </dgm:prSet>
      <dgm:spPr/>
    </dgm:pt>
    <dgm:pt modelId="{EAB7A58B-50EF-4399-BB36-4DACF68CE0D5}" type="pres">
      <dgm:prSet presAssocID="{BC73D8C8-BFF1-4396-90D2-C993E908D2C4}" presName="space" presStyleCnt="0"/>
      <dgm:spPr/>
    </dgm:pt>
    <dgm:pt modelId="{963998C1-0841-4612-93C3-1F1400E11922}" type="pres">
      <dgm:prSet presAssocID="{7C74151C-4A5B-447F-8A03-57774BDB9793}" presName="composite" presStyleCnt="0"/>
      <dgm:spPr/>
    </dgm:pt>
    <dgm:pt modelId="{7F014E5F-8563-436E-A73C-C7124B8B7198}" type="pres">
      <dgm:prSet presAssocID="{7C74151C-4A5B-447F-8A03-57774BDB9793}" presName="parTx" presStyleLbl="alignNode1" presStyleIdx="2" presStyleCnt="3">
        <dgm:presLayoutVars>
          <dgm:chMax val="0"/>
          <dgm:chPref val="0"/>
          <dgm:bulletEnabled val="1"/>
        </dgm:presLayoutVars>
      </dgm:prSet>
      <dgm:spPr/>
    </dgm:pt>
    <dgm:pt modelId="{9C0F6E90-834A-4714-A658-CB34A8DD0A75}" type="pres">
      <dgm:prSet presAssocID="{7C74151C-4A5B-447F-8A03-57774BDB9793}" presName="desTx" presStyleLbl="alignAccFollowNode1" presStyleIdx="2" presStyleCnt="3">
        <dgm:presLayoutVars>
          <dgm:bulletEnabled val="1"/>
        </dgm:presLayoutVars>
      </dgm:prSet>
      <dgm:spPr/>
    </dgm:pt>
  </dgm:ptLst>
  <dgm:cxnLst>
    <dgm:cxn modelId="{CD9AF30D-8559-40A1-A6EF-ECDD2C42BC06}" srcId="{AD4AF4A3-4786-4CFC-8B1B-62416CB69073}" destId="{15D7954F-3D17-4FEA-A12B-C70547D061FF}" srcOrd="2" destOrd="0" parTransId="{BCA95D82-7535-49F6-AE83-D2A4E863CFC3}" sibTransId="{67DC8CF1-895F-44DB-A6D3-84C70EF0C011}"/>
    <dgm:cxn modelId="{87604912-C4B7-4977-9B06-B9DC0C6CF50E}" type="presOf" srcId="{2831A330-115E-4018-B6C8-77D954EF32C1}" destId="{9C43EC8D-417E-4BBA-9E0D-8DD3492F0ADB}" srcOrd="0" destOrd="5" presId="urn:microsoft.com/office/officeart/2005/8/layout/hList1"/>
    <dgm:cxn modelId="{BE856413-6CF2-41F8-AA70-BA526B220F85}" type="presOf" srcId="{8C729156-DD27-44ED-868A-B16422CAB6A3}" destId="{9C0F6E90-834A-4714-A658-CB34A8DD0A75}" srcOrd="0" destOrd="0" presId="urn:microsoft.com/office/officeart/2005/8/layout/hList1"/>
    <dgm:cxn modelId="{DDAFAE19-57BC-4729-88E6-B9D6CA1EF128}" srcId="{A749CDFB-85F2-4B45-9DCB-5EB350C8BCC3}" destId="{7C74151C-4A5B-447F-8A03-57774BDB9793}" srcOrd="2" destOrd="0" parTransId="{8A2F1582-2295-4CD6-ACD5-64CE41345C2F}" sibTransId="{B969A61E-FFDF-467D-8203-7C65D4619752}"/>
    <dgm:cxn modelId="{98DEDD1F-A3DC-40E9-AC6D-D181F5DD8CFE}" srcId="{7C74151C-4A5B-447F-8A03-57774BDB9793}" destId="{95035A09-E0E3-4F4E-97F6-AD6AC930F86A}" srcOrd="1" destOrd="0" parTransId="{2F470CB0-3BB9-4378-A9E3-BB0F9D21A7FB}" sibTransId="{9237A9DE-BF3D-45B5-AC6B-34498C1DDAC5}"/>
    <dgm:cxn modelId="{26E3C523-59DE-4D74-8EAD-47863868F0D6}" srcId="{DA43E7CB-3EFB-467C-AB5B-97649BCE4244}" destId="{BBD66B36-B20D-41D1-9810-F62F4CCB5838}" srcOrd="0" destOrd="0" parTransId="{8587C4F7-D0BE-4C67-BD1A-C2904884EF98}" sibTransId="{3FA23666-E7A4-462C-918C-6398FBF0236D}"/>
    <dgm:cxn modelId="{C2739C2D-A800-434B-9E30-3FFC8D034BBB}" type="presOf" srcId="{6576C69B-CEBA-42F6-A034-3D6F54BCE3A6}" destId="{9C43EC8D-417E-4BBA-9E0D-8DD3492F0ADB}" srcOrd="0" destOrd="7" presId="urn:microsoft.com/office/officeart/2005/8/layout/hList1"/>
    <dgm:cxn modelId="{A515532E-0597-40CC-A648-C96A608A48DB}" srcId="{AD4AF4A3-4786-4CFC-8B1B-62416CB69073}" destId="{6D482CDF-0DFE-4B05-B60F-B4A71FCF2594}" srcOrd="1" destOrd="0" parTransId="{A3E1316F-78D7-49D5-81E1-7DA4DB97898A}" sibTransId="{041F28CF-2297-4DC7-96BB-D64A5F914FAD}"/>
    <dgm:cxn modelId="{9112C532-35BF-4316-8741-D681BEFC18DA}" srcId="{7C74151C-4A5B-447F-8A03-57774BDB9793}" destId="{8C729156-DD27-44ED-868A-B16422CAB6A3}" srcOrd="0" destOrd="0" parTransId="{29735C53-498D-43C7-AB4C-59819B1E4E59}" sibTransId="{EDA5B305-0275-465B-92C5-0752292CC23E}"/>
    <dgm:cxn modelId="{6D64DD3C-3CE1-4F48-8330-342A2678BB71}" srcId="{DA43E7CB-3EFB-467C-AB5B-97649BCE4244}" destId="{6576C69B-CEBA-42F6-A034-3D6F54BCE3A6}" srcOrd="7" destOrd="0" parTransId="{935B3F9F-1114-4E82-A252-F3F16091033D}" sibTransId="{A48831D6-A429-4830-96E2-AAB454C5AEC7}"/>
    <dgm:cxn modelId="{71B1D13E-D9C0-459D-A890-8BAF914C1BBB}" srcId="{A749CDFB-85F2-4B45-9DCB-5EB350C8BCC3}" destId="{AD4AF4A3-4786-4CFC-8B1B-62416CB69073}" srcOrd="0" destOrd="0" parTransId="{7A154485-0BBC-4B9C-87E8-DB24E6CD7FDA}" sibTransId="{08E52B32-7A94-430A-A2AF-309C0AA85C07}"/>
    <dgm:cxn modelId="{654A705C-14F4-4A7F-BCEB-D2BEB225ADB5}" type="presOf" srcId="{BBD66B36-B20D-41D1-9810-F62F4CCB5838}" destId="{9C43EC8D-417E-4BBA-9E0D-8DD3492F0ADB}" srcOrd="0" destOrd="0" presId="urn:microsoft.com/office/officeart/2005/8/layout/hList1"/>
    <dgm:cxn modelId="{0D263862-9B46-4C87-BF15-A52BA5E71A7D}" srcId="{DA43E7CB-3EFB-467C-AB5B-97649BCE4244}" destId="{F6F41F99-41BB-4DCA-85B2-EA62FB9800EE}" srcOrd="2" destOrd="0" parTransId="{1AAF67CE-731A-4935-A92A-B67F4B734B3C}" sibTransId="{6736A9A2-7E26-47BF-9AA8-822FD0AEB572}"/>
    <dgm:cxn modelId="{E41A5C4C-CCA4-41B6-9045-792A08AF5F84}" type="presOf" srcId="{F6F41F99-41BB-4DCA-85B2-EA62FB9800EE}" destId="{9C43EC8D-417E-4BBA-9E0D-8DD3492F0ADB}" srcOrd="0" destOrd="2" presId="urn:microsoft.com/office/officeart/2005/8/layout/hList1"/>
    <dgm:cxn modelId="{A49DBE6D-159E-48D6-8CD9-8A2B9C7186AA}" type="presOf" srcId="{A749CDFB-85F2-4B45-9DCB-5EB350C8BCC3}" destId="{354B2D11-3A68-4CFF-B969-C4662FFA76F2}" srcOrd="0" destOrd="0" presId="urn:microsoft.com/office/officeart/2005/8/layout/hList1"/>
    <dgm:cxn modelId="{CA669A74-7C74-4942-9FB6-097BC5B7661B}" srcId="{DA43E7CB-3EFB-467C-AB5B-97649BCE4244}" destId="{FF3F09ED-6D6A-4F02-A57B-ADD3A3ACD219}" srcOrd="3" destOrd="0" parTransId="{2A52CE92-E45E-420D-9C06-6D9F99F0DC7C}" sibTransId="{37BEF848-8541-47D0-93C7-C2B753626B85}"/>
    <dgm:cxn modelId="{B0CA9357-895B-4CDA-BC44-0020AA29656A}" type="presOf" srcId="{7AD4FC3E-375D-49B6-973E-539E43D2B18A}" destId="{9C43EC8D-417E-4BBA-9E0D-8DD3492F0ADB}" srcOrd="0" destOrd="1" presId="urn:microsoft.com/office/officeart/2005/8/layout/hList1"/>
    <dgm:cxn modelId="{BDFF4E85-094F-452E-954A-7C7788E29811}" type="presOf" srcId="{DA43E7CB-3EFB-467C-AB5B-97649BCE4244}" destId="{C94BF5E9-E3BA-4C3D-A9DD-854FF82AB7A0}" srcOrd="0" destOrd="0" presId="urn:microsoft.com/office/officeart/2005/8/layout/hList1"/>
    <dgm:cxn modelId="{F377808C-9920-4F70-9C04-B1ECD33BAB70}" type="presOf" srcId="{57113144-51EA-489E-9535-00F003465B8A}" destId="{C359CBB0-7154-4945-9FFB-18F0CE823382}" srcOrd="0" destOrd="0" presId="urn:microsoft.com/office/officeart/2005/8/layout/hList1"/>
    <dgm:cxn modelId="{9C33B098-BB22-43C8-984F-6B958626B7BD}" type="presOf" srcId="{AD4AF4A3-4786-4CFC-8B1B-62416CB69073}" destId="{67026E10-4716-4639-A657-2E16EA53879E}" srcOrd="0" destOrd="0" presId="urn:microsoft.com/office/officeart/2005/8/layout/hList1"/>
    <dgm:cxn modelId="{7472FA9B-513D-4755-B6F4-96C6555C3ED7}" type="presOf" srcId="{90D46215-11D1-4C2C-8D15-DEB2C4D0B8B5}" destId="{9C43EC8D-417E-4BBA-9E0D-8DD3492F0ADB}" srcOrd="0" destOrd="6" presId="urn:microsoft.com/office/officeart/2005/8/layout/hList1"/>
    <dgm:cxn modelId="{7871699C-E8FF-4676-852B-4344B584C4AD}" type="presOf" srcId="{15D7954F-3D17-4FEA-A12B-C70547D061FF}" destId="{C359CBB0-7154-4945-9FFB-18F0CE823382}" srcOrd="0" destOrd="2" presId="urn:microsoft.com/office/officeart/2005/8/layout/hList1"/>
    <dgm:cxn modelId="{959DCFB1-6D54-4E9D-BBDF-84AF3C7F8F01}" type="presOf" srcId="{5C2B1505-5599-401B-AA1B-19C6AB9F1778}" destId="{9C43EC8D-417E-4BBA-9E0D-8DD3492F0ADB}" srcOrd="0" destOrd="4" presId="urn:microsoft.com/office/officeart/2005/8/layout/hList1"/>
    <dgm:cxn modelId="{2ABF30B7-BFB4-4DBB-B9FF-F02B64E66A96}" srcId="{DA43E7CB-3EFB-467C-AB5B-97649BCE4244}" destId="{7AD4FC3E-375D-49B6-973E-539E43D2B18A}" srcOrd="1" destOrd="0" parTransId="{CF1A8887-B272-46B7-A1C7-0E4C9CEC68FD}" sibTransId="{901AF677-6B00-42FC-9DB8-A568E84D72FB}"/>
    <dgm:cxn modelId="{9B5844B8-7732-443E-B09B-8BDE258A3A9E}" srcId="{DA43E7CB-3EFB-467C-AB5B-97649BCE4244}" destId="{90D46215-11D1-4C2C-8D15-DEB2C4D0B8B5}" srcOrd="6" destOrd="0" parTransId="{536E98CA-A245-41E4-91CA-2CFEA541983E}" sibTransId="{04C22222-0E21-45CC-A2C9-52BA3528B8BB}"/>
    <dgm:cxn modelId="{498B87BE-EA5B-4533-882B-FF9787F96874}" srcId="{DA43E7CB-3EFB-467C-AB5B-97649BCE4244}" destId="{5C2B1505-5599-401B-AA1B-19C6AB9F1778}" srcOrd="4" destOrd="0" parTransId="{24025626-E53F-40E7-B1A1-3882C8987FA1}" sibTransId="{A27EF13A-F71D-48CC-AC8E-DFF99EC143A5}"/>
    <dgm:cxn modelId="{99F19EC3-0E8A-4A3F-9137-3613E8F7D744}" type="presOf" srcId="{FF3F09ED-6D6A-4F02-A57B-ADD3A3ACD219}" destId="{9C43EC8D-417E-4BBA-9E0D-8DD3492F0ADB}" srcOrd="0" destOrd="3" presId="urn:microsoft.com/office/officeart/2005/8/layout/hList1"/>
    <dgm:cxn modelId="{C2C52EC6-C1FF-4198-8DD9-1DB2A31ED12E}" type="presOf" srcId="{95035A09-E0E3-4F4E-97F6-AD6AC930F86A}" destId="{9C0F6E90-834A-4714-A658-CB34A8DD0A75}" srcOrd="0" destOrd="1" presId="urn:microsoft.com/office/officeart/2005/8/layout/hList1"/>
    <dgm:cxn modelId="{24EA83CE-0D53-4294-B2C9-3C9714457DBD}" srcId="{DA43E7CB-3EFB-467C-AB5B-97649BCE4244}" destId="{2831A330-115E-4018-B6C8-77D954EF32C1}" srcOrd="5" destOrd="0" parTransId="{6A3958A0-09A1-4E61-817D-3BC1FE6BD303}" sibTransId="{ECBB9C2A-525A-40C1-86C2-D71A3525F67B}"/>
    <dgm:cxn modelId="{7D0F9BD5-E429-4C85-9EB0-8749420194E1}" srcId="{AD4AF4A3-4786-4CFC-8B1B-62416CB69073}" destId="{57113144-51EA-489E-9535-00F003465B8A}" srcOrd="0" destOrd="0" parTransId="{D2C50F78-1B32-4A3C-A133-1E7655CAE2D3}" sibTransId="{B8B1EDAF-5F11-4DFA-95E5-EDABC224FAFA}"/>
    <dgm:cxn modelId="{D3FFE2DD-AA7B-449B-AB72-84D56F6F8DCE}" type="presOf" srcId="{6D482CDF-0DFE-4B05-B60F-B4A71FCF2594}" destId="{C359CBB0-7154-4945-9FFB-18F0CE823382}" srcOrd="0" destOrd="1" presId="urn:microsoft.com/office/officeart/2005/8/layout/hList1"/>
    <dgm:cxn modelId="{88D429E5-69C1-463D-8893-B20074B49CBB}" srcId="{A749CDFB-85F2-4B45-9DCB-5EB350C8BCC3}" destId="{DA43E7CB-3EFB-467C-AB5B-97649BCE4244}" srcOrd="1" destOrd="0" parTransId="{9ABC1C8F-C59B-48AF-88F4-F81C03175A67}" sibTransId="{BC73D8C8-BFF1-4396-90D2-C993E908D2C4}"/>
    <dgm:cxn modelId="{DF8822F0-6B30-47BA-8E5D-506DC41B8F97}" type="presOf" srcId="{7C74151C-4A5B-447F-8A03-57774BDB9793}" destId="{7F014E5F-8563-436E-A73C-C7124B8B7198}" srcOrd="0" destOrd="0" presId="urn:microsoft.com/office/officeart/2005/8/layout/hList1"/>
    <dgm:cxn modelId="{557E1566-D6E9-42B3-A5CB-C2C94A6FD07D}" type="presParOf" srcId="{354B2D11-3A68-4CFF-B969-C4662FFA76F2}" destId="{CB1583C8-E373-4A0A-9A4F-97CBF07998B0}" srcOrd="0" destOrd="0" presId="urn:microsoft.com/office/officeart/2005/8/layout/hList1"/>
    <dgm:cxn modelId="{F4C8A260-7F0B-4809-9655-1E6639DE41E7}" type="presParOf" srcId="{CB1583C8-E373-4A0A-9A4F-97CBF07998B0}" destId="{67026E10-4716-4639-A657-2E16EA53879E}" srcOrd="0" destOrd="0" presId="urn:microsoft.com/office/officeart/2005/8/layout/hList1"/>
    <dgm:cxn modelId="{84FC8EED-6D93-4738-B78F-DA46B71F5280}" type="presParOf" srcId="{CB1583C8-E373-4A0A-9A4F-97CBF07998B0}" destId="{C359CBB0-7154-4945-9FFB-18F0CE823382}" srcOrd="1" destOrd="0" presId="urn:microsoft.com/office/officeart/2005/8/layout/hList1"/>
    <dgm:cxn modelId="{E80FAFA5-F689-4F3E-BA80-C1E70375DC32}" type="presParOf" srcId="{354B2D11-3A68-4CFF-B969-C4662FFA76F2}" destId="{3FF26837-A003-4680-B40F-947DB080A07E}" srcOrd="1" destOrd="0" presId="urn:microsoft.com/office/officeart/2005/8/layout/hList1"/>
    <dgm:cxn modelId="{2411116F-BAAC-4C3D-AAAC-AF9A6B1C97C6}" type="presParOf" srcId="{354B2D11-3A68-4CFF-B969-C4662FFA76F2}" destId="{31BB4D98-B298-4633-80FF-15DBECA72152}" srcOrd="2" destOrd="0" presId="urn:microsoft.com/office/officeart/2005/8/layout/hList1"/>
    <dgm:cxn modelId="{E8942918-0C45-4DE9-B0A9-DF3993D9F481}" type="presParOf" srcId="{31BB4D98-B298-4633-80FF-15DBECA72152}" destId="{C94BF5E9-E3BA-4C3D-A9DD-854FF82AB7A0}" srcOrd="0" destOrd="0" presId="urn:microsoft.com/office/officeart/2005/8/layout/hList1"/>
    <dgm:cxn modelId="{0BAA033B-40D7-47A1-86FD-E2F346FCE231}" type="presParOf" srcId="{31BB4D98-B298-4633-80FF-15DBECA72152}" destId="{9C43EC8D-417E-4BBA-9E0D-8DD3492F0ADB}" srcOrd="1" destOrd="0" presId="urn:microsoft.com/office/officeart/2005/8/layout/hList1"/>
    <dgm:cxn modelId="{3E24FA89-E5F6-499C-8F06-6AA7078355D5}" type="presParOf" srcId="{354B2D11-3A68-4CFF-B969-C4662FFA76F2}" destId="{EAB7A58B-50EF-4399-BB36-4DACF68CE0D5}" srcOrd="3" destOrd="0" presId="urn:microsoft.com/office/officeart/2005/8/layout/hList1"/>
    <dgm:cxn modelId="{F754B8BA-3CBC-44B0-B285-93455D04B404}" type="presParOf" srcId="{354B2D11-3A68-4CFF-B969-C4662FFA76F2}" destId="{963998C1-0841-4612-93C3-1F1400E11922}" srcOrd="4" destOrd="0" presId="urn:microsoft.com/office/officeart/2005/8/layout/hList1"/>
    <dgm:cxn modelId="{5520262F-6675-4ACF-BF7E-CDD10D95C907}" type="presParOf" srcId="{963998C1-0841-4612-93C3-1F1400E11922}" destId="{7F014E5F-8563-436E-A73C-C7124B8B7198}" srcOrd="0" destOrd="0" presId="urn:microsoft.com/office/officeart/2005/8/layout/hList1"/>
    <dgm:cxn modelId="{19388671-2A44-48DD-BFE8-86F88F212F39}" type="presParOf" srcId="{963998C1-0841-4612-93C3-1F1400E11922}" destId="{9C0F6E90-834A-4714-A658-CB34A8DD0A75}" srcOrd="1" destOrd="0" presId="urn:microsoft.com/office/officeart/2005/8/layout/h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A749CDFB-85F2-4B45-9DCB-5EB350C8BCC3}" type="doc">
      <dgm:prSet loTypeId="urn:microsoft.com/office/officeart/2005/8/layout/hList1" loCatId="list" qsTypeId="urn:microsoft.com/office/officeart/2005/8/quickstyle/simple1" qsCatId="simple" csTypeId="urn:microsoft.com/office/officeart/2005/8/colors/accent1_2" csCatId="accent1" phldr="1"/>
      <dgm:spPr/>
      <dgm:t>
        <a:bodyPr/>
        <a:lstStyle/>
        <a:p>
          <a:endParaRPr lang="en-US"/>
        </a:p>
      </dgm:t>
    </dgm:pt>
    <dgm:pt modelId="{AD4AF4A3-4786-4CFC-8B1B-62416CB69073}">
      <dgm:prSet phldrT="[Texte]"/>
      <dgm:spPr/>
      <dgm:t>
        <a:bodyPr/>
        <a:lstStyle/>
        <a:p>
          <a:pPr>
            <a:buNone/>
          </a:pPr>
          <a:r>
            <a:rPr lang="en-US"/>
            <a:t>Value Challenges</a:t>
          </a:r>
        </a:p>
      </dgm:t>
    </dgm:pt>
    <dgm:pt modelId="{7A154485-0BBC-4B9C-87E8-DB24E6CD7FDA}" type="parTrans" cxnId="{71B1D13E-D9C0-459D-A890-8BAF914C1BBB}">
      <dgm:prSet/>
      <dgm:spPr/>
      <dgm:t>
        <a:bodyPr/>
        <a:lstStyle/>
        <a:p>
          <a:endParaRPr lang="en-US"/>
        </a:p>
      </dgm:t>
    </dgm:pt>
    <dgm:pt modelId="{08E52B32-7A94-430A-A2AF-309C0AA85C07}" type="sibTrans" cxnId="{71B1D13E-D9C0-459D-A890-8BAF914C1BBB}">
      <dgm:prSet/>
      <dgm:spPr/>
      <dgm:t>
        <a:bodyPr/>
        <a:lstStyle/>
        <a:p>
          <a:endParaRPr lang="en-US"/>
        </a:p>
      </dgm:t>
    </dgm:pt>
    <dgm:pt modelId="{DA43E7CB-3EFB-467C-AB5B-97649BCE4244}">
      <dgm:prSet/>
      <dgm:spPr/>
      <dgm:t>
        <a:bodyPr/>
        <a:lstStyle/>
        <a:p>
          <a:r>
            <a:rPr lang="en-US"/>
            <a:t>Content Challenges</a:t>
          </a:r>
        </a:p>
      </dgm:t>
    </dgm:pt>
    <dgm:pt modelId="{9ABC1C8F-C59B-48AF-88F4-F81C03175A67}" type="parTrans" cxnId="{88D429E5-69C1-463D-8893-B20074B49CBB}">
      <dgm:prSet/>
      <dgm:spPr/>
      <dgm:t>
        <a:bodyPr/>
        <a:lstStyle/>
        <a:p>
          <a:endParaRPr lang="en-US"/>
        </a:p>
      </dgm:t>
    </dgm:pt>
    <dgm:pt modelId="{BC73D8C8-BFF1-4396-90D2-C993E908D2C4}" type="sibTrans" cxnId="{88D429E5-69C1-463D-8893-B20074B49CBB}">
      <dgm:prSet/>
      <dgm:spPr/>
      <dgm:t>
        <a:bodyPr/>
        <a:lstStyle/>
        <a:p>
          <a:endParaRPr lang="en-US"/>
        </a:p>
      </dgm:t>
    </dgm:pt>
    <dgm:pt modelId="{57113144-51EA-489E-9535-00F003465B8A}">
      <dgm:prSet/>
      <dgm:spPr/>
      <dgm:t>
        <a:bodyPr/>
        <a:lstStyle/>
        <a:p>
          <a:endParaRPr lang="en-US"/>
        </a:p>
      </dgm:t>
    </dgm:pt>
    <dgm:pt modelId="{D2C50F78-1B32-4A3C-A133-1E7655CAE2D3}" type="parTrans" cxnId="{7D0F9BD5-E429-4C85-9EB0-8749420194E1}">
      <dgm:prSet/>
      <dgm:spPr/>
      <dgm:t>
        <a:bodyPr/>
        <a:lstStyle/>
        <a:p>
          <a:endParaRPr lang="en-US"/>
        </a:p>
      </dgm:t>
    </dgm:pt>
    <dgm:pt modelId="{B8B1EDAF-5F11-4DFA-95E5-EDABC224FAFA}" type="sibTrans" cxnId="{7D0F9BD5-E429-4C85-9EB0-8749420194E1}">
      <dgm:prSet/>
      <dgm:spPr/>
      <dgm:t>
        <a:bodyPr/>
        <a:lstStyle/>
        <a:p>
          <a:endParaRPr lang="en-US"/>
        </a:p>
      </dgm:t>
    </dgm:pt>
    <dgm:pt modelId="{BBD66B36-B20D-41D1-9810-F62F4CCB5838}">
      <dgm:prSet/>
      <dgm:spPr/>
      <dgm:t>
        <a:bodyPr/>
        <a:lstStyle/>
        <a:p>
          <a:pPr>
            <a:buFont typeface="+mj-lt"/>
            <a:buAutoNum type="arabicPeriod"/>
          </a:pPr>
          <a:r>
            <a:rPr lang="en-US"/>
            <a:t>Catch attention in a noisy environment</a:t>
          </a:r>
        </a:p>
      </dgm:t>
    </dgm:pt>
    <dgm:pt modelId="{3FA23666-E7A4-462C-918C-6398FBF0236D}" type="sibTrans" cxnId="{26E3C523-59DE-4D74-8EAD-47863868F0D6}">
      <dgm:prSet/>
      <dgm:spPr/>
      <dgm:t>
        <a:bodyPr/>
        <a:lstStyle/>
        <a:p>
          <a:endParaRPr lang="en-US"/>
        </a:p>
      </dgm:t>
    </dgm:pt>
    <dgm:pt modelId="{8587C4F7-D0BE-4C67-BD1A-C2904884EF98}" type="parTrans" cxnId="{26E3C523-59DE-4D74-8EAD-47863868F0D6}">
      <dgm:prSet/>
      <dgm:spPr/>
      <dgm:t>
        <a:bodyPr/>
        <a:lstStyle/>
        <a:p>
          <a:endParaRPr lang="en-US"/>
        </a:p>
      </dgm:t>
    </dgm:pt>
    <dgm:pt modelId="{F64FADDA-BE1B-4E4E-BADB-BAE52EA5CC53}">
      <dgm:prSet/>
      <dgm:spPr/>
      <dgm:t>
        <a:bodyPr/>
        <a:lstStyle/>
        <a:p>
          <a:pPr>
            <a:buFont typeface="+mj-lt"/>
            <a:buAutoNum type="arabicPeriod"/>
          </a:pPr>
          <a:r>
            <a:rPr lang="en-US"/>
            <a:t>Locate the value of your Corporate Community</a:t>
          </a:r>
        </a:p>
      </dgm:t>
    </dgm:pt>
    <dgm:pt modelId="{AB91F2BE-3911-4EEC-B4DA-937B8C2445EB}" type="parTrans" cxnId="{108E3DA6-A2F4-45EC-9593-AEBE3CB2DE92}">
      <dgm:prSet/>
      <dgm:spPr/>
      <dgm:t>
        <a:bodyPr/>
        <a:lstStyle/>
        <a:p>
          <a:endParaRPr lang="fr-FR"/>
        </a:p>
      </dgm:t>
    </dgm:pt>
    <dgm:pt modelId="{AE794041-7F63-43CA-9B58-B62AD5CEF156}" type="sibTrans" cxnId="{108E3DA6-A2F4-45EC-9593-AEBE3CB2DE92}">
      <dgm:prSet/>
      <dgm:spPr/>
      <dgm:t>
        <a:bodyPr/>
        <a:lstStyle/>
        <a:p>
          <a:endParaRPr lang="fr-FR"/>
        </a:p>
      </dgm:t>
    </dgm:pt>
    <dgm:pt modelId="{D7B95D85-44BB-4BA0-B4A8-64A401A2032A}">
      <dgm:prSet/>
      <dgm:spPr/>
      <dgm:t>
        <a:bodyPr/>
        <a:lstStyle/>
        <a:p>
          <a:pPr>
            <a:buFont typeface="+mj-lt"/>
            <a:buAutoNum type="arabicPeriod"/>
          </a:pPr>
          <a:r>
            <a:rPr lang="en-US"/>
            <a:t>Exploit value momentum</a:t>
          </a:r>
        </a:p>
      </dgm:t>
    </dgm:pt>
    <dgm:pt modelId="{0734F6F7-24FC-4975-AFFF-FA7DBA9D4AA4}" type="parTrans" cxnId="{CE3D4F09-F505-41C4-A506-772DD769F4F9}">
      <dgm:prSet/>
      <dgm:spPr/>
      <dgm:t>
        <a:bodyPr/>
        <a:lstStyle/>
        <a:p>
          <a:endParaRPr lang="fr-FR"/>
        </a:p>
      </dgm:t>
    </dgm:pt>
    <dgm:pt modelId="{B0757E44-B677-4EE6-9A79-FF33A0672F2C}" type="sibTrans" cxnId="{CE3D4F09-F505-41C4-A506-772DD769F4F9}">
      <dgm:prSet/>
      <dgm:spPr/>
      <dgm:t>
        <a:bodyPr/>
        <a:lstStyle/>
        <a:p>
          <a:endParaRPr lang="fr-FR"/>
        </a:p>
      </dgm:t>
    </dgm:pt>
    <dgm:pt modelId="{ADFBC8AE-FD18-4369-86D4-358E8BA7BC83}">
      <dgm:prSet/>
      <dgm:spPr/>
      <dgm:t>
        <a:bodyPr/>
        <a:lstStyle/>
        <a:p>
          <a:pPr>
            <a:buFont typeface="+mj-lt"/>
            <a:buAutoNum type="arabicPeriod"/>
          </a:pPr>
          <a:r>
            <a:rPr lang="en-US"/>
            <a:t>Manage your Community Borders</a:t>
          </a:r>
        </a:p>
      </dgm:t>
    </dgm:pt>
    <dgm:pt modelId="{9073B7AA-AA5A-408A-8B0C-7F922DD21A10}" type="parTrans" cxnId="{1E1ADD99-172B-4979-A8BA-8560AB32BE31}">
      <dgm:prSet/>
      <dgm:spPr/>
      <dgm:t>
        <a:bodyPr/>
        <a:lstStyle/>
        <a:p>
          <a:endParaRPr lang="fr-FR"/>
        </a:p>
      </dgm:t>
    </dgm:pt>
    <dgm:pt modelId="{608EBA7D-B37A-47F5-A327-55337E39F27B}" type="sibTrans" cxnId="{1E1ADD99-172B-4979-A8BA-8560AB32BE31}">
      <dgm:prSet/>
      <dgm:spPr/>
      <dgm:t>
        <a:bodyPr/>
        <a:lstStyle/>
        <a:p>
          <a:endParaRPr lang="fr-FR"/>
        </a:p>
      </dgm:t>
    </dgm:pt>
    <dgm:pt modelId="{D9A74DDD-991D-4818-B3CB-E382A76E0BAF}">
      <dgm:prSet/>
      <dgm:spPr/>
      <dgm:t>
        <a:bodyPr/>
        <a:lstStyle/>
        <a:p>
          <a:pPr>
            <a:buFont typeface="+mj-lt"/>
            <a:buAutoNum type="arabicPeriod"/>
          </a:pPr>
          <a:r>
            <a:rPr lang="en-US"/>
            <a:t>Get a click / touch</a:t>
          </a:r>
        </a:p>
      </dgm:t>
    </dgm:pt>
    <dgm:pt modelId="{C7840A57-124F-4C85-8E3A-53C655A80277}" type="parTrans" cxnId="{CD2EF860-B6E6-4970-9CE1-960A873F9E03}">
      <dgm:prSet/>
      <dgm:spPr/>
      <dgm:t>
        <a:bodyPr/>
        <a:lstStyle/>
        <a:p>
          <a:endParaRPr lang="fr-FR"/>
        </a:p>
      </dgm:t>
    </dgm:pt>
    <dgm:pt modelId="{9D595E91-E163-4DBC-9C25-51AC86C18320}" type="sibTrans" cxnId="{CD2EF860-B6E6-4970-9CE1-960A873F9E03}">
      <dgm:prSet/>
      <dgm:spPr/>
      <dgm:t>
        <a:bodyPr/>
        <a:lstStyle/>
        <a:p>
          <a:endParaRPr lang="fr-FR"/>
        </a:p>
      </dgm:t>
    </dgm:pt>
    <dgm:pt modelId="{5F8FAF01-6735-4D35-A1A0-83B0FF19BA04}">
      <dgm:prSet/>
      <dgm:spPr/>
      <dgm:t>
        <a:bodyPr/>
        <a:lstStyle/>
        <a:p>
          <a:pPr>
            <a:buFont typeface="+mj-lt"/>
            <a:buAutoNum type="arabicPeriod"/>
          </a:pPr>
          <a:r>
            <a:rPr lang="en-US"/>
            <a:t>Know how catchy you can be</a:t>
          </a:r>
        </a:p>
      </dgm:t>
    </dgm:pt>
    <dgm:pt modelId="{9C4EFDC2-6371-4654-961E-7712B6C9BACD}" type="parTrans" cxnId="{B3EB9E1D-7F18-4866-ACDE-FD2A05C0931A}">
      <dgm:prSet/>
      <dgm:spPr/>
      <dgm:t>
        <a:bodyPr/>
        <a:lstStyle/>
        <a:p>
          <a:endParaRPr lang="fr-FR"/>
        </a:p>
      </dgm:t>
    </dgm:pt>
    <dgm:pt modelId="{F23E4293-1DB3-4AB1-9411-2569A378260C}" type="sibTrans" cxnId="{B3EB9E1D-7F18-4866-ACDE-FD2A05C0931A}">
      <dgm:prSet/>
      <dgm:spPr/>
      <dgm:t>
        <a:bodyPr/>
        <a:lstStyle/>
        <a:p>
          <a:endParaRPr lang="fr-FR"/>
        </a:p>
      </dgm:t>
    </dgm:pt>
    <dgm:pt modelId="{0B4EC4FD-C54B-49EF-BC85-1325662E1703}">
      <dgm:prSet/>
      <dgm:spPr/>
      <dgm:t>
        <a:bodyPr/>
        <a:lstStyle/>
        <a:p>
          <a:pPr>
            <a:buFont typeface="+mj-lt"/>
            <a:buAutoNum type="arabicPeriod"/>
          </a:pPr>
          <a:r>
            <a:rPr lang="en-US"/>
            <a:t>Choose the right content format, balancing scalability and undivided attention</a:t>
          </a:r>
        </a:p>
      </dgm:t>
    </dgm:pt>
    <dgm:pt modelId="{FF037BFE-7DAC-41C0-B019-E313C8CB0951}" type="parTrans" cxnId="{9C710147-929A-48C8-BACE-B312647F84F2}">
      <dgm:prSet/>
      <dgm:spPr/>
      <dgm:t>
        <a:bodyPr/>
        <a:lstStyle/>
        <a:p>
          <a:endParaRPr lang="fr-FR"/>
        </a:p>
      </dgm:t>
    </dgm:pt>
    <dgm:pt modelId="{DA9A3811-6AF2-47C3-AC8B-0F541759AEBA}" type="sibTrans" cxnId="{9C710147-929A-48C8-BACE-B312647F84F2}">
      <dgm:prSet/>
      <dgm:spPr/>
      <dgm:t>
        <a:bodyPr/>
        <a:lstStyle/>
        <a:p>
          <a:endParaRPr lang="fr-FR"/>
        </a:p>
      </dgm:t>
    </dgm:pt>
    <dgm:pt modelId="{27FDA1E5-1347-4F00-9C08-583F28458DBD}">
      <dgm:prSet/>
      <dgm:spPr/>
      <dgm:t>
        <a:bodyPr/>
        <a:lstStyle/>
        <a:p>
          <a:pPr>
            <a:buFont typeface="+mj-lt"/>
            <a:buAutoNum type="arabicPeriod"/>
          </a:pPr>
          <a:r>
            <a:rPr lang="en-US"/>
            <a:t>Know your next move</a:t>
          </a:r>
        </a:p>
      </dgm:t>
    </dgm:pt>
    <dgm:pt modelId="{0148C0DB-AE96-4AC7-BB2C-877D42D7FD95}" type="parTrans" cxnId="{C552B21F-A06F-4CC4-A1CC-773B5177F8BE}">
      <dgm:prSet/>
      <dgm:spPr/>
      <dgm:t>
        <a:bodyPr/>
        <a:lstStyle/>
        <a:p>
          <a:endParaRPr lang="fr-FR"/>
        </a:p>
      </dgm:t>
    </dgm:pt>
    <dgm:pt modelId="{3B8C24EE-89A2-41E3-B9C8-C1A79AEA9116}" type="sibTrans" cxnId="{C552B21F-A06F-4CC4-A1CC-773B5177F8BE}">
      <dgm:prSet/>
      <dgm:spPr/>
      <dgm:t>
        <a:bodyPr/>
        <a:lstStyle/>
        <a:p>
          <a:endParaRPr lang="fr-FR"/>
        </a:p>
      </dgm:t>
    </dgm:pt>
    <dgm:pt modelId="{FCEEEF12-50F5-4FFE-BCF4-39841D270D6A}">
      <dgm:prSet/>
      <dgm:spPr/>
      <dgm:t>
        <a:bodyPr/>
        <a:lstStyle/>
        <a:p>
          <a:pPr>
            <a:buFont typeface="+mj-lt"/>
            <a:buAutoNum type="arabicPeriod"/>
          </a:pPr>
          <a:r>
            <a:rPr lang="en-US"/>
            <a:t>Engage audience in your content</a:t>
          </a:r>
        </a:p>
      </dgm:t>
    </dgm:pt>
    <dgm:pt modelId="{22555012-E025-48E1-A5C8-499186879D54}" type="parTrans" cxnId="{C50CBC5E-EC7F-433F-B3D5-2C551E29921E}">
      <dgm:prSet/>
      <dgm:spPr/>
      <dgm:t>
        <a:bodyPr/>
        <a:lstStyle/>
        <a:p>
          <a:endParaRPr lang="fr-FR"/>
        </a:p>
      </dgm:t>
    </dgm:pt>
    <dgm:pt modelId="{A37C8510-9752-456F-8883-31B8E6BC19EA}" type="sibTrans" cxnId="{C50CBC5E-EC7F-433F-B3D5-2C551E29921E}">
      <dgm:prSet/>
      <dgm:spPr/>
      <dgm:t>
        <a:bodyPr/>
        <a:lstStyle/>
        <a:p>
          <a:endParaRPr lang="fr-FR"/>
        </a:p>
      </dgm:t>
    </dgm:pt>
    <dgm:pt modelId="{C8840FB9-F5B4-4EFB-B527-25D0F6E7D295}">
      <dgm:prSet/>
      <dgm:spPr/>
      <dgm:t>
        <a:bodyPr/>
        <a:lstStyle/>
        <a:p>
          <a:pPr>
            <a:buFont typeface="+mj-lt"/>
            <a:buAutoNum type="arabicPeriod"/>
          </a:pPr>
          <a:r>
            <a:rPr lang="en-US"/>
            <a:t>Understand the Community Desert Circle</a:t>
          </a:r>
        </a:p>
      </dgm:t>
    </dgm:pt>
    <dgm:pt modelId="{B6FE0770-2CB8-4C13-8EFF-2C553D6CEB92}" type="parTrans" cxnId="{DA997214-4442-4291-B489-24E97B758063}">
      <dgm:prSet/>
      <dgm:spPr/>
      <dgm:t>
        <a:bodyPr/>
        <a:lstStyle/>
        <a:p>
          <a:endParaRPr lang="fr-FR"/>
        </a:p>
      </dgm:t>
    </dgm:pt>
    <dgm:pt modelId="{3AB2B66D-65B5-485D-AA27-BFC9FBA2399C}" type="sibTrans" cxnId="{DA997214-4442-4291-B489-24E97B758063}">
      <dgm:prSet/>
      <dgm:spPr/>
      <dgm:t>
        <a:bodyPr/>
        <a:lstStyle/>
        <a:p>
          <a:endParaRPr lang="fr-FR"/>
        </a:p>
      </dgm:t>
    </dgm:pt>
    <dgm:pt modelId="{511D60C9-B4E8-4C38-B865-CDC304B900B4}">
      <dgm:prSet/>
      <dgm:spPr/>
      <dgm:t>
        <a:bodyPr/>
        <a:lstStyle/>
        <a:p>
          <a:pPr>
            <a:buFont typeface="+mj-lt"/>
            <a:buAutoNum type="arabicPeriod"/>
          </a:pPr>
          <a:r>
            <a:rPr lang="en-US"/>
            <a:t>Choose between creating and curating</a:t>
          </a:r>
        </a:p>
      </dgm:t>
    </dgm:pt>
    <dgm:pt modelId="{0216A04D-4E0C-40D9-99DF-0D5246B03F09}" type="parTrans" cxnId="{23A6667E-0691-4B19-879F-891AD04CEEE0}">
      <dgm:prSet/>
      <dgm:spPr/>
      <dgm:t>
        <a:bodyPr/>
        <a:lstStyle/>
        <a:p>
          <a:endParaRPr lang="fr-FR"/>
        </a:p>
      </dgm:t>
    </dgm:pt>
    <dgm:pt modelId="{49C1FEFB-732A-4341-8CF5-625434DC6ADE}" type="sibTrans" cxnId="{23A6667E-0691-4B19-879F-891AD04CEEE0}">
      <dgm:prSet/>
      <dgm:spPr/>
      <dgm:t>
        <a:bodyPr/>
        <a:lstStyle/>
        <a:p>
          <a:endParaRPr lang="fr-FR"/>
        </a:p>
      </dgm:t>
    </dgm:pt>
    <dgm:pt modelId="{354B2D11-3A68-4CFF-B969-C4662FFA76F2}" type="pres">
      <dgm:prSet presAssocID="{A749CDFB-85F2-4B45-9DCB-5EB350C8BCC3}" presName="Name0" presStyleCnt="0">
        <dgm:presLayoutVars>
          <dgm:dir/>
          <dgm:animLvl val="lvl"/>
          <dgm:resizeHandles val="exact"/>
        </dgm:presLayoutVars>
      </dgm:prSet>
      <dgm:spPr/>
    </dgm:pt>
    <dgm:pt modelId="{CB1583C8-E373-4A0A-9A4F-97CBF07998B0}" type="pres">
      <dgm:prSet presAssocID="{AD4AF4A3-4786-4CFC-8B1B-62416CB69073}" presName="composite" presStyleCnt="0"/>
      <dgm:spPr/>
    </dgm:pt>
    <dgm:pt modelId="{67026E10-4716-4639-A657-2E16EA53879E}" type="pres">
      <dgm:prSet presAssocID="{AD4AF4A3-4786-4CFC-8B1B-62416CB69073}" presName="parTx" presStyleLbl="alignNode1" presStyleIdx="0" presStyleCnt="2">
        <dgm:presLayoutVars>
          <dgm:chMax val="0"/>
          <dgm:chPref val="0"/>
          <dgm:bulletEnabled val="1"/>
        </dgm:presLayoutVars>
      </dgm:prSet>
      <dgm:spPr/>
    </dgm:pt>
    <dgm:pt modelId="{C359CBB0-7154-4945-9FFB-18F0CE823382}" type="pres">
      <dgm:prSet presAssocID="{AD4AF4A3-4786-4CFC-8B1B-62416CB69073}" presName="desTx" presStyleLbl="alignAccFollowNode1" presStyleIdx="0" presStyleCnt="2">
        <dgm:presLayoutVars>
          <dgm:bulletEnabled val="1"/>
        </dgm:presLayoutVars>
      </dgm:prSet>
      <dgm:spPr/>
    </dgm:pt>
    <dgm:pt modelId="{3FF26837-A003-4680-B40F-947DB080A07E}" type="pres">
      <dgm:prSet presAssocID="{08E52B32-7A94-430A-A2AF-309C0AA85C07}" presName="space" presStyleCnt="0"/>
      <dgm:spPr/>
    </dgm:pt>
    <dgm:pt modelId="{31BB4D98-B298-4633-80FF-15DBECA72152}" type="pres">
      <dgm:prSet presAssocID="{DA43E7CB-3EFB-467C-AB5B-97649BCE4244}" presName="composite" presStyleCnt="0"/>
      <dgm:spPr/>
    </dgm:pt>
    <dgm:pt modelId="{C94BF5E9-E3BA-4C3D-A9DD-854FF82AB7A0}" type="pres">
      <dgm:prSet presAssocID="{DA43E7CB-3EFB-467C-AB5B-97649BCE4244}" presName="parTx" presStyleLbl="alignNode1" presStyleIdx="1" presStyleCnt="2">
        <dgm:presLayoutVars>
          <dgm:chMax val="0"/>
          <dgm:chPref val="0"/>
          <dgm:bulletEnabled val="1"/>
        </dgm:presLayoutVars>
      </dgm:prSet>
      <dgm:spPr/>
    </dgm:pt>
    <dgm:pt modelId="{9C43EC8D-417E-4BBA-9E0D-8DD3492F0ADB}" type="pres">
      <dgm:prSet presAssocID="{DA43E7CB-3EFB-467C-AB5B-97649BCE4244}" presName="desTx" presStyleLbl="alignAccFollowNode1" presStyleIdx="1" presStyleCnt="2">
        <dgm:presLayoutVars>
          <dgm:bulletEnabled val="1"/>
        </dgm:presLayoutVars>
      </dgm:prSet>
      <dgm:spPr/>
    </dgm:pt>
  </dgm:ptLst>
  <dgm:cxnLst>
    <dgm:cxn modelId="{1892AE06-E1CC-4F81-A644-C952490F2A98}" type="presOf" srcId="{D9A74DDD-991D-4818-B3CB-E382A76E0BAF}" destId="{9C43EC8D-417E-4BBA-9E0D-8DD3492F0ADB}" srcOrd="0" destOrd="1" presId="urn:microsoft.com/office/officeart/2005/8/layout/hList1"/>
    <dgm:cxn modelId="{CE3D4F09-F505-41C4-A506-772DD769F4F9}" srcId="{AD4AF4A3-4786-4CFC-8B1B-62416CB69073}" destId="{D7B95D85-44BB-4BA0-B4A8-64A401A2032A}" srcOrd="1" destOrd="0" parTransId="{0734F6F7-24FC-4975-AFFF-FA7DBA9D4AA4}" sibTransId="{B0757E44-B677-4EE6-9A79-FF33A0672F2C}"/>
    <dgm:cxn modelId="{792D5613-87A6-4E79-964D-60623AE69F06}" type="presOf" srcId="{511D60C9-B4E8-4C38-B865-CDC304B900B4}" destId="{9C43EC8D-417E-4BBA-9E0D-8DD3492F0ADB}" srcOrd="0" destOrd="7" presId="urn:microsoft.com/office/officeart/2005/8/layout/hList1"/>
    <dgm:cxn modelId="{DA997214-4442-4291-B489-24E97B758063}" srcId="{DA43E7CB-3EFB-467C-AB5B-97649BCE4244}" destId="{C8840FB9-F5B4-4EFB-B527-25D0F6E7D295}" srcOrd="6" destOrd="0" parTransId="{B6FE0770-2CB8-4C13-8EFF-2C553D6CEB92}" sibTransId="{3AB2B66D-65B5-485D-AA27-BFC9FBA2399C}"/>
    <dgm:cxn modelId="{90311F1A-6248-46E9-9922-22A9266D310E}" type="presOf" srcId="{ADFBC8AE-FD18-4369-86D4-358E8BA7BC83}" destId="{C359CBB0-7154-4945-9FFB-18F0CE823382}" srcOrd="0" destOrd="2" presId="urn:microsoft.com/office/officeart/2005/8/layout/hList1"/>
    <dgm:cxn modelId="{B3EB9E1D-7F18-4866-ACDE-FD2A05C0931A}" srcId="{DA43E7CB-3EFB-467C-AB5B-97649BCE4244}" destId="{5F8FAF01-6735-4D35-A1A0-83B0FF19BA04}" srcOrd="2" destOrd="0" parTransId="{9C4EFDC2-6371-4654-961E-7712B6C9BACD}" sibTransId="{F23E4293-1DB3-4AB1-9411-2569A378260C}"/>
    <dgm:cxn modelId="{C552B21F-A06F-4CC4-A1CC-773B5177F8BE}" srcId="{DA43E7CB-3EFB-467C-AB5B-97649BCE4244}" destId="{27FDA1E5-1347-4F00-9C08-583F28458DBD}" srcOrd="4" destOrd="0" parTransId="{0148C0DB-AE96-4AC7-BB2C-877D42D7FD95}" sibTransId="{3B8C24EE-89A2-41E3-B9C8-C1A79AEA9116}"/>
    <dgm:cxn modelId="{17879B21-D13A-4591-B91C-0F15493CDA9E}" type="presOf" srcId="{F64FADDA-BE1B-4E4E-BADB-BAE52EA5CC53}" destId="{C359CBB0-7154-4945-9FFB-18F0CE823382}" srcOrd="0" destOrd="0" presId="urn:microsoft.com/office/officeart/2005/8/layout/hList1"/>
    <dgm:cxn modelId="{26E3C523-59DE-4D74-8EAD-47863868F0D6}" srcId="{DA43E7CB-3EFB-467C-AB5B-97649BCE4244}" destId="{BBD66B36-B20D-41D1-9810-F62F4CCB5838}" srcOrd="0" destOrd="0" parTransId="{8587C4F7-D0BE-4C67-BD1A-C2904884EF98}" sibTransId="{3FA23666-E7A4-462C-918C-6398FBF0236D}"/>
    <dgm:cxn modelId="{71B1D13E-D9C0-459D-A890-8BAF914C1BBB}" srcId="{A749CDFB-85F2-4B45-9DCB-5EB350C8BCC3}" destId="{AD4AF4A3-4786-4CFC-8B1B-62416CB69073}" srcOrd="0" destOrd="0" parTransId="{7A154485-0BBC-4B9C-87E8-DB24E6CD7FDA}" sibTransId="{08E52B32-7A94-430A-A2AF-309C0AA85C07}"/>
    <dgm:cxn modelId="{D2B4175B-2300-4431-BE56-5615583F2170}" type="presOf" srcId="{D7B95D85-44BB-4BA0-B4A8-64A401A2032A}" destId="{C359CBB0-7154-4945-9FFB-18F0CE823382}" srcOrd="0" destOrd="1" presId="urn:microsoft.com/office/officeart/2005/8/layout/hList1"/>
    <dgm:cxn modelId="{654A705C-14F4-4A7F-BCEB-D2BEB225ADB5}" type="presOf" srcId="{BBD66B36-B20D-41D1-9810-F62F4CCB5838}" destId="{9C43EC8D-417E-4BBA-9E0D-8DD3492F0ADB}" srcOrd="0" destOrd="0" presId="urn:microsoft.com/office/officeart/2005/8/layout/hList1"/>
    <dgm:cxn modelId="{C50CBC5E-EC7F-433F-B3D5-2C551E29921E}" srcId="{DA43E7CB-3EFB-467C-AB5B-97649BCE4244}" destId="{FCEEEF12-50F5-4FFE-BCF4-39841D270D6A}" srcOrd="5" destOrd="0" parTransId="{22555012-E025-48E1-A5C8-499186879D54}" sibTransId="{A37C8510-9752-456F-8883-31B8E6BC19EA}"/>
    <dgm:cxn modelId="{CD2EF860-B6E6-4970-9CE1-960A873F9E03}" srcId="{DA43E7CB-3EFB-467C-AB5B-97649BCE4244}" destId="{D9A74DDD-991D-4818-B3CB-E382A76E0BAF}" srcOrd="1" destOrd="0" parTransId="{C7840A57-124F-4C85-8E3A-53C655A80277}" sibTransId="{9D595E91-E163-4DBC-9C25-51AC86C18320}"/>
    <dgm:cxn modelId="{9C710147-929A-48C8-BACE-B312647F84F2}" srcId="{DA43E7CB-3EFB-467C-AB5B-97649BCE4244}" destId="{0B4EC4FD-C54B-49EF-BC85-1325662E1703}" srcOrd="3" destOrd="0" parTransId="{FF037BFE-7DAC-41C0-B019-E313C8CB0951}" sibTransId="{DA9A3811-6AF2-47C3-AC8B-0F541759AEBA}"/>
    <dgm:cxn modelId="{A49DBE6D-159E-48D6-8CD9-8A2B9C7186AA}" type="presOf" srcId="{A749CDFB-85F2-4B45-9DCB-5EB350C8BCC3}" destId="{354B2D11-3A68-4CFF-B969-C4662FFA76F2}" srcOrd="0" destOrd="0" presId="urn:microsoft.com/office/officeart/2005/8/layout/hList1"/>
    <dgm:cxn modelId="{54E9C957-5874-4BFB-885C-4E1603D22574}" type="presOf" srcId="{0B4EC4FD-C54B-49EF-BC85-1325662E1703}" destId="{9C43EC8D-417E-4BBA-9E0D-8DD3492F0ADB}" srcOrd="0" destOrd="3" presId="urn:microsoft.com/office/officeart/2005/8/layout/hList1"/>
    <dgm:cxn modelId="{23A6667E-0691-4B19-879F-891AD04CEEE0}" srcId="{DA43E7CB-3EFB-467C-AB5B-97649BCE4244}" destId="{511D60C9-B4E8-4C38-B865-CDC304B900B4}" srcOrd="7" destOrd="0" parTransId="{0216A04D-4E0C-40D9-99DF-0D5246B03F09}" sibTransId="{49C1FEFB-732A-4341-8CF5-625434DC6ADE}"/>
    <dgm:cxn modelId="{4F4FEC80-07BE-4931-9595-F9B3E110ADF2}" type="presOf" srcId="{C8840FB9-F5B4-4EFB-B527-25D0F6E7D295}" destId="{9C43EC8D-417E-4BBA-9E0D-8DD3492F0ADB}" srcOrd="0" destOrd="6" presId="urn:microsoft.com/office/officeart/2005/8/layout/hList1"/>
    <dgm:cxn modelId="{BDFF4E85-094F-452E-954A-7C7788E29811}" type="presOf" srcId="{DA43E7CB-3EFB-467C-AB5B-97649BCE4244}" destId="{C94BF5E9-E3BA-4C3D-A9DD-854FF82AB7A0}" srcOrd="0" destOrd="0" presId="urn:microsoft.com/office/officeart/2005/8/layout/hList1"/>
    <dgm:cxn modelId="{F377808C-9920-4F70-9C04-B1ECD33BAB70}" type="presOf" srcId="{57113144-51EA-489E-9535-00F003465B8A}" destId="{C359CBB0-7154-4945-9FFB-18F0CE823382}" srcOrd="0" destOrd="3" presId="urn:microsoft.com/office/officeart/2005/8/layout/hList1"/>
    <dgm:cxn modelId="{9C33B098-BB22-43C8-984F-6B958626B7BD}" type="presOf" srcId="{AD4AF4A3-4786-4CFC-8B1B-62416CB69073}" destId="{67026E10-4716-4639-A657-2E16EA53879E}" srcOrd="0" destOrd="0" presId="urn:microsoft.com/office/officeart/2005/8/layout/hList1"/>
    <dgm:cxn modelId="{1E1ADD99-172B-4979-A8BA-8560AB32BE31}" srcId="{AD4AF4A3-4786-4CFC-8B1B-62416CB69073}" destId="{ADFBC8AE-FD18-4369-86D4-358E8BA7BC83}" srcOrd="2" destOrd="0" parTransId="{9073B7AA-AA5A-408A-8B0C-7F922DD21A10}" sibTransId="{608EBA7D-B37A-47F5-A327-55337E39F27B}"/>
    <dgm:cxn modelId="{108E3DA6-A2F4-45EC-9593-AEBE3CB2DE92}" srcId="{AD4AF4A3-4786-4CFC-8B1B-62416CB69073}" destId="{F64FADDA-BE1B-4E4E-BADB-BAE52EA5CC53}" srcOrd="0" destOrd="0" parTransId="{AB91F2BE-3911-4EEC-B4DA-937B8C2445EB}" sibTransId="{AE794041-7F63-43CA-9B58-B62AD5CEF156}"/>
    <dgm:cxn modelId="{0484C0AB-8E85-44C6-AE49-ED64B60DC31A}" type="presOf" srcId="{27FDA1E5-1347-4F00-9C08-583F28458DBD}" destId="{9C43EC8D-417E-4BBA-9E0D-8DD3492F0ADB}" srcOrd="0" destOrd="4" presId="urn:microsoft.com/office/officeart/2005/8/layout/hList1"/>
    <dgm:cxn modelId="{748F3FBD-9A45-4BD4-B5A5-9756ABDEC4CD}" type="presOf" srcId="{FCEEEF12-50F5-4FFE-BCF4-39841D270D6A}" destId="{9C43EC8D-417E-4BBA-9E0D-8DD3492F0ADB}" srcOrd="0" destOrd="5" presId="urn:microsoft.com/office/officeart/2005/8/layout/hList1"/>
    <dgm:cxn modelId="{7D0F9BD5-E429-4C85-9EB0-8749420194E1}" srcId="{AD4AF4A3-4786-4CFC-8B1B-62416CB69073}" destId="{57113144-51EA-489E-9535-00F003465B8A}" srcOrd="3" destOrd="0" parTransId="{D2C50F78-1B32-4A3C-A133-1E7655CAE2D3}" sibTransId="{B8B1EDAF-5F11-4DFA-95E5-EDABC224FAFA}"/>
    <dgm:cxn modelId="{38DDECDE-7FDC-41DA-8CB8-5FF91BF9BBDC}" type="presOf" srcId="{5F8FAF01-6735-4D35-A1A0-83B0FF19BA04}" destId="{9C43EC8D-417E-4BBA-9E0D-8DD3492F0ADB}" srcOrd="0" destOrd="2" presId="urn:microsoft.com/office/officeart/2005/8/layout/hList1"/>
    <dgm:cxn modelId="{88D429E5-69C1-463D-8893-B20074B49CBB}" srcId="{A749CDFB-85F2-4B45-9DCB-5EB350C8BCC3}" destId="{DA43E7CB-3EFB-467C-AB5B-97649BCE4244}" srcOrd="1" destOrd="0" parTransId="{9ABC1C8F-C59B-48AF-88F4-F81C03175A67}" sibTransId="{BC73D8C8-BFF1-4396-90D2-C993E908D2C4}"/>
    <dgm:cxn modelId="{557E1566-D6E9-42B3-A5CB-C2C94A6FD07D}" type="presParOf" srcId="{354B2D11-3A68-4CFF-B969-C4662FFA76F2}" destId="{CB1583C8-E373-4A0A-9A4F-97CBF07998B0}" srcOrd="0" destOrd="0" presId="urn:microsoft.com/office/officeart/2005/8/layout/hList1"/>
    <dgm:cxn modelId="{F4C8A260-7F0B-4809-9655-1E6639DE41E7}" type="presParOf" srcId="{CB1583C8-E373-4A0A-9A4F-97CBF07998B0}" destId="{67026E10-4716-4639-A657-2E16EA53879E}" srcOrd="0" destOrd="0" presId="urn:microsoft.com/office/officeart/2005/8/layout/hList1"/>
    <dgm:cxn modelId="{84FC8EED-6D93-4738-B78F-DA46B71F5280}" type="presParOf" srcId="{CB1583C8-E373-4A0A-9A4F-97CBF07998B0}" destId="{C359CBB0-7154-4945-9FFB-18F0CE823382}" srcOrd="1" destOrd="0" presId="urn:microsoft.com/office/officeart/2005/8/layout/hList1"/>
    <dgm:cxn modelId="{E80FAFA5-F689-4F3E-BA80-C1E70375DC32}" type="presParOf" srcId="{354B2D11-3A68-4CFF-B969-C4662FFA76F2}" destId="{3FF26837-A003-4680-B40F-947DB080A07E}" srcOrd="1" destOrd="0" presId="urn:microsoft.com/office/officeart/2005/8/layout/hList1"/>
    <dgm:cxn modelId="{2411116F-BAAC-4C3D-AAAC-AF9A6B1C97C6}" type="presParOf" srcId="{354B2D11-3A68-4CFF-B969-C4662FFA76F2}" destId="{31BB4D98-B298-4633-80FF-15DBECA72152}" srcOrd="2" destOrd="0" presId="urn:microsoft.com/office/officeart/2005/8/layout/hList1"/>
    <dgm:cxn modelId="{E8942918-0C45-4DE9-B0A9-DF3993D9F481}" type="presParOf" srcId="{31BB4D98-B298-4633-80FF-15DBECA72152}" destId="{C94BF5E9-E3BA-4C3D-A9DD-854FF82AB7A0}" srcOrd="0" destOrd="0" presId="urn:microsoft.com/office/officeart/2005/8/layout/hList1"/>
    <dgm:cxn modelId="{0BAA033B-40D7-47A1-86FD-E2F346FCE231}" type="presParOf" srcId="{31BB4D98-B298-4633-80FF-15DBECA72152}" destId="{9C43EC8D-417E-4BBA-9E0D-8DD3492F0ADB}" srcOrd="1" destOrd="0" presId="urn:microsoft.com/office/officeart/2005/8/layout/h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A749CDFB-85F2-4B45-9DCB-5EB350C8BCC3}" type="doc">
      <dgm:prSet loTypeId="urn:microsoft.com/office/officeart/2005/8/layout/hList1" loCatId="list" qsTypeId="urn:microsoft.com/office/officeart/2005/8/quickstyle/simple1" qsCatId="simple" csTypeId="urn:microsoft.com/office/officeart/2005/8/colors/accent1_2" csCatId="accent1" phldr="1"/>
      <dgm:spPr/>
      <dgm:t>
        <a:bodyPr/>
        <a:lstStyle/>
        <a:p>
          <a:endParaRPr lang="en-US"/>
        </a:p>
      </dgm:t>
    </dgm:pt>
    <dgm:pt modelId="{7C74151C-4A5B-447F-8A03-57774BDB9793}">
      <dgm:prSet/>
      <dgm:spPr>
        <a:solidFill>
          <a:srgbClr val="EC7B2B"/>
        </a:solidFill>
        <a:ln>
          <a:noFill/>
        </a:ln>
      </dgm:spPr>
      <dgm:t>
        <a:bodyPr/>
        <a:lstStyle/>
        <a:p>
          <a:r>
            <a:rPr lang="en-US">
              <a:solidFill>
                <a:schemeClr val="tx1"/>
              </a:solidFill>
            </a:rPr>
            <a:t>People Link Challenges</a:t>
          </a:r>
        </a:p>
      </dgm:t>
    </dgm:pt>
    <dgm:pt modelId="{8A2F1582-2295-4CD6-ACD5-64CE41345C2F}" type="parTrans" cxnId="{DDAFAE19-57BC-4729-88E6-B9D6CA1EF128}">
      <dgm:prSet/>
      <dgm:spPr/>
      <dgm:t>
        <a:bodyPr/>
        <a:lstStyle/>
        <a:p>
          <a:endParaRPr lang="en-US"/>
        </a:p>
      </dgm:t>
    </dgm:pt>
    <dgm:pt modelId="{B969A61E-FFDF-467D-8203-7C65D4619752}" type="sibTrans" cxnId="{DDAFAE19-57BC-4729-88E6-B9D6CA1EF128}">
      <dgm:prSet/>
      <dgm:spPr/>
      <dgm:t>
        <a:bodyPr/>
        <a:lstStyle/>
        <a:p>
          <a:endParaRPr lang="en-US"/>
        </a:p>
      </dgm:t>
    </dgm:pt>
    <dgm:pt modelId="{95035A09-E0E3-4F4E-97F6-AD6AC930F86A}">
      <dgm:prSet/>
      <dgm:spPr>
        <a:solidFill>
          <a:srgbClr val="EC7B2B"/>
        </a:solidFill>
        <a:ln>
          <a:noFill/>
        </a:ln>
      </dgm:spPr>
      <dgm:t>
        <a:bodyPr/>
        <a:lstStyle/>
        <a:p>
          <a:r>
            <a:rPr lang="en-US">
              <a:solidFill>
                <a:schemeClr val="tx1"/>
              </a:solidFill>
            </a:rPr>
            <a:t>Other Challenges</a:t>
          </a:r>
        </a:p>
      </dgm:t>
    </dgm:pt>
    <dgm:pt modelId="{2F470CB0-3BB9-4378-A9E3-BB0F9D21A7FB}" type="parTrans" cxnId="{98DEDD1F-A3DC-40E9-AC6D-D181F5DD8CFE}">
      <dgm:prSet/>
      <dgm:spPr/>
      <dgm:t>
        <a:bodyPr/>
        <a:lstStyle/>
        <a:p>
          <a:endParaRPr lang="en-US"/>
        </a:p>
      </dgm:t>
    </dgm:pt>
    <dgm:pt modelId="{9237A9DE-BF3D-45B5-AC6B-34498C1DDAC5}" type="sibTrans" cxnId="{98DEDD1F-A3DC-40E9-AC6D-D181F5DD8CFE}">
      <dgm:prSet/>
      <dgm:spPr/>
      <dgm:t>
        <a:bodyPr/>
        <a:lstStyle/>
        <a:p>
          <a:endParaRPr lang="en-US"/>
        </a:p>
      </dgm:t>
    </dgm:pt>
    <dgm:pt modelId="{4196A958-1F29-4025-8AC3-B2A3B4AABAA7}">
      <dgm:prSet/>
      <dgm:spPr>
        <a:solidFill>
          <a:srgbClr val="EC7B2B">
            <a:alpha val="30196"/>
          </a:srgbClr>
        </a:solidFill>
      </dgm:spPr>
      <dgm:t>
        <a:bodyPr/>
        <a:lstStyle/>
        <a:p>
          <a:pPr>
            <a:buFont typeface="+mj-lt"/>
            <a:buAutoNum type="arabicPeriod"/>
          </a:pPr>
          <a:r>
            <a:rPr lang="en-US"/>
            <a:t>Identify Link dynamics</a:t>
          </a:r>
        </a:p>
      </dgm:t>
    </dgm:pt>
    <dgm:pt modelId="{399FD6AA-6478-4450-BE85-A7E92E564A54}" type="parTrans" cxnId="{7BF1CC43-6625-47C4-BDC7-07EE67C9BA51}">
      <dgm:prSet/>
      <dgm:spPr/>
      <dgm:t>
        <a:bodyPr/>
        <a:lstStyle/>
        <a:p>
          <a:endParaRPr lang="fr-FR"/>
        </a:p>
      </dgm:t>
    </dgm:pt>
    <dgm:pt modelId="{EC581E87-9354-4006-801D-EFAE2DBBE660}" type="sibTrans" cxnId="{7BF1CC43-6625-47C4-BDC7-07EE67C9BA51}">
      <dgm:prSet/>
      <dgm:spPr/>
      <dgm:t>
        <a:bodyPr/>
        <a:lstStyle/>
        <a:p>
          <a:endParaRPr lang="fr-FR"/>
        </a:p>
      </dgm:t>
    </dgm:pt>
    <dgm:pt modelId="{8C729156-DD27-44ED-868A-B16422CAB6A3}">
      <dgm:prSet/>
      <dgm:spPr>
        <a:solidFill>
          <a:srgbClr val="EC7B2B">
            <a:alpha val="30196"/>
          </a:srgbClr>
        </a:solidFill>
      </dgm:spPr>
      <dgm:t>
        <a:bodyPr/>
        <a:lstStyle/>
        <a:p>
          <a:pPr>
            <a:buFont typeface="+mj-lt"/>
            <a:buAutoNum type="arabicPeriod"/>
          </a:pPr>
          <a:r>
            <a:rPr lang="en-US"/>
            <a:t>Assess the importance of Link</a:t>
          </a:r>
        </a:p>
      </dgm:t>
    </dgm:pt>
    <dgm:pt modelId="{EDA5B305-0275-465B-92C5-0752292CC23E}" type="sibTrans" cxnId="{9112C532-35BF-4316-8741-D681BEFC18DA}">
      <dgm:prSet/>
      <dgm:spPr/>
      <dgm:t>
        <a:bodyPr/>
        <a:lstStyle/>
        <a:p>
          <a:endParaRPr lang="en-US"/>
        </a:p>
      </dgm:t>
    </dgm:pt>
    <dgm:pt modelId="{29735C53-498D-43C7-AB4C-59819B1E4E59}" type="parTrans" cxnId="{9112C532-35BF-4316-8741-D681BEFC18DA}">
      <dgm:prSet/>
      <dgm:spPr/>
      <dgm:t>
        <a:bodyPr/>
        <a:lstStyle/>
        <a:p>
          <a:endParaRPr lang="en-US"/>
        </a:p>
      </dgm:t>
    </dgm:pt>
    <dgm:pt modelId="{E747DF3D-0129-4F87-AE68-768DDF3A28CA}">
      <dgm:prSet/>
      <dgm:spPr>
        <a:solidFill>
          <a:srgbClr val="EC7B2B">
            <a:alpha val="30196"/>
          </a:srgbClr>
        </a:solidFill>
      </dgm:spPr>
      <dgm:t>
        <a:bodyPr/>
        <a:lstStyle/>
        <a:p>
          <a:pPr>
            <a:buFont typeface="+mj-lt"/>
            <a:buAutoNum type="arabicPeriod"/>
          </a:pPr>
          <a:r>
            <a:rPr lang="en-US"/>
            <a:t>Figure out 360 expectations</a:t>
          </a:r>
        </a:p>
      </dgm:t>
    </dgm:pt>
    <dgm:pt modelId="{6C10AC80-FBB3-47B3-B895-BC993FB145DD}" type="parTrans" cxnId="{EFE7E057-8C22-4D6A-8CE9-EC43DEB77811}">
      <dgm:prSet/>
      <dgm:spPr/>
      <dgm:t>
        <a:bodyPr/>
        <a:lstStyle/>
        <a:p>
          <a:endParaRPr lang="fr-FR"/>
        </a:p>
      </dgm:t>
    </dgm:pt>
    <dgm:pt modelId="{96110F7B-8AE8-4389-9F87-464839FF9C4E}" type="sibTrans" cxnId="{EFE7E057-8C22-4D6A-8CE9-EC43DEB77811}">
      <dgm:prSet/>
      <dgm:spPr/>
      <dgm:t>
        <a:bodyPr/>
        <a:lstStyle/>
        <a:p>
          <a:endParaRPr lang="fr-FR"/>
        </a:p>
      </dgm:t>
    </dgm:pt>
    <dgm:pt modelId="{59F72B3A-B090-4171-B959-ED02C5FD1DA3}">
      <dgm:prSet/>
      <dgm:spPr>
        <a:solidFill>
          <a:srgbClr val="EC7B2B">
            <a:alpha val="30196"/>
          </a:srgbClr>
        </a:solidFill>
      </dgm:spPr>
      <dgm:t>
        <a:bodyPr/>
        <a:lstStyle/>
        <a:p>
          <a:pPr>
            <a:buFont typeface="+mj-lt"/>
            <a:buAutoNum type="arabicPeriod"/>
          </a:pPr>
          <a:r>
            <a:rPr lang="en-US"/>
            <a:t>Understand the limits of links for an individual</a:t>
          </a:r>
        </a:p>
      </dgm:t>
    </dgm:pt>
    <dgm:pt modelId="{C7DAD085-9FD0-49ED-BD88-3D9ED777B895}" type="parTrans" cxnId="{E481B57D-CFC2-4C66-8086-A9D6033FB50A}">
      <dgm:prSet/>
      <dgm:spPr/>
      <dgm:t>
        <a:bodyPr/>
        <a:lstStyle/>
        <a:p>
          <a:endParaRPr lang="fr-FR"/>
        </a:p>
      </dgm:t>
    </dgm:pt>
    <dgm:pt modelId="{2AB66325-930B-460E-8BF0-22A4AB5DCAFE}" type="sibTrans" cxnId="{E481B57D-CFC2-4C66-8086-A9D6033FB50A}">
      <dgm:prSet/>
      <dgm:spPr/>
      <dgm:t>
        <a:bodyPr/>
        <a:lstStyle/>
        <a:p>
          <a:endParaRPr lang="fr-FR"/>
        </a:p>
      </dgm:t>
    </dgm:pt>
    <dgm:pt modelId="{7CDBE555-15F3-452F-84DC-47BBE1B7C9E4}">
      <dgm:prSet/>
      <dgm:spPr>
        <a:solidFill>
          <a:srgbClr val="EC7B2B">
            <a:alpha val="30196"/>
          </a:srgbClr>
        </a:solidFill>
      </dgm:spPr>
      <dgm:t>
        <a:bodyPr/>
        <a:lstStyle/>
        <a:p>
          <a:pPr>
            <a:buFont typeface="+mj-lt"/>
            <a:buAutoNum type="arabicPeriod"/>
          </a:pPr>
          <a:r>
            <a:rPr lang="en-US"/>
            <a:t>Choose how you define Link</a:t>
          </a:r>
        </a:p>
      </dgm:t>
    </dgm:pt>
    <dgm:pt modelId="{1E72AED4-8866-40EE-A072-D45850836163}" type="parTrans" cxnId="{D57C3488-84BA-41A5-B633-C16406123AB9}">
      <dgm:prSet/>
      <dgm:spPr/>
      <dgm:t>
        <a:bodyPr/>
        <a:lstStyle/>
        <a:p>
          <a:endParaRPr lang="fr-FR"/>
        </a:p>
      </dgm:t>
    </dgm:pt>
    <dgm:pt modelId="{CFACFE7B-41BB-489F-8A41-FE4C451716F0}" type="sibTrans" cxnId="{D57C3488-84BA-41A5-B633-C16406123AB9}">
      <dgm:prSet/>
      <dgm:spPr/>
      <dgm:t>
        <a:bodyPr/>
        <a:lstStyle/>
        <a:p>
          <a:endParaRPr lang="fr-FR"/>
        </a:p>
      </dgm:t>
    </dgm:pt>
    <dgm:pt modelId="{DA1C876F-324E-4868-BDCF-A78AB8322F39}">
      <dgm:prSet/>
      <dgm:spPr>
        <a:solidFill>
          <a:srgbClr val="EC7B2B">
            <a:alpha val="30196"/>
          </a:srgbClr>
        </a:solidFill>
      </dgm:spPr>
      <dgm:t>
        <a:bodyPr/>
        <a:lstStyle/>
        <a:p>
          <a:pPr>
            <a:buFont typeface="+mj-lt"/>
            <a:buAutoNum type="arabicPeriod"/>
          </a:pPr>
          <a:r>
            <a:rPr lang="en-US"/>
            <a:t>Measure Link</a:t>
          </a:r>
        </a:p>
      </dgm:t>
    </dgm:pt>
    <dgm:pt modelId="{3B9E3346-A063-41E1-8237-0E74F41ED495}" type="parTrans" cxnId="{B21ECD05-0B71-4860-B898-E48500853241}">
      <dgm:prSet/>
      <dgm:spPr/>
      <dgm:t>
        <a:bodyPr/>
        <a:lstStyle/>
        <a:p>
          <a:endParaRPr lang="fr-FR"/>
        </a:p>
      </dgm:t>
    </dgm:pt>
    <dgm:pt modelId="{D2C4C04C-AE3B-4013-AE14-59043D1E3594}" type="sibTrans" cxnId="{B21ECD05-0B71-4860-B898-E48500853241}">
      <dgm:prSet/>
      <dgm:spPr/>
      <dgm:t>
        <a:bodyPr/>
        <a:lstStyle/>
        <a:p>
          <a:endParaRPr lang="fr-FR"/>
        </a:p>
      </dgm:t>
    </dgm:pt>
    <dgm:pt modelId="{FF93A5E1-0936-4367-A9DA-68D297EE6500}">
      <dgm:prSet/>
      <dgm:spPr>
        <a:solidFill>
          <a:srgbClr val="EC7B2B">
            <a:alpha val="30196"/>
          </a:srgbClr>
        </a:solidFill>
      </dgm:spPr>
      <dgm:t>
        <a:bodyPr/>
        <a:lstStyle/>
        <a:p>
          <a:pPr>
            <a:buFont typeface="+mj-lt"/>
            <a:buAutoNum type="arabicPeriod"/>
          </a:pPr>
          <a:r>
            <a:rPr lang="en-US"/>
            <a:t>Understand how link, numbers and engagement work together (or not!)</a:t>
          </a:r>
        </a:p>
      </dgm:t>
    </dgm:pt>
    <dgm:pt modelId="{04EEC985-6FBE-4D0D-ABD3-129CA0A44DD4}" type="parTrans" cxnId="{060EE806-928B-4302-BF01-02D5CFCA6D94}">
      <dgm:prSet/>
      <dgm:spPr/>
      <dgm:t>
        <a:bodyPr/>
        <a:lstStyle/>
        <a:p>
          <a:endParaRPr lang="fr-FR"/>
        </a:p>
      </dgm:t>
    </dgm:pt>
    <dgm:pt modelId="{9A935C8E-9F13-4EC2-BD80-ABA59B03E7FD}" type="sibTrans" cxnId="{060EE806-928B-4302-BF01-02D5CFCA6D94}">
      <dgm:prSet/>
      <dgm:spPr/>
      <dgm:t>
        <a:bodyPr/>
        <a:lstStyle/>
        <a:p>
          <a:endParaRPr lang="fr-FR"/>
        </a:p>
      </dgm:t>
    </dgm:pt>
    <dgm:pt modelId="{EA20C399-2845-40B4-947C-323515229C70}">
      <dgm:prSet/>
      <dgm:spPr>
        <a:solidFill>
          <a:srgbClr val="EC7B2B">
            <a:alpha val="30196"/>
          </a:srgbClr>
        </a:solidFill>
      </dgm:spPr>
      <dgm:t>
        <a:bodyPr/>
        <a:lstStyle/>
        <a:p>
          <a:pPr>
            <a:buFont typeface="+mj-lt"/>
            <a:buAutoNum type="arabicPeriod"/>
          </a:pPr>
          <a:r>
            <a:rPr lang="en-US"/>
            <a:t>Identify Patterns in your link architecture</a:t>
          </a:r>
        </a:p>
      </dgm:t>
    </dgm:pt>
    <dgm:pt modelId="{6DC9B224-A67B-4D21-BA80-3C75A3859658}" type="parTrans" cxnId="{768D7A75-F8CE-4B73-8AAC-54A4B86B70A5}">
      <dgm:prSet/>
      <dgm:spPr/>
      <dgm:t>
        <a:bodyPr/>
        <a:lstStyle/>
        <a:p>
          <a:endParaRPr lang="fr-FR"/>
        </a:p>
      </dgm:t>
    </dgm:pt>
    <dgm:pt modelId="{31EEB073-141D-466E-AEB3-FC35A3285974}" type="sibTrans" cxnId="{768D7A75-F8CE-4B73-8AAC-54A4B86B70A5}">
      <dgm:prSet/>
      <dgm:spPr/>
      <dgm:t>
        <a:bodyPr/>
        <a:lstStyle/>
        <a:p>
          <a:endParaRPr lang="fr-FR"/>
        </a:p>
      </dgm:t>
    </dgm:pt>
    <dgm:pt modelId="{9915AFAE-BA45-4F69-B5D9-7CECFA5F36B6}">
      <dgm:prSet/>
      <dgm:spPr>
        <a:solidFill>
          <a:srgbClr val="EC7B2B">
            <a:alpha val="30196"/>
          </a:srgbClr>
        </a:solidFill>
      </dgm:spPr>
      <dgm:t>
        <a:bodyPr/>
        <a:lstStyle/>
        <a:p>
          <a:pPr>
            <a:buFont typeface="+mj-lt"/>
            <a:buAutoNum type="arabicPeriod"/>
          </a:pPr>
          <a:r>
            <a:rPr lang="en-US"/>
            <a:t>Embrace Community Boosters Ethics</a:t>
          </a:r>
        </a:p>
      </dgm:t>
    </dgm:pt>
    <dgm:pt modelId="{A7D63C59-06D1-4DE0-82AF-A5BA745AD456}" type="parTrans" cxnId="{09202B67-920D-4A68-B87E-19C08C1EC9F1}">
      <dgm:prSet/>
      <dgm:spPr/>
      <dgm:t>
        <a:bodyPr/>
        <a:lstStyle/>
        <a:p>
          <a:endParaRPr lang="fr-FR"/>
        </a:p>
      </dgm:t>
    </dgm:pt>
    <dgm:pt modelId="{FA1528FF-83AE-47D5-8C10-19D2BAEB8EF4}" type="sibTrans" cxnId="{09202B67-920D-4A68-B87E-19C08C1EC9F1}">
      <dgm:prSet/>
      <dgm:spPr/>
      <dgm:t>
        <a:bodyPr/>
        <a:lstStyle/>
        <a:p>
          <a:endParaRPr lang="fr-FR"/>
        </a:p>
      </dgm:t>
    </dgm:pt>
    <dgm:pt modelId="{1E80BF30-70FE-4C13-818F-0953DD3E367D}">
      <dgm:prSet/>
      <dgm:spPr>
        <a:solidFill>
          <a:srgbClr val="EC7B2B"/>
        </a:solidFill>
        <a:ln>
          <a:noFill/>
        </a:ln>
      </dgm:spPr>
      <dgm:t>
        <a:bodyPr/>
        <a:lstStyle/>
        <a:p>
          <a:r>
            <a:rPr lang="en-US">
              <a:solidFill>
                <a:schemeClr val="tx1"/>
              </a:solidFill>
            </a:rPr>
            <a:t>People Engagement Challenges</a:t>
          </a:r>
        </a:p>
      </dgm:t>
    </dgm:pt>
    <dgm:pt modelId="{3DD7A8E9-286E-4299-B4ED-B7D7C6AC44D5}" type="parTrans" cxnId="{04760066-D1D7-47E8-89F3-7B9CCCF4556A}">
      <dgm:prSet/>
      <dgm:spPr/>
      <dgm:t>
        <a:bodyPr/>
        <a:lstStyle/>
        <a:p>
          <a:endParaRPr lang="fr-FR"/>
        </a:p>
      </dgm:t>
    </dgm:pt>
    <dgm:pt modelId="{22C03C81-39B1-4730-BCD6-0FF9FA4DF9F5}" type="sibTrans" cxnId="{04760066-D1D7-47E8-89F3-7B9CCCF4556A}">
      <dgm:prSet/>
      <dgm:spPr/>
      <dgm:t>
        <a:bodyPr/>
        <a:lstStyle/>
        <a:p>
          <a:endParaRPr lang="fr-FR"/>
        </a:p>
      </dgm:t>
    </dgm:pt>
    <dgm:pt modelId="{FF1AAD4A-39BE-44A2-B124-DDB85590CCED}">
      <dgm:prSet/>
      <dgm:spPr>
        <a:solidFill>
          <a:srgbClr val="EC7B2B"/>
        </a:solidFill>
        <a:ln>
          <a:noFill/>
        </a:ln>
        <a:effectLst/>
      </dgm:spPr>
      <dgm:t>
        <a:bodyPr/>
        <a:lstStyle/>
        <a:p>
          <a:pPr>
            <a:buFont typeface="+mj-lt"/>
            <a:buAutoNum type="arabicPeriod"/>
          </a:pPr>
          <a:r>
            <a:rPr lang="en-US"/>
            <a:t>Manage sponsors &amp; hierarchy expectations</a:t>
          </a:r>
        </a:p>
      </dgm:t>
    </dgm:pt>
    <dgm:pt modelId="{27AC51BE-C3B2-4BB2-BDEB-B4FBECF24F9E}" type="parTrans" cxnId="{D4264674-DC95-4380-81E2-92BB3AA26160}">
      <dgm:prSet/>
      <dgm:spPr/>
      <dgm:t>
        <a:bodyPr/>
        <a:lstStyle/>
        <a:p>
          <a:endParaRPr lang="fr-FR"/>
        </a:p>
      </dgm:t>
    </dgm:pt>
    <dgm:pt modelId="{40D7CEB2-6296-436A-81B8-E839F208700D}" type="sibTrans" cxnId="{D4264674-DC95-4380-81E2-92BB3AA26160}">
      <dgm:prSet/>
      <dgm:spPr/>
      <dgm:t>
        <a:bodyPr/>
        <a:lstStyle/>
        <a:p>
          <a:endParaRPr lang="fr-FR"/>
        </a:p>
      </dgm:t>
    </dgm:pt>
    <dgm:pt modelId="{0B4F60B0-D823-4C2B-A6FC-3CDA6DBD1B1F}">
      <dgm:prSet/>
      <dgm:spPr>
        <a:solidFill>
          <a:srgbClr val="EC7B2B"/>
        </a:solidFill>
        <a:ln>
          <a:noFill/>
        </a:ln>
        <a:effectLst/>
      </dgm:spPr>
      <dgm:t>
        <a:bodyPr/>
        <a:lstStyle/>
        <a:p>
          <a:pPr>
            <a:buFont typeface="+mj-lt"/>
            <a:buAutoNum type="arabicPeriod"/>
          </a:pPr>
          <a:r>
            <a:rPr lang="en-US"/>
            <a:t>Measure your Community performance</a:t>
          </a:r>
        </a:p>
      </dgm:t>
    </dgm:pt>
    <dgm:pt modelId="{A35A860A-A418-400B-ADF7-AAF15ADC5ECD}" type="parTrans" cxnId="{72712550-28C8-4633-9358-867BCB4AB790}">
      <dgm:prSet/>
      <dgm:spPr/>
      <dgm:t>
        <a:bodyPr/>
        <a:lstStyle/>
        <a:p>
          <a:endParaRPr lang="fr-FR"/>
        </a:p>
      </dgm:t>
    </dgm:pt>
    <dgm:pt modelId="{B9E6838B-5EF6-4350-943C-928AE2AF7A8F}" type="sibTrans" cxnId="{72712550-28C8-4633-9358-867BCB4AB790}">
      <dgm:prSet/>
      <dgm:spPr/>
      <dgm:t>
        <a:bodyPr/>
        <a:lstStyle/>
        <a:p>
          <a:endParaRPr lang="fr-FR"/>
        </a:p>
      </dgm:t>
    </dgm:pt>
    <dgm:pt modelId="{20D5CCB3-7926-4BC3-8F12-6FDF4E12CC4C}">
      <dgm:prSet/>
      <dgm:spPr>
        <a:solidFill>
          <a:srgbClr val="EC7B2B"/>
        </a:solidFill>
        <a:ln>
          <a:noFill/>
        </a:ln>
        <a:effectLst/>
      </dgm:spPr>
      <dgm:t>
        <a:bodyPr/>
        <a:lstStyle/>
        <a:p>
          <a:pPr>
            <a:buFont typeface="+mj-lt"/>
            <a:buAutoNum type="arabicPeriod"/>
          </a:pPr>
          <a:endParaRPr lang="en-US"/>
        </a:p>
      </dgm:t>
    </dgm:pt>
    <dgm:pt modelId="{A4BB255A-56AF-4BC4-A343-F8CD14759AF8}" type="parTrans" cxnId="{0E5BDEFF-74C2-427F-89E7-D327D8D2FF80}">
      <dgm:prSet/>
      <dgm:spPr/>
      <dgm:t>
        <a:bodyPr/>
        <a:lstStyle/>
        <a:p>
          <a:endParaRPr lang="fr-FR"/>
        </a:p>
      </dgm:t>
    </dgm:pt>
    <dgm:pt modelId="{B5912209-A6A9-458A-9593-DDE2B9C9D9AB}" type="sibTrans" cxnId="{0E5BDEFF-74C2-427F-89E7-D327D8D2FF80}">
      <dgm:prSet/>
      <dgm:spPr/>
      <dgm:t>
        <a:bodyPr/>
        <a:lstStyle/>
        <a:p>
          <a:endParaRPr lang="fr-FR"/>
        </a:p>
      </dgm:t>
    </dgm:pt>
    <dgm:pt modelId="{801C8AC0-E564-42C4-A7E4-153F61E8E33D}">
      <dgm:prSet/>
      <dgm:spPr>
        <a:solidFill>
          <a:srgbClr val="EC7B2B"/>
        </a:solidFill>
        <a:ln>
          <a:noFill/>
        </a:ln>
        <a:effectLst/>
      </dgm:spPr>
      <dgm:t>
        <a:bodyPr/>
        <a:lstStyle/>
        <a:p>
          <a:pPr>
            <a:buFont typeface="+mj-lt"/>
            <a:buAutoNum type="arabicPeriod"/>
          </a:pPr>
          <a:r>
            <a:rPr lang="en-US"/>
            <a:t>Understand your own version of the Golden Engagement Circle </a:t>
          </a:r>
        </a:p>
      </dgm:t>
    </dgm:pt>
    <dgm:pt modelId="{B5D36B3F-CF03-407B-9EC9-D7D472F7987E}" type="parTrans" cxnId="{3591D969-F81C-4F16-8158-4C421F82B6CE}">
      <dgm:prSet/>
      <dgm:spPr/>
      <dgm:t>
        <a:bodyPr/>
        <a:lstStyle/>
        <a:p>
          <a:endParaRPr lang="fr-FR"/>
        </a:p>
      </dgm:t>
    </dgm:pt>
    <dgm:pt modelId="{A2487CA7-E459-469B-A2D2-79E889FF3A7C}" type="sibTrans" cxnId="{3591D969-F81C-4F16-8158-4C421F82B6CE}">
      <dgm:prSet/>
      <dgm:spPr/>
      <dgm:t>
        <a:bodyPr/>
        <a:lstStyle/>
        <a:p>
          <a:endParaRPr lang="fr-FR"/>
        </a:p>
      </dgm:t>
    </dgm:pt>
    <dgm:pt modelId="{21413A1E-33A8-49DC-BF08-F3C4BD21F4E9}">
      <dgm:prSet/>
      <dgm:spPr>
        <a:solidFill>
          <a:srgbClr val="EC7B2B"/>
        </a:solidFill>
        <a:ln>
          <a:noFill/>
        </a:ln>
        <a:effectLst/>
      </dgm:spPr>
      <dgm:t>
        <a:bodyPr/>
        <a:lstStyle/>
        <a:p>
          <a:pPr>
            <a:buFont typeface="+mj-lt"/>
            <a:buAutoNum type="arabicPeriod"/>
          </a:pPr>
          <a:r>
            <a:rPr lang="en-US"/>
            <a:t>Identify members’ Engagement and available time</a:t>
          </a:r>
        </a:p>
      </dgm:t>
    </dgm:pt>
    <dgm:pt modelId="{D6CDCF68-E6D9-4DEF-B9B1-6F4E2F087418}" type="parTrans" cxnId="{A4327186-299C-4F35-91C3-178B607BD069}">
      <dgm:prSet/>
      <dgm:spPr/>
      <dgm:t>
        <a:bodyPr/>
        <a:lstStyle/>
        <a:p>
          <a:endParaRPr lang="fr-FR"/>
        </a:p>
      </dgm:t>
    </dgm:pt>
    <dgm:pt modelId="{B45C8BC4-C483-419B-9972-96663AAA254E}" type="sibTrans" cxnId="{A4327186-299C-4F35-91C3-178B607BD069}">
      <dgm:prSet/>
      <dgm:spPr/>
      <dgm:t>
        <a:bodyPr/>
        <a:lstStyle/>
        <a:p>
          <a:endParaRPr lang="fr-FR"/>
        </a:p>
      </dgm:t>
    </dgm:pt>
    <dgm:pt modelId="{49FC0D34-FECA-44C7-B868-CE51AFDEF4B3}">
      <dgm:prSet/>
      <dgm:spPr>
        <a:solidFill>
          <a:srgbClr val="EC7B2B"/>
        </a:solidFill>
        <a:ln>
          <a:noFill/>
        </a:ln>
        <a:effectLst/>
      </dgm:spPr>
      <dgm:t>
        <a:bodyPr/>
        <a:lstStyle/>
        <a:p>
          <a:pPr>
            <a:buFont typeface="+mj-lt"/>
            <a:buAutoNum type="arabicPeriod"/>
          </a:pPr>
          <a:r>
            <a:rPr lang="en-US"/>
            <a:t>Outline members’ time investment profiles</a:t>
          </a:r>
        </a:p>
      </dgm:t>
    </dgm:pt>
    <dgm:pt modelId="{F12564A6-F843-4F13-86FC-15E1FADF371D}" type="parTrans" cxnId="{A57C9253-0778-4DA5-9976-B502DCC4E6AB}">
      <dgm:prSet/>
      <dgm:spPr/>
      <dgm:t>
        <a:bodyPr/>
        <a:lstStyle/>
        <a:p>
          <a:endParaRPr lang="fr-FR"/>
        </a:p>
      </dgm:t>
    </dgm:pt>
    <dgm:pt modelId="{501B89C0-7C51-4923-BB56-66A999EC551A}" type="sibTrans" cxnId="{A57C9253-0778-4DA5-9976-B502DCC4E6AB}">
      <dgm:prSet/>
      <dgm:spPr/>
      <dgm:t>
        <a:bodyPr/>
        <a:lstStyle/>
        <a:p>
          <a:endParaRPr lang="fr-FR"/>
        </a:p>
      </dgm:t>
    </dgm:pt>
    <dgm:pt modelId="{59BFD629-493D-4DE4-AF16-E5CD68BAA759}">
      <dgm:prSet/>
      <dgm:spPr>
        <a:solidFill>
          <a:srgbClr val="EC7B2B"/>
        </a:solidFill>
        <a:ln>
          <a:noFill/>
        </a:ln>
        <a:effectLst/>
      </dgm:spPr>
      <dgm:t>
        <a:bodyPr/>
        <a:lstStyle/>
        <a:p>
          <a:pPr>
            <a:buFont typeface="+mj-lt"/>
            <a:buAutoNum type="arabicPeriod"/>
          </a:pPr>
          <a:r>
            <a:rPr lang="en-US"/>
            <a:t>Understand Engagement Flow</a:t>
          </a:r>
        </a:p>
      </dgm:t>
    </dgm:pt>
    <dgm:pt modelId="{099F2274-BEEF-42CF-9282-378E4FC53729}" type="parTrans" cxnId="{875B0317-AFE3-4DDC-8BDC-E0B23C75CA4E}">
      <dgm:prSet/>
      <dgm:spPr/>
      <dgm:t>
        <a:bodyPr/>
        <a:lstStyle/>
        <a:p>
          <a:endParaRPr lang="fr-FR"/>
        </a:p>
      </dgm:t>
    </dgm:pt>
    <dgm:pt modelId="{177E0172-7306-463E-A078-E0EB4E079955}" type="sibTrans" cxnId="{875B0317-AFE3-4DDC-8BDC-E0B23C75CA4E}">
      <dgm:prSet/>
      <dgm:spPr/>
      <dgm:t>
        <a:bodyPr/>
        <a:lstStyle/>
        <a:p>
          <a:endParaRPr lang="fr-FR"/>
        </a:p>
      </dgm:t>
    </dgm:pt>
    <dgm:pt modelId="{B15D9896-54FE-4532-875F-6073DEB168B9}">
      <dgm:prSet/>
      <dgm:spPr>
        <a:solidFill>
          <a:srgbClr val="EC7B2B"/>
        </a:solidFill>
        <a:ln>
          <a:noFill/>
        </a:ln>
        <a:effectLst/>
      </dgm:spPr>
      <dgm:t>
        <a:bodyPr/>
        <a:lstStyle/>
        <a:p>
          <a:pPr>
            <a:buFont typeface="+mj-lt"/>
            <a:buAutoNum type="arabicPeriod"/>
          </a:pPr>
          <a:r>
            <a:rPr lang="en-US"/>
            <a:t>Outline for each Engagement level what are the Gives &amp; Takes</a:t>
          </a:r>
        </a:p>
      </dgm:t>
    </dgm:pt>
    <dgm:pt modelId="{6FF22E4A-4333-42F5-B4D6-AE5500989BD0}" type="parTrans" cxnId="{4C151AB5-293B-430F-8B40-A4CFF861C6C7}">
      <dgm:prSet/>
      <dgm:spPr/>
      <dgm:t>
        <a:bodyPr/>
        <a:lstStyle/>
        <a:p>
          <a:endParaRPr lang="fr-FR"/>
        </a:p>
      </dgm:t>
    </dgm:pt>
    <dgm:pt modelId="{D2D8E7B9-44CE-431E-AAA2-C0E02519FBCA}" type="sibTrans" cxnId="{4C151AB5-293B-430F-8B40-A4CFF861C6C7}">
      <dgm:prSet/>
      <dgm:spPr/>
      <dgm:t>
        <a:bodyPr/>
        <a:lstStyle/>
        <a:p>
          <a:endParaRPr lang="fr-FR"/>
        </a:p>
      </dgm:t>
    </dgm:pt>
    <dgm:pt modelId="{9A695819-CE79-4B74-8A2E-D7B4FA948F75}">
      <dgm:prSet/>
      <dgm:spPr>
        <a:solidFill>
          <a:srgbClr val="EC7B2B"/>
        </a:solidFill>
        <a:ln>
          <a:noFill/>
        </a:ln>
        <a:effectLst/>
      </dgm:spPr>
      <dgm:t>
        <a:bodyPr/>
        <a:lstStyle/>
        <a:p>
          <a:pPr>
            <a:buFont typeface="+mj-lt"/>
            <a:buAutoNum type="arabicPeriod"/>
          </a:pPr>
          <a:r>
            <a:rPr lang="en-US"/>
            <a:t>Identify example activities &amp; content for each level</a:t>
          </a:r>
        </a:p>
      </dgm:t>
    </dgm:pt>
    <dgm:pt modelId="{DE7646EA-0834-46DD-B707-6816CC5E0D6C}" type="parTrans" cxnId="{35CF5612-96CE-4EA2-8C61-4A224F4404A7}">
      <dgm:prSet/>
      <dgm:spPr/>
      <dgm:t>
        <a:bodyPr/>
        <a:lstStyle/>
        <a:p>
          <a:endParaRPr lang="fr-FR"/>
        </a:p>
      </dgm:t>
    </dgm:pt>
    <dgm:pt modelId="{E693A1EF-69F5-44D4-A1EC-E7EAA8C7133A}" type="sibTrans" cxnId="{35CF5612-96CE-4EA2-8C61-4A224F4404A7}">
      <dgm:prSet/>
      <dgm:spPr/>
      <dgm:t>
        <a:bodyPr/>
        <a:lstStyle/>
        <a:p>
          <a:endParaRPr lang="fr-FR"/>
        </a:p>
      </dgm:t>
    </dgm:pt>
    <dgm:pt modelId="{7331B15D-417F-453D-8972-12D017A84695}">
      <dgm:prSet/>
      <dgm:spPr>
        <a:solidFill>
          <a:srgbClr val="EC7B2B"/>
        </a:solidFill>
        <a:ln>
          <a:noFill/>
        </a:ln>
        <a:effectLst/>
      </dgm:spPr>
      <dgm:t>
        <a:bodyPr/>
        <a:lstStyle/>
        <a:p>
          <a:pPr>
            <a:buFont typeface="+mj-lt"/>
            <a:buAutoNum type="arabicPeriod"/>
          </a:pPr>
          <a:r>
            <a:rPr lang="en-US"/>
            <a:t>Set up a Community Engagement Target</a:t>
          </a:r>
        </a:p>
      </dgm:t>
    </dgm:pt>
    <dgm:pt modelId="{F0DFD019-4E87-47B3-A588-768B7FE3D873}" type="parTrans" cxnId="{92B696B8-B97C-41B3-B0EB-A56E854277C6}">
      <dgm:prSet/>
      <dgm:spPr/>
      <dgm:t>
        <a:bodyPr/>
        <a:lstStyle/>
        <a:p>
          <a:endParaRPr lang="fr-FR"/>
        </a:p>
      </dgm:t>
    </dgm:pt>
    <dgm:pt modelId="{1F4E7EC6-DF30-4939-BDC2-8DA37DA6F711}" type="sibTrans" cxnId="{92B696B8-B97C-41B3-B0EB-A56E854277C6}">
      <dgm:prSet/>
      <dgm:spPr/>
      <dgm:t>
        <a:bodyPr/>
        <a:lstStyle/>
        <a:p>
          <a:endParaRPr lang="fr-FR"/>
        </a:p>
      </dgm:t>
    </dgm:pt>
    <dgm:pt modelId="{96D0EC47-F716-4805-B7BF-C27120800391}">
      <dgm:prSet/>
      <dgm:spPr>
        <a:solidFill>
          <a:srgbClr val="EC7B2B"/>
        </a:solidFill>
        <a:ln>
          <a:noFill/>
        </a:ln>
        <a:effectLst/>
      </dgm:spPr>
      <dgm:t>
        <a:bodyPr/>
        <a:lstStyle/>
        <a:p>
          <a:pPr>
            <a:buFont typeface="+mj-lt"/>
            <a:buAutoNum type="arabicPeriod"/>
          </a:pPr>
          <a:r>
            <a:rPr lang="en-US"/>
            <a:t>Identify Engagement Walls</a:t>
          </a:r>
        </a:p>
      </dgm:t>
    </dgm:pt>
    <dgm:pt modelId="{669D9895-7662-4F63-900B-920A7ACCF123}" type="parTrans" cxnId="{557642E1-33DD-4AB8-A172-41ADCB81805A}">
      <dgm:prSet/>
      <dgm:spPr/>
      <dgm:t>
        <a:bodyPr/>
        <a:lstStyle/>
        <a:p>
          <a:endParaRPr lang="fr-FR"/>
        </a:p>
      </dgm:t>
    </dgm:pt>
    <dgm:pt modelId="{D6854E19-E008-4087-AA6C-AB876981BA58}" type="sibTrans" cxnId="{557642E1-33DD-4AB8-A172-41ADCB81805A}">
      <dgm:prSet/>
      <dgm:spPr/>
      <dgm:t>
        <a:bodyPr/>
        <a:lstStyle/>
        <a:p>
          <a:endParaRPr lang="fr-FR"/>
        </a:p>
      </dgm:t>
    </dgm:pt>
    <dgm:pt modelId="{A1DB7B29-1945-4648-87FC-6E71F8D93126}">
      <dgm:prSet/>
      <dgm:spPr>
        <a:solidFill>
          <a:srgbClr val="EC7B2B"/>
        </a:solidFill>
        <a:ln>
          <a:noFill/>
        </a:ln>
        <a:effectLst/>
      </dgm:spPr>
      <dgm:t>
        <a:bodyPr/>
        <a:lstStyle/>
        <a:p>
          <a:pPr>
            <a:buFont typeface="+mj-lt"/>
            <a:buAutoNum type="arabicPeriod"/>
          </a:pPr>
          <a:r>
            <a:rPr lang="en-US"/>
            <a:t>Identify and design Engagement Jumps</a:t>
          </a:r>
        </a:p>
      </dgm:t>
    </dgm:pt>
    <dgm:pt modelId="{97DFD6DD-1EE7-48E6-A41D-4343AA337AFC}" type="parTrans" cxnId="{DCB89FA5-A762-4CDE-A514-0073F2A6F519}">
      <dgm:prSet/>
      <dgm:spPr/>
      <dgm:t>
        <a:bodyPr/>
        <a:lstStyle/>
        <a:p>
          <a:endParaRPr lang="fr-FR"/>
        </a:p>
      </dgm:t>
    </dgm:pt>
    <dgm:pt modelId="{10A68062-28B4-4285-AB76-FD5ED9295BDF}" type="sibTrans" cxnId="{DCB89FA5-A762-4CDE-A514-0073F2A6F519}">
      <dgm:prSet/>
      <dgm:spPr/>
      <dgm:t>
        <a:bodyPr/>
        <a:lstStyle/>
        <a:p>
          <a:endParaRPr lang="fr-FR"/>
        </a:p>
      </dgm:t>
    </dgm:pt>
    <dgm:pt modelId="{354B2D11-3A68-4CFF-B969-C4662FFA76F2}" type="pres">
      <dgm:prSet presAssocID="{A749CDFB-85F2-4B45-9DCB-5EB350C8BCC3}" presName="Name0" presStyleCnt="0">
        <dgm:presLayoutVars>
          <dgm:dir/>
          <dgm:animLvl val="lvl"/>
          <dgm:resizeHandles val="exact"/>
        </dgm:presLayoutVars>
      </dgm:prSet>
      <dgm:spPr/>
    </dgm:pt>
    <dgm:pt modelId="{2ED3196B-FB51-4F36-AAB6-8CCD792FA5FF}" type="pres">
      <dgm:prSet presAssocID="{1E80BF30-70FE-4C13-818F-0953DD3E367D}" presName="composite" presStyleCnt="0"/>
      <dgm:spPr/>
    </dgm:pt>
    <dgm:pt modelId="{F530E1CF-4C53-4E03-9369-AB230B2A8258}" type="pres">
      <dgm:prSet presAssocID="{1E80BF30-70FE-4C13-818F-0953DD3E367D}" presName="parTx" presStyleLbl="alignNode1" presStyleIdx="0" presStyleCnt="3">
        <dgm:presLayoutVars>
          <dgm:chMax val="0"/>
          <dgm:chPref val="0"/>
          <dgm:bulletEnabled val="1"/>
        </dgm:presLayoutVars>
      </dgm:prSet>
      <dgm:spPr/>
    </dgm:pt>
    <dgm:pt modelId="{BFC0650F-B96B-407C-9D60-58C271F238C5}" type="pres">
      <dgm:prSet presAssocID="{1E80BF30-70FE-4C13-818F-0953DD3E367D}" presName="desTx" presStyleLbl="alignAccFollowNode1" presStyleIdx="0" presStyleCnt="3">
        <dgm:presLayoutVars>
          <dgm:bulletEnabled val="1"/>
        </dgm:presLayoutVars>
      </dgm:prSet>
      <dgm:spPr>
        <a:xfrm>
          <a:off x="3177" y="580755"/>
          <a:ext cx="3098043" cy="2964600"/>
        </a:xfrm>
        <a:prstGeom prst="rect">
          <a:avLst/>
        </a:prstGeom>
        <a:solidFill>
          <a:srgbClr val="EC7B2B">
            <a:alpha val="30196"/>
          </a:srgbClr>
        </a:solidFill>
        <a:ln w="12700" cap="flat" cmpd="sng" algn="ctr">
          <a:solidFill>
            <a:srgbClr val="3494BA">
              <a:alpha val="90000"/>
              <a:tint val="40000"/>
              <a:hueOff val="0"/>
              <a:satOff val="0"/>
              <a:lumOff val="0"/>
              <a:alphaOff val="0"/>
            </a:srgbClr>
          </a:solidFill>
          <a:prstDash val="solid"/>
          <a:miter lim="800000"/>
        </a:ln>
      </dgm:spPr>
    </dgm:pt>
    <dgm:pt modelId="{D2B4D8BF-6BD1-4C6D-889B-BF16D0E086B8}" type="pres">
      <dgm:prSet presAssocID="{22C03C81-39B1-4730-BCD6-0FF9FA4DF9F5}" presName="space" presStyleCnt="0"/>
      <dgm:spPr/>
    </dgm:pt>
    <dgm:pt modelId="{963998C1-0841-4612-93C3-1F1400E11922}" type="pres">
      <dgm:prSet presAssocID="{7C74151C-4A5B-447F-8A03-57774BDB9793}" presName="composite" presStyleCnt="0"/>
      <dgm:spPr/>
    </dgm:pt>
    <dgm:pt modelId="{7F014E5F-8563-436E-A73C-C7124B8B7198}" type="pres">
      <dgm:prSet presAssocID="{7C74151C-4A5B-447F-8A03-57774BDB9793}" presName="parTx" presStyleLbl="alignNode1" presStyleIdx="1" presStyleCnt="3">
        <dgm:presLayoutVars>
          <dgm:chMax val="0"/>
          <dgm:chPref val="0"/>
          <dgm:bulletEnabled val="1"/>
        </dgm:presLayoutVars>
      </dgm:prSet>
      <dgm:spPr/>
    </dgm:pt>
    <dgm:pt modelId="{9C0F6E90-834A-4714-A658-CB34A8DD0A75}" type="pres">
      <dgm:prSet presAssocID="{7C74151C-4A5B-447F-8A03-57774BDB9793}" presName="desTx" presStyleLbl="alignAccFollowNode1" presStyleIdx="1" presStyleCnt="3">
        <dgm:presLayoutVars>
          <dgm:bulletEnabled val="1"/>
        </dgm:presLayoutVars>
      </dgm:prSet>
      <dgm:spPr/>
    </dgm:pt>
    <dgm:pt modelId="{40D8DD85-E3FB-4E7D-B1E8-7770CA61D8DB}" type="pres">
      <dgm:prSet presAssocID="{B969A61E-FFDF-467D-8203-7C65D4619752}" presName="space" presStyleCnt="0"/>
      <dgm:spPr/>
    </dgm:pt>
    <dgm:pt modelId="{6A17A80D-0773-49D2-993B-B78E718B02D8}" type="pres">
      <dgm:prSet presAssocID="{95035A09-E0E3-4F4E-97F6-AD6AC930F86A}" presName="composite" presStyleCnt="0"/>
      <dgm:spPr/>
    </dgm:pt>
    <dgm:pt modelId="{786EC625-4EE4-4280-B2E2-36C218F4FDF4}" type="pres">
      <dgm:prSet presAssocID="{95035A09-E0E3-4F4E-97F6-AD6AC930F86A}" presName="parTx" presStyleLbl="alignNode1" presStyleIdx="2" presStyleCnt="3">
        <dgm:presLayoutVars>
          <dgm:chMax val="0"/>
          <dgm:chPref val="0"/>
          <dgm:bulletEnabled val="1"/>
        </dgm:presLayoutVars>
      </dgm:prSet>
      <dgm:spPr/>
    </dgm:pt>
    <dgm:pt modelId="{D047B1F2-751E-497C-8F68-4580984CDAD8}" type="pres">
      <dgm:prSet presAssocID="{95035A09-E0E3-4F4E-97F6-AD6AC930F86A}" presName="desTx" presStyleLbl="alignAccFollowNode1" presStyleIdx="2" presStyleCnt="3">
        <dgm:presLayoutVars>
          <dgm:bulletEnabled val="1"/>
        </dgm:presLayoutVars>
      </dgm:prSet>
      <dgm:spPr/>
    </dgm:pt>
  </dgm:ptLst>
  <dgm:cxnLst>
    <dgm:cxn modelId="{B21ECD05-0B71-4860-B898-E48500853241}" srcId="{7C74151C-4A5B-447F-8A03-57774BDB9793}" destId="{DA1C876F-324E-4868-BDCF-A78AB8322F39}" srcOrd="2" destOrd="0" parTransId="{3B9E3346-A063-41E1-8237-0E74F41ED495}" sibTransId="{D2C4C04C-AE3B-4013-AE14-59043D1E3594}"/>
    <dgm:cxn modelId="{060EE806-928B-4302-BF01-02D5CFCA6D94}" srcId="{7C74151C-4A5B-447F-8A03-57774BDB9793}" destId="{FF93A5E1-0936-4367-A9DA-68D297EE6500}" srcOrd="3" destOrd="0" parTransId="{04EEC985-6FBE-4D0D-ABD3-129CA0A44DD4}" sibTransId="{9A935C8E-9F13-4EC2-BD80-ABA59B03E7FD}"/>
    <dgm:cxn modelId="{FD1EE009-F6BE-41E4-832A-B41AB033BA78}" type="presOf" srcId="{95035A09-E0E3-4F4E-97F6-AD6AC930F86A}" destId="{786EC625-4EE4-4280-B2E2-36C218F4FDF4}" srcOrd="0" destOrd="0" presId="urn:microsoft.com/office/officeart/2005/8/layout/hList1"/>
    <dgm:cxn modelId="{AD6F030A-CC4D-45F3-83C5-AB1524506F2D}" type="presOf" srcId="{801C8AC0-E564-42C4-A7E4-153F61E8E33D}" destId="{BFC0650F-B96B-407C-9D60-58C271F238C5}" srcOrd="0" destOrd="2" presId="urn:microsoft.com/office/officeart/2005/8/layout/hList1"/>
    <dgm:cxn modelId="{35CF5612-96CE-4EA2-8C61-4A224F4404A7}" srcId="{1E80BF30-70FE-4C13-818F-0953DD3E367D}" destId="{9A695819-CE79-4B74-8A2E-D7B4FA948F75}" srcOrd="7" destOrd="0" parTransId="{DE7646EA-0834-46DD-B707-6816CC5E0D6C}" sibTransId="{E693A1EF-69F5-44D4-A1EC-E7EAA8C7133A}"/>
    <dgm:cxn modelId="{BE856413-6CF2-41F8-AA70-BA526B220F85}" type="presOf" srcId="{8C729156-DD27-44ED-868A-B16422CAB6A3}" destId="{9C0F6E90-834A-4714-A658-CB34A8DD0A75}" srcOrd="0" destOrd="0" presId="urn:microsoft.com/office/officeart/2005/8/layout/hList1"/>
    <dgm:cxn modelId="{875B0317-AFE3-4DDC-8BDC-E0B23C75CA4E}" srcId="{1E80BF30-70FE-4C13-818F-0953DD3E367D}" destId="{59BFD629-493D-4DE4-AF16-E5CD68BAA759}" srcOrd="5" destOrd="0" parTransId="{099F2274-BEEF-42CF-9282-378E4FC53729}" sibTransId="{177E0172-7306-463E-A078-E0EB4E079955}"/>
    <dgm:cxn modelId="{9C4F8417-161D-4B7A-893D-81A0B371323D}" type="presOf" srcId="{FF93A5E1-0936-4367-A9DA-68D297EE6500}" destId="{9C0F6E90-834A-4714-A658-CB34A8DD0A75}" srcOrd="0" destOrd="3" presId="urn:microsoft.com/office/officeart/2005/8/layout/hList1"/>
    <dgm:cxn modelId="{DDAFAE19-57BC-4729-88E6-B9D6CA1EF128}" srcId="{A749CDFB-85F2-4B45-9DCB-5EB350C8BCC3}" destId="{7C74151C-4A5B-447F-8A03-57774BDB9793}" srcOrd="1" destOrd="0" parTransId="{8A2F1582-2295-4CD6-ACD5-64CE41345C2F}" sibTransId="{B969A61E-FFDF-467D-8203-7C65D4619752}"/>
    <dgm:cxn modelId="{98DEDD1F-A3DC-40E9-AC6D-D181F5DD8CFE}" srcId="{A749CDFB-85F2-4B45-9DCB-5EB350C8BCC3}" destId="{95035A09-E0E3-4F4E-97F6-AD6AC930F86A}" srcOrd="2" destOrd="0" parTransId="{2F470CB0-3BB9-4378-A9E3-BB0F9D21A7FB}" sibTransId="{9237A9DE-BF3D-45B5-AC6B-34498C1DDAC5}"/>
    <dgm:cxn modelId="{A234C026-4B94-441D-9BF1-BA573A98D6C5}" type="presOf" srcId="{49FC0D34-FECA-44C7-B868-CE51AFDEF4B3}" destId="{BFC0650F-B96B-407C-9D60-58C271F238C5}" srcOrd="0" destOrd="4" presId="urn:microsoft.com/office/officeart/2005/8/layout/hList1"/>
    <dgm:cxn modelId="{9112C532-35BF-4316-8741-D681BEFC18DA}" srcId="{7C74151C-4A5B-447F-8A03-57774BDB9793}" destId="{8C729156-DD27-44ED-868A-B16422CAB6A3}" srcOrd="0" destOrd="0" parTransId="{29735C53-498D-43C7-AB4C-59819B1E4E59}" sibTransId="{EDA5B305-0275-465B-92C5-0752292CC23E}"/>
    <dgm:cxn modelId="{7BDB6D40-27F5-453D-84AD-3075F3F6DBFB}" type="presOf" srcId="{59F72B3A-B090-4171-B959-ED02C5FD1DA3}" destId="{9C0F6E90-834A-4714-A658-CB34A8DD0A75}" srcOrd="0" destOrd="5" presId="urn:microsoft.com/office/officeart/2005/8/layout/hList1"/>
    <dgm:cxn modelId="{7BF1CC43-6625-47C4-BDC7-07EE67C9BA51}" srcId="{7C74151C-4A5B-447F-8A03-57774BDB9793}" destId="{4196A958-1F29-4025-8AC3-B2A3B4AABAA7}" srcOrd="6" destOrd="0" parTransId="{399FD6AA-6478-4450-BE85-A7E92E564A54}" sibTransId="{EC581E87-9354-4006-801D-EFAE2DBBE660}"/>
    <dgm:cxn modelId="{04760066-D1D7-47E8-89F3-7B9CCCF4556A}" srcId="{A749CDFB-85F2-4B45-9DCB-5EB350C8BCC3}" destId="{1E80BF30-70FE-4C13-818F-0953DD3E367D}" srcOrd="0" destOrd="0" parTransId="{3DD7A8E9-286E-4299-B4ED-B7D7C6AC44D5}" sibTransId="{22C03C81-39B1-4730-BCD6-0FF9FA4DF9F5}"/>
    <dgm:cxn modelId="{09202B67-920D-4A68-B87E-19C08C1EC9F1}" srcId="{95035A09-E0E3-4F4E-97F6-AD6AC930F86A}" destId="{9915AFAE-BA45-4F69-B5D9-7CECFA5F36B6}" srcOrd="1" destOrd="0" parTransId="{A7D63C59-06D1-4DE0-82AF-A5BA745AD456}" sibTransId="{FA1528FF-83AE-47D5-8C10-19D2BAEB8EF4}"/>
    <dgm:cxn modelId="{3591D969-F81C-4F16-8158-4C421F82B6CE}" srcId="{1E80BF30-70FE-4C13-818F-0953DD3E367D}" destId="{801C8AC0-E564-42C4-A7E4-153F61E8E33D}" srcOrd="2" destOrd="0" parTransId="{B5D36B3F-CF03-407B-9EC9-D7D472F7987E}" sibTransId="{A2487CA7-E459-469B-A2D2-79E889FF3A7C}"/>
    <dgm:cxn modelId="{65BE604C-8C83-49A8-91E1-42BF286447CF}" type="presOf" srcId="{9A695819-CE79-4B74-8A2E-D7B4FA948F75}" destId="{BFC0650F-B96B-407C-9D60-58C271F238C5}" srcOrd="0" destOrd="7" presId="urn:microsoft.com/office/officeart/2005/8/layout/hList1"/>
    <dgm:cxn modelId="{A49DBE6D-159E-48D6-8CD9-8A2B9C7186AA}" type="presOf" srcId="{A749CDFB-85F2-4B45-9DCB-5EB350C8BCC3}" destId="{354B2D11-3A68-4CFF-B969-C4662FFA76F2}" srcOrd="0" destOrd="0" presId="urn:microsoft.com/office/officeart/2005/8/layout/hList1"/>
    <dgm:cxn modelId="{72712550-28C8-4633-9358-867BCB4AB790}" srcId="{1E80BF30-70FE-4C13-818F-0953DD3E367D}" destId="{0B4F60B0-D823-4C2B-A6FC-3CDA6DBD1B1F}" srcOrd="1" destOrd="0" parTransId="{A35A860A-A418-400B-ADF7-AAF15ADC5ECD}" sibTransId="{B9E6838B-5EF6-4350-943C-928AE2AF7A8F}"/>
    <dgm:cxn modelId="{A57C9253-0778-4DA5-9976-B502DCC4E6AB}" srcId="{1E80BF30-70FE-4C13-818F-0953DD3E367D}" destId="{49FC0D34-FECA-44C7-B868-CE51AFDEF4B3}" srcOrd="4" destOrd="0" parTransId="{F12564A6-F843-4F13-86FC-15E1FADF371D}" sibTransId="{501B89C0-7C51-4923-BB56-66A999EC551A}"/>
    <dgm:cxn modelId="{D4264674-DC95-4380-81E2-92BB3AA26160}" srcId="{1E80BF30-70FE-4C13-818F-0953DD3E367D}" destId="{FF1AAD4A-39BE-44A2-B124-DDB85590CCED}" srcOrd="0" destOrd="0" parTransId="{27AC51BE-C3B2-4BB2-BDEB-B4FBECF24F9E}" sibTransId="{40D7CEB2-6296-436A-81B8-E839F208700D}"/>
    <dgm:cxn modelId="{F3880275-8313-4A49-A708-5F55C3B96A6D}" type="presOf" srcId="{59BFD629-493D-4DE4-AF16-E5CD68BAA759}" destId="{BFC0650F-B96B-407C-9D60-58C271F238C5}" srcOrd="0" destOrd="5" presId="urn:microsoft.com/office/officeart/2005/8/layout/hList1"/>
    <dgm:cxn modelId="{768D7A75-F8CE-4B73-8AAC-54A4B86B70A5}" srcId="{7C74151C-4A5B-447F-8A03-57774BDB9793}" destId="{EA20C399-2845-40B4-947C-323515229C70}" srcOrd="4" destOrd="0" parTransId="{6DC9B224-A67B-4D21-BA80-3C75A3859658}" sibTransId="{31EEB073-141D-466E-AEB3-FC35A3285974}"/>
    <dgm:cxn modelId="{EFE7E057-8C22-4D6A-8CE9-EC43DEB77811}" srcId="{95035A09-E0E3-4F4E-97F6-AD6AC930F86A}" destId="{E747DF3D-0129-4F87-AE68-768DDF3A28CA}" srcOrd="0" destOrd="0" parTransId="{6C10AC80-FBB3-47B3-B895-BC993FB145DD}" sibTransId="{96110F7B-8AE8-4389-9F87-464839FF9C4E}"/>
    <dgm:cxn modelId="{E481B57D-CFC2-4C66-8086-A9D6033FB50A}" srcId="{7C74151C-4A5B-447F-8A03-57774BDB9793}" destId="{59F72B3A-B090-4171-B959-ED02C5FD1DA3}" srcOrd="5" destOrd="0" parTransId="{C7DAD085-9FD0-49ED-BD88-3D9ED777B895}" sibTransId="{2AB66325-930B-460E-8BF0-22A4AB5DCAFE}"/>
    <dgm:cxn modelId="{C6BDBA7E-3F67-4646-9334-88EAECD43ABE}" type="presOf" srcId="{1E80BF30-70FE-4C13-818F-0953DD3E367D}" destId="{F530E1CF-4C53-4E03-9369-AB230B2A8258}" srcOrd="0" destOrd="0" presId="urn:microsoft.com/office/officeart/2005/8/layout/hList1"/>
    <dgm:cxn modelId="{A4327186-299C-4F35-91C3-178B607BD069}" srcId="{1E80BF30-70FE-4C13-818F-0953DD3E367D}" destId="{21413A1E-33A8-49DC-BF08-F3C4BD21F4E9}" srcOrd="3" destOrd="0" parTransId="{D6CDCF68-E6D9-4DEF-B9B1-6F4E2F087418}" sibTransId="{B45C8BC4-C483-419B-9972-96663AAA254E}"/>
    <dgm:cxn modelId="{A68B3388-EDDB-4E46-A873-C9FAF3CF2448}" type="presOf" srcId="{7CDBE555-15F3-452F-84DC-47BBE1B7C9E4}" destId="{9C0F6E90-834A-4714-A658-CB34A8DD0A75}" srcOrd="0" destOrd="1" presId="urn:microsoft.com/office/officeart/2005/8/layout/hList1"/>
    <dgm:cxn modelId="{D57C3488-84BA-41A5-B633-C16406123AB9}" srcId="{7C74151C-4A5B-447F-8A03-57774BDB9793}" destId="{7CDBE555-15F3-452F-84DC-47BBE1B7C9E4}" srcOrd="1" destOrd="0" parTransId="{1E72AED4-8866-40EE-A072-D45850836163}" sibTransId="{CFACFE7B-41BB-489F-8A41-FE4C451716F0}"/>
    <dgm:cxn modelId="{1D2C248C-5B0B-4374-9764-ECA89A0E9245}" type="presOf" srcId="{FF1AAD4A-39BE-44A2-B124-DDB85590CCED}" destId="{BFC0650F-B96B-407C-9D60-58C271F238C5}" srcOrd="0" destOrd="0" presId="urn:microsoft.com/office/officeart/2005/8/layout/hList1"/>
    <dgm:cxn modelId="{51C23C8D-3B95-4D37-840F-2EAD9C33A8BC}" type="presOf" srcId="{9915AFAE-BA45-4F69-B5D9-7CECFA5F36B6}" destId="{D047B1F2-751E-497C-8F68-4580984CDAD8}" srcOrd="0" destOrd="1" presId="urn:microsoft.com/office/officeart/2005/8/layout/hList1"/>
    <dgm:cxn modelId="{52961596-EF80-422F-B47C-25715D34A93F}" type="presOf" srcId="{0B4F60B0-D823-4C2B-A6FC-3CDA6DBD1B1F}" destId="{BFC0650F-B96B-407C-9D60-58C271F238C5}" srcOrd="0" destOrd="1" presId="urn:microsoft.com/office/officeart/2005/8/layout/hList1"/>
    <dgm:cxn modelId="{F913849C-5A65-4C88-BE44-6058A328290A}" type="presOf" srcId="{DA1C876F-324E-4868-BDCF-A78AB8322F39}" destId="{9C0F6E90-834A-4714-A658-CB34A8DD0A75}" srcOrd="0" destOrd="2" presId="urn:microsoft.com/office/officeart/2005/8/layout/hList1"/>
    <dgm:cxn modelId="{BB0462A0-0E9D-4F8E-8691-A758ED7FF651}" type="presOf" srcId="{21413A1E-33A8-49DC-BF08-F3C4BD21F4E9}" destId="{BFC0650F-B96B-407C-9D60-58C271F238C5}" srcOrd="0" destOrd="3" presId="urn:microsoft.com/office/officeart/2005/8/layout/hList1"/>
    <dgm:cxn modelId="{7748CEA0-0730-4006-B1E0-E2DFAF87505A}" type="presOf" srcId="{E747DF3D-0129-4F87-AE68-768DDF3A28CA}" destId="{D047B1F2-751E-497C-8F68-4580984CDAD8}" srcOrd="0" destOrd="0" presId="urn:microsoft.com/office/officeart/2005/8/layout/hList1"/>
    <dgm:cxn modelId="{252DBCA2-CF35-4087-8D37-09FBBC386283}" type="presOf" srcId="{20D5CCB3-7926-4BC3-8F12-6FDF4E12CC4C}" destId="{BFC0650F-B96B-407C-9D60-58C271F238C5}" srcOrd="0" destOrd="11" presId="urn:microsoft.com/office/officeart/2005/8/layout/hList1"/>
    <dgm:cxn modelId="{DCB89FA5-A762-4CDE-A514-0073F2A6F519}" srcId="{1E80BF30-70FE-4C13-818F-0953DD3E367D}" destId="{A1DB7B29-1945-4648-87FC-6E71F8D93126}" srcOrd="10" destOrd="0" parTransId="{97DFD6DD-1EE7-48E6-A41D-4343AA337AFC}" sibTransId="{10A68062-28B4-4285-AB76-FD5ED9295BDF}"/>
    <dgm:cxn modelId="{0C2650AD-58E4-4CB5-ADA3-CFBCCBD665EB}" type="presOf" srcId="{7331B15D-417F-453D-8972-12D017A84695}" destId="{BFC0650F-B96B-407C-9D60-58C271F238C5}" srcOrd="0" destOrd="8" presId="urn:microsoft.com/office/officeart/2005/8/layout/hList1"/>
    <dgm:cxn modelId="{4C151AB5-293B-430F-8B40-A4CFF861C6C7}" srcId="{1E80BF30-70FE-4C13-818F-0953DD3E367D}" destId="{B15D9896-54FE-4532-875F-6073DEB168B9}" srcOrd="6" destOrd="0" parTransId="{6FF22E4A-4333-42F5-B4D6-AE5500989BD0}" sibTransId="{D2D8E7B9-44CE-431E-AAA2-C0E02519FBCA}"/>
    <dgm:cxn modelId="{92B696B8-B97C-41B3-B0EB-A56E854277C6}" srcId="{1E80BF30-70FE-4C13-818F-0953DD3E367D}" destId="{7331B15D-417F-453D-8972-12D017A84695}" srcOrd="8" destOrd="0" parTransId="{F0DFD019-4E87-47B3-A588-768B7FE3D873}" sibTransId="{1F4E7EC6-DF30-4939-BDC2-8DA37DA6F711}"/>
    <dgm:cxn modelId="{2CC512BD-69F1-432B-A41D-2910247B4217}" type="presOf" srcId="{EA20C399-2845-40B4-947C-323515229C70}" destId="{9C0F6E90-834A-4714-A658-CB34A8DD0A75}" srcOrd="0" destOrd="4" presId="urn:microsoft.com/office/officeart/2005/8/layout/hList1"/>
    <dgm:cxn modelId="{D10046CD-0FEC-4C55-80B8-9A7E725C1F4F}" type="presOf" srcId="{4196A958-1F29-4025-8AC3-B2A3B4AABAA7}" destId="{9C0F6E90-834A-4714-A658-CB34A8DD0A75}" srcOrd="0" destOrd="6" presId="urn:microsoft.com/office/officeart/2005/8/layout/hList1"/>
    <dgm:cxn modelId="{FA065FD1-3EDF-4BDC-9993-BEA1F47880B3}" type="presOf" srcId="{A1DB7B29-1945-4648-87FC-6E71F8D93126}" destId="{BFC0650F-B96B-407C-9D60-58C271F238C5}" srcOrd="0" destOrd="10" presId="urn:microsoft.com/office/officeart/2005/8/layout/hList1"/>
    <dgm:cxn modelId="{F41656DF-86F8-4C63-9F27-EED7DC8F0557}" type="presOf" srcId="{96D0EC47-F716-4805-B7BF-C27120800391}" destId="{BFC0650F-B96B-407C-9D60-58C271F238C5}" srcOrd="0" destOrd="9" presId="urn:microsoft.com/office/officeart/2005/8/layout/hList1"/>
    <dgm:cxn modelId="{557642E1-33DD-4AB8-A172-41ADCB81805A}" srcId="{1E80BF30-70FE-4C13-818F-0953DD3E367D}" destId="{96D0EC47-F716-4805-B7BF-C27120800391}" srcOrd="9" destOrd="0" parTransId="{669D9895-7662-4F63-900B-920A7ACCF123}" sibTransId="{D6854E19-E008-4087-AA6C-AB876981BA58}"/>
    <dgm:cxn modelId="{84EAC4E8-7671-4D66-9767-6FCE420DBEA4}" type="presOf" srcId="{B15D9896-54FE-4532-875F-6073DEB168B9}" destId="{BFC0650F-B96B-407C-9D60-58C271F238C5}" srcOrd="0" destOrd="6" presId="urn:microsoft.com/office/officeart/2005/8/layout/hList1"/>
    <dgm:cxn modelId="{DF8822F0-6B30-47BA-8E5D-506DC41B8F97}" type="presOf" srcId="{7C74151C-4A5B-447F-8A03-57774BDB9793}" destId="{7F014E5F-8563-436E-A73C-C7124B8B7198}" srcOrd="0" destOrd="0" presId="urn:microsoft.com/office/officeart/2005/8/layout/hList1"/>
    <dgm:cxn modelId="{0E5BDEFF-74C2-427F-89E7-D327D8D2FF80}" srcId="{1E80BF30-70FE-4C13-818F-0953DD3E367D}" destId="{20D5CCB3-7926-4BC3-8F12-6FDF4E12CC4C}" srcOrd="11" destOrd="0" parTransId="{A4BB255A-56AF-4BC4-A343-F8CD14759AF8}" sibTransId="{B5912209-A6A9-458A-9593-DDE2B9C9D9AB}"/>
    <dgm:cxn modelId="{950F1DAD-79C3-48A2-ADE2-2A1504F94EFC}" type="presParOf" srcId="{354B2D11-3A68-4CFF-B969-C4662FFA76F2}" destId="{2ED3196B-FB51-4F36-AAB6-8CCD792FA5FF}" srcOrd="0" destOrd="0" presId="urn:microsoft.com/office/officeart/2005/8/layout/hList1"/>
    <dgm:cxn modelId="{FA712611-5CD2-4545-84BA-B5DAFC31BAF4}" type="presParOf" srcId="{2ED3196B-FB51-4F36-AAB6-8CCD792FA5FF}" destId="{F530E1CF-4C53-4E03-9369-AB230B2A8258}" srcOrd="0" destOrd="0" presId="urn:microsoft.com/office/officeart/2005/8/layout/hList1"/>
    <dgm:cxn modelId="{5DD8CB2B-C806-44FA-835E-54C535E1713A}" type="presParOf" srcId="{2ED3196B-FB51-4F36-AAB6-8CCD792FA5FF}" destId="{BFC0650F-B96B-407C-9D60-58C271F238C5}" srcOrd="1" destOrd="0" presId="urn:microsoft.com/office/officeart/2005/8/layout/hList1"/>
    <dgm:cxn modelId="{849E7EAE-9CF1-4916-90F9-26CA266A1928}" type="presParOf" srcId="{354B2D11-3A68-4CFF-B969-C4662FFA76F2}" destId="{D2B4D8BF-6BD1-4C6D-889B-BF16D0E086B8}" srcOrd="1" destOrd="0" presId="urn:microsoft.com/office/officeart/2005/8/layout/hList1"/>
    <dgm:cxn modelId="{F754B8BA-3CBC-44B0-B285-93455D04B404}" type="presParOf" srcId="{354B2D11-3A68-4CFF-B969-C4662FFA76F2}" destId="{963998C1-0841-4612-93C3-1F1400E11922}" srcOrd="2" destOrd="0" presId="urn:microsoft.com/office/officeart/2005/8/layout/hList1"/>
    <dgm:cxn modelId="{5520262F-6675-4ACF-BF7E-CDD10D95C907}" type="presParOf" srcId="{963998C1-0841-4612-93C3-1F1400E11922}" destId="{7F014E5F-8563-436E-A73C-C7124B8B7198}" srcOrd="0" destOrd="0" presId="urn:microsoft.com/office/officeart/2005/8/layout/hList1"/>
    <dgm:cxn modelId="{19388671-2A44-48DD-BFE8-86F88F212F39}" type="presParOf" srcId="{963998C1-0841-4612-93C3-1F1400E11922}" destId="{9C0F6E90-834A-4714-A658-CB34A8DD0A75}" srcOrd="1" destOrd="0" presId="urn:microsoft.com/office/officeart/2005/8/layout/hList1"/>
    <dgm:cxn modelId="{D3BD48A4-6C44-418C-B800-5753B67C8DED}" type="presParOf" srcId="{354B2D11-3A68-4CFF-B969-C4662FFA76F2}" destId="{40D8DD85-E3FB-4E7D-B1E8-7770CA61D8DB}" srcOrd="3" destOrd="0" presId="urn:microsoft.com/office/officeart/2005/8/layout/hList1"/>
    <dgm:cxn modelId="{46591363-0AD2-4E06-932A-CC25205FC508}" type="presParOf" srcId="{354B2D11-3A68-4CFF-B969-C4662FFA76F2}" destId="{6A17A80D-0773-49D2-993B-B78E718B02D8}" srcOrd="4" destOrd="0" presId="urn:microsoft.com/office/officeart/2005/8/layout/hList1"/>
    <dgm:cxn modelId="{53A6E839-7756-427C-B89E-43905008D650}" type="presParOf" srcId="{6A17A80D-0773-49D2-993B-B78E718B02D8}" destId="{786EC625-4EE4-4280-B2E2-36C218F4FDF4}" srcOrd="0" destOrd="0" presId="urn:microsoft.com/office/officeart/2005/8/layout/hList1"/>
    <dgm:cxn modelId="{ED87AD35-1BF5-459D-93B4-6728A9821F1B}" type="presParOf" srcId="{6A17A80D-0773-49D2-993B-B78E718B02D8}" destId="{D047B1F2-751E-497C-8F68-4580984CDAD8}" srcOrd="1" destOrd="0" presId="urn:microsoft.com/office/officeart/2005/8/layout/h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BD66E60F-AA6F-42F6-900D-0198F2CEE1FA}" type="doc">
      <dgm:prSet loTypeId="urn:microsoft.com/office/officeart/2009/3/layout/StepUpProcess" loCatId="process" qsTypeId="urn:microsoft.com/office/officeart/2005/8/quickstyle/simple1" qsCatId="simple" csTypeId="urn:microsoft.com/office/officeart/2005/8/colors/accent1_2" csCatId="accent1" phldr="1"/>
      <dgm:spPr/>
      <dgm:t>
        <a:bodyPr/>
        <a:lstStyle/>
        <a:p>
          <a:endParaRPr lang="en-US"/>
        </a:p>
      </dgm:t>
    </dgm:pt>
    <dgm:pt modelId="{6F104694-2B74-461F-9BAB-07602696CF8A}">
      <dgm:prSet phldrT="[Texte]"/>
      <dgm:spPr/>
      <dgm:t>
        <a:bodyPr/>
        <a:lstStyle/>
        <a:p>
          <a:r>
            <a:rPr lang="en-US" b="1" dirty="0"/>
            <a:t>1) Attention !</a:t>
          </a:r>
        </a:p>
      </dgm:t>
    </dgm:pt>
    <dgm:pt modelId="{D5FD799A-0AE5-4DAD-A5B7-2A6D25DAF381}" type="parTrans" cxnId="{FFCE9C0F-FA20-4B39-B739-B5ACCEBB6225}">
      <dgm:prSet/>
      <dgm:spPr/>
      <dgm:t>
        <a:bodyPr/>
        <a:lstStyle/>
        <a:p>
          <a:endParaRPr lang="en-US"/>
        </a:p>
      </dgm:t>
    </dgm:pt>
    <dgm:pt modelId="{C4DADC7F-EA2B-4706-8806-148D5C4DF205}" type="sibTrans" cxnId="{FFCE9C0F-FA20-4B39-B739-B5ACCEBB6225}">
      <dgm:prSet/>
      <dgm:spPr/>
      <dgm:t>
        <a:bodyPr/>
        <a:lstStyle/>
        <a:p>
          <a:endParaRPr lang="en-US"/>
        </a:p>
      </dgm:t>
    </dgm:pt>
    <dgm:pt modelId="{E9C06C2F-F95A-4D9C-9524-1579AB6E47E3}">
      <dgm:prSet phldrT="[Texte]"/>
      <dgm:spPr/>
      <dgm:t>
        <a:bodyPr/>
        <a:lstStyle/>
        <a:p>
          <a:r>
            <a:rPr lang="en-US" i="1" dirty="0"/>
            <a:t>“Look here quick !”</a:t>
          </a:r>
        </a:p>
      </dgm:t>
    </dgm:pt>
    <dgm:pt modelId="{E0F94286-49FA-4D2D-B8A9-F229F1F1FECC}" type="parTrans" cxnId="{0689A803-C60C-4E5C-BEA5-FDE74D4F044C}">
      <dgm:prSet/>
      <dgm:spPr/>
      <dgm:t>
        <a:bodyPr/>
        <a:lstStyle/>
        <a:p>
          <a:endParaRPr lang="en-US"/>
        </a:p>
      </dgm:t>
    </dgm:pt>
    <dgm:pt modelId="{CE26E1AA-BA2C-4988-ABAF-EA48B0A872FC}" type="sibTrans" cxnId="{0689A803-C60C-4E5C-BEA5-FDE74D4F044C}">
      <dgm:prSet/>
      <dgm:spPr/>
      <dgm:t>
        <a:bodyPr/>
        <a:lstStyle/>
        <a:p>
          <a:endParaRPr lang="en-US"/>
        </a:p>
      </dgm:t>
    </dgm:pt>
    <dgm:pt modelId="{A7D00D68-E340-4441-AE0E-6AE3F146CA0C}">
      <dgm:prSet phldrT="[Texte]"/>
      <dgm:spPr/>
      <dgm:t>
        <a:bodyPr/>
        <a:lstStyle/>
        <a:p>
          <a:r>
            <a:rPr lang="en-US" dirty="0"/>
            <a:t>Our content deserves to be opened</a:t>
          </a:r>
        </a:p>
      </dgm:t>
    </dgm:pt>
    <dgm:pt modelId="{93FE5FF7-66D6-4139-B539-723F0226C9DE}" type="parTrans" cxnId="{8760E2D2-089C-4B2C-8E6D-5AB5BE181403}">
      <dgm:prSet/>
      <dgm:spPr/>
      <dgm:t>
        <a:bodyPr/>
        <a:lstStyle/>
        <a:p>
          <a:endParaRPr lang="en-US"/>
        </a:p>
      </dgm:t>
    </dgm:pt>
    <dgm:pt modelId="{A33B06BA-6839-4130-9A57-EB325B198F9D}" type="sibTrans" cxnId="{8760E2D2-089C-4B2C-8E6D-5AB5BE181403}">
      <dgm:prSet/>
      <dgm:spPr/>
      <dgm:t>
        <a:bodyPr/>
        <a:lstStyle/>
        <a:p>
          <a:endParaRPr lang="en-US"/>
        </a:p>
      </dgm:t>
    </dgm:pt>
    <dgm:pt modelId="{29D45B70-992C-4E43-8EC0-515818046A2B}">
      <dgm:prSet phldrT="[Texte]"/>
      <dgm:spPr/>
      <dgm:t>
        <a:bodyPr/>
        <a:lstStyle/>
        <a:p>
          <a:r>
            <a:rPr lang="en-US" b="1" dirty="0"/>
            <a:t>2) Activation</a:t>
          </a:r>
        </a:p>
      </dgm:t>
    </dgm:pt>
    <dgm:pt modelId="{D49DA7B3-48D7-4F26-AFB4-4BDDCFDB43E8}" type="parTrans" cxnId="{48235674-EB93-4DA3-AA8D-C7C56062DEA6}">
      <dgm:prSet/>
      <dgm:spPr/>
      <dgm:t>
        <a:bodyPr/>
        <a:lstStyle/>
        <a:p>
          <a:endParaRPr lang="en-US"/>
        </a:p>
      </dgm:t>
    </dgm:pt>
    <dgm:pt modelId="{FEAFC5DA-CF17-4378-9502-3B7328A4FBEC}" type="sibTrans" cxnId="{48235674-EB93-4DA3-AA8D-C7C56062DEA6}">
      <dgm:prSet/>
      <dgm:spPr/>
      <dgm:t>
        <a:bodyPr/>
        <a:lstStyle/>
        <a:p>
          <a:endParaRPr lang="en-US"/>
        </a:p>
      </dgm:t>
    </dgm:pt>
    <dgm:pt modelId="{86324BF6-2A7F-4E89-92FF-9AE5F10CD17D}">
      <dgm:prSet phldrT="[Texte]"/>
      <dgm:spPr/>
      <dgm:t>
        <a:bodyPr/>
        <a:lstStyle/>
        <a:p>
          <a:r>
            <a:rPr lang="en-US" i="1" dirty="0"/>
            <a:t>“Give a try, it’s easy”</a:t>
          </a:r>
        </a:p>
      </dgm:t>
    </dgm:pt>
    <dgm:pt modelId="{7C95D512-77FC-4597-9792-C3E6860F3908}" type="parTrans" cxnId="{D2FED01A-8C61-4AB1-BF1B-155297BB353C}">
      <dgm:prSet/>
      <dgm:spPr/>
      <dgm:t>
        <a:bodyPr/>
        <a:lstStyle/>
        <a:p>
          <a:endParaRPr lang="en-US"/>
        </a:p>
      </dgm:t>
    </dgm:pt>
    <dgm:pt modelId="{F87863FC-BF07-42E1-8535-8E1D9DB4FD13}" type="sibTrans" cxnId="{D2FED01A-8C61-4AB1-BF1B-155297BB353C}">
      <dgm:prSet/>
      <dgm:spPr/>
      <dgm:t>
        <a:bodyPr/>
        <a:lstStyle/>
        <a:p>
          <a:endParaRPr lang="en-US"/>
        </a:p>
      </dgm:t>
    </dgm:pt>
    <dgm:pt modelId="{A027AC55-8FC7-4A1F-B842-B9892014809A}">
      <dgm:prSet phldrT="[Texte]"/>
      <dgm:spPr/>
      <dgm:t>
        <a:bodyPr/>
        <a:lstStyle/>
        <a:p>
          <a:r>
            <a:rPr lang="en-US" dirty="0"/>
            <a:t>Our content deserves to be consumed (read, listened, watched, played …)</a:t>
          </a:r>
        </a:p>
      </dgm:t>
    </dgm:pt>
    <dgm:pt modelId="{6146BC79-F40F-481D-B6BC-DD73128C10DC}" type="parTrans" cxnId="{04D2D992-5F6B-437E-B86B-3DF6BB3EA481}">
      <dgm:prSet/>
      <dgm:spPr/>
      <dgm:t>
        <a:bodyPr/>
        <a:lstStyle/>
        <a:p>
          <a:endParaRPr lang="en-US"/>
        </a:p>
      </dgm:t>
    </dgm:pt>
    <dgm:pt modelId="{993107BF-EBF4-46A2-9DC6-888276C35AEE}" type="sibTrans" cxnId="{04D2D992-5F6B-437E-B86B-3DF6BB3EA481}">
      <dgm:prSet/>
      <dgm:spPr/>
      <dgm:t>
        <a:bodyPr/>
        <a:lstStyle/>
        <a:p>
          <a:endParaRPr lang="en-US"/>
        </a:p>
      </dgm:t>
    </dgm:pt>
    <dgm:pt modelId="{163EAD52-446B-4F66-A593-1B7F8B5F9358}">
      <dgm:prSet phldrT="[Texte]"/>
      <dgm:spPr/>
      <dgm:t>
        <a:bodyPr/>
        <a:lstStyle/>
        <a:p>
          <a:r>
            <a:rPr lang="en-US" b="1" dirty="0"/>
            <a:t>3) Value confirmation</a:t>
          </a:r>
        </a:p>
      </dgm:t>
    </dgm:pt>
    <dgm:pt modelId="{47EA8358-53FE-4E4A-82BC-FF72516266F7}" type="parTrans" cxnId="{10008945-DC17-470C-B70E-CBB99CCFAB75}">
      <dgm:prSet/>
      <dgm:spPr/>
      <dgm:t>
        <a:bodyPr/>
        <a:lstStyle/>
        <a:p>
          <a:endParaRPr lang="en-US"/>
        </a:p>
      </dgm:t>
    </dgm:pt>
    <dgm:pt modelId="{82EB0230-E1FE-438A-851E-F663FDDCF46A}" type="sibTrans" cxnId="{10008945-DC17-470C-B70E-CBB99CCFAB75}">
      <dgm:prSet/>
      <dgm:spPr/>
      <dgm:t>
        <a:bodyPr/>
        <a:lstStyle/>
        <a:p>
          <a:endParaRPr lang="en-US"/>
        </a:p>
      </dgm:t>
    </dgm:pt>
    <dgm:pt modelId="{3574790B-C1AD-4816-86AD-54BB0D5E93C8}">
      <dgm:prSet phldrT="[Texte]"/>
      <dgm:spPr/>
      <dgm:t>
        <a:bodyPr/>
        <a:lstStyle/>
        <a:p>
          <a:r>
            <a:rPr lang="en-US" i="1" dirty="0"/>
            <a:t>“Give us a rating (or a like!)”</a:t>
          </a:r>
        </a:p>
      </dgm:t>
    </dgm:pt>
    <dgm:pt modelId="{9EC98C57-0D4D-4789-957D-4E668BD3811A}" type="parTrans" cxnId="{C226F283-EBCF-40E4-A494-05EB69B3BA99}">
      <dgm:prSet/>
      <dgm:spPr/>
      <dgm:t>
        <a:bodyPr/>
        <a:lstStyle/>
        <a:p>
          <a:endParaRPr lang="en-US"/>
        </a:p>
      </dgm:t>
    </dgm:pt>
    <dgm:pt modelId="{F0ADD02A-BF48-4050-80E0-1DB4BD580279}" type="sibTrans" cxnId="{C226F283-EBCF-40E4-A494-05EB69B3BA99}">
      <dgm:prSet/>
      <dgm:spPr/>
      <dgm:t>
        <a:bodyPr/>
        <a:lstStyle/>
        <a:p>
          <a:endParaRPr lang="en-US"/>
        </a:p>
      </dgm:t>
    </dgm:pt>
    <dgm:pt modelId="{63ED06CF-B9FA-4C17-A522-7B1B924A4953}">
      <dgm:prSet phldrT="[Texte]"/>
      <dgm:spPr/>
      <dgm:t>
        <a:bodyPr/>
        <a:lstStyle/>
        <a:p>
          <a:r>
            <a:rPr lang="en-US" dirty="0"/>
            <a:t>Our content is valuable enough to be validated</a:t>
          </a:r>
        </a:p>
      </dgm:t>
    </dgm:pt>
    <dgm:pt modelId="{47D5F092-AE38-4216-9895-0CD8F14EA805}" type="parTrans" cxnId="{84E49087-1430-4FC5-AEB2-4BBF30264575}">
      <dgm:prSet/>
      <dgm:spPr/>
      <dgm:t>
        <a:bodyPr/>
        <a:lstStyle/>
        <a:p>
          <a:endParaRPr lang="en-US"/>
        </a:p>
      </dgm:t>
    </dgm:pt>
    <dgm:pt modelId="{F12DAD07-5746-4FB6-976B-FDB58A3261F8}" type="sibTrans" cxnId="{84E49087-1430-4FC5-AEB2-4BBF30264575}">
      <dgm:prSet/>
      <dgm:spPr/>
      <dgm:t>
        <a:bodyPr/>
        <a:lstStyle/>
        <a:p>
          <a:endParaRPr lang="en-US"/>
        </a:p>
      </dgm:t>
    </dgm:pt>
    <dgm:pt modelId="{3C655720-105A-4DAE-A58E-8C768133AAAD}">
      <dgm:prSet phldrT="[Texte]"/>
      <dgm:spPr/>
      <dgm:t>
        <a:bodyPr/>
        <a:lstStyle/>
        <a:p>
          <a:r>
            <a:rPr lang="en-US" b="1" dirty="0"/>
            <a:t>4) Contribution</a:t>
          </a:r>
        </a:p>
      </dgm:t>
    </dgm:pt>
    <dgm:pt modelId="{4C8429BA-7EDE-407D-9BBE-4EC49F7ADC93}" type="parTrans" cxnId="{639080A3-0CF3-4FEF-9CA8-534FD237E192}">
      <dgm:prSet/>
      <dgm:spPr/>
      <dgm:t>
        <a:bodyPr/>
        <a:lstStyle/>
        <a:p>
          <a:endParaRPr lang="en-US"/>
        </a:p>
      </dgm:t>
    </dgm:pt>
    <dgm:pt modelId="{323E8421-75E9-4EF7-B696-BFADC1D14A38}" type="sibTrans" cxnId="{639080A3-0CF3-4FEF-9CA8-534FD237E192}">
      <dgm:prSet/>
      <dgm:spPr/>
      <dgm:t>
        <a:bodyPr/>
        <a:lstStyle/>
        <a:p>
          <a:endParaRPr lang="en-US"/>
        </a:p>
      </dgm:t>
    </dgm:pt>
    <dgm:pt modelId="{64F6B4B8-4486-4D4A-A1C3-477F761421CB}">
      <dgm:prSet phldrT="[Texte]"/>
      <dgm:spPr/>
      <dgm:t>
        <a:bodyPr/>
        <a:lstStyle/>
        <a:p>
          <a:r>
            <a:rPr lang="en-US" b="1" dirty="0"/>
            <a:t>5) Sharing</a:t>
          </a:r>
        </a:p>
      </dgm:t>
    </dgm:pt>
    <dgm:pt modelId="{0982516F-2BBF-4ADC-A0E3-2E914B17F052}" type="parTrans" cxnId="{61114480-4709-4F61-9F75-4447C0D6BC14}">
      <dgm:prSet/>
      <dgm:spPr/>
      <dgm:t>
        <a:bodyPr/>
        <a:lstStyle/>
        <a:p>
          <a:endParaRPr lang="en-US"/>
        </a:p>
      </dgm:t>
    </dgm:pt>
    <dgm:pt modelId="{00A4116C-00D7-493B-B1CB-D7ED48D47B19}" type="sibTrans" cxnId="{61114480-4709-4F61-9F75-4447C0D6BC14}">
      <dgm:prSet/>
      <dgm:spPr/>
      <dgm:t>
        <a:bodyPr/>
        <a:lstStyle/>
        <a:p>
          <a:endParaRPr lang="en-US"/>
        </a:p>
      </dgm:t>
    </dgm:pt>
    <dgm:pt modelId="{D5DBAD67-80DF-4318-BB08-6268E33EF1E3}">
      <dgm:prSet phldrT="[Texte]"/>
      <dgm:spPr/>
      <dgm:t>
        <a:bodyPr/>
        <a:lstStyle/>
        <a:p>
          <a:r>
            <a:rPr lang="en-US" i="1" dirty="0"/>
            <a:t>“Give us your comments !”</a:t>
          </a:r>
        </a:p>
      </dgm:t>
    </dgm:pt>
    <dgm:pt modelId="{F682E8C8-1603-433E-BDDC-4B7FD67AFAAB}" type="parTrans" cxnId="{A604EC94-2DC5-4883-83C7-AB501635EA44}">
      <dgm:prSet/>
      <dgm:spPr/>
      <dgm:t>
        <a:bodyPr/>
        <a:lstStyle/>
        <a:p>
          <a:endParaRPr lang="en-US"/>
        </a:p>
      </dgm:t>
    </dgm:pt>
    <dgm:pt modelId="{5A5BBF20-2F3F-4421-882E-C41CBE025C6C}" type="sibTrans" cxnId="{A604EC94-2DC5-4883-83C7-AB501635EA44}">
      <dgm:prSet/>
      <dgm:spPr/>
      <dgm:t>
        <a:bodyPr/>
        <a:lstStyle/>
        <a:p>
          <a:endParaRPr lang="en-US"/>
        </a:p>
      </dgm:t>
    </dgm:pt>
    <dgm:pt modelId="{427CB4EC-8A76-4A25-B772-763E446BD202}">
      <dgm:prSet phldrT="[Texte]"/>
      <dgm:spPr/>
      <dgm:t>
        <a:bodyPr/>
        <a:lstStyle/>
        <a:p>
          <a:r>
            <a:rPr lang="en-US" dirty="0"/>
            <a:t>“Please share”</a:t>
          </a:r>
        </a:p>
      </dgm:t>
    </dgm:pt>
    <dgm:pt modelId="{D4999854-8F68-4E89-A64E-92E5AEBF26DD}" type="parTrans" cxnId="{5742B504-814F-44E1-805A-657C27898966}">
      <dgm:prSet/>
      <dgm:spPr/>
      <dgm:t>
        <a:bodyPr/>
        <a:lstStyle/>
        <a:p>
          <a:endParaRPr lang="en-US"/>
        </a:p>
      </dgm:t>
    </dgm:pt>
    <dgm:pt modelId="{0B6BFA78-1723-4491-9D8A-761984BAC2F3}" type="sibTrans" cxnId="{5742B504-814F-44E1-805A-657C27898966}">
      <dgm:prSet/>
      <dgm:spPr/>
      <dgm:t>
        <a:bodyPr/>
        <a:lstStyle/>
        <a:p>
          <a:endParaRPr lang="en-US"/>
        </a:p>
      </dgm:t>
    </dgm:pt>
    <dgm:pt modelId="{CDC3A8ED-3CA7-44C2-9ACD-B8C9F86D7C13}">
      <dgm:prSet phldrT="[Texte]"/>
      <dgm:spPr/>
      <dgm:t>
        <a:bodyPr/>
        <a:lstStyle/>
        <a:p>
          <a:r>
            <a:rPr lang="en-US" dirty="0"/>
            <a:t>Our content is important enough to be discussed (social content is added to the content)</a:t>
          </a:r>
        </a:p>
      </dgm:t>
    </dgm:pt>
    <dgm:pt modelId="{48B99776-CA9D-4CAD-AB15-02EC51C548BF}" type="parTrans" cxnId="{3007AE1D-CA76-4C28-B37F-C7375890DFCD}">
      <dgm:prSet/>
      <dgm:spPr/>
      <dgm:t>
        <a:bodyPr/>
        <a:lstStyle/>
        <a:p>
          <a:endParaRPr lang="en-US"/>
        </a:p>
      </dgm:t>
    </dgm:pt>
    <dgm:pt modelId="{137E6215-3600-4850-9CEF-F695029742FF}" type="sibTrans" cxnId="{3007AE1D-CA76-4C28-B37F-C7375890DFCD}">
      <dgm:prSet/>
      <dgm:spPr/>
      <dgm:t>
        <a:bodyPr/>
        <a:lstStyle/>
        <a:p>
          <a:endParaRPr lang="en-US"/>
        </a:p>
      </dgm:t>
    </dgm:pt>
    <dgm:pt modelId="{E83C1B15-F7E1-4EE6-9315-9755285C597F}">
      <dgm:prSet phldrT="[Texte]"/>
      <dgm:spPr/>
      <dgm:t>
        <a:bodyPr/>
        <a:lstStyle/>
        <a:p>
          <a:r>
            <a:rPr lang="en-US" b="1" dirty="0"/>
            <a:t>6) Reference</a:t>
          </a:r>
        </a:p>
      </dgm:t>
    </dgm:pt>
    <dgm:pt modelId="{B9C059EF-1A09-43DB-B364-89A53512B21D}" type="parTrans" cxnId="{F16DDDB7-EE1E-419E-9828-A09D11B65EC6}">
      <dgm:prSet/>
      <dgm:spPr/>
      <dgm:t>
        <a:bodyPr/>
        <a:lstStyle/>
        <a:p>
          <a:endParaRPr lang="en-US"/>
        </a:p>
      </dgm:t>
    </dgm:pt>
    <dgm:pt modelId="{8E50D78D-EC0C-4FCE-BF2A-0174B6DA9E0C}" type="sibTrans" cxnId="{F16DDDB7-EE1E-419E-9828-A09D11B65EC6}">
      <dgm:prSet/>
      <dgm:spPr/>
      <dgm:t>
        <a:bodyPr/>
        <a:lstStyle/>
        <a:p>
          <a:endParaRPr lang="en-US"/>
        </a:p>
      </dgm:t>
    </dgm:pt>
    <dgm:pt modelId="{4F233866-E6D5-45E5-B753-968CB1E020EB}">
      <dgm:prSet phldrT="[Texte]"/>
      <dgm:spPr/>
      <dgm:t>
        <a:bodyPr/>
        <a:lstStyle/>
        <a:p>
          <a:r>
            <a:rPr lang="en-US" dirty="0"/>
            <a:t>Our content is important enough to be shared </a:t>
          </a:r>
        </a:p>
      </dgm:t>
    </dgm:pt>
    <dgm:pt modelId="{A5B230FC-7611-45D0-AA8D-4BC8A2AE278F}" type="parTrans" cxnId="{BD4383EC-D5CF-4C3B-860A-CD7A96CE6CBD}">
      <dgm:prSet/>
      <dgm:spPr/>
      <dgm:t>
        <a:bodyPr/>
        <a:lstStyle/>
        <a:p>
          <a:endParaRPr lang="en-US"/>
        </a:p>
      </dgm:t>
    </dgm:pt>
    <dgm:pt modelId="{4DA8E492-352F-404D-9A2A-5D35273A4606}" type="sibTrans" cxnId="{BD4383EC-D5CF-4C3B-860A-CD7A96CE6CBD}">
      <dgm:prSet/>
      <dgm:spPr/>
      <dgm:t>
        <a:bodyPr/>
        <a:lstStyle/>
        <a:p>
          <a:endParaRPr lang="en-US"/>
        </a:p>
      </dgm:t>
    </dgm:pt>
    <dgm:pt modelId="{0FF68CCB-1F47-440E-8752-46E2346D247C}">
      <dgm:prSet phldrT="[Texte]"/>
      <dgm:spPr/>
      <dgm:t>
        <a:bodyPr/>
        <a:lstStyle/>
        <a:p>
          <a:r>
            <a:rPr lang="en-US" dirty="0"/>
            <a:t>“Feel free to mention”</a:t>
          </a:r>
        </a:p>
      </dgm:t>
    </dgm:pt>
    <dgm:pt modelId="{A23E79C8-4BE8-4C8D-8026-BEDAC91E69B4}" type="parTrans" cxnId="{38CF3C2A-3564-4650-AC93-CE50FEB31A51}">
      <dgm:prSet/>
      <dgm:spPr/>
      <dgm:t>
        <a:bodyPr/>
        <a:lstStyle/>
        <a:p>
          <a:endParaRPr lang="en-US"/>
        </a:p>
      </dgm:t>
    </dgm:pt>
    <dgm:pt modelId="{9DA2645E-B511-4664-9962-493E9CF2C7C3}" type="sibTrans" cxnId="{38CF3C2A-3564-4650-AC93-CE50FEB31A51}">
      <dgm:prSet/>
      <dgm:spPr/>
      <dgm:t>
        <a:bodyPr/>
        <a:lstStyle/>
        <a:p>
          <a:endParaRPr lang="en-US"/>
        </a:p>
      </dgm:t>
    </dgm:pt>
    <dgm:pt modelId="{CDD6C4FE-96E8-4D17-8776-4AD1F2D133DC}">
      <dgm:prSet phldrT="[Texte]"/>
      <dgm:spPr/>
      <dgm:t>
        <a:bodyPr/>
        <a:lstStyle/>
        <a:p>
          <a:r>
            <a:rPr lang="en-US" dirty="0"/>
            <a:t>Our content is valuable enough to be used as a reference in other content</a:t>
          </a:r>
        </a:p>
      </dgm:t>
    </dgm:pt>
    <dgm:pt modelId="{DC517DA1-6193-4001-8D70-E6CF5E6DC4AC}" type="parTrans" cxnId="{580DD193-CE4C-4FD7-9E88-B33EDB91FE20}">
      <dgm:prSet/>
      <dgm:spPr/>
      <dgm:t>
        <a:bodyPr/>
        <a:lstStyle/>
        <a:p>
          <a:endParaRPr lang="en-US"/>
        </a:p>
      </dgm:t>
    </dgm:pt>
    <dgm:pt modelId="{63F345FD-B095-41A4-8879-94AE2CB65999}" type="sibTrans" cxnId="{580DD193-CE4C-4FD7-9E88-B33EDB91FE20}">
      <dgm:prSet/>
      <dgm:spPr/>
      <dgm:t>
        <a:bodyPr/>
        <a:lstStyle/>
        <a:p>
          <a:endParaRPr lang="en-US"/>
        </a:p>
      </dgm:t>
    </dgm:pt>
    <dgm:pt modelId="{FE8F9C1F-2560-4891-B027-285AE1DF185B}">
      <dgm:prSet phldrT="[Texte]"/>
      <dgm:spPr/>
      <dgm:t>
        <a:bodyPr/>
        <a:lstStyle/>
        <a:p>
          <a:r>
            <a:rPr lang="en-US" b="1" dirty="0"/>
            <a:t>7) Gathering</a:t>
          </a:r>
        </a:p>
      </dgm:t>
    </dgm:pt>
    <dgm:pt modelId="{90009E5B-DCE4-4718-AE9F-2E0CA5BCE14F}" type="parTrans" cxnId="{AF1257F8-1636-407F-A94B-816A418C70EB}">
      <dgm:prSet/>
      <dgm:spPr/>
      <dgm:t>
        <a:bodyPr/>
        <a:lstStyle/>
        <a:p>
          <a:endParaRPr lang="en-US"/>
        </a:p>
      </dgm:t>
    </dgm:pt>
    <dgm:pt modelId="{60F5879B-EBE8-4BF2-95C5-A0E88723E4F5}" type="sibTrans" cxnId="{AF1257F8-1636-407F-A94B-816A418C70EB}">
      <dgm:prSet/>
      <dgm:spPr/>
      <dgm:t>
        <a:bodyPr/>
        <a:lstStyle/>
        <a:p>
          <a:endParaRPr lang="en-US"/>
        </a:p>
      </dgm:t>
    </dgm:pt>
    <dgm:pt modelId="{25B1F65D-0FC4-47DC-9E61-BE354610BB71}">
      <dgm:prSet phldrT="[Texte]"/>
      <dgm:spPr/>
      <dgm:t>
        <a:bodyPr/>
        <a:lstStyle/>
        <a:p>
          <a:r>
            <a:rPr lang="en-US" b="0" dirty="0"/>
            <a:t>“Join the others”</a:t>
          </a:r>
        </a:p>
      </dgm:t>
    </dgm:pt>
    <dgm:pt modelId="{E68798E7-7374-412F-8F1A-1511C9883367}" type="parTrans" cxnId="{13C89117-A6C9-45B8-9809-693B609AEF49}">
      <dgm:prSet/>
      <dgm:spPr/>
      <dgm:t>
        <a:bodyPr/>
        <a:lstStyle/>
        <a:p>
          <a:endParaRPr lang="en-US"/>
        </a:p>
      </dgm:t>
    </dgm:pt>
    <dgm:pt modelId="{861AB756-3288-45A3-B5F3-9C92DB5959CC}" type="sibTrans" cxnId="{13C89117-A6C9-45B8-9809-693B609AEF49}">
      <dgm:prSet/>
      <dgm:spPr/>
      <dgm:t>
        <a:bodyPr/>
        <a:lstStyle/>
        <a:p>
          <a:endParaRPr lang="en-US"/>
        </a:p>
      </dgm:t>
    </dgm:pt>
    <dgm:pt modelId="{1ED68C86-DE30-4F27-B786-AA4EB956BAE9}">
      <dgm:prSet phldrT="[Texte]"/>
      <dgm:spPr/>
      <dgm:t>
        <a:bodyPr/>
        <a:lstStyle/>
        <a:p>
          <a:r>
            <a:rPr lang="en-US" b="0" dirty="0"/>
            <a:t>Our content is good enough for people to gather by themselves around</a:t>
          </a:r>
        </a:p>
      </dgm:t>
    </dgm:pt>
    <dgm:pt modelId="{51B34654-36B0-4755-9AD6-27BC95731826}" type="parTrans" cxnId="{A48AF831-D79E-415F-B962-F5CD3286C473}">
      <dgm:prSet/>
      <dgm:spPr/>
      <dgm:t>
        <a:bodyPr/>
        <a:lstStyle/>
        <a:p>
          <a:endParaRPr lang="en-US"/>
        </a:p>
      </dgm:t>
    </dgm:pt>
    <dgm:pt modelId="{9A2277A1-5A79-4761-9BD6-7257C694657B}" type="sibTrans" cxnId="{A48AF831-D79E-415F-B962-F5CD3286C473}">
      <dgm:prSet/>
      <dgm:spPr/>
      <dgm:t>
        <a:bodyPr/>
        <a:lstStyle/>
        <a:p>
          <a:endParaRPr lang="en-US"/>
        </a:p>
      </dgm:t>
    </dgm:pt>
    <dgm:pt modelId="{874887ED-045D-4ADD-A619-03DA6EFF1653}" type="pres">
      <dgm:prSet presAssocID="{BD66E60F-AA6F-42F6-900D-0198F2CEE1FA}" presName="rootnode" presStyleCnt="0">
        <dgm:presLayoutVars>
          <dgm:chMax/>
          <dgm:chPref/>
          <dgm:dir/>
          <dgm:animLvl val="lvl"/>
        </dgm:presLayoutVars>
      </dgm:prSet>
      <dgm:spPr/>
    </dgm:pt>
    <dgm:pt modelId="{1E8C741A-7C63-4DFE-90CD-9FEECD68A4ED}" type="pres">
      <dgm:prSet presAssocID="{6F104694-2B74-461F-9BAB-07602696CF8A}" presName="composite" presStyleCnt="0"/>
      <dgm:spPr/>
    </dgm:pt>
    <dgm:pt modelId="{947B5681-D30C-4F71-A448-A9816BB4E2C7}" type="pres">
      <dgm:prSet presAssocID="{6F104694-2B74-461F-9BAB-07602696CF8A}" presName="LShape" presStyleLbl="alignNode1" presStyleIdx="0" presStyleCnt="13"/>
      <dgm:spPr>
        <a:solidFill>
          <a:schemeClr val="bg1">
            <a:lumMod val="85000"/>
          </a:schemeClr>
        </a:solidFill>
        <a:ln>
          <a:noFill/>
        </a:ln>
      </dgm:spPr>
    </dgm:pt>
    <dgm:pt modelId="{BC883E41-7CC3-49C8-AACB-D2DFC31D2A81}" type="pres">
      <dgm:prSet presAssocID="{6F104694-2B74-461F-9BAB-07602696CF8A}" presName="ParentText" presStyleLbl="revTx" presStyleIdx="0" presStyleCnt="7">
        <dgm:presLayoutVars>
          <dgm:chMax val="0"/>
          <dgm:chPref val="0"/>
          <dgm:bulletEnabled val="1"/>
        </dgm:presLayoutVars>
      </dgm:prSet>
      <dgm:spPr/>
    </dgm:pt>
    <dgm:pt modelId="{FC54635E-1CFA-4F93-B566-34FFF4B7EE1B}" type="pres">
      <dgm:prSet presAssocID="{6F104694-2B74-461F-9BAB-07602696CF8A}" presName="Triangle" presStyleLbl="alignNode1" presStyleIdx="1" presStyleCnt="13"/>
      <dgm:spPr>
        <a:solidFill>
          <a:schemeClr val="bg1">
            <a:lumMod val="85000"/>
          </a:schemeClr>
        </a:solidFill>
        <a:ln>
          <a:noFill/>
        </a:ln>
      </dgm:spPr>
    </dgm:pt>
    <dgm:pt modelId="{FCD29E91-D4C3-4DD0-BB73-47DBD0E58D55}" type="pres">
      <dgm:prSet presAssocID="{C4DADC7F-EA2B-4706-8806-148D5C4DF205}" presName="sibTrans" presStyleCnt="0"/>
      <dgm:spPr/>
    </dgm:pt>
    <dgm:pt modelId="{AA25CC6E-8837-4B6A-BDCD-5A04260A06DD}" type="pres">
      <dgm:prSet presAssocID="{C4DADC7F-EA2B-4706-8806-148D5C4DF205}" presName="space" presStyleCnt="0"/>
      <dgm:spPr/>
    </dgm:pt>
    <dgm:pt modelId="{6AFB5FE1-2711-4081-A103-04FFA5ED2DAB}" type="pres">
      <dgm:prSet presAssocID="{29D45B70-992C-4E43-8EC0-515818046A2B}" presName="composite" presStyleCnt="0"/>
      <dgm:spPr/>
    </dgm:pt>
    <dgm:pt modelId="{C4049009-0DF7-4B56-8EE8-A235AC9147E0}" type="pres">
      <dgm:prSet presAssocID="{29D45B70-992C-4E43-8EC0-515818046A2B}" presName="LShape" presStyleLbl="alignNode1" presStyleIdx="2" presStyleCnt="13"/>
      <dgm:spPr>
        <a:solidFill>
          <a:schemeClr val="bg1">
            <a:lumMod val="85000"/>
          </a:schemeClr>
        </a:solidFill>
        <a:ln>
          <a:noFill/>
        </a:ln>
      </dgm:spPr>
    </dgm:pt>
    <dgm:pt modelId="{3C232351-2668-409A-900D-BAAD4244B760}" type="pres">
      <dgm:prSet presAssocID="{29D45B70-992C-4E43-8EC0-515818046A2B}" presName="ParentText" presStyleLbl="revTx" presStyleIdx="1" presStyleCnt="7">
        <dgm:presLayoutVars>
          <dgm:chMax val="0"/>
          <dgm:chPref val="0"/>
          <dgm:bulletEnabled val="1"/>
        </dgm:presLayoutVars>
      </dgm:prSet>
      <dgm:spPr/>
    </dgm:pt>
    <dgm:pt modelId="{6EE647C3-EE94-495B-A1BC-2BD31E7FB284}" type="pres">
      <dgm:prSet presAssocID="{29D45B70-992C-4E43-8EC0-515818046A2B}" presName="Triangle" presStyleLbl="alignNode1" presStyleIdx="3" presStyleCnt="13"/>
      <dgm:spPr>
        <a:solidFill>
          <a:srgbClr val="EC7B2B"/>
        </a:solidFill>
        <a:ln>
          <a:noFill/>
        </a:ln>
      </dgm:spPr>
    </dgm:pt>
    <dgm:pt modelId="{1FCBB299-22F7-434D-93D2-02D80C7EF06B}" type="pres">
      <dgm:prSet presAssocID="{FEAFC5DA-CF17-4378-9502-3B7328A4FBEC}" presName="sibTrans" presStyleCnt="0"/>
      <dgm:spPr/>
    </dgm:pt>
    <dgm:pt modelId="{5BE21557-2742-4C82-B4CF-14C8B64AE30A}" type="pres">
      <dgm:prSet presAssocID="{FEAFC5DA-CF17-4378-9502-3B7328A4FBEC}" presName="space" presStyleCnt="0"/>
      <dgm:spPr/>
    </dgm:pt>
    <dgm:pt modelId="{D8A7334D-FC2A-4FDC-BF29-32191A12660C}" type="pres">
      <dgm:prSet presAssocID="{163EAD52-446B-4F66-A593-1B7F8B5F9358}" presName="composite" presStyleCnt="0"/>
      <dgm:spPr/>
    </dgm:pt>
    <dgm:pt modelId="{FDF54EAE-F346-4C3A-BE66-A827058CB016}" type="pres">
      <dgm:prSet presAssocID="{163EAD52-446B-4F66-A593-1B7F8B5F9358}" presName="LShape" presStyleLbl="alignNode1" presStyleIdx="4" presStyleCnt="13"/>
      <dgm:spPr>
        <a:solidFill>
          <a:srgbClr val="EC7B2B"/>
        </a:solidFill>
        <a:ln>
          <a:noFill/>
        </a:ln>
      </dgm:spPr>
    </dgm:pt>
    <dgm:pt modelId="{41FFB49D-2989-4461-B425-3CC078C84917}" type="pres">
      <dgm:prSet presAssocID="{163EAD52-446B-4F66-A593-1B7F8B5F9358}" presName="ParentText" presStyleLbl="revTx" presStyleIdx="2" presStyleCnt="7">
        <dgm:presLayoutVars>
          <dgm:chMax val="0"/>
          <dgm:chPref val="0"/>
          <dgm:bulletEnabled val="1"/>
        </dgm:presLayoutVars>
      </dgm:prSet>
      <dgm:spPr/>
    </dgm:pt>
    <dgm:pt modelId="{6BD65D1B-AC3F-463A-9044-842725D46E17}" type="pres">
      <dgm:prSet presAssocID="{163EAD52-446B-4F66-A593-1B7F8B5F9358}" presName="Triangle" presStyleLbl="alignNode1" presStyleIdx="5" presStyleCnt="13"/>
      <dgm:spPr>
        <a:solidFill>
          <a:srgbClr val="EC7B2B"/>
        </a:solidFill>
        <a:ln>
          <a:noFill/>
        </a:ln>
      </dgm:spPr>
    </dgm:pt>
    <dgm:pt modelId="{10563C2A-4E39-47AF-9EB8-FE58F51F3804}" type="pres">
      <dgm:prSet presAssocID="{82EB0230-E1FE-438A-851E-F663FDDCF46A}" presName="sibTrans" presStyleCnt="0"/>
      <dgm:spPr/>
    </dgm:pt>
    <dgm:pt modelId="{E5A2F9C5-C7D0-475C-BEC0-3E3BFCE735BF}" type="pres">
      <dgm:prSet presAssocID="{82EB0230-E1FE-438A-851E-F663FDDCF46A}" presName="space" presStyleCnt="0"/>
      <dgm:spPr/>
    </dgm:pt>
    <dgm:pt modelId="{D839D156-5B5F-43AE-83B7-2EC675A14AF1}" type="pres">
      <dgm:prSet presAssocID="{3C655720-105A-4DAE-A58E-8C768133AAAD}" presName="composite" presStyleCnt="0"/>
      <dgm:spPr/>
    </dgm:pt>
    <dgm:pt modelId="{14B1C58C-96FC-4CBB-980F-3435E1A56BE8}" type="pres">
      <dgm:prSet presAssocID="{3C655720-105A-4DAE-A58E-8C768133AAAD}" presName="LShape" presStyleLbl="alignNode1" presStyleIdx="6" presStyleCnt="13"/>
      <dgm:spPr>
        <a:solidFill>
          <a:srgbClr val="EC7B2B"/>
        </a:solidFill>
        <a:ln>
          <a:noFill/>
        </a:ln>
      </dgm:spPr>
    </dgm:pt>
    <dgm:pt modelId="{BCB6E0A9-6E0F-4A27-BF17-10F454A714DD}" type="pres">
      <dgm:prSet presAssocID="{3C655720-105A-4DAE-A58E-8C768133AAAD}" presName="ParentText" presStyleLbl="revTx" presStyleIdx="3" presStyleCnt="7">
        <dgm:presLayoutVars>
          <dgm:chMax val="0"/>
          <dgm:chPref val="0"/>
          <dgm:bulletEnabled val="1"/>
        </dgm:presLayoutVars>
      </dgm:prSet>
      <dgm:spPr/>
    </dgm:pt>
    <dgm:pt modelId="{621BC79D-194B-46C2-8CE4-368724AC50EB}" type="pres">
      <dgm:prSet presAssocID="{3C655720-105A-4DAE-A58E-8C768133AAAD}" presName="Triangle" presStyleLbl="alignNode1" presStyleIdx="7" presStyleCnt="13"/>
      <dgm:spPr>
        <a:solidFill>
          <a:srgbClr val="EC7B2B"/>
        </a:solidFill>
        <a:ln>
          <a:noFill/>
        </a:ln>
      </dgm:spPr>
    </dgm:pt>
    <dgm:pt modelId="{AB63481F-0E05-4A17-B174-989A8E070A6E}" type="pres">
      <dgm:prSet presAssocID="{323E8421-75E9-4EF7-B696-BFADC1D14A38}" presName="sibTrans" presStyleCnt="0"/>
      <dgm:spPr/>
    </dgm:pt>
    <dgm:pt modelId="{B101AC42-2C25-4E31-A514-86DB8B489ECD}" type="pres">
      <dgm:prSet presAssocID="{323E8421-75E9-4EF7-B696-BFADC1D14A38}" presName="space" presStyleCnt="0"/>
      <dgm:spPr/>
    </dgm:pt>
    <dgm:pt modelId="{5CB5B094-B044-44AD-AA02-F96275500A37}" type="pres">
      <dgm:prSet presAssocID="{64F6B4B8-4486-4D4A-A1C3-477F761421CB}" presName="composite" presStyleCnt="0"/>
      <dgm:spPr/>
    </dgm:pt>
    <dgm:pt modelId="{8231CA90-10E3-46A6-A5BB-B62FA5752189}" type="pres">
      <dgm:prSet presAssocID="{64F6B4B8-4486-4D4A-A1C3-477F761421CB}" presName="LShape" presStyleLbl="alignNode1" presStyleIdx="8" presStyleCnt="13"/>
      <dgm:spPr>
        <a:solidFill>
          <a:srgbClr val="3494BA"/>
        </a:solidFill>
        <a:ln>
          <a:noFill/>
        </a:ln>
      </dgm:spPr>
    </dgm:pt>
    <dgm:pt modelId="{5CF119C6-ABFB-4CDD-9B69-E69F67B6F6FB}" type="pres">
      <dgm:prSet presAssocID="{64F6B4B8-4486-4D4A-A1C3-477F761421CB}" presName="ParentText" presStyleLbl="revTx" presStyleIdx="4" presStyleCnt="7">
        <dgm:presLayoutVars>
          <dgm:chMax val="0"/>
          <dgm:chPref val="0"/>
          <dgm:bulletEnabled val="1"/>
        </dgm:presLayoutVars>
      </dgm:prSet>
      <dgm:spPr/>
    </dgm:pt>
    <dgm:pt modelId="{D47D2D30-ADE3-4244-896A-D208A438408A}" type="pres">
      <dgm:prSet presAssocID="{64F6B4B8-4486-4D4A-A1C3-477F761421CB}" presName="Triangle" presStyleLbl="alignNode1" presStyleIdx="9" presStyleCnt="13"/>
      <dgm:spPr>
        <a:solidFill>
          <a:srgbClr val="3494BA"/>
        </a:solidFill>
        <a:ln>
          <a:solidFill>
            <a:srgbClr val="3494BA"/>
          </a:solidFill>
        </a:ln>
      </dgm:spPr>
    </dgm:pt>
    <dgm:pt modelId="{9EC86756-ACA8-49E7-AC4B-F6B58AD210B2}" type="pres">
      <dgm:prSet presAssocID="{00A4116C-00D7-493B-B1CB-D7ED48D47B19}" presName="sibTrans" presStyleCnt="0"/>
      <dgm:spPr/>
    </dgm:pt>
    <dgm:pt modelId="{004C55E5-600F-4617-9E8F-7BD01D9BEEDD}" type="pres">
      <dgm:prSet presAssocID="{00A4116C-00D7-493B-B1CB-D7ED48D47B19}" presName="space" presStyleCnt="0"/>
      <dgm:spPr/>
    </dgm:pt>
    <dgm:pt modelId="{1CB0199E-8E1B-4498-A0FE-6075A2EFB380}" type="pres">
      <dgm:prSet presAssocID="{E83C1B15-F7E1-4EE6-9315-9755285C597F}" presName="composite" presStyleCnt="0"/>
      <dgm:spPr/>
    </dgm:pt>
    <dgm:pt modelId="{FC5DBB8E-B43D-443A-BEBF-B02BF77B99C3}" type="pres">
      <dgm:prSet presAssocID="{E83C1B15-F7E1-4EE6-9315-9755285C597F}" presName="LShape" presStyleLbl="alignNode1" presStyleIdx="10" presStyleCnt="13"/>
      <dgm:spPr>
        <a:solidFill>
          <a:srgbClr val="3494BA"/>
        </a:solidFill>
        <a:ln>
          <a:solidFill>
            <a:srgbClr val="3494BA"/>
          </a:solidFill>
        </a:ln>
      </dgm:spPr>
    </dgm:pt>
    <dgm:pt modelId="{19F16169-C9BF-47E2-8CB1-3EE9195EB957}" type="pres">
      <dgm:prSet presAssocID="{E83C1B15-F7E1-4EE6-9315-9755285C597F}" presName="ParentText" presStyleLbl="revTx" presStyleIdx="5" presStyleCnt="7">
        <dgm:presLayoutVars>
          <dgm:chMax val="0"/>
          <dgm:chPref val="0"/>
          <dgm:bulletEnabled val="1"/>
        </dgm:presLayoutVars>
      </dgm:prSet>
      <dgm:spPr/>
    </dgm:pt>
    <dgm:pt modelId="{35E4B48D-612C-4074-B656-1246F02FB0FA}" type="pres">
      <dgm:prSet presAssocID="{E83C1B15-F7E1-4EE6-9315-9755285C597F}" presName="Triangle" presStyleLbl="alignNode1" presStyleIdx="11" presStyleCnt="13"/>
      <dgm:spPr>
        <a:solidFill>
          <a:schemeClr val="accent1"/>
        </a:solidFill>
        <a:ln>
          <a:solidFill>
            <a:schemeClr val="accent1"/>
          </a:solidFill>
        </a:ln>
      </dgm:spPr>
    </dgm:pt>
    <dgm:pt modelId="{2606BBD8-9DE4-4261-9706-4817B945AF3D}" type="pres">
      <dgm:prSet presAssocID="{8E50D78D-EC0C-4FCE-BF2A-0174B6DA9E0C}" presName="sibTrans" presStyleCnt="0"/>
      <dgm:spPr/>
    </dgm:pt>
    <dgm:pt modelId="{DC220F96-C16D-4E47-B4E8-AFA3884E5B57}" type="pres">
      <dgm:prSet presAssocID="{8E50D78D-EC0C-4FCE-BF2A-0174B6DA9E0C}" presName="space" presStyleCnt="0"/>
      <dgm:spPr/>
    </dgm:pt>
    <dgm:pt modelId="{6FC3E083-19C2-4C95-800C-0E3E5CC8201A}" type="pres">
      <dgm:prSet presAssocID="{FE8F9C1F-2560-4891-B027-285AE1DF185B}" presName="composite" presStyleCnt="0"/>
      <dgm:spPr/>
    </dgm:pt>
    <dgm:pt modelId="{6F889921-57BB-4603-AA76-C547E1BF8E5F}" type="pres">
      <dgm:prSet presAssocID="{FE8F9C1F-2560-4891-B027-285AE1DF185B}" presName="LShape" presStyleLbl="alignNode1" presStyleIdx="12" presStyleCnt="13"/>
      <dgm:spPr/>
    </dgm:pt>
    <dgm:pt modelId="{DB180237-7383-4D07-BB36-8A77B59B6D7F}" type="pres">
      <dgm:prSet presAssocID="{FE8F9C1F-2560-4891-B027-285AE1DF185B}" presName="ParentText" presStyleLbl="revTx" presStyleIdx="6" presStyleCnt="7">
        <dgm:presLayoutVars>
          <dgm:chMax val="0"/>
          <dgm:chPref val="0"/>
          <dgm:bulletEnabled val="1"/>
        </dgm:presLayoutVars>
      </dgm:prSet>
      <dgm:spPr/>
    </dgm:pt>
  </dgm:ptLst>
  <dgm:cxnLst>
    <dgm:cxn modelId="{0689A803-C60C-4E5C-BEA5-FDE74D4F044C}" srcId="{6F104694-2B74-461F-9BAB-07602696CF8A}" destId="{E9C06C2F-F95A-4D9C-9524-1579AB6E47E3}" srcOrd="0" destOrd="0" parTransId="{E0F94286-49FA-4D2D-B8A9-F229F1F1FECC}" sibTransId="{CE26E1AA-BA2C-4988-ABAF-EA48B0A872FC}"/>
    <dgm:cxn modelId="{5742B504-814F-44E1-805A-657C27898966}" srcId="{64F6B4B8-4486-4D4A-A1C3-477F761421CB}" destId="{427CB4EC-8A76-4A25-B772-763E446BD202}" srcOrd="0" destOrd="0" parTransId="{D4999854-8F68-4E89-A64E-92E5AEBF26DD}" sibTransId="{0B6BFA78-1723-4491-9D8A-761984BAC2F3}"/>
    <dgm:cxn modelId="{28F90707-BD13-4F1A-B4CB-B5AF94F16920}" type="presOf" srcId="{25B1F65D-0FC4-47DC-9E61-BE354610BB71}" destId="{DB180237-7383-4D07-BB36-8A77B59B6D7F}" srcOrd="0" destOrd="1" presId="urn:microsoft.com/office/officeart/2009/3/layout/StepUpProcess"/>
    <dgm:cxn modelId="{FE6CF708-4ECA-43BD-BFC7-3BF7AE9E4BAB}" type="presOf" srcId="{CDD6C4FE-96E8-4D17-8776-4AD1F2D133DC}" destId="{19F16169-C9BF-47E2-8CB1-3EE9195EB957}" srcOrd="0" destOrd="2" presId="urn:microsoft.com/office/officeart/2009/3/layout/StepUpProcess"/>
    <dgm:cxn modelId="{FFCE9C0F-FA20-4B39-B739-B5ACCEBB6225}" srcId="{BD66E60F-AA6F-42F6-900D-0198F2CEE1FA}" destId="{6F104694-2B74-461F-9BAB-07602696CF8A}" srcOrd="0" destOrd="0" parTransId="{D5FD799A-0AE5-4DAD-A5B7-2A6D25DAF381}" sibTransId="{C4DADC7F-EA2B-4706-8806-148D5C4DF205}"/>
    <dgm:cxn modelId="{7253F60F-5289-453F-A0E5-FA27BBCF8848}" type="presOf" srcId="{A027AC55-8FC7-4A1F-B842-B9892014809A}" destId="{3C232351-2668-409A-900D-BAAD4244B760}" srcOrd="0" destOrd="2" presId="urn:microsoft.com/office/officeart/2009/3/layout/StepUpProcess"/>
    <dgm:cxn modelId="{400F3B10-0871-4908-A532-3061C247DBDD}" type="presOf" srcId="{A7D00D68-E340-4441-AE0E-6AE3F146CA0C}" destId="{BC883E41-7CC3-49C8-AACB-D2DFC31D2A81}" srcOrd="0" destOrd="2" presId="urn:microsoft.com/office/officeart/2009/3/layout/StepUpProcess"/>
    <dgm:cxn modelId="{13C89117-A6C9-45B8-9809-693B609AEF49}" srcId="{FE8F9C1F-2560-4891-B027-285AE1DF185B}" destId="{25B1F65D-0FC4-47DC-9E61-BE354610BB71}" srcOrd="0" destOrd="0" parTransId="{E68798E7-7374-412F-8F1A-1511C9883367}" sibTransId="{861AB756-3288-45A3-B5F3-9C92DB5959CC}"/>
    <dgm:cxn modelId="{1416C519-69CF-4BF9-BB54-FE2E6F61A8E7}" type="presOf" srcId="{427CB4EC-8A76-4A25-B772-763E446BD202}" destId="{5CF119C6-ABFB-4CDD-9B69-E69F67B6F6FB}" srcOrd="0" destOrd="1" presId="urn:microsoft.com/office/officeart/2009/3/layout/StepUpProcess"/>
    <dgm:cxn modelId="{D2FED01A-8C61-4AB1-BF1B-155297BB353C}" srcId="{29D45B70-992C-4E43-8EC0-515818046A2B}" destId="{86324BF6-2A7F-4E89-92FF-9AE5F10CD17D}" srcOrd="0" destOrd="0" parTransId="{7C95D512-77FC-4597-9792-C3E6860F3908}" sibTransId="{F87863FC-BF07-42E1-8535-8E1D9DB4FD13}"/>
    <dgm:cxn modelId="{3007AE1D-CA76-4C28-B37F-C7375890DFCD}" srcId="{3C655720-105A-4DAE-A58E-8C768133AAAD}" destId="{CDC3A8ED-3CA7-44C2-9ACD-B8C9F86D7C13}" srcOrd="1" destOrd="0" parTransId="{48B99776-CA9D-4CAD-AB15-02EC51C548BF}" sibTransId="{137E6215-3600-4850-9CEF-F695029742FF}"/>
    <dgm:cxn modelId="{6706D920-13D6-4E2C-8F38-5607D8CA0F3E}" type="presOf" srcId="{1ED68C86-DE30-4F27-B786-AA4EB956BAE9}" destId="{DB180237-7383-4D07-BB36-8A77B59B6D7F}" srcOrd="0" destOrd="2" presId="urn:microsoft.com/office/officeart/2009/3/layout/StepUpProcess"/>
    <dgm:cxn modelId="{2C2C4522-0236-4E4B-A592-F85D686A012B}" type="presOf" srcId="{D5DBAD67-80DF-4318-BB08-6268E33EF1E3}" destId="{BCB6E0A9-6E0F-4A27-BF17-10F454A714DD}" srcOrd="0" destOrd="1" presId="urn:microsoft.com/office/officeart/2009/3/layout/StepUpProcess"/>
    <dgm:cxn modelId="{8D629923-2164-4463-A4FC-D7D824C76A32}" type="presOf" srcId="{64F6B4B8-4486-4D4A-A1C3-477F761421CB}" destId="{5CF119C6-ABFB-4CDD-9B69-E69F67B6F6FB}" srcOrd="0" destOrd="0" presId="urn:microsoft.com/office/officeart/2009/3/layout/StepUpProcess"/>
    <dgm:cxn modelId="{38CF3C2A-3564-4650-AC93-CE50FEB31A51}" srcId="{E83C1B15-F7E1-4EE6-9315-9755285C597F}" destId="{0FF68CCB-1F47-440E-8752-46E2346D247C}" srcOrd="0" destOrd="0" parTransId="{A23E79C8-4BE8-4C8D-8026-BEDAC91E69B4}" sibTransId="{9DA2645E-B511-4664-9962-493E9CF2C7C3}"/>
    <dgm:cxn modelId="{940AAE30-FDDB-447B-BADE-359B541DFD46}" type="presOf" srcId="{29D45B70-992C-4E43-8EC0-515818046A2B}" destId="{3C232351-2668-409A-900D-BAAD4244B760}" srcOrd="0" destOrd="0" presId="urn:microsoft.com/office/officeart/2009/3/layout/StepUpProcess"/>
    <dgm:cxn modelId="{A48AF831-D79E-415F-B962-F5CD3286C473}" srcId="{FE8F9C1F-2560-4891-B027-285AE1DF185B}" destId="{1ED68C86-DE30-4F27-B786-AA4EB956BAE9}" srcOrd="1" destOrd="0" parTransId="{51B34654-36B0-4755-9AD6-27BC95731826}" sibTransId="{9A2277A1-5A79-4761-9BD6-7257C694657B}"/>
    <dgm:cxn modelId="{A787FA35-8216-4F01-B047-7A871BA0C35C}" type="presOf" srcId="{E9C06C2F-F95A-4D9C-9524-1579AB6E47E3}" destId="{BC883E41-7CC3-49C8-AACB-D2DFC31D2A81}" srcOrd="0" destOrd="1" presId="urn:microsoft.com/office/officeart/2009/3/layout/StepUpProcess"/>
    <dgm:cxn modelId="{32805D3B-8A1A-4DC8-813B-C06E86705257}" type="presOf" srcId="{E83C1B15-F7E1-4EE6-9315-9755285C597F}" destId="{19F16169-C9BF-47E2-8CB1-3EE9195EB957}" srcOrd="0" destOrd="0" presId="urn:microsoft.com/office/officeart/2009/3/layout/StepUpProcess"/>
    <dgm:cxn modelId="{24556040-32F6-4FC6-ADBE-8B550A6CA201}" type="presOf" srcId="{6F104694-2B74-461F-9BAB-07602696CF8A}" destId="{BC883E41-7CC3-49C8-AACB-D2DFC31D2A81}" srcOrd="0" destOrd="0" presId="urn:microsoft.com/office/officeart/2009/3/layout/StepUpProcess"/>
    <dgm:cxn modelId="{10008945-DC17-470C-B70E-CBB99CCFAB75}" srcId="{BD66E60F-AA6F-42F6-900D-0198F2CEE1FA}" destId="{163EAD52-446B-4F66-A593-1B7F8B5F9358}" srcOrd="2" destOrd="0" parTransId="{47EA8358-53FE-4E4A-82BC-FF72516266F7}" sibTransId="{82EB0230-E1FE-438A-851E-F663FDDCF46A}"/>
    <dgm:cxn modelId="{9C237352-7BCA-4F68-AFAF-64FEC38F375C}" type="presOf" srcId="{4F233866-E6D5-45E5-B753-968CB1E020EB}" destId="{5CF119C6-ABFB-4CDD-9B69-E69F67B6F6FB}" srcOrd="0" destOrd="2" presId="urn:microsoft.com/office/officeart/2009/3/layout/StepUpProcess"/>
    <dgm:cxn modelId="{48235674-EB93-4DA3-AA8D-C7C56062DEA6}" srcId="{BD66E60F-AA6F-42F6-900D-0198F2CEE1FA}" destId="{29D45B70-992C-4E43-8EC0-515818046A2B}" srcOrd="1" destOrd="0" parTransId="{D49DA7B3-48D7-4F26-AFB4-4BDDCFDB43E8}" sibTransId="{FEAFC5DA-CF17-4378-9502-3B7328A4FBEC}"/>
    <dgm:cxn modelId="{61114480-4709-4F61-9F75-4447C0D6BC14}" srcId="{BD66E60F-AA6F-42F6-900D-0198F2CEE1FA}" destId="{64F6B4B8-4486-4D4A-A1C3-477F761421CB}" srcOrd="4" destOrd="0" parTransId="{0982516F-2BBF-4ADC-A0E3-2E914B17F052}" sibTransId="{00A4116C-00D7-493B-B1CB-D7ED48D47B19}"/>
    <dgm:cxn modelId="{CC7A9A80-37A0-4EAE-841A-B74245510F4A}" type="presOf" srcId="{163EAD52-446B-4F66-A593-1B7F8B5F9358}" destId="{41FFB49D-2989-4461-B425-3CC078C84917}" srcOrd="0" destOrd="0" presId="urn:microsoft.com/office/officeart/2009/3/layout/StepUpProcess"/>
    <dgm:cxn modelId="{C226F283-EBCF-40E4-A494-05EB69B3BA99}" srcId="{163EAD52-446B-4F66-A593-1B7F8B5F9358}" destId="{3574790B-C1AD-4816-86AD-54BB0D5E93C8}" srcOrd="0" destOrd="0" parTransId="{9EC98C57-0D4D-4789-957D-4E668BD3811A}" sibTransId="{F0ADD02A-BF48-4050-80E0-1DB4BD580279}"/>
    <dgm:cxn modelId="{84E49087-1430-4FC5-AEB2-4BBF30264575}" srcId="{163EAD52-446B-4F66-A593-1B7F8B5F9358}" destId="{63ED06CF-B9FA-4C17-A522-7B1B924A4953}" srcOrd="1" destOrd="0" parTransId="{47D5F092-AE38-4216-9895-0CD8F14EA805}" sibTransId="{F12DAD07-5746-4FB6-976B-FDB58A3261F8}"/>
    <dgm:cxn modelId="{04D2D992-5F6B-437E-B86B-3DF6BB3EA481}" srcId="{29D45B70-992C-4E43-8EC0-515818046A2B}" destId="{A027AC55-8FC7-4A1F-B842-B9892014809A}" srcOrd="1" destOrd="0" parTransId="{6146BC79-F40F-481D-B6BC-DD73128C10DC}" sibTransId="{993107BF-EBF4-46A2-9DC6-888276C35AEE}"/>
    <dgm:cxn modelId="{580DD193-CE4C-4FD7-9E88-B33EDB91FE20}" srcId="{E83C1B15-F7E1-4EE6-9315-9755285C597F}" destId="{CDD6C4FE-96E8-4D17-8776-4AD1F2D133DC}" srcOrd="1" destOrd="0" parTransId="{DC517DA1-6193-4001-8D70-E6CF5E6DC4AC}" sibTransId="{63F345FD-B095-41A4-8879-94AE2CB65999}"/>
    <dgm:cxn modelId="{A604EC94-2DC5-4883-83C7-AB501635EA44}" srcId="{3C655720-105A-4DAE-A58E-8C768133AAAD}" destId="{D5DBAD67-80DF-4318-BB08-6268E33EF1E3}" srcOrd="0" destOrd="0" parTransId="{F682E8C8-1603-433E-BDDC-4B7FD67AFAAB}" sibTransId="{5A5BBF20-2F3F-4421-882E-C41CBE025C6C}"/>
    <dgm:cxn modelId="{D519A2A1-3C9C-4691-93E1-40CBF0E5B53E}" type="presOf" srcId="{BD66E60F-AA6F-42F6-900D-0198F2CEE1FA}" destId="{874887ED-045D-4ADD-A619-03DA6EFF1653}" srcOrd="0" destOrd="0" presId="urn:microsoft.com/office/officeart/2009/3/layout/StepUpProcess"/>
    <dgm:cxn modelId="{639080A3-0CF3-4FEF-9CA8-534FD237E192}" srcId="{BD66E60F-AA6F-42F6-900D-0198F2CEE1FA}" destId="{3C655720-105A-4DAE-A58E-8C768133AAAD}" srcOrd="3" destOrd="0" parTransId="{4C8429BA-7EDE-407D-9BBE-4EC49F7ADC93}" sibTransId="{323E8421-75E9-4EF7-B696-BFADC1D14A38}"/>
    <dgm:cxn modelId="{ACAF9CA4-01CC-49A0-B68C-162526DA6364}" type="presOf" srcId="{3C655720-105A-4DAE-A58E-8C768133AAAD}" destId="{BCB6E0A9-6E0F-4A27-BF17-10F454A714DD}" srcOrd="0" destOrd="0" presId="urn:microsoft.com/office/officeart/2009/3/layout/StepUpProcess"/>
    <dgm:cxn modelId="{DD1059AD-26B0-40CF-98FC-676451BB8999}" type="presOf" srcId="{86324BF6-2A7F-4E89-92FF-9AE5F10CD17D}" destId="{3C232351-2668-409A-900D-BAAD4244B760}" srcOrd="0" destOrd="1" presId="urn:microsoft.com/office/officeart/2009/3/layout/StepUpProcess"/>
    <dgm:cxn modelId="{2367AFB0-F67D-441C-BA76-72D51E548B00}" type="presOf" srcId="{0FF68CCB-1F47-440E-8752-46E2346D247C}" destId="{19F16169-C9BF-47E2-8CB1-3EE9195EB957}" srcOrd="0" destOrd="1" presId="urn:microsoft.com/office/officeart/2009/3/layout/StepUpProcess"/>
    <dgm:cxn modelId="{F16DDDB7-EE1E-419E-9828-A09D11B65EC6}" srcId="{BD66E60F-AA6F-42F6-900D-0198F2CEE1FA}" destId="{E83C1B15-F7E1-4EE6-9315-9755285C597F}" srcOrd="5" destOrd="0" parTransId="{B9C059EF-1A09-43DB-B364-89A53512B21D}" sibTransId="{8E50D78D-EC0C-4FCE-BF2A-0174B6DA9E0C}"/>
    <dgm:cxn modelId="{8760E2D2-089C-4B2C-8E6D-5AB5BE181403}" srcId="{6F104694-2B74-461F-9BAB-07602696CF8A}" destId="{A7D00D68-E340-4441-AE0E-6AE3F146CA0C}" srcOrd="1" destOrd="0" parTransId="{93FE5FF7-66D6-4139-B539-723F0226C9DE}" sibTransId="{A33B06BA-6839-4130-9A57-EB325B198F9D}"/>
    <dgm:cxn modelId="{0CC819D7-22BB-4B4E-8756-41D70D442D35}" type="presOf" srcId="{CDC3A8ED-3CA7-44C2-9ACD-B8C9F86D7C13}" destId="{BCB6E0A9-6E0F-4A27-BF17-10F454A714DD}" srcOrd="0" destOrd="2" presId="urn:microsoft.com/office/officeart/2009/3/layout/StepUpProcess"/>
    <dgm:cxn modelId="{170FA2DA-0206-4F2C-8656-A7D4DBB53948}" type="presOf" srcId="{63ED06CF-B9FA-4C17-A522-7B1B924A4953}" destId="{41FFB49D-2989-4461-B425-3CC078C84917}" srcOrd="0" destOrd="2" presId="urn:microsoft.com/office/officeart/2009/3/layout/StepUpProcess"/>
    <dgm:cxn modelId="{A420CBE4-3A37-4CDE-9DCB-9724DF730AB2}" type="presOf" srcId="{FE8F9C1F-2560-4891-B027-285AE1DF185B}" destId="{DB180237-7383-4D07-BB36-8A77B59B6D7F}" srcOrd="0" destOrd="0" presId="urn:microsoft.com/office/officeart/2009/3/layout/StepUpProcess"/>
    <dgm:cxn modelId="{F4E8F4EA-990B-45DB-8533-85BE96AC5F65}" type="presOf" srcId="{3574790B-C1AD-4816-86AD-54BB0D5E93C8}" destId="{41FFB49D-2989-4461-B425-3CC078C84917}" srcOrd="0" destOrd="1" presId="urn:microsoft.com/office/officeart/2009/3/layout/StepUpProcess"/>
    <dgm:cxn modelId="{BD4383EC-D5CF-4C3B-860A-CD7A96CE6CBD}" srcId="{64F6B4B8-4486-4D4A-A1C3-477F761421CB}" destId="{4F233866-E6D5-45E5-B753-968CB1E020EB}" srcOrd="1" destOrd="0" parTransId="{A5B230FC-7611-45D0-AA8D-4BC8A2AE278F}" sibTransId="{4DA8E492-352F-404D-9A2A-5D35273A4606}"/>
    <dgm:cxn modelId="{AF1257F8-1636-407F-A94B-816A418C70EB}" srcId="{BD66E60F-AA6F-42F6-900D-0198F2CEE1FA}" destId="{FE8F9C1F-2560-4891-B027-285AE1DF185B}" srcOrd="6" destOrd="0" parTransId="{90009E5B-DCE4-4718-AE9F-2E0CA5BCE14F}" sibTransId="{60F5879B-EBE8-4BF2-95C5-A0E88723E4F5}"/>
    <dgm:cxn modelId="{265DF269-FBC9-428E-A76A-AD491AF47956}" type="presParOf" srcId="{874887ED-045D-4ADD-A619-03DA6EFF1653}" destId="{1E8C741A-7C63-4DFE-90CD-9FEECD68A4ED}" srcOrd="0" destOrd="0" presId="urn:microsoft.com/office/officeart/2009/3/layout/StepUpProcess"/>
    <dgm:cxn modelId="{9F3CDE50-4412-45D1-B8FA-966B48F5316C}" type="presParOf" srcId="{1E8C741A-7C63-4DFE-90CD-9FEECD68A4ED}" destId="{947B5681-D30C-4F71-A448-A9816BB4E2C7}" srcOrd="0" destOrd="0" presId="urn:microsoft.com/office/officeart/2009/3/layout/StepUpProcess"/>
    <dgm:cxn modelId="{932DBA48-5AD1-4397-B535-5FBEA21EC329}" type="presParOf" srcId="{1E8C741A-7C63-4DFE-90CD-9FEECD68A4ED}" destId="{BC883E41-7CC3-49C8-AACB-D2DFC31D2A81}" srcOrd="1" destOrd="0" presId="urn:microsoft.com/office/officeart/2009/3/layout/StepUpProcess"/>
    <dgm:cxn modelId="{B9EAF4FE-4AC8-4504-A514-AC995168DA9E}" type="presParOf" srcId="{1E8C741A-7C63-4DFE-90CD-9FEECD68A4ED}" destId="{FC54635E-1CFA-4F93-B566-34FFF4B7EE1B}" srcOrd="2" destOrd="0" presId="urn:microsoft.com/office/officeart/2009/3/layout/StepUpProcess"/>
    <dgm:cxn modelId="{366B4176-643A-43E9-9713-5E790BB542FF}" type="presParOf" srcId="{874887ED-045D-4ADD-A619-03DA6EFF1653}" destId="{FCD29E91-D4C3-4DD0-BB73-47DBD0E58D55}" srcOrd="1" destOrd="0" presId="urn:microsoft.com/office/officeart/2009/3/layout/StepUpProcess"/>
    <dgm:cxn modelId="{7C874C6A-D4A6-48D9-9D77-A0BA78936EFB}" type="presParOf" srcId="{FCD29E91-D4C3-4DD0-BB73-47DBD0E58D55}" destId="{AA25CC6E-8837-4B6A-BDCD-5A04260A06DD}" srcOrd="0" destOrd="0" presId="urn:microsoft.com/office/officeart/2009/3/layout/StepUpProcess"/>
    <dgm:cxn modelId="{592CCD5E-4012-47B2-BE79-47C65BB05FB4}" type="presParOf" srcId="{874887ED-045D-4ADD-A619-03DA6EFF1653}" destId="{6AFB5FE1-2711-4081-A103-04FFA5ED2DAB}" srcOrd="2" destOrd="0" presId="urn:microsoft.com/office/officeart/2009/3/layout/StepUpProcess"/>
    <dgm:cxn modelId="{8FA368FB-7ADE-4D72-B6D2-E1D513F9A59C}" type="presParOf" srcId="{6AFB5FE1-2711-4081-A103-04FFA5ED2DAB}" destId="{C4049009-0DF7-4B56-8EE8-A235AC9147E0}" srcOrd="0" destOrd="0" presId="urn:microsoft.com/office/officeart/2009/3/layout/StepUpProcess"/>
    <dgm:cxn modelId="{3A3ED3AA-8054-4371-902C-3286638E0A7E}" type="presParOf" srcId="{6AFB5FE1-2711-4081-A103-04FFA5ED2DAB}" destId="{3C232351-2668-409A-900D-BAAD4244B760}" srcOrd="1" destOrd="0" presId="urn:microsoft.com/office/officeart/2009/3/layout/StepUpProcess"/>
    <dgm:cxn modelId="{015B0444-0F71-4318-982D-260E2ACF64B6}" type="presParOf" srcId="{6AFB5FE1-2711-4081-A103-04FFA5ED2DAB}" destId="{6EE647C3-EE94-495B-A1BC-2BD31E7FB284}" srcOrd="2" destOrd="0" presId="urn:microsoft.com/office/officeart/2009/3/layout/StepUpProcess"/>
    <dgm:cxn modelId="{9C2B841B-365B-4323-8228-5E57393DFC8B}" type="presParOf" srcId="{874887ED-045D-4ADD-A619-03DA6EFF1653}" destId="{1FCBB299-22F7-434D-93D2-02D80C7EF06B}" srcOrd="3" destOrd="0" presId="urn:microsoft.com/office/officeart/2009/3/layout/StepUpProcess"/>
    <dgm:cxn modelId="{280EE6B0-6408-40CB-BE6D-380A859E863D}" type="presParOf" srcId="{1FCBB299-22F7-434D-93D2-02D80C7EF06B}" destId="{5BE21557-2742-4C82-B4CF-14C8B64AE30A}" srcOrd="0" destOrd="0" presId="urn:microsoft.com/office/officeart/2009/3/layout/StepUpProcess"/>
    <dgm:cxn modelId="{D9168570-3323-4851-86A4-FDFC76C7C31B}" type="presParOf" srcId="{874887ED-045D-4ADD-A619-03DA6EFF1653}" destId="{D8A7334D-FC2A-4FDC-BF29-32191A12660C}" srcOrd="4" destOrd="0" presId="urn:microsoft.com/office/officeart/2009/3/layout/StepUpProcess"/>
    <dgm:cxn modelId="{DBD56471-D8F7-4E34-B7B3-D17EA9D37F9A}" type="presParOf" srcId="{D8A7334D-FC2A-4FDC-BF29-32191A12660C}" destId="{FDF54EAE-F346-4C3A-BE66-A827058CB016}" srcOrd="0" destOrd="0" presId="urn:microsoft.com/office/officeart/2009/3/layout/StepUpProcess"/>
    <dgm:cxn modelId="{F0B53512-CEE1-42CB-9F03-9D343EFDB8F1}" type="presParOf" srcId="{D8A7334D-FC2A-4FDC-BF29-32191A12660C}" destId="{41FFB49D-2989-4461-B425-3CC078C84917}" srcOrd="1" destOrd="0" presId="urn:microsoft.com/office/officeart/2009/3/layout/StepUpProcess"/>
    <dgm:cxn modelId="{F7A4C5DF-1782-4796-A1A3-9A16BC336A39}" type="presParOf" srcId="{D8A7334D-FC2A-4FDC-BF29-32191A12660C}" destId="{6BD65D1B-AC3F-463A-9044-842725D46E17}" srcOrd="2" destOrd="0" presId="urn:microsoft.com/office/officeart/2009/3/layout/StepUpProcess"/>
    <dgm:cxn modelId="{F5BCC018-5C31-4A5C-B6EA-6FCB0F79A3B9}" type="presParOf" srcId="{874887ED-045D-4ADD-A619-03DA6EFF1653}" destId="{10563C2A-4E39-47AF-9EB8-FE58F51F3804}" srcOrd="5" destOrd="0" presId="urn:microsoft.com/office/officeart/2009/3/layout/StepUpProcess"/>
    <dgm:cxn modelId="{7D3F4139-7CBC-4242-90F1-92FF37342FB8}" type="presParOf" srcId="{10563C2A-4E39-47AF-9EB8-FE58F51F3804}" destId="{E5A2F9C5-C7D0-475C-BEC0-3E3BFCE735BF}" srcOrd="0" destOrd="0" presId="urn:microsoft.com/office/officeart/2009/3/layout/StepUpProcess"/>
    <dgm:cxn modelId="{FD7D466E-35AF-4344-854D-5DA2D566E78D}" type="presParOf" srcId="{874887ED-045D-4ADD-A619-03DA6EFF1653}" destId="{D839D156-5B5F-43AE-83B7-2EC675A14AF1}" srcOrd="6" destOrd="0" presId="urn:microsoft.com/office/officeart/2009/3/layout/StepUpProcess"/>
    <dgm:cxn modelId="{B60C48F5-B7F8-43E1-88A6-DFC1E8964A6D}" type="presParOf" srcId="{D839D156-5B5F-43AE-83B7-2EC675A14AF1}" destId="{14B1C58C-96FC-4CBB-980F-3435E1A56BE8}" srcOrd="0" destOrd="0" presId="urn:microsoft.com/office/officeart/2009/3/layout/StepUpProcess"/>
    <dgm:cxn modelId="{0A0ABCAF-50F3-43A9-968E-5280EAD0A46E}" type="presParOf" srcId="{D839D156-5B5F-43AE-83B7-2EC675A14AF1}" destId="{BCB6E0A9-6E0F-4A27-BF17-10F454A714DD}" srcOrd="1" destOrd="0" presId="urn:microsoft.com/office/officeart/2009/3/layout/StepUpProcess"/>
    <dgm:cxn modelId="{73F890CA-A3E3-4D77-9B12-5BC25E2A9FBC}" type="presParOf" srcId="{D839D156-5B5F-43AE-83B7-2EC675A14AF1}" destId="{621BC79D-194B-46C2-8CE4-368724AC50EB}" srcOrd="2" destOrd="0" presId="urn:microsoft.com/office/officeart/2009/3/layout/StepUpProcess"/>
    <dgm:cxn modelId="{D03E6C41-4BA6-47B3-9DF1-88EA24410C30}" type="presParOf" srcId="{874887ED-045D-4ADD-A619-03DA6EFF1653}" destId="{AB63481F-0E05-4A17-B174-989A8E070A6E}" srcOrd="7" destOrd="0" presId="urn:microsoft.com/office/officeart/2009/3/layout/StepUpProcess"/>
    <dgm:cxn modelId="{0CDE6797-33B1-436A-8062-D584F2ED8CF4}" type="presParOf" srcId="{AB63481F-0E05-4A17-B174-989A8E070A6E}" destId="{B101AC42-2C25-4E31-A514-86DB8B489ECD}" srcOrd="0" destOrd="0" presId="urn:microsoft.com/office/officeart/2009/3/layout/StepUpProcess"/>
    <dgm:cxn modelId="{19BEF7ED-037E-4B6D-A4AE-4B8D0FFABAD4}" type="presParOf" srcId="{874887ED-045D-4ADD-A619-03DA6EFF1653}" destId="{5CB5B094-B044-44AD-AA02-F96275500A37}" srcOrd="8" destOrd="0" presId="urn:microsoft.com/office/officeart/2009/3/layout/StepUpProcess"/>
    <dgm:cxn modelId="{FCA68DA1-7D37-4338-A983-103DF0C2274C}" type="presParOf" srcId="{5CB5B094-B044-44AD-AA02-F96275500A37}" destId="{8231CA90-10E3-46A6-A5BB-B62FA5752189}" srcOrd="0" destOrd="0" presId="urn:microsoft.com/office/officeart/2009/3/layout/StepUpProcess"/>
    <dgm:cxn modelId="{3E95661D-ED3A-433E-BFC5-D9F4E17F92CA}" type="presParOf" srcId="{5CB5B094-B044-44AD-AA02-F96275500A37}" destId="{5CF119C6-ABFB-4CDD-9B69-E69F67B6F6FB}" srcOrd="1" destOrd="0" presId="urn:microsoft.com/office/officeart/2009/3/layout/StepUpProcess"/>
    <dgm:cxn modelId="{4C18058C-20D6-4186-A31D-25F9762893D6}" type="presParOf" srcId="{5CB5B094-B044-44AD-AA02-F96275500A37}" destId="{D47D2D30-ADE3-4244-896A-D208A438408A}" srcOrd="2" destOrd="0" presId="urn:microsoft.com/office/officeart/2009/3/layout/StepUpProcess"/>
    <dgm:cxn modelId="{0355DEAC-4EB1-4BC0-82CC-8CF9BD46627B}" type="presParOf" srcId="{874887ED-045D-4ADD-A619-03DA6EFF1653}" destId="{9EC86756-ACA8-49E7-AC4B-F6B58AD210B2}" srcOrd="9" destOrd="0" presId="urn:microsoft.com/office/officeart/2009/3/layout/StepUpProcess"/>
    <dgm:cxn modelId="{7D969322-89F2-414E-8CF7-994AED36AEF4}" type="presParOf" srcId="{9EC86756-ACA8-49E7-AC4B-F6B58AD210B2}" destId="{004C55E5-600F-4617-9E8F-7BD01D9BEEDD}" srcOrd="0" destOrd="0" presId="urn:microsoft.com/office/officeart/2009/3/layout/StepUpProcess"/>
    <dgm:cxn modelId="{381A489A-8443-4285-966D-40643B8DE2EF}" type="presParOf" srcId="{874887ED-045D-4ADD-A619-03DA6EFF1653}" destId="{1CB0199E-8E1B-4498-A0FE-6075A2EFB380}" srcOrd="10" destOrd="0" presId="urn:microsoft.com/office/officeart/2009/3/layout/StepUpProcess"/>
    <dgm:cxn modelId="{523BA9BA-ECE8-41F8-8B4C-4F67E8D9FF90}" type="presParOf" srcId="{1CB0199E-8E1B-4498-A0FE-6075A2EFB380}" destId="{FC5DBB8E-B43D-443A-BEBF-B02BF77B99C3}" srcOrd="0" destOrd="0" presId="urn:microsoft.com/office/officeart/2009/3/layout/StepUpProcess"/>
    <dgm:cxn modelId="{210AFA40-74EC-4FFA-A431-595BD949C37A}" type="presParOf" srcId="{1CB0199E-8E1B-4498-A0FE-6075A2EFB380}" destId="{19F16169-C9BF-47E2-8CB1-3EE9195EB957}" srcOrd="1" destOrd="0" presId="urn:microsoft.com/office/officeart/2009/3/layout/StepUpProcess"/>
    <dgm:cxn modelId="{B897DF1D-398F-47D8-8B7E-8E876621654B}" type="presParOf" srcId="{1CB0199E-8E1B-4498-A0FE-6075A2EFB380}" destId="{35E4B48D-612C-4074-B656-1246F02FB0FA}" srcOrd="2" destOrd="0" presId="urn:microsoft.com/office/officeart/2009/3/layout/StepUpProcess"/>
    <dgm:cxn modelId="{164CC903-E023-4CCA-AE61-6EA8E01A7682}" type="presParOf" srcId="{874887ED-045D-4ADD-A619-03DA6EFF1653}" destId="{2606BBD8-9DE4-4261-9706-4817B945AF3D}" srcOrd="11" destOrd="0" presId="urn:microsoft.com/office/officeart/2009/3/layout/StepUpProcess"/>
    <dgm:cxn modelId="{09AE6161-DFFB-4D64-8643-D8C05A4E2D6A}" type="presParOf" srcId="{2606BBD8-9DE4-4261-9706-4817B945AF3D}" destId="{DC220F96-C16D-4E47-B4E8-AFA3884E5B57}" srcOrd="0" destOrd="0" presId="urn:microsoft.com/office/officeart/2009/3/layout/StepUpProcess"/>
    <dgm:cxn modelId="{FD5E1087-651A-4DDC-AC8E-8399FA652052}" type="presParOf" srcId="{874887ED-045D-4ADD-A619-03DA6EFF1653}" destId="{6FC3E083-19C2-4C95-800C-0E3E5CC8201A}" srcOrd="12" destOrd="0" presId="urn:microsoft.com/office/officeart/2009/3/layout/StepUpProcess"/>
    <dgm:cxn modelId="{ED4C920F-8ECF-49F3-A891-841C1034856D}" type="presParOf" srcId="{6FC3E083-19C2-4C95-800C-0E3E5CC8201A}" destId="{6F889921-57BB-4603-AA76-C547E1BF8E5F}" srcOrd="0" destOrd="0" presId="urn:microsoft.com/office/officeart/2009/3/layout/StepUpProcess"/>
    <dgm:cxn modelId="{945DA446-CC9B-40ED-96E4-97DEE4A265A9}" type="presParOf" srcId="{6FC3E083-19C2-4C95-800C-0E3E5CC8201A}" destId="{DB180237-7383-4D07-BB36-8A77B59B6D7F}" srcOrd="1" destOrd="0" presId="urn:microsoft.com/office/officeart/2009/3/layout/StepUpProcess"/>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621AC70B-DA6F-418A-AD73-2FCF6857F8CA}" type="doc">
      <dgm:prSet loTypeId="urn:microsoft.com/office/officeart/2005/8/layout/matrix2" loCatId="matrix" qsTypeId="urn:microsoft.com/office/officeart/2005/8/quickstyle/simple1" qsCatId="simple" csTypeId="urn:microsoft.com/office/officeart/2005/8/colors/accent1_2" csCatId="accent1" phldr="1"/>
      <dgm:spPr/>
      <dgm:t>
        <a:bodyPr/>
        <a:lstStyle/>
        <a:p>
          <a:endParaRPr lang="en-US"/>
        </a:p>
      </dgm:t>
    </dgm:pt>
    <dgm:pt modelId="{83FB57B4-2F5C-4DEA-8D2A-4EC5832233BC}">
      <dgm:prSet phldrT="[Texte]"/>
      <dgm:spPr/>
      <dgm:t>
        <a:bodyPr/>
        <a:lstStyle/>
        <a:p>
          <a:r>
            <a:rPr lang="en-US" b="1" dirty="0"/>
            <a:t>Example : </a:t>
          </a:r>
          <a:r>
            <a:rPr lang="en-US" dirty="0"/>
            <a:t>Business opportunity  sharing community</a:t>
          </a:r>
        </a:p>
      </dgm:t>
    </dgm:pt>
    <dgm:pt modelId="{51162959-3944-4FBF-A268-8C1665B2ECF9}" type="parTrans" cxnId="{DD7184E5-76AF-43F5-A899-F5F065059314}">
      <dgm:prSet/>
      <dgm:spPr/>
      <dgm:t>
        <a:bodyPr/>
        <a:lstStyle/>
        <a:p>
          <a:endParaRPr lang="en-US"/>
        </a:p>
      </dgm:t>
    </dgm:pt>
    <dgm:pt modelId="{6293082A-F93B-481D-921A-1C60D582DF15}" type="sibTrans" cxnId="{DD7184E5-76AF-43F5-A899-F5F065059314}">
      <dgm:prSet/>
      <dgm:spPr/>
      <dgm:t>
        <a:bodyPr/>
        <a:lstStyle/>
        <a:p>
          <a:endParaRPr lang="en-US"/>
        </a:p>
      </dgm:t>
    </dgm:pt>
    <dgm:pt modelId="{BADAC260-E2FE-4FB8-A54C-002672B7217A}">
      <dgm:prSet phldrT="[Texte]"/>
      <dgm:spPr/>
      <dgm:t>
        <a:bodyPr/>
        <a:lstStyle/>
        <a:p>
          <a:r>
            <a:rPr lang="en-US" b="1" dirty="0"/>
            <a:t>Example : </a:t>
          </a:r>
          <a:r>
            <a:rPr lang="en-US" dirty="0"/>
            <a:t>Cybersecurity Community</a:t>
          </a:r>
        </a:p>
      </dgm:t>
    </dgm:pt>
    <dgm:pt modelId="{A2924177-7196-4F9F-BF65-D8F708030763}" type="parTrans" cxnId="{D123F2D5-B5F8-4F94-A73D-741EB1056F8E}">
      <dgm:prSet/>
      <dgm:spPr/>
      <dgm:t>
        <a:bodyPr/>
        <a:lstStyle/>
        <a:p>
          <a:endParaRPr lang="en-US"/>
        </a:p>
      </dgm:t>
    </dgm:pt>
    <dgm:pt modelId="{E25B38D3-7EA4-42B8-B23C-46BB53D77C9B}" type="sibTrans" cxnId="{D123F2D5-B5F8-4F94-A73D-741EB1056F8E}">
      <dgm:prSet/>
      <dgm:spPr/>
      <dgm:t>
        <a:bodyPr/>
        <a:lstStyle/>
        <a:p>
          <a:endParaRPr lang="en-US"/>
        </a:p>
      </dgm:t>
    </dgm:pt>
    <dgm:pt modelId="{9FDF9540-E308-4374-9255-3531CFB4ADD4}">
      <dgm:prSet phldrT="[Texte]"/>
      <dgm:spPr/>
      <dgm:t>
        <a:bodyPr/>
        <a:lstStyle/>
        <a:p>
          <a:r>
            <a:rPr lang="en-US" b="1" dirty="0"/>
            <a:t>Example : </a:t>
          </a:r>
          <a:r>
            <a:rPr lang="en-US" dirty="0"/>
            <a:t>Company’s Football club </a:t>
          </a:r>
        </a:p>
      </dgm:t>
    </dgm:pt>
    <dgm:pt modelId="{889E7495-2496-4FC8-B562-4ED55920C75F}" type="parTrans" cxnId="{63C5B2EC-BC1E-4FFF-9EF0-BF0CF328111B}">
      <dgm:prSet/>
      <dgm:spPr/>
      <dgm:t>
        <a:bodyPr/>
        <a:lstStyle/>
        <a:p>
          <a:endParaRPr lang="en-US"/>
        </a:p>
      </dgm:t>
    </dgm:pt>
    <dgm:pt modelId="{840265DE-14AC-463F-98DF-9E684B6D28BD}" type="sibTrans" cxnId="{63C5B2EC-BC1E-4FFF-9EF0-BF0CF328111B}">
      <dgm:prSet/>
      <dgm:spPr/>
      <dgm:t>
        <a:bodyPr/>
        <a:lstStyle/>
        <a:p>
          <a:endParaRPr lang="en-US"/>
        </a:p>
      </dgm:t>
    </dgm:pt>
    <dgm:pt modelId="{1E8D59DE-2C8A-4C56-A672-613DE08AFA27}">
      <dgm:prSet phldrT="[Texte]"/>
      <dgm:spPr/>
      <dgm:t>
        <a:bodyPr/>
        <a:lstStyle/>
        <a:p>
          <a:r>
            <a:rPr lang="en-US" b="1" dirty="0"/>
            <a:t>Example : </a:t>
          </a:r>
          <a:r>
            <a:rPr lang="en-US" dirty="0"/>
            <a:t>Corporate Alumni</a:t>
          </a:r>
        </a:p>
      </dgm:t>
    </dgm:pt>
    <dgm:pt modelId="{E9A2DC3B-5BCE-4EBA-BE9B-B2C8961BA713}" type="parTrans" cxnId="{5EB77B0A-D495-4F26-B91D-7D51530BBF90}">
      <dgm:prSet/>
      <dgm:spPr/>
      <dgm:t>
        <a:bodyPr/>
        <a:lstStyle/>
        <a:p>
          <a:endParaRPr lang="en-US"/>
        </a:p>
      </dgm:t>
    </dgm:pt>
    <dgm:pt modelId="{E8F6C686-3755-4E59-9ADB-CC3A0E73EAC5}" type="sibTrans" cxnId="{5EB77B0A-D495-4F26-B91D-7D51530BBF90}">
      <dgm:prSet/>
      <dgm:spPr/>
      <dgm:t>
        <a:bodyPr/>
        <a:lstStyle/>
        <a:p>
          <a:endParaRPr lang="en-US"/>
        </a:p>
      </dgm:t>
    </dgm:pt>
    <dgm:pt modelId="{8DB48165-A908-4D3E-A6C0-4BB501B0BA8F}" type="pres">
      <dgm:prSet presAssocID="{621AC70B-DA6F-418A-AD73-2FCF6857F8CA}" presName="matrix" presStyleCnt="0">
        <dgm:presLayoutVars>
          <dgm:chMax val="1"/>
          <dgm:dir/>
          <dgm:resizeHandles val="exact"/>
        </dgm:presLayoutVars>
      </dgm:prSet>
      <dgm:spPr/>
    </dgm:pt>
    <dgm:pt modelId="{591C4A35-AB1B-4C89-9012-4D815899236A}" type="pres">
      <dgm:prSet presAssocID="{621AC70B-DA6F-418A-AD73-2FCF6857F8CA}" presName="axisShape" presStyleLbl="bgShp" presStyleIdx="0" presStyleCnt="1"/>
      <dgm:spPr/>
    </dgm:pt>
    <dgm:pt modelId="{F2C6944C-965A-4B4D-9C78-CD9F058004EE}" type="pres">
      <dgm:prSet presAssocID="{621AC70B-DA6F-418A-AD73-2FCF6857F8CA}" presName="rect1" presStyleLbl="node1" presStyleIdx="0" presStyleCnt="4">
        <dgm:presLayoutVars>
          <dgm:chMax val="0"/>
          <dgm:chPref val="0"/>
          <dgm:bulletEnabled val="1"/>
        </dgm:presLayoutVars>
      </dgm:prSet>
      <dgm:spPr/>
    </dgm:pt>
    <dgm:pt modelId="{80BE38E1-7F02-41C1-B9E4-D01CE55E2CAE}" type="pres">
      <dgm:prSet presAssocID="{621AC70B-DA6F-418A-AD73-2FCF6857F8CA}" presName="rect2" presStyleLbl="node1" presStyleIdx="1" presStyleCnt="4">
        <dgm:presLayoutVars>
          <dgm:chMax val="0"/>
          <dgm:chPref val="0"/>
          <dgm:bulletEnabled val="1"/>
        </dgm:presLayoutVars>
      </dgm:prSet>
      <dgm:spPr/>
    </dgm:pt>
    <dgm:pt modelId="{54C98DBC-967C-4B83-82B0-7594891B9DF1}" type="pres">
      <dgm:prSet presAssocID="{621AC70B-DA6F-418A-AD73-2FCF6857F8CA}" presName="rect3" presStyleLbl="node1" presStyleIdx="2" presStyleCnt="4">
        <dgm:presLayoutVars>
          <dgm:chMax val="0"/>
          <dgm:chPref val="0"/>
          <dgm:bulletEnabled val="1"/>
        </dgm:presLayoutVars>
      </dgm:prSet>
      <dgm:spPr/>
    </dgm:pt>
    <dgm:pt modelId="{4AD6F6A6-C812-4581-82B2-3966CF1D347B}" type="pres">
      <dgm:prSet presAssocID="{621AC70B-DA6F-418A-AD73-2FCF6857F8CA}" presName="rect4" presStyleLbl="node1" presStyleIdx="3" presStyleCnt="4">
        <dgm:presLayoutVars>
          <dgm:chMax val="0"/>
          <dgm:chPref val="0"/>
          <dgm:bulletEnabled val="1"/>
        </dgm:presLayoutVars>
      </dgm:prSet>
      <dgm:spPr/>
    </dgm:pt>
  </dgm:ptLst>
  <dgm:cxnLst>
    <dgm:cxn modelId="{02183403-B291-4B32-9D64-4BB079DAC32B}" type="presOf" srcId="{621AC70B-DA6F-418A-AD73-2FCF6857F8CA}" destId="{8DB48165-A908-4D3E-A6C0-4BB501B0BA8F}" srcOrd="0" destOrd="0" presId="urn:microsoft.com/office/officeart/2005/8/layout/matrix2"/>
    <dgm:cxn modelId="{3E2ADC09-6961-4840-BD94-579116095771}" type="presOf" srcId="{1E8D59DE-2C8A-4C56-A672-613DE08AFA27}" destId="{4AD6F6A6-C812-4581-82B2-3966CF1D347B}" srcOrd="0" destOrd="0" presId="urn:microsoft.com/office/officeart/2005/8/layout/matrix2"/>
    <dgm:cxn modelId="{5EB77B0A-D495-4F26-B91D-7D51530BBF90}" srcId="{621AC70B-DA6F-418A-AD73-2FCF6857F8CA}" destId="{1E8D59DE-2C8A-4C56-A672-613DE08AFA27}" srcOrd="3" destOrd="0" parTransId="{E9A2DC3B-5BCE-4EBA-BE9B-B2C8961BA713}" sibTransId="{E8F6C686-3755-4E59-9ADB-CC3A0E73EAC5}"/>
    <dgm:cxn modelId="{D132562D-1E3C-41C5-BD59-4D7C57F6AB40}" type="presOf" srcId="{83FB57B4-2F5C-4DEA-8D2A-4EC5832233BC}" destId="{F2C6944C-965A-4B4D-9C78-CD9F058004EE}" srcOrd="0" destOrd="0" presId="urn:microsoft.com/office/officeart/2005/8/layout/matrix2"/>
    <dgm:cxn modelId="{8FFF0A5D-E461-45B2-AD48-E680CBFE38B8}" type="presOf" srcId="{9FDF9540-E308-4374-9255-3531CFB4ADD4}" destId="{54C98DBC-967C-4B83-82B0-7594891B9DF1}" srcOrd="0" destOrd="0" presId="urn:microsoft.com/office/officeart/2005/8/layout/matrix2"/>
    <dgm:cxn modelId="{49858750-8122-4517-B8ED-ADA06C460BC3}" type="presOf" srcId="{BADAC260-E2FE-4FB8-A54C-002672B7217A}" destId="{80BE38E1-7F02-41C1-B9E4-D01CE55E2CAE}" srcOrd="0" destOrd="0" presId="urn:microsoft.com/office/officeart/2005/8/layout/matrix2"/>
    <dgm:cxn modelId="{D123F2D5-B5F8-4F94-A73D-741EB1056F8E}" srcId="{621AC70B-DA6F-418A-AD73-2FCF6857F8CA}" destId="{BADAC260-E2FE-4FB8-A54C-002672B7217A}" srcOrd="1" destOrd="0" parTransId="{A2924177-7196-4F9F-BF65-D8F708030763}" sibTransId="{E25B38D3-7EA4-42B8-B23C-46BB53D77C9B}"/>
    <dgm:cxn modelId="{DD7184E5-76AF-43F5-A899-F5F065059314}" srcId="{621AC70B-DA6F-418A-AD73-2FCF6857F8CA}" destId="{83FB57B4-2F5C-4DEA-8D2A-4EC5832233BC}" srcOrd="0" destOrd="0" parTransId="{51162959-3944-4FBF-A268-8C1665B2ECF9}" sibTransId="{6293082A-F93B-481D-921A-1C60D582DF15}"/>
    <dgm:cxn modelId="{63C5B2EC-BC1E-4FFF-9EF0-BF0CF328111B}" srcId="{621AC70B-DA6F-418A-AD73-2FCF6857F8CA}" destId="{9FDF9540-E308-4374-9255-3531CFB4ADD4}" srcOrd="2" destOrd="0" parTransId="{889E7495-2496-4FC8-B562-4ED55920C75F}" sibTransId="{840265DE-14AC-463F-98DF-9E684B6D28BD}"/>
    <dgm:cxn modelId="{2FB5A35F-0864-472F-8150-8DF9E52EA072}" type="presParOf" srcId="{8DB48165-A908-4D3E-A6C0-4BB501B0BA8F}" destId="{591C4A35-AB1B-4C89-9012-4D815899236A}" srcOrd="0" destOrd="0" presId="urn:microsoft.com/office/officeart/2005/8/layout/matrix2"/>
    <dgm:cxn modelId="{ED080F50-8CA5-4049-A00C-4E47EAF846BF}" type="presParOf" srcId="{8DB48165-A908-4D3E-A6C0-4BB501B0BA8F}" destId="{F2C6944C-965A-4B4D-9C78-CD9F058004EE}" srcOrd="1" destOrd="0" presId="urn:microsoft.com/office/officeart/2005/8/layout/matrix2"/>
    <dgm:cxn modelId="{CB346ABA-9521-40A2-9C8C-270735F92B8C}" type="presParOf" srcId="{8DB48165-A908-4D3E-A6C0-4BB501B0BA8F}" destId="{80BE38E1-7F02-41C1-B9E4-D01CE55E2CAE}" srcOrd="2" destOrd="0" presId="urn:microsoft.com/office/officeart/2005/8/layout/matrix2"/>
    <dgm:cxn modelId="{F6DF53A2-6155-4DEB-9736-EB1AD2944B6E}" type="presParOf" srcId="{8DB48165-A908-4D3E-A6C0-4BB501B0BA8F}" destId="{54C98DBC-967C-4B83-82B0-7594891B9DF1}" srcOrd="3" destOrd="0" presId="urn:microsoft.com/office/officeart/2005/8/layout/matrix2"/>
    <dgm:cxn modelId="{221EDC27-0BFC-4729-8304-72A1DDE2311F}" type="presParOf" srcId="{8DB48165-A908-4D3E-A6C0-4BB501B0BA8F}" destId="{4AD6F6A6-C812-4581-82B2-3966CF1D347B}" srcOrd="4" destOrd="0" presId="urn:microsoft.com/office/officeart/2005/8/layout/matrix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FAEF9B37-C2FA-479A-B442-6A2F012ACB5E}" type="doc">
      <dgm:prSet loTypeId="urn:microsoft.com/office/officeart/2005/8/layout/venn1" loCatId="relationship" qsTypeId="urn:microsoft.com/office/officeart/2005/8/quickstyle/simple1" qsCatId="simple" csTypeId="urn:microsoft.com/office/officeart/2005/8/colors/accent1_2" csCatId="accent1" phldr="1"/>
      <dgm:spPr/>
    </dgm:pt>
    <dgm:pt modelId="{7F7949AB-2F5E-43D8-BB94-1F3C41960C5D}">
      <dgm:prSet phldrT="[Texte]"/>
      <dgm:spPr>
        <a:solidFill>
          <a:srgbClr val="EC7B2B">
            <a:alpha val="50000"/>
          </a:srgbClr>
        </a:solidFill>
      </dgm:spPr>
      <dgm:t>
        <a:bodyPr/>
        <a:lstStyle/>
        <a:p>
          <a:r>
            <a:rPr lang="en-US" dirty="0"/>
            <a:t>Our Community</a:t>
          </a:r>
        </a:p>
      </dgm:t>
    </dgm:pt>
    <dgm:pt modelId="{898C6BB1-8406-4409-AAA1-565D1493812B}" type="parTrans" cxnId="{FC5B4A90-6E99-4E69-A1D5-1A1F2E1B1CE8}">
      <dgm:prSet/>
      <dgm:spPr/>
      <dgm:t>
        <a:bodyPr/>
        <a:lstStyle/>
        <a:p>
          <a:endParaRPr lang="en-US"/>
        </a:p>
      </dgm:t>
    </dgm:pt>
    <dgm:pt modelId="{0A7502C8-ED57-4A40-9DB2-E3F45807F37E}" type="sibTrans" cxnId="{FC5B4A90-6E99-4E69-A1D5-1A1F2E1B1CE8}">
      <dgm:prSet/>
      <dgm:spPr/>
      <dgm:t>
        <a:bodyPr/>
        <a:lstStyle/>
        <a:p>
          <a:endParaRPr lang="en-US"/>
        </a:p>
      </dgm:t>
    </dgm:pt>
    <dgm:pt modelId="{8E7C3095-5486-4C26-804D-DEE06CCCF27D}">
      <dgm:prSet phldrT="[Texte]"/>
      <dgm:spPr/>
      <dgm:t>
        <a:bodyPr/>
        <a:lstStyle/>
        <a:p>
          <a:r>
            <a:rPr lang="en-US" dirty="0"/>
            <a:t>Community B</a:t>
          </a:r>
        </a:p>
      </dgm:t>
    </dgm:pt>
    <dgm:pt modelId="{280A553E-C3F6-410F-A68D-2F86B30E3AC3}" type="parTrans" cxnId="{71DAA70E-5D38-40A7-B45A-4E23299070BE}">
      <dgm:prSet/>
      <dgm:spPr/>
      <dgm:t>
        <a:bodyPr/>
        <a:lstStyle/>
        <a:p>
          <a:endParaRPr lang="en-US"/>
        </a:p>
      </dgm:t>
    </dgm:pt>
    <dgm:pt modelId="{B921F38F-DF1A-4EB6-A277-983549C3B85D}" type="sibTrans" cxnId="{71DAA70E-5D38-40A7-B45A-4E23299070BE}">
      <dgm:prSet/>
      <dgm:spPr/>
      <dgm:t>
        <a:bodyPr/>
        <a:lstStyle/>
        <a:p>
          <a:endParaRPr lang="en-US"/>
        </a:p>
      </dgm:t>
    </dgm:pt>
    <dgm:pt modelId="{255050DE-336F-49DB-890A-38CCD4B563FE}" type="pres">
      <dgm:prSet presAssocID="{FAEF9B37-C2FA-479A-B442-6A2F012ACB5E}" presName="compositeShape" presStyleCnt="0">
        <dgm:presLayoutVars>
          <dgm:chMax val="7"/>
          <dgm:dir/>
          <dgm:resizeHandles val="exact"/>
        </dgm:presLayoutVars>
      </dgm:prSet>
      <dgm:spPr/>
    </dgm:pt>
    <dgm:pt modelId="{A8AA3E52-F105-4DEF-93EE-5CF362D8832C}" type="pres">
      <dgm:prSet presAssocID="{7F7949AB-2F5E-43D8-BB94-1F3C41960C5D}" presName="circ1" presStyleLbl="vennNode1" presStyleIdx="0" presStyleCnt="2"/>
      <dgm:spPr/>
    </dgm:pt>
    <dgm:pt modelId="{3CEAF3B5-D34E-4D44-89E1-DCB066EC384E}" type="pres">
      <dgm:prSet presAssocID="{7F7949AB-2F5E-43D8-BB94-1F3C41960C5D}" presName="circ1Tx" presStyleLbl="revTx" presStyleIdx="0" presStyleCnt="0">
        <dgm:presLayoutVars>
          <dgm:chMax val="0"/>
          <dgm:chPref val="0"/>
          <dgm:bulletEnabled val="1"/>
        </dgm:presLayoutVars>
      </dgm:prSet>
      <dgm:spPr/>
    </dgm:pt>
    <dgm:pt modelId="{4ADD6E9E-1418-47E4-BF3C-CC6F38261B07}" type="pres">
      <dgm:prSet presAssocID="{8E7C3095-5486-4C26-804D-DEE06CCCF27D}" presName="circ2" presStyleLbl="vennNode1" presStyleIdx="1" presStyleCnt="2" custLinFactNeighborX="-2487" custLinFactNeighborY="0"/>
      <dgm:spPr/>
    </dgm:pt>
    <dgm:pt modelId="{313338B8-F045-4C10-9864-745578F506A3}" type="pres">
      <dgm:prSet presAssocID="{8E7C3095-5486-4C26-804D-DEE06CCCF27D}" presName="circ2Tx" presStyleLbl="revTx" presStyleIdx="0" presStyleCnt="0">
        <dgm:presLayoutVars>
          <dgm:chMax val="0"/>
          <dgm:chPref val="0"/>
          <dgm:bulletEnabled val="1"/>
        </dgm:presLayoutVars>
      </dgm:prSet>
      <dgm:spPr/>
    </dgm:pt>
  </dgm:ptLst>
  <dgm:cxnLst>
    <dgm:cxn modelId="{AC577907-EC2E-4E12-8608-0D93CC490E3E}" type="presOf" srcId="{7F7949AB-2F5E-43D8-BB94-1F3C41960C5D}" destId="{A8AA3E52-F105-4DEF-93EE-5CF362D8832C}" srcOrd="0" destOrd="0" presId="urn:microsoft.com/office/officeart/2005/8/layout/venn1"/>
    <dgm:cxn modelId="{71DAA70E-5D38-40A7-B45A-4E23299070BE}" srcId="{FAEF9B37-C2FA-479A-B442-6A2F012ACB5E}" destId="{8E7C3095-5486-4C26-804D-DEE06CCCF27D}" srcOrd="1" destOrd="0" parTransId="{280A553E-C3F6-410F-A68D-2F86B30E3AC3}" sibTransId="{B921F38F-DF1A-4EB6-A277-983549C3B85D}"/>
    <dgm:cxn modelId="{1BC2005D-FC68-421C-9D34-302485AFE9A1}" type="presOf" srcId="{FAEF9B37-C2FA-479A-B442-6A2F012ACB5E}" destId="{255050DE-336F-49DB-890A-38CCD4B563FE}" srcOrd="0" destOrd="0" presId="urn:microsoft.com/office/officeart/2005/8/layout/venn1"/>
    <dgm:cxn modelId="{88FB5377-B651-4ED7-A3CD-527920458D2C}" type="presOf" srcId="{7F7949AB-2F5E-43D8-BB94-1F3C41960C5D}" destId="{3CEAF3B5-D34E-4D44-89E1-DCB066EC384E}" srcOrd="1" destOrd="0" presId="urn:microsoft.com/office/officeart/2005/8/layout/venn1"/>
    <dgm:cxn modelId="{C5E38A7F-247F-4B6E-9EFE-113A47679DC8}" type="presOf" srcId="{8E7C3095-5486-4C26-804D-DEE06CCCF27D}" destId="{313338B8-F045-4C10-9864-745578F506A3}" srcOrd="1" destOrd="0" presId="urn:microsoft.com/office/officeart/2005/8/layout/venn1"/>
    <dgm:cxn modelId="{FC5B4A90-6E99-4E69-A1D5-1A1F2E1B1CE8}" srcId="{FAEF9B37-C2FA-479A-B442-6A2F012ACB5E}" destId="{7F7949AB-2F5E-43D8-BB94-1F3C41960C5D}" srcOrd="0" destOrd="0" parTransId="{898C6BB1-8406-4409-AAA1-565D1493812B}" sibTransId="{0A7502C8-ED57-4A40-9DB2-E3F45807F37E}"/>
    <dgm:cxn modelId="{CC62E4FB-707A-4312-A213-CB105DA5C81C}" type="presOf" srcId="{8E7C3095-5486-4C26-804D-DEE06CCCF27D}" destId="{4ADD6E9E-1418-47E4-BF3C-CC6F38261B07}" srcOrd="0" destOrd="0" presId="urn:microsoft.com/office/officeart/2005/8/layout/venn1"/>
    <dgm:cxn modelId="{D81960B2-5A1F-4234-B3AF-06ACF7D91800}" type="presParOf" srcId="{255050DE-336F-49DB-890A-38CCD4B563FE}" destId="{A8AA3E52-F105-4DEF-93EE-5CF362D8832C}" srcOrd="0" destOrd="0" presId="urn:microsoft.com/office/officeart/2005/8/layout/venn1"/>
    <dgm:cxn modelId="{891C48AB-759F-4618-B6BF-CD89EEB640E3}" type="presParOf" srcId="{255050DE-336F-49DB-890A-38CCD4B563FE}" destId="{3CEAF3B5-D34E-4D44-89E1-DCB066EC384E}" srcOrd="1" destOrd="0" presId="urn:microsoft.com/office/officeart/2005/8/layout/venn1"/>
    <dgm:cxn modelId="{42021308-5C7F-46D3-91F7-284246EAA1AB}" type="presParOf" srcId="{255050DE-336F-49DB-890A-38CCD4B563FE}" destId="{4ADD6E9E-1418-47E4-BF3C-CC6F38261B07}" srcOrd="2" destOrd="0" presId="urn:microsoft.com/office/officeart/2005/8/layout/venn1"/>
    <dgm:cxn modelId="{7E25ABB4-3E23-4E35-9609-F030F7D61248}" type="presParOf" srcId="{255050DE-336F-49DB-890A-38CCD4B563FE}" destId="{313338B8-F045-4C10-9864-745578F506A3}" srcOrd="3" destOrd="0" presId="urn:microsoft.com/office/officeart/2005/8/layout/venn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800D229A-19A0-433C-A6C6-72B1E95EA3A7}" type="doc">
      <dgm:prSet loTypeId="urn:microsoft.com/office/officeart/2005/8/layout/hierarchy2" loCatId="hierarchy" qsTypeId="urn:microsoft.com/office/officeart/2005/8/quickstyle/simple1" qsCatId="simple" csTypeId="urn:microsoft.com/office/officeart/2005/8/colors/accent1_2" csCatId="accent1" phldr="1"/>
      <dgm:spPr/>
      <dgm:t>
        <a:bodyPr/>
        <a:lstStyle/>
        <a:p>
          <a:endParaRPr lang="en-US"/>
        </a:p>
      </dgm:t>
    </dgm:pt>
    <dgm:pt modelId="{FC74915A-8638-408F-AF12-34C5BD84E326}">
      <dgm:prSet phldrT="[Texte]"/>
      <dgm:spPr>
        <a:solidFill>
          <a:schemeClr val="tx1"/>
        </a:solidFill>
      </dgm:spPr>
      <dgm:t>
        <a:bodyPr/>
        <a:lstStyle/>
        <a:p>
          <a:r>
            <a:rPr lang="en-US" dirty="0"/>
            <a:t>Compete</a:t>
          </a:r>
        </a:p>
      </dgm:t>
    </dgm:pt>
    <dgm:pt modelId="{4D30B0F8-992E-4213-BCF8-71A32C146541}" type="parTrans" cxnId="{1862B903-8844-4263-8004-B8EE735C6A66}">
      <dgm:prSet/>
      <dgm:spPr/>
      <dgm:t>
        <a:bodyPr/>
        <a:lstStyle/>
        <a:p>
          <a:endParaRPr lang="en-US"/>
        </a:p>
      </dgm:t>
    </dgm:pt>
    <dgm:pt modelId="{E0CD23B3-0E1C-48A8-A4E5-19CA824E17DA}" type="sibTrans" cxnId="{1862B903-8844-4263-8004-B8EE735C6A66}">
      <dgm:prSet/>
      <dgm:spPr/>
      <dgm:t>
        <a:bodyPr/>
        <a:lstStyle/>
        <a:p>
          <a:endParaRPr lang="en-US"/>
        </a:p>
      </dgm:t>
    </dgm:pt>
    <dgm:pt modelId="{8493C182-2520-438D-BE72-764BCA5FF4AE}">
      <dgm:prSet phldrT="[Texte]"/>
      <dgm:spPr>
        <a:solidFill>
          <a:schemeClr val="tx1"/>
        </a:solidFill>
      </dgm:spPr>
      <dgm:t>
        <a:bodyPr/>
        <a:lstStyle/>
        <a:p>
          <a:r>
            <a:rPr lang="en-US" dirty="0"/>
            <a:t>The best way wins or dominates</a:t>
          </a:r>
        </a:p>
      </dgm:t>
    </dgm:pt>
    <dgm:pt modelId="{1FB112A8-5112-493E-828F-B800085E17EE}" type="parTrans" cxnId="{1ADFB680-1104-464F-A07E-95F1D2C360BA}">
      <dgm:prSet/>
      <dgm:spPr/>
      <dgm:t>
        <a:bodyPr/>
        <a:lstStyle/>
        <a:p>
          <a:endParaRPr lang="en-US"/>
        </a:p>
      </dgm:t>
    </dgm:pt>
    <dgm:pt modelId="{44B26CDE-3A9B-4222-9A8A-30385CB4EC57}" type="sibTrans" cxnId="{1ADFB680-1104-464F-A07E-95F1D2C360BA}">
      <dgm:prSet/>
      <dgm:spPr/>
      <dgm:t>
        <a:bodyPr/>
        <a:lstStyle/>
        <a:p>
          <a:endParaRPr lang="en-US"/>
        </a:p>
      </dgm:t>
    </dgm:pt>
    <dgm:pt modelId="{2A7931A8-D178-4453-9E69-0ED76931D554}">
      <dgm:prSet phldrT="[Texte]"/>
      <dgm:spPr/>
      <dgm:t>
        <a:bodyPr/>
        <a:lstStyle/>
        <a:p>
          <a:r>
            <a:rPr lang="en-US" dirty="0"/>
            <a:t>Integrate</a:t>
          </a:r>
        </a:p>
      </dgm:t>
    </dgm:pt>
    <dgm:pt modelId="{B833E9EF-C990-4654-A909-7131C3EEA37F}" type="parTrans" cxnId="{9A0867FE-8576-44D3-84AC-D0116EDAF954}">
      <dgm:prSet/>
      <dgm:spPr/>
      <dgm:t>
        <a:bodyPr/>
        <a:lstStyle/>
        <a:p>
          <a:endParaRPr lang="en-US"/>
        </a:p>
      </dgm:t>
    </dgm:pt>
    <dgm:pt modelId="{669408E8-A2E0-4682-A0D0-6D8D3F84BA3D}" type="sibTrans" cxnId="{9A0867FE-8576-44D3-84AC-D0116EDAF954}">
      <dgm:prSet/>
      <dgm:spPr/>
      <dgm:t>
        <a:bodyPr/>
        <a:lstStyle/>
        <a:p>
          <a:endParaRPr lang="en-US"/>
        </a:p>
      </dgm:t>
    </dgm:pt>
    <dgm:pt modelId="{92339BD1-AB1B-49C1-8C74-0C1FECA4B413}">
      <dgm:prSet phldrT="[Texte]"/>
      <dgm:spPr/>
      <dgm:t>
        <a:bodyPr/>
        <a:lstStyle/>
        <a:p>
          <a:r>
            <a:rPr lang="en-US" dirty="0"/>
            <a:t>Synergy</a:t>
          </a:r>
        </a:p>
      </dgm:t>
    </dgm:pt>
    <dgm:pt modelId="{B68476FA-7658-469C-9F7B-D39B0EFA4847}" type="parTrans" cxnId="{BF75B9EB-5631-4C68-8F86-4C93D3EFB13B}">
      <dgm:prSet/>
      <dgm:spPr/>
      <dgm:t>
        <a:bodyPr/>
        <a:lstStyle/>
        <a:p>
          <a:endParaRPr lang="en-US"/>
        </a:p>
      </dgm:t>
    </dgm:pt>
    <dgm:pt modelId="{5B755510-9C2D-462D-9DC3-BAAF744C5771}" type="sibTrans" cxnId="{BF75B9EB-5631-4C68-8F86-4C93D3EFB13B}">
      <dgm:prSet/>
      <dgm:spPr/>
      <dgm:t>
        <a:bodyPr/>
        <a:lstStyle/>
        <a:p>
          <a:endParaRPr lang="en-US"/>
        </a:p>
      </dgm:t>
    </dgm:pt>
    <dgm:pt modelId="{DCF9BA05-DC0F-4D0A-A6AB-E299A13C7337}">
      <dgm:prSet phldrT="[Texte]"/>
      <dgm:spPr>
        <a:solidFill>
          <a:srgbClr val="EC7B2B"/>
        </a:solidFill>
      </dgm:spPr>
      <dgm:t>
        <a:bodyPr/>
        <a:lstStyle/>
        <a:p>
          <a:r>
            <a:rPr lang="en-US" dirty="0">
              <a:solidFill>
                <a:schemeClr val="tx1"/>
              </a:solidFill>
            </a:rPr>
            <a:t>Differentiate</a:t>
          </a:r>
        </a:p>
      </dgm:t>
    </dgm:pt>
    <dgm:pt modelId="{680E9281-1BAA-47BA-8188-0A479C1F719F}" type="parTrans" cxnId="{EF3D553E-CFF7-48FB-946A-517FD4D25920}">
      <dgm:prSet/>
      <dgm:spPr/>
      <dgm:t>
        <a:bodyPr/>
        <a:lstStyle/>
        <a:p>
          <a:endParaRPr lang="en-US"/>
        </a:p>
      </dgm:t>
    </dgm:pt>
    <dgm:pt modelId="{A28A60F1-557D-4854-949F-49C8D6BEBE29}" type="sibTrans" cxnId="{EF3D553E-CFF7-48FB-946A-517FD4D25920}">
      <dgm:prSet/>
      <dgm:spPr/>
      <dgm:t>
        <a:bodyPr/>
        <a:lstStyle/>
        <a:p>
          <a:endParaRPr lang="en-US"/>
        </a:p>
      </dgm:t>
    </dgm:pt>
    <dgm:pt modelId="{1791073C-7326-4754-9166-F64EF026F387}">
      <dgm:prSet phldrT="[Texte]"/>
      <dgm:spPr>
        <a:solidFill>
          <a:srgbClr val="EC7B2B"/>
        </a:solidFill>
      </dgm:spPr>
      <dgm:t>
        <a:bodyPr/>
        <a:lstStyle/>
        <a:p>
          <a:r>
            <a:rPr lang="en-US" dirty="0">
              <a:solidFill>
                <a:schemeClr val="tx1"/>
              </a:solidFill>
            </a:rPr>
            <a:t>A &amp; B end up providing different values to different segments</a:t>
          </a:r>
        </a:p>
      </dgm:t>
    </dgm:pt>
    <dgm:pt modelId="{D0DC83D4-F37F-49B7-B7E8-3C460A80E041}" type="parTrans" cxnId="{FA14E994-B64E-4847-B100-6803B1508512}">
      <dgm:prSet/>
      <dgm:spPr/>
      <dgm:t>
        <a:bodyPr/>
        <a:lstStyle/>
        <a:p>
          <a:endParaRPr lang="en-US"/>
        </a:p>
      </dgm:t>
    </dgm:pt>
    <dgm:pt modelId="{2896815A-3E77-47EB-81E9-C0E691348858}" type="sibTrans" cxnId="{FA14E994-B64E-4847-B100-6803B1508512}">
      <dgm:prSet/>
      <dgm:spPr/>
      <dgm:t>
        <a:bodyPr/>
        <a:lstStyle/>
        <a:p>
          <a:endParaRPr lang="en-US"/>
        </a:p>
      </dgm:t>
    </dgm:pt>
    <dgm:pt modelId="{465DAE4E-9FBE-4CDB-B2C0-7C5A6B5927FC}">
      <dgm:prSet phldrT="[Texte]"/>
      <dgm:spPr>
        <a:solidFill>
          <a:srgbClr val="EC7B2B"/>
        </a:solidFill>
      </dgm:spPr>
      <dgm:t>
        <a:bodyPr/>
        <a:lstStyle/>
        <a:p>
          <a:r>
            <a:rPr lang="en-US" dirty="0">
              <a:solidFill>
                <a:schemeClr val="tx1"/>
              </a:solidFill>
            </a:rPr>
            <a:t>Market specialization</a:t>
          </a:r>
        </a:p>
      </dgm:t>
    </dgm:pt>
    <dgm:pt modelId="{11FFDD26-19D9-4197-A2F7-6FB69D36D9A9}" type="parTrans" cxnId="{4BAA5342-2C93-41EB-A01B-3E578B1E89E5}">
      <dgm:prSet/>
      <dgm:spPr/>
      <dgm:t>
        <a:bodyPr/>
        <a:lstStyle/>
        <a:p>
          <a:endParaRPr lang="en-US"/>
        </a:p>
      </dgm:t>
    </dgm:pt>
    <dgm:pt modelId="{87A08ED3-D919-418F-BA63-B924B3780267}" type="sibTrans" cxnId="{4BAA5342-2C93-41EB-A01B-3E578B1E89E5}">
      <dgm:prSet/>
      <dgm:spPr/>
      <dgm:t>
        <a:bodyPr/>
        <a:lstStyle/>
        <a:p>
          <a:endParaRPr lang="en-US"/>
        </a:p>
      </dgm:t>
    </dgm:pt>
    <dgm:pt modelId="{4312D84B-AC9C-46C9-9D2D-22D476F32168}">
      <dgm:prSet phldrT="[Texte]"/>
      <dgm:spPr>
        <a:solidFill>
          <a:schemeClr val="tx1"/>
        </a:solidFill>
      </dgm:spPr>
      <dgm:t>
        <a:bodyPr/>
        <a:lstStyle/>
        <a:p>
          <a:r>
            <a:rPr lang="en-US" dirty="0"/>
            <a:t>A &amp; B have different ways to provide the value</a:t>
          </a:r>
        </a:p>
      </dgm:t>
    </dgm:pt>
    <dgm:pt modelId="{6A0345A6-3438-41FE-8371-8EFA993CF6BC}" type="parTrans" cxnId="{9B625706-639C-452C-BD06-C7D6D733F6AB}">
      <dgm:prSet/>
      <dgm:spPr/>
      <dgm:t>
        <a:bodyPr/>
        <a:lstStyle/>
        <a:p>
          <a:endParaRPr lang="en-US"/>
        </a:p>
      </dgm:t>
    </dgm:pt>
    <dgm:pt modelId="{6C144A02-5546-486E-AFE8-B75DA707EF46}" type="sibTrans" cxnId="{9B625706-639C-452C-BD06-C7D6D733F6AB}">
      <dgm:prSet/>
      <dgm:spPr/>
      <dgm:t>
        <a:bodyPr/>
        <a:lstStyle/>
        <a:p>
          <a:endParaRPr lang="en-US"/>
        </a:p>
      </dgm:t>
    </dgm:pt>
    <dgm:pt modelId="{35C328DD-3A99-4823-802D-EE83F4E75910}">
      <dgm:prSet phldrT="[Texte]"/>
      <dgm:spPr/>
      <dgm:t>
        <a:bodyPr/>
        <a:lstStyle/>
        <a:p>
          <a:r>
            <a:rPr lang="en-US" dirty="0"/>
            <a:t>A &amp; B merge their powers </a:t>
          </a:r>
        </a:p>
      </dgm:t>
    </dgm:pt>
    <dgm:pt modelId="{F899B7F7-BEDE-4986-9E71-A32596EA0B27}" type="parTrans" cxnId="{7366B87C-7DF8-41F1-85E4-F7001A9C07AC}">
      <dgm:prSet/>
      <dgm:spPr/>
      <dgm:t>
        <a:bodyPr/>
        <a:lstStyle/>
        <a:p>
          <a:endParaRPr lang="en-US"/>
        </a:p>
      </dgm:t>
    </dgm:pt>
    <dgm:pt modelId="{954CF4E7-CC0F-43B4-907A-F9CEB1E3A868}" type="sibTrans" cxnId="{7366B87C-7DF8-41F1-85E4-F7001A9C07AC}">
      <dgm:prSet/>
      <dgm:spPr/>
      <dgm:t>
        <a:bodyPr/>
        <a:lstStyle/>
        <a:p>
          <a:endParaRPr lang="en-US"/>
        </a:p>
      </dgm:t>
    </dgm:pt>
    <dgm:pt modelId="{79FD669E-EAC1-4025-9AD2-929C55644B73}">
      <dgm:prSet phldrT="[Texte]"/>
      <dgm:spPr/>
      <dgm:t>
        <a:bodyPr/>
        <a:lstStyle/>
        <a:p>
          <a:endParaRPr lang="en-US" dirty="0"/>
        </a:p>
      </dgm:t>
    </dgm:pt>
    <dgm:pt modelId="{EBB23182-2EC9-49B2-814D-FA5231D4C237}" type="parTrans" cxnId="{95CFA4BC-BCE7-481A-BE5B-D790223268CB}">
      <dgm:prSet/>
      <dgm:spPr/>
      <dgm:t>
        <a:bodyPr/>
        <a:lstStyle/>
        <a:p>
          <a:endParaRPr lang="en-US"/>
        </a:p>
      </dgm:t>
    </dgm:pt>
    <dgm:pt modelId="{345D2A0A-C546-49C0-91E8-F6A53714D048}" type="sibTrans" cxnId="{95CFA4BC-BCE7-481A-BE5B-D790223268CB}">
      <dgm:prSet/>
      <dgm:spPr/>
      <dgm:t>
        <a:bodyPr/>
        <a:lstStyle/>
        <a:p>
          <a:endParaRPr lang="en-US"/>
        </a:p>
      </dgm:t>
    </dgm:pt>
    <dgm:pt modelId="{0192008B-16D9-45D1-8854-0581E5139FD7}">
      <dgm:prSet phldrT="[Texte]"/>
      <dgm:spPr/>
      <dgm:t>
        <a:bodyPr/>
        <a:lstStyle/>
        <a:p>
          <a:r>
            <a:rPr lang="en-US" dirty="0"/>
            <a:t>Content Curation, Common events, Common structures &amp; processes</a:t>
          </a:r>
        </a:p>
      </dgm:t>
    </dgm:pt>
    <dgm:pt modelId="{9C1BD299-4FF5-4269-91EB-E5F29AFC2678}" type="parTrans" cxnId="{B40A5765-E068-4B5E-A14F-EDEE91596FC1}">
      <dgm:prSet/>
      <dgm:spPr/>
      <dgm:t>
        <a:bodyPr/>
        <a:lstStyle/>
        <a:p>
          <a:endParaRPr lang="en-US"/>
        </a:p>
      </dgm:t>
    </dgm:pt>
    <dgm:pt modelId="{6B308F07-201F-426C-A390-159A53956FF3}" type="sibTrans" cxnId="{B40A5765-E068-4B5E-A14F-EDEE91596FC1}">
      <dgm:prSet/>
      <dgm:spPr/>
      <dgm:t>
        <a:bodyPr/>
        <a:lstStyle/>
        <a:p>
          <a:endParaRPr lang="en-US"/>
        </a:p>
      </dgm:t>
    </dgm:pt>
    <dgm:pt modelId="{15630165-C41B-457D-8BB3-163364EC3CB9}">
      <dgm:prSet phldrT="[Texte]"/>
      <dgm:spPr/>
      <dgm:t>
        <a:bodyPr/>
        <a:lstStyle/>
        <a:p>
          <a:r>
            <a:rPr lang="en-US" dirty="0"/>
            <a:t>Common governance to define</a:t>
          </a:r>
        </a:p>
      </dgm:t>
    </dgm:pt>
    <dgm:pt modelId="{D925ACE0-C79D-4FA6-A350-D27E66E02E57}" type="parTrans" cxnId="{75389648-2A80-4A17-8632-3917542F8349}">
      <dgm:prSet/>
      <dgm:spPr/>
      <dgm:t>
        <a:bodyPr/>
        <a:lstStyle/>
        <a:p>
          <a:endParaRPr lang="en-US"/>
        </a:p>
      </dgm:t>
    </dgm:pt>
    <dgm:pt modelId="{D38954D9-6AA9-4D81-9FD9-2B0A79A4A7A8}" type="sibTrans" cxnId="{75389648-2A80-4A17-8632-3917542F8349}">
      <dgm:prSet/>
      <dgm:spPr/>
      <dgm:t>
        <a:bodyPr/>
        <a:lstStyle/>
        <a:p>
          <a:endParaRPr lang="en-US"/>
        </a:p>
      </dgm:t>
    </dgm:pt>
    <dgm:pt modelId="{99D93983-FFF0-41D8-81DA-16AB75271B41}">
      <dgm:prSet phldrT="[Texte]"/>
      <dgm:spPr>
        <a:solidFill>
          <a:srgbClr val="EC7B2B"/>
        </a:solidFill>
      </dgm:spPr>
      <dgm:t>
        <a:bodyPr/>
        <a:lstStyle/>
        <a:p>
          <a:r>
            <a:rPr lang="en-US" dirty="0">
              <a:solidFill>
                <a:schemeClr val="tx1"/>
              </a:solidFill>
            </a:rPr>
            <a:t>Co-Define the borders and Co-define the segments. Redirect.</a:t>
          </a:r>
        </a:p>
      </dgm:t>
    </dgm:pt>
    <dgm:pt modelId="{EEEA6F77-3D7F-4C15-8C47-B76817FF0C79}" type="parTrans" cxnId="{8FFB4085-A74C-42E3-85B4-D256834FA05C}">
      <dgm:prSet/>
      <dgm:spPr/>
      <dgm:t>
        <a:bodyPr/>
        <a:lstStyle/>
        <a:p>
          <a:endParaRPr lang="en-US"/>
        </a:p>
      </dgm:t>
    </dgm:pt>
    <dgm:pt modelId="{54875C49-6237-48B7-9133-0F99D503DA71}" type="sibTrans" cxnId="{8FFB4085-A74C-42E3-85B4-D256834FA05C}">
      <dgm:prSet/>
      <dgm:spPr/>
      <dgm:t>
        <a:bodyPr/>
        <a:lstStyle/>
        <a:p>
          <a:endParaRPr lang="en-US"/>
        </a:p>
      </dgm:t>
    </dgm:pt>
    <dgm:pt modelId="{EEFC3FA3-CF55-49EC-B002-68FD41B19E85}">
      <dgm:prSet phldrT="[Texte]"/>
      <dgm:spPr>
        <a:solidFill>
          <a:srgbClr val="EC7B2B"/>
        </a:solidFill>
      </dgm:spPr>
      <dgm:t>
        <a:bodyPr/>
        <a:lstStyle/>
        <a:p>
          <a:r>
            <a:rPr lang="en-US" dirty="0">
              <a:solidFill>
                <a:schemeClr val="tx1"/>
              </a:solidFill>
            </a:rPr>
            <a:t>Agree on value segments</a:t>
          </a:r>
        </a:p>
      </dgm:t>
    </dgm:pt>
    <dgm:pt modelId="{DDC42E38-8442-426D-8A56-FCE4BDB0A8E9}" type="parTrans" cxnId="{D4E232CB-C73E-4404-8D6E-5FCAEADB5934}">
      <dgm:prSet/>
      <dgm:spPr/>
      <dgm:t>
        <a:bodyPr/>
        <a:lstStyle/>
        <a:p>
          <a:endParaRPr lang="en-US"/>
        </a:p>
      </dgm:t>
    </dgm:pt>
    <dgm:pt modelId="{AABC117D-0B20-4C74-BEC7-55F44FC387DB}" type="sibTrans" cxnId="{D4E232CB-C73E-4404-8D6E-5FCAEADB5934}">
      <dgm:prSet/>
      <dgm:spPr/>
      <dgm:t>
        <a:bodyPr/>
        <a:lstStyle/>
        <a:p>
          <a:endParaRPr lang="en-US"/>
        </a:p>
      </dgm:t>
    </dgm:pt>
    <dgm:pt modelId="{45B1E2D3-DC41-49A4-86AB-CE83AEAB44AF}" type="pres">
      <dgm:prSet presAssocID="{800D229A-19A0-433C-A6C6-72B1E95EA3A7}" presName="diagram" presStyleCnt="0">
        <dgm:presLayoutVars>
          <dgm:chPref val="1"/>
          <dgm:dir/>
          <dgm:animOne val="branch"/>
          <dgm:animLvl val="lvl"/>
          <dgm:resizeHandles val="exact"/>
        </dgm:presLayoutVars>
      </dgm:prSet>
      <dgm:spPr/>
    </dgm:pt>
    <dgm:pt modelId="{EBB26AF0-076C-49B3-9B15-F5D3402B3683}" type="pres">
      <dgm:prSet presAssocID="{79FD669E-EAC1-4025-9AD2-929C55644B73}" presName="root1" presStyleCnt="0"/>
      <dgm:spPr/>
    </dgm:pt>
    <dgm:pt modelId="{5A9FF5F8-D918-4C5B-8F8D-6AA97118B5B3}" type="pres">
      <dgm:prSet presAssocID="{79FD669E-EAC1-4025-9AD2-929C55644B73}" presName="LevelOneTextNode" presStyleLbl="node0" presStyleIdx="0" presStyleCnt="1">
        <dgm:presLayoutVars>
          <dgm:chPref val="3"/>
        </dgm:presLayoutVars>
      </dgm:prSet>
      <dgm:spPr/>
    </dgm:pt>
    <dgm:pt modelId="{527C7936-5CD7-4473-941E-735BA5779286}" type="pres">
      <dgm:prSet presAssocID="{79FD669E-EAC1-4025-9AD2-929C55644B73}" presName="level2hierChild" presStyleCnt="0"/>
      <dgm:spPr/>
    </dgm:pt>
    <dgm:pt modelId="{D20800DF-786F-4F46-BC8E-7C08B0011206}" type="pres">
      <dgm:prSet presAssocID="{4D30B0F8-992E-4213-BCF8-71A32C146541}" presName="conn2-1" presStyleLbl="parChTrans1D2" presStyleIdx="0" presStyleCnt="3"/>
      <dgm:spPr/>
    </dgm:pt>
    <dgm:pt modelId="{94F801FA-C5A2-4E0B-8E38-C8D9140202CF}" type="pres">
      <dgm:prSet presAssocID="{4D30B0F8-992E-4213-BCF8-71A32C146541}" presName="connTx" presStyleLbl="parChTrans1D2" presStyleIdx="0" presStyleCnt="3"/>
      <dgm:spPr/>
    </dgm:pt>
    <dgm:pt modelId="{5B96A166-B3C9-4D65-B782-51476E50FAD9}" type="pres">
      <dgm:prSet presAssocID="{FC74915A-8638-408F-AF12-34C5BD84E326}" presName="root2" presStyleCnt="0"/>
      <dgm:spPr/>
    </dgm:pt>
    <dgm:pt modelId="{337B761F-BAA9-446C-A8E3-99D1120EE415}" type="pres">
      <dgm:prSet presAssocID="{FC74915A-8638-408F-AF12-34C5BD84E326}" presName="LevelTwoTextNode" presStyleLbl="node2" presStyleIdx="0" presStyleCnt="3">
        <dgm:presLayoutVars>
          <dgm:chPref val="3"/>
        </dgm:presLayoutVars>
      </dgm:prSet>
      <dgm:spPr/>
    </dgm:pt>
    <dgm:pt modelId="{A22D8E5D-C12C-457C-8083-D79AD682A8FC}" type="pres">
      <dgm:prSet presAssocID="{FC74915A-8638-408F-AF12-34C5BD84E326}" presName="level3hierChild" presStyleCnt="0"/>
      <dgm:spPr/>
    </dgm:pt>
    <dgm:pt modelId="{64ED4F26-6F6D-4A7A-BB9C-168A4173F247}" type="pres">
      <dgm:prSet presAssocID="{6A0345A6-3438-41FE-8371-8EFA993CF6BC}" presName="conn2-1" presStyleLbl="parChTrans1D3" presStyleIdx="0" presStyleCnt="6"/>
      <dgm:spPr/>
    </dgm:pt>
    <dgm:pt modelId="{77DCE99B-C449-410F-9235-83A71CB4E136}" type="pres">
      <dgm:prSet presAssocID="{6A0345A6-3438-41FE-8371-8EFA993CF6BC}" presName="connTx" presStyleLbl="parChTrans1D3" presStyleIdx="0" presStyleCnt="6"/>
      <dgm:spPr/>
    </dgm:pt>
    <dgm:pt modelId="{6EE3EA7E-5B63-4258-B99A-036FCB8ECA99}" type="pres">
      <dgm:prSet presAssocID="{4312D84B-AC9C-46C9-9D2D-22D476F32168}" presName="root2" presStyleCnt="0"/>
      <dgm:spPr/>
    </dgm:pt>
    <dgm:pt modelId="{713C6B1F-5D5E-4D8A-B185-2B84207921A9}" type="pres">
      <dgm:prSet presAssocID="{4312D84B-AC9C-46C9-9D2D-22D476F32168}" presName="LevelTwoTextNode" presStyleLbl="node3" presStyleIdx="0" presStyleCnt="6">
        <dgm:presLayoutVars>
          <dgm:chPref val="3"/>
        </dgm:presLayoutVars>
      </dgm:prSet>
      <dgm:spPr/>
    </dgm:pt>
    <dgm:pt modelId="{0FC25E09-2D2C-42B1-AFC5-EE2EDA3EC4DB}" type="pres">
      <dgm:prSet presAssocID="{4312D84B-AC9C-46C9-9D2D-22D476F32168}" presName="level3hierChild" presStyleCnt="0"/>
      <dgm:spPr/>
    </dgm:pt>
    <dgm:pt modelId="{3C78C75D-17CC-4FDF-8F37-5F0B527EFE85}" type="pres">
      <dgm:prSet presAssocID="{1FB112A8-5112-493E-828F-B800085E17EE}" presName="conn2-1" presStyleLbl="parChTrans1D3" presStyleIdx="1" presStyleCnt="6"/>
      <dgm:spPr/>
    </dgm:pt>
    <dgm:pt modelId="{FA4A68EB-B181-40A3-A138-DA0EA6689D19}" type="pres">
      <dgm:prSet presAssocID="{1FB112A8-5112-493E-828F-B800085E17EE}" presName="connTx" presStyleLbl="parChTrans1D3" presStyleIdx="1" presStyleCnt="6"/>
      <dgm:spPr/>
    </dgm:pt>
    <dgm:pt modelId="{5CD5D021-47DC-40DC-840B-4CF6859B3619}" type="pres">
      <dgm:prSet presAssocID="{8493C182-2520-438D-BE72-764BCA5FF4AE}" presName="root2" presStyleCnt="0"/>
      <dgm:spPr/>
    </dgm:pt>
    <dgm:pt modelId="{47772240-F486-4145-836D-AB0E8AD0B855}" type="pres">
      <dgm:prSet presAssocID="{8493C182-2520-438D-BE72-764BCA5FF4AE}" presName="LevelTwoTextNode" presStyleLbl="node3" presStyleIdx="1" presStyleCnt="6">
        <dgm:presLayoutVars>
          <dgm:chPref val="3"/>
        </dgm:presLayoutVars>
      </dgm:prSet>
      <dgm:spPr/>
    </dgm:pt>
    <dgm:pt modelId="{4707EDAD-C36A-4191-9D08-049FA539A2AA}" type="pres">
      <dgm:prSet presAssocID="{8493C182-2520-438D-BE72-764BCA5FF4AE}" presName="level3hierChild" presStyleCnt="0"/>
      <dgm:spPr/>
    </dgm:pt>
    <dgm:pt modelId="{15BBA178-4DA1-4DFF-9F1B-41EA3B61A245}" type="pres">
      <dgm:prSet presAssocID="{B833E9EF-C990-4654-A909-7131C3EEA37F}" presName="conn2-1" presStyleLbl="parChTrans1D2" presStyleIdx="1" presStyleCnt="3"/>
      <dgm:spPr/>
    </dgm:pt>
    <dgm:pt modelId="{047509D2-5553-4EAA-B72E-D6FFC04C6B66}" type="pres">
      <dgm:prSet presAssocID="{B833E9EF-C990-4654-A909-7131C3EEA37F}" presName="connTx" presStyleLbl="parChTrans1D2" presStyleIdx="1" presStyleCnt="3"/>
      <dgm:spPr/>
    </dgm:pt>
    <dgm:pt modelId="{4F1CF974-A802-4121-A7A3-EAFF84EE5785}" type="pres">
      <dgm:prSet presAssocID="{2A7931A8-D178-4453-9E69-0ED76931D554}" presName="root2" presStyleCnt="0"/>
      <dgm:spPr/>
    </dgm:pt>
    <dgm:pt modelId="{4F1D22CF-CA04-4D7B-88B3-9E053BFBD9AF}" type="pres">
      <dgm:prSet presAssocID="{2A7931A8-D178-4453-9E69-0ED76931D554}" presName="LevelTwoTextNode" presStyleLbl="node2" presStyleIdx="1" presStyleCnt="3">
        <dgm:presLayoutVars>
          <dgm:chPref val="3"/>
        </dgm:presLayoutVars>
      </dgm:prSet>
      <dgm:spPr/>
    </dgm:pt>
    <dgm:pt modelId="{C076007F-C85A-4AEA-A2A7-47C55F16CBA5}" type="pres">
      <dgm:prSet presAssocID="{2A7931A8-D178-4453-9E69-0ED76931D554}" presName="level3hierChild" presStyleCnt="0"/>
      <dgm:spPr/>
    </dgm:pt>
    <dgm:pt modelId="{D1A4060D-AED0-4635-B767-3CE0398E0F23}" type="pres">
      <dgm:prSet presAssocID="{F899B7F7-BEDE-4986-9E71-A32596EA0B27}" presName="conn2-1" presStyleLbl="parChTrans1D3" presStyleIdx="2" presStyleCnt="6"/>
      <dgm:spPr/>
    </dgm:pt>
    <dgm:pt modelId="{7B7EA043-1D16-4355-9515-D8D7209DEE24}" type="pres">
      <dgm:prSet presAssocID="{F899B7F7-BEDE-4986-9E71-A32596EA0B27}" presName="connTx" presStyleLbl="parChTrans1D3" presStyleIdx="2" presStyleCnt="6"/>
      <dgm:spPr/>
    </dgm:pt>
    <dgm:pt modelId="{99F93951-C676-4FBB-940D-3988D5F8FB00}" type="pres">
      <dgm:prSet presAssocID="{35C328DD-3A99-4823-802D-EE83F4E75910}" presName="root2" presStyleCnt="0"/>
      <dgm:spPr/>
    </dgm:pt>
    <dgm:pt modelId="{0DCB2157-AB66-4EC7-AC92-DE3882A0E5ED}" type="pres">
      <dgm:prSet presAssocID="{35C328DD-3A99-4823-802D-EE83F4E75910}" presName="LevelTwoTextNode" presStyleLbl="node3" presStyleIdx="2" presStyleCnt="6">
        <dgm:presLayoutVars>
          <dgm:chPref val="3"/>
        </dgm:presLayoutVars>
      </dgm:prSet>
      <dgm:spPr/>
    </dgm:pt>
    <dgm:pt modelId="{F8D7FB58-7C7E-4D7B-83DE-30C2B7874A4B}" type="pres">
      <dgm:prSet presAssocID="{35C328DD-3A99-4823-802D-EE83F4E75910}" presName="level3hierChild" presStyleCnt="0"/>
      <dgm:spPr/>
    </dgm:pt>
    <dgm:pt modelId="{427630FF-46CE-4847-91B5-DBBB27B74F1C}" type="pres">
      <dgm:prSet presAssocID="{9C1BD299-4FF5-4269-91EB-E5F29AFC2678}" presName="conn2-1" presStyleLbl="parChTrans1D4" presStyleIdx="0" presStyleCnt="4"/>
      <dgm:spPr/>
    </dgm:pt>
    <dgm:pt modelId="{9E6F2BD9-A132-4210-9D9F-4B85B4AC4AB4}" type="pres">
      <dgm:prSet presAssocID="{9C1BD299-4FF5-4269-91EB-E5F29AFC2678}" presName="connTx" presStyleLbl="parChTrans1D4" presStyleIdx="0" presStyleCnt="4"/>
      <dgm:spPr/>
    </dgm:pt>
    <dgm:pt modelId="{D7A441D7-E5FD-4484-AD4B-AB9EE0733A69}" type="pres">
      <dgm:prSet presAssocID="{0192008B-16D9-45D1-8854-0581E5139FD7}" presName="root2" presStyleCnt="0"/>
      <dgm:spPr/>
    </dgm:pt>
    <dgm:pt modelId="{7B978CEB-ECE0-4404-9A96-4EF84FF948A8}" type="pres">
      <dgm:prSet presAssocID="{0192008B-16D9-45D1-8854-0581E5139FD7}" presName="LevelTwoTextNode" presStyleLbl="node4" presStyleIdx="0" presStyleCnt="4">
        <dgm:presLayoutVars>
          <dgm:chPref val="3"/>
        </dgm:presLayoutVars>
      </dgm:prSet>
      <dgm:spPr/>
    </dgm:pt>
    <dgm:pt modelId="{C7D7F7D1-5D53-40E1-9798-4784BB5C140A}" type="pres">
      <dgm:prSet presAssocID="{0192008B-16D9-45D1-8854-0581E5139FD7}" presName="level3hierChild" presStyleCnt="0"/>
      <dgm:spPr/>
    </dgm:pt>
    <dgm:pt modelId="{87B7EAED-9F88-4A3A-851A-3814BE1BFD34}" type="pres">
      <dgm:prSet presAssocID="{B68476FA-7658-469C-9F7B-D39B0EFA4847}" presName="conn2-1" presStyleLbl="parChTrans1D3" presStyleIdx="3" presStyleCnt="6"/>
      <dgm:spPr/>
    </dgm:pt>
    <dgm:pt modelId="{F140F9DB-5F36-47E8-8ED7-4826D1C97EE0}" type="pres">
      <dgm:prSet presAssocID="{B68476FA-7658-469C-9F7B-D39B0EFA4847}" presName="connTx" presStyleLbl="parChTrans1D3" presStyleIdx="3" presStyleCnt="6"/>
      <dgm:spPr/>
    </dgm:pt>
    <dgm:pt modelId="{29F55129-5288-4E4A-9BBF-B2A2A9125A22}" type="pres">
      <dgm:prSet presAssocID="{92339BD1-AB1B-49C1-8C74-0C1FECA4B413}" presName="root2" presStyleCnt="0"/>
      <dgm:spPr/>
    </dgm:pt>
    <dgm:pt modelId="{7F1D7330-592B-464A-B257-CC8BDD367325}" type="pres">
      <dgm:prSet presAssocID="{92339BD1-AB1B-49C1-8C74-0C1FECA4B413}" presName="LevelTwoTextNode" presStyleLbl="node3" presStyleIdx="3" presStyleCnt="6">
        <dgm:presLayoutVars>
          <dgm:chPref val="3"/>
        </dgm:presLayoutVars>
      </dgm:prSet>
      <dgm:spPr/>
    </dgm:pt>
    <dgm:pt modelId="{3432FD37-8615-4781-89E7-74F4FE8D9569}" type="pres">
      <dgm:prSet presAssocID="{92339BD1-AB1B-49C1-8C74-0C1FECA4B413}" presName="level3hierChild" presStyleCnt="0"/>
      <dgm:spPr/>
    </dgm:pt>
    <dgm:pt modelId="{AF919F0C-D3B0-4675-8A05-421AE7EA6329}" type="pres">
      <dgm:prSet presAssocID="{D925ACE0-C79D-4FA6-A350-D27E66E02E57}" presName="conn2-1" presStyleLbl="parChTrans1D4" presStyleIdx="1" presStyleCnt="4"/>
      <dgm:spPr/>
    </dgm:pt>
    <dgm:pt modelId="{8EF78C2E-BB62-46CA-8D2C-5DB336C2EB5D}" type="pres">
      <dgm:prSet presAssocID="{D925ACE0-C79D-4FA6-A350-D27E66E02E57}" presName="connTx" presStyleLbl="parChTrans1D4" presStyleIdx="1" presStyleCnt="4"/>
      <dgm:spPr/>
    </dgm:pt>
    <dgm:pt modelId="{E5803FE4-B658-4D77-9C56-9327F7D02E57}" type="pres">
      <dgm:prSet presAssocID="{15630165-C41B-457D-8BB3-163364EC3CB9}" presName="root2" presStyleCnt="0"/>
      <dgm:spPr/>
    </dgm:pt>
    <dgm:pt modelId="{F568B395-4AE8-41FF-955A-729C5CBC6CC0}" type="pres">
      <dgm:prSet presAssocID="{15630165-C41B-457D-8BB3-163364EC3CB9}" presName="LevelTwoTextNode" presStyleLbl="node4" presStyleIdx="1" presStyleCnt="4">
        <dgm:presLayoutVars>
          <dgm:chPref val="3"/>
        </dgm:presLayoutVars>
      </dgm:prSet>
      <dgm:spPr/>
    </dgm:pt>
    <dgm:pt modelId="{7B8AE765-A9C8-424D-B90B-D1DDAD81CD5E}" type="pres">
      <dgm:prSet presAssocID="{15630165-C41B-457D-8BB3-163364EC3CB9}" presName="level3hierChild" presStyleCnt="0"/>
      <dgm:spPr/>
    </dgm:pt>
    <dgm:pt modelId="{CCA14011-EFA3-4EA7-97AD-2FD54FA1DE20}" type="pres">
      <dgm:prSet presAssocID="{680E9281-1BAA-47BA-8188-0A479C1F719F}" presName="conn2-1" presStyleLbl="parChTrans1D2" presStyleIdx="2" presStyleCnt="3"/>
      <dgm:spPr/>
    </dgm:pt>
    <dgm:pt modelId="{F4C90B94-2AA9-412F-8E57-8411944D1049}" type="pres">
      <dgm:prSet presAssocID="{680E9281-1BAA-47BA-8188-0A479C1F719F}" presName="connTx" presStyleLbl="parChTrans1D2" presStyleIdx="2" presStyleCnt="3"/>
      <dgm:spPr/>
    </dgm:pt>
    <dgm:pt modelId="{050E7A25-6CB3-4141-BDDB-90DE3EF6C58A}" type="pres">
      <dgm:prSet presAssocID="{DCF9BA05-DC0F-4D0A-A6AB-E299A13C7337}" presName="root2" presStyleCnt="0"/>
      <dgm:spPr/>
    </dgm:pt>
    <dgm:pt modelId="{E23154D6-1286-42D1-A2F8-0687BFB08A15}" type="pres">
      <dgm:prSet presAssocID="{DCF9BA05-DC0F-4D0A-A6AB-E299A13C7337}" presName="LevelTwoTextNode" presStyleLbl="node2" presStyleIdx="2" presStyleCnt="3">
        <dgm:presLayoutVars>
          <dgm:chPref val="3"/>
        </dgm:presLayoutVars>
      </dgm:prSet>
      <dgm:spPr/>
    </dgm:pt>
    <dgm:pt modelId="{C53A5B4B-F10B-4F4B-9CA2-DEC77E901036}" type="pres">
      <dgm:prSet presAssocID="{DCF9BA05-DC0F-4D0A-A6AB-E299A13C7337}" presName="level3hierChild" presStyleCnt="0"/>
      <dgm:spPr/>
    </dgm:pt>
    <dgm:pt modelId="{A88A2A4B-E057-475F-BD60-1518C88EC744}" type="pres">
      <dgm:prSet presAssocID="{D0DC83D4-F37F-49B7-B7E8-3C460A80E041}" presName="conn2-1" presStyleLbl="parChTrans1D3" presStyleIdx="4" presStyleCnt="6"/>
      <dgm:spPr/>
    </dgm:pt>
    <dgm:pt modelId="{80A324EE-3118-403B-930E-D270B83599C5}" type="pres">
      <dgm:prSet presAssocID="{D0DC83D4-F37F-49B7-B7E8-3C460A80E041}" presName="connTx" presStyleLbl="parChTrans1D3" presStyleIdx="4" presStyleCnt="6"/>
      <dgm:spPr/>
    </dgm:pt>
    <dgm:pt modelId="{7FF8EB1D-6BC6-4D5E-B434-277A9B1AED77}" type="pres">
      <dgm:prSet presAssocID="{1791073C-7326-4754-9166-F64EF026F387}" presName="root2" presStyleCnt="0"/>
      <dgm:spPr/>
    </dgm:pt>
    <dgm:pt modelId="{DBA1A94C-9E9B-4A0B-A42D-58DFF72D7B58}" type="pres">
      <dgm:prSet presAssocID="{1791073C-7326-4754-9166-F64EF026F387}" presName="LevelTwoTextNode" presStyleLbl="node3" presStyleIdx="4" presStyleCnt="6">
        <dgm:presLayoutVars>
          <dgm:chPref val="3"/>
        </dgm:presLayoutVars>
      </dgm:prSet>
      <dgm:spPr/>
    </dgm:pt>
    <dgm:pt modelId="{37CC0C28-741E-43C7-AA28-31F95C6367BE}" type="pres">
      <dgm:prSet presAssocID="{1791073C-7326-4754-9166-F64EF026F387}" presName="level3hierChild" presStyleCnt="0"/>
      <dgm:spPr/>
    </dgm:pt>
    <dgm:pt modelId="{33E9F206-D276-4A23-BA67-9AA1A10A4526}" type="pres">
      <dgm:prSet presAssocID="{EEEA6F77-3D7F-4C15-8C47-B76817FF0C79}" presName="conn2-1" presStyleLbl="parChTrans1D4" presStyleIdx="2" presStyleCnt="4"/>
      <dgm:spPr/>
    </dgm:pt>
    <dgm:pt modelId="{89F703F2-8060-45BF-B8E4-9FA789BDA7DF}" type="pres">
      <dgm:prSet presAssocID="{EEEA6F77-3D7F-4C15-8C47-B76817FF0C79}" presName="connTx" presStyleLbl="parChTrans1D4" presStyleIdx="2" presStyleCnt="4"/>
      <dgm:spPr/>
    </dgm:pt>
    <dgm:pt modelId="{5731DC1B-4FDA-4AA2-9C5C-BCACDD2A1FE4}" type="pres">
      <dgm:prSet presAssocID="{99D93983-FFF0-41D8-81DA-16AB75271B41}" presName="root2" presStyleCnt="0"/>
      <dgm:spPr/>
    </dgm:pt>
    <dgm:pt modelId="{7072FE84-83A5-4E10-9BB3-D8A0C463BD96}" type="pres">
      <dgm:prSet presAssocID="{99D93983-FFF0-41D8-81DA-16AB75271B41}" presName="LevelTwoTextNode" presStyleLbl="node4" presStyleIdx="2" presStyleCnt="4">
        <dgm:presLayoutVars>
          <dgm:chPref val="3"/>
        </dgm:presLayoutVars>
      </dgm:prSet>
      <dgm:spPr/>
    </dgm:pt>
    <dgm:pt modelId="{043C4DD8-7DCA-4640-BACB-8D6B11B65E06}" type="pres">
      <dgm:prSet presAssocID="{99D93983-FFF0-41D8-81DA-16AB75271B41}" presName="level3hierChild" presStyleCnt="0"/>
      <dgm:spPr/>
    </dgm:pt>
    <dgm:pt modelId="{100AEC06-EDDE-47D7-BBCE-B98A116499A0}" type="pres">
      <dgm:prSet presAssocID="{11FFDD26-19D9-4197-A2F7-6FB69D36D9A9}" presName="conn2-1" presStyleLbl="parChTrans1D3" presStyleIdx="5" presStyleCnt="6"/>
      <dgm:spPr/>
    </dgm:pt>
    <dgm:pt modelId="{19BC2DDA-C041-4592-9D2F-EAFBBCD4A762}" type="pres">
      <dgm:prSet presAssocID="{11FFDD26-19D9-4197-A2F7-6FB69D36D9A9}" presName="connTx" presStyleLbl="parChTrans1D3" presStyleIdx="5" presStyleCnt="6"/>
      <dgm:spPr/>
    </dgm:pt>
    <dgm:pt modelId="{4FA69742-1C7F-4BA9-910D-142A9A8DC817}" type="pres">
      <dgm:prSet presAssocID="{465DAE4E-9FBE-4CDB-B2C0-7C5A6B5927FC}" presName="root2" presStyleCnt="0"/>
      <dgm:spPr/>
    </dgm:pt>
    <dgm:pt modelId="{0759E216-B6CB-4A04-806A-BB17CDA8F6BB}" type="pres">
      <dgm:prSet presAssocID="{465DAE4E-9FBE-4CDB-B2C0-7C5A6B5927FC}" presName="LevelTwoTextNode" presStyleLbl="node3" presStyleIdx="5" presStyleCnt="6">
        <dgm:presLayoutVars>
          <dgm:chPref val="3"/>
        </dgm:presLayoutVars>
      </dgm:prSet>
      <dgm:spPr/>
    </dgm:pt>
    <dgm:pt modelId="{2AA6AD56-D15D-4B83-A122-31FA75E70977}" type="pres">
      <dgm:prSet presAssocID="{465DAE4E-9FBE-4CDB-B2C0-7C5A6B5927FC}" presName="level3hierChild" presStyleCnt="0"/>
      <dgm:spPr/>
    </dgm:pt>
    <dgm:pt modelId="{3DFF0752-00CB-41A4-BE70-33E0B40A0077}" type="pres">
      <dgm:prSet presAssocID="{DDC42E38-8442-426D-8A56-FCE4BDB0A8E9}" presName="conn2-1" presStyleLbl="parChTrans1D4" presStyleIdx="3" presStyleCnt="4"/>
      <dgm:spPr/>
    </dgm:pt>
    <dgm:pt modelId="{070A88D9-DB91-40A8-9101-5D53991D160E}" type="pres">
      <dgm:prSet presAssocID="{DDC42E38-8442-426D-8A56-FCE4BDB0A8E9}" presName="connTx" presStyleLbl="parChTrans1D4" presStyleIdx="3" presStyleCnt="4"/>
      <dgm:spPr/>
    </dgm:pt>
    <dgm:pt modelId="{D5D8DA58-E9FF-4833-B8AF-39264CDDE52A}" type="pres">
      <dgm:prSet presAssocID="{EEFC3FA3-CF55-49EC-B002-68FD41B19E85}" presName="root2" presStyleCnt="0"/>
      <dgm:spPr/>
    </dgm:pt>
    <dgm:pt modelId="{DBA7DFE3-C36B-42BF-81E3-D686025FB760}" type="pres">
      <dgm:prSet presAssocID="{EEFC3FA3-CF55-49EC-B002-68FD41B19E85}" presName="LevelTwoTextNode" presStyleLbl="node4" presStyleIdx="3" presStyleCnt="4">
        <dgm:presLayoutVars>
          <dgm:chPref val="3"/>
        </dgm:presLayoutVars>
      </dgm:prSet>
      <dgm:spPr/>
    </dgm:pt>
    <dgm:pt modelId="{FA876DDB-46D3-4020-8BEA-640C4CA3655B}" type="pres">
      <dgm:prSet presAssocID="{EEFC3FA3-CF55-49EC-B002-68FD41B19E85}" presName="level3hierChild" presStyleCnt="0"/>
      <dgm:spPr/>
    </dgm:pt>
  </dgm:ptLst>
  <dgm:cxnLst>
    <dgm:cxn modelId="{1862B903-8844-4263-8004-B8EE735C6A66}" srcId="{79FD669E-EAC1-4025-9AD2-929C55644B73}" destId="{FC74915A-8638-408F-AF12-34C5BD84E326}" srcOrd="0" destOrd="0" parTransId="{4D30B0F8-992E-4213-BCF8-71A32C146541}" sibTransId="{E0CD23B3-0E1C-48A8-A4E5-19CA824E17DA}"/>
    <dgm:cxn modelId="{9B625706-639C-452C-BD06-C7D6D733F6AB}" srcId="{FC74915A-8638-408F-AF12-34C5BD84E326}" destId="{4312D84B-AC9C-46C9-9D2D-22D476F32168}" srcOrd="0" destOrd="0" parTransId="{6A0345A6-3438-41FE-8371-8EFA993CF6BC}" sibTransId="{6C144A02-5546-486E-AFE8-B75DA707EF46}"/>
    <dgm:cxn modelId="{4991E007-5169-4614-8BB5-97086945915F}" type="presOf" srcId="{EEFC3FA3-CF55-49EC-B002-68FD41B19E85}" destId="{DBA7DFE3-C36B-42BF-81E3-D686025FB760}" srcOrd="0" destOrd="0" presId="urn:microsoft.com/office/officeart/2005/8/layout/hierarchy2"/>
    <dgm:cxn modelId="{4DF2770B-5BD3-4F8D-AB80-5497C64C17E6}" type="presOf" srcId="{680E9281-1BAA-47BA-8188-0A479C1F719F}" destId="{CCA14011-EFA3-4EA7-97AD-2FD54FA1DE20}" srcOrd="0" destOrd="0" presId="urn:microsoft.com/office/officeart/2005/8/layout/hierarchy2"/>
    <dgm:cxn modelId="{1C4D5C10-AA78-4F8D-8E20-97C7FABA3F64}" type="presOf" srcId="{11FFDD26-19D9-4197-A2F7-6FB69D36D9A9}" destId="{19BC2DDA-C041-4592-9D2F-EAFBBCD4A762}" srcOrd="1" destOrd="0" presId="urn:microsoft.com/office/officeart/2005/8/layout/hierarchy2"/>
    <dgm:cxn modelId="{06D6B215-174A-46F1-9700-84455640380A}" type="presOf" srcId="{4312D84B-AC9C-46C9-9D2D-22D476F32168}" destId="{713C6B1F-5D5E-4D8A-B185-2B84207921A9}" srcOrd="0" destOrd="0" presId="urn:microsoft.com/office/officeart/2005/8/layout/hierarchy2"/>
    <dgm:cxn modelId="{39EA821A-91B7-4DC0-A1E1-8E40B7093E66}" type="presOf" srcId="{D0DC83D4-F37F-49B7-B7E8-3C460A80E041}" destId="{80A324EE-3118-403B-930E-D270B83599C5}" srcOrd="1" destOrd="0" presId="urn:microsoft.com/office/officeart/2005/8/layout/hierarchy2"/>
    <dgm:cxn modelId="{01AF991D-1692-4FBD-8ED4-5508C4E29AD4}" type="presOf" srcId="{1FB112A8-5112-493E-828F-B800085E17EE}" destId="{3C78C75D-17CC-4FDF-8F37-5F0B527EFE85}" srcOrd="0" destOrd="0" presId="urn:microsoft.com/office/officeart/2005/8/layout/hierarchy2"/>
    <dgm:cxn modelId="{D2D3D924-4D70-4703-B534-1750E7B6652C}" type="presOf" srcId="{4D30B0F8-992E-4213-BCF8-71A32C146541}" destId="{94F801FA-C5A2-4E0B-8E38-C8D9140202CF}" srcOrd="1" destOrd="0" presId="urn:microsoft.com/office/officeart/2005/8/layout/hierarchy2"/>
    <dgm:cxn modelId="{FA50F42C-6BE3-4D87-9C96-058E3F9B5964}" type="presOf" srcId="{680E9281-1BAA-47BA-8188-0A479C1F719F}" destId="{F4C90B94-2AA9-412F-8E57-8411944D1049}" srcOrd="1" destOrd="0" presId="urn:microsoft.com/office/officeart/2005/8/layout/hierarchy2"/>
    <dgm:cxn modelId="{B6511C2D-1BA5-4F1C-A7B2-5620F8DED17D}" type="presOf" srcId="{B68476FA-7658-469C-9F7B-D39B0EFA4847}" destId="{F140F9DB-5F36-47E8-8ED7-4826D1C97EE0}" srcOrd="1" destOrd="0" presId="urn:microsoft.com/office/officeart/2005/8/layout/hierarchy2"/>
    <dgm:cxn modelId="{04E35F36-1E26-411A-92F3-4B2A40B438A4}" type="presOf" srcId="{DDC42E38-8442-426D-8A56-FCE4BDB0A8E9}" destId="{3DFF0752-00CB-41A4-BE70-33E0B40A0077}" srcOrd="0" destOrd="0" presId="urn:microsoft.com/office/officeart/2005/8/layout/hierarchy2"/>
    <dgm:cxn modelId="{37669738-E311-4AAA-9A4E-68BCCC2BDE54}" type="presOf" srcId="{DCF9BA05-DC0F-4D0A-A6AB-E299A13C7337}" destId="{E23154D6-1286-42D1-A2F8-0687BFB08A15}" srcOrd="0" destOrd="0" presId="urn:microsoft.com/office/officeart/2005/8/layout/hierarchy2"/>
    <dgm:cxn modelId="{F9DF0A3A-72A7-480A-B60F-61EDF37F4FFB}" type="presOf" srcId="{9C1BD299-4FF5-4269-91EB-E5F29AFC2678}" destId="{427630FF-46CE-4847-91B5-DBBB27B74F1C}" srcOrd="0" destOrd="0" presId="urn:microsoft.com/office/officeart/2005/8/layout/hierarchy2"/>
    <dgm:cxn modelId="{BAE3353E-C1C4-4950-A26B-222C0BE25BF4}" type="presOf" srcId="{D0DC83D4-F37F-49B7-B7E8-3C460A80E041}" destId="{A88A2A4B-E057-475F-BD60-1518C88EC744}" srcOrd="0" destOrd="0" presId="urn:microsoft.com/office/officeart/2005/8/layout/hierarchy2"/>
    <dgm:cxn modelId="{EF3D553E-CFF7-48FB-946A-517FD4D25920}" srcId="{79FD669E-EAC1-4025-9AD2-929C55644B73}" destId="{DCF9BA05-DC0F-4D0A-A6AB-E299A13C7337}" srcOrd="2" destOrd="0" parTransId="{680E9281-1BAA-47BA-8188-0A479C1F719F}" sibTransId="{A28A60F1-557D-4854-949F-49C8D6BEBE29}"/>
    <dgm:cxn modelId="{AF4B145C-A5B5-4541-AED3-9ECCB1BC3928}" type="presOf" srcId="{B833E9EF-C990-4654-A909-7131C3EEA37F}" destId="{047509D2-5553-4EAA-B72E-D6FFC04C6B66}" srcOrd="1" destOrd="0" presId="urn:microsoft.com/office/officeart/2005/8/layout/hierarchy2"/>
    <dgm:cxn modelId="{4BAA5342-2C93-41EB-A01B-3E578B1E89E5}" srcId="{DCF9BA05-DC0F-4D0A-A6AB-E299A13C7337}" destId="{465DAE4E-9FBE-4CDB-B2C0-7C5A6B5927FC}" srcOrd="1" destOrd="0" parTransId="{11FFDD26-19D9-4197-A2F7-6FB69D36D9A9}" sibTransId="{87A08ED3-D919-418F-BA63-B924B3780267}"/>
    <dgm:cxn modelId="{CFA73263-5642-4B44-9811-3D1F2E7A98B4}" type="presOf" srcId="{F899B7F7-BEDE-4986-9E71-A32596EA0B27}" destId="{7B7EA043-1D16-4355-9515-D8D7209DEE24}" srcOrd="1" destOrd="0" presId="urn:microsoft.com/office/officeart/2005/8/layout/hierarchy2"/>
    <dgm:cxn modelId="{7C5A4C65-FC06-47CC-BC4F-3F11BC82315E}" type="presOf" srcId="{8493C182-2520-438D-BE72-764BCA5FF4AE}" destId="{47772240-F486-4145-836D-AB0E8AD0B855}" srcOrd="0" destOrd="0" presId="urn:microsoft.com/office/officeart/2005/8/layout/hierarchy2"/>
    <dgm:cxn modelId="{B40A5765-E068-4B5E-A14F-EDEE91596FC1}" srcId="{35C328DD-3A99-4823-802D-EE83F4E75910}" destId="{0192008B-16D9-45D1-8854-0581E5139FD7}" srcOrd="0" destOrd="0" parTransId="{9C1BD299-4FF5-4269-91EB-E5F29AFC2678}" sibTransId="{6B308F07-201F-426C-A390-159A53956FF3}"/>
    <dgm:cxn modelId="{19F68A65-627E-4FCE-8BF1-9F04E88718B1}" type="presOf" srcId="{9C1BD299-4FF5-4269-91EB-E5F29AFC2678}" destId="{9E6F2BD9-A132-4210-9D9F-4B85B4AC4AB4}" srcOrd="1" destOrd="0" presId="urn:microsoft.com/office/officeart/2005/8/layout/hierarchy2"/>
    <dgm:cxn modelId="{3B402F48-3013-4431-B0DD-276368756D37}" type="presOf" srcId="{99D93983-FFF0-41D8-81DA-16AB75271B41}" destId="{7072FE84-83A5-4E10-9BB3-D8A0C463BD96}" srcOrd="0" destOrd="0" presId="urn:microsoft.com/office/officeart/2005/8/layout/hierarchy2"/>
    <dgm:cxn modelId="{75389648-2A80-4A17-8632-3917542F8349}" srcId="{92339BD1-AB1B-49C1-8C74-0C1FECA4B413}" destId="{15630165-C41B-457D-8BB3-163364EC3CB9}" srcOrd="0" destOrd="0" parTransId="{D925ACE0-C79D-4FA6-A350-D27E66E02E57}" sibTransId="{D38954D9-6AA9-4D81-9FD9-2B0A79A4A7A8}"/>
    <dgm:cxn modelId="{E80B6B4E-2C66-4382-A22A-48BCE76B49F1}" type="presOf" srcId="{0192008B-16D9-45D1-8854-0581E5139FD7}" destId="{7B978CEB-ECE0-4404-9A96-4EF84FF948A8}" srcOrd="0" destOrd="0" presId="urn:microsoft.com/office/officeart/2005/8/layout/hierarchy2"/>
    <dgm:cxn modelId="{94B15152-EFEA-4392-A243-DA075FC520EA}" type="presOf" srcId="{B68476FA-7658-469C-9F7B-D39B0EFA4847}" destId="{87B7EAED-9F88-4A3A-851A-3814BE1BFD34}" srcOrd="0" destOrd="0" presId="urn:microsoft.com/office/officeart/2005/8/layout/hierarchy2"/>
    <dgm:cxn modelId="{94F15754-D397-43BF-934D-38CADD1F23F5}" type="presOf" srcId="{FC74915A-8638-408F-AF12-34C5BD84E326}" destId="{337B761F-BAA9-446C-A8E3-99D1120EE415}" srcOrd="0" destOrd="0" presId="urn:microsoft.com/office/officeart/2005/8/layout/hierarchy2"/>
    <dgm:cxn modelId="{BC01FC56-AB21-42E2-A432-2DBF1FCBDFB0}" type="presOf" srcId="{92339BD1-AB1B-49C1-8C74-0C1FECA4B413}" destId="{7F1D7330-592B-464A-B257-CC8BDD367325}" srcOrd="0" destOrd="0" presId="urn:microsoft.com/office/officeart/2005/8/layout/hierarchy2"/>
    <dgm:cxn modelId="{E9609677-929A-4EC1-A389-D48118BC56DC}" type="presOf" srcId="{EEEA6F77-3D7F-4C15-8C47-B76817FF0C79}" destId="{89F703F2-8060-45BF-B8E4-9FA789BDA7DF}" srcOrd="1" destOrd="0" presId="urn:microsoft.com/office/officeart/2005/8/layout/hierarchy2"/>
    <dgm:cxn modelId="{8CFAD45A-2C6E-40A3-A12F-E7CE9A60B4F4}" type="presOf" srcId="{35C328DD-3A99-4823-802D-EE83F4E75910}" destId="{0DCB2157-AB66-4EC7-AC92-DE3882A0E5ED}" srcOrd="0" destOrd="0" presId="urn:microsoft.com/office/officeart/2005/8/layout/hierarchy2"/>
    <dgm:cxn modelId="{7366B87C-7DF8-41F1-85E4-F7001A9C07AC}" srcId="{2A7931A8-D178-4453-9E69-0ED76931D554}" destId="{35C328DD-3A99-4823-802D-EE83F4E75910}" srcOrd="0" destOrd="0" parTransId="{F899B7F7-BEDE-4986-9E71-A32596EA0B27}" sibTransId="{954CF4E7-CC0F-43B4-907A-F9CEB1E3A868}"/>
    <dgm:cxn modelId="{0FD09480-F0AC-4CDE-BC8D-B3447F58C2D6}" type="presOf" srcId="{6A0345A6-3438-41FE-8371-8EFA993CF6BC}" destId="{77DCE99B-C449-410F-9235-83A71CB4E136}" srcOrd="1" destOrd="0" presId="urn:microsoft.com/office/officeart/2005/8/layout/hierarchy2"/>
    <dgm:cxn modelId="{1ADFB680-1104-464F-A07E-95F1D2C360BA}" srcId="{FC74915A-8638-408F-AF12-34C5BD84E326}" destId="{8493C182-2520-438D-BE72-764BCA5FF4AE}" srcOrd="1" destOrd="0" parTransId="{1FB112A8-5112-493E-828F-B800085E17EE}" sibTransId="{44B26CDE-3A9B-4222-9A8A-30385CB4EC57}"/>
    <dgm:cxn modelId="{F219E283-EB14-49DD-8AF5-75956E01D715}" type="presOf" srcId="{D925ACE0-C79D-4FA6-A350-D27E66E02E57}" destId="{AF919F0C-D3B0-4675-8A05-421AE7EA6329}" srcOrd="0" destOrd="0" presId="urn:microsoft.com/office/officeart/2005/8/layout/hierarchy2"/>
    <dgm:cxn modelId="{8FFB4085-A74C-42E3-85B4-D256834FA05C}" srcId="{1791073C-7326-4754-9166-F64EF026F387}" destId="{99D93983-FFF0-41D8-81DA-16AB75271B41}" srcOrd="0" destOrd="0" parTransId="{EEEA6F77-3D7F-4C15-8C47-B76817FF0C79}" sibTransId="{54875C49-6237-48B7-9133-0F99D503DA71}"/>
    <dgm:cxn modelId="{E1D7558A-B9C9-4AC5-B05A-C93E1243E1C2}" type="presOf" srcId="{4D30B0F8-992E-4213-BCF8-71A32C146541}" destId="{D20800DF-786F-4F46-BC8E-7C08B0011206}" srcOrd="0" destOrd="0" presId="urn:microsoft.com/office/officeart/2005/8/layout/hierarchy2"/>
    <dgm:cxn modelId="{79F68F8F-D9AD-4504-B462-98297A40046B}" type="presOf" srcId="{DDC42E38-8442-426D-8A56-FCE4BDB0A8E9}" destId="{070A88D9-DB91-40A8-9101-5D53991D160E}" srcOrd="1" destOrd="0" presId="urn:microsoft.com/office/officeart/2005/8/layout/hierarchy2"/>
    <dgm:cxn modelId="{FA14E994-B64E-4847-B100-6803B1508512}" srcId="{DCF9BA05-DC0F-4D0A-A6AB-E299A13C7337}" destId="{1791073C-7326-4754-9166-F64EF026F387}" srcOrd="0" destOrd="0" parTransId="{D0DC83D4-F37F-49B7-B7E8-3C460A80E041}" sibTransId="{2896815A-3E77-47EB-81E9-C0E691348858}"/>
    <dgm:cxn modelId="{D20DCCA4-212F-4458-9CF0-C0CC5019B3C8}" type="presOf" srcId="{B833E9EF-C990-4654-A909-7131C3EEA37F}" destId="{15BBA178-4DA1-4DFF-9F1B-41EA3B61A245}" srcOrd="0" destOrd="0" presId="urn:microsoft.com/office/officeart/2005/8/layout/hierarchy2"/>
    <dgm:cxn modelId="{9374F5AA-76ED-4CBA-8D8D-0BD4EEC3E7BE}" type="presOf" srcId="{2A7931A8-D178-4453-9E69-0ED76931D554}" destId="{4F1D22CF-CA04-4D7B-88B3-9E053BFBD9AF}" srcOrd="0" destOrd="0" presId="urn:microsoft.com/office/officeart/2005/8/layout/hierarchy2"/>
    <dgm:cxn modelId="{95CFA4BC-BCE7-481A-BE5B-D790223268CB}" srcId="{800D229A-19A0-433C-A6C6-72B1E95EA3A7}" destId="{79FD669E-EAC1-4025-9AD2-929C55644B73}" srcOrd="0" destOrd="0" parTransId="{EBB23182-2EC9-49B2-814D-FA5231D4C237}" sibTransId="{345D2A0A-C546-49C0-91E8-F6A53714D048}"/>
    <dgm:cxn modelId="{E931BCBF-3E0E-497B-9582-EC9B72D9123E}" type="presOf" srcId="{1791073C-7326-4754-9166-F64EF026F387}" destId="{DBA1A94C-9E9B-4A0B-A42D-58DFF72D7B58}" srcOrd="0" destOrd="0" presId="urn:microsoft.com/office/officeart/2005/8/layout/hierarchy2"/>
    <dgm:cxn modelId="{D4E232CB-C73E-4404-8D6E-5FCAEADB5934}" srcId="{465DAE4E-9FBE-4CDB-B2C0-7C5A6B5927FC}" destId="{EEFC3FA3-CF55-49EC-B002-68FD41B19E85}" srcOrd="0" destOrd="0" parTransId="{DDC42E38-8442-426D-8A56-FCE4BDB0A8E9}" sibTransId="{AABC117D-0B20-4C74-BEC7-55F44FC387DB}"/>
    <dgm:cxn modelId="{971768D3-A8C2-4AB2-A6E3-452B6C5C683F}" type="presOf" srcId="{15630165-C41B-457D-8BB3-163364EC3CB9}" destId="{F568B395-4AE8-41FF-955A-729C5CBC6CC0}" srcOrd="0" destOrd="0" presId="urn:microsoft.com/office/officeart/2005/8/layout/hierarchy2"/>
    <dgm:cxn modelId="{DEFC97D5-9C5D-48D7-837F-E1412023801E}" type="presOf" srcId="{1FB112A8-5112-493E-828F-B800085E17EE}" destId="{FA4A68EB-B181-40A3-A138-DA0EA6689D19}" srcOrd="1" destOrd="0" presId="urn:microsoft.com/office/officeart/2005/8/layout/hierarchy2"/>
    <dgm:cxn modelId="{74405BD8-B1D3-44A3-95BF-23CAD2ACD5A2}" type="presOf" srcId="{F899B7F7-BEDE-4986-9E71-A32596EA0B27}" destId="{D1A4060D-AED0-4635-B767-3CE0398E0F23}" srcOrd="0" destOrd="0" presId="urn:microsoft.com/office/officeart/2005/8/layout/hierarchy2"/>
    <dgm:cxn modelId="{37A746D8-AD0F-4B04-B2B6-4B9533239325}" type="presOf" srcId="{11FFDD26-19D9-4197-A2F7-6FB69D36D9A9}" destId="{100AEC06-EDDE-47D7-BBCE-B98A116499A0}" srcOrd="0" destOrd="0" presId="urn:microsoft.com/office/officeart/2005/8/layout/hierarchy2"/>
    <dgm:cxn modelId="{59A91AE8-FF5C-496F-BE08-C9FC96FDBF3B}" type="presOf" srcId="{6A0345A6-3438-41FE-8371-8EFA993CF6BC}" destId="{64ED4F26-6F6D-4A7A-BB9C-168A4173F247}" srcOrd="0" destOrd="0" presId="urn:microsoft.com/office/officeart/2005/8/layout/hierarchy2"/>
    <dgm:cxn modelId="{40F331EA-CB16-46E3-8021-40FEC6CC4F3B}" type="presOf" srcId="{EEEA6F77-3D7F-4C15-8C47-B76817FF0C79}" destId="{33E9F206-D276-4A23-BA67-9AA1A10A4526}" srcOrd="0" destOrd="0" presId="urn:microsoft.com/office/officeart/2005/8/layout/hierarchy2"/>
    <dgm:cxn modelId="{FFD33BEA-7FBD-430D-A55B-A40DE831C35F}" type="presOf" srcId="{800D229A-19A0-433C-A6C6-72B1E95EA3A7}" destId="{45B1E2D3-DC41-49A4-86AB-CE83AEAB44AF}" srcOrd="0" destOrd="0" presId="urn:microsoft.com/office/officeart/2005/8/layout/hierarchy2"/>
    <dgm:cxn modelId="{BF75B9EB-5631-4C68-8F86-4C93D3EFB13B}" srcId="{2A7931A8-D178-4453-9E69-0ED76931D554}" destId="{92339BD1-AB1B-49C1-8C74-0C1FECA4B413}" srcOrd="1" destOrd="0" parTransId="{B68476FA-7658-469C-9F7B-D39B0EFA4847}" sibTransId="{5B755510-9C2D-462D-9DC3-BAAF744C5771}"/>
    <dgm:cxn modelId="{4A5BE5ED-C9AB-41B4-9C9D-B31F17F8D7E4}" type="presOf" srcId="{79FD669E-EAC1-4025-9AD2-929C55644B73}" destId="{5A9FF5F8-D918-4C5B-8F8D-6AA97118B5B3}" srcOrd="0" destOrd="0" presId="urn:microsoft.com/office/officeart/2005/8/layout/hierarchy2"/>
    <dgm:cxn modelId="{642B6BF5-9ED3-4C9A-B817-BC3A1AA48111}" type="presOf" srcId="{465DAE4E-9FBE-4CDB-B2C0-7C5A6B5927FC}" destId="{0759E216-B6CB-4A04-806A-BB17CDA8F6BB}" srcOrd="0" destOrd="0" presId="urn:microsoft.com/office/officeart/2005/8/layout/hierarchy2"/>
    <dgm:cxn modelId="{31CC21FB-C14B-4D9F-B5A0-CF46628819E0}" type="presOf" srcId="{D925ACE0-C79D-4FA6-A350-D27E66E02E57}" destId="{8EF78C2E-BB62-46CA-8D2C-5DB336C2EB5D}" srcOrd="1" destOrd="0" presId="urn:microsoft.com/office/officeart/2005/8/layout/hierarchy2"/>
    <dgm:cxn modelId="{9A0867FE-8576-44D3-84AC-D0116EDAF954}" srcId="{79FD669E-EAC1-4025-9AD2-929C55644B73}" destId="{2A7931A8-D178-4453-9E69-0ED76931D554}" srcOrd="1" destOrd="0" parTransId="{B833E9EF-C990-4654-A909-7131C3EEA37F}" sibTransId="{669408E8-A2E0-4682-A0D0-6D8D3F84BA3D}"/>
    <dgm:cxn modelId="{0A15F796-D747-49C9-ADBA-AFB614D5D723}" type="presParOf" srcId="{45B1E2D3-DC41-49A4-86AB-CE83AEAB44AF}" destId="{EBB26AF0-076C-49B3-9B15-F5D3402B3683}" srcOrd="0" destOrd="0" presId="urn:microsoft.com/office/officeart/2005/8/layout/hierarchy2"/>
    <dgm:cxn modelId="{5CF66948-8D19-45A8-A338-F8D3032571A2}" type="presParOf" srcId="{EBB26AF0-076C-49B3-9B15-F5D3402B3683}" destId="{5A9FF5F8-D918-4C5B-8F8D-6AA97118B5B3}" srcOrd="0" destOrd="0" presId="urn:microsoft.com/office/officeart/2005/8/layout/hierarchy2"/>
    <dgm:cxn modelId="{5FB99851-2309-46D7-A894-0F0010FC4963}" type="presParOf" srcId="{EBB26AF0-076C-49B3-9B15-F5D3402B3683}" destId="{527C7936-5CD7-4473-941E-735BA5779286}" srcOrd="1" destOrd="0" presId="urn:microsoft.com/office/officeart/2005/8/layout/hierarchy2"/>
    <dgm:cxn modelId="{CB2781F8-45E7-4FA1-A634-D79778B96D55}" type="presParOf" srcId="{527C7936-5CD7-4473-941E-735BA5779286}" destId="{D20800DF-786F-4F46-BC8E-7C08B0011206}" srcOrd="0" destOrd="0" presId="urn:microsoft.com/office/officeart/2005/8/layout/hierarchy2"/>
    <dgm:cxn modelId="{DBFC8DF6-E142-4725-B1BF-A562CD7E6902}" type="presParOf" srcId="{D20800DF-786F-4F46-BC8E-7C08B0011206}" destId="{94F801FA-C5A2-4E0B-8E38-C8D9140202CF}" srcOrd="0" destOrd="0" presId="urn:microsoft.com/office/officeart/2005/8/layout/hierarchy2"/>
    <dgm:cxn modelId="{FB1A7601-4BD1-4995-9810-22876707CC96}" type="presParOf" srcId="{527C7936-5CD7-4473-941E-735BA5779286}" destId="{5B96A166-B3C9-4D65-B782-51476E50FAD9}" srcOrd="1" destOrd="0" presId="urn:microsoft.com/office/officeart/2005/8/layout/hierarchy2"/>
    <dgm:cxn modelId="{9F7796A8-015B-48B1-BAF7-C8B688587E61}" type="presParOf" srcId="{5B96A166-B3C9-4D65-B782-51476E50FAD9}" destId="{337B761F-BAA9-446C-A8E3-99D1120EE415}" srcOrd="0" destOrd="0" presId="urn:microsoft.com/office/officeart/2005/8/layout/hierarchy2"/>
    <dgm:cxn modelId="{C7D992A8-33F3-45E4-B4F6-A34C9FEB2A51}" type="presParOf" srcId="{5B96A166-B3C9-4D65-B782-51476E50FAD9}" destId="{A22D8E5D-C12C-457C-8083-D79AD682A8FC}" srcOrd="1" destOrd="0" presId="urn:microsoft.com/office/officeart/2005/8/layout/hierarchy2"/>
    <dgm:cxn modelId="{836200BC-01DC-4F9C-BB54-870B33C8BFC5}" type="presParOf" srcId="{A22D8E5D-C12C-457C-8083-D79AD682A8FC}" destId="{64ED4F26-6F6D-4A7A-BB9C-168A4173F247}" srcOrd="0" destOrd="0" presId="urn:microsoft.com/office/officeart/2005/8/layout/hierarchy2"/>
    <dgm:cxn modelId="{FDF89815-3144-477A-8F83-C10B8E69C417}" type="presParOf" srcId="{64ED4F26-6F6D-4A7A-BB9C-168A4173F247}" destId="{77DCE99B-C449-410F-9235-83A71CB4E136}" srcOrd="0" destOrd="0" presId="urn:microsoft.com/office/officeart/2005/8/layout/hierarchy2"/>
    <dgm:cxn modelId="{63859183-EFB8-4F21-96DF-9547685DD0FD}" type="presParOf" srcId="{A22D8E5D-C12C-457C-8083-D79AD682A8FC}" destId="{6EE3EA7E-5B63-4258-B99A-036FCB8ECA99}" srcOrd="1" destOrd="0" presId="urn:microsoft.com/office/officeart/2005/8/layout/hierarchy2"/>
    <dgm:cxn modelId="{1AFA03CC-6963-48A3-8809-F7012FB1DE92}" type="presParOf" srcId="{6EE3EA7E-5B63-4258-B99A-036FCB8ECA99}" destId="{713C6B1F-5D5E-4D8A-B185-2B84207921A9}" srcOrd="0" destOrd="0" presId="urn:microsoft.com/office/officeart/2005/8/layout/hierarchy2"/>
    <dgm:cxn modelId="{3FBE41C4-C69D-4FBB-B694-CFE80B08F875}" type="presParOf" srcId="{6EE3EA7E-5B63-4258-B99A-036FCB8ECA99}" destId="{0FC25E09-2D2C-42B1-AFC5-EE2EDA3EC4DB}" srcOrd="1" destOrd="0" presId="urn:microsoft.com/office/officeart/2005/8/layout/hierarchy2"/>
    <dgm:cxn modelId="{1F6ECF7A-7947-4E0C-A46C-E58D44E5298B}" type="presParOf" srcId="{A22D8E5D-C12C-457C-8083-D79AD682A8FC}" destId="{3C78C75D-17CC-4FDF-8F37-5F0B527EFE85}" srcOrd="2" destOrd="0" presId="urn:microsoft.com/office/officeart/2005/8/layout/hierarchy2"/>
    <dgm:cxn modelId="{26565986-EE1F-4C79-86C0-61B1F0ED416F}" type="presParOf" srcId="{3C78C75D-17CC-4FDF-8F37-5F0B527EFE85}" destId="{FA4A68EB-B181-40A3-A138-DA0EA6689D19}" srcOrd="0" destOrd="0" presId="urn:microsoft.com/office/officeart/2005/8/layout/hierarchy2"/>
    <dgm:cxn modelId="{D63D4283-5A2C-4AAA-9068-22A8D6C94DA2}" type="presParOf" srcId="{A22D8E5D-C12C-457C-8083-D79AD682A8FC}" destId="{5CD5D021-47DC-40DC-840B-4CF6859B3619}" srcOrd="3" destOrd="0" presId="urn:microsoft.com/office/officeart/2005/8/layout/hierarchy2"/>
    <dgm:cxn modelId="{D6970395-3BE5-40A9-B864-2BE01A94540E}" type="presParOf" srcId="{5CD5D021-47DC-40DC-840B-4CF6859B3619}" destId="{47772240-F486-4145-836D-AB0E8AD0B855}" srcOrd="0" destOrd="0" presId="urn:microsoft.com/office/officeart/2005/8/layout/hierarchy2"/>
    <dgm:cxn modelId="{FD34F864-A0D0-44DD-B264-30A626EB372E}" type="presParOf" srcId="{5CD5D021-47DC-40DC-840B-4CF6859B3619}" destId="{4707EDAD-C36A-4191-9D08-049FA539A2AA}" srcOrd="1" destOrd="0" presId="urn:microsoft.com/office/officeart/2005/8/layout/hierarchy2"/>
    <dgm:cxn modelId="{C0E4D537-8887-4BF0-AEC6-136666CC01B3}" type="presParOf" srcId="{527C7936-5CD7-4473-941E-735BA5779286}" destId="{15BBA178-4DA1-4DFF-9F1B-41EA3B61A245}" srcOrd="2" destOrd="0" presId="urn:microsoft.com/office/officeart/2005/8/layout/hierarchy2"/>
    <dgm:cxn modelId="{DAB227EB-8944-4B37-8A06-EAAB48C7F506}" type="presParOf" srcId="{15BBA178-4DA1-4DFF-9F1B-41EA3B61A245}" destId="{047509D2-5553-4EAA-B72E-D6FFC04C6B66}" srcOrd="0" destOrd="0" presId="urn:microsoft.com/office/officeart/2005/8/layout/hierarchy2"/>
    <dgm:cxn modelId="{B794E6B4-2D4A-4983-9306-2EA634DC0B2F}" type="presParOf" srcId="{527C7936-5CD7-4473-941E-735BA5779286}" destId="{4F1CF974-A802-4121-A7A3-EAFF84EE5785}" srcOrd="3" destOrd="0" presId="urn:microsoft.com/office/officeart/2005/8/layout/hierarchy2"/>
    <dgm:cxn modelId="{9FBB3D86-4B63-4145-AD2A-D862B6DDF197}" type="presParOf" srcId="{4F1CF974-A802-4121-A7A3-EAFF84EE5785}" destId="{4F1D22CF-CA04-4D7B-88B3-9E053BFBD9AF}" srcOrd="0" destOrd="0" presId="urn:microsoft.com/office/officeart/2005/8/layout/hierarchy2"/>
    <dgm:cxn modelId="{19A86B82-FDA6-43AE-BAB1-E00596683FAA}" type="presParOf" srcId="{4F1CF974-A802-4121-A7A3-EAFF84EE5785}" destId="{C076007F-C85A-4AEA-A2A7-47C55F16CBA5}" srcOrd="1" destOrd="0" presId="urn:microsoft.com/office/officeart/2005/8/layout/hierarchy2"/>
    <dgm:cxn modelId="{BC83F91E-B814-4B3C-9546-72FAB62E5B67}" type="presParOf" srcId="{C076007F-C85A-4AEA-A2A7-47C55F16CBA5}" destId="{D1A4060D-AED0-4635-B767-3CE0398E0F23}" srcOrd="0" destOrd="0" presId="urn:microsoft.com/office/officeart/2005/8/layout/hierarchy2"/>
    <dgm:cxn modelId="{44432183-2F55-423D-957C-979B8CAD9001}" type="presParOf" srcId="{D1A4060D-AED0-4635-B767-3CE0398E0F23}" destId="{7B7EA043-1D16-4355-9515-D8D7209DEE24}" srcOrd="0" destOrd="0" presId="urn:microsoft.com/office/officeart/2005/8/layout/hierarchy2"/>
    <dgm:cxn modelId="{026F83BB-8F10-4D46-8C60-B48B535CCA54}" type="presParOf" srcId="{C076007F-C85A-4AEA-A2A7-47C55F16CBA5}" destId="{99F93951-C676-4FBB-940D-3988D5F8FB00}" srcOrd="1" destOrd="0" presId="urn:microsoft.com/office/officeart/2005/8/layout/hierarchy2"/>
    <dgm:cxn modelId="{0F3569D0-D435-44B3-99CF-70CEC6BE97FD}" type="presParOf" srcId="{99F93951-C676-4FBB-940D-3988D5F8FB00}" destId="{0DCB2157-AB66-4EC7-AC92-DE3882A0E5ED}" srcOrd="0" destOrd="0" presId="urn:microsoft.com/office/officeart/2005/8/layout/hierarchy2"/>
    <dgm:cxn modelId="{36A93BF9-A6F2-4A19-9722-5BA0468F2418}" type="presParOf" srcId="{99F93951-C676-4FBB-940D-3988D5F8FB00}" destId="{F8D7FB58-7C7E-4D7B-83DE-30C2B7874A4B}" srcOrd="1" destOrd="0" presId="urn:microsoft.com/office/officeart/2005/8/layout/hierarchy2"/>
    <dgm:cxn modelId="{645681D0-860C-409F-B861-EA5828A5B9FA}" type="presParOf" srcId="{F8D7FB58-7C7E-4D7B-83DE-30C2B7874A4B}" destId="{427630FF-46CE-4847-91B5-DBBB27B74F1C}" srcOrd="0" destOrd="0" presId="urn:microsoft.com/office/officeart/2005/8/layout/hierarchy2"/>
    <dgm:cxn modelId="{6D80ADE1-9007-4BEA-8EF7-B750902D6710}" type="presParOf" srcId="{427630FF-46CE-4847-91B5-DBBB27B74F1C}" destId="{9E6F2BD9-A132-4210-9D9F-4B85B4AC4AB4}" srcOrd="0" destOrd="0" presId="urn:microsoft.com/office/officeart/2005/8/layout/hierarchy2"/>
    <dgm:cxn modelId="{260D3644-3A9B-4BA7-9F85-F523100E3A25}" type="presParOf" srcId="{F8D7FB58-7C7E-4D7B-83DE-30C2B7874A4B}" destId="{D7A441D7-E5FD-4484-AD4B-AB9EE0733A69}" srcOrd="1" destOrd="0" presId="urn:microsoft.com/office/officeart/2005/8/layout/hierarchy2"/>
    <dgm:cxn modelId="{5C05BDD1-41B8-49F0-8692-95ED0FDF9887}" type="presParOf" srcId="{D7A441D7-E5FD-4484-AD4B-AB9EE0733A69}" destId="{7B978CEB-ECE0-4404-9A96-4EF84FF948A8}" srcOrd="0" destOrd="0" presId="urn:microsoft.com/office/officeart/2005/8/layout/hierarchy2"/>
    <dgm:cxn modelId="{237FF06B-888A-4DCC-A1AC-8D5399B2CE27}" type="presParOf" srcId="{D7A441D7-E5FD-4484-AD4B-AB9EE0733A69}" destId="{C7D7F7D1-5D53-40E1-9798-4784BB5C140A}" srcOrd="1" destOrd="0" presId="urn:microsoft.com/office/officeart/2005/8/layout/hierarchy2"/>
    <dgm:cxn modelId="{173A3187-98C5-415E-A014-3BE1A53CFEF8}" type="presParOf" srcId="{C076007F-C85A-4AEA-A2A7-47C55F16CBA5}" destId="{87B7EAED-9F88-4A3A-851A-3814BE1BFD34}" srcOrd="2" destOrd="0" presId="urn:microsoft.com/office/officeart/2005/8/layout/hierarchy2"/>
    <dgm:cxn modelId="{FBEC7CB4-E5AD-40ED-B2BF-D827E9234107}" type="presParOf" srcId="{87B7EAED-9F88-4A3A-851A-3814BE1BFD34}" destId="{F140F9DB-5F36-47E8-8ED7-4826D1C97EE0}" srcOrd="0" destOrd="0" presId="urn:microsoft.com/office/officeart/2005/8/layout/hierarchy2"/>
    <dgm:cxn modelId="{E04691D1-DF2C-4568-8382-AA179B6087F8}" type="presParOf" srcId="{C076007F-C85A-4AEA-A2A7-47C55F16CBA5}" destId="{29F55129-5288-4E4A-9BBF-B2A2A9125A22}" srcOrd="3" destOrd="0" presId="urn:microsoft.com/office/officeart/2005/8/layout/hierarchy2"/>
    <dgm:cxn modelId="{4B249498-7E40-4B21-A94A-98E0A2829A98}" type="presParOf" srcId="{29F55129-5288-4E4A-9BBF-B2A2A9125A22}" destId="{7F1D7330-592B-464A-B257-CC8BDD367325}" srcOrd="0" destOrd="0" presId="urn:microsoft.com/office/officeart/2005/8/layout/hierarchy2"/>
    <dgm:cxn modelId="{38B7B9F0-BBB6-4AAC-A1E6-C2CBB9550920}" type="presParOf" srcId="{29F55129-5288-4E4A-9BBF-B2A2A9125A22}" destId="{3432FD37-8615-4781-89E7-74F4FE8D9569}" srcOrd="1" destOrd="0" presId="urn:microsoft.com/office/officeart/2005/8/layout/hierarchy2"/>
    <dgm:cxn modelId="{3E81BCF0-F87B-4194-A589-694569E83695}" type="presParOf" srcId="{3432FD37-8615-4781-89E7-74F4FE8D9569}" destId="{AF919F0C-D3B0-4675-8A05-421AE7EA6329}" srcOrd="0" destOrd="0" presId="urn:microsoft.com/office/officeart/2005/8/layout/hierarchy2"/>
    <dgm:cxn modelId="{2404279D-8143-4B00-BB66-FD4F0C1F7351}" type="presParOf" srcId="{AF919F0C-D3B0-4675-8A05-421AE7EA6329}" destId="{8EF78C2E-BB62-46CA-8D2C-5DB336C2EB5D}" srcOrd="0" destOrd="0" presId="urn:microsoft.com/office/officeart/2005/8/layout/hierarchy2"/>
    <dgm:cxn modelId="{9934F855-9770-418A-B5D9-DD1DE6C81384}" type="presParOf" srcId="{3432FD37-8615-4781-89E7-74F4FE8D9569}" destId="{E5803FE4-B658-4D77-9C56-9327F7D02E57}" srcOrd="1" destOrd="0" presId="urn:microsoft.com/office/officeart/2005/8/layout/hierarchy2"/>
    <dgm:cxn modelId="{0785371C-04D0-46CA-8F8C-D20DBBBDA1A8}" type="presParOf" srcId="{E5803FE4-B658-4D77-9C56-9327F7D02E57}" destId="{F568B395-4AE8-41FF-955A-729C5CBC6CC0}" srcOrd="0" destOrd="0" presId="urn:microsoft.com/office/officeart/2005/8/layout/hierarchy2"/>
    <dgm:cxn modelId="{C2AC4EA0-C4EF-4B3F-B01D-8469D886097D}" type="presParOf" srcId="{E5803FE4-B658-4D77-9C56-9327F7D02E57}" destId="{7B8AE765-A9C8-424D-B90B-D1DDAD81CD5E}" srcOrd="1" destOrd="0" presId="urn:microsoft.com/office/officeart/2005/8/layout/hierarchy2"/>
    <dgm:cxn modelId="{33F39DF3-C5F4-41D1-9F1A-94CDC47E0036}" type="presParOf" srcId="{527C7936-5CD7-4473-941E-735BA5779286}" destId="{CCA14011-EFA3-4EA7-97AD-2FD54FA1DE20}" srcOrd="4" destOrd="0" presId="urn:microsoft.com/office/officeart/2005/8/layout/hierarchy2"/>
    <dgm:cxn modelId="{1B9FEA29-6AB7-4316-9C81-76C3B8C93668}" type="presParOf" srcId="{CCA14011-EFA3-4EA7-97AD-2FD54FA1DE20}" destId="{F4C90B94-2AA9-412F-8E57-8411944D1049}" srcOrd="0" destOrd="0" presId="urn:microsoft.com/office/officeart/2005/8/layout/hierarchy2"/>
    <dgm:cxn modelId="{EE056F17-1CCC-47F3-88F0-A2927A58371A}" type="presParOf" srcId="{527C7936-5CD7-4473-941E-735BA5779286}" destId="{050E7A25-6CB3-4141-BDDB-90DE3EF6C58A}" srcOrd="5" destOrd="0" presId="urn:microsoft.com/office/officeart/2005/8/layout/hierarchy2"/>
    <dgm:cxn modelId="{E15B4535-B2BC-4B5B-9C9D-A8C510CACC50}" type="presParOf" srcId="{050E7A25-6CB3-4141-BDDB-90DE3EF6C58A}" destId="{E23154D6-1286-42D1-A2F8-0687BFB08A15}" srcOrd="0" destOrd="0" presId="urn:microsoft.com/office/officeart/2005/8/layout/hierarchy2"/>
    <dgm:cxn modelId="{601EBC21-4D8B-4BE3-B13D-C0AADD8BED5A}" type="presParOf" srcId="{050E7A25-6CB3-4141-BDDB-90DE3EF6C58A}" destId="{C53A5B4B-F10B-4F4B-9CA2-DEC77E901036}" srcOrd="1" destOrd="0" presId="urn:microsoft.com/office/officeart/2005/8/layout/hierarchy2"/>
    <dgm:cxn modelId="{1ACB0C8D-EAAE-4D43-9B14-12BB25E5A71E}" type="presParOf" srcId="{C53A5B4B-F10B-4F4B-9CA2-DEC77E901036}" destId="{A88A2A4B-E057-475F-BD60-1518C88EC744}" srcOrd="0" destOrd="0" presId="urn:microsoft.com/office/officeart/2005/8/layout/hierarchy2"/>
    <dgm:cxn modelId="{C35A7C8E-9CEB-494E-B51E-E87EA88E059B}" type="presParOf" srcId="{A88A2A4B-E057-475F-BD60-1518C88EC744}" destId="{80A324EE-3118-403B-930E-D270B83599C5}" srcOrd="0" destOrd="0" presId="urn:microsoft.com/office/officeart/2005/8/layout/hierarchy2"/>
    <dgm:cxn modelId="{E53793A2-ACFB-49D1-B411-B7EC8DC7A155}" type="presParOf" srcId="{C53A5B4B-F10B-4F4B-9CA2-DEC77E901036}" destId="{7FF8EB1D-6BC6-4D5E-B434-277A9B1AED77}" srcOrd="1" destOrd="0" presId="urn:microsoft.com/office/officeart/2005/8/layout/hierarchy2"/>
    <dgm:cxn modelId="{CECA27CF-5D76-4758-A909-80036327FC3F}" type="presParOf" srcId="{7FF8EB1D-6BC6-4D5E-B434-277A9B1AED77}" destId="{DBA1A94C-9E9B-4A0B-A42D-58DFF72D7B58}" srcOrd="0" destOrd="0" presId="urn:microsoft.com/office/officeart/2005/8/layout/hierarchy2"/>
    <dgm:cxn modelId="{1CA15FE8-7EF0-4301-A56E-6A56B219B465}" type="presParOf" srcId="{7FF8EB1D-6BC6-4D5E-B434-277A9B1AED77}" destId="{37CC0C28-741E-43C7-AA28-31F95C6367BE}" srcOrd="1" destOrd="0" presId="urn:microsoft.com/office/officeart/2005/8/layout/hierarchy2"/>
    <dgm:cxn modelId="{3F644A5A-7590-4622-A7D0-992EFDFC2849}" type="presParOf" srcId="{37CC0C28-741E-43C7-AA28-31F95C6367BE}" destId="{33E9F206-D276-4A23-BA67-9AA1A10A4526}" srcOrd="0" destOrd="0" presId="urn:microsoft.com/office/officeart/2005/8/layout/hierarchy2"/>
    <dgm:cxn modelId="{37BF02BC-5189-4ACF-82C0-E4FF26F547B6}" type="presParOf" srcId="{33E9F206-D276-4A23-BA67-9AA1A10A4526}" destId="{89F703F2-8060-45BF-B8E4-9FA789BDA7DF}" srcOrd="0" destOrd="0" presId="urn:microsoft.com/office/officeart/2005/8/layout/hierarchy2"/>
    <dgm:cxn modelId="{C69487CE-C645-4571-9FFA-A32048AF9A4C}" type="presParOf" srcId="{37CC0C28-741E-43C7-AA28-31F95C6367BE}" destId="{5731DC1B-4FDA-4AA2-9C5C-BCACDD2A1FE4}" srcOrd="1" destOrd="0" presId="urn:microsoft.com/office/officeart/2005/8/layout/hierarchy2"/>
    <dgm:cxn modelId="{E6934229-ABF4-43E0-95EB-A75B75FCD375}" type="presParOf" srcId="{5731DC1B-4FDA-4AA2-9C5C-BCACDD2A1FE4}" destId="{7072FE84-83A5-4E10-9BB3-D8A0C463BD96}" srcOrd="0" destOrd="0" presId="urn:microsoft.com/office/officeart/2005/8/layout/hierarchy2"/>
    <dgm:cxn modelId="{8F230C6C-D1A6-4C1D-8403-03D1EE210107}" type="presParOf" srcId="{5731DC1B-4FDA-4AA2-9C5C-BCACDD2A1FE4}" destId="{043C4DD8-7DCA-4640-BACB-8D6B11B65E06}" srcOrd="1" destOrd="0" presId="urn:microsoft.com/office/officeart/2005/8/layout/hierarchy2"/>
    <dgm:cxn modelId="{21B8F837-6398-464D-B1F4-41023AE92C38}" type="presParOf" srcId="{C53A5B4B-F10B-4F4B-9CA2-DEC77E901036}" destId="{100AEC06-EDDE-47D7-BBCE-B98A116499A0}" srcOrd="2" destOrd="0" presId="urn:microsoft.com/office/officeart/2005/8/layout/hierarchy2"/>
    <dgm:cxn modelId="{5EA85B56-D05E-48D0-B291-17772E8903A1}" type="presParOf" srcId="{100AEC06-EDDE-47D7-BBCE-B98A116499A0}" destId="{19BC2DDA-C041-4592-9D2F-EAFBBCD4A762}" srcOrd="0" destOrd="0" presId="urn:microsoft.com/office/officeart/2005/8/layout/hierarchy2"/>
    <dgm:cxn modelId="{F0473591-4348-461C-8D60-ED726BA118D6}" type="presParOf" srcId="{C53A5B4B-F10B-4F4B-9CA2-DEC77E901036}" destId="{4FA69742-1C7F-4BA9-910D-142A9A8DC817}" srcOrd="3" destOrd="0" presId="urn:microsoft.com/office/officeart/2005/8/layout/hierarchy2"/>
    <dgm:cxn modelId="{23177D88-34DD-400D-9466-EFB37586DB83}" type="presParOf" srcId="{4FA69742-1C7F-4BA9-910D-142A9A8DC817}" destId="{0759E216-B6CB-4A04-806A-BB17CDA8F6BB}" srcOrd="0" destOrd="0" presId="urn:microsoft.com/office/officeart/2005/8/layout/hierarchy2"/>
    <dgm:cxn modelId="{916C4E22-08DE-44FA-87C0-14D0E0D0D6BD}" type="presParOf" srcId="{4FA69742-1C7F-4BA9-910D-142A9A8DC817}" destId="{2AA6AD56-D15D-4B83-A122-31FA75E70977}" srcOrd="1" destOrd="0" presId="urn:microsoft.com/office/officeart/2005/8/layout/hierarchy2"/>
    <dgm:cxn modelId="{A246A24E-E9A6-44F8-88E9-5F2543141108}" type="presParOf" srcId="{2AA6AD56-D15D-4B83-A122-31FA75E70977}" destId="{3DFF0752-00CB-41A4-BE70-33E0B40A0077}" srcOrd="0" destOrd="0" presId="urn:microsoft.com/office/officeart/2005/8/layout/hierarchy2"/>
    <dgm:cxn modelId="{311ABF31-6823-46E6-A705-683C19F7450C}" type="presParOf" srcId="{3DFF0752-00CB-41A4-BE70-33E0B40A0077}" destId="{070A88D9-DB91-40A8-9101-5D53991D160E}" srcOrd="0" destOrd="0" presId="urn:microsoft.com/office/officeart/2005/8/layout/hierarchy2"/>
    <dgm:cxn modelId="{D4E5C78D-7F1D-41E6-979F-27D22942F63C}" type="presParOf" srcId="{2AA6AD56-D15D-4B83-A122-31FA75E70977}" destId="{D5D8DA58-E9FF-4833-B8AF-39264CDDE52A}" srcOrd="1" destOrd="0" presId="urn:microsoft.com/office/officeart/2005/8/layout/hierarchy2"/>
    <dgm:cxn modelId="{3A84217F-49A1-4A1A-AA00-E356A7572612}" type="presParOf" srcId="{D5D8DA58-E9FF-4833-B8AF-39264CDDE52A}" destId="{DBA7DFE3-C36B-42BF-81E3-D686025FB760}" srcOrd="0" destOrd="0" presId="urn:microsoft.com/office/officeart/2005/8/layout/hierarchy2"/>
    <dgm:cxn modelId="{762474FB-CE07-4280-8653-1538069E7194}" type="presParOf" srcId="{D5D8DA58-E9FF-4833-B8AF-39264CDDE52A}" destId="{FA876DDB-46D3-4020-8BEA-640C4CA3655B}" srcOrd="1" destOrd="0" presId="urn:microsoft.com/office/officeart/2005/8/layout/hierarchy2"/>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09FAB3A7-8EDA-4438-AE54-8F34977CF569}" type="doc">
      <dgm:prSet loTypeId="urn:microsoft.com/office/officeart/2005/8/layout/venn1" loCatId="relationship" qsTypeId="urn:microsoft.com/office/officeart/2005/8/quickstyle/simple1" qsCatId="simple" csTypeId="urn:microsoft.com/office/officeart/2005/8/colors/accent1_2" csCatId="accent1" phldr="1"/>
      <dgm:spPr/>
    </dgm:pt>
    <dgm:pt modelId="{A2456913-D75F-42CF-A8F7-D5E63BC1ADF5}">
      <dgm:prSet phldrT="[Texte]" custT="1"/>
      <dgm:spPr/>
      <dgm:t>
        <a:bodyPr anchor="t"/>
        <a:lstStyle/>
        <a:p>
          <a:r>
            <a:rPr lang="en-US" sz="900" dirty="0"/>
            <a:t>Top Management</a:t>
          </a:r>
        </a:p>
      </dgm:t>
    </dgm:pt>
    <dgm:pt modelId="{2959F125-BF81-4DF0-AC7E-AB0A10D2C1B1}" type="parTrans" cxnId="{38732BDB-A836-4D07-AECE-566953EFEACB}">
      <dgm:prSet/>
      <dgm:spPr/>
      <dgm:t>
        <a:bodyPr/>
        <a:lstStyle/>
        <a:p>
          <a:endParaRPr lang="en-US"/>
        </a:p>
      </dgm:t>
    </dgm:pt>
    <dgm:pt modelId="{1B008E8B-9650-482A-BAD7-93BCAF3487B2}" type="sibTrans" cxnId="{38732BDB-A836-4D07-AECE-566953EFEACB}">
      <dgm:prSet/>
      <dgm:spPr/>
      <dgm:t>
        <a:bodyPr/>
        <a:lstStyle/>
        <a:p>
          <a:endParaRPr lang="en-US"/>
        </a:p>
      </dgm:t>
    </dgm:pt>
    <dgm:pt modelId="{B508C8E4-EE26-490F-9307-D733BBA4198E}">
      <dgm:prSet phldrT="[Texte]" custT="1"/>
      <dgm:spPr/>
      <dgm:t>
        <a:bodyPr anchor="t"/>
        <a:lstStyle/>
        <a:p>
          <a:pPr algn="r"/>
          <a:r>
            <a:rPr lang="en-US" sz="900" dirty="0"/>
            <a:t>Non-sponsoring &amp; involved hierarchy</a:t>
          </a:r>
        </a:p>
      </dgm:t>
    </dgm:pt>
    <dgm:pt modelId="{625C136C-7EA3-4E5D-90F6-69524A914FD3}" type="parTrans" cxnId="{1A291F51-6C4B-4304-9B6E-865DD1C3ACA2}">
      <dgm:prSet/>
      <dgm:spPr/>
      <dgm:t>
        <a:bodyPr/>
        <a:lstStyle/>
        <a:p>
          <a:endParaRPr lang="en-US"/>
        </a:p>
      </dgm:t>
    </dgm:pt>
    <dgm:pt modelId="{D0777452-3C37-4AC9-95F7-8721FF6FA9F4}" type="sibTrans" cxnId="{1A291F51-6C4B-4304-9B6E-865DD1C3ACA2}">
      <dgm:prSet/>
      <dgm:spPr/>
      <dgm:t>
        <a:bodyPr/>
        <a:lstStyle/>
        <a:p>
          <a:endParaRPr lang="en-US"/>
        </a:p>
      </dgm:t>
    </dgm:pt>
    <dgm:pt modelId="{CDB746D6-4646-44F4-97DC-69F35DDE20CD}">
      <dgm:prSet phldrT="[Texte]" custT="1"/>
      <dgm:spPr/>
      <dgm:t>
        <a:bodyPr anchor="t"/>
        <a:lstStyle/>
        <a:p>
          <a:pPr algn="l"/>
          <a:r>
            <a:rPr lang="en-US" sz="900" dirty="0"/>
            <a:t>Sponsoring hierarchy</a:t>
          </a:r>
        </a:p>
      </dgm:t>
    </dgm:pt>
    <dgm:pt modelId="{0B64969E-4450-44A6-890B-07D968CBA028}" type="parTrans" cxnId="{5DAA413E-AC35-419D-96B3-B2329A7424CD}">
      <dgm:prSet/>
      <dgm:spPr/>
      <dgm:t>
        <a:bodyPr/>
        <a:lstStyle/>
        <a:p>
          <a:endParaRPr lang="en-US"/>
        </a:p>
      </dgm:t>
    </dgm:pt>
    <dgm:pt modelId="{2BDB0DB0-3E4A-43B5-94B8-EB44E5A38237}" type="sibTrans" cxnId="{5DAA413E-AC35-419D-96B3-B2329A7424CD}">
      <dgm:prSet/>
      <dgm:spPr/>
      <dgm:t>
        <a:bodyPr/>
        <a:lstStyle/>
        <a:p>
          <a:endParaRPr lang="en-US"/>
        </a:p>
      </dgm:t>
    </dgm:pt>
    <dgm:pt modelId="{EFC1F83B-CE42-4539-B975-E0AA7BC094AD}" type="pres">
      <dgm:prSet presAssocID="{09FAB3A7-8EDA-4438-AE54-8F34977CF569}" presName="compositeShape" presStyleCnt="0">
        <dgm:presLayoutVars>
          <dgm:chMax val="7"/>
          <dgm:dir/>
          <dgm:resizeHandles val="exact"/>
        </dgm:presLayoutVars>
      </dgm:prSet>
      <dgm:spPr/>
    </dgm:pt>
    <dgm:pt modelId="{58C7F6BF-71EA-402A-B404-2BF5077554B3}" type="pres">
      <dgm:prSet presAssocID="{A2456913-D75F-42CF-A8F7-D5E63BC1ADF5}" presName="circ1" presStyleLbl="vennNode1" presStyleIdx="0" presStyleCnt="3" custLinFactNeighborX="-4382" custLinFactNeighborY="20042"/>
      <dgm:spPr/>
    </dgm:pt>
    <dgm:pt modelId="{A386C470-086E-442F-BA63-F32E6252E3E7}" type="pres">
      <dgm:prSet presAssocID="{A2456913-D75F-42CF-A8F7-D5E63BC1ADF5}" presName="circ1Tx" presStyleLbl="revTx" presStyleIdx="0" presStyleCnt="0">
        <dgm:presLayoutVars>
          <dgm:chMax val="0"/>
          <dgm:chPref val="0"/>
          <dgm:bulletEnabled val="1"/>
        </dgm:presLayoutVars>
      </dgm:prSet>
      <dgm:spPr/>
    </dgm:pt>
    <dgm:pt modelId="{0248D111-9D2D-4EBD-9057-65DA6DDDF885}" type="pres">
      <dgm:prSet presAssocID="{B508C8E4-EE26-490F-9307-D733BBA4198E}" presName="circ2" presStyleLbl="vennNode1" presStyleIdx="1" presStyleCnt="3" custLinFactNeighborX="-21326" custLinFactNeighborY="-14163"/>
      <dgm:spPr/>
    </dgm:pt>
    <dgm:pt modelId="{2F55CC80-AB9F-4781-8709-E4C2464209CB}" type="pres">
      <dgm:prSet presAssocID="{B508C8E4-EE26-490F-9307-D733BBA4198E}" presName="circ2Tx" presStyleLbl="revTx" presStyleIdx="0" presStyleCnt="0">
        <dgm:presLayoutVars>
          <dgm:chMax val="0"/>
          <dgm:chPref val="0"/>
          <dgm:bulletEnabled val="1"/>
        </dgm:presLayoutVars>
      </dgm:prSet>
      <dgm:spPr/>
    </dgm:pt>
    <dgm:pt modelId="{BDA84CC1-9F86-4A73-82C0-8B45F7BF48B4}" type="pres">
      <dgm:prSet presAssocID="{CDB746D6-4646-44F4-97DC-69F35DDE20CD}" presName="circ3" presStyleLbl="vennNode1" presStyleIdx="2" presStyleCnt="3" custLinFactNeighborX="9572" custLinFactNeighborY="-14163"/>
      <dgm:spPr/>
    </dgm:pt>
    <dgm:pt modelId="{DD02229C-C643-4B06-898D-E589F0F75059}" type="pres">
      <dgm:prSet presAssocID="{CDB746D6-4646-44F4-97DC-69F35DDE20CD}" presName="circ3Tx" presStyleLbl="revTx" presStyleIdx="0" presStyleCnt="0">
        <dgm:presLayoutVars>
          <dgm:chMax val="0"/>
          <dgm:chPref val="0"/>
          <dgm:bulletEnabled val="1"/>
        </dgm:presLayoutVars>
      </dgm:prSet>
      <dgm:spPr/>
    </dgm:pt>
  </dgm:ptLst>
  <dgm:cxnLst>
    <dgm:cxn modelId="{524FF915-EB83-48FC-BA15-157C6A15A7E9}" type="presOf" srcId="{CDB746D6-4646-44F4-97DC-69F35DDE20CD}" destId="{DD02229C-C643-4B06-898D-E589F0F75059}" srcOrd="1" destOrd="0" presId="urn:microsoft.com/office/officeart/2005/8/layout/venn1"/>
    <dgm:cxn modelId="{3643F61A-B346-480D-95E2-36DADC8ECF04}" type="presOf" srcId="{A2456913-D75F-42CF-A8F7-D5E63BC1ADF5}" destId="{58C7F6BF-71EA-402A-B404-2BF5077554B3}" srcOrd="0" destOrd="0" presId="urn:microsoft.com/office/officeart/2005/8/layout/venn1"/>
    <dgm:cxn modelId="{0D07491C-9E88-41F2-9F4C-54A491688D8C}" type="presOf" srcId="{09FAB3A7-8EDA-4438-AE54-8F34977CF569}" destId="{EFC1F83B-CE42-4539-B975-E0AA7BC094AD}" srcOrd="0" destOrd="0" presId="urn:microsoft.com/office/officeart/2005/8/layout/venn1"/>
    <dgm:cxn modelId="{28A7DB37-82D6-40DA-B3EB-039AF2D377C9}" type="presOf" srcId="{B508C8E4-EE26-490F-9307-D733BBA4198E}" destId="{0248D111-9D2D-4EBD-9057-65DA6DDDF885}" srcOrd="0" destOrd="0" presId="urn:microsoft.com/office/officeart/2005/8/layout/venn1"/>
    <dgm:cxn modelId="{5DAA413E-AC35-419D-96B3-B2329A7424CD}" srcId="{09FAB3A7-8EDA-4438-AE54-8F34977CF569}" destId="{CDB746D6-4646-44F4-97DC-69F35DDE20CD}" srcOrd="2" destOrd="0" parTransId="{0B64969E-4450-44A6-890B-07D968CBA028}" sibTransId="{2BDB0DB0-3E4A-43B5-94B8-EB44E5A38237}"/>
    <dgm:cxn modelId="{1A291F51-6C4B-4304-9B6E-865DD1C3ACA2}" srcId="{09FAB3A7-8EDA-4438-AE54-8F34977CF569}" destId="{B508C8E4-EE26-490F-9307-D733BBA4198E}" srcOrd="1" destOrd="0" parTransId="{625C136C-7EA3-4E5D-90F6-69524A914FD3}" sibTransId="{D0777452-3C37-4AC9-95F7-8721FF6FA9F4}"/>
    <dgm:cxn modelId="{0277F375-69A2-48E7-8938-0AAB23A698A5}" type="presOf" srcId="{B508C8E4-EE26-490F-9307-D733BBA4198E}" destId="{2F55CC80-AB9F-4781-8709-E4C2464209CB}" srcOrd="1" destOrd="0" presId="urn:microsoft.com/office/officeart/2005/8/layout/venn1"/>
    <dgm:cxn modelId="{E7A117A0-EE99-451B-B026-237F7B386C48}" type="presOf" srcId="{A2456913-D75F-42CF-A8F7-D5E63BC1ADF5}" destId="{A386C470-086E-442F-BA63-F32E6252E3E7}" srcOrd="1" destOrd="0" presId="urn:microsoft.com/office/officeart/2005/8/layout/venn1"/>
    <dgm:cxn modelId="{38732BDB-A836-4D07-AECE-566953EFEACB}" srcId="{09FAB3A7-8EDA-4438-AE54-8F34977CF569}" destId="{A2456913-D75F-42CF-A8F7-D5E63BC1ADF5}" srcOrd="0" destOrd="0" parTransId="{2959F125-BF81-4DF0-AC7E-AB0A10D2C1B1}" sibTransId="{1B008E8B-9650-482A-BAD7-93BCAF3487B2}"/>
    <dgm:cxn modelId="{7362ABEF-9AD5-43CA-A8B1-A9174BFBCC34}" type="presOf" srcId="{CDB746D6-4646-44F4-97DC-69F35DDE20CD}" destId="{BDA84CC1-9F86-4A73-82C0-8B45F7BF48B4}" srcOrd="0" destOrd="0" presId="urn:microsoft.com/office/officeart/2005/8/layout/venn1"/>
    <dgm:cxn modelId="{18AA21AE-A81B-40CD-912E-24F5FD6EC4CF}" type="presParOf" srcId="{EFC1F83B-CE42-4539-B975-E0AA7BC094AD}" destId="{58C7F6BF-71EA-402A-B404-2BF5077554B3}" srcOrd="0" destOrd="0" presId="urn:microsoft.com/office/officeart/2005/8/layout/venn1"/>
    <dgm:cxn modelId="{4326940E-6A07-4AD0-BB3B-5825A3F2B423}" type="presParOf" srcId="{EFC1F83B-CE42-4539-B975-E0AA7BC094AD}" destId="{A386C470-086E-442F-BA63-F32E6252E3E7}" srcOrd="1" destOrd="0" presId="urn:microsoft.com/office/officeart/2005/8/layout/venn1"/>
    <dgm:cxn modelId="{3734ABB8-761E-462C-AF82-2B8F3AA67458}" type="presParOf" srcId="{EFC1F83B-CE42-4539-B975-E0AA7BC094AD}" destId="{0248D111-9D2D-4EBD-9057-65DA6DDDF885}" srcOrd="2" destOrd="0" presId="urn:microsoft.com/office/officeart/2005/8/layout/venn1"/>
    <dgm:cxn modelId="{1BCAE4D8-0D6B-4185-8CF7-D649E4F3CDE0}" type="presParOf" srcId="{EFC1F83B-CE42-4539-B975-E0AA7BC094AD}" destId="{2F55CC80-AB9F-4781-8709-E4C2464209CB}" srcOrd="3" destOrd="0" presId="urn:microsoft.com/office/officeart/2005/8/layout/venn1"/>
    <dgm:cxn modelId="{8A35077E-6E39-4B76-A6A2-95C0B1B425E7}" type="presParOf" srcId="{EFC1F83B-CE42-4539-B975-E0AA7BC094AD}" destId="{BDA84CC1-9F86-4A73-82C0-8B45F7BF48B4}" srcOrd="4" destOrd="0" presId="urn:microsoft.com/office/officeart/2005/8/layout/venn1"/>
    <dgm:cxn modelId="{95E90F00-3A68-4341-B509-6167B2A0F4B1}" type="presParOf" srcId="{EFC1F83B-CE42-4539-B975-E0AA7BC094AD}" destId="{DD02229C-C643-4B06-898D-E589F0F75059}" srcOrd="5" destOrd="0" presId="urn:microsoft.com/office/officeart/2005/8/layout/venn1"/>
  </dgm:cxnLst>
  <dgm:bg/>
  <dgm:whole/>
  <dgm:extLst>
    <a:ext uri="http://schemas.microsoft.com/office/drawing/2008/diagram">
      <dsp:dataModelExt xmlns:dsp="http://schemas.microsoft.com/office/drawing/2008/diagram" relId="rId14"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A4453627-57B0-4538-AF5F-3E3A5AE92A16}" type="doc">
      <dgm:prSet loTypeId="urn:microsoft.com/office/officeart/2005/8/layout/balance1" loCatId="relationship" qsTypeId="urn:microsoft.com/office/officeart/2005/8/quickstyle/simple1" qsCatId="simple" csTypeId="urn:microsoft.com/office/officeart/2005/8/colors/accent1_2" csCatId="accent1" phldr="1"/>
      <dgm:spPr/>
      <dgm:t>
        <a:bodyPr/>
        <a:lstStyle/>
        <a:p>
          <a:endParaRPr lang="fr-FR"/>
        </a:p>
      </dgm:t>
    </dgm:pt>
    <dgm:pt modelId="{2129840B-2843-4FD5-A9E5-D6AAE987D56F}">
      <dgm:prSet phldrT="[Texte]"/>
      <dgm:spPr>
        <a:solidFill>
          <a:srgbClr val="3494BA"/>
        </a:solidFill>
      </dgm:spPr>
      <dgm:t>
        <a:bodyPr/>
        <a:lstStyle/>
        <a:p>
          <a:r>
            <a:rPr lang="en-US" noProof="0" dirty="0">
              <a:solidFill>
                <a:schemeClr val="bg1"/>
              </a:solidFill>
            </a:rPr>
            <a:t>Arguments to engage in the Community</a:t>
          </a:r>
        </a:p>
      </dgm:t>
    </dgm:pt>
    <dgm:pt modelId="{73920017-53B8-42C9-8955-8075C6AC98E0}" type="parTrans" cxnId="{EE30A1FF-CC4C-439C-9E14-0D8385B57630}">
      <dgm:prSet/>
      <dgm:spPr/>
      <dgm:t>
        <a:bodyPr/>
        <a:lstStyle/>
        <a:p>
          <a:endParaRPr lang="fr-FR"/>
        </a:p>
      </dgm:t>
    </dgm:pt>
    <dgm:pt modelId="{AA0857BF-50CB-453F-83DF-14C5F47D33CD}" type="sibTrans" cxnId="{EE30A1FF-CC4C-439C-9E14-0D8385B57630}">
      <dgm:prSet/>
      <dgm:spPr/>
      <dgm:t>
        <a:bodyPr/>
        <a:lstStyle/>
        <a:p>
          <a:endParaRPr lang="fr-FR"/>
        </a:p>
      </dgm:t>
    </dgm:pt>
    <dgm:pt modelId="{A4A16339-C8B8-4939-97AB-B87A9F3DEC88}">
      <dgm:prSet phldrT="[Texte]"/>
      <dgm:spPr>
        <a:solidFill>
          <a:srgbClr val="3494BA"/>
        </a:solidFill>
      </dgm:spPr>
      <dgm:t>
        <a:bodyPr/>
        <a:lstStyle/>
        <a:p>
          <a:r>
            <a:rPr lang="en-US" noProof="0" dirty="0"/>
            <a:t>Value provided by the Community on a professional level</a:t>
          </a:r>
        </a:p>
      </dgm:t>
    </dgm:pt>
    <dgm:pt modelId="{D833D8BD-1897-437E-BF3C-A3AC45C37F09}" type="parTrans" cxnId="{62693D1C-12A9-468D-992B-EF3D7B414D30}">
      <dgm:prSet/>
      <dgm:spPr/>
      <dgm:t>
        <a:bodyPr/>
        <a:lstStyle/>
        <a:p>
          <a:endParaRPr lang="fr-FR"/>
        </a:p>
      </dgm:t>
    </dgm:pt>
    <dgm:pt modelId="{4E57A1C1-C477-4C12-A3D8-31D9F67FB426}" type="sibTrans" cxnId="{62693D1C-12A9-468D-992B-EF3D7B414D30}">
      <dgm:prSet/>
      <dgm:spPr/>
      <dgm:t>
        <a:bodyPr/>
        <a:lstStyle/>
        <a:p>
          <a:endParaRPr lang="fr-FR"/>
        </a:p>
      </dgm:t>
    </dgm:pt>
    <dgm:pt modelId="{A71421AF-D0BC-481A-8FF7-56CA8550B489}">
      <dgm:prSet phldrT="[Texte]"/>
      <dgm:spPr>
        <a:solidFill>
          <a:srgbClr val="3494BA"/>
        </a:solidFill>
      </dgm:spPr>
      <dgm:t>
        <a:bodyPr/>
        <a:lstStyle/>
        <a:p>
          <a:r>
            <a:rPr lang="en-US" noProof="0" dirty="0"/>
            <a:t>Value provided by the Community on a personal level</a:t>
          </a:r>
        </a:p>
      </dgm:t>
    </dgm:pt>
    <dgm:pt modelId="{26FCD2C9-0812-4199-88D1-45C2B13A4814}" type="parTrans" cxnId="{BC2CA4E3-32E4-4202-98C7-9CD74514ACA2}">
      <dgm:prSet/>
      <dgm:spPr/>
      <dgm:t>
        <a:bodyPr/>
        <a:lstStyle/>
        <a:p>
          <a:endParaRPr lang="fr-FR"/>
        </a:p>
      </dgm:t>
    </dgm:pt>
    <dgm:pt modelId="{2558E445-F12B-4D68-81BA-BAE050077EF4}" type="sibTrans" cxnId="{BC2CA4E3-32E4-4202-98C7-9CD74514ACA2}">
      <dgm:prSet/>
      <dgm:spPr/>
      <dgm:t>
        <a:bodyPr/>
        <a:lstStyle/>
        <a:p>
          <a:endParaRPr lang="fr-FR"/>
        </a:p>
      </dgm:t>
    </dgm:pt>
    <dgm:pt modelId="{AB4B7C9F-DB59-4A84-9441-754554B0FE04}">
      <dgm:prSet phldrT="[Texte]"/>
      <dgm:spPr>
        <a:solidFill>
          <a:srgbClr val="EC7B2B"/>
        </a:solidFill>
      </dgm:spPr>
      <dgm:t>
        <a:bodyPr/>
        <a:lstStyle/>
        <a:p>
          <a:r>
            <a:rPr lang="en-US" noProof="0" dirty="0"/>
            <a:t>Arguments to disengage from the Community</a:t>
          </a:r>
        </a:p>
      </dgm:t>
    </dgm:pt>
    <dgm:pt modelId="{D8A54461-E777-4249-A64B-16CD68065FDD}" type="parTrans" cxnId="{32E20A19-0B48-429F-9BD4-FAB71F353CCD}">
      <dgm:prSet/>
      <dgm:spPr/>
      <dgm:t>
        <a:bodyPr/>
        <a:lstStyle/>
        <a:p>
          <a:endParaRPr lang="fr-FR"/>
        </a:p>
      </dgm:t>
    </dgm:pt>
    <dgm:pt modelId="{34769596-64C8-4133-A0A2-DA4D83501A3D}" type="sibTrans" cxnId="{32E20A19-0B48-429F-9BD4-FAB71F353CCD}">
      <dgm:prSet/>
      <dgm:spPr/>
      <dgm:t>
        <a:bodyPr/>
        <a:lstStyle/>
        <a:p>
          <a:endParaRPr lang="fr-FR"/>
        </a:p>
      </dgm:t>
    </dgm:pt>
    <dgm:pt modelId="{AE29CD35-B490-4A1D-84B7-3686FBAEE9C5}">
      <dgm:prSet phldrT="[Texte]"/>
      <dgm:spPr>
        <a:solidFill>
          <a:srgbClr val="EC7B2B"/>
        </a:solidFill>
      </dgm:spPr>
      <dgm:t>
        <a:bodyPr/>
        <a:lstStyle/>
        <a:p>
          <a:r>
            <a:rPr lang="en-US" noProof="0" dirty="0">
              <a:solidFill>
                <a:schemeClr val="tx1"/>
              </a:solidFill>
            </a:rPr>
            <a:t>Professional priorities</a:t>
          </a:r>
        </a:p>
      </dgm:t>
    </dgm:pt>
    <dgm:pt modelId="{5BDE4B5E-78C2-4799-BE33-E6AAD63BBE06}" type="parTrans" cxnId="{225EB2F5-BAE6-4D40-968D-C65459D30BD4}">
      <dgm:prSet/>
      <dgm:spPr/>
      <dgm:t>
        <a:bodyPr/>
        <a:lstStyle/>
        <a:p>
          <a:endParaRPr lang="fr-FR"/>
        </a:p>
      </dgm:t>
    </dgm:pt>
    <dgm:pt modelId="{24D2B6F4-B40D-473F-82AB-8F0729217702}" type="sibTrans" cxnId="{225EB2F5-BAE6-4D40-968D-C65459D30BD4}">
      <dgm:prSet/>
      <dgm:spPr/>
      <dgm:t>
        <a:bodyPr/>
        <a:lstStyle/>
        <a:p>
          <a:endParaRPr lang="fr-FR"/>
        </a:p>
      </dgm:t>
    </dgm:pt>
    <dgm:pt modelId="{EFDC0516-554E-4118-B1F8-AC6CB388254F}">
      <dgm:prSet phldrT="[Texte]"/>
      <dgm:spPr>
        <a:solidFill>
          <a:srgbClr val="EC7B2B"/>
        </a:solidFill>
      </dgm:spPr>
      <dgm:t>
        <a:bodyPr/>
        <a:lstStyle/>
        <a:p>
          <a:r>
            <a:rPr lang="en-US" noProof="0" dirty="0">
              <a:solidFill>
                <a:schemeClr val="tx1"/>
              </a:solidFill>
            </a:rPr>
            <a:t>Logistical constraints </a:t>
          </a:r>
        </a:p>
      </dgm:t>
    </dgm:pt>
    <dgm:pt modelId="{E687A85C-D292-4BC3-8373-E135E75D4762}" type="parTrans" cxnId="{3E5B9473-DF9A-4DF4-B2FD-BD05BB93888A}">
      <dgm:prSet/>
      <dgm:spPr/>
      <dgm:t>
        <a:bodyPr/>
        <a:lstStyle/>
        <a:p>
          <a:endParaRPr lang="fr-FR"/>
        </a:p>
      </dgm:t>
    </dgm:pt>
    <dgm:pt modelId="{A4E999DC-3784-43E7-8AF8-A95597ED3950}" type="sibTrans" cxnId="{3E5B9473-DF9A-4DF4-B2FD-BD05BB93888A}">
      <dgm:prSet/>
      <dgm:spPr/>
      <dgm:t>
        <a:bodyPr/>
        <a:lstStyle/>
        <a:p>
          <a:endParaRPr lang="fr-FR"/>
        </a:p>
      </dgm:t>
    </dgm:pt>
    <dgm:pt modelId="{EC7761D0-B2E3-4E41-9154-29A2DC3C566B}">
      <dgm:prSet phldrT="[Texte]"/>
      <dgm:spPr>
        <a:solidFill>
          <a:srgbClr val="EC7B2B"/>
        </a:solidFill>
      </dgm:spPr>
      <dgm:t>
        <a:bodyPr/>
        <a:lstStyle/>
        <a:p>
          <a:r>
            <a:rPr lang="en-US" noProof="0" dirty="0">
              <a:solidFill>
                <a:schemeClr val="tx1"/>
              </a:solidFill>
            </a:rPr>
            <a:t>Personal priorities</a:t>
          </a:r>
        </a:p>
      </dgm:t>
    </dgm:pt>
    <dgm:pt modelId="{B3ADC4F7-E1BB-4663-A77D-70744043AED3}" type="parTrans" cxnId="{6EE871DA-2642-482A-951A-1AD0CEEAF1A3}">
      <dgm:prSet/>
      <dgm:spPr/>
      <dgm:t>
        <a:bodyPr/>
        <a:lstStyle/>
        <a:p>
          <a:endParaRPr lang="fr-FR"/>
        </a:p>
      </dgm:t>
    </dgm:pt>
    <dgm:pt modelId="{6848F4C6-5FEC-41D4-B9B0-18880E845800}" type="sibTrans" cxnId="{6EE871DA-2642-482A-951A-1AD0CEEAF1A3}">
      <dgm:prSet/>
      <dgm:spPr/>
      <dgm:t>
        <a:bodyPr/>
        <a:lstStyle/>
        <a:p>
          <a:endParaRPr lang="fr-FR"/>
        </a:p>
      </dgm:t>
    </dgm:pt>
    <dgm:pt modelId="{E29C6483-1EC6-44E2-8AAC-3C62CEC72881}">
      <dgm:prSet phldrT="[Texte]"/>
      <dgm:spPr>
        <a:solidFill>
          <a:srgbClr val="3494BA"/>
        </a:solidFill>
      </dgm:spPr>
      <dgm:t>
        <a:bodyPr/>
        <a:lstStyle/>
        <a:p>
          <a:r>
            <a:rPr lang="en-US" noProof="0" dirty="0"/>
            <a:t>Logistical convenience of community activities</a:t>
          </a:r>
        </a:p>
      </dgm:t>
    </dgm:pt>
    <dgm:pt modelId="{BA4C827B-E3D8-4551-AFBB-2AEA57C872E6}" type="parTrans" cxnId="{76241224-6935-4CD8-B569-70B8F58CA633}">
      <dgm:prSet/>
      <dgm:spPr/>
      <dgm:t>
        <a:bodyPr/>
        <a:lstStyle/>
        <a:p>
          <a:endParaRPr lang="en-US"/>
        </a:p>
      </dgm:t>
    </dgm:pt>
    <dgm:pt modelId="{8315E50F-A58D-46A8-8015-A28F52DEFFBA}" type="sibTrans" cxnId="{76241224-6935-4CD8-B569-70B8F58CA633}">
      <dgm:prSet/>
      <dgm:spPr/>
      <dgm:t>
        <a:bodyPr/>
        <a:lstStyle/>
        <a:p>
          <a:endParaRPr lang="en-US"/>
        </a:p>
      </dgm:t>
    </dgm:pt>
    <dgm:pt modelId="{067B2893-13F8-470E-B8C5-78EE87C96E4E}" type="pres">
      <dgm:prSet presAssocID="{A4453627-57B0-4538-AF5F-3E3A5AE92A16}" presName="outerComposite" presStyleCnt="0">
        <dgm:presLayoutVars>
          <dgm:chMax val="2"/>
          <dgm:animLvl val="lvl"/>
          <dgm:resizeHandles val="exact"/>
        </dgm:presLayoutVars>
      </dgm:prSet>
      <dgm:spPr/>
    </dgm:pt>
    <dgm:pt modelId="{44E81D97-66B6-42E7-91B2-198B9410560C}" type="pres">
      <dgm:prSet presAssocID="{A4453627-57B0-4538-AF5F-3E3A5AE92A16}" presName="dummyMaxCanvas" presStyleCnt="0"/>
      <dgm:spPr/>
    </dgm:pt>
    <dgm:pt modelId="{0A5A8852-148E-42CB-B26E-D7AB6EFE5639}" type="pres">
      <dgm:prSet presAssocID="{A4453627-57B0-4538-AF5F-3E3A5AE92A16}" presName="parentComposite" presStyleCnt="0"/>
      <dgm:spPr/>
    </dgm:pt>
    <dgm:pt modelId="{8FB7A985-A13C-4535-9554-2FEC635DADB2}" type="pres">
      <dgm:prSet presAssocID="{A4453627-57B0-4538-AF5F-3E3A5AE92A16}" presName="parent1" presStyleLbl="alignAccFollowNode1" presStyleIdx="0" presStyleCnt="4">
        <dgm:presLayoutVars>
          <dgm:chMax val="4"/>
        </dgm:presLayoutVars>
      </dgm:prSet>
      <dgm:spPr/>
    </dgm:pt>
    <dgm:pt modelId="{A397673A-7326-4686-80DB-276D2279729F}" type="pres">
      <dgm:prSet presAssocID="{A4453627-57B0-4538-AF5F-3E3A5AE92A16}" presName="parent2" presStyleLbl="alignAccFollowNode1" presStyleIdx="1" presStyleCnt="4">
        <dgm:presLayoutVars>
          <dgm:chMax val="4"/>
        </dgm:presLayoutVars>
      </dgm:prSet>
      <dgm:spPr/>
    </dgm:pt>
    <dgm:pt modelId="{9830282D-15AC-491B-AB91-DC7F85248DBC}" type="pres">
      <dgm:prSet presAssocID="{A4453627-57B0-4538-AF5F-3E3A5AE92A16}" presName="childrenComposite" presStyleCnt="0"/>
      <dgm:spPr/>
    </dgm:pt>
    <dgm:pt modelId="{2D2AE0A1-156B-4D83-9395-377B529FB4B9}" type="pres">
      <dgm:prSet presAssocID="{A4453627-57B0-4538-AF5F-3E3A5AE92A16}" presName="dummyMaxCanvas_ChildArea" presStyleCnt="0"/>
      <dgm:spPr/>
    </dgm:pt>
    <dgm:pt modelId="{5143B11A-B367-4080-AC29-85DBCD0225FB}" type="pres">
      <dgm:prSet presAssocID="{A4453627-57B0-4538-AF5F-3E3A5AE92A16}" presName="fulcrum" presStyleLbl="alignAccFollowNode1" presStyleIdx="2" presStyleCnt="4"/>
      <dgm:spPr/>
    </dgm:pt>
    <dgm:pt modelId="{737F23A0-7BFD-47F8-A846-DD131B4676DF}" type="pres">
      <dgm:prSet presAssocID="{A4453627-57B0-4538-AF5F-3E3A5AE92A16}" presName="balance_33" presStyleLbl="alignAccFollowNode1" presStyleIdx="3" presStyleCnt="4">
        <dgm:presLayoutVars>
          <dgm:bulletEnabled val="1"/>
        </dgm:presLayoutVars>
      </dgm:prSet>
      <dgm:spPr/>
    </dgm:pt>
    <dgm:pt modelId="{A854A76E-D983-47E1-9E03-7B600BA77826}" type="pres">
      <dgm:prSet presAssocID="{A4453627-57B0-4538-AF5F-3E3A5AE92A16}" presName="right_33_1" presStyleLbl="node1" presStyleIdx="0" presStyleCnt="6">
        <dgm:presLayoutVars>
          <dgm:bulletEnabled val="1"/>
        </dgm:presLayoutVars>
      </dgm:prSet>
      <dgm:spPr/>
    </dgm:pt>
    <dgm:pt modelId="{617C7C83-CD86-4EA3-9C15-322049BCE65C}" type="pres">
      <dgm:prSet presAssocID="{A4453627-57B0-4538-AF5F-3E3A5AE92A16}" presName="right_33_2" presStyleLbl="node1" presStyleIdx="1" presStyleCnt="6">
        <dgm:presLayoutVars>
          <dgm:bulletEnabled val="1"/>
        </dgm:presLayoutVars>
      </dgm:prSet>
      <dgm:spPr/>
    </dgm:pt>
    <dgm:pt modelId="{03AF0741-F1B8-478E-BADE-19AC256845AE}" type="pres">
      <dgm:prSet presAssocID="{A4453627-57B0-4538-AF5F-3E3A5AE92A16}" presName="right_33_3" presStyleLbl="node1" presStyleIdx="2" presStyleCnt="6">
        <dgm:presLayoutVars>
          <dgm:bulletEnabled val="1"/>
        </dgm:presLayoutVars>
      </dgm:prSet>
      <dgm:spPr/>
    </dgm:pt>
    <dgm:pt modelId="{33EDA83D-5ACE-462C-8CB0-94901517B7D7}" type="pres">
      <dgm:prSet presAssocID="{A4453627-57B0-4538-AF5F-3E3A5AE92A16}" presName="left_33_1" presStyleLbl="node1" presStyleIdx="3" presStyleCnt="6">
        <dgm:presLayoutVars>
          <dgm:bulletEnabled val="1"/>
        </dgm:presLayoutVars>
      </dgm:prSet>
      <dgm:spPr/>
    </dgm:pt>
    <dgm:pt modelId="{34F31D01-14F0-4D66-9848-F49EEDD4033D}" type="pres">
      <dgm:prSet presAssocID="{A4453627-57B0-4538-AF5F-3E3A5AE92A16}" presName="left_33_2" presStyleLbl="node1" presStyleIdx="4" presStyleCnt="6">
        <dgm:presLayoutVars>
          <dgm:bulletEnabled val="1"/>
        </dgm:presLayoutVars>
      </dgm:prSet>
      <dgm:spPr/>
    </dgm:pt>
    <dgm:pt modelId="{2EA7EB0F-1624-40DA-92C4-A8E13EC7A817}" type="pres">
      <dgm:prSet presAssocID="{A4453627-57B0-4538-AF5F-3E3A5AE92A16}" presName="left_33_3" presStyleLbl="node1" presStyleIdx="5" presStyleCnt="6">
        <dgm:presLayoutVars>
          <dgm:bulletEnabled val="1"/>
        </dgm:presLayoutVars>
      </dgm:prSet>
      <dgm:spPr/>
    </dgm:pt>
  </dgm:ptLst>
  <dgm:cxnLst>
    <dgm:cxn modelId="{32E20A19-0B48-429F-9BD4-FAB71F353CCD}" srcId="{A4453627-57B0-4538-AF5F-3E3A5AE92A16}" destId="{AB4B7C9F-DB59-4A84-9441-754554B0FE04}" srcOrd="1" destOrd="0" parTransId="{D8A54461-E777-4249-A64B-16CD68065FDD}" sibTransId="{34769596-64C8-4133-A0A2-DA4D83501A3D}"/>
    <dgm:cxn modelId="{62693D1C-12A9-468D-992B-EF3D7B414D30}" srcId="{2129840B-2843-4FD5-A9E5-D6AAE987D56F}" destId="{A4A16339-C8B8-4939-97AB-B87A9F3DEC88}" srcOrd="0" destOrd="0" parTransId="{D833D8BD-1897-437E-BF3C-A3AC45C37F09}" sibTransId="{4E57A1C1-C477-4C12-A3D8-31D9F67FB426}"/>
    <dgm:cxn modelId="{76241224-6935-4CD8-B569-70B8F58CA633}" srcId="{2129840B-2843-4FD5-A9E5-D6AAE987D56F}" destId="{E29C6483-1EC6-44E2-8AAC-3C62CEC72881}" srcOrd="1" destOrd="0" parTransId="{BA4C827B-E3D8-4551-AFBB-2AEA57C872E6}" sibTransId="{8315E50F-A58D-46A8-8015-A28F52DEFFBA}"/>
    <dgm:cxn modelId="{4416CB2F-925F-435F-B04C-73EDD0AE613B}" type="presOf" srcId="{EC7761D0-B2E3-4E41-9154-29A2DC3C566B}" destId="{03AF0741-F1B8-478E-BADE-19AC256845AE}" srcOrd="0" destOrd="0" presId="urn:microsoft.com/office/officeart/2005/8/layout/balance1"/>
    <dgm:cxn modelId="{964C2B35-57AD-4ADF-A99C-5AD2516C3A85}" type="presOf" srcId="{AB4B7C9F-DB59-4A84-9441-754554B0FE04}" destId="{A397673A-7326-4686-80DB-276D2279729F}" srcOrd="0" destOrd="0" presId="urn:microsoft.com/office/officeart/2005/8/layout/balance1"/>
    <dgm:cxn modelId="{D0D0C960-925A-49C3-83D8-A7F086A556E2}" type="presOf" srcId="{EFDC0516-554E-4118-B1F8-AC6CB388254F}" destId="{617C7C83-CD86-4EA3-9C15-322049BCE65C}" srcOrd="0" destOrd="0" presId="urn:microsoft.com/office/officeart/2005/8/layout/balance1"/>
    <dgm:cxn modelId="{EB75CD52-9204-49F8-899E-7B45619EF49D}" type="presOf" srcId="{2129840B-2843-4FD5-A9E5-D6AAE987D56F}" destId="{8FB7A985-A13C-4535-9554-2FEC635DADB2}" srcOrd="0" destOrd="0" presId="urn:microsoft.com/office/officeart/2005/8/layout/balance1"/>
    <dgm:cxn modelId="{3E5B9473-DF9A-4DF4-B2FD-BD05BB93888A}" srcId="{AB4B7C9F-DB59-4A84-9441-754554B0FE04}" destId="{EFDC0516-554E-4118-B1F8-AC6CB388254F}" srcOrd="1" destOrd="0" parTransId="{E687A85C-D292-4BC3-8373-E135E75D4762}" sibTransId="{A4E999DC-3784-43E7-8AF8-A95597ED3950}"/>
    <dgm:cxn modelId="{E343078F-5AC4-4BC0-964A-C33BF8C79FB0}" type="presOf" srcId="{A71421AF-D0BC-481A-8FF7-56CA8550B489}" destId="{2EA7EB0F-1624-40DA-92C4-A8E13EC7A817}" srcOrd="0" destOrd="0" presId="urn:microsoft.com/office/officeart/2005/8/layout/balance1"/>
    <dgm:cxn modelId="{9ECE029C-739D-4ABB-B25A-4F694503FE15}" type="presOf" srcId="{A4453627-57B0-4538-AF5F-3E3A5AE92A16}" destId="{067B2893-13F8-470E-B8C5-78EE87C96E4E}" srcOrd="0" destOrd="0" presId="urn:microsoft.com/office/officeart/2005/8/layout/balance1"/>
    <dgm:cxn modelId="{C2B016AA-26C0-4CD5-A37C-9A90C79FF84B}" type="presOf" srcId="{A4A16339-C8B8-4939-97AB-B87A9F3DEC88}" destId="{33EDA83D-5ACE-462C-8CB0-94901517B7D7}" srcOrd="0" destOrd="0" presId="urn:microsoft.com/office/officeart/2005/8/layout/balance1"/>
    <dgm:cxn modelId="{832CA4B6-25ED-4C5A-9997-B53CFCF5D9A9}" type="presOf" srcId="{AE29CD35-B490-4A1D-84B7-3686FBAEE9C5}" destId="{A854A76E-D983-47E1-9E03-7B600BA77826}" srcOrd="0" destOrd="0" presId="urn:microsoft.com/office/officeart/2005/8/layout/balance1"/>
    <dgm:cxn modelId="{BDAA74C2-4873-4F23-9CEF-7B4A72C1FB7D}" type="presOf" srcId="{E29C6483-1EC6-44E2-8AAC-3C62CEC72881}" destId="{34F31D01-14F0-4D66-9848-F49EEDD4033D}" srcOrd="0" destOrd="0" presId="urn:microsoft.com/office/officeart/2005/8/layout/balance1"/>
    <dgm:cxn modelId="{6EE871DA-2642-482A-951A-1AD0CEEAF1A3}" srcId="{AB4B7C9F-DB59-4A84-9441-754554B0FE04}" destId="{EC7761D0-B2E3-4E41-9154-29A2DC3C566B}" srcOrd="2" destOrd="0" parTransId="{B3ADC4F7-E1BB-4663-A77D-70744043AED3}" sibTransId="{6848F4C6-5FEC-41D4-B9B0-18880E845800}"/>
    <dgm:cxn modelId="{BC2CA4E3-32E4-4202-98C7-9CD74514ACA2}" srcId="{2129840B-2843-4FD5-A9E5-D6AAE987D56F}" destId="{A71421AF-D0BC-481A-8FF7-56CA8550B489}" srcOrd="2" destOrd="0" parTransId="{26FCD2C9-0812-4199-88D1-45C2B13A4814}" sibTransId="{2558E445-F12B-4D68-81BA-BAE050077EF4}"/>
    <dgm:cxn modelId="{225EB2F5-BAE6-4D40-968D-C65459D30BD4}" srcId="{AB4B7C9F-DB59-4A84-9441-754554B0FE04}" destId="{AE29CD35-B490-4A1D-84B7-3686FBAEE9C5}" srcOrd="0" destOrd="0" parTransId="{5BDE4B5E-78C2-4799-BE33-E6AAD63BBE06}" sibTransId="{24D2B6F4-B40D-473F-82AB-8F0729217702}"/>
    <dgm:cxn modelId="{EE30A1FF-CC4C-439C-9E14-0D8385B57630}" srcId="{A4453627-57B0-4538-AF5F-3E3A5AE92A16}" destId="{2129840B-2843-4FD5-A9E5-D6AAE987D56F}" srcOrd="0" destOrd="0" parTransId="{73920017-53B8-42C9-8955-8075C6AC98E0}" sibTransId="{AA0857BF-50CB-453F-83DF-14C5F47D33CD}"/>
    <dgm:cxn modelId="{DEECD6A2-3D0D-47AF-B02C-68FDD5962A31}" type="presParOf" srcId="{067B2893-13F8-470E-B8C5-78EE87C96E4E}" destId="{44E81D97-66B6-42E7-91B2-198B9410560C}" srcOrd="0" destOrd="0" presId="urn:microsoft.com/office/officeart/2005/8/layout/balance1"/>
    <dgm:cxn modelId="{C82A9BDD-B2B8-4FBF-90D5-BC3D8D3F9AFE}" type="presParOf" srcId="{067B2893-13F8-470E-B8C5-78EE87C96E4E}" destId="{0A5A8852-148E-42CB-B26E-D7AB6EFE5639}" srcOrd="1" destOrd="0" presId="urn:microsoft.com/office/officeart/2005/8/layout/balance1"/>
    <dgm:cxn modelId="{62DE075F-B256-46BD-AF25-25F3F32312D7}" type="presParOf" srcId="{0A5A8852-148E-42CB-B26E-D7AB6EFE5639}" destId="{8FB7A985-A13C-4535-9554-2FEC635DADB2}" srcOrd="0" destOrd="0" presId="urn:microsoft.com/office/officeart/2005/8/layout/balance1"/>
    <dgm:cxn modelId="{EEB87CAB-E7F4-444F-807E-07A946D4B673}" type="presParOf" srcId="{0A5A8852-148E-42CB-B26E-D7AB6EFE5639}" destId="{A397673A-7326-4686-80DB-276D2279729F}" srcOrd="1" destOrd="0" presId="urn:microsoft.com/office/officeart/2005/8/layout/balance1"/>
    <dgm:cxn modelId="{4971B60E-E93A-4CC5-9783-CD057E9F09F8}" type="presParOf" srcId="{067B2893-13F8-470E-B8C5-78EE87C96E4E}" destId="{9830282D-15AC-491B-AB91-DC7F85248DBC}" srcOrd="2" destOrd="0" presId="urn:microsoft.com/office/officeart/2005/8/layout/balance1"/>
    <dgm:cxn modelId="{00100FB4-0F95-4309-87F8-D1B7FC6204C7}" type="presParOf" srcId="{9830282D-15AC-491B-AB91-DC7F85248DBC}" destId="{2D2AE0A1-156B-4D83-9395-377B529FB4B9}" srcOrd="0" destOrd="0" presId="urn:microsoft.com/office/officeart/2005/8/layout/balance1"/>
    <dgm:cxn modelId="{4F7DF9D3-983A-4029-93AF-935B58E8356F}" type="presParOf" srcId="{9830282D-15AC-491B-AB91-DC7F85248DBC}" destId="{5143B11A-B367-4080-AC29-85DBCD0225FB}" srcOrd="1" destOrd="0" presId="urn:microsoft.com/office/officeart/2005/8/layout/balance1"/>
    <dgm:cxn modelId="{5912D9CC-ACA6-4746-9B81-327D9DF94449}" type="presParOf" srcId="{9830282D-15AC-491B-AB91-DC7F85248DBC}" destId="{737F23A0-7BFD-47F8-A846-DD131B4676DF}" srcOrd="2" destOrd="0" presId="urn:microsoft.com/office/officeart/2005/8/layout/balance1"/>
    <dgm:cxn modelId="{394B8130-7718-4EC8-B05F-4582581C4F54}" type="presParOf" srcId="{9830282D-15AC-491B-AB91-DC7F85248DBC}" destId="{A854A76E-D983-47E1-9E03-7B600BA77826}" srcOrd="3" destOrd="0" presId="urn:microsoft.com/office/officeart/2005/8/layout/balance1"/>
    <dgm:cxn modelId="{BE1B3910-2D73-4812-A800-9CAF3DCB4A73}" type="presParOf" srcId="{9830282D-15AC-491B-AB91-DC7F85248DBC}" destId="{617C7C83-CD86-4EA3-9C15-322049BCE65C}" srcOrd="4" destOrd="0" presId="urn:microsoft.com/office/officeart/2005/8/layout/balance1"/>
    <dgm:cxn modelId="{0616DB61-AD62-493D-86E4-0BC727CEC33C}" type="presParOf" srcId="{9830282D-15AC-491B-AB91-DC7F85248DBC}" destId="{03AF0741-F1B8-478E-BADE-19AC256845AE}" srcOrd="5" destOrd="0" presId="urn:microsoft.com/office/officeart/2005/8/layout/balance1"/>
    <dgm:cxn modelId="{43051874-48CA-4CC7-B252-E2BD8132B51F}" type="presParOf" srcId="{9830282D-15AC-491B-AB91-DC7F85248DBC}" destId="{33EDA83D-5ACE-462C-8CB0-94901517B7D7}" srcOrd="6" destOrd="0" presId="urn:microsoft.com/office/officeart/2005/8/layout/balance1"/>
    <dgm:cxn modelId="{D0D11D1A-5D3E-4AED-9665-A5F312387059}" type="presParOf" srcId="{9830282D-15AC-491B-AB91-DC7F85248DBC}" destId="{34F31D01-14F0-4D66-9848-F49EEDD4033D}" srcOrd="7" destOrd="0" presId="urn:microsoft.com/office/officeart/2005/8/layout/balance1"/>
    <dgm:cxn modelId="{831F1B85-2EEA-4E30-9EBA-D491FE689275}" type="presParOf" srcId="{9830282D-15AC-491B-AB91-DC7F85248DBC}" destId="{2EA7EB0F-1624-40DA-92C4-A8E13EC7A817}" srcOrd="8" destOrd="0" presId="urn:microsoft.com/office/officeart/2005/8/layout/balance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7026E10-4716-4639-A657-2E16EA53879E}">
      <dsp:nvSpPr>
        <dsp:cNvPr id="0" name=""/>
        <dsp:cNvSpPr/>
      </dsp:nvSpPr>
      <dsp:spPr>
        <a:xfrm>
          <a:off x="3177" y="27312"/>
          <a:ext cx="3098043" cy="489600"/>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0904" tIns="69088" rIns="120904" bIns="69088" numCol="1" spcCol="1270" anchor="ctr" anchorCtr="0">
          <a:noAutofit/>
        </a:bodyPr>
        <a:lstStyle/>
        <a:p>
          <a:pPr marL="0" lvl="0" indent="0" algn="ctr" defTabSz="755650">
            <a:lnSpc>
              <a:spcPct val="90000"/>
            </a:lnSpc>
            <a:spcBef>
              <a:spcPct val="0"/>
            </a:spcBef>
            <a:spcAft>
              <a:spcPct val="35000"/>
            </a:spcAft>
            <a:buNone/>
          </a:pPr>
          <a:r>
            <a:rPr lang="en-US" sz="1700" kern="1200"/>
            <a:t>Frames of reference: </a:t>
          </a:r>
        </a:p>
      </dsp:txBody>
      <dsp:txXfrm>
        <a:off x="3177" y="27312"/>
        <a:ext cx="3098043" cy="489600"/>
      </dsp:txXfrm>
    </dsp:sp>
    <dsp:sp modelId="{C359CBB0-7154-4945-9FFB-18F0CE823382}">
      <dsp:nvSpPr>
        <dsp:cNvPr id="0" name=""/>
        <dsp:cNvSpPr/>
      </dsp:nvSpPr>
      <dsp:spPr>
        <a:xfrm>
          <a:off x="3177" y="516912"/>
          <a:ext cx="3098043" cy="3149887"/>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0678" tIns="90678" rIns="120904" bIns="136017" numCol="1" spcCol="1270" anchor="t" anchorCtr="0">
          <a:noAutofit/>
        </a:bodyPr>
        <a:lstStyle/>
        <a:p>
          <a:pPr marL="171450" lvl="1" indent="-171450" algn="l" defTabSz="755650">
            <a:lnSpc>
              <a:spcPct val="90000"/>
            </a:lnSpc>
            <a:spcBef>
              <a:spcPct val="0"/>
            </a:spcBef>
            <a:spcAft>
              <a:spcPct val="15000"/>
            </a:spcAft>
            <a:buChar char="•"/>
          </a:pPr>
          <a:r>
            <a:rPr lang="en-US" sz="1700" kern="1200"/>
            <a:t>Value-Content-People</a:t>
          </a:r>
        </a:p>
        <a:p>
          <a:pPr marL="171450" lvl="1" indent="-171450" algn="l" defTabSz="755650">
            <a:lnSpc>
              <a:spcPct val="90000"/>
            </a:lnSpc>
            <a:spcBef>
              <a:spcPct val="0"/>
            </a:spcBef>
            <a:spcAft>
              <a:spcPct val="15000"/>
            </a:spcAft>
            <a:buChar char="•"/>
          </a:pPr>
          <a:r>
            <a:rPr lang="en-US" sz="1700" kern="1200"/>
            <a:t>7 levels of engagement in content</a:t>
          </a:r>
        </a:p>
        <a:p>
          <a:pPr marL="171450" lvl="1" indent="-171450" algn="l" defTabSz="755650">
            <a:lnSpc>
              <a:spcPct val="90000"/>
            </a:lnSpc>
            <a:spcBef>
              <a:spcPct val="0"/>
            </a:spcBef>
            <a:spcAft>
              <a:spcPct val="15000"/>
            </a:spcAft>
            <a:buChar char="•"/>
          </a:pPr>
          <a:r>
            <a:rPr lang="en-US" sz="1700" kern="1200"/>
            <a:t>7 levels of engagement </a:t>
          </a:r>
        </a:p>
      </dsp:txBody>
      <dsp:txXfrm>
        <a:off x="3177" y="516912"/>
        <a:ext cx="3098043" cy="3149887"/>
      </dsp:txXfrm>
    </dsp:sp>
    <dsp:sp modelId="{C94BF5E9-E3BA-4C3D-A9DD-854FF82AB7A0}">
      <dsp:nvSpPr>
        <dsp:cNvPr id="0" name=""/>
        <dsp:cNvSpPr/>
      </dsp:nvSpPr>
      <dsp:spPr>
        <a:xfrm>
          <a:off x="3534946" y="27312"/>
          <a:ext cx="3098043" cy="489600"/>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0904" tIns="69088" rIns="120904" bIns="69088" numCol="1" spcCol="1270" anchor="ctr" anchorCtr="0">
          <a:noAutofit/>
        </a:bodyPr>
        <a:lstStyle/>
        <a:p>
          <a:pPr marL="0" lvl="0" indent="0" algn="ctr" defTabSz="755650">
            <a:lnSpc>
              <a:spcPct val="90000"/>
            </a:lnSpc>
            <a:spcBef>
              <a:spcPct val="0"/>
            </a:spcBef>
            <a:spcAft>
              <a:spcPct val="35000"/>
            </a:spcAft>
            <a:buNone/>
          </a:pPr>
          <a:r>
            <a:rPr lang="en-US" sz="1700" kern="1200"/>
            <a:t>Concepts </a:t>
          </a:r>
        </a:p>
      </dsp:txBody>
      <dsp:txXfrm>
        <a:off x="3534946" y="27312"/>
        <a:ext cx="3098043" cy="489600"/>
      </dsp:txXfrm>
    </dsp:sp>
    <dsp:sp modelId="{9C43EC8D-417E-4BBA-9E0D-8DD3492F0ADB}">
      <dsp:nvSpPr>
        <dsp:cNvPr id="0" name=""/>
        <dsp:cNvSpPr/>
      </dsp:nvSpPr>
      <dsp:spPr>
        <a:xfrm>
          <a:off x="3534946" y="516912"/>
          <a:ext cx="3098043" cy="3149887"/>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0678" tIns="90678" rIns="120904" bIns="136017" numCol="1" spcCol="1270" anchor="t" anchorCtr="0">
          <a:noAutofit/>
        </a:bodyPr>
        <a:lstStyle/>
        <a:p>
          <a:pPr marL="171450" lvl="1" indent="-171450" algn="l" defTabSz="755650">
            <a:lnSpc>
              <a:spcPct val="90000"/>
            </a:lnSpc>
            <a:spcBef>
              <a:spcPct val="0"/>
            </a:spcBef>
            <a:spcAft>
              <a:spcPct val="15000"/>
            </a:spcAft>
            <a:buChar char="•"/>
          </a:pPr>
          <a:r>
            <a:rPr lang="en-US" sz="1700" kern="1200"/>
            <a:t>Community Desert Circle</a:t>
          </a:r>
        </a:p>
        <a:p>
          <a:pPr marL="171450" lvl="1" indent="-171450" algn="l" defTabSz="755650">
            <a:lnSpc>
              <a:spcPct val="90000"/>
            </a:lnSpc>
            <a:spcBef>
              <a:spcPct val="0"/>
            </a:spcBef>
            <a:spcAft>
              <a:spcPct val="15000"/>
            </a:spcAft>
            <a:buChar char="•"/>
          </a:pPr>
          <a:r>
            <a:rPr lang="en-US" sz="1700" kern="1200"/>
            <a:t>Golden Engagement Circle</a:t>
          </a:r>
        </a:p>
        <a:p>
          <a:pPr marL="171450" lvl="1" indent="-171450" algn="l" defTabSz="755650">
            <a:lnSpc>
              <a:spcPct val="90000"/>
            </a:lnSpc>
            <a:spcBef>
              <a:spcPct val="0"/>
            </a:spcBef>
            <a:spcAft>
              <a:spcPct val="15000"/>
            </a:spcAft>
            <a:buChar char="•"/>
          </a:pPr>
          <a:r>
            <a:rPr lang="en-US" sz="1700" kern="1200"/>
            <a:t>Value Momentum</a:t>
          </a:r>
        </a:p>
        <a:p>
          <a:pPr marL="171450" lvl="1" indent="-171450" algn="l" defTabSz="755650">
            <a:lnSpc>
              <a:spcPct val="90000"/>
            </a:lnSpc>
            <a:spcBef>
              <a:spcPct val="0"/>
            </a:spcBef>
            <a:spcAft>
              <a:spcPct val="15000"/>
            </a:spcAft>
            <a:buChar char="•"/>
          </a:pPr>
          <a:r>
            <a:rPr lang="en-US" sz="1700" kern="1200"/>
            <a:t>Engagement flow</a:t>
          </a:r>
        </a:p>
        <a:p>
          <a:pPr marL="171450" lvl="1" indent="-171450" algn="l" defTabSz="755650">
            <a:lnSpc>
              <a:spcPct val="90000"/>
            </a:lnSpc>
            <a:spcBef>
              <a:spcPct val="0"/>
            </a:spcBef>
            <a:spcAft>
              <a:spcPct val="15000"/>
            </a:spcAft>
            <a:buChar char="•"/>
          </a:pPr>
          <a:r>
            <a:rPr lang="en-US" sz="1700" kern="1200"/>
            <a:t>Community Engagement Target</a:t>
          </a:r>
        </a:p>
        <a:p>
          <a:pPr marL="171450" lvl="1" indent="-171450" algn="l" defTabSz="755650">
            <a:lnSpc>
              <a:spcPct val="90000"/>
            </a:lnSpc>
            <a:spcBef>
              <a:spcPct val="0"/>
            </a:spcBef>
            <a:spcAft>
              <a:spcPct val="15000"/>
            </a:spcAft>
            <a:buChar char="•"/>
          </a:pPr>
          <a:r>
            <a:rPr lang="en-US" sz="1700" kern="1200"/>
            <a:t>Engagement Walls</a:t>
          </a:r>
        </a:p>
        <a:p>
          <a:pPr marL="171450" lvl="1" indent="-171450" algn="l" defTabSz="755650">
            <a:lnSpc>
              <a:spcPct val="90000"/>
            </a:lnSpc>
            <a:spcBef>
              <a:spcPct val="0"/>
            </a:spcBef>
            <a:spcAft>
              <a:spcPct val="15000"/>
            </a:spcAft>
            <a:buChar char="•"/>
          </a:pPr>
          <a:r>
            <a:rPr lang="en-US" sz="1700" kern="1200"/>
            <a:t>Engagement Jumps</a:t>
          </a:r>
        </a:p>
        <a:p>
          <a:pPr marL="171450" lvl="1" indent="-171450" algn="l" defTabSz="755650">
            <a:lnSpc>
              <a:spcPct val="90000"/>
            </a:lnSpc>
            <a:spcBef>
              <a:spcPct val="0"/>
            </a:spcBef>
            <a:spcAft>
              <a:spcPct val="15000"/>
            </a:spcAft>
            <a:buChar char="•"/>
          </a:pPr>
          <a:r>
            <a:rPr lang="en-US" sz="1700" kern="1200"/>
            <a:t>Link Definition, architecture, Community Artifacts</a:t>
          </a:r>
        </a:p>
      </dsp:txBody>
      <dsp:txXfrm>
        <a:off x="3534946" y="516912"/>
        <a:ext cx="3098043" cy="3149887"/>
      </dsp:txXfrm>
    </dsp:sp>
    <dsp:sp modelId="{7F014E5F-8563-436E-A73C-C7124B8B7198}">
      <dsp:nvSpPr>
        <dsp:cNvPr id="0" name=""/>
        <dsp:cNvSpPr/>
      </dsp:nvSpPr>
      <dsp:spPr>
        <a:xfrm>
          <a:off x="7066716" y="27312"/>
          <a:ext cx="3098043" cy="489600"/>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0904" tIns="69088" rIns="120904" bIns="69088" numCol="1" spcCol="1270" anchor="ctr" anchorCtr="0">
          <a:noAutofit/>
        </a:bodyPr>
        <a:lstStyle/>
        <a:p>
          <a:pPr marL="0" lvl="0" indent="0" algn="ctr" defTabSz="755650">
            <a:lnSpc>
              <a:spcPct val="90000"/>
            </a:lnSpc>
            <a:spcBef>
              <a:spcPct val="0"/>
            </a:spcBef>
            <a:spcAft>
              <a:spcPct val="35000"/>
            </a:spcAft>
            <a:buNone/>
          </a:pPr>
          <a:r>
            <a:rPr lang="en-US" sz="1700" kern="1200"/>
            <a:t>Other</a:t>
          </a:r>
        </a:p>
      </dsp:txBody>
      <dsp:txXfrm>
        <a:off x="7066716" y="27312"/>
        <a:ext cx="3098043" cy="489600"/>
      </dsp:txXfrm>
    </dsp:sp>
    <dsp:sp modelId="{9C0F6E90-834A-4714-A658-CB34A8DD0A75}">
      <dsp:nvSpPr>
        <dsp:cNvPr id="0" name=""/>
        <dsp:cNvSpPr/>
      </dsp:nvSpPr>
      <dsp:spPr>
        <a:xfrm>
          <a:off x="7066716" y="516912"/>
          <a:ext cx="3098043" cy="3149887"/>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0678" tIns="90678" rIns="120904" bIns="136017" numCol="1" spcCol="1270" anchor="t" anchorCtr="0">
          <a:noAutofit/>
        </a:bodyPr>
        <a:lstStyle/>
        <a:p>
          <a:pPr marL="171450" lvl="1" indent="-171450" algn="l" defTabSz="755650">
            <a:lnSpc>
              <a:spcPct val="90000"/>
            </a:lnSpc>
            <a:spcBef>
              <a:spcPct val="0"/>
            </a:spcBef>
            <a:spcAft>
              <a:spcPct val="15000"/>
            </a:spcAft>
            <a:buChar char="•"/>
          </a:pPr>
          <a:r>
            <a:rPr lang="en-US" sz="1700" kern="1200"/>
            <a:t>Key stories and examples</a:t>
          </a:r>
        </a:p>
        <a:p>
          <a:pPr marL="171450" lvl="1" indent="-171450" algn="l" defTabSz="755650">
            <a:lnSpc>
              <a:spcPct val="90000"/>
            </a:lnSpc>
            <a:spcBef>
              <a:spcPct val="0"/>
            </a:spcBef>
            <a:spcAft>
              <a:spcPct val="15000"/>
            </a:spcAft>
            <a:buChar char="•"/>
          </a:pPr>
          <a:endParaRPr lang="en-US" sz="1700" kern="1200"/>
        </a:p>
      </dsp:txBody>
      <dsp:txXfrm>
        <a:off x="7066716" y="516912"/>
        <a:ext cx="3098043" cy="3149887"/>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7026E10-4716-4639-A657-2E16EA53879E}">
      <dsp:nvSpPr>
        <dsp:cNvPr id="0" name=""/>
        <dsp:cNvSpPr/>
      </dsp:nvSpPr>
      <dsp:spPr>
        <a:xfrm>
          <a:off x="49" y="59234"/>
          <a:ext cx="4751326" cy="518400"/>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8016" tIns="73152" rIns="128016" bIns="73152" numCol="1" spcCol="1270" anchor="ctr" anchorCtr="0">
          <a:noAutofit/>
        </a:bodyPr>
        <a:lstStyle/>
        <a:p>
          <a:pPr marL="0" lvl="0" indent="0" algn="ctr" defTabSz="800100">
            <a:lnSpc>
              <a:spcPct val="90000"/>
            </a:lnSpc>
            <a:spcBef>
              <a:spcPct val="0"/>
            </a:spcBef>
            <a:spcAft>
              <a:spcPct val="35000"/>
            </a:spcAft>
            <a:buNone/>
          </a:pPr>
          <a:r>
            <a:rPr lang="en-US" sz="1800" kern="1200"/>
            <a:t>Value Challenges</a:t>
          </a:r>
        </a:p>
      </dsp:txBody>
      <dsp:txXfrm>
        <a:off x="49" y="59234"/>
        <a:ext cx="4751326" cy="518400"/>
      </dsp:txXfrm>
    </dsp:sp>
    <dsp:sp modelId="{C359CBB0-7154-4945-9FFB-18F0CE823382}">
      <dsp:nvSpPr>
        <dsp:cNvPr id="0" name=""/>
        <dsp:cNvSpPr/>
      </dsp:nvSpPr>
      <dsp:spPr>
        <a:xfrm>
          <a:off x="49" y="577634"/>
          <a:ext cx="4751326" cy="3057243"/>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6012" tIns="96012" rIns="128016" bIns="144018" numCol="1" spcCol="1270" anchor="t" anchorCtr="0">
          <a:noAutofit/>
        </a:bodyPr>
        <a:lstStyle/>
        <a:p>
          <a:pPr marL="171450" lvl="1" indent="-171450" algn="l" defTabSz="800100">
            <a:lnSpc>
              <a:spcPct val="90000"/>
            </a:lnSpc>
            <a:spcBef>
              <a:spcPct val="0"/>
            </a:spcBef>
            <a:spcAft>
              <a:spcPct val="15000"/>
            </a:spcAft>
            <a:buFont typeface="+mj-lt"/>
            <a:buAutoNum type="arabicPeriod"/>
          </a:pPr>
          <a:r>
            <a:rPr lang="en-US" sz="1800" kern="1200"/>
            <a:t>Locate the value of your Corporate Community</a:t>
          </a:r>
        </a:p>
        <a:p>
          <a:pPr marL="171450" lvl="1" indent="-171450" algn="l" defTabSz="800100">
            <a:lnSpc>
              <a:spcPct val="90000"/>
            </a:lnSpc>
            <a:spcBef>
              <a:spcPct val="0"/>
            </a:spcBef>
            <a:spcAft>
              <a:spcPct val="15000"/>
            </a:spcAft>
            <a:buFont typeface="+mj-lt"/>
            <a:buAutoNum type="arabicPeriod"/>
          </a:pPr>
          <a:r>
            <a:rPr lang="en-US" sz="1800" kern="1200"/>
            <a:t>Exploit value momentum</a:t>
          </a:r>
        </a:p>
        <a:p>
          <a:pPr marL="171450" lvl="1" indent="-171450" algn="l" defTabSz="800100">
            <a:lnSpc>
              <a:spcPct val="90000"/>
            </a:lnSpc>
            <a:spcBef>
              <a:spcPct val="0"/>
            </a:spcBef>
            <a:spcAft>
              <a:spcPct val="15000"/>
            </a:spcAft>
            <a:buFont typeface="+mj-lt"/>
            <a:buAutoNum type="arabicPeriod"/>
          </a:pPr>
          <a:r>
            <a:rPr lang="en-US" sz="1800" kern="1200"/>
            <a:t>Manage your Community Borders</a:t>
          </a:r>
        </a:p>
        <a:p>
          <a:pPr marL="171450" lvl="1" indent="-171450" algn="l" defTabSz="800100">
            <a:lnSpc>
              <a:spcPct val="90000"/>
            </a:lnSpc>
            <a:spcBef>
              <a:spcPct val="0"/>
            </a:spcBef>
            <a:spcAft>
              <a:spcPct val="15000"/>
            </a:spcAft>
            <a:buChar char="•"/>
          </a:pPr>
          <a:endParaRPr lang="en-US" sz="1800" kern="1200"/>
        </a:p>
      </dsp:txBody>
      <dsp:txXfrm>
        <a:off x="49" y="577634"/>
        <a:ext cx="4751326" cy="3057243"/>
      </dsp:txXfrm>
    </dsp:sp>
    <dsp:sp modelId="{C94BF5E9-E3BA-4C3D-A9DD-854FF82AB7A0}">
      <dsp:nvSpPr>
        <dsp:cNvPr id="0" name=""/>
        <dsp:cNvSpPr/>
      </dsp:nvSpPr>
      <dsp:spPr>
        <a:xfrm>
          <a:off x="5416561" y="59234"/>
          <a:ext cx="4751326" cy="518400"/>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8016" tIns="73152" rIns="128016" bIns="73152" numCol="1" spcCol="1270" anchor="ctr" anchorCtr="0">
          <a:noAutofit/>
        </a:bodyPr>
        <a:lstStyle/>
        <a:p>
          <a:pPr marL="0" lvl="0" indent="0" algn="ctr" defTabSz="800100">
            <a:lnSpc>
              <a:spcPct val="90000"/>
            </a:lnSpc>
            <a:spcBef>
              <a:spcPct val="0"/>
            </a:spcBef>
            <a:spcAft>
              <a:spcPct val="35000"/>
            </a:spcAft>
            <a:buNone/>
          </a:pPr>
          <a:r>
            <a:rPr lang="en-US" sz="1800" kern="1200"/>
            <a:t>Content Challenges</a:t>
          </a:r>
        </a:p>
      </dsp:txBody>
      <dsp:txXfrm>
        <a:off x="5416561" y="59234"/>
        <a:ext cx="4751326" cy="518400"/>
      </dsp:txXfrm>
    </dsp:sp>
    <dsp:sp modelId="{9C43EC8D-417E-4BBA-9E0D-8DD3492F0ADB}">
      <dsp:nvSpPr>
        <dsp:cNvPr id="0" name=""/>
        <dsp:cNvSpPr/>
      </dsp:nvSpPr>
      <dsp:spPr>
        <a:xfrm>
          <a:off x="5416561" y="577634"/>
          <a:ext cx="4751326" cy="3057243"/>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6012" tIns="96012" rIns="128016" bIns="144018" numCol="1" spcCol="1270" anchor="t" anchorCtr="0">
          <a:noAutofit/>
        </a:bodyPr>
        <a:lstStyle/>
        <a:p>
          <a:pPr marL="171450" lvl="1" indent="-171450" algn="l" defTabSz="800100">
            <a:lnSpc>
              <a:spcPct val="90000"/>
            </a:lnSpc>
            <a:spcBef>
              <a:spcPct val="0"/>
            </a:spcBef>
            <a:spcAft>
              <a:spcPct val="15000"/>
            </a:spcAft>
            <a:buFont typeface="+mj-lt"/>
            <a:buAutoNum type="arabicPeriod"/>
          </a:pPr>
          <a:r>
            <a:rPr lang="en-US" sz="1800" kern="1200"/>
            <a:t>Catch attention in a noisy environment</a:t>
          </a:r>
        </a:p>
        <a:p>
          <a:pPr marL="171450" lvl="1" indent="-171450" algn="l" defTabSz="800100">
            <a:lnSpc>
              <a:spcPct val="90000"/>
            </a:lnSpc>
            <a:spcBef>
              <a:spcPct val="0"/>
            </a:spcBef>
            <a:spcAft>
              <a:spcPct val="15000"/>
            </a:spcAft>
            <a:buFont typeface="+mj-lt"/>
            <a:buAutoNum type="arabicPeriod"/>
          </a:pPr>
          <a:r>
            <a:rPr lang="en-US" sz="1800" kern="1200"/>
            <a:t>Get a click / touch</a:t>
          </a:r>
        </a:p>
        <a:p>
          <a:pPr marL="171450" lvl="1" indent="-171450" algn="l" defTabSz="800100">
            <a:lnSpc>
              <a:spcPct val="90000"/>
            </a:lnSpc>
            <a:spcBef>
              <a:spcPct val="0"/>
            </a:spcBef>
            <a:spcAft>
              <a:spcPct val="15000"/>
            </a:spcAft>
            <a:buFont typeface="+mj-lt"/>
            <a:buAutoNum type="arabicPeriod"/>
          </a:pPr>
          <a:r>
            <a:rPr lang="en-US" sz="1800" kern="1200"/>
            <a:t>Know how catchy you can be</a:t>
          </a:r>
        </a:p>
        <a:p>
          <a:pPr marL="171450" lvl="1" indent="-171450" algn="l" defTabSz="800100">
            <a:lnSpc>
              <a:spcPct val="90000"/>
            </a:lnSpc>
            <a:spcBef>
              <a:spcPct val="0"/>
            </a:spcBef>
            <a:spcAft>
              <a:spcPct val="15000"/>
            </a:spcAft>
            <a:buFont typeface="+mj-lt"/>
            <a:buAutoNum type="arabicPeriod"/>
          </a:pPr>
          <a:r>
            <a:rPr lang="en-US" sz="1800" kern="1200"/>
            <a:t>Choose the right content format, balancing scalability and undivided attention</a:t>
          </a:r>
        </a:p>
        <a:p>
          <a:pPr marL="171450" lvl="1" indent="-171450" algn="l" defTabSz="800100">
            <a:lnSpc>
              <a:spcPct val="90000"/>
            </a:lnSpc>
            <a:spcBef>
              <a:spcPct val="0"/>
            </a:spcBef>
            <a:spcAft>
              <a:spcPct val="15000"/>
            </a:spcAft>
            <a:buFont typeface="+mj-lt"/>
            <a:buAutoNum type="arabicPeriod"/>
          </a:pPr>
          <a:r>
            <a:rPr lang="en-US" sz="1800" kern="1200"/>
            <a:t>Know your next move</a:t>
          </a:r>
        </a:p>
        <a:p>
          <a:pPr marL="171450" lvl="1" indent="-171450" algn="l" defTabSz="800100">
            <a:lnSpc>
              <a:spcPct val="90000"/>
            </a:lnSpc>
            <a:spcBef>
              <a:spcPct val="0"/>
            </a:spcBef>
            <a:spcAft>
              <a:spcPct val="15000"/>
            </a:spcAft>
            <a:buFont typeface="+mj-lt"/>
            <a:buAutoNum type="arabicPeriod"/>
          </a:pPr>
          <a:r>
            <a:rPr lang="en-US" sz="1800" kern="1200"/>
            <a:t>Engage audience in your content</a:t>
          </a:r>
        </a:p>
        <a:p>
          <a:pPr marL="171450" lvl="1" indent="-171450" algn="l" defTabSz="800100">
            <a:lnSpc>
              <a:spcPct val="90000"/>
            </a:lnSpc>
            <a:spcBef>
              <a:spcPct val="0"/>
            </a:spcBef>
            <a:spcAft>
              <a:spcPct val="15000"/>
            </a:spcAft>
            <a:buFont typeface="+mj-lt"/>
            <a:buAutoNum type="arabicPeriod"/>
          </a:pPr>
          <a:r>
            <a:rPr lang="en-US" sz="1800" kern="1200"/>
            <a:t>Understand the Community Desert Circle</a:t>
          </a:r>
        </a:p>
        <a:p>
          <a:pPr marL="171450" lvl="1" indent="-171450" algn="l" defTabSz="800100">
            <a:lnSpc>
              <a:spcPct val="90000"/>
            </a:lnSpc>
            <a:spcBef>
              <a:spcPct val="0"/>
            </a:spcBef>
            <a:spcAft>
              <a:spcPct val="15000"/>
            </a:spcAft>
            <a:buFont typeface="+mj-lt"/>
            <a:buAutoNum type="arabicPeriod"/>
          </a:pPr>
          <a:r>
            <a:rPr lang="en-US" sz="1800" kern="1200"/>
            <a:t>Choose between creating and curating</a:t>
          </a:r>
        </a:p>
      </dsp:txBody>
      <dsp:txXfrm>
        <a:off x="5416561" y="577634"/>
        <a:ext cx="4751326" cy="3057243"/>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530E1CF-4C53-4E03-9369-AB230B2A8258}">
      <dsp:nvSpPr>
        <dsp:cNvPr id="0" name=""/>
        <dsp:cNvSpPr/>
      </dsp:nvSpPr>
      <dsp:spPr>
        <a:xfrm>
          <a:off x="3177" y="239296"/>
          <a:ext cx="3098043" cy="316800"/>
        </a:xfrm>
        <a:prstGeom prst="rect">
          <a:avLst/>
        </a:prstGeom>
        <a:solidFill>
          <a:srgbClr val="EC7B2B"/>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8232" tIns="44704" rIns="78232" bIns="44704" numCol="1" spcCol="1270" anchor="ctr" anchorCtr="0">
          <a:noAutofit/>
        </a:bodyPr>
        <a:lstStyle/>
        <a:p>
          <a:pPr marL="0" lvl="0" indent="0" algn="ctr" defTabSz="488950">
            <a:lnSpc>
              <a:spcPct val="90000"/>
            </a:lnSpc>
            <a:spcBef>
              <a:spcPct val="0"/>
            </a:spcBef>
            <a:spcAft>
              <a:spcPct val="35000"/>
            </a:spcAft>
            <a:buNone/>
          </a:pPr>
          <a:r>
            <a:rPr lang="en-US" sz="1100" kern="1200">
              <a:solidFill>
                <a:schemeClr val="tx1"/>
              </a:solidFill>
            </a:rPr>
            <a:t>People Engagement Challenges</a:t>
          </a:r>
        </a:p>
      </dsp:txBody>
      <dsp:txXfrm>
        <a:off x="3177" y="239296"/>
        <a:ext cx="3098043" cy="316800"/>
      </dsp:txXfrm>
    </dsp:sp>
    <dsp:sp modelId="{BFC0650F-B96B-407C-9D60-58C271F238C5}">
      <dsp:nvSpPr>
        <dsp:cNvPr id="0" name=""/>
        <dsp:cNvSpPr/>
      </dsp:nvSpPr>
      <dsp:spPr>
        <a:xfrm>
          <a:off x="3177" y="556096"/>
          <a:ext cx="3098043" cy="2898720"/>
        </a:xfrm>
        <a:prstGeom prst="rect">
          <a:avLst/>
        </a:prstGeom>
        <a:solidFill>
          <a:srgbClr val="EC7B2B">
            <a:alpha val="30196"/>
          </a:srgbClr>
        </a:solidFill>
        <a:ln w="12700" cap="flat" cmpd="sng" algn="ctr">
          <a:solidFill>
            <a:srgbClr val="3494BA">
              <a:alpha val="90000"/>
              <a:tint val="40000"/>
              <a:hueOff val="0"/>
              <a:satOff val="0"/>
              <a:lumOff val="0"/>
              <a:alphaOff val="0"/>
            </a:srgb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58674" tIns="58674" rIns="78232" bIns="88011" numCol="1" spcCol="1270" anchor="t" anchorCtr="0">
          <a:noAutofit/>
        </a:bodyPr>
        <a:lstStyle/>
        <a:p>
          <a:pPr marL="57150" lvl="1" indent="-57150" algn="l" defTabSz="488950">
            <a:lnSpc>
              <a:spcPct val="90000"/>
            </a:lnSpc>
            <a:spcBef>
              <a:spcPct val="0"/>
            </a:spcBef>
            <a:spcAft>
              <a:spcPct val="15000"/>
            </a:spcAft>
            <a:buFont typeface="+mj-lt"/>
            <a:buAutoNum type="arabicPeriod"/>
          </a:pPr>
          <a:r>
            <a:rPr lang="en-US" sz="1100" kern="1200"/>
            <a:t>Manage sponsors &amp; hierarchy expectations</a:t>
          </a:r>
        </a:p>
        <a:p>
          <a:pPr marL="57150" lvl="1" indent="-57150" algn="l" defTabSz="488950">
            <a:lnSpc>
              <a:spcPct val="90000"/>
            </a:lnSpc>
            <a:spcBef>
              <a:spcPct val="0"/>
            </a:spcBef>
            <a:spcAft>
              <a:spcPct val="15000"/>
            </a:spcAft>
            <a:buFont typeface="+mj-lt"/>
            <a:buAutoNum type="arabicPeriod"/>
          </a:pPr>
          <a:r>
            <a:rPr lang="en-US" sz="1100" kern="1200"/>
            <a:t>Measure your Community performance</a:t>
          </a:r>
        </a:p>
        <a:p>
          <a:pPr marL="57150" lvl="1" indent="-57150" algn="l" defTabSz="488950">
            <a:lnSpc>
              <a:spcPct val="90000"/>
            </a:lnSpc>
            <a:spcBef>
              <a:spcPct val="0"/>
            </a:spcBef>
            <a:spcAft>
              <a:spcPct val="15000"/>
            </a:spcAft>
            <a:buFont typeface="+mj-lt"/>
            <a:buAutoNum type="arabicPeriod"/>
          </a:pPr>
          <a:r>
            <a:rPr lang="en-US" sz="1100" kern="1200"/>
            <a:t>Understand your own version of the Golden Engagement Circle </a:t>
          </a:r>
        </a:p>
        <a:p>
          <a:pPr marL="57150" lvl="1" indent="-57150" algn="l" defTabSz="488950">
            <a:lnSpc>
              <a:spcPct val="90000"/>
            </a:lnSpc>
            <a:spcBef>
              <a:spcPct val="0"/>
            </a:spcBef>
            <a:spcAft>
              <a:spcPct val="15000"/>
            </a:spcAft>
            <a:buFont typeface="+mj-lt"/>
            <a:buAutoNum type="arabicPeriod"/>
          </a:pPr>
          <a:r>
            <a:rPr lang="en-US" sz="1100" kern="1200"/>
            <a:t>Identify members’ Engagement and available time</a:t>
          </a:r>
        </a:p>
        <a:p>
          <a:pPr marL="57150" lvl="1" indent="-57150" algn="l" defTabSz="488950">
            <a:lnSpc>
              <a:spcPct val="90000"/>
            </a:lnSpc>
            <a:spcBef>
              <a:spcPct val="0"/>
            </a:spcBef>
            <a:spcAft>
              <a:spcPct val="15000"/>
            </a:spcAft>
            <a:buFont typeface="+mj-lt"/>
            <a:buAutoNum type="arabicPeriod"/>
          </a:pPr>
          <a:r>
            <a:rPr lang="en-US" sz="1100" kern="1200"/>
            <a:t>Outline members’ time investment profiles</a:t>
          </a:r>
        </a:p>
        <a:p>
          <a:pPr marL="57150" lvl="1" indent="-57150" algn="l" defTabSz="488950">
            <a:lnSpc>
              <a:spcPct val="90000"/>
            </a:lnSpc>
            <a:spcBef>
              <a:spcPct val="0"/>
            </a:spcBef>
            <a:spcAft>
              <a:spcPct val="15000"/>
            </a:spcAft>
            <a:buFont typeface="+mj-lt"/>
            <a:buAutoNum type="arabicPeriod"/>
          </a:pPr>
          <a:r>
            <a:rPr lang="en-US" sz="1100" kern="1200"/>
            <a:t>Understand Engagement Flow</a:t>
          </a:r>
        </a:p>
        <a:p>
          <a:pPr marL="57150" lvl="1" indent="-57150" algn="l" defTabSz="488950">
            <a:lnSpc>
              <a:spcPct val="90000"/>
            </a:lnSpc>
            <a:spcBef>
              <a:spcPct val="0"/>
            </a:spcBef>
            <a:spcAft>
              <a:spcPct val="15000"/>
            </a:spcAft>
            <a:buFont typeface="+mj-lt"/>
            <a:buAutoNum type="arabicPeriod"/>
          </a:pPr>
          <a:r>
            <a:rPr lang="en-US" sz="1100" kern="1200"/>
            <a:t>Outline for each Engagement level what are the Gives &amp; Takes</a:t>
          </a:r>
        </a:p>
        <a:p>
          <a:pPr marL="57150" lvl="1" indent="-57150" algn="l" defTabSz="488950">
            <a:lnSpc>
              <a:spcPct val="90000"/>
            </a:lnSpc>
            <a:spcBef>
              <a:spcPct val="0"/>
            </a:spcBef>
            <a:spcAft>
              <a:spcPct val="15000"/>
            </a:spcAft>
            <a:buFont typeface="+mj-lt"/>
            <a:buAutoNum type="arabicPeriod"/>
          </a:pPr>
          <a:r>
            <a:rPr lang="en-US" sz="1100" kern="1200"/>
            <a:t>Identify example activities &amp; content for each level</a:t>
          </a:r>
        </a:p>
        <a:p>
          <a:pPr marL="57150" lvl="1" indent="-57150" algn="l" defTabSz="488950">
            <a:lnSpc>
              <a:spcPct val="90000"/>
            </a:lnSpc>
            <a:spcBef>
              <a:spcPct val="0"/>
            </a:spcBef>
            <a:spcAft>
              <a:spcPct val="15000"/>
            </a:spcAft>
            <a:buFont typeface="+mj-lt"/>
            <a:buAutoNum type="arabicPeriod"/>
          </a:pPr>
          <a:r>
            <a:rPr lang="en-US" sz="1100" kern="1200"/>
            <a:t>Set up a Community Engagement Target</a:t>
          </a:r>
        </a:p>
        <a:p>
          <a:pPr marL="57150" lvl="1" indent="-57150" algn="l" defTabSz="488950">
            <a:lnSpc>
              <a:spcPct val="90000"/>
            </a:lnSpc>
            <a:spcBef>
              <a:spcPct val="0"/>
            </a:spcBef>
            <a:spcAft>
              <a:spcPct val="15000"/>
            </a:spcAft>
            <a:buFont typeface="+mj-lt"/>
            <a:buAutoNum type="arabicPeriod"/>
          </a:pPr>
          <a:r>
            <a:rPr lang="en-US" sz="1100" kern="1200"/>
            <a:t>Identify Engagement Walls</a:t>
          </a:r>
        </a:p>
        <a:p>
          <a:pPr marL="57150" lvl="1" indent="-57150" algn="l" defTabSz="488950">
            <a:lnSpc>
              <a:spcPct val="90000"/>
            </a:lnSpc>
            <a:spcBef>
              <a:spcPct val="0"/>
            </a:spcBef>
            <a:spcAft>
              <a:spcPct val="15000"/>
            </a:spcAft>
            <a:buFont typeface="+mj-lt"/>
            <a:buAutoNum type="arabicPeriod"/>
          </a:pPr>
          <a:r>
            <a:rPr lang="en-US" sz="1100" kern="1200"/>
            <a:t>Identify and design Engagement Jumps</a:t>
          </a:r>
        </a:p>
        <a:p>
          <a:pPr marL="57150" lvl="1" indent="-57150" algn="l" defTabSz="488950">
            <a:lnSpc>
              <a:spcPct val="90000"/>
            </a:lnSpc>
            <a:spcBef>
              <a:spcPct val="0"/>
            </a:spcBef>
            <a:spcAft>
              <a:spcPct val="15000"/>
            </a:spcAft>
            <a:buFont typeface="+mj-lt"/>
            <a:buAutoNum type="arabicPeriod"/>
          </a:pPr>
          <a:endParaRPr lang="en-US" sz="1100" kern="1200"/>
        </a:p>
      </dsp:txBody>
      <dsp:txXfrm>
        <a:off x="3177" y="556096"/>
        <a:ext cx="3098043" cy="2898720"/>
      </dsp:txXfrm>
    </dsp:sp>
    <dsp:sp modelId="{7F014E5F-8563-436E-A73C-C7124B8B7198}">
      <dsp:nvSpPr>
        <dsp:cNvPr id="0" name=""/>
        <dsp:cNvSpPr/>
      </dsp:nvSpPr>
      <dsp:spPr>
        <a:xfrm>
          <a:off x="3534946" y="239296"/>
          <a:ext cx="3098043" cy="316800"/>
        </a:xfrm>
        <a:prstGeom prst="rect">
          <a:avLst/>
        </a:prstGeom>
        <a:solidFill>
          <a:srgbClr val="EC7B2B"/>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8232" tIns="44704" rIns="78232" bIns="44704" numCol="1" spcCol="1270" anchor="ctr" anchorCtr="0">
          <a:noAutofit/>
        </a:bodyPr>
        <a:lstStyle/>
        <a:p>
          <a:pPr marL="0" lvl="0" indent="0" algn="ctr" defTabSz="488950">
            <a:lnSpc>
              <a:spcPct val="90000"/>
            </a:lnSpc>
            <a:spcBef>
              <a:spcPct val="0"/>
            </a:spcBef>
            <a:spcAft>
              <a:spcPct val="35000"/>
            </a:spcAft>
            <a:buNone/>
          </a:pPr>
          <a:r>
            <a:rPr lang="en-US" sz="1100" kern="1200">
              <a:solidFill>
                <a:schemeClr val="tx1"/>
              </a:solidFill>
            </a:rPr>
            <a:t>People Link Challenges</a:t>
          </a:r>
        </a:p>
      </dsp:txBody>
      <dsp:txXfrm>
        <a:off x="3534946" y="239296"/>
        <a:ext cx="3098043" cy="316800"/>
      </dsp:txXfrm>
    </dsp:sp>
    <dsp:sp modelId="{9C0F6E90-834A-4714-A658-CB34A8DD0A75}">
      <dsp:nvSpPr>
        <dsp:cNvPr id="0" name=""/>
        <dsp:cNvSpPr/>
      </dsp:nvSpPr>
      <dsp:spPr>
        <a:xfrm>
          <a:off x="3534946" y="556096"/>
          <a:ext cx="3098043" cy="2898720"/>
        </a:xfrm>
        <a:prstGeom prst="rect">
          <a:avLst/>
        </a:prstGeom>
        <a:solidFill>
          <a:srgbClr val="EC7B2B">
            <a:alpha val="30196"/>
          </a:srgb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58674" tIns="58674" rIns="78232" bIns="88011" numCol="1" spcCol="1270" anchor="t" anchorCtr="0">
          <a:noAutofit/>
        </a:bodyPr>
        <a:lstStyle/>
        <a:p>
          <a:pPr marL="57150" lvl="1" indent="-57150" algn="l" defTabSz="488950">
            <a:lnSpc>
              <a:spcPct val="90000"/>
            </a:lnSpc>
            <a:spcBef>
              <a:spcPct val="0"/>
            </a:spcBef>
            <a:spcAft>
              <a:spcPct val="15000"/>
            </a:spcAft>
            <a:buFont typeface="+mj-lt"/>
            <a:buAutoNum type="arabicPeriod"/>
          </a:pPr>
          <a:r>
            <a:rPr lang="en-US" sz="1100" kern="1200"/>
            <a:t>Assess the importance of Link</a:t>
          </a:r>
        </a:p>
        <a:p>
          <a:pPr marL="57150" lvl="1" indent="-57150" algn="l" defTabSz="488950">
            <a:lnSpc>
              <a:spcPct val="90000"/>
            </a:lnSpc>
            <a:spcBef>
              <a:spcPct val="0"/>
            </a:spcBef>
            <a:spcAft>
              <a:spcPct val="15000"/>
            </a:spcAft>
            <a:buFont typeface="+mj-lt"/>
            <a:buAutoNum type="arabicPeriod"/>
          </a:pPr>
          <a:r>
            <a:rPr lang="en-US" sz="1100" kern="1200"/>
            <a:t>Choose how you define Link</a:t>
          </a:r>
        </a:p>
        <a:p>
          <a:pPr marL="57150" lvl="1" indent="-57150" algn="l" defTabSz="488950">
            <a:lnSpc>
              <a:spcPct val="90000"/>
            </a:lnSpc>
            <a:spcBef>
              <a:spcPct val="0"/>
            </a:spcBef>
            <a:spcAft>
              <a:spcPct val="15000"/>
            </a:spcAft>
            <a:buFont typeface="+mj-lt"/>
            <a:buAutoNum type="arabicPeriod"/>
          </a:pPr>
          <a:r>
            <a:rPr lang="en-US" sz="1100" kern="1200"/>
            <a:t>Measure Link</a:t>
          </a:r>
        </a:p>
        <a:p>
          <a:pPr marL="57150" lvl="1" indent="-57150" algn="l" defTabSz="488950">
            <a:lnSpc>
              <a:spcPct val="90000"/>
            </a:lnSpc>
            <a:spcBef>
              <a:spcPct val="0"/>
            </a:spcBef>
            <a:spcAft>
              <a:spcPct val="15000"/>
            </a:spcAft>
            <a:buFont typeface="+mj-lt"/>
            <a:buAutoNum type="arabicPeriod"/>
          </a:pPr>
          <a:r>
            <a:rPr lang="en-US" sz="1100" kern="1200"/>
            <a:t>Understand how link, numbers and engagement work together (or not!)</a:t>
          </a:r>
        </a:p>
        <a:p>
          <a:pPr marL="57150" lvl="1" indent="-57150" algn="l" defTabSz="488950">
            <a:lnSpc>
              <a:spcPct val="90000"/>
            </a:lnSpc>
            <a:spcBef>
              <a:spcPct val="0"/>
            </a:spcBef>
            <a:spcAft>
              <a:spcPct val="15000"/>
            </a:spcAft>
            <a:buFont typeface="+mj-lt"/>
            <a:buAutoNum type="arabicPeriod"/>
          </a:pPr>
          <a:r>
            <a:rPr lang="en-US" sz="1100" kern="1200"/>
            <a:t>Identify Patterns in your link architecture</a:t>
          </a:r>
        </a:p>
        <a:p>
          <a:pPr marL="57150" lvl="1" indent="-57150" algn="l" defTabSz="488950">
            <a:lnSpc>
              <a:spcPct val="90000"/>
            </a:lnSpc>
            <a:spcBef>
              <a:spcPct val="0"/>
            </a:spcBef>
            <a:spcAft>
              <a:spcPct val="15000"/>
            </a:spcAft>
            <a:buFont typeface="+mj-lt"/>
            <a:buAutoNum type="arabicPeriod"/>
          </a:pPr>
          <a:r>
            <a:rPr lang="en-US" sz="1100" kern="1200"/>
            <a:t>Understand the limits of links for an individual</a:t>
          </a:r>
        </a:p>
        <a:p>
          <a:pPr marL="57150" lvl="1" indent="-57150" algn="l" defTabSz="488950">
            <a:lnSpc>
              <a:spcPct val="90000"/>
            </a:lnSpc>
            <a:spcBef>
              <a:spcPct val="0"/>
            </a:spcBef>
            <a:spcAft>
              <a:spcPct val="15000"/>
            </a:spcAft>
            <a:buFont typeface="+mj-lt"/>
            <a:buAutoNum type="arabicPeriod"/>
          </a:pPr>
          <a:r>
            <a:rPr lang="en-US" sz="1100" kern="1200"/>
            <a:t>Identify Link dynamics</a:t>
          </a:r>
        </a:p>
      </dsp:txBody>
      <dsp:txXfrm>
        <a:off x="3534946" y="556096"/>
        <a:ext cx="3098043" cy="2898720"/>
      </dsp:txXfrm>
    </dsp:sp>
    <dsp:sp modelId="{786EC625-4EE4-4280-B2E2-36C218F4FDF4}">
      <dsp:nvSpPr>
        <dsp:cNvPr id="0" name=""/>
        <dsp:cNvSpPr/>
      </dsp:nvSpPr>
      <dsp:spPr>
        <a:xfrm>
          <a:off x="7066716" y="239296"/>
          <a:ext cx="3098043" cy="316800"/>
        </a:xfrm>
        <a:prstGeom prst="rect">
          <a:avLst/>
        </a:prstGeom>
        <a:solidFill>
          <a:srgbClr val="EC7B2B"/>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8232" tIns="44704" rIns="78232" bIns="44704" numCol="1" spcCol="1270" anchor="ctr" anchorCtr="0">
          <a:noAutofit/>
        </a:bodyPr>
        <a:lstStyle/>
        <a:p>
          <a:pPr marL="0" lvl="0" indent="0" algn="ctr" defTabSz="488950">
            <a:lnSpc>
              <a:spcPct val="90000"/>
            </a:lnSpc>
            <a:spcBef>
              <a:spcPct val="0"/>
            </a:spcBef>
            <a:spcAft>
              <a:spcPct val="35000"/>
            </a:spcAft>
            <a:buNone/>
          </a:pPr>
          <a:r>
            <a:rPr lang="en-US" sz="1100" kern="1200">
              <a:solidFill>
                <a:schemeClr val="tx1"/>
              </a:solidFill>
            </a:rPr>
            <a:t>Other Challenges</a:t>
          </a:r>
        </a:p>
      </dsp:txBody>
      <dsp:txXfrm>
        <a:off x="7066716" y="239296"/>
        <a:ext cx="3098043" cy="316800"/>
      </dsp:txXfrm>
    </dsp:sp>
    <dsp:sp modelId="{D047B1F2-751E-497C-8F68-4580984CDAD8}">
      <dsp:nvSpPr>
        <dsp:cNvPr id="0" name=""/>
        <dsp:cNvSpPr/>
      </dsp:nvSpPr>
      <dsp:spPr>
        <a:xfrm>
          <a:off x="7066716" y="556096"/>
          <a:ext cx="3098043" cy="2898720"/>
        </a:xfrm>
        <a:prstGeom prst="rect">
          <a:avLst/>
        </a:prstGeom>
        <a:solidFill>
          <a:srgbClr val="EC7B2B">
            <a:alpha val="30196"/>
          </a:srgb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58674" tIns="58674" rIns="78232" bIns="88011" numCol="1" spcCol="1270" anchor="t" anchorCtr="0">
          <a:noAutofit/>
        </a:bodyPr>
        <a:lstStyle/>
        <a:p>
          <a:pPr marL="57150" lvl="1" indent="-57150" algn="l" defTabSz="488950">
            <a:lnSpc>
              <a:spcPct val="90000"/>
            </a:lnSpc>
            <a:spcBef>
              <a:spcPct val="0"/>
            </a:spcBef>
            <a:spcAft>
              <a:spcPct val="15000"/>
            </a:spcAft>
            <a:buFont typeface="+mj-lt"/>
            <a:buAutoNum type="arabicPeriod"/>
          </a:pPr>
          <a:r>
            <a:rPr lang="en-US" sz="1100" kern="1200"/>
            <a:t>Figure out 360 expectations</a:t>
          </a:r>
        </a:p>
        <a:p>
          <a:pPr marL="57150" lvl="1" indent="-57150" algn="l" defTabSz="488950">
            <a:lnSpc>
              <a:spcPct val="90000"/>
            </a:lnSpc>
            <a:spcBef>
              <a:spcPct val="0"/>
            </a:spcBef>
            <a:spcAft>
              <a:spcPct val="15000"/>
            </a:spcAft>
            <a:buFont typeface="+mj-lt"/>
            <a:buAutoNum type="arabicPeriod"/>
          </a:pPr>
          <a:r>
            <a:rPr lang="en-US" sz="1100" kern="1200"/>
            <a:t>Embrace Community Boosters Ethics</a:t>
          </a:r>
        </a:p>
      </dsp:txBody>
      <dsp:txXfrm>
        <a:off x="7066716" y="556096"/>
        <a:ext cx="3098043" cy="2898720"/>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47B5681-D30C-4F71-A448-A9816BB4E2C7}">
      <dsp:nvSpPr>
        <dsp:cNvPr id="0" name=""/>
        <dsp:cNvSpPr/>
      </dsp:nvSpPr>
      <dsp:spPr>
        <a:xfrm rot="5400000">
          <a:off x="313026" y="2519451"/>
          <a:ext cx="930533" cy="1548387"/>
        </a:xfrm>
        <a:prstGeom prst="corner">
          <a:avLst>
            <a:gd name="adj1" fmla="val 16120"/>
            <a:gd name="adj2" fmla="val 16110"/>
          </a:avLst>
        </a:prstGeom>
        <a:solidFill>
          <a:schemeClr val="bg1">
            <a:lumMod val="85000"/>
          </a:schemeClr>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BC883E41-7CC3-49C8-AACB-D2DFC31D2A81}">
      <dsp:nvSpPr>
        <dsp:cNvPr id="0" name=""/>
        <dsp:cNvSpPr/>
      </dsp:nvSpPr>
      <dsp:spPr>
        <a:xfrm>
          <a:off x="157697" y="2982085"/>
          <a:ext cx="1397892" cy="122533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5720" tIns="45720" rIns="45720" bIns="45720" numCol="1" spcCol="1270" anchor="t" anchorCtr="0">
          <a:noAutofit/>
        </a:bodyPr>
        <a:lstStyle/>
        <a:p>
          <a:pPr marL="0" lvl="0" indent="0" algn="l" defTabSz="533400">
            <a:lnSpc>
              <a:spcPct val="90000"/>
            </a:lnSpc>
            <a:spcBef>
              <a:spcPct val="0"/>
            </a:spcBef>
            <a:spcAft>
              <a:spcPct val="35000"/>
            </a:spcAft>
            <a:buNone/>
          </a:pPr>
          <a:r>
            <a:rPr lang="en-US" sz="1200" b="1" kern="1200" dirty="0"/>
            <a:t>1) Attention !</a:t>
          </a:r>
        </a:p>
        <a:p>
          <a:pPr marL="57150" lvl="1" indent="-57150" algn="l" defTabSz="400050">
            <a:lnSpc>
              <a:spcPct val="90000"/>
            </a:lnSpc>
            <a:spcBef>
              <a:spcPct val="0"/>
            </a:spcBef>
            <a:spcAft>
              <a:spcPct val="15000"/>
            </a:spcAft>
            <a:buChar char="•"/>
          </a:pPr>
          <a:r>
            <a:rPr lang="en-US" sz="900" i="1" kern="1200" dirty="0"/>
            <a:t>“Look here quick !”</a:t>
          </a:r>
        </a:p>
        <a:p>
          <a:pPr marL="57150" lvl="1" indent="-57150" algn="l" defTabSz="400050">
            <a:lnSpc>
              <a:spcPct val="90000"/>
            </a:lnSpc>
            <a:spcBef>
              <a:spcPct val="0"/>
            </a:spcBef>
            <a:spcAft>
              <a:spcPct val="15000"/>
            </a:spcAft>
            <a:buChar char="•"/>
          </a:pPr>
          <a:r>
            <a:rPr lang="en-US" sz="900" kern="1200" dirty="0"/>
            <a:t>Our content deserves to be opened</a:t>
          </a:r>
        </a:p>
      </dsp:txBody>
      <dsp:txXfrm>
        <a:off x="157697" y="2982085"/>
        <a:ext cx="1397892" cy="1225334"/>
      </dsp:txXfrm>
    </dsp:sp>
    <dsp:sp modelId="{FC54635E-1CFA-4F93-B566-34FFF4B7EE1B}">
      <dsp:nvSpPr>
        <dsp:cNvPr id="0" name=""/>
        <dsp:cNvSpPr/>
      </dsp:nvSpPr>
      <dsp:spPr>
        <a:xfrm>
          <a:off x="1291837" y="2405457"/>
          <a:ext cx="263753" cy="263753"/>
        </a:xfrm>
        <a:prstGeom prst="triangle">
          <a:avLst>
            <a:gd name="adj" fmla="val 100000"/>
          </a:avLst>
        </a:prstGeom>
        <a:solidFill>
          <a:schemeClr val="bg1">
            <a:lumMod val="85000"/>
          </a:schemeClr>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C4049009-0DF7-4B56-8EE8-A235AC9147E0}">
      <dsp:nvSpPr>
        <dsp:cNvPr id="0" name=""/>
        <dsp:cNvSpPr/>
      </dsp:nvSpPr>
      <dsp:spPr>
        <a:xfrm rot="5400000">
          <a:off x="2024320" y="2095990"/>
          <a:ext cx="930533" cy="1548387"/>
        </a:xfrm>
        <a:prstGeom prst="corner">
          <a:avLst>
            <a:gd name="adj1" fmla="val 16120"/>
            <a:gd name="adj2" fmla="val 16110"/>
          </a:avLst>
        </a:prstGeom>
        <a:solidFill>
          <a:schemeClr val="bg1">
            <a:lumMod val="85000"/>
          </a:schemeClr>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3C232351-2668-409A-900D-BAAD4244B760}">
      <dsp:nvSpPr>
        <dsp:cNvPr id="0" name=""/>
        <dsp:cNvSpPr/>
      </dsp:nvSpPr>
      <dsp:spPr>
        <a:xfrm>
          <a:off x="1868991" y="2558624"/>
          <a:ext cx="1397892" cy="122533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5720" tIns="45720" rIns="45720" bIns="45720" numCol="1" spcCol="1270" anchor="t" anchorCtr="0">
          <a:noAutofit/>
        </a:bodyPr>
        <a:lstStyle/>
        <a:p>
          <a:pPr marL="0" lvl="0" indent="0" algn="l" defTabSz="533400">
            <a:lnSpc>
              <a:spcPct val="90000"/>
            </a:lnSpc>
            <a:spcBef>
              <a:spcPct val="0"/>
            </a:spcBef>
            <a:spcAft>
              <a:spcPct val="35000"/>
            </a:spcAft>
            <a:buNone/>
          </a:pPr>
          <a:r>
            <a:rPr lang="en-US" sz="1200" b="1" kern="1200" dirty="0"/>
            <a:t>2) Activation</a:t>
          </a:r>
        </a:p>
        <a:p>
          <a:pPr marL="57150" lvl="1" indent="-57150" algn="l" defTabSz="400050">
            <a:lnSpc>
              <a:spcPct val="90000"/>
            </a:lnSpc>
            <a:spcBef>
              <a:spcPct val="0"/>
            </a:spcBef>
            <a:spcAft>
              <a:spcPct val="15000"/>
            </a:spcAft>
            <a:buChar char="•"/>
          </a:pPr>
          <a:r>
            <a:rPr lang="en-US" sz="900" i="1" kern="1200" dirty="0"/>
            <a:t>“Give a try, it’s easy”</a:t>
          </a:r>
        </a:p>
        <a:p>
          <a:pPr marL="57150" lvl="1" indent="-57150" algn="l" defTabSz="400050">
            <a:lnSpc>
              <a:spcPct val="90000"/>
            </a:lnSpc>
            <a:spcBef>
              <a:spcPct val="0"/>
            </a:spcBef>
            <a:spcAft>
              <a:spcPct val="15000"/>
            </a:spcAft>
            <a:buChar char="•"/>
          </a:pPr>
          <a:r>
            <a:rPr lang="en-US" sz="900" kern="1200" dirty="0"/>
            <a:t>Our content deserves to be consumed (read, listened, watched, played …)</a:t>
          </a:r>
        </a:p>
      </dsp:txBody>
      <dsp:txXfrm>
        <a:off x="1868991" y="2558624"/>
        <a:ext cx="1397892" cy="1225334"/>
      </dsp:txXfrm>
    </dsp:sp>
    <dsp:sp modelId="{6EE647C3-EE94-495B-A1BC-2BD31E7FB284}">
      <dsp:nvSpPr>
        <dsp:cNvPr id="0" name=""/>
        <dsp:cNvSpPr/>
      </dsp:nvSpPr>
      <dsp:spPr>
        <a:xfrm>
          <a:off x="3003130" y="1981996"/>
          <a:ext cx="263753" cy="263753"/>
        </a:xfrm>
        <a:prstGeom prst="triangle">
          <a:avLst>
            <a:gd name="adj" fmla="val 100000"/>
          </a:avLst>
        </a:prstGeom>
        <a:solidFill>
          <a:srgbClr val="EC7B2B"/>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FDF54EAE-F346-4C3A-BE66-A827058CB016}">
      <dsp:nvSpPr>
        <dsp:cNvPr id="0" name=""/>
        <dsp:cNvSpPr/>
      </dsp:nvSpPr>
      <dsp:spPr>
        <a:xfrm rot="5400000">
          <a:off x="3735614" y="1672528"/>
          <a:ext cx="930533" cy="1548387"/>
        </a:xfrm>
        <a:prstGeom prst="corner">
          <a:avLst>
            <a:gd name="adj1" fmla="val 16120"/>
            <a:gd name="adj2" fmla="val 16110"/>
          </a:avLst>
        </a:prstGeom>
        <a:solidFill>
          <a:srgbClr val="EC7B2B"/>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41FFB49D-2989-4461-B425-3CC078C84917}">
      <dsp:nvSpPr>
        <dsp:cNvPr id="0" name=""/>
        <dsp:cNvSpPr/>
      </dsp:nvSpPr>
      <dsp:spPr>
        <a:xfrm>
          <a:off x="3580285" y="2135163"/>
          <a:ext cx="1397892" cy="122533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5720" tIns="45720" rIns="45720" bIns="45720" numCol="1" spcCol="1270" anchor="t" anchorCtr="0">
          <a:noAutofit/>
        </a:bodyPr>
        <a:lstStyle/>
        <a:p>
          <a:pPr marL="0" lvl="0" indent="0" algn="l" defTabSz="533400">
            <a:lnSpc>
              <a:spcPct val="90000"/>
            </a:lnSpc>
            <a:spcBef>
              <a:spcPct val="0"/>
            </a:spcBef>
            <a:spcAft>
              <a:spcPct val="35000"/>
            </a:spcAft>
            <a:buNone/>
          </a:pPr>
          <a:r>
            <a:rPr lang="en-US" sz="1200" b="1" kern="1200" dirty="0"/>
            <a:t>3) Value confirmation</a:t>
          </a:r>
        </a:p>
        <a:p>
          <a:pPr marL="57150" lvl="1" indent="-57150" algn="l" defTabSz="400050">
            <a:lnSpc>
              <a:spcPct val="90000"/>
            </a:lnSpc>
            <a:spcBef>
              <a:spcPct val="0"/>
            </a:spcBef>
            <a:spcAft>
              <a:spcPct val="15000"/>
            </a:spcAft>
            <a:buChar char="•"/>
          </a:pPr>
          <a:r>
            <a:rPr lang="en-US" sz="900" i="1" kern="1200" dirty="0"/>
            <a:t>“Give us a rating (or a like!)”</a:t>
          </a:r>
        </a:p>
        <a:p>
          <a:pPr marL="57150" lvl="1" indent="-57150" algn="l" defTabSz="400050">
            <a:lnSpc>
              <a:spcPct val="90000"/>
            </a:lnSpc>
            <a:spcBef>
              <a:spcPct val="0"/>
            </a:spcBef>
            <a:spcAft>
              <a:spcPct val="15000"/>
            </a:spcAft>
            <a:buChar char="•"/>
          </a:pPr>
          <a:r>
            <a:rPr lang="en-US" sz="900" kern="1200" dirty="0"/>
            <a:t>Our content is valuable enough to be validated</a:t>
          </a:r>
        </a:p>
      </dsp:txBody>
      <dsp:txXfrm>
        <a:off x="3580285" y="2135163"/>
        <a:ext cx="1397892" cy="1225334"/>
      </dsp:txXfrm>
    </dsp:sp>
    <dsp:sp modelId="{6BD65D1B-AC3F-463A-9044-842725D46E17}">
      <dsp:nvSpPr>
        <dsp:cNvPr id="0" name=""/>
        <dsp:cNvSpPr/>
      </dsp:nvSpPr>
      <dsp:spPr>
        <a:xfrm>
          <a:off x="4714424" y="1558534"/>
          <a:ext cx="263753" cy="263753"/>
        </a:xfrm>
        <a:prstGeom prst="triangle">
          <a:avLst>
            <a:gd name="adj" fmla="val 100000"/>
          </a:avLst>
        </a:prstGeom>
        <a:solidFill>
          <a:srgbClr val="EC7B2B"/>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14B1C58C-96FC-4CBB-980F-3435E1A56BE8}">
      <dsp:nvSpPr>
        <dsp:cNvPr id="0" name=""/>
        <dsp:cNvSpPr/>
      </dsp:nvSpPr>
      <dsp:spPr>
        <a:xfrm rot="5400000">
          <a:off x="5446908" y="1249067"/>
          <a:ext cx="930533" cy="1548387"/>
        </a:xfrm>
        <a:prstGeom prst="corner">
          <a:avLst>
            <a:gd name="adj1" fmla="val 16120"/>
            <a:gd name="adj2" fmla="val 16110"/>
          </a:avLst>
        </a:prstGeom>
        <a:solidFill>
          <a:srgbClr val="EC7B2B"/>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BCB6E0A9-6E0F-4A27-BF17-10F454A714DD}">
      <dsp:nvSpPr>
        <dsp:cNvPr id="0" name=""/>
        <dsp:cNvSpPr/>
      </dsp:nvSpPr>
      <dsp:spPr>
        <a:xfrm>
          <a:off x="5291578" y="1711701"/>
          <a:ext cx="1397892" cy="122533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5720" tIns="45720" rIns="45720" bIns="45720" numCol="1" spcCol="1270" anchor="t" anchorCtr="0">
          <a:noAutofit/>
        </a:bodyPr>
        <a:lstStyle/>
        <a:p>
          <a:pPr marL="0" lvl="0" indent="0" algn="l" defTabSz="533400">
            <a:lnSpc>
              <a:spcPct val="90000"/>
            </a:lnSpc>
            <a:spcBef>
              <a:spcPct val="0"/>
            </a:spcBef>
            <a:spcAft>
              <a:spcPct val="35000"/>
            </a:spcAft>
            <a:buNone/>
          </a:pPr>
          <a:r>
            <a:rPr lang="en-US" sz="1200" b="1" kern="1200" dirty="0"/>
            <a:t>4) Contribution</a:t>
          </a:r>
        </a:p>
        <a:p>
          <a:pPr marL="57150" lvl="1" indent="-57150" algn="l" defTabSz="400050">
            <a:lnSpc>
              <a:spcPct val="90000"/>
            </a:lnSpc>
            <a:spcBef>
              <a:spcPct val="0"/>
            </a:spcBef>
            <a:spcAft>
              <a:spcPct val="15000"/>
            </a:spcAft>
            <a:buChar char="•"/>
          </a:pPr>
          <a:r>
            <a:rPr lang="en-US" sz="900" i="1" kern="1200" dirty="0"/>
            <a:t>“Give us your comments !”</a:t>
          </a:r>
        </a:p>
        <a:p>
          <a:pPr marL="57150" lvl="1" indent="-57150" algn="l" defTabSz="400050">
            <a:lnSpc>
              <a:spcPct val="90000"/>
            </a:lnSpc>
            <a:spcBef>
              <a:spcPct val="0"/>
            </a:spcBef>
            <a:spcAft>
              <a:spcPct val="15000"/>
            </a:spcAft>
            <a:buChar char="•"/>
          </a:pPr>
          <a:r>
            <a:rPr lang="en-US" sz="900" kern="1200" dirty="0"/>
            <a:t>Our content is important enough to be discussed (social content is added to the content)</a:t>
          </a:r>
        </a:p>
      </dsp:txBody>
      <dsp:txXfrm>
        <a:off x="5291578" y="1711701"/>
        <a:ext cx="1397892" cy="1225334"/>
      </dsp:txXfrm>
    </dsp:sp>
    <dsp:sp modelId="{621BC79D-194B-46C2-8CE4-368724AC50EB}">
      <dsp:nvSpPr>
        <dsp:cNvPr id="0" name=""/>
        <dsp:cNvSpPr/>
      </dsp:nvSpPr>
      <dsp:spPr>
        <a:xfrm>
          <a:off x="6425718" y="1135073"/>
          <a:ext cx="263753" cy="263753"/>
        </a:xfrm>
        <a:prstGeom prst="triangle">
          <a:avLst>
            <a:gd name="adj" fmla="val 100000"/>
          </a:avLst>
        </a:prstGeom>
        <a:solidFill>
          <a:srgbClr val="EC7B2B"/>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8231CA90-10E3-46A6-A5BB-B62FA5752189}">
      <dsp:nvSpPr>
        <dsp:cNvPr id="0" name=""/>
        <dsp:cNvSpPr/>
      </dsp:nvSpPr>
      <dsp:spPr>
        <a:xfrm rot="5400000">
          <a:off x="7158201" y="825606"/>
          <a:ext cx="930533" cy="1548387"/>
        </a:xfrm>
        <a:prstGeom prst="corner">
          <a:avLst>
            <a:gd name="adj1" fmla="val 16120"/>
            <a:gd name="adj2" fmla="val 16110"/>
          </a:avLst>
        </a:prstGeom>
        <a:solidFill>
          <a:srgbClr val="3494BA"/>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5CF119C6-ABFB-4CDD-9B69-E69F67B6F6FB}">
      <dsp:nvSpPr>
        <dsp:cNvPr id="0" name=""/>
        <dsp:cNvSpPr/>
      </dsp:nvSpPr>
      <dsp:spPr>
        <a:xfrm>
          <a:off x="7002872" y="1288240"/>
          <a:ext cx="1397892" cy="122533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5720" tIns="45720" rIns="45720" bIns="45720" numCol="1" spcCol="1270" anchor="t" anchorCtr="0">
          <a:noAutofit/>
        </a:bodyPr>
        <a:lstStyle/>
        <a:p>
          <a:pPr marL="0" lvl="0" indent="0" algn="l" defTabSz="533400">
            <a:lnSpc>
              <a:spcPct val="90000"/>
            </a:lnSpc>
            <a:spcBef>
              <a:spcPct val="0"/>
            </a:spcBef>
            <a:spcAft>
              <a:spcPct val="35000"/>
            </a:spcAft>
            <a:buNone/>
          </a:pPr>
          <a:r>
            <a:rPr lang="en-US" sz="1200" b="1" kern="1200" dirty="0"/>
            <a:t>5) Sharing</a:t>
          </a:r>
        </a:p>
        <a:p>
          <a:pPr marL="57150" lvl="1" indent="-57150" algn="l" defTabSz="400050">
            <a:lnSpc>
              <a:spcPct val="90000"/>
            </a:lnSpc>
            <a:spcBef>
              <a:spcPct val="0"/>
            </a:spcBef>
            <a:spcAft>
              <a:spcPct val="15000"/>
            </a:spcAft>
            <a:buChar char="•"/>
          </a:pPr>
          <a:r>
            <a:rPr lang="en-US" sz="900" kern="1200" dirty="0"/>
            <a:t>“Please share”</a:t>
          </a:r>
        </a:p>
        <a:p>
          <a:pPr marL="57150" lvl="1" indent="-57150" algn="l" defTabSz="400050">
            <a:lnSpc>
              <a:spcPct val="90000"/>
            </a:lnSpc>
            <a:spcBef>
              <a:spcPct val="0"/>
            </a:spcBef>
            <a:spcAft>
              <a:spcPct val="15000"/>
            </a:spcAft>
            <a:buChar char="•"/>
          </a:pPr>
          <a:r>
            <a:rPr lang="en-US" sz="900" kern="1200" dirty="0"/>
            <a:t>Our content is important enough to be shared </a:t>
          </a:r>
        </a:p>
      </dsp:txBody>
      <dsp:txXfrm>
        <a:off x="7002872" y="1288240"/>
        <a:ext cx="1397892" cy="1225334"/>
      </dsp:txXfrm>
    </dsp:sp>
    <dsp:sp modelId="{D47D2D30-ADE3-4244-896A-D208A438408A}">
      <dsp:nvSpPr>
        <dsp:cNvPr id="0" name=""/>
        <dsp:cNvSpPr/>
      </dsp:nvSpPr>
      <dsp:spPr>
        <a:xfrm>
          <a:off x="8137012" y="711612"/>
          <a:ext cx="263753" cy="263753"/>
        </a:xfrm>
        <a:prstGeom prst="triangle">
          <a:avLst>
            <a:gd name="adj" fmla="val 100000"/>
          </a:avLst>
        </a:prstGeom>
        <a:solidFill>
          <a:srgbClr val="3494BA"/>
        </a:solidFill>
        <a:ln w="12700" cap="flat" cmpd="sng" algn="ctr">
          <a:solidFill>
            <a:srgbClr val="3494BA"/>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C5DBB8E-B43D-443A-BEBF-B02BF77B99C3}">
      <dsp:nvSpPr>
        <dsp:cNvPr id="0" name=""/>
        <dsp:cNvSpPr/>
      </dsp:nvSpPr>
      <dsp:spPr>
        <a:xfrm rot="5400000">
          <a:off x="8869495" y="402144"/>
          <a:ext cx="930533" cy="1548387"/>
        </a:xfrm>
        <a:prstGeom prst="corner">
          <a:avLst>
            <a:gd name="adj1" fmla="val 16120"/>
            <a:gd name="adj2" fmla="val 16110"/>
          </a:avLst>
        </a:prstGeom>
        <a:solidFill>
          <a:srgbClr val="3494BA"/>
        </a:solidFill>
        <a:ln w="12700" cap="flat" cmpd="sng" algn="ctr">
          <a:solidFill>
            <a:srgbClr val="3494BA"/>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9F16169-C9BF-47E2-8CB1-3EE9195EB957}">
      <dsp:nvSpPr>
        <dsp:cNvPr id="0" name=""/>
        <dsp:cNvSpPr/>
      </dsp:nvSpPr>
      <dsp:spPr>
        <a:xfrm>
          <a:off x="8714166" y="864779"/>
          <a:ext cx="1397892" cy="122533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5720" tIns="45720" rIns="45720" bIns="45720" numCol="1" spcCol="1270" anchor="t" anchorCtr="0">
          <a:noAutofit/>
        </a:bodyPr>
        <a:lstStyle/>
        <a:p>
          <a:pPr marL="0" lvl="0" indent="0" algn="l" defTabSz="533400">
            <a:lnSpc>
              <a:spcPct val="90000"/>
            </a:lnSpc>
            <a:spcBef>
              <a:spcPct val="0"/>
            </a:spcBef>
            <a:spcAft>
              <a:spcPct val="35000"/>
            </a:spcAft>
            <a:buNone/>
          </a:pPr>
          <a:r>
            <a:rPr lang="en-US" sz="1200" b="1" kern="1200" dirty="0"/>
            <a:t>6) Reference</a:t>
          </a:r>
        </a:p>
        <a:p>
          <a:pPr marL="57150" lvl="1" indent="-57150" algn="l" defTabSz="400050">
            <a:lnSpc>
              <a:spcPct val="90000"/>
            </a:lnSpc>
            <a:spcBef>
              <a:spcPct val="0"/>
            </a:spcBef>
            <a:spcAft>
              <a:spcPct val="15000"/>
            </a:spcAft>
            <a:buChar char="•"/>
          </a:pPr>
          <a:r>
            <a:rPr lang="en-US" sz="900" kern="1200" dirty="0"/>
            <a:t>“Feel free to mention”</a:t>
          </a:r>
        </a:p>
        <a:p>
          <a:pPr marL="57150" lvl="1" indent="-57150" algn="l" defTabSz="400050">
            <a:lnSpc>
              <a:spcPct val="90000"/>
            </a:lnSpc>
            <a:spcBef>
              <a:spcPct val="0"/>
            </a:spcBef>
            <a:spcAft>
              <a:spcPct val="15000"/>
            </a:spcAft>
            <a:buChar char="•"/>
          </a:pPr>
          <a:r>
            <a:rPr lang="en-US" sz="900" kern="1200" dirty="0"/>
            <a:t>Our content is valuable enough to be used as a reference in other content</a:t>
          </a:r>
        </a:p>
      </dsp:txBody>
      <dsp:txXfrm>
        <a:off x="8714166" y="864779"/>
        <a:ext cx="1397892" cy="1225334"/>
      </dsp:txXfrm>
    </dsp:sp>
    <dsp:sp modelId="{35E4B48D-612C-4074-B656-1246F02FB0FA}">
      <dsp:nvSpPr>
        <dsp:cNvPr id="0" name=""/>
        <dsp:cNvSpPr/>
      </dsp:nvSpPr>
      <dsp:spPr>
        <a:xfrm>
          <a:off x="9848305" y="288150"/>
          <a:ext cx="263753" cy="263753"/>
        </a:xfrm>
        <a:prstGeom prst="triangle">
          <a:avLst>
            <a:gd name="adj" fmla="val 100000"/>
          </a:avLst>
        </a:prstGeom>
        <a:solidFill>
          <a:schemeClr val="accent1"/>
        </a:solidFill>
        <a:ln w="12700" cap="flat" cmpd="sng" algn="ctr">
          <a:solidFill>
            <a:schemeClr val="accent1"/>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F889921-57BB-4603-AA76-C547E1BF8E5F}">
      <dsp:nvSpPr>
        <dsp:cNvPr id="0" name=""/>
        <dsp:cNvSpPr/>
      </dsp:nvSpPr>
      <dsp:spPr>
        <a:xfrm rot="5400000">
          <a:off x="10580789" y="-21316"/>
          <a:ext cx="930533" cy="1548387"/>
        </a:xfrm>
        <a:prstGeom prst="corner">
          <a:avLst>
            <a:gd name="adj1" fmla="val 16120"/>
            <a:gd name="adj2" fmla="val 16110"/>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B180237-7383-4D07-BB36-8A77B59B6D7F}">
      <dsp:nvSpPr>
        <dsp:cNvPr id="0" name=""/>
        <dsp:cNvSpPr/>
      </dsp:nvSpPr>
      <dsp:spPr>
        <a:xfrm>
          <a:off x="10425460" y="441317"/>
          <a:ext cx="1397892" cy="122533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5720" tIns="45720" rIns="45720" bIns="45720" numCol="1" spcCol="1270" anchor="t" anchorCtr="0">
          <a:noAutofit/>
        </a:bodyPr>
        <a:lstStyle/>
        <a:p>
          <a:pPr marL="0" lvl="0" indent="0" algn="l" defTabSz="533400">
            <a:lnSpc>
              <a:spcPct val="90000"/>
            </a:lnSpc>
            <a:spcBef>
              <a:spcPct val="0"/>
            </a:spcBef>
            <a:spcAft>
              <a:spcPct val="35000"/>
            </a:spcAft>
            <a:buNone/>
          </a:pPr>
          <a:r>
            <a:rPr lang="en-US" sz="1200" b="1" kern="1200" dirty="0"/>
            <a:t>7) Gathering</a:t>
          </a:r>
        </a:p>
        <a:p>
          <a:pPr marL="57150" lvl="1" indent="-57150" algn="l" defTabSz="400050">
            <a:lnSpc>
              <a:spcPct val="90000"/>
            </a:lnSpc>
            <a:spcBef>
              <a:spcPct val="0"/>
            </a:spcBef>
            <a:spcAft>
              <a:spcPct val="15000"/>
            </a:spcAft>
            <a:buChar char="•"/>
          </a:pPr>
          <a:r>
            <a:rPr lang="en-US" sz="900" b="0" kern="1200" dirty="0"/>
            <a:t>“Join the others”</a:t>
          </a:r>
        </a:p>
        <a:p>
          <a:pPr marL="57150" lvl="1" indent="-57150" algn="l" defTabSz="400050">
            <a:lnSpc>
              <a:spcPct val="90000"/>
            </a:lnSpc>
            <a:spcBef>
              <a:spcPct val="0"/>
            </a:spcBef>
            <a:spcAft>
              <a:spcPct val="15000"/>
            </a:spcAft>
            <a:buChar char="•"/>
          </a:pPr>
          <a:r>
            <a:rPr lang="en-US" sz="900" b="0" kern="1200" dirty="0"/>
            <a:t>Our content is good enough for people to gather by themselves around</a:t>
          </a:r>
        </a:p>
      </dsp:txBody>
      <dsp:txXfrm>
        <a:off x="10425460" y="441317"/>
        <a:ext cx="1397892" cy="1225334"/>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91C4A35-AB1B-4C89-9012-4D815899236A}">
      <dsp:nvSpPr>
        <dsp:cNvPr id="0" name=""/>
        <dsp:cNvSpPr/>
      </dsp:nvSpPr>
      <dsp:spPr>
        <a:xfrm>
          <a:off x="271721" y="0"/>
          <a:ext cx="4505406" cy="4505406"/>
        </a:xfrm>
        <a:prstGeom prst="quadArrow">
          <a:avLst>
            <a:gd name="adj1" fmla="val 2000"/>
            <a:gd name="adj2" fmla="val 4000"/>
            <a:gd name="adj3" fmla="val 5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2C6944C-965A-4B4D-9C78-CD9F058004EE}">
      <dsp:nvSpPr>
        <dsp:cNvPr id="0" name=""/>
        <dsp:cNvSpPr/>
      </dsp:nvSpPr>
      <dsp:spPr>
        <a:xfrm>
          <a:off x="564572" y="292851"/>
          <a:ext cx="1802162" cy="1802162"/>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b="1" kern="1200" dirty="0"/>
            <a:t>Example : </a:t>
          </a:r>
          <a:r>
            <a:rPr lang="en-US" sz="1800" kern="1200" dirty="0"/>
            <a:t>Business opportunity  sharing community</a:t>
          </a:r>
        </a:p>
      </dsp:txBody>
      <dsp:txXfrm>
        <a:off x="652546" y="380825"/>
        <a:ext cx="1626214" cy="1626214"/>
      </dsp:txXfrm>
    </dsp:sp>
    <dsp:sp modelId="{80BE38E1-7F02-41C1-B9E4-D01CE55E2CAE}">
      <dsp:nvSpPr>
        <dsp:cNvPr id="0" name=""/>
        <dsp:cNvSpPr/>
      </dsp:nvSpPr>
      <dsp:spPr>
        <a:xfrm>
          <a:off x="2682113" y="292851"/>
          <a:ext cx="1802162" cy="1802162"/>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b="1" kern="1200" dirty="0"/>
            <a:t>Example : </a:t>
          </a:r>
          <a:r>
            <a:rPr lang="en-US" sz="1800" kern="1200" dirty="0"/>
            <a:t>Cybersecurity Community</a:t>
          </a:r>
        </a:p>
      </dsp:txBody>
      <dsp:txXfrm>
        <a:off x="2770087" y="380825"/>
        <a:ext cx="1626214" cy="1626214"/>
      </dsp:txXfrm>
    </dsp:sp>
    <dsp:sp modelId="{54C98DBC-967C-4B83-82B0-7594891B9DF1}">
      <dsp:nvSpPr>
        <dsp:cNvPr id="0" name=""/>
        <dsp:cNvSpPr/>
      </dsp:nvSpPr>
      <dsp:spPr>
        <a:xfrm>
          <a:off x="564572" y="2410392"/>
          <a:ext cx="1802162" cy="1802162"/>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b="1" kern="1200" dirty="0"/>
            <a:t>Example : </a:t>
          </a:r>
          <a:r>
            <a:rPr lang="en-US" sz="1800" kern="1200" dirty="0"/>
            <a:t>Company’s Football club </a:t>
          </a:r>
        </a:p>
      </dsp:txBody>
      <dsp:txXfrm>
        <a:off x="652546" y="2498366"/>
        <a:ext cx="1626214" cy="1626214"/>
      </dsp:txXfrm>
    </dsp:sp>
    <dsp:sp modelId="{4AD6F6A6-C812-4581-82B2-3966CF1D347B}">
      <dsp:nvSpPr>
        <dsp:cNvPr id="0" name=""/>
        <dsp:cNvSpPr/>
      </dsp:nvSpPr>
      <dsp:spPr>
        <a:xfrm>
          <a:off x="2682113" y="2410392"/>
          <a:ext cx="1802162" cy="1802162"/>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b="1" kern="1200" dirty="0"/>
            <a:t>Example : </a:t>
          </a:r>
          <a:r>
            <a:rPr lang="en-US" sz="1800" kern="1200" dirty="0"/>
            <a:t>Corporate Alumni</a:t>
          </a:r>
        </a:p>
      </dsp:txBody>
      <dsp:txXfrm>
        <a:off x="2770087" y="2498366"/>
        <a:ext cx="1626214" cy="1626214"/>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8AA3E52-F105-4DEF-93EE-5CF362D8832C}">
      <dsp:nvSpPr>
        <dsp:cNvPr id="0" name=""/>
        <dsp:cNvSpPr/>
      </dsp:nvSpPr>
      <dsp:spPr>
        <a:xfrm>
          <a:off x="75500" y="432108"/>
          <a:ext cx="1862336" cy="1862336"/>
        </a:xfrm>
        <a:prstGeom prst="ellipse">
          <a:avLst/>
        </a:prstGeom>
        <a:solidFill>
          <a:srgbClr val="EC7B2B">
            <a:alpha val="50000"/>
          </a:srgb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tx1"/>
        </a:fontRef>
      </dsp:style>
      <dsp:txBody>
        <a:bodyPr spcFirstLastPara="0" vert="horz" wrap="square" lIns="0" tIns="0" rIns="0" bIns="0" numCol="1" spcCol="1270" anchor="ctr" anchorCtr="0">
          <a:noAutofit/>
        </a:bodyPr>
        <a:lstStyle/>
        <a:p>
          <a:pPr marL="0" lvl="0" indent="0" algn="ctr" defTabSz="666750">
            <a:lnSpc>
              <a:spcPct val="90000"/>
            </a:lnSpc>
            <a:spcBef>
              <a:spcPct val="0"/>
            </a:spcBef>
            <a:spcAft>
              <a:spcPct val="35000"/>
            </a:spcAft>
            <a:buNone/>
          </a:pPr>
          <a:r>
            <a:rPr lang="en-US" sz="1500" kern="1200" dirty="0"/>
            <a:t>Our Community</a:t>
          </a:r>
        </a:p>
      </dsp:txBody>
      <dsp:txXfrm>
        <a:off x="335556" y="651718"/>
        <a:ext cx="1073779" cy="1423117"/>
      </dsp:txXfrm>
    </dsp:sp>
    <dsp:sp modelId="{4ADD6E9E-1418-47E4-BF3C-CC6F38261B07}">
      <dsp:nvSpPr>
        <dsp:cNvPr id="0" name=""/>
        <dsp:cNvSpPr/>
      </dsp:nvSpPr>
      <dsp:spPr>
        <a:xfrm>
          <a:off x="1371408" y="432108"/>
          <a:ext cx="1862336" cy="1862336"/>
        </a:xfrm>
        <a:prstGeom prst="ellipse">
          <a:avLst/>
        </a:prstGeom>
        <a:solidFill>
          <a:schemeClr val="accent1">
            <a:alpha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tx1"/>
        </a:fontRef>
      </dsp:style>
      <dsp:txBody>
        <a:bodyPr spcFirstLastPara="0" vert="horz" wrap="square" lIns="0" tIns="0" rIns="0" bIns="0" numCol="1" spcCol="1270" anchor="ctr" anchorCtr="0">
          <a:noAutofit/>
        </a:bodyPr>
        <a:lstStyle/>
        <a:p>
          <a:pPr marL="0" lvl="0" indent="0" algn="ctr" defTabSz="666750">
            <a:lnSpc>
              <a:spcPct val="90000"/>
            </a:lnSpc>
            <a:spcBef>
              <a:spcPct val="0"/>
            </a:spcBef>
            <a:spcAft>
              <a:spcPct val="35000"/>
            </a:spcAft>
            <a:buNone/>
          </a:pPr>
          <a:r>
            <a:rPr lang="en-US" sz="1500" kern="1200" dirty="0"/>
            <a:t>Community B</a:t>
          </a:r>
        </a:p>
      </dsp:txBody>
      <dsp:txXfrm>
        <a:off x="1899909" y="651718"/>
        <a:ext cx="1073779" cy="1423117"/>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A9FF5F8-D918-4C5B-8F8D-6AA97118B5B3}">
      <dsp:nvSpPr>
        <dsp:cNvPr id="0" name=""/>
        <dsp:cNvSpPr/>
      </dsp:nvSpPr>
      <dsp:spPr>
        <a:xfrm>
          <a:off x="2152" y="2215553"/>
          <a:ext cx="1118437" cy="559218"/>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 tIns="5715" rIns="5715" bIns="5715" numCol="1" spcCol="1270" anchor="ctr" anchorCtr="0">
          <a:noAutofit/>
        </a:bodyPr>
        <a:lstStyle/>
        <a:p>
          <a:pPr marL="0" lvl="0" indent="0" algn="ctr" defTabSz="400050">
            <a:lnSpc>
              <a:spcPct val="90000"/>
            </a:lnSpc>
            <a:spcBef>
              <a:spcPct val="0"/>
            </a:spcBef>
            <a:spcAft>
              <a:spcPct val="35000"/>
            </a:spcAft>
            <a:buNone/>
          </a:pPr>
          <a:endParaRPr lang="en-US" sz="900" kern="1200" dirty="0"/>
        </a:p>
      </dsp:txBody>
      <dsp:txXfrm>
        <a:off x="18531" y="2231932"/>
        <a:ext cx="1085679" cy="526460"/>
      </dsp:txXfrm>
    </dsp:sp>
    <dsp:sp modelId="{D20800DF-786F-4F46-BC8E-7C08B0011206}">
      <dsp:nvSpPr>
        <dsp:cNvPr id="0" name=""/>
        <dsp:cNvSpPr/>
      </dsp:nvSpPr>
      <dsp:spPr>
        <a:xfrm rot="17350740">
          <a:off x="663384" y="1841976"/>
          <a:ext cx="1361786" cy="20170"/>
        </a:xfrm>
        <a:custGeom>
          <a:avLst/>
          <a:gdLst/>
          <a:ahLst/>
          <a:cxnLst/>
          <a:rect l="0" t="0" r="0" b="0"/>
          <a:pathLst>
            <a:path>
              <a:moveTo>
                <a:pt x="0" y="10085"/>
              </a:moveTo>
              <a:lnTo>
                <a:pt x="1361786" y="10085"/>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1310233" y="1818016"/>
        <a:ext cx="68089" cy="68089"/>
      </dsp:txXfrm>
    </dsp:sp>
    <dsp:sp modelId="{337B761F-BAA9-446C-A8E3-99D1120EE415}">
      <dsp:nvSpPr>
        <dsp:cNvPr id="0" name=""/>
        <dsp:cNvSpPr/>
      </dsp:nvSpPr>
      <dsp:spPr>
        <a:xfrm>
          <a:off x="1567965" y="929350"/>
          <a:ext cx="1118437" cy="559218"/>
        </a:xfrm>
        <a:prstGeom prst="roundRect">
          <a:avLst>
            <a:gd name="adj" fmla="val 10000"/>
          </a:avLst>
        </a:prstGeom>
        <a:solidFill>
          <a:schemeClr val="tx1"/>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 tIns="5715" rIns="5715" bIns="5715" numCol="1" spcCol="1270" anchor="ctr" anchorCtr="0">
          <a:noAutofit/>
        </a:bodyPr>
        <a:lstStyle/>
        <a:p>
          <a:pPr marL="0" lvl="0" indent="0" algn="ctr" defTabSz="400050">
            <a:lnSpc>
              <a:spcPct val="90000"/>
            </a:lnSpc>
            <a:spcBef>
              <a:spcPct val="0"/>
            </a:spcBef>
            <a:spcAft>
              <a:spcPct val="35000"/>
            </a:spcAft>
            <a:buNone/>
          </a:pPr>
          <a:r>
            <a:rPr lang="en-US" sz="900" kern="1200" dirty="0"/>
            <a:t>Compete</a:t>
          </a:r>
        </a:p>
      </dsp:txBody>
      <dsp:txXfrm>
        <a:off x="1584344" y="945729"/>
        <a:ext cx="1085679" cy="526460"/>
      </dsp:txXfrm>
    </dsp:sp>
    <dsp:sp modelId="{64ED4F26-6F6D-4A7A-BB9C-168A4173F247}">
      <dsp:nvSpPr>
        <dsp:cNvPr id="0" name=""/>
        <dsp:cNvSpPr/>
      </dsp:nvSpPr>
      <dsp:spPr>
        <a:xfrm rot="19457599">
          <a:off x="2634618" y="1038099"/>
          <a:ext cx="550943" cy="20170"/>
        </a:xfrm>
        <a:custGeom>
          <a:avLst/>
          <a:gdLst/>
          <a:ahLst/>
          <a:cxnLst/>
          <a:rect l="0" t="0" r="0" b="0"/>
          <a:pathLst>
            <a:path>
              <a:moveTo>
                <a:pt x="0" y="10085"/>
              </a:moveTo>
              <a:lnTo>
                <a:pt x="550943" y="10085"/>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896316" y="1034411"/>
        <a:ext cx="27547" cy="27547"/>
      </dsp:txXfrm>
    </dsp:sp>
    <dsp:sp modelId="{713C6B1F-5D5E-4D8A-B185-2B84207921A9}">
      <dsp:nvSpPr>
        <dsp:cNvPr id="0" name=""/>
        <dsp:cNvSpPr/>
      </dsp:nvSpPr>
      <dsp:spPr>
        <a:xfrm>
          <a:off x="3133777" y="607800"/>
          <a:ext cx="1118437" cy="559218"/>
        </a:xfrm>
        <a:prstGeom prst="roundRect">
          <a:avLst>
            <a:gd name="adj" fmla="val 10000"/>
          </a:avLst>
        </a:prstGeom>
        <a:solidFill>
          <a:schemeClr val="tx1"/>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 tIns="5715" rIns="5715" bIns="5715" numCol="1" spcCol="1270" anchor="ctr" anchorCtr="0">
          <a:noAutofit/>
        </a:bodyPr>
        <a:lstStyle/>
        <a:p>
          <a:pPr marL="0" lvl="0" indent="0" algn="ctr" defTabSz="400050">
            <a:lnSpc>
              <a:spcPct val="90000"/>
            </a:lnSpc>
            <a:spcBef>
              <a:spcPct val="0"/>
            </a:spcBef>
            <a:spcAft>
              <a:spcPct val="35000"/>
            </a:spcAft>
            <a:buNone/>
          </a:pPr>
          <a:r>
            <a:rPr lang="en-US" sz="900" kern="1200" dirty="0"/>
            <a:t>A &amp; B have different ways to provide the value</a:t>
          </a:r>
        </a:p>
      </dsp:txBody>
      <dsp:txXfrm>
        <a:off x="3150156" y="624179"/>
        <a:ext cx="1085679" cy="526460"/>
      </dsp:txXfrm>
    </dsp:sp>
    <dsp:sp modelId="{3C78C75D-17CC-4FDF-8F37-5F0B527EFE85}">
      <dsp:nvSpPr>
        <dsp:cNvPr id="0" name=""/>
        <dsp:cNvSpPr/>
      </dsp:nvSpPr>
      <dsp:spPr>
        <a:xfrm rot="2142401">
          <a:off x="2634618" y="1359649"/>
          <a:ext cx="550943" cy="20170"/>
        </a:xfrm>
        <a:custGeom>
          <a:avLst/>
          <a:gdLst/>
          <a:ahLst/>
          <a:cxnLst/>
          <a:rect l="0" t="0" r="0" b="0"/>
          <a:pathLst>
            <a:path>
              <a:moveTo>
                <a:pt x="0" y="10085"/>
              </a:moveTo>
              <a:lnTo>
                <a:pt x="550943" y="10085"/>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896316" y="1355961"/>
        <a:ext cx="27547" cy="27547"/>
      </dsp:txXfrm>
    </dsp:sp>
    <dsp:sp modelId="{47772240-F486-4145-836D-AB0E8AD0B855}">
      <dsp:nvSpPr>
        <dsp:cNvPr id="0" name=""/>
        <dsp:cNvSpPr/>
      </dsp:nvSpPr>
      <dsp:spPr>
        <a:xfrm>
          <a:off x="3133777" y="1250901"/>
          <a:ext cx="1118437" cy="559218"/>
        </a:xfrm>
        <a:prstGeom prst="roundRect">
          <a:avLst>
            <a:gd name="adj" fmla="val 10000"/>
          </a:avLst>
        </a:prstGeom>
        <a:solidFill>
          <a:schemeClr val="tx1"/>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 tIns="5715" rIns="5715" bIns="5715" numCol="1" spcCol="1270" anchor="ctr" anchorCtr="0">
          <a:noAutofit/>
        </a:bodyPr>
        <a:lstStyle/>
        <a:p>
          <a:pPr marL="0" lvl="0" indent="0" algn="ctr" defTabSz="400050">
            <a:lnSpc>
              <a:spcPct val="90000"/>
            </a:lnSpc>
            <a:spcBef>
              <a:spcPct val="0"/>
            </a:spcBef>
            <a:spcAft>
              <a:spcPct val="35000"/>
            </a:spcAft>
            <a:buNone/>
          </a:pPr>
          <a:r>
            <a:rPr lang="en-US" sz="900" kern="1200" dirty="0"/>
            <a:t>The best way wins or dominates</a:t>
          </a:r>
        </a:p>
      </dsp:txBody>
      <dsp:txXfrm>
        <a:off x="3150156" y="1267280"/>
        <a:ext cx="1085679" cy="526460"/>
      </dsp:txXfrm>
    </dsp:sp>
    <dsp:sp modelId="{15BBA178-4DA1-4DFF-9F1B-41EA3B61A245}">
      <dsp:nvSpPr>
        <dsp:cNvPr id="0" name=""/>
        <dsp:cNvSpPr/>
      </dsp:nvSpPr>
      <dsp:spPr>
        <a:xfrm>
          <a:off x="1120590" y="2485077"/>
          <a:ext cx="447374" cy="20170"/>
        </a:xfrm>
        <a:custGeom>
          <a:avLst/>
          <a:gdLst/>
          <a:ahLst/>
          <a:cxnLst/>
          <a:rect l="0" t="0" r="0" b="0"/>
          <a:pathLst>
            <a:path>
              <a:moveTo>
                <a:pt x="0" y="10085"/>
              </a:moveTo>
              <a:lnTo>
                <a:pt x="447374" y="10085"/>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1333093" y="2483978"/>
        <a:ext cx="22368" cy="22368"/>
      </dsp:txXfrm>
    </dsp:sp>
    <dsp:sp modelId="{4F1D22CF-CA04-4D7B-88B3-9E053BFBD9AF}">
      <dsp:nvSpPr>
        <dsp:cNvPr id="0" name=""/>
        <dsp:cNvSpPr/>
      </dsp:nvSpPr>
      <dsp:spPr>
        <a:xfrm>
          <a:off x="1567965" y="2215553"/>
          <a:ext cx="1118437" cy="559218"/>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 tIns="5715" rIns="5715" bIns="5715" numCol="1" spcCol="1270" anchor="ctr" anchorCtr="0">
          <a:noAutofit/>
        </a:bodyPr>
        <a:lstStyle/>
        <a:p>
          <a:pPr marL="0" lvl="0" indent="0" algn="ctr" defTabSz="400050">
            <a:lnSpc>
              <a:spcPct val="90000"/>
            </a:lnSpc>
            <a:spcBef>
              <a:spcPct val="0"/>
            </a:spcBef>
            <a:spcAft>
              <a:spcPct val="35000"/>
            </a:spcAft>
            <a:buNone/>
          </a:pPr>
          <a:r>
            <a:rPr lang="en-US" sz="900" kern="1200" dirty="0"/>
            <a:t>Integrate</a:t>
          </a:r>
        </a:p>
      </dsp:txBody>
      <dsp:txXfrm>
        <a:off x="1584344" y="2231932"/>
        <a:ext cx="1085679" cy="526460"/>
      </dsp:txXfrm>
    </dsp:sp>
    <dsp:sp modelId="{D1A4060D-AED0-4635-B767-3CE0398E0F23}">
      <dsp:nvSpPr>
        <dsp:cNvPr id="0" name=""/>
        <dsp:cNvSpPr/>
      </dsp:nvSpPr>
      <dsp:spPr>
        <a:xfrm rot="19457599">
          <a:off x="2634618" y="2324302"/>
          <a:ext cx="550943" cy="20170"/>
        </a:xfrm>
        <a:custGeom>
          <a:avLst/>
          <a:gdLst/>
          <a:ahLst/>
          <a:cxnLst/>
          <a:rect l="0" t="0" r="0" b="0"/>
          <a:pathLst>
            <a:path>
              <a:moveTo>
                <a:pt x="0" y="10085"/>
              </a:moveTo>
              <a:lnTo>
                <a:pt x="550943" y="10085"/>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896316" y="2320614"/>
        <a:ext cx="27547" cy="27547"/>
      </dsp:txXfrm>
    </dsp:sp>
    <dsp:sp modelId="{0DCB2157-AB66-4EC7-AC92-DE3882A0E5ED}">
      <dsp:nvSpPr>
        <dsp:cNvPr id="0" name=""/>
        <dsp:cNvSpPr/>
      </dsp:nvSpPr>
      <dsp:spPr>
        <a:xfrm>
          <a:off x="3133777" y="1894002"/>
          <a:ext cx="1118437" cy="559218"/>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 tIns="5715" rIns="5715" bIns="5715" numCol="1" spcCol="1270" anchor="ctr" anchorCtr="0">
          <a:noAutofit/>
        </a:bodyPr>
        <a:lstStyle/>
        <a:p>
          <a:pPr marL="0" lvl="0" indent="0" algn="ctr" defTabSz="400050">
            <a:lnSpc>
              <a:spcPct val="90000"/>
            </a:lnSpc>
            <a:spcBef>
              <a:spcPct val="0"/>
            </a:spcBef>
            <a:spcAft>
              <a:spcPct val="35000"/>
            </a:spcAft>
            <a:buNone/>
          </a:pPr>
          <a:r>
            <a:rPr lang="en-US" sz="900" kern="1200" dirty="0"/>
            <a:t>A &amp; B merge their powers </a:t>
          </a:r>
        </a:p>
      </dsp:txBody>
      <dsp:txXfrm>
        <a:off x="3150156" y="1910381"/>
        <a:ext cx="1085679" cy="526460"/>
      </dsp:txXfrm>
    </dsp:sp>
    <dsp:sp modelId="{427630FF-46CE-4847-91B5-DBBB27B74F1C}">
      <dsp:nvSpPr>
        <dsp:cNvPr id="0" name=""/>
        <dsp:cNvSpPr/>
      </dsp:nvSpPr>
      <dsp:spPr>
        <a:xfrm>
          <a:off x="4252214" y="2163526"/>
          <a:ext cx="447374" cy="20170"/>
        </a:xfrm>
        <a:custGeom>
          <a:avLst/>
          <a:gdLst/>
          <a:ahLst/>
          <a:cxnLst/>
          <a:rect l="0" t="0" r="0" b="0"/>
          <a:pathLst>
            <a:path>
              <a:moveTo>
                <a:pt x="0" y="10085"/>
              </a:moveTo>
              <a:lnTo>
                <a:pt x="447374" y="10085"/>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4464717" y="2162427"/>
        <a:ext cx="22368" cy="22368"/>
      </dsp:txXfrm>
    </dsp:sp>
    <dsp:sp modelId="{7B978CEB-ECE0-4404-9A96-4EF84FF948A8}">
      <dsp:nvSpPr>
        <dsp:cNvPr id="0" name=""/>
        <dsp:cNvSpPr/>
      </dsp:nvSpPr>
      <dsp:spPr>
        <a:xfrm>
          <a:off x="4699589" y="1894002"/>
          <a:ext cx="1118437" cy="559218"/>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 tIns="5715" rIns="5715" bIns="5715" numCol="1" spcCol="1270" anchor="ctr" anchorCtr="0">
          <a:noAutofit/>
        </a:bodyPr>
        <a:lstStyle/>
        <a:p>
          <a:pPr marL="0" lvl="0" indent="0" algn="ctr" defTabSz="400050">
            <a:lnSpc>
              <a:spcPct val="90000"/>
            </a:lnSpc>
            <a:spcBef>
              <a:spcPct val="0"/>
            </a:spcBef>
            <a:spcAft>
              <a:spcPct val="35000"/>
            </a:spcAft>
            <a:buNone/>
          </a:pPr>
          <a:r>
            <a:rPr lang="en-US" sz="900" kern="1200" dirty="0"/>
            <a:t>Content Curation, Common events, Common structures &amp; processes</a:t>
          </a:r>
        </a:p>
      </dsp:txBody>
      <dsp:txXfrm>
        <a:off x="4715968" y="1910381"/>
        <a:ext cx="1085679" cy="526460"/>
      </dsp:txXfrm>
    </dsp:sp>
    <dsp:sp modelId="{87B7EAED-9F88-4A3A-851A-3814BE1BFD34}">
      <dsp:nvSpPr>
        <dsp:cNvPr id="0" name=""/>
        <dsp:cNvSpPr/>
      </dsp:nvSpPr>
      <dsp:spPr>
        <a:xfrm rot="2142401">
          <a:off x="2634618" y="2645852"/>
          <a:ext cx="550943" cy="20170"/>
        </a:xfrm>
        <a:custGeom>
          <a:avLst/>
          <a:gdLst/>
          <a:ahLst/>
          <a:cxnLst/>
          <a:rect l="0" t="0" r="0" b="0"/>
          <a:pathLst>
            <a:path>
              <a:moveTo>
                <a:pt x="0" y="10085"/>
              </a:moveTo>
              <a:lnTo>
                <a:pt x="550943" y="10085"/>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896316" y="2642164"/>
        <a:ext cx="27547" cy="27547"/>
      </dsp:txXfrm>
    </dsp:sp>
    <dsp:sp modelId="{7F1D7330-592B-464A-B257-CC8BDD367325}">
      <dsp:nvSpPr>
        <dsp:cNvPr id="0" name=""/>
        <dsp:cNvSpPr/>
      </dsp:nvSpPr>
      <dsp:spPr>
        <a:xfrm>
          <a:off x="3133777" y="2537104"/>
          <a:ext cx="1118437" cy="559218"/>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 tIns="5715" rIns="5715" bIns="5715" numCol="1" spcCol="1270" anchor="ctr" anchorCtr="0">
          <a:noAutofit/>
        </a:bodyPr>
        <a:lstStyle/>
        <a:p>
          <a:pPr marL="0" lvl="0" indent="0" algn="ctr" defTabSz="400050">
            <a:lnSpc>
              <a:spcPct val="90000"/>
            </a:lnSpc>
            <a:spcBef>
              <a:spcPct val="0"/>
            </a:spcBef>
            <a:spcAft>
              <a:spcPct val="35000"/>
            </a:spcAft>
            <a:buNone/>
          </a:pPr>
          <a:r>
            <a:rPr lang="en-US" sz="900" kern="1200" dirty="0"/>
            <a:t>Synergy</a:t>
          </a:r>
        </a:p>
      </dsp:txBody>
      <dsp:txXfrm>
        <a:off x="3150156" y="2553483"/>
        <a:ext cx="1085679" cy="526460"/>
      </dsp:txXfrm>
    </dsp:sp>
    <dsp:sp modelId="{AF919F0C-D3B0-4675-8A05-421AE7EA6329}">
      <dsp:nvSpPr>
        <dsp:cNvPr id="0" name=""/>
        <dsp:cNvSpPr/>
      </dsp:nvSpPr>
      <dsp:spPr>
        <a:xfrm>
          <a:off x="4252214" y="2806628"/>
          <a:ext cx="447374" cy="20170"/>
        </a:xfrm>
        <a:custGeom>
          <a:avLst/>
          <a:gdLst/>
          <a:ahLst/>
          <a:cxnLst/>
          <a:rect l="0" t="0" r="0" b="0"/>
          <a:pathLst>
            <a:path>
              <a:moveTo>
                <a:pt x="0" y="10085"/>
              </a:moveTo>
              <a:lnTo>
                <a:pt x="447374" y="10085"/>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4464717" y="2805529"/>
        <a:ext cx="22368" cy="22368"/>
      </dsp:txXfrm>
    </dsp:sp>
    <dsp:sp modelId="{F568B395-4AE8-41FF-955A-729C5CBC6CC0}">
      <dsp:nvSpPr>
        <dsp:cNvPr id="0" name=""/>
        <dsp:cNvSpPr/>
      </dsp:nvSpPr>
      <dsp:spPr>
        <a:xfrm>
          <a:off x="4699589" y="2537104"/>
          <a:ext cx="1118437" cy="559218"/>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 tIns="5715" rIns="5715" bIns="5715" numCol="1" spcCol="1270" anchor="ctr" anchorCtr="0">
          <a:noAutofit/>
        </a:bodyPr>
        <a:lstStyle/>
        <a:p>
          <a:pPr marL="0" lvl="0" indent="0" algn="ctr" defTabSz="400050">
            <a:lnSpc>
              <a:spcPct val="90000"/>
            </a:lnSpc>
            <a:spcBef>
              <a:spcPct val="0"/>
            </a:spcBef>
            <a:spcAft>
              <a:spcPct val="35000"/>
            </a:spcAft>
            <a:buNone/>
          </a:pPr>
          <a:r>
            <a:rPr lang="en-US" sz="900" kern="1200" dirty="0"/>
            <a:t>Common governance to define</a:t>
          </a:r>
        </a:p>
      </dsp:txBody>
      <dsp:txXfrm>
        <a:off x="4715968" y="2553483"/>
        <a:ext cx="1085679" cy="526460"/>
      </dsp:txXfrm>
    </dsp:sp>
    <dsp:sp modelId="{CCA14011-EFA3-4EA7-97AD-2FD54FA1DE20}">
      <dsp:nvSpPr>
        <dsp:cNvPr id="0" name=""/>
        <dsp:cNvSpPr/>
      </dsp:nvSpPr>
      <dsp:spPr>
        <a:xfrm rot="4249260">
          <a:off x="663384" y="3128179"/>
          <a:ext cx="1361786" cy="20170"/>
        </a:xfrm>
        <a:custGeom>
          <a:avLst/>
          <a:gdLst/>
          <a:ahLst/>
          <a:cxnLst/>
          <a:rect l="0" t="0" r="0" b="0"/>
          <a:pathLst>
            <a:path>
              <a:moveTo>
                <a:pt x="0" y="10085"/>
              </a:moveTo>
              <a:lnTo>
                <a:pt x="1361786" y="10085"/>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1310233" y="3104219"/>
        <a:ext cx="68089" cy="68089"/>
      </dsp:txXfrm>
    </dsp:sp>
    <dsp:sp modelId="{E23154D6-1286-42D1-A2F8-0687BFB08A15}">
      <dsp:nvSpPr>
        <dsp:cNvPr id="0" name=""/>
        <dsp:cNvSpPr/>
      </dsp:nvSpPr>
      <dsp:spPr>
        <a:xfrm>
          <a:off x="1567965" y="3501756"/>
          <a:ext cx="1118437" cy="559218"/>
        </a:xfrm>
        <a:prstGeom prst="roundRect">
          <a:avLst>
            <a:gd name="adj" fmla="val 10000"/>
          </a:avLst>
        </a:prstGeom>
        <a:solidFill>
          <a:srgbClr val="EC7B2B"/>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 tIns="5715" rIns="5715" bIns="5715" numCol="1" spcCol="1270" anchor="ctr" anchorCtr="0">
          <a:noAutofit/>
        </a:bodyPr>
        <a:lstStyle/>
        <a:p>
          <a:pPr marL="0" lvl="0" indent="0" algn="ctr" defTabSz="400050">
            <a:lnSpc>
              <a:spcPct val="90000"/>
            </a:lnSpc>
            <a:spcBef>
              <a:spcPct val="0"/>
            </a:spcBef>
            <a:spcAft>
              <a:spcPct val="35000"/>
            </a:spcAft>
            <a:buNone/>
          </a:pPr>
          <a:r>
            <a:rPr lang="en-US" sz="900" kern="1200" dirty="0">
              <a:solidFill>
                <a:schemeClr val="tx1"/>
              </a:solidFill>
            </a:rPr>
            <a:t>Differentiate</a:t>
          </a:r>
        </a:p>
      </dsp:txBody>
      <dsp:txXfrm>
        <a:off x="1584344" y="3518135"/>
        <a:ext cx="1085679" cy="526460"/>
      </dsp:txXfrm>
    </dsp:sp>
    <dsp:sp modelId="{A88A2A4B-E057-475F-BD60-1518C88EC744}">
      <dsp:nvSpPr>
        <dsp:cNvPr id="0" name=""/>
        <dsp:cNvSpPr/>
      </dsp:nvSpPr>
      <dsp:spPr>
        <a:xfrm rot="19457599">
          <a:off x="2634618" y="3610505"/>
          <a:ext cx="550943" cy="20170"/>
        </a:xfrm>
        <a:custGeom>
          <a:avLst/>
          <a:gdLst/>
          <a:ahLst/>
          <a:cxnLst/>
          <a:rect l="0" t="0" r="0" b="0"/>
          <a:pathLst>
            <a:path>
              <a:moveTo>
                <a:pt x="0" y="10085"/>
              </a:moveTo>
              <a:lnTo>
                <a:pt x="550943" y="10085"/>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896316" y="3606816"/>
        <a:ext cx="27547" cy="27547"/>
      </dsp:txXfrm>
    </dsp:sp>
    <dsp:sp modelId="{DBA1A94C-9E9B-4A0B-A42D-58DFF72D7B58}">
      <dsp:nvSpPr>
        <dsp:cNvPr id="0" name=""/>
        <dsp:cNvSpPr/>
      </dsp:nvSpPr>
      <dsp:spPr>
        <a:xfrm>
          <a:off x="3133777" y="3180205"/>
          <a:ext cx="1118437" cy="559218"/>
        </a:xfrm>
        <a:prstGeom prst="roundRect">
          <a:avLst>
            <a:gd name="adj" fmla="val 10000"/>
          </a:avLst>
        </a:prstGeom>
        <a:solidFill>
          <a:srgbClr val="EC7B2B"/>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 tIns="5715" rIns="5715" bIns="5715" numCol="1" spcCol="1270" anchor="ctr" anchorCtr="0">
          <a:noAutofit/>
        </a:bodyPr>
        <a:lstStyle/>
        <a:p>
          <a:pPr marL="0" lvl="0" indent="0" algn="ctr" defTabSz="400050">
            <a:lnSpc>
              <a:spcPct val="90000"/>
            </a:lnSpc>
            <a:spcBef>
              <a:spcPct val="0"/>
            </a:spcBef>
            <a:spcAft>
              <a:spcPct val="35000"/>
            </a:spcAft>
            <a:buNone/>
          </a:pPr>
          <a:r>
            <a:rPr lang="en-US" sz="900" kern="1200" dirty="0">
              <a:solidFill>
                <a:schemeClr val="tx1"/>
              </a:solidFill>
            </a:rPr>
            <a:t>A &amp; B end up providing different values to different segments</a:t>
          </a:r>
        </a:p>
      </dsp:txBody>
      <dsp:txXfrm>
        <a:off x="3150156" y="3196584"/>
        <a:ext cx="1085679" cy="526460"/>
      </dsp:txXfrm>
    </dsp:sp>
    <dsp:sp modelId="{33E9F206-D276-4A23-BA67-9AA1A10A4526}">
      <dsp:nvSpPr>
        <dsp:cNvPr id="0" name=""/>
        <dsp:cNvSpPr/>
      </dsp:nvSpPr>
      <dsp:spPr>
        <a:xfrm>
          <a:off x="4252214" y="3449729"/>
          <a:ext cx="447374" cy="20170"/>
        </a:xfrm>
        <a:custGeom>
          <a:avLst/>
          <a:gdLst/>
          <a:ahLst/>
          <a:cxnLst/>
          <a:rect l="0" t="0" r="0" b="0"/>
          <a:pathLst>
            <a:path>
              <a:moveTo>
                <a:pt x="0" y="10085"/>
              </a:moveTo>
              <a:lnTo>
                <a:pt x="447374" y="10085"/>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4464717" y="3448630"/>
        <a:ext cx="22368" cy="22368"/>
      </dsp:txXfrm>
    </dsp:sp>
    <dsp:sp modelId="{7072FE84-83A5-4E10-9BB3-D8A0C463BD96}">
      <dsp:nvSpPr>
        <dsp:cNvPr id="0" name=""/>
        <dsp:cNvSpPr/>
      </dsp:nvSpPr>
      <dsp:spPr>
        <a:xfrm>
          <a:off x="4699589" y="3180205"/>
          <a:ext cx="1118437" cy="559218"/>
        </a:xfrm>
        <a:prstGeom prst="roundRect">
          <a:avLst>
            <a:gd name="adj" fmla="val 10000"/>
          </a:avLst>
        </a:prstGeom>
        <a:solidFill>
          <a:srgbClr val="EC7B2B"/>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 tIns="5715" rIns="5715" bIns="5715" numCol="1" spcCol="1270" anchor="ctr" anchorCtr="0">
          <a:noAutofit/>
        </a:bodyPr>
        <a:lstStyle/>
        <a:p>
          <a:pPr marL="0" lvl="0" indent="0" algn="ctr" defTabSz="400050">
            <a:lnSpc>
              <a:spcPct val="90000"/>
            </a:lnSpc>
            <a:spcBef>
              <a:spcPct val="0"/>
            </a:spcBef>
            <a:spcAft>
              <a:spcPct val="35000"/>
            </a:spcAft>
            <a:buNone/>
          </a:pPr>
          <a:r>
            <a:rPr lang="en-US" sz="900" kern="1200" dirty="0">
              <a:solidFill>
                <a:schemeClr val="tx1"/>
              </a:solidFill>
            </a:rPr>
            <a:t>Co-Define the borders and Co-define the segments. Redirect.</a:t>
          </a:r>
        </a:p>
      </dsp:txBody>
      <dsp:txXfrm>
        <a:off x="4715968" y="3196584"/>
        <a:ext cx="1085679" cy="526460"/>
      </dsp:txXfrm>
    </dsp:sp>
    <dsp:sp modelId="{100AEC06-EDDE-47D7-BBCE-B98A116499A0}">
      <dsp:nvSpPr>
        <dsp:cNvPr id="0" name=""/>
        <dsp:cNvSpPr/>
      </dsp:nvSpPr>
      <dsp:spPr>
        <a:xfrm rot="2142401">
          <a:off x="2634618" y="3932055"/>
          <a:ext cx="550943" cy="20170"/>
        </a:xfrm>
        <a:custGeom>
          <a:avLst/>
          <a:gdLst/>
          <a:ahLst/>
          <a:cxnLst/>
          <a:rect l="0" t="0" r="0" b="0"/>
          <a:pathLst>
            <a:path>
              <a:moveTo>
                <a:pt x="0" y="10085"/>
              </a:moveTo>
              <a:lnTo>
                <a:pt x="550943" y="10085"/>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896316" y="3928367"/>
        <a:ext cx="27547" cy="27547"/>
      </dsp:txXfrm>
    </dsp:sp>
    <dsp:sp modelId="{0759E216-B6CB-4A04-806A-BB17CDA8F6BB}">
      <dsp:nvSpPr>
        <dsp:cNvPr id="0" name=""/>
        <dsp:cNvSpPr/>
      </dsp:nvSpPr>
      <dsp:spPr>
        <a:xfrm>
          <a:off x="3133777" y="3823307"/>
          <a:ext cx="1118437" cy="559218"/>
        </a:xfrm>
        <a:prstGeom prst="roundRect">
          <a:avLst>
            <a:gd name="adj" fmla="val 10000"/>
          </a:avLst>
        </a:prstGeom>
        <a:solidFill>
          <a:srgbClr val="EC7B2B"/>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 tIns="5715" rIns="5715" bIns="5715" numCol="1" spcCol="1270" anchor="ctr" anchorCtr="0">
          <a:noAutofit/>
        </a:bodyPr>
        <a:lstStyle/>
        <a:p>
          <a:pPr marL="0" lvl="0" indent="0" algn="ctr" defTabSz="400050">
            <a:lnSpc>
              <a:spcPct val="90000"/>
            </a:lnSpc>
            <a:spcBef>
              <a:spcPct val="0"/>
            </a:spcBef>
            <a:spcAft>
              <a:spcPct val="35000"/>
            </a:spcAft>
            <a:buNone/>
          </a:pPr>
          <a:r>
            <a:rPr lang="en-US" sz="900" kern="1200" dirty="0">
              <a:solidFill>
                <a:schemeClr val="tx1"/>
              </a:solidFill>
            </a:rPr>
            <a:t>Market specialization</a:t>
          </a:r>
        </a:p>
      </dsp:txBody>
      <dsp:txXfrm>
        <a:off x="3150156" y="3839686"/>
        <a:ext cx="1085679" cy="526460"/>
      </dsp:txXfrm>
    </dsp:sp>
    <dsp:sp modelId="{3DFF0752-00CB-41A4-BE70-33E0B40A0077}">
      <dsp:nvSpPr>
        <dsp:cNvPr id="0" name=""/>
        <dsp:cNvSpPr/>
      </dsp:nvSpPr>
      <dsp:spPr>
        <a:xfrm>
          <a:off x="4252214" y="4092831"/>
          <a:ext cx="447374" cy="20170"/>
        </a:xfrm>
        <a:custGeom>
          <a:avLst/>
          <a:gdLst/>
          <a:ahLst/>
          <a:cxnLst/>
          <a:rect l="0" t="0" r="0" b="0"/>
          <a:pathLst>
            <a:path>
              <a:moveTo>
                <a:pt x="0" y="10085"/>
              </a:moveTo>
              <a:lnTo>
                <a:pt x="447374" y="10085"/>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4464717" y="4091732"/>
        <a:ext cx="22368" cy="22368"/>
      </dsp:txXfrm>
    </dsp:sp>
    <dsp:sp modelId="{DBA7DFE3-C36B-42BF-81E3-D686025FB760}">
      <dsp:nvSpPr>
        <dsp:cNvPr id="0" name=""/>
        <dsp:cNvSpPr/>
      </dsp:nvSpPr>
      <dsp:spPr>
        <a:xfrm>
          <a:off x="4699589" y="3823307"/>
          <a:ext cx="1118437" cy="559218"/>
        </a:xfrm>
        <a:prstGeom prst="roundRect">
          <a:avLst>
            <a:gd name="adj" fmla="val 10000"/>
          </a:avLst>
        </a:prstGeom>
        <a:solidFill>
          <a:srgbClr val="EC7B2B"/>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 tIns="5715" rIns="5715" bIns="5715" numCol="1" spcCol="1270" anchor="ctr" anchorCtr="0">
          <a:noAutofit/>
        </a:bodyPr>
        <a:lstStyle/>
        <a:p>
          <a:pPr marL="0" lvl="0" indent="0" algn="ctr" defTabSz="400050">
            <a:lnSpc>
              <a:spcPct val="90000"/>
            </a:lnSpc>
            <a:spcBef>
              <a:spcPct val="0"/>
            </a:spcBef>
            <a:spcAft>
              <a:spcPct val="35000"/>
            </a:spcAft>
            <a:buNone/>
          </a:pPr>
          <a:r>
            <a:rPr lang="en-US" sz="900" kern="1200" dirty="0">
              <a:solidFill>
                <a:schemeClr val="tx1"/>
              </a:solidFill>
            </a:rPr>
            <a:t>Agree on value segments</a:t>
          </a:r>
        </a:p>
      </dsp:txBody>
      <dsp:txXfrm>
        <a:off x="4715968" y="3839686"/>
        <a:ext cx="1085679" cy="526460"/>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8C7F6BF-71EA-402A-B404-2BF5077554B3}">
      <dsp:nvSpPr>
        <dsp:cNvPr id="0" name=""/>
        <dsp:cNvSpPr/>
      </dsp:nvSpPr>
      <dsp:spPr>
        <a:xfrm>
          <a:off x="2882115" y="699537"/>
          <a:ext cx="3161705" cy="3161705"/>
        </a:xfrm>
        <a:prstGeom prst="ellipse">
          <a:avLst/>
        </a:prstGeom>
        <a:solidFill>
          <a:schemeClr val="accent1">
            <a:alpha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tx1"/>
        </a:fontRef>
      </dsp:style>
      <dsp:txBody>
        <a:bodyPr spcFirstLastPara="0" vert="horz" wrap="square" lIns="0" tIns="0" rIns="0" bIns="0" numCol="1" spcCol="1270" anchor="t" anchorCtr="0">
          <a:noAutofit/>
        </a:bodyPr>
        <a:lstStyle/>
        <a:p>
          <a:pPr marL="0" lvl="0" indent="0" algn="ctr" defTabSz="400050">
            <a:lnSpc>
              <a:spcPct val="90000"/>
            </a:lnSpc>
            <a:spcBef>
              <a:spcPct val="0"/>
            </a:spcBef>
            <a:spcAft>
              <a:spcPct val="35000"/>
            </a:spcAft>
            <a:buNone/>
          </a:pPr>
          <a:r>
            <a:rPr lang="en-US" sz="900" kern="1200" dirty="0"/>
            <a:t>Top Management</a:t>
          </a:r>
        </a:p>
      </dsp:txBody>
      <dsp:txXfrm>
        <a:off x="3303676" y="1252836"/>
        <a:ext cx="2318583" cy="1422767"/>
      </dsp:txXfrm>
    </dsp:sp>
    <dsp:sp modelId="{0248D111-9D2D-4EBD-9057-65DA6DDDF885}">
      <dsp:nvSpPr>
        <dsp:cNvPr id="0" name=""/>
        <dsp:cNvSpPr/>
      </dsp:nvSpPr>
      <dsp:spPr>
        <a:xfrm>
          <a:off x="3487244" y="1594142"/>
          <a:ext cx="3161705" cy="3161705"/>
        </a:xfrm>
        <a:prstGeom prst="ellipse">
          <a:avLst/>
        </a:prstGeom>
        <a:solidFill>
          <a:schemeClr val="accent1">
            <a:alpha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tx1"/>
        </a:fontRef>
      </dsp:style>
      <dsp:txBody>
        <a:bodyPr spcFirstLastPara="0" vert="horz" wrap="square" lIns="0" tIns="0" rIns="0" bIns="0" numCol="1" spcCol="1270" anchor="t" anchorCtr="0">
          <a:noAutofit/>
        </a:bodyPr>
        <a:lstStyle/>
        <a:p>
          <a:pPr marL="0" lvl="0" indent="0" algn="r" defTabSz="400050">
            <a:lnSpc>
              <a:spcPct val="90000"/>
            </a:lnSpc>
            <a:spcBef>
              <a:spcPct val="0"/>
            </a:spcBef>
            <a:spcAft>
              <a:spcPct val="35000"/>
            </a:spcAft>
            <a:buNone/>
          </a:pPr>
          <a:r>
            <a:rPr lang="en-US" sz="900" kern="1200" dirty="0"/>
            <a:t>Non-sponsoring &amp; involved hierarchy</a:t>
          </a:r>
        </a:p>
      </dsp:txBody>
      <dsp:txXfrm>
        <a:off x="4454199" y="2410916"/>
        <a:ext cx="1897023" cy="1738937"/>
      </dsp:txXfrm>
    </dsp:sp>
    <dsp:sp modelId="{BDA84CC1-9F86-4A73-82C0-8B45F7BF48B4}">
      <dsp:nvSpPr>
        <dsp:cNvPr id="0" name=""/>
        <dsp:cNvSpPr/>
      </dsp:nvSpPr>
      <dsp:spPr>
        <a:xfrm>
          <a:off x="2182451" y="1594142"/>
          <a:ext cx="3161705" cy="3161705"/>
        </a:xfrm>
        <a:prstGeom prst="ellipse">
          <a:avLst/>
        </a:prstGeom>
        <a:solidFill>
          <a:schemeClr val="accent1">
            <a:alpha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tx1"/>
        </a:fontRef>
      </dsp:style>
      <dsp:txBody>
        <a:bodyPr spcFirstLastPara="0" vert="horz" wrap="square" lIns="0" tIns="0" rIns="0" bIns="0" numCol="1" spcCol="1270" anchor="t" anchorCtr="0">
          <a:noAutofit/>
        </a:bodyPr>
        <a:lstStyle/>
        <a:p>
          <a:pPr marL="0" lvl="0" indent="0" algn="l" defTabSz="400050">
            <a:lnSpc>
              <a:spcPct val="90000"/>
            </a:lnSpc>
            <a:spcBef>
              <a:spcPct val="0"/>
            </a:spcBef>
            <a:spcAft>
              <a:spcPct val="35000"/>
            </a:spcAft>
            <a:buNone/>
          </a:pPr>
          <a:r>
            <a:rPr lang="en-US" sz="900" kern="1200" dirty="0"/>
            <a:t>Sponsoring hierarchy</a:t>
          </a:r>
        </a:p>
      </dsp:txBody>
      <dsp:txXfrm>
        <a:off x="2480178" y="2410916"/>
        <a:ext cx="1897023" cy="1738937"/>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FB7A985-A13C-4535-9554-2FEC635DADB2}">
      <dsp:nvSpPr>
        <dsp:cNvPr id="0" name=""/>
        <dsp:cNvSpPr/>
      </dsp:nvSpPr>
      <dsp:spPr>
        <a:xfrm>
          <a:off x="721416" y="0"/>
          <a:ext cx="1431096" cy="795053"/>
        </a:xfrm>
        <a:prstGeom prst="roundRect">
          <a:avLst>
            <a:gd name="adj" fmla="val 10000"/>
          </a:avLst>
        </a:prstGeom>
        <a:solidFill>
          <a:srgbClr val="3494BA"/>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US" sz="1300" kern="1200" noProof="0" dirty="0">
              <a:solidFill>
                <a:schemeClr val="bg1"/>
              </a:solidFill>
            </a:rPr>
            <a:t>Arguments to engage in the Community</a:t>
          </a:r>
        </a:p>
      </dsp:txBody>
      <dsp:txXfrm>
        <a:off x="744702" y="23286"/>
        <a:ext cx="1384524" cy="748481"/>
      </dsp:txXfrm>
    </dsp:sp>
    <dsp:sp modelId="{A397673A-7326-4686-80DB-276D2279729F}">
      <dsp:nvSpPr>
        <dsp:cNvPr id="0" name=""/>
        <dsp:cNvSpPr/>
      </dsp:nvSpPr>
      <dsp:spPr>
        <a:xfrm>
          <a:off x="2788555" y="0"/>
          <a:ext cx="1431096" cy="795053"/>
        </a:xfrm>
        <a:prstGeom prst="roundRect">
          <a:avLst>
            <a:gd name="adj" fmla="val 10000"/>
          </a:avLst>
        </a:prstGeom>
        <a:solidFill>
          <a:srgbClr val="EC7B2B"/>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US" sz="1300" kern="1200" noProof="0" dirty="0"/>
            <a:t>Arguments to disengage from the Community</a:t>
          </a:r>
        </a:p>
      </dsp:txBody>
      <dsp:txXfrm>
        <a:off x="2811841" y="23286"/>
        <a:ext cx="1384524" cy="748481"/>
      </dsp:txXfrm>
    </dsp:sp>
    <dsp:sp modelId="{5143B11A-B367-4080-AC29-85DBCD0225FB}">
      <dsp:nvSpPr>
        <dsp:cNvPr id="0" name=""/>
        <dsp:cNvSpPr/>
      </dsp:nvSpPr>
      <dsp:spPr>
        <a:xfrm>
          <a:off x="2172388" y="3378977"/>
          <a:ext cx="596290" cy="596290"/>
        </a:xfrm>
        <a:prstGeom prst="triangle">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737F23A0-7BFD-47F8-A846-DD131B4676DF}">
      <dsp:nvSpPr>
        <dsp:cNvPr id="0" name=""/>
        <dsp:cNvSpPr/>
      </dsp:nvSpPr>
      <dsp:spPr>
        <a:xfrm>
          <a:off x="681663" y="3129330"/>
          <a:ext cx="3577741" cy="241696"/>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A854A76E-D983-47E1-9E03-7B600BA77826}">
      <dsp:nvSpPr>
        <dsp:cNvPr id="0" name=""/>
        <dsp:cNvSpPr/>
      </dsp:nvSpPr>
      <dsp:spPr>
        <a:xfrm>
          <a:off x="2788555" y="2432864"/>
          <a:ext cx="1431096" cy="667845"/>
        </a:xfrm>
        <a:prstGeom prst="roundRect">
          <a:avLst/>
        </a:prstGeom>
        <a:solidFill>
          <a:srgbClr val="EC7B2B"/>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r>
            <a:rPr lang="en-US" sz="1000" kern="1200" noProof="0" dirty="0">
              <a:solidFill>
                <a:schemeClr val="tx1"/>
              </a:solidFill>
            </a:rPr>
            <a:t>Professional priorities</a:t>
          </a:r>
        </a:p>
      </dsp:txBody>
      <dsp:txXfrm>
        <a:off x="2821157" y="2465466"/>
        <a:ext cx="1365892" cy="602641"/>
      </dsp:txXfrm>
    </dsp:sp>
    <dsp:sp modelId="{617C7C83-CD86-4EA3-9C15-322049BCE65C}">
      <dsp:nvSpPr>
        <dsp:cNvPr id="0" name=""/>
        <dsp:cNvSpPr/>
      </dsp:nvSpPr>
      <dsp:spPr>
        <a:xfrm>
          <a:off x="2788555" y="1717315"/>
          <a:ext cx="1431096" cy="667845"/>
        </a:xfrm>
        <a:prstGeom prst="roundRect">
          <a:avLst/>
        </a:prstGeom>
        <a:solidFill>
          <a:srgbClr val="EC7B2B"/>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r>
            <a:rPr lang="en-US" sz="1000" kern="1200" noProof="0" dirty="0">
              <a:solidFill>
                <a:schemeClr val="tx1"/>
              </a:solidFill>
            </a:rPr>
            <a:t>Logistical constraints </a:t>
          </a:r>
        </a:p>
      </dsp:txBody>
      <dsp:txXfrm>
        <a:off x="2821157" y="1749917"/>
        <a:ext cx="1365892" cy="602641"/>
      </dsp:txXfrm>
    </dsp:sp>
    <dsp:sp modelId="{03AF0741-F1B8-478E-BADE-19AC256845AE}">
      <dsp:nvSpPr>
        <dsp:cNvPr id="0" name=""/>
        <dsp:cNvSpPr/>
      </dsp:nvSpPr>
      <dsp:spPr>
        <a:xfrm>
          <a:off x="2788555" y="1001767"/>
          <a:ext cx="1431096" cy="667845"/>
        </a:xfrm>
        <a:prstGeom prst="roundRect">
          <a:avLst/>
        </a:prstGeom>
        <a:solidFill>
          <a:srgbClr val="EC7B2B"/>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r>
            <a:rPr lang="en-US" sz="1000" kern="1200" noProof="0" dirty="0">
              <a:solidFill>
                <a:schemeClr val="tx1"/>
              </a:solidFill>
            </a:rPr>
            <a:t>Personal priorities</a:t>
          </a:r>
        </a:p>
      </dsp:txBody>
      <dsp:txXfrm>
        <a:off x="2821157" y="1034369"/>
        <a:ext cx="1365892" cy="602641"/>
      </dsp:txXfrm>
    </dsp:sp>
    <dsp:sp modelId="{33EDA83D-5ACE-462C-8CB0-94901517B7D7}">
      <dsp:nvSpPr>
        <dsp:cNvPr id="0" name=""/>
        <dsp:cNvSpPr/>
      </dsp:nvSpPr>
      <dsp:spPr>
        <a:xfrm>
          <a:off x="721416" y="2432864"/>
          <a:ext cx="1431096" cy="667845"/>
        </a:xfrm>
        <a:prstGeom prst="roundRect">
          <a:avLst/>
        </a:prstGeom>
        <a:solidFill>
          <a:srgbClr val="3494BA"/>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r>
            <a:rPr lang="en-US" sz="1000" kern="1200" noProof="0" dirty="0"/>
            <a:t>Value provided by the Community on a professional level</a:t>
          </a:r>
        </a:p>
      </dsp:txBody>
      <dsp:txXfrm>
        <a:off x="754018" y="2465466"/>
        <a:ext cx="1365892" cy="602641"/>
      </dsp:txXfrm>
    </dsp:sp>
    <dsp:sp modelId="{34F31D01-14F0-4D66-9848-F49EEDD4033D}">
      <dsp:nvSpPr>
        <dsp:cNvPr id="0" name=""/>
        <dsp:cNvSpPr/>
      </dsp:nvSpPr>
      <dsp:spPr>
        <a:xfrm>
          <a:off x="721416" y="1717315"/>
          <a:ext cx="1431096" cy="667845"/>
        </a:xfrm>
        <a:prstGeom prst="roundRect">
          <a:avLst/>
        </a:prstGeom>
        <a:solidFill>
          <a:srgbClr val="3494BA"/>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r>
            <a:rPr lang="en-US" sz="1000" kern="1200" noProof="0" dirty="0"/>
            <a:t>Logistical convenience of community activities</a:t>
          </a:r>
        </a:p>
      </dsp:txBody>
      <dsp:txXfrm>
        <a:off x="754018" y="1749917"/>
        <a:ext cx="1365892" cy="602641"/>
      </dsp:txXfrm>
    </dsp:sp>
    <dsp:sp modelId="{2EA7EB0F-1624-40DA-92C4-A8E13EC7A817}">
      <dsp:nvSpPr>
        <dsp:cNvPr id="0" name=""/>
        <dsp:cNvSpPr/>
      </dsp:nvSpPr>
      <dsp:spPr>
        <a:xfrm>
          <a:off x="721416" y="1001767"/>
          <a:ext cx="1431096" cy="667845"/>
        </a:xfrm>
        <a:prstGeom prst="roundRect">
          <a:avLst/>
        </a:prstGeom>
        <a:solidFill>
          <a:srgbClr val="3494BA"/>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r>
            <a:rPr lang="en-US" sz="1000" kern="1200" noProof="0" dirty="0"/>
            <a:t>Value provided by the Community on a personal level</a:t>
          </a:r>
        </a:p>
      </dsp:txBody>
      <dsp:txXfrm>
        <a:off x="754018" y="1034369"/>
        <a:ext cx="1365892" cy="602641"/>
      </dsp:txXfrm>
    </dsp:sp>
  </dsp:spTree>
</dsp:drawing>
</file>

<file path=ppt/diagrams/layout1.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9/3/layout/StepUpProcess">
  <dgm:title val=""/>
  <dgm:desc val=""/>
  <dgm:catLst>
    <dgm:cat type="process" pri="1300"/>
  </dgm:catLst>
  <dgm:sampData>
    <dgm:dataModel>
      <dgm:ptLst>
        <dgm:pt modelId="0" type="doc"/>
        <dgm:pt modelId="10">
          <dgm:prSet phldr="1"/>
        </dgm:pt>
        <dgm:pt modelId="20">
          <dgm:prSet phldr="1"/>
        </dgm:pt>
        <dgm:pt modelId="30">
          <dgm:prSet phldr="1"/>
        </dgm:pt>
      </dgm:ptLst>
      <dgm:cxnLst>
        <dgm:cxn modelId="60" srcId="0" destId="10" srcOrd="0" destOrd="0"/>
        <dgm:cxn modelId="70" srcId="0" destId="20" srcOrd="1" destOrd="0"/>
        <dgm:cxn modelId="80" srcId="0" destId="30" srcOrd="2"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rootnode">
    <dgm:varLst>
      <dgm:chMax/>
      <dgm:chPref/>
      <dgm:dir/>
      <dgm:animLvl val="lvl"/>
    </dgm:varLst>
    <dgm:choose name="Name0">
      <dgm:if name="Name1" func="var" arg="dir" op="equ" val="norm">
        <dgm:alg type="snake">
          <dgm:param type="grDir" val="bL"/>
          <dgm:param type="flowDir" val="row"/>
          <dgm:param type="off" val="off"/>
          <dgm:param type="bkpt" val="fixed"/>
          <dgm:param type="bkPtFixedVal" val="1"/>
        </dgm:alg>
      </dgm:if>
      <dgm:else name="Name2">
        <dgm:alg type="snake">
          <dgm:param type="grDir" val="bR"/>
          <dgm:param type="flowDir" val="row"/>
          <dgm:param type="off" val="off"/>
          <dgm:param type="bkpt" val="fixed"/>
          <dgm:param type="bkPtFixedVal" val="1"/>
        </dgm:alg>
      </dgm:else>
    </dgm:choose>
    <dgm:shape xmlns:r="http://schemas.openxmlformats.org/officeDocument/2006/relationships" r:blip="">
      <dgm:adjLst/>
    </dgm:shape>
    <dgm:constrLst>
      <dgm:constr type="alignOff" forName="rootnode" val="1"/>
      <dgm:constr type="primFontSz" for="des" ptType="node" op="equ" val="65"/>
      <dgm:constr type="w" for="ch" forName="composite" refType="w"/>
      <dgm:constr type="h" for="ch" forName="composite" refType="h"/>
      <dgm:constr type="sp" refType="h" refFor="ch" refForName="composite" op="equ" fact="-0.765"/>
      <dgm:constr type="w" for="ch" forName="sibTrans" refType="w" fact="0.103"/>
      <dgm:constr type="h" for="ch" forName="sibTrans" refType="h" fact="0.103"/>
    </dgm:constrLst>
    <dgm:forEach name="nodesForEach" axis="ch" ptType="node">
      <dgm:layoutNode name="composite">
        <dgm:alg type="composite">
          <dgm:param type="ar" val="0.861"/>
        </dgm:alg>
        <dgm:shape xmlns:r="http://schemas.openxmlformats.org/officeDocument/2006/relationships" r:blip="">
          <dgm:adjLst/>
        </dgm:shape>
        <dgm:choose name="Name3">
          <dgm:if name="Name4" func="var" arg="dir" op="equ" val="norm">
            <dgm:constrLst>
              <dgm:constr type="l" for="ch" forName="LShape" refType="w" fact="0"/>
              <dgm:constr type="t" for="ch" forName="LShape" refType="h" fact="0.2347"/>
              <dgm:constr type="w" for="ch" forName="LShape" refType="w" fact="0.998"/>
              <dgm:constr type="h" for="ch" forName="LShape" refType="h" fact="0.5164"/>
              <dgm:constr type="r" for="ch" forName="ParentText" refType="w"/>
              <dgm:constr type="t" for="ch" forName="ParentText" refType="h" fact="0.32"/>
              <dgm:constr type="w" for="ch" forName="ParentText" refType="w" fact="0.901"/>
              <dgm:constr type="h" for="ch" forName="ParentText" refType="h" fact="0.68"/>
              <dgm:constr type="l" for="ch" forName="Triangle" refType="w" fact="0.83"/>
              <dgm:constr type="t" for="ch" forName="Triangle" refType="h" fact="0"/>
              <dgm:constr type="w" for="ch" forName="Triangle" refType="w" fact="0.17"/>
              <dgm:constr type="h" for="ch" forName="Triangle" refType="w" refFor="ch" refForName="Triangle"/>
            </dgm:constrLst>
          </dgm:if>
          <dgm:else name="Name5">
            <dgm:constrLst>
              <dgm:constr type="l" for="ch" forName="LShape" refType="w" fact="0.002"/>
              <dgm:constr type="t" for="ch" forName="LShape" refType="h" fact="0.2347"/>
              <dgm:constr type="w" for="ch" forName="LShape" refType="w"/>
              <dgm:constr type="h" for="ch" forName="LShape" refType="h" fact="0.5164"/>
              <dgm:constr type="l" for="ch" forName="ParentText" refType="w" fact="0"/>
              <dgm:constr type="t" for="ch" forName="ParentText" refType="h" fact="0.32"/>
              <dgm:constr type="w" for="ch" forName="ParentText" refType="w" fact="0.902"/>
              <dgm:constr type="h" for="ch" forName="ParentText" refType="h" fact="0.68"/>
              <dgm:constr type="l" for="ch" forName="Triangle" refType="w" fact="0"/>
              <dgm:constr type="t" for="ch" forName="Triangle" refType="h" fact="0"/>
              <dgm:constr type="w" for="ch" forName="Triangle" refType="w" fact="0.17"/>
              <dgm:constr type="h" for="ch" forName="Triangle" refType="w" refFor="ch" refForName="Triangle"/>
            </dgm:constrLst>
          </dgm:else>
        </dgm:choose>
        <dgm:layoutNode name="LShape" styleLbl="alignNode1">
          <dgm:alg type="sp"/>
          <dgm:choose name="Name6">
            <dgm:if name="Name7" func="var" arg="dir" op="equ" val="norm">
              <dgm:shape xmlns:r="http://schemas.openxmlformats.org/officeDocument/2006/relationships" rot="90" type="corner" r:blip="">
                <dgm:adjLst>
                  <dgm:adj idx="1" val="0.1612"/>
                  <dgm:adj idx="2" val="0.1611"/>
                </dgm:adjLst>
              </dgm:shape>
            </dgm:if>
            <dgm:else name="Name8">
              <dgm:shape xmlns:r="http://schemas.openxmlformats.org/officeDocument/2006/relationships" rot="180" type="corner" r:blip="">
                <dgm:adjLst>
                  <dgm:adj idx="1" val="0.1612"/>
                  <dgm:adj idx="2" val="0.1611"/>
                </dgm:adjLst>
              </dgm:shape>
            </dgm:else>
          </dgm:choose>
          <dgm:presOf/>
        </dgm:layoutNode>
        <dgm:layoutNode name="ParentText" styleLbl="revTx">
          <dgm:varLst>
            <dgm:chMax val="0"/>
            <dgm:chPref val="0"/>
            <dgm:bulletEnabled val="1"/>
          </dgm:varLst>
          <dgm:alg type="tx">
            <dgm:param type="parTxLTRAlign" val="l"/>
            <dgm:param type="txAnchorVert" val="t"/>
          </dgm:alg>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choose name="Name9">
          <dgm:if name="Name10" axis="followSib" ptType="node" func="cnt" op="gte" val="1">
            <dgm:layoutNode name="Triangle" styleLbl="alignNode1">
              <dgm:alg type="sp"/>
              <dgm:choose name="Name11">
                <dgm:if name="Name12" func="var" arg="dir" op="equ" val="norm">
                  <dgm:shape xmlns:r="http://schemas.openxmlformats.org/officeDocument/2006/relationships" type="triangle" r:blip="">
                    <dgm:adjLst>
                      <dgm:adj idx="1" val="1"/>
                    </dgm:adjLst>
                  </dgm:shape>
                </dgm:if>
                <dgm:else name="Name13">
                  <dgm:shape xmlns:r="http://schemas.openxmlformats.org/officeDocument/2006/relationships" rot="90" type="triangle" r:blip="">
                    <dgm:adjLst>
                      <dgm:adj idx="1" val="1"/>
                    </dgm:adjLst>
                  </dgm:shape>
                </dgm:else>
              </dgm:choose>
              <dgm:presOf/>
            </dgm:layoutNode>
          </dgm:if>
          <dgm:else name="Name14"/>
        </dgm:choose>
      </dgm:layoutNode>
      <dgm:forEach name="sibTransForEach" axis="followSib" ptType="sibTrans" cnt="1">
        <dgm:layoutNode name="sibTrans">
          <dgm:alg type="composite">
            <dgm:param type="ar" val="0.861"/>
          </dgm:alg>
          <dgm:constrLst>
            <dgm:constr type="w" for="ch" forName="space" refType="w"/>
            <dgm:constr type="h" for="ch" forName="space" refType="w"/>
          </dgm:constrLst>
          <dgm:layoutNode name="space" styleLbl="alignNode1">
            <dgm:alg type="sp"/>
            <dgm:shape xmlns:r="http://schemas.openxmlformats.org/officeDocument/2006/relationships" r:blip="">
              <dgm:adjLst/>
            </dgm:shape>
            <dgm:presOf/>
          </dgm:layoutNode>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matrix2">
  <dgm:title val=""/>
  <dgm:desc val=""/>
  <dgm:catLst>
    <dgm:cat type="matrix" pri="3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0" destOrd="0"/>
        <dgm:cxn modelId="8" srcId="0" destId="4" srcOrd="1" destOrd="0"/>
      </dgm:cxnLst>
      <dgm:bg/>
      <dgm:whole/>
    </dgm:dataModel>
  </dgm:sampData>
  <dgm:styleData useDef="1">
    <dgm:dataModel>
      <dgm:ptLst/>
      <dgm:bg/>
      <dgm:whole/>
    </dgm:dataModel>
  </dgm:styleData>
  <dgm:clrData useDef="1">
    <dgm:dataModel>
      <dgm:ptLst/>
      <dgm:bg/>
      <dgm:whole/>
    </dgm:dataModel>
  </dgm:clrData>
  <dgm:layoutNode name="matrix">
    <dgm:varLst>
      <dgm:chMax val="1"/>
      <dgm:dir/>
      <dgm:resizeHandles val="exact"/>
    </dgm:varLst>
    <dgm:alg type="composite">
      <dgm:param type="ar" val="1"/>
    </dgm:alg>
    <dgm:shape xmlns:r="http://schemas.openxmlformats.org/officeDocument/2006/relationships" r:blip="">
      <dgm:adjLst/>
    </dgm:shape>
    <dgm:presOf/>
    <dgm:choose name="Name0">
      <dgm:if name="Name1" func="var" arg="dir" op="equ" val="norm">
        <dgm:constrLst>
          <dgm:constr type="primFontSz" for="ch" ptType="node" op="equ" val="65"/>
          <dgm:constr type="w" for="ch" forName="axisShape" refType="w"/>
          <dgm:constr type="h" for="ch" forName="axisShape" refType="h"/>
          <dgm:constr type="w" for="ch" forName="rect1" refType="w" fact="0.4"/>
          <dgm:constr type="h" for="ch" forName="rect1" refType="w" fact="0.4"/>
          <dgm:constr type="l" for="ch" forName="rect1" refType="w" fact="0.065"/>
          <dgm:constr type="t" for="ch" forName="rect1" refType="h" fact="0.065"/>
          <dgm:constr type="w" for="ch" forName="rect2" refType="w" fact="0.4"/>
          <dgm:constr type="h" for="ch" forName="rect2" refType="h" fact="0.4"/>
          <dgm:constr type="r" for="ch" forName="rect2" refType="w" fact="0.935"/>
          <dgm:constr type="t" for="ch" forName="rect2" refType="h" fact="0.065"/>
          <dgm:constr type="w" for="ch" forName="rect3" refType="w" fact="0.4"/>
          <dgm:constr type="h" for="ch" forName="rect3" refType="w" fact="0.4"/>
          <dgm:constr type="l" for="ch" forName="rect3" refType="w" fact="0.065"/>
          <dgm:constr type="b" for="ch" forName="rect3" refType="h" fact="0.935"/>
          <dgm:constr type="w" for="ch" forName="rect4" refType="w" fact="0.4"/>
          <dgm:constr type="h" for="ch" forName="rect4" refType="h" fact="0.4"/>
          <dgm:constr type="r" for="ch" forName="rect4" refType="w" fact="0.935"/>
          <dgm:constr type="b" for="ch" forName="rect4" refType="h" fact="0.935"/>
        </dgm:constrLst>
      </dgm:if>
      <dgm:else name="Name2">
        <dgm:constrLst>
          <dgm:constr type="primFontSz" for="ch" ptType="node" op="equ" val="65"/>
          <dgm:constr type="w" for="ch" forName="axisShape" refType="w"/>
          <dgm:constr type="h" for="ch" forName="axisShape" refType="h"/>
          <dgm:constr type="w" for="ch" forName="rect1" refType="w" fact="0.4"/>
          <dgm:constr type="h" for="ch" forName="rect1" refType="w" fact="0.4"/>
          <dgm:constr type="r" for="ch" forName="rect1" refType="w" fact="0.935"/>
          <dgm:constr type="t" for="ch" forName="rect1" refType="h" fact="0.065"/>
          <dgm:constr type="w" for="ch" forName="rect2" refType="w" fact="0.4"/>
          <dgm:constr type="h" for="ch" forName="rect2" refType="h" fact="0.4"/>
          <dgm:constr type="l" for="ch" forName="rect2" refType="w" fact="0.065"/>
          <dgm:constr type="t" for="ch" forName="rect2" refType="h" fact="0.065"/>
          <dgm:constr type="w" for="ch" forName="rect3" refType="w" fact="0.4"/>
          <dgm:constr type="h" for="ch" forName="rect3" refType="w" fact="0.4"/>
          <dgm:constr type="r" for="ch" forName="rect3" refType="w" fact="0.935"/>
          <dgm:constr type="b" for="ch" forName="rect3" refType="h" fact="0.935"/>
          <dgm:constr type="w" for="ch" forName="rect4" refType="w" fact="0.4"/>
          <dgm:constr type="h" for="ch" forName="rect4" refType="h" fact="0.4"/>
          <dgm:constr type="l" for="ch" forName="rect4" refType="w" fact="0.065"/>
          <dgm:constr type="b" for="ch" forName="rect4" refType="h" fact="0.935"/>
        </dgm:constrLst>
      </dgm:else>
    </dgm:choose>
    <dgm:ruleLst/>
    <dgm:choose name="Name3">
      <dgm:if name="Name4" axis="ch" ptType="node" func="cnt" op="gte" val="1">
        <dgm:layoutNode name="axisShape" styleLbl="bgShp">
          <dgm:alg type="sp"/>
          <dgm:shape xmlns:r="http://schemas.openxmlformats.org/officeDocument/2006/relationships" type="quadArrow" r:blip="">
            <dgm:adjLst>
              <dgm:adj idx="1" val="0.02"/>
              <dgm:adj idx="2" val="0.04"/>
              <dgm:adj idx="3" val="0.05"/>
            </dgm:adjLst>
          </dgm:shape>
          <dgm:presOf/>
          <dgm:constrLst/>
          <dgm:ruleLst/>
        </dgm:layoutNode>
        <dgm:layoutNode name="rect1">
          <dgm:varLst>
            <dgm:chMax val="0"/>
            <dgm:chPref val="0"/>
            <dgm:bulletEnabled val="1"/>
          </dgm:varLst>
          <dgm:alg type="tx"/>
          <dgm:shape xmlns:r="http://schemas.openxmlformats.org/officeDocument/2006/relationships" type="roundRect" r:blip="">
            <dgm:adjLst/>
          </dgm:shape>
          <dgm:presOf axis="ch desOrSelf" ptType="node node" st="1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rect2">
          <dgm:varLst>
            <dgm:chMax val="0"/>
            <dgm:chPref val="0"/>
            <dgm:bulletEnabled val="1"/>
          </dgm:varLst>
          <dgm:alg type="tx"/>
          <dgm:shape xmlns:r="http://schemas.openxmlformats.org/officeDocument/2006/relationships" type="roundRect" r:blip="">
            <dgm:adjLst/>
          </dgm:shape>
          <dgm:presOf axis="ch desOrSelf" ptType="node node" st="2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rect3">
          <dgm:varLst>
            <dgm:chMax val="0"/>
            <dgm:chPref val="0"/>
            <dgm:bulletEnabled val="1"/>
          </dgm:varLst>
          <dgm:alg type="tx"/>
          <dgm:shape xmlns:r="http://schemas.openxmlformats.org/officeDocument/2006/relationships" type="roundRect" r:blip="">
            <dgm:adjLst/>
          </dgm:shape>
          <dgm:presOf axis="ch desOrSelf" ptType="node node" st="3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rect4">
          <dgm:varLst>
            <dgm:chMax val="0"/>
            <dgm:chPref val="0"/>
            <dgm:bulletEnabled val="1"/>
          </dgm:varLst>
          <dgm:alg type="tx"/>
          <dgm:shape xmlns:r="http://schemas.openxmlformats.org/officeDocument/2006/relationships" type="roundRect" r:blip="">
            <dgm:adjLst/>
          </dgm:shape>
          <dgm:presOf axis="ch desOrSelf" ptType="node node" st="4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5"/>
    </dgm:choose>
  </dgm:layoutNode>
</dgm:layoutDef>
</file>

<file path=ppt/diagrams/layout6.xml><?xml version="1.0" encoding="utf-8"?>
<dgm:layoutDef xmlns:dgm="http://schemas.openxmlformats.org/drawingml/2006/diagram" xmlns:a="http://schemas.openxmlformats.org/drawingml/2006/main" uniqueId="urn:microsoft.com/office/officeart/2005/8/layout/venn1">
  <dgm:title val=""/>
  <dgm:desc val=""/>
  <dgm:catLst>
    <dgm:cat type="relationship" pri="28000"/>
    <dgm:cat type="convert" pri="19000"/>
  </dgm:catLst>
  <dgm:sampData useDef="1">
    <dgm:dataModel>
      <dgm:ptLst/>
      <dgm:bg/>
      <dgm:whole/>
    </dgm:dataModel>
  </dgm:sampData>
  <dgm:styleData useDef="1">
    <dgm:dataModel>
      <dgm:ptLst/>
      <dgm:bg/>
      <dgm:whole/>
    </dgm:dataModel>
  </dgm:styleData>
  <dgm:clrData>
    <dgm:dataModel>
      <dgm:ptLst>
        <dgm:pt modelId="0" type="doc"/>
        <dgm:pt modelId="1"/>
        <dgm:pt modelId="2"/>
        <dgm:pt modelId="3"/>
        <dgm:pt modelId="4"/>
      </dgm:ptLst>
      <dgm:cxnLst>
        <dgm:cxn modelId="7" srcId="0" destId="1" srcOrd="0" destOrd="0"/>
        <dgm:cxn modelId="8" srcId="0" destId="2" srcOrd="1" destOrd="0"/>
        <dgm:cxn modelId="9" srcId="0" destId="3" srcOrd="2" destOrd="0"/>
        <dgm:cxn modelId="10" srcId="0" destId="4" srcOrd="3" destOrd="0"/>
      </dgm:cxnLst>
      <dgm:bg/>
      <dgm:whole/>
    </dgm:dataModel>
  </dgm:clrData>
  <dgm:layoutNode name="compositeShape">
    <dgm:varLst>
      <dgm:chMax val="7"/>
      <dgm:dir/>
      <dgm:resizeHandles val="exact"/>
    </dgm:varLst>
    <dgm:choose name="Name0">
      <dgm:if name="Name1" axis="ch" ptType="node" func="cnt" op="equ" val="1">
        <dgm:alg type="composite">
          <dgm:param type="ar" val="1"/>
        </dgm:alg>
      </dgm:if>
      <dgm:if name="Name2" axis="ch" ptType="node" func="cnt" op="equ" val="2">
        <dgm:alg type="composite">
          <dgm:param type="ar" val="1.792"/>
        </dgm:alg>
      </dgm:if>
      <dgm:if name="Name3" axis="ch" ptType="node" func="cnt" op="equ" val="3">
        <dgm:alg type="composite">
          <dgm:param type="ar" val="1"/>
        </dgm:alg>
      </dgm:if>
      <dgm:if name="Name4" axis="ch" ptType="node" func="cnt" op="equ" val="4">
        <dgm:alg type="composite">
          <dgm:param type="ar" val="1"/>
        </dgm:alg>
      </dgm:if>
      <dgm:if name="Name5" axis="ch" ptType="node" func="cnt" op="equ" val="5">
        <dgm:alg type="composite">
          <dgm:param type="ar" val="1.4"/>
        </dgm:alg>
      </dgm:if>
      <dgm:if name="Name6" axis="ch" ptType="node" func="cnt" op="equ" val="6">
        <dgm:alg type="composite">
          <dgm:param type="ar" val="1.285"/>
        </dgm:alg>
      </dgm:if>
      <dgm:if name="Name7" axis="ch" ptType="node" func="cnt" op="equ" val="7">
        <dgm:alg type="composite">
          <dgm:param type="ar" val="1.359"/>
        </dgm:alg>
      </dgm:if>
      <dgm:else name="Name8">
        <dgm:alg type="composite">
          <dgm:param type="ar" val="1.359"/>
        </dgm:alg>
      </dgm:else>
    </dgm:choose>
    <dgm:shape xmlns:r="http://schemas.openxmlformats.org/officeDocument/2006/relationships" r:blip="">
      <dgm:adjLst/>
    </dgm:shape>
    <dgm:presOf/>
    <dgm:choose name="Name9">
      <dgm:if name="Name10" axis="ch" ptType="node" func="cnt" op="equ" val="1">
        <dgm:constrLst>
          <dgm:constr type="ctrX" for="ch" forName="circ1TxSh" refType="w" fact="0.5"/>
          <dgm:constr type="ctrY" for="ch" forName="circ1TxSh" refType="h" fact="0.5"/>
          <dgm:constr type="w" for="ch" forName="circ1TxSh" refType="w"/>
          <dgm:constr type="h" for="ch" forName="circ1TxSh" refType="h"/>
          <dgm:constr type="primFontSz" for="ch" ptType="node" op="equ"/>
        </dgm:constrLst>
      </dgm:if>
      <dgm:if name="Name11" axis="ch" ptType="node" func="cnt" op="equ" val="2">
        <dgm:constrLst>
          <dgm:constr type="ctrX" for="ch" forName="circ1" refType="w" fact="0.3"/>
          <dgm:constr type="ctrY" for="ch" forName="circ1" refType="h" fact="0.5"/>
          <dgm:constr type="w" for="ch" forName="circ1" refType="w" fact="0.555"/>
          <dgm:constr type="h" for="ch" forName="circ1" refType="h" fact="0.99456"/>
          <dgm:constr type="l" for="ch" forName="circ1Tx" refType="w" fact="0.1"/>
          <dgm:constr type="t" for="ch" forName="circ1Tx" refType="h" fact="0.12"/>
          <dgm:constr type="w" for="ch" forName="circ1Tx" refType="w" fact="0.32"/>
          <dgm:constr type="h" for="ch" forName="circ1Tx" refType="h" fact="0.76"/>
          <dgm:constr type="ctrX" for="ch" forName="circ2" refType="w" fact="0.7"/>
          <dgm:constr type="ctrY" for="ch" forName="circ2" refType="h" fact="0.5"/>
          <dgm:constr type="w" for="ch" forName="circ2" refType="w" fact="0.555"/>
          <dgm:constr type="h" for="ch" forName="circ2" refType="h" fact="0.99456"/>
          <dgm:constr type="l" for="ch" forName="circ2Tx" refType="w" fact="0.58"/>
          <dgm:constr type="t" for="ch" forName="circ2Tx" refType="h" fact="0.12"/>
          <dgm:constr type="w" for="ch" forName="circ2Tx" refType="w" fact="0.32"/>
          <dgm:constr type="h" for="ch" forName="circ2Tx" refType="h" fact="0.76"/>
          <dgm:constr type="primFontSz" for="ch" ptType="node" op="equ"/>
        </dgm:constrLst>
      </dgm:if>
      <dgm:if name="Name12" axis="ch" ptType="node" func="cnt" op="equ" val="3">
        <dgm:constrLst>
          <dgm:constr type="ctrX" for="ch" forName="circ1" refType="w" fact="0.5"/>
          <dgm:constr type="ctrY" for="ch" forName="circ1" refType="w" fact="0.25"/>
          <dgm:constr type="w" for="ch" forName="circ1" refType="w" fact="0.6"/>
          <dgm:constr type="h" for="ch" forName="circ1" refType="h" fact="0.6"/>
          <dgm:constr type="l" for="ch" forName="circ1Tx" refType="w" fact="0.28"/>
          <dgm:constr type="t" for="ch" forName="circ1Tx" refType="h" fact="0.055"/>
          <dgm:constr type="w" for="ch" forName="circ1Tx" refType="w" fact="0.44"/>
          <dgm:constr type="h" for="ch" forName="circ1Tx" refType="h" fact="0.27"/>
          <dgm:constr type="ctrX" for="ch" forName="circ2" refType="w" fact="0.7165"/>
          <dgm:constr type="ctrY" for="ch" forName="circ2" refType="w" fact="0.625"/>
          <dgm:constr type="w" for="ch" forName="circ2" refType="w" fact="0.6"/>
          <dgm:constr type="h" for="ch" forName="circ2" refType="h" fact="0.6"/>
          <dgm:constr type="l" for="ch" forName="circ2Tx" refType="w" fact="0.6"/>
          <dgm:constr type="t" for="ch" forName="circ2Tx" refType="h" fact="0.48"/>
          <dgm:constr type="w" for="ch" forName="circ2Tx" refType="w" fact="0.36"/>
          <dgm:constr type="h" for="ch" forName="circ2Tx" refType="h" fact="0.33"/>
          <dgm:constr type="ctrX" for="ch" forName="circ3" refType="w" fact="0.2835"/>
          <dgm:constr type="ctrY" for="ch" forName="circ3" refType="w" fact="0.625"/>
          <dgm:constr type="w" for="ch" forName="circ3" refType="w" fact="0.6"/>
          <dgm:constr type="h" for="ch" forName="circ3" refType="h" fact="0.6"/>
          <dgm:constr type="l" for="ch" forName="circ3Tx" refType="w" fact="0.04"/>
          <dgm:constr type="t" for="ch" forName="circ3Tx" refType="h" fact="0.48"/>
          <dgm:constr type="w" for="ch" forName="circ3Tx" refType="w" fact="0.36"/>
          <dgm:constr type="h" for="ch" forName="circ3Tx" refType="h" fact="0.33"/>
          <dgm:constr type="primFontSz" for="ch" ptType="node" op="equ"/>
        </dgm:constrLst>
      </dgm:if>
      <dgm:if name="Name13" axis="ch" ptType="node" func="cnt" op="equ" val="4">
        <dgm:constrLst>
          <dgm:constr type="ctrX" for="ch" forName="circ1" refType="w" fact="0.5"/>
          <dgm:constr type="ctrY" for="ch" forName="circ1" refType="w" fact="0.27"/>
          <dgm:constr type="w" for="ch" forName="circ1" refType="w" fact="0.52"/>
          <dgm:constr type="h" for="ch" forName="circ1" refType="h" fact="0.52"/>
          <dgm:constr type="l" for="ch" forName="circ1Tx" refType="w" fact="0.3"/>
          <dgm:constr type="t" for="ch" forName="circ1Tx" refType="h" fact="0.08"/>
          <dgm:constr type="w" for="ch" forName="circ1Tx" refType="w" fact="0.4"/>
          <dgm:constr type="h" for="ch" forName="circ1Tx" refType="h" fact="0.165"/>
          <dgm:constr type="ctrX" for="ch" forName="circ2" refType="w" fact="0.73"/>
          <dgm:constr type="ctrY" for="ch" forName="circ2" refType="w" fact="0.5"/>
          <dgm:constr type="w" for="ch" forName="circ2" refType="w" fact="0.52"/>
          <dgm:constr type="h" for="ch" forName="circ2" refType="h" fact="0.52"/>
          <dgm:constr type="r" for="ch" forName="circ2Tx" refType="w" fact="0.95"/>
          <dgm:constr type="t" for="ch" forName="circ2Tx" refType="h" fact="0.3"/>
          <dgm:constr type="w" for="ch" forName="circ2Tx" refType="w" fact="0.2"/>
          <dgm:constr type="h" for="ch" forName="circ2Tx" refType="h" fact="0.4"/>
          <dgm:constr type="ctrX" for="ch" forName="circ3" refType="w" fact="0.5"/>
          <dgm:constr type="ctrY" for="ch" forName="circ3" refType="w" fact="0.73"/>
          <dgm:constr type="w" for="ch" forName="circ3" refType="w" fact="0.52"/>
          <dgm:constr type="h" for="ch" forName="circ3" refType="h" fact="0.52"/>
          <dgm:constr type="l" for="ch" forName="circ3Tx" refType="w" fact="0.3"/>
          <dgm:constr type="b" for="ch" forName="circ3Tx" refType="h" fact="0.92"/>
          <dgm:constr type="w" for="ch" forName="circ3Tx" refType="w" fact="0.4"/>
          <dgm:constr type="h" for="ch" forName="circ3Tx" refType="h" fact="0.165"/>
          <dgm:constr type="ctrX" for="ch" forName="circ4" refType="w" fact="0.27"/>
          <dgm:constr type="ctrY" for="ch" forName="circ4" refType="h" fact="0.5"/>
          <dgm:constr type="w" for="ch" forName="circ4" refType="w" fact="0.52"/>
          <dgm:constr type="h" for="ch" forName="circ4" refType="h" fact="0.52"/>
          <dgm:constr type="l" for="ch" forName="circ4Tx" refType="w" fact="0.05"/>
          <dgm:constr type="t" for="ch" forName="circ4Tx" refType="h" fact="0.3"/>
          <dgm:constr type="w" for="ch" forName="circ4Tx" refType="w" fact="0.2"/>
          <dgm:constr type="h" for="ch" forName="circ4Tx" refType="h" fact="0.4"/>
          <dgm:constr type="primFontSz" for="ch" ptType="node" op="equ"/>
        </dgm:constrLst>
      </dgm:if>
      <dgm:if name="Name14" axis="ch" ptType="node" func="cnt" op="equ" val="5">
        <dgm:constrLst>
          <dgm:constr type="ctrX" for="ch" forName="circ1" refType="w" fact="0.5"/>
          <dgm:constr type="ctrY" for="ch" forName="circ1" refType="h" fact="0.46"/>
          <dgm:constr type="w" for="ch" forName="circ1" refType="w" fact="0.25"/>
          <dgm:constr type="h" for="ch" forName="circ1" refType="h" fact="0.35"/>
          <dgm:constr type="l" for="ch" forName="circ1Tx" refType="w" fact="0.355"/>
          <dgm:constr type="t" for="ch" forName="circ1Tx"/>
          <dgm:constr type="w" for="ch" forName="circ1Tx" refType="w" fact="0.29"/>
          <dgm:constr type="h" for="ch" forName="circ1Tx" refType="h" fact="0.235"/>
          <dgm:constr type="ctrX" for="ch" forName="circ2" refType="w" fact="0.5951"/>
          <dgm:constr type="ctrY" for="ch" forName="circ2" refType="h" fact="0.5567"/>
          <dgm:constr type="w" for="ch" forName="circ2" refType="w" fact="0.25"/>
          <dgm:constr type="h" for="ch" forName="circ2" refType="h" fact="0.35"/>
          <dgm:constr type="l" for="ch" forName="circ2Tx" refType="w" fact="0.74"/>
          <dgm:constr type="t" for="ch" forName="circ2Tx" refType="h" fact="0.31"/>
          <dgm:constr type="w" for="ch" forName="circ2Tx" refType="w" fact="0.26"/>
          <dgm:constr type="h" for="ch" forName="circ2Tx" refType="h" fact="0.255"/>
          <dgm:constr type="ctrX" for="ch" forName="circ3" refType="w" fact="0.5588"/>
          <dgm:constr type="ctrY" for="ch" forName="circ3" refType="h" fact="0.7133"/>
          <dgm:constr type="w" for="ch" forName="circ3" refType="w" fact="0.25"/>
          <dgm:constr type="h" for="ch" forName="circ3" refType="h" fact="0.35"/>
          <dgm:constr type="l" for="ch" forName="circ3Tx" refType="w" fact="0.7"/>
          <dgm:constr type="t" for="ch" forName="circ3Tx" refType="h" fact="0.745"/>
          <dgm:constr type="w" for="ch" forName="circ3Tx" refType="w" fact="0.26"/>
          <dgm:constr type="h" for="ch" forName="circ3Tx" refType="h" fact="0.255"/>
          <dgm:constr type="ctrX" for="ch" forName="circ4" refType="w" fact="0.4412"/>
          <dgm:constr type="ctrY" for="ch" forName="circ4" refType="h" fact="0.7133"/>
          <dgm:constr type="w" for="ch" forName="circ4" refType="w" fact="0.25"/>
          <dgm:constr type="h" for="ch" forName="circ4" refType="h" fact="0.35"/>
          <dgm:constr type="l" for="ch" forName="circ4Tx" refType="w" fact="0.04"/>
          <dgm:constr type="t" for="ch" forName="circ4Tx" refType="h" fact="0.745"/>
          <dgm:constr type="w" for="ch" forName="circ4Tx" refType="w" fact="0.26"/>
          <dgm:constr type="h" for="ch" forName="circ4Tx" refType="h" fact="0.255"/>
          <dgm:constr type="ctrX" for="ch" forName="circ5" refType="w" fact="0.4049"/>
          <dgm:constr type="ctrY" for="ch" forName="circ5" refType="h" fact="0.5567"/>
          <dgm:constr type="w" for="ch" forName="circ5" refType="w" fact="0.25"/>
          <dgm:constr type="h" for="ch" forName="circ5" refType="h" fact="0.35"/>
          <dgm:constr type="l" for="ch" forName="circ5Tx"/>
          <dgm:constr type="t" for="ch" forName="circ5Tx" refType="h" fact="0.31"/>
          <dgm:constr type="w" for="ch" forName="circ5Tx" refType="w" fact="0.26"/>
          <dgm:constr type="h" for="ch" forName="circ5Tx" refType="h" fact="0.255"/>
          <dgm:constr type="primFontSz" for="ch" ptType="node" op="equ"/>
        </dgm:constrLst>
      </dgm:if>
      <dgm:if name="Name15" axis="ch" ptType="node" func="cnt" op="equ" val="6">
        <dgm:constrLst>
          <dgm:constr type="ctrX" for="ch" forName="circ1" refType="w" fact="0.5"/>
          <dgm:constr type="ctrY" for="ch" forName="circ1" refType="h" fact="0.3844"/>
          <dgm:constr type="w" for="ch" forName="circ1" refType="w" fact="0.24"/>
          <dgm:constr type="h" for="ch" forName="circ1" refType="h" fact="0.3084"/>
          <dgm:constr type="l" for="ch" forName="circ1Tx" refType="w" fact="0.35"/>
          <dgm:constr type="t" for="ch" forName="circ1Tx"/>
          <dgm:constr type="w" for="ch" forName="circ1Tx" refType="w" fact="0.3"/>
          <dgm:constr type="h" for="ch" forName="circ1Tx" refType="h" fact="0.21"/>
          <dgm:constr type="ctrX" for="ch" forName="circ2" refType="w" fact="0.5779"/>
          <dgm:constr type="ctrY" for="ch" forName="circ2" refType="h" fact="0.4422"/>
          <dgm:constr type="w" for="ch" forName="circ2" refType="w" fact="0.24"/>
          <dgm:constr type="h" for="ch" forName="circ2" refType="h" fact="0.3084"/>
          <dgm:constr type="l" for="ch" forName="circ2Tx" refType="w" fact="0.7157"/>
          <dgm:constr type="t" for="ch" forName="circ2Tx" refType="h" fact="0.2"/>
          <dgm:constr type="w" for="ch" forName="circ2Tx" refType="w" fact="0.2843"/>
          <dgm:constr type="h" for="ch" forName="circ2Tx" refType="h" fact="0.23"/>
          <dgm:constr type="ctrX" for="ch" forName="circ3" refType="w" fact="0.5779"/>
          <dgm:constr type="ctrY" for="ch" forName="circ3" refType="h" fact="0.5578"/>
          <dgm:constr type="w" for="ch" forName="circ3" refType="w" fact="0.24"/>
          <dgm:constr type="h" for="ch" forName="circ3" refType="h" fact="0.3084"/>
          <dgm:constr type="l" for="ch" forName="circ3Tx" refType="w" fact="0.7157"/>
          <dgm:constr type="t" for="ch" forName="circ3Tx" refType="h" fact="0.543"/>
          <dgm:constr type="w" for="ch" forName="circ3Tx" refType="w" fact="0.2843"/>
          <dgm:constr type="h" for="ch" forName="circ3Tx" refType="h" fact="0.257"/>
          <dgm:constr type="ctrX" for="ch" forName="circ4" refType="w" fact="0.5"/>
          <dgm:constr type="ctrY" for="ch" forName="circ4" refType="h" fact="0.6157"/>
          <dgm:constr type="w" for="ch" forName="circ4" refType="w" fact="0.24"/>
          <dgm:constr type="h" for="ch" forName="circ4" refType="h" fact="0.3084"/>
          <dgm:constr type="l" for="ch" forName="circ4Tx" refType="w" fact="0.35"/>
          <dgm:constr type="t" for="ch" forName="circ4Tx" refType="h" fact="0.79"/>
          <dgm:constr type="w" for="ch" forName="circ4Tx" refType="w" fact="0.3"/>
          <dgm:constr type="h" for="ch" forName="circ4Tx" refType="h" fact="0.21"/>
          <dgm:constr type="ctrX" for="ch" forName="circ5" refType="w" fact="0.4221"/>
          <dgm:constr type="ctrY" for="ch" forName="circ5" refType="h" fact="0.5578"/>
          <dgm:constr type="w" for="ch" forName="circ5" refType="w" fact="0.24"/>
          <dgm:constr type="h" for="ch" forName="circ5" refType="h" fact="0.3084"/>
          <dgm:constr type="l" for="ch" forName="circ5Tx" refType="w" fact="0"/>
          <dgm:constr type="t" for="ch" forName="circ5Tx" refType="h" fact="0.543"/>
          <dgm:constr type="w" for="ch" forName="circ5Tx" refType="w" fact="0.2843"/>
          <dgm:constr type="h" for="ch" forName="circ5Tx" refType="h" fact="0.257"/>
          <dgm:constr type="ctrX" for="ch" forName="circ6" refType="w" fact="0.4221"/>
          <dgm:constr type="ctrY" for="ch" forName="circ6" refType="h" fact="0.4422"/>
          <dgm:constr type="w" for="ch" forName="circ6" refType="w" fact="0.24"/>
          <dgm:constr type="h" for="ch" forName="circ6" refType="h" fact="0.3084"/>
          <dgm:constr type="l" for="ch" forName="circ6Tx" refType="w" fact="0"/>
          <dgm:constr type="t" for="ch" forName="circ6Tx" refType="h" fact="0.2"/>
          <dgm:constr type="w" for="ch" forName="circ6Tx" refType="w" fact="0.2843"/>
          <dgm:constr type="h" for="ch" forName="circ6Tx" refType="h" fact="0.257"/>
          <dgm:constr type="primFontSz" for="ch" ptType="node" op="equ"/>
        </dgm:constrLst>
      </dgm:if>
      <dgm:else name="Name16">
        <dgm:constrLst>
          <dgm:constr type="ctrX" for="ch" forName="circ1" refType="w" fact="0.5"/>
          <dgm:constr type="ctrY" for="ch" forName="circ1" refType="h" fact="0.4177"/>
          <dgm:constr type="w" for="ch" forName="circ1" refType="w" fact="0.24"/>
          <dgm:constr type="h" for="ch" forName="circ1" refType="h" fact="0.3262"/>
          <dgm:constr type="l" for="ch" forName="circ1Tx" refType="w" fact="0.3625"/>
          <dgm:constr type="t" for="ch" forName="circ1Tx"/>
          <dgm:constr type="w" for="ch" forName="circ1Tx" refType="w" fact="0.275"/>
          <dgm:constr type="h" for="ch" forName="circ1Tx" refType="h" fact="0.2"/>
          <dgm:constr type="ctrX" for="ch" forName="circ2" refType="w" fact="0.5704"/>
          <dgm:constr type="ctrY" for="ch" forName="circ2" refType="h" fact="0.4637"/>
          <dgm:constr type="w" for="ch" forName="circ2" refType="w" fact="0.24"/>
          <dgm:constr type="h" for="ch" forName="circ2" refType="h" fact="0.3262"/>
          <dgm:constr type="l" for="ch" forName="circ2Tx" refType="w" fact="0.72"/>
          <dgm:constr type="t" for="ch" forName="circ2Tx" refType="h" fact="0.19"/>
          <dgm:constr type="w" for="ch" forName="circ2Tx" refType="w" fact="0.26"/>
          <dgm:constr type="h" for="ch" forName="circ2Tx" refType="h" fact="0.22"/>
          <dgm:constr type="ctrX" for="ch" forName="circ3" refType="w" fact="0.5877"/>
          <dgm:constr type="ctrY" for="ch" forName="circ3" refType="h" fact="0.5672"/>
          <dgm:constr type="w" for="ch" forName="circ3" refType="w" fact="0.24"/>
          <dgm:constr type="h" for="ch" forName="circ3" refType="h" fact="0.3262"/>
          <dgm:constr type="l" for="ch" forName="circ3Tx" refType="w" fact="0.745"/>
          <dgm:constr type="t" for="ch" forName="circ3Tx" refType="h" fact="0.47"/>
          <dgm:constr type="w" for="ch" forName="circ3Tx" refType="w" fact="0.255"/>
          <dgm:constr type="h" for="ch" forName="circ3Tx" refType="h" fact="0.235"/>
          <dgm:constr type="ctrX" for="ch" forName="circ4" refType="w" fact="0.539"/>
          <dgm:constr type="ctrY" for="ch" forName="circ4" refType="h" fact="0.6502"/>
          <dgm:constr type="w" for="ch" forName="circ4" refType="w" fact="0.24"/>
          <dgm:constr type="h" for="ch" forName="circ4" refType="h" fact="0.3262"/>
          <dgm:constr type="l" for="ch" forName="circ4Tx" refType="w" fact="0.635"/>
          <dgm:constr type="t" for="ch" forName="circ4Tx" refType="h" fact="0.785"/>
          <dgm:constr type="w" for="ch" forName="circ4Tx" refType="w" fact="0.275"/>
          <dgm:constr type="h" for="ch" forName="circ4Tx" refType="h" fact="0.215"/>
          <dgm:constr type="ctrX" for="ch" forName="circ5" refType="w" fact="0.461"/>
          <dgm:constr type="ctrY" for="ch" forName="circ5" refType="h" fact="0.6502"/>
          <dgm:constr type="w" for="ch" forName="circ5" refType="w" fact="0.24"/>
          <dgm:constr type="h" for="ch" forName="circ5" refType="h" fact="0.3262"/>
          <dgm:constr type="l" for="ch" forName="circ5Tx" refType="w" fact="0.09"/>
          <dgm:constr type="t" for="ch" forName="circ5Tx" refType="h" fact="0.785"/>
          <dgm:constr type="w" for="ch" forName="circ5Tx" refType="w" fact="0.275"/>
          <dgm:constr type="h" for="ch" forName="circ5Tx" refType="h" fact="0.215"/>
          <dgm:constr type="ctrX" for="ch" forName="circ6" refType="w" fact="0.4123"/>
          <dgm:constr type="ctrY" for="ch" forName="circ6" refType="h" fact="0.5672"/>
          <dgm:constr type="w" for="ch" forName="circ6" refType="w" fact="0.24"/>
          <dgm:constr type="h" for="ch" forName="circ6" refType="h" fact="0.3262"/>
          <dgm:constr type="l" for="ch" forName="circ6Tx"/>
          <dgm:constr type="t" for="ch" forName="circ6Tx" refType="h" fact="0.47"/>
          <dgm:constr type="w" for="ch" forName="circ6Tx" refType="w" fact="0.255"/>
          <dgm:constr type="h" for="ch" forName="circ6Tx" refType="h" fact="0.235"/>
          <dgm:constr type="ctrX" for="ch" forName="circ7" refType="w" fact="0.4296"/>
          <dgm:constr type="ctrY" for="ch" forName="circ7" refType="h" fact="0.4637"/>
          <dgm:constr type="w" for="ch" forName="circ7" refType="w" fact="0.24"/>
          <dgm:constr type="h" for="ch" forName="circ7" refType="h" fact="0.3262"/>
          <dgm:constr type="l" for="ch" forName="circ7Tx" refType="w" fact="0.02"/>
          <dgm:constr type="t" for="ch" forName="circ7Tx" refType="h" fact="0.19"/>
          <dgm:constr type="w" for="ch" forName="circ7Tx" refType="w" fact="0.26"/>
          <dgm:constr type="h" for="ch" forName="circ7Tx" refType="h" fact="0.22"/>
          <dgm:constr type="primFontSz" for="ch" ptType="node" op="equ"/>
        </dgm:constrLst>
      </dgm:else>
    </dgm:choose>
    <dgm:ruleLst/>
    <dgm:forEach name="Name17" axis="ch" ptType="node" cnt="1">
      <dgm:choose name="Name18">
        <dgm:if name="Name19" axis="root ch" ptType="all node" func="cnt" op="equ" val="1">
          <dgm:layoutNode name="circ1TxSh" styleLbl="vennNode1">
            <dgm:alg type="tx">
              <dgm:param type="txAnchorHorzCh" val="ctr"/>
              <dgm:param type="txAnchorVertCh" val="mid"/>
            </dgm:alg>
            <dgm:shape xmlns:r="http://schemas.openxmlformats.org/officeDocument/2006/relationships" type="ellipse" r:blip="">
              <dgm:adjLst/>
            </dgm:shape>
            <dgm:choose name="Name20">
              <dgm:if name="Name21" func="var" arg="dir" op="equ" val="norm">
                <dgm:choose name="Name22">
                  <dgm:if name="Name23" axis="root ch" ptType="all node" func="cnt" op="lte" val="4">
                    <dgm:presOf axis="desOrSelf" ptType="node"/>
                  </dgm:if>
                  <dgm:else name="Name24">
                    <dgm:presOf/>
                  </dgm:else>
                </dgm:choose>
              </dgm:if>
              <dgm:else name="Name25">
                <dgm:choose name="Name26">
                  <dgm:if name="Name27" axis="root ch" ptType="all node" func="cnt" op="equ" val="2">
                    <dgm:presOf axis="root ch desOrSelf" ptType="all node node" st="1 2 1" cnt="1 1 0"/>
                  </dgm:if>
                  <dgm:else name="Name28">
                    <dgm:presOf axis="desOrSelf" ptType="node"/>
                  </dgm:else>
                </dgm:choose>
              </dgm:else>
            </dgm:choose>
            <dgm:constrLst>
              <dgm:constr type="tMarg"/>
              <dgm:constr type="bMarg"/>
              <dgm:constr type="lMarg"/>
              <dgm:constr type="rMarg"/>
              <dgm:constr type="primFontSz" val="65"/>
            </dgm:constrLst>
            <dgm:ruleLst>
              <dgm:rule type="primFontSz" val="5" fact="NaN" max="NaN"/>
            </dgm:ruleLst>
          </dgm:layoutNode>
        </dgm:if>
        <dgm:else name="Name29">
          <dgm:layoutNode name="circ1" styleLbl="vennNode1">
            <dgm:alg type="sp"/>
            <dgm:shape xmlns:r="http://schemas.openxmlformats.org/officeDocument/2006/relationships" type="ellipse" r:blip="">
              <dgm:adjLst/>
            </dgm:shape>
            <dgm:choose name="Name30">
              <dgm:if name="Name31" func="var" arg="dir" op="equ" val="norm">
                <dgm:choose name="Name32">
                  <dgm:if name="Name33" axis="root ch" ptType="all node" func="cnt" op="lte" val="4">
                    <dgm:presOf axis="desOrSelf" ptType="node"/>
                  </dgm:if>
                  <dgm:else name="Name34">
                    <dgm:presOf/>
                  </dgm:else>
                </dgm:choose>
              </dgm:if>
              <dgm:else name="Name35">
                <dgm:choose name="Name36">
                  <dgm:if name="Name37" axis="root ch" ptType="all node" func="cnt" op="equ" val="2">
                    <dgm:presOf axis="root ch desOrSelf" ptType="all node node" st="1 2 1" cnt="1 1 0"/>
                  </dgm:if>
                  <dgm:else name="Name38">
                    <dgm:choose name="Name39">
                      <dgm:if name="Name40" axis="root ch" ptType="all node" func="cnt" op="lte" val="4">
                        <dgm:presOf axis="desOrSelf" ptType="node"/>
                      </dgm:if>
                      <dgm:else name="Name41">
                        <dgm:presOf/>
                      </dgm:else>
                    </dgm:choose>
                  </dgm:else>
                </dgm:choose>
              </dgm:else>
            </dgm:choose>
            <dgm:constrLst/>
            <dgm:ruleLst/>
          </dgm:layoutNode>
          <dgm:layoutNode name="circ1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42">
              <dgm:if name="Name43" func="var" arg="dir" op="equ" val="norm">
                <dgm:presOf axis="desOrSelf" ptType="node"/>
              </dgm:if>
              <dgm:else name="Name44">
                <dgm:choose name="Name45">
                  <dgm:if name="Name46" axis="root ch" ptType="all node" func="cnt" op="equ" val="2">
                    <dgm:presOf axis="root ch desOrSelf" ptType="all node node" st="1 2 1" cnt="1 1 0"/>
                  </dgm:if>
                  <dgm:else name="Name47">
                    <dgm:presOf axis="desOrSelf" ptType="node"/>
                  </dgm:else>
                </dgm:choose>
              </dgm:else>
            </dgm:choose>
            <dgm:constrLst>
              <dgm:constr type="tMarg"/>
              <dgm:constr type="bMarg"/>
              <dgm:constr type="lMarg"/>
              <dgm:constr type="rMarg"/>
              <dgm:constr type="primFontSz" val="65"/>
            </dgm:constrLst>
            <dgm:ruleLst>
              <dgm:rule type="primFontSz" val="5" fact="NaN" max="NaN"/>
            </dgm:ruleLst>
          </dgm:layoutNode>
        </dgm:else>
      </dgm:choose>
    </dgm:forEach>
    <dgm:forEach name="Name48" axis="ch" ptType="node" st="2" cnt="1">
      <dgm:layoutNode name="circ2" styleLbl="vennNode1">
        <dgm:alg type="sp"/>
        <dgm:shape xmlns:r="http://schemas.openxmlformats.org/officeDocument/2006/relationships" type="ellipse" r:blip="">
          <dgm:adjLst/>
        </dgm:shape>
        <dgm:choose name="Name49">
          <dgm:if name="Name50" func="var" arg="dir" op="equ" val="norm">
            <dgm:choose name="Name51">
              <dgm:if name="Name52" axis="root ch" ptType="all node" func="cnt" op="lte" val="4">
                <dgm:presOf axis="desOrSelf" ptType="node"/>
              </dgm:if>
              <dgm:else name="Name53">
                <dgm:presOf/>
              </dgm:else>
            </dgm:choose>
          </dgm:if>
          <dgm:else name="Name54">
            <dgm:choose name="Name55">
              <dgm:if name="Name56" axis="root ch" ptType="all node" func="cnt" op="equ" val="2">
                <dgm:presOf axis="root ch desOrSelf" ptType="all node node" st="1 1 1" cnt="1 1 0"/>
              </dgm:if>
              <dgm:if name="Name57" axis="root ch" ptType="all node" func="cnt" op="equ" val="3">
                <dgm:presOf axis="root ch desOrSelf" ptType="all node node" st="1 3 1" cnt="1 1 0"/>
              </dgm:if>
              <dgm:if name="Name58" axis="root ch" ptType="all node" func="cnt" op="equ" val="4">
                <dgm:presOf axis="root ch desOrSelf" ptType="all node node" st="1 4 1" cnt="1 1 0"/>
              </dgm:if>
              <dgm:else name="Name59">
                <dgm:presOf/>
              </dgm:else>
            </dgm:choose>
          </dgm:else>
        </dgm:choose>
        <dgm:constrLst/>
        <dgm:ruleLst/>
      </dgm:layoutNode>
      <dgm:layoutNode name="circ2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60">
          <dgm:if name="Name61" func="var" arg="dir" op="equ" val="norm">
            <dgm:presOf axis="desOrSelf" ptType="node"/>
          </dgm:if>
          <dgm:else name="Name62">
            <dgm:choose name="Name63">
              <dgm:if name="Name64" axis="root ch" ptType="all node" func="cnt" op="equ" val="2">
                <dgm:presOf axis="root ch desOrSelf" ptType="all node node" st="1 1 1" cnt="1 1 0"/>
              </dgm:if>
              <dgm:if name="Name65" axis="root ch" ptType="all node" func="cnt" op="equ" val="3">
                <dgm:presOf axis="root ch desOrSelf" ptType="all node node" st="1 3 1" cnt="1 1 0"/>
              </dgm:if>
              <dgm:if name="Name66" axis="root ch" ptType="all node" func="cnt" op="equ" val="4">
                <dgm:presOf axis="root ch desOrSelf" ptType="all node node" st="1 4 1" cnt="1 1 0"/>
              </dgm:if>
              <dgm:if name="Name67" axis="root ch" ptType="all node" func="cnt" op="equ" val="5">
                <dgm:presOf axis="root ch desOrSelf" ptType="all node node" st="1 5 1" cnt="1 1 0"/>
              </dgm:if>
              <dgm:if name="Name68" axis="root ch" ptType="all node" func="cnt" op="equ" val="6">
                <dgm:presOf axis="root ch desOrSelf" ptType="all node node" st="1 6 1" cnt="1 1 0"/>
              </dgm:if>
              <dgm:else name="Name69">
                <dgm:presOf axis="root ch desOrSelf" ptType="all node node" st="1 7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70" axis="ch" ptType="node" st="3" cnt="1">
      <dgm:layoutNode name="circ3" styleLbl="vennNode1">
        <dgm:alg type="sp"/>
        <dgm:shape xmlns:r="http://schemas.openxmlformats.org/officeDocument/2006/relationships" type="ellipse" r:blip="">
          <dgm:adjLst/>
        </dgm:shape>
        <dgm:choose name="Name71">
          <dgm:if name="Name72" func="var" arg="dir" op="equ" val="norm">
            <dgm:choose name="Name73">
              <dgm:if name="Name74" axis="root ch" ptType="all node" func="cnt" op="lte" val="4">
                <dgm:presOf axis="desOrSelf" ptType="node"/>
              </dgm:if>
              <dgm:else name="Name75">
                <dgm:presOf/>
              </dgm:else>
            </dgm:choose>
          </dgm:if>
          <dgm:else name="Name76">
            <dgm:choose name="Name77">
              <dgm:if name="Name78" axis="root ch" ptType="all node" func="cnt" op="equ" val="3">
                <dgm:presOf axis="root ch desOrSelf" ptType="all node node" st="1 2 1" cnt="1 1 0"/>
              </dgm:if>
              <dgm:if name="Name79" axis="root ch" ptType="all node" func="cnt" op="equ" val="4">
                <dgm:presOf axis="root ch desOrSelf" ptType="all node node" st="1 3 1" cnt="1 1 0"/>
              </dgm:if>
              <dgm:else name="Name80">
                <dgm:presOf/>
              </dgm:else>
            </dgm:choose>
          </dgm:else>
        </dgm:choose>
        <dgm:constrLst/>
        <dgm:ruleLst/>
      </dgm:layoutNode>
      <dgm:layoutNode name="circ3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81">
          <dgm:if name="Name82" func="var" arg="dir" op="equ" val="norm">
            <dgm:presOf axis="desOrSelf" ptType="node"/>
          </dgm:if>
          <dgm:else name="Name83">
            <dgm:choose name="Name84">
              <dgm:if name="Name85" axis="root ch" ptType="all node" func="cnt" op="equ" val="3">
                <dgm:presOf axis="root ch desOrSelf" ptType="all node node" st="1 2 1" cnt="1 1 0"/>
              </dgm:if>
              <dgm:if name="Name86" axis="root ch" ptType="all node" func="cnt" op="equ" val="4">
                <dgm:presOf axis="root ch desOrSelf" ptType="all node node" st="1 3 1" cnt="1 1 0"/>
              </dgm:if>
              <dgm:if name="Name87" axis="root ch" ptType="all node" func="cnt" op="equ" val="5">
                <dgm:presOf axis="root ch desOrSelf" ptType="all node node" st="1 4 1" cnt="1 1 0"/>
              </dgm:if>
              <dgm:if name="Name88" axis="root ch" ptType="all node" func="cnt" op="equ" val="6">
                <dgm:presOf axis="root ch desOrSelf" ptType="all node node" st="1 5 1" cnt="1 1 0"/>
              </dgm:if>
              <dgm:else name="Name89">
                <dgm:presOf axis="root ch desOrSelf" ptType="all node node" st="1 6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90" axis="ch" ptType="node" st="4" cnt="1">
      <dgm:layoutNode name="circ4" styleLbl="vennNode1">
        <dgm:alg type="sp"/>
        <dgm:shape xmlns:r="http://schemas.openxmlformats.org/officeDocument/2006/relationships" type="ellipse" r:blip="">
          <dgm:adjLst/>
        </dgm:shape>
        <dgm:choose name="Name91">
          <dgm:if name="Name92" func="var" arg="dir" op="equ" val="norm">
            <dgm:choose name="Name93">
              <dgm:if name="Name94" axis="root ch" ptType="all node" func="cnt" op="lte" val="4">
                <dgm:presOf axis="desOrSelf" ptType="node"/>
              </dgm:if>
              <dgm:else name="Name95">
                <dgm:presOf/>
              </dgm:else>
            </dgm:choose>
          </dgm:if>
          <dgm:else name="Name96">
            <dgm:choose name="Name97">
              <dgm:if name="Name98" axis="root ch" ptType="all node" func="cnt" op="equ" val="4">
                <dgm:presOf axis="root ch desOrSelf" ptType="all node node" st="1 2 1" cnt="1 1 0"/>
              </dgm:if>
              <dgm:else name="Name99">
                <dgm:presOf/>
              </dgm:else>
            </dgm:choose>
          </dgm:else>
        </dgm:choose>
        <dgm:constrLst/>
        <dgm:ruleLst/>
      </dgm:layoutNode>
      <dgm:layoutNode name="circ4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00">
          <dgm:if name="Name101" func="var" arg="dir" op="equ" val="norm">
            <dgm:presOf axis="desOrSelf" ptType="node"/>
          </dgm:if>
          <dgm:else name="Name102">
            <dgm:choose name="Name103">
              <dgm:if name="Name104" axis="root ch" ptType="all node" func="cnt" op="equ" val="4">
                <dgm:presOf axis="root ch desOrSelf" ptType="all node node" st="1 2 1" cnt="1 1 0"/>
              </dgm:if>
              <dgm:if name="Name105" axis="root ch" ptType="all node" func="cnt" op="equ" val="5">
                <dgm:presOf axis="root ch desOrSelf" ptType="all node node" st="1 3 1" cnt="1 1 0"/>
              </dgm:if>
              <dgm:if name="Name106" axis="root ch" ptType="all node" func="cnt" op="equ" val="6">
                <dgm:presOf axis="root ch desOrSelf" ptType="all node node" st="1 4 1" cnt="1 1 0"/>
              </dgm:if>
              <dgm:else name="Name107">
                <dgm:presOf axis="root ch desOrSelf" ptType="all node node" st="1 5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108" axis="ch" ptType="node" st="5" cnt="1">
      <dgm:layoutNode name="circ5" styleLbl="vennNode1">
        <dgm:alg type="sp"/>
        <dgm:shape xmlns:r="http://schemas.openxmlformats.org/officeDocument/2006/relationships" type="ellipse" r:blip="">
          <dgm:adjLst/>
        </dgm:shape>
        <dgm:presOf/>
        <dgm:constrLst/>
        <dgm:ruleLst/>
      </dgm:layoutNode>
      <dgm:layoutNode name="circ5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09">
          <dgm:if name="Name110" func="var" arg="dir" op="equ" val="norm">
            <dgm:presOf axis="desOrSelf" ptType="node"/>
          </dgm:if>
          <dgm:else name="Name111">
            <dgm:choose name="Name112">
              <dgm:if name="Name113" axis="root ch" ptType="all node" func="cnt" op="equ" val="5">
                <dgm:presOf axis="root ch desOrSelf" ptType="all node node" st="1 2 1" cnt="1 1 0"/>
              </dgm:if>
              <dgm:if name="Name114" axis="root ch" ptType="all node" func="cnt" op="equ" val="6">
                <dgm:presOf axis="root ch desOrSelf" ptType="all node node" st="1 3 1" cnt="1 1 0"/>
              </dgm:if>
              <dgm:else name="Name115">
                <dgm:presOf axis="root ch desOrSelf" ptType="all node node" st="1 4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116" axis="ch" ptType="node" st="6" cnt="1">
      <dgm:layoutNode name="circ6" styleLbl="vennNode1">
        <dgm:alg type="sp"/>
        <dgm:shape xmlns:r="http://schemas.openxmlformats.org/officeDocument/2006/relationships" type="ellipse" r:blip="">
          <dgm:adjLst/>
        </dgm:shape>
        <dgm:presOf/>
        <dgm:constrLst/>
        <dgm:ruleLst/>
      </dgm:layoutNode>
      <dgm:layoutNode name="circ6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17">
          <dgm:if name="Name118" func="var" arg="dir" op="equ" val="norm">
            <dgm:presOf axis="desOrSelf" ptType="node"/>
          </dgm:if>
          <dgm:else name="Name119">
            <dgm:choose name="Name120">
              <dgm:if name="Name121" axis="root ch" ptType="all node" func="cnt" op="equ" val="6">
                <dgm:presOf axis="root ch desOrSelf" ptType="all node node" st="1 2 1" cnt="1 1 0"/>
              </dgm:if>
              <dgm:else name="Name122">
                <dgm:presOf axis="root ch desOrSelf" ptType="all node node" st="1 3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123" axis="ch" ptType="node" st="7" cnt="1">
      <dgm:layoutNode name="circ7" styleLbl="vennNode1">
        <dgm:alg type="sp"/>
        <dgm:shape xmlns:r="http://schemas.openxmlformats.org/officeDocument/2006/relationships" type="ellipse" r:blip="">
          <dgm:adjLst/>
        </dgm:shape>
        <dgm:presOf/>
        <dgm:constrLst/>
        <dgm:ruleLst/>
      </dgm:layoutNode>
      <dgm:layoutNode name="circ7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24">
          <dgm:if name="Name125" func="var" arg="dir" op="equ" val="norm">
            <dgm:presOf axis="desOrSelf" ptType="node"/>
          </dgm:if>
          <dgm:else name="Name126">
            <dgm:presOf axis="root ch desOrSelf" ptType="all node node" st="1 2 1" cnt="1 1 0"/>
          </dgm:else>
        </dgm:choose>
        <dgm:constrLst>
          <dgm:constr type="tMarg"/>
          <dgm:constr type="bMarg"/>
          <dgm:constr type="lMarg"/>
          <dgm:constr type="rMarg"/>
          <dgm:constr type="primFontSz" val="65"/>
        </dgm:constrLst>
        <dgm:ruleLst>
          <dgm:rule type="primFontSz" val="5" fact="NaN" max="NaN"/>
        </dgm:ruleLst>
      </dgm:layoutNode>
    </dgm:forEach>
  </dgm:layoutNode>
</dgm:layoutDef>
</file>

<file path=ppt/diagrams/layout7.xml><?xml version="1.0" encoding="utf-8"?>
<dgm:layoutDef xmlns:dgm="http://schemas.openxmlformats.org/drawingml/2006/diagram" xmlns:a="http://schemas.openxmlformats.org/drawingml/2006/main" uniqueId="urn:microsoft.com/office/officeart/2005/8/layout/hierarchy2">
  <dgm:title val=""/>
  <dgm:desc val=""/>
  <dgm:catLst>
    <dgm:cat type="hierarchy" pri="5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diagram">
    <dgm:varLst>
      <dgm:chPref val="1"/>
      <dgm:dir/>
      <dgm:animOne val="branch"/>
      <dgm:animLvl val="lvl"/>
      <dgm:resizeHandles val="exact"/>
    </dgm:varLst>
    <dgm:choose name="Name0">
      <dgm:if name="Name1" func="var" arg="dir" op="equ" val="norm">
        <dgm:alg type="hierChild">
          <dgm:param type="linDir" val="fromT"/>
          <dgm:param type="chAlign" val="l"/>
        </dgm:alg>
      </dgm:if>
      <dgm:else name="Name2">
        <dgm:alg type="hierChild">
          <dgm:param type="linDir" val="fromT"/>
          <dgm:param type="chAlign" val="r"/>
        </dgm:alg>
      </dgm:else>
    </dgm:choose>
    <dgm:shape xmlns:r="http://schemas.openxmlformats.org/officeDocument/2006/relationships" r:blip="">
      <dgm:adjLst/>
    </dgm:shape>
    <dgm:presOf/>
    <dgm:constrLst>
      <dgm:constr type="h" for="des" ptType="node" refType="h"/>
      <dgm:constr type="w" for="des" ptType="node" refType="h" refFor="des" refPtType="node" fact="2"/>
      <dgm:constr type="sibSp" refType="h" refFor="des" refPtType="node" op="equ" fact="0.15"/>
      <dgm:constr type="sibSp" for="des" forName="level2hierChild" refType="h" refFor="des" refPtType="node" op="equ" fact="0.15"/>
      <dgm:constr type="sibSp" for="des" forName="level3hierChild" refType="h" refFor="des" refPtType="node" op="equ" fact="0.15"/>
      <dgm:constr type="sp" for="des" forName="root1" refType="w" refFor="des" refPtType="node" fact="0.4"/>
      <dgm:constr type="sp" for="des" forName="root2" refType="sp" refFor="des" refForName="root1" op="equ"/>
      <dgm:constr type="primFontSz" for="des" ptType="node" op="equ" val="65"/>
      <dgm:constr type="primFontSz" for="des" forName="connTx" op="equ" val="55"/>
      <dgm:constr type="primFontSz" for="des" forName="connTx" refType="primFontSz" refFor="des" refPtType="node" op="lte" fact="0.8"/>
    </dgm:constrLst>
    <dgm:ruleLst/>
    <dgm:forEach name="Name3" axis="ch">
      <dgm:forEach name="Name4" axis="self" ptType="node">
        <dgm:layoutNode name="root1">
          <dgm:choose name="Name5">
            <dgm:if name="Name6" func="var" arg="dir" op="equ" val="norm">
              <dgm:alg type="hierRoot">
                <dgm:param type="hierAlign" val="lCtrCh"/>
              </dgm:alg>
            </dgm:if>
            <dgm:else name="Name7">
              <dgm:alg type="hierRoot">
                <dgm:param type="hierAlign" val="rCtrCh"/>
              </dgm:alg>
            </dgm:else>
          </dgm:choose>
          <dgm:shape xmlns:r="http://schemas.openxmlformats.org/officeDocument/2006/relationships" r:blip="">
            <dgm:adjLst/>
          </dgm:shape>
          <dgm:presOf/>
          <dgm:constrLst/>
          <dgm:ruleLst/>
          <dgm:layoutNode name="LevelOneTextNod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2hierChild">
            <dgm:choose name="Name8">
              <dgm:if name="Name9" func="var" arg="dir" op="equ" val="norm">
                <dgm:alg type="hierChild">
                  <dgm:param type="linDir" val="fromT"/>
                  <dgm:param type="chAlign" val="l"/>
                </dgm:alg>
              </dgm:if>
              <dgm:else name="Name10">
                <dgm:alg type="hierChild">
                  <dgm:param type="linDir" val="fromT"/>
                  <dgm:param type="chAlign" val="r"/>
                </dgm:alg>
              </dgm:else>
            </dgm:choose>
            <dgm:shape xmlns:r="http://schemas.openxmlformats.org/officeDocument/2006/relationships" r:blip="">
              <dgm:adjLst/>
            </dgm:shape>
            <dgm:presOf/>
            <dgm:constrLst/>
            <dgm:ruleLst/>
            <dgm:forEach name="repeat" axis="ch">
              <dgm:forEach name="Name11" axis="self" ptType="parTrans" cnt="1">
                <dgm:layoutNode name="conn2-1">
                  <dgm:choose name="Name12">
                    <dgm:if name="Name13" func="var" arg="dir" op="equ" val="norm">
                      <dgm:alg type="conn">
                        <dgm:param type="dim" val="1D"/>
                        <dgm:param type="begPts" val="midR"/>
                        <dgm:param type="endPts" val="midL"/>
                        <dgm:param type="endSty" val="noArr"/>
                      </dgm:alg>
                    </dgm:if>
                    <dgm:else name="Name14">
                      <dgm:alg type="conn">
                        <dgm:param type="dim" val="1D"/>
                        <dgm:param type="begPts" val="midL"/>
                        <dgm:param type="endPts" val="midR"/>
                        <dgm:param type="endSty" val="noArr"/>
                      </dgm:alg>
                    </dgm:else>
                  </dgm:choose>
                  <dgm:shape xmlns:r="http://schemas.openxmlformats.org/officeDocument/2006/relationships" type="conn" r:blip="">
                    <dgm:adjLst/>
                  </dgm:shape>
                  <dgm:presOf axis="self"/>
                  <dgm:constrLst>
                    <dgm:constr type="w" val="1"/>
                    <dgm:constr type="h" val="5"/>
                    <dgm:constr type="connDist"/>
                    <dgm:constr type="begPad"/>
                    <dgm:constr type="endPad"/>
                    <dgm:constr type="userA" for="ch" refType="connDist"/>
                  </dgm:constrLst>
                  <dgm:rule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5" axis="self" ptType="node">
                <dgm:layoutNode name="root2">
                  <dgm:choose name="Name16">
                    <dgm:if name="Name17" func="var" arg="dir" op="equ" val="norm">
                      <dgm:alg type="hierRoot">
                        <dgm:param type="hierAlign" val="lCtrCh"/>
                      </dgm:alg>
                    </dgm:if>
                    <dgm:else name="Name18">
                      <dgm:alg type="hierRoot">
                        <dgm:param type="hierAlign" val="rCtrCh"/>
                      </dgm:alg>
                    </dgm:else>
                  </dgm:choose>
                  <dgm:shape xmlns:r="http://schemas.openxmlformats.org/officeDocument/2006/relationships" r:blip="">
                    <dgm:adjLst/>
                  </dgm:shape>
                  <dgm:presOf/>
                  <dgm:constrLst/>
                  <dgm:ruleLst/>
                  <dgm:layoutNode name="LevelTwoTextNode">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3hierChild">
                    <dgm:choose name="Name19">
                      <dgm:if name="Name20" func="var" arg="dir" op="equ" val="norm">
                        <dgm:alg type="hierChild">
                          <dgm:param type="linDir" val="fromT"/>
                          <dgm:param type="chAlign" val="l"/>
                        </dgm:alg>
                      </dgm:if>
                      <dgm:else name="Name21">
                        <dgm:alg type="hierChild">
                          <dgm:param type="linDir" val="fromT"/>
                          <dgm:param type="chAlign" val="r"/>
                        </dgm:alg>
                      </dgm:else>
                    </dgm:choose>
                    <dgm:shape xmlns:r="http://schemas.openxmlformats.org/officeDocument/2006/relationships" r:blip="">
                      <dgm:adjLst/>
                    </dgm:shape>
                    <dgm:presOf/>
                    <dgm:constrLst/>
                    <dgm:ruleLst/>
                    <dgm:forEach name="Name22" ref="repeat"/>
                  </dgm:layoutNode>
                </dgm:layoutNode>
              </dgm:forEach>
            </dgm:forEach>
          </dgm:layoutNode>
        </dgm:layoutNode>
      </dgm:forEach>
    </dgm:forEach>
  </dgm:layoutNode>
</dgm:layoutDef>
</file>

<file path=ppt/diagrams/layout8.xml><?xml version="1.0" encoding="utf-8"?>
<dgm:layoutDef xmlns:dgm="http://schemas.openxmlformats.org/drawingml/2006/diagram" xmlns:a="http://schemas.openxmlformats.org/drawingml/2006/main" uniqueId="urn:microsoft.com/office/officeart/2005/8/layout/venn1">
  <dgm:title val=""/>
  <dgm:desc val=""/>
  <dgm:catLst>
    <dgm:cat type="relationship" pri="28000"/>
    <dgm:cat type="convert" pri="19000"/>
  </dgm:catLst>
  <dgm:sampData useDef="1">
    <dgm:dataModel>
      <dgm:ptLst/>
      <dgm:bg/>
      <dgm:whole/>
    </dgm:dataModel>
  </dgm:sampData>
  <dgm:styleData useDef="1">
    <dgm:dataModel>
      <dgm:ptLst/>
      <dgm:bg/>
      <dgm:whole/>
    </dgm:dataModel>
  </dgm:styleData>
  <dgm:clrData>
    <dgm:dataModel>
      <dgm:ptLst>
        <dgm:pt modelId="0" type="doc"/>
        <dgm:pt modelId="1"/>
        <dgm:pt modelId="2"/>
        <dgm:pt modelId="3"/>
        <dgm:pt modelId="4"/>
      </dgm:ptLst>
      <dgm:cxnLst>
        <dgm:cxn modelId="7" srcId="0" destId="1" srcOrd="0" destOrd="0"/>
        <dgm:cxn modelId="8" srcId="0" destId="2" srcOrd="1" destOrd="0"/>
        <dgm:cxn modelId="9" srcId="0" destId="3" srcOrd="2" destOrd="0"/>
        <dgm:cxn modelId="10" srcId="0" destId="4" srcOrd="3" destOrd="0"/>
      </dgm:cxnLst>
      <dgm:bg/>
      <dgm:whole/>
    </dgm:dataModel>
  </dgm:clrData>
  <dgm:layoutNode name="compositeShape">
    <dgm:varLst>
      <dgm:chMax val="7"/>
      <dgm:dir/>
      <dgm:resizeHandles val="exact"/>
    </dgm:varLst>
    <dgm:choose name="Name0">
      <dgm:if name="Name1" axis="ch" ptType="node" func="cnt" op="equ" val="1">
        <dgm:alg type="composite">
          <dgm:param type="ar" val="1"/>
        </dgm:alg>
      </dgm:if>
      <dgm:if name="Name2" axis="ch" ptType="node" func="cnt" op="equ" val="2">
        <dgm:alg type="composite">
          <dgm:param type="ar" val="1.792"/>
        </dgm:alg>
      </dgm:if>
      <dgm:if name="Name3" axis="ch" ptType="node" func="cnt" op="equ" val="3">
        <dgm:alg type="composite">
          <dgm:param type="ar" val="1"/>
        </dgm:alg>
      </dgm:if>
      <dgm:if name="Name4" axis="ch" ptType="node" func="cnt" op="equ" val="4">
        <dgm:alg type="composite">
          <dgm:param type="ar" val="1"/>
        </dgm:alg>
      </dgm:if>
      <dgm:if name="Name5" axis="ch" ptType="node" func="cnt" op="equ" val="5">
        <dgm:alg type="composite">
          <dgm:param type="ar" val="1.4"/>
        </dgm:alg>
      </dgm:if>
      <dgm:if name="Name6" axis="ch" ptType="node" func="cnt" op="equ" val="6">
        <dgm:alg type="composite">
          <dgm:param type="ar" val="1.285"/>
        </dgm:alg>
      </dgm:if>
      <dgm:if name="Name7" axis="ch" ptType="node" func="cnt" op="equ" val="7">
        <dgm:alg type="composite">
          <dgm:param type="ar" val="1.359"/>
        </dgm:alg>
      </dgm:if>
      <dgm:else name="Name8">
        <dgm:alg type="composite">
          <dgm:param type="ar" val="1.359"/>
        </dgm:alg>
      </dgm:else>
    </dgm:choose>
    <dgm:shape xmlns:r="http://schemas.openxmlformats.org/officeDocument/2006/relationships" r:blip="">
      <dgm:adjLst/>
    </dgm:shape>
    <dgm:presOf/>
    <dgm:choose name="Name9">
      <dgm:if name="Name10" axis="ch" ptType="node" func="cnt" op="equ" val="1">
        <dgm:constrLst>
          <dgm:constr type="ctrX" for="ch" forName="circ1TxSh" refType="w" fact="0.5"/>
          <dgm:constr type="ctrY" for="ch" forName="circ1TxSh" refType="h" fact="0.5"/>
          <dgm:constr type="w" for="ch" forName="circ1TxSh" refType="w"/>
          <dgm:constr type="h" for="ch" forName="circ1TxSh" refType="h"/>
          <dgm:constr type="primFontSz" for="ch" ptType="node" op="equ"/>
        </dgm:constrLst>
      </dgm:if>
      <dgm:if name="Name11" axis="ch" ptType="node" func="cnt" op="equ" val="2">
        <dgm:constrLst>
          <dgm:constr type="ctrX" for="ch" forName="circ1" refType="w" fact="0.3"/>
          <dgm:constr type="ctrY" for="ch" forName="circ1" refType="h" fact="0.5"/>
          <dgm:constr type="w" for="ch" forName="circ1" refType="w" fact="0.555"/>
          <dgm:constr type="h" for="ch" forName="circ1" refType="h" fact="0.99456"/>
          <dgm:constr type="l" for="ch" forName="circ1Tx" refType="w" fact="0.1"/>
          <dgm:constr type="t" for="ch" forName="circ1Tx" refType="h" fact="0.12"/>
          <dgm:constr type="w" for="ch" forName="circ1Tx" refType="w" fact="0.32"/>
          <dgm:constr type="h" for="ch" forName="circ1Tx" refType="h" fact="0.76"/>
          <dgm:constr type="ctrX" for="ch" forName="circ2" refType="w" fact="0.7"/>
          <dgm:constr type="ctrY" for="ch" forName="circ2" refType="h" fact="0.5"/>
          <dgm:constr type="w" for="ch" forName="circ2" refType="w" fact="0.555"/>
          <dgm:constr type="h" for="ch" forName="circ2" refType="h" fact="0.99456"/>
          <dgm:constr type="l" for="ch" forName="circ2Tx" refType="w" fact="0.58"/>
          <dgm:constr type="t" for="ch" forName="circ2Tx" refType="h" fact="0.12"/>
          <dgm:constr type="w" for="ch" forName="circ2Tx" refType="w" fact="0.32"/>
          <dgm:constr type="h" for="ch" forName="circ2Tx" refType="h" fact="0.76"/>
          <dgm:constr type="primFontSz" for="ch" ptType="node" op="equ"/>
        </dgm:constrLst>
      </dgm:if>
      <dgm:if name="Name12" axis="ch" ptType="node" func="cnt" op="equ" val="3">
        <dgm:constrLst>
          <dgm:constr type="ctrX" for="ch" forName="circ1" refType="w" fact="0.5"/>
          <dgm:constr type="ctrY" for="ch" forName="circ1" refType="w" fact="0.25"/>
          <dgm:constr type="w" for="ch" forName="circ1" refType="w" fact="0.6"/>
          <dgm:constr type="h" for="ch" forName="circ1" refType="h" fact="0.6"/>
          <dgm:constr type="l" for="ch" forName="circ1Tx" refType="w" fact="0.28"/>
          <dgm:constr type="t" for="ch" forName="circ1Tx" refType="h" fact="0.055"/>
          <dgm:constr type="w" for="ch" forName="circ1Tx" refType="w" fact="0.44"/>
          <dgm:constr type="h" for="ch" forName="circ1Tx" refType="h" fact="0.27"/>
          <dgm:constr type="ctrX" for="ch" forName="circ2" refType="w" fact="0.7165"/>
          <dgm:constr type="ctrY" for="ch" forName="circ2" refType="w" fact="0.625"/>
          <dgm:constr type="w" for="ch" forName="circ2" refType="w" fact="0.6"/>
          <dgm:constr type="h" for="ch" forName="circ2" refType="h" fact="0.6"/>
          <dgm:constr type="l" for="ch" forName="circ2Tx" refType="w" fact="0.6"/>
          <dgm:constr type="t" for="ch" forName="circ2Tx" refType="h" fact="0.48"/>
          <dgm:constr type="w" for="ch" forName="circ2Tx" refType="w" fact="0.36"/>
          <dgm:constr type="h" for="ch" forName="circ2Tx" refType="h" fact="0.33"/>
          <dgm:constr type="ctrX" for="ch" forName="circ3" refType="w" fact="0.2835"/>
          <dgm:constr type="ctrY" for="ch" forName="circ3" refType="w" fact="0.625"/>
          <dgm:constr type="w" for="ch" forName="circ3" refType="w" fact="0.6"/>
          <dgm:constr type="h" for="ch" forName="circ3" refType="h" fact="0.6"/>
          <dgm:constr type="l" for="ch" forName="circ3Tx" refType="w" fact="0.04"/>
          <dgm:constr type="t" for="ch" forName="circ3Tx" refType="h" fact="0.48"/>
          <dgm:constr type="w" for="ch" forName="circ3Tx" refType="w" fact="0.36"/>
          <dgm:constr type="h" for="ch" forName="circ3Tx" refType="h" fact="0.33"/>
          <dgm:constr type="primFontSz" for="ch" ptType="node" op="equ"/>
        </dgm:constrLst>
      </dgm:if>
      <dgm:if name="Name13" axis="ch" ptType="node" func="cnt" op="equ" val="4">
        <dgm:constrLst>
          <dgm:constr type="ctrX" for="ch" forName="circ1" refType="w" fact="0.5"/>
          <dgm:constr type="ctrY" for="ch" forName="circ1" refType="w" fact="0.27"/>
          <dgm:constr type="w" for="ch" forName="circ1" refType="w" fact="0.52"/>
          <dgm:constr type="h" for="ch" forName="circ1" refType="h" fact="0.52"/>
          <dgm:constr type="l" for="ch" forName="circ1Tx" refType="w" fact="0.3"/>
          <dgm:constr type="t" for="ch" forName="circ1Tx" refType="h" fact="0.08"/>
          <dgm:constr type="w" for="ch" forName="circ1Tx" refType="w" fact="0.4"/>
          <dgm:constr type="h" for="ch" forName="circ1Tx" refType="h" fact="0.165"/>
          <dgm:constr type="ctrX" for="ch" forName="circ2" refType="w" fact="0.73"/>
          <dgm:constr type="ctrY" for="ch" forName="circ2" refType="w" fact="0.5"/>
          <dgm:constr type="w" for="ch" forName="circ2" refType="w" fact="0.52"/>
          <dgm:constr type="h" for="ch" forName="circ2" refType="h" fact="0.52"/>
          <dgm:constr type="r" for="ch" forName="circ2Tx" refType="w" fact="0.95"/>
          <dgm:constr type="t" for="ch" forName="circ2Tx" refType="h" fact="0.3"/>
          <dgm:constr type="w" for="ch" forName="circ2Tx" refType="w" fact="0.2"/>
          <dgm:constr type="h" for="ch" forName="circ2Tx" refType="h" fact="0.4"/>
          <dgm:constr type="ctrX" for="ch" forName="circ3" refType="w" fact="0.5"/>
          <dgm:constr type="ctrY" for="ch" forName="circ3" refType="w" fact="0.73"/>
          <dgm:constr type="w" for="ch" forName="circ3" refType="w" fact="0.52"/>
          <dgm:constr type="h" for="ch" forName="circ3" refType="h" fact="0.52"/>
          <dgm:constr type="l" for="ch" forName="circ3Tx" refType="w" fact="0.3"/>
          <dgm:constr type="b" for="ch" forName="circ3Tx" refType="h" fact="0.92"/>
          <dgm:constr type="w" for="ch" forName="circ3Tx" refType="w" fact="0.4"/>
          <dgm:constr type="h" for="ch" forName="circ3Tx" refType="h" fact="0.165"/>
          <dgm:constr type="ctrX" for="ch" forName="circ4" refType="w" fact="0.27"/>
          <dgm:constr type="ctrY" for="ch" forName="circ4" refType="h" fact="0.5"/>
          <dgm:constr type="w" for="ch" forName="circ4" refType="w" fact="0.52"/>
          <dgm:constr type="h" for="ch" forName="circ4" refType="h" fact="0.52"/>
          <dgm:constr type="l" for="ch" forName="circ4Tx" refType="w" fact="0.05"/>
          <dgm:constr type="t" for="ch" forName="circ4Tx" refType="h" fact="0.3"/>
          <dgm:constr type="w" for="ch" forName="circ4Tx" refType="w" fact="0.2"/>
          <dgm:constr type="h" for="ch" forName="circ4Tx" refType="h" fact="0.4"/>
          <dgm:constr type="primFontSz" for="ch" ptType="node" op="equ"/>
        </dgm:constrLst>
      </dgm:if>
      <dgm:if name="Name14" axis="ch" ptType="node" func="cnt" op="equ" val="5">
        <dgm:constrLst>
          <dgm:constr type="ctrX" for="ch" forName="circ1" refType="w" fact="0.5"/>
          <dgm:constr type="ctrY" for="ch" forName="circ1" refType="h" fact="0.46"/>
          <dgm:constr type="w" for="ch" forName="circ1" refType="w" fact="0.25"/>
          <dgm:constr type="h" for="ch" forName="circ1" refType="h" fact="0.35"/>
          <dgm:constr type="l" for="ch" forName="circ1Tx" refType="w" fact="0.355"/>
          <dgm:constr type="t" for="ch" forName="circ1Tx"/>
          <dgm:constr type="w" for="ch" forName="circ1Tx" refType="w" fact="0.29"/>
          <dgm:constr type="h" for="ch" forName="circ1Tx" refType="h" fact="0.235"/>
          <dgm:constr type="ctrX" for="ch" forName="circ2" refType="w" fact="0.5951"/>
          <dgm:constr type="ctrY" for="ch" forName="circ2" refType="h" fact="0.5567"/>
          <dgm:constr type="w" for="ch" forName="circ2" refType="w" fact="0.25"/>
          <dgm:constr type="h" for="ch" forName="circ2" refType="h" fact="0.35"/>
          <dgm:constr type="l" for="ch" forName="circ2Tx" refType="w" fact="0.74"/>
          <dgm:constr type="t" for="ch" forName="circ2Tx" refType="h" fact="0.31"/>
          <dgm:constr type="w" for="ch" forName="circ2Tx" refType="w" fact="0.26"/>
          <dgm:constr type="h" for="ch" forName="circ2Tx" refType="h" fact="0.255"/>
          <dgm:constr type="ctrX" for="ch" forName="circ3" refType="w" fact="0.5588"/>
          <dgm:constr type="ctrY" for="ch" forName="circ3" refType="h" fact="0.7133"/>
          <dgm:constr type="w" for="ch" forName="circ3" refType="w" fact="0.25"/>
          <dgm:constr type="h" for="ch" forName="circ3" refType="h" fact="0.35"/>
          <dgm:constr type="l" for="ch" forName="circ3Tx" refType="w" fact="0.7"/>
          <dgm:constr type="t" for="ch" forName="circ3Tx" refType="h" fact="0.745"/>
          <dgm:constr type="w" for="ch" forName="circ3Tx" refType="w" fact="0.26"/>
          <dgm:constr type="h" for="ch" forName="circ3Tx" refType="h" fact="0.255"/>
          <dgm:constr type="ctrX" for="ch" forName="circ4" refType="w" fact="0.4412"/>
          <dgm:constr type="ctrY" for="ch" forName="circ4" refType="h" fact="0.7133"/>
          <dgm:constr type="w" for="ch" forName="circ4" refType="w" fact="0.25"/>
          <dgm:constr type="h" for="ch" forName="circ4" refType="h" fact="0.35"/>
          <dgm:constr type="l" for="ch" forName="circ4Tx" refType="w" fact="0.04"/>
          <dgm:constr type="t" for="ch" forName="circ4Tx" refType="h" fact="0.745"/>
          <dgm:constr type="w" for="ch" forName="circ4Tx" refType="w" fact="0.26"/>
          <dgm:constr type="h" for="ch" forName="circ4Tx" refType="h" fact="0.255"/>
          <dgm:constr type="ctrX" for="ch" forName="circ5" refType="w" fact="0.4049"/>
          <dgm:constr type="ctrY" for="ch" forName="circ5" refType="h" fact="0.5567"/>
          <dgm:constr type="w" for="ch" forName="circ5" refType="w" fact="0.25"/>
          <dgm:constr type="h" for="ch" forName="circ5" refType="h" fact="0.35"/>
          <dgm:constr type="l" for="ch" forName="circ5Tx"/>
          <dgm:constr type="t" for="ch" forName="circ5Tx" refType="h" fact="0.31"/>
          <dgm:constr type="w" for="ch" forName="circ5Tx" refType="w" fact="0.26"/>
          <dgm:constr type="h" for="ch" forName="circ5Tx" refType="h" fact="0.255"/>
          <dgm:constr type="primFontSz" for="ch" ptType="node" op="equ"/>
        </dgm:constrLst>
      </dgm:if>
      <dgm:if name="Name15" axis="ch" ptType="node" func="cnt" op="equ" val="6">
        <dgm:constrLst>
          <dgm:constr type="ctrX" for="ch" forName="circ1" refType="w" fact="0.5"/>
          <dgm:constr type="ctrY" for="ch" forName="circ1" refType="h" fact="0.3844"/>
          <dgm:constr type="w" for="ch" forName="circ1" refType="w" fact="0.24"/>
          <dgm:constr type="h" for="ch" forName="circ1" refType="h" fact="0.3084"/>
          <dgm:constr type="l" for="ch" forName="circ1Tx" refType="w" fact="0.35"/>
          <dgm:constr type="t" for="ch" forName="circ1Tx"/>
          <dgm:constr type="w" for="ch" forName="circ1Tx" refType="w" fact="0.3"/>
          <dgm:constr type="h" for="ch" forName="circ1Tx" refType="h" fact="0.21"/>
          <dgm:constr type="ctrX" for="ch" forName="circ2" refType="w" fact="0.5779"/>
          <dgm:constr type="ctrY" for="ch" forName="circ2" refType="h" fact="0.4422"/>
          <dgm:constr type="w" for="ch" forName="circ2" refType="w" fact="0.24"/>
          <dgm:constr type="h" for="ch" forName="circ2" refType="h" fact="0.3084"/>
          <dgm:constr type="l" for="ch" forName="circ2Tx" refType="w" fact="0.7157"/>
          <dgm:constr type="t" for="ch" forName="circ2Tx" refType="h" fact="0.2"/>
          <dgm:constr type="w" for="ch" forName="circ2Tx" refType="w" fact="0.2843"/>
          <dgm:constr type="h" for="ch" forName="circ2Tx" refType="h" fact="0.23"/>
          <dgm:constr type="ctrX" for="ch" forName="circ3" refType="w" fact="0.5779"/>
          <dgm:constr type="ctrY" for="ch" forName="circ3" refType="h" fact="0.5578"/>
          <dgm:constr type="w" for="ch" forName="circ3" refType="w" fact="0.24"/>
          <dgm:constr type="h" for="ch" forName="circ3" refType="h" fact="0.3084"/>
          <dgm:constr type="l" for="ch" forName="circ3Tx" refType="w" fact="0.7157"/>
          <dgm:constr type="t" for="ch" forName="circ3Tx" refType="h" fact="0.543"/>
          <dgm:constr type="w" for="ch" forName="circ3Tx" refType="w" fact="0.2843"/>
          <dgm:constr type="h" for="ch" forName="circ3Tx" refType="h" fact="0.257"/>
          <dgm:constr type="ctrX" for="ch" forName="circ4" refType="w" fact="0.5"/>
          <dgm:constr type="ctrY" for="ch" forName="circ4" refType="h" fact="0.6157"/>
          <dgm:constr type="w" for="ch" forName="circ4" refType="w" fact="0.24"/>
          <dgm:constr type="h" for="ch" forName="circ4" refType="h" fact="0.3084"/>
          <dgm:constr type="l" for="ch" forName="circ4Tx" refType="w" fact="0.35"/>
          <dgm:constr type="t" for="ch" forName="circ4Tx" refType="h" fact="0.79"/>
          <dgm:constr type="w" for="ch" forName="circ4Tx" refType="w" fact="0.3"/>
          <dgm:constr type="h" for="ch" forName="circ4Tx" refType="h" fact="0.21"/>
          <dgm:constr type="ctrX" for="ch" forName="circ5" refType="w" fact="0.4221"/>
          <dgm:constr type="ctrY" for="ch" forName="circ5" refType="h" fact="0.5578"/>
          <dgm:constr type="w" for="ch" forName="circ5" refType="w" fact="0.24"/>
          <dgm:constr type="h" for="ch" forName="circ5" refType="h" fact="0.3084"/>
          <dgm:constr type="l" for="ch" forName="circ5Tx" refType="w" fact="0"/>
          <dgm:constr type="t" for="ch" forName="circ5Tx" refType="h" fact="0.543"/>
          <dgm:constr type="w" for="ch" forName="circ5Tx" refType="w" fact="0.2843"/>
          <dgm:constr type="h" for="ch" forName="circ5Tx" refType="h" fact="0.257"/>
          <dgm:constr type="ctrX" for="ch" forName="circ6" refType="w" fact="0.4221"/>
          <dgm:constr type="ctrY" for="ch" forName="circ6" refType="h" fact="0.4422"/>
          <dgm:constr type="w" for="ch" forName="circ6" refType="w" fact="0.24"/>
          <dgm:constr type="h" for="ch" forName="circ6" refType="h" fact="0.3084"/>
          <dgm:constr type="l" for="ch" forName="circ6Tx" refType="w" fact="0"/>
          <dgm:constr type="t" for="ch" forName="circ6Tx" refType="h" fact="0.2"/>
          <dgm:constr type="w" for="ch" forName="circ6Tx" refType="w" fact="0.2843"/>
          <dgm:constr type="h" for="ch" forName="circ6Tx" refType="h" fact="0.257"/>
          <dgm:constr type="primFontSz" for="ch" ptType="node" op="equ"/>
        </dgm:constrLst>
      </dgm:if>
      <dgm:else name="Name16">
        <dgm:constrLst>
          <dgm:constr type="ctrX" for="ch" forName="circ1" refType="w" fact="0.5"/>
          <dgm:constr type="ctrY" for="ch" forName="circ1" refType="h" fact="0.4177"/>
          <dgm:constr type="w" for="ch" forName="circ1" refType="w" fact="0.24"/>
          <dgm:constr type="h" for="ch" forName="circ1" refType="h" fact="0.3262"/>
          <dgm:constr type="l" for="ch" forName="circ1Tx" refType="w" fact="0.3625"/>
          <dgm:constr type="t" for="ch" forName="circ1Tx"/>
          <dgm:constr type="w" for="ch" forName="circ1Tx" refType="w" fact="0.275"/>
          <dgm:constr type="h" for="ch" forName="circ1Tx" refType="h" fact="0.2"/>
          <dgm:constr type="ctrX" for="ch" forName="circ2" refType="w" fact="0.5704"/>
          <dgm:constr type="ctrY" for="ch" forName="circ2" refType="h" fact="0.4637"/>
          <dgm:constr type="w" for="ch" forName="circ2" refType="w" fact="0.24"/>
          <dgm:constr type="h" for="ch" forName="circ2" refType="h" fact="0.3262"/>
          <dgm:constr type="l" for="ch" forName="circ2Tx" refType="w" fact="0.72"/>
          <dgm:constr type="t" for="ch" forName="circ2Tx" refType="h" fact="0.19"/>
          <dgm:constr type="w" for="ch" forName="circ2Tx" refType="w" fact="0.26"/>
          <dgm:constr type="h" for="ch" forName="circ2Tx" refType="h" fact="0.22"/>
          <dgm:constr type="ctrX" for="ch" forName="circ3" refType="w" fact="0.5877"/>
          <dgm:constr type="ctrY" for="ch" forName="circ3" refType="h" fact="0.5672"/>
          <dgm:constr type="w" for="ch" forName="circ3" refType="w" fact="0.24"/>
          <dgm:constr type="h" for="ch" forName="circ3" refType="h" fact="0.3262"/>
          <dgm:constr type="l" for="ch" forName="circ3Tx" refType="w" fact="0.745"/>
          <dgm:constr type="t" for="ch" forName="circ3Tx" refType="h" fact="0.47"/>
          <dgm:constr type="w" for="ch" forName="circ3Tx" refType="w" fact="0.255"/>
          <dgm:constr type="h" for="ch" forName="circ3Tx" refType="h" fact="0.235"/>
          <dgm:constr type="ctrX" for="ch" forName="circ4" refType="w" fact="0.539"/>
          <dgm:constr type="ctrY" for="ch" forName="circ4" refType="h" fact="0.6502"/>
          <dgm:constr type="w" for="ch" forName="circ4" refType="w" fact="0.24"/>
          <dgm:constr type="h" for="ch" forName="circ4" refType="h" fact="0.3262"/>
          <dgm:constr type="l" for="ch" forName="circ4Tx" refType="w" fact="0.635"/>
          <dgm:constr type="t" for="ch" forName="circ4Tx" refType="h" fact="0.785"/>
          <dgm:constr type="w" for="ch" forName="circ4Tx" refType="w" fact="0.275"/>
          <dgm:constr type="h" for="ch" forName="circ4Tx" refType="h" fact="0.215"/>
          <dgm:constr type="ctrX" for="ch" forName="circ5" refType="w" fact="0.461"/>
          <dgm:constr type="ctrY" for="ch" forName="circ5" refType="h" fact="0.6502"/>
          <dgm:constr type="w" for="ch" forName="circ5" refType="w" fact="0.24"/>
          <dgm:constr type="h" for="ch" forName="circ5" refType="h" fact="0.3262"/>
          <dgm:constr type="l" for="ch" forName="circ5Tx" refType="w" fact="0.09"/>
          <dgm:constr type="t" for="ch" forName="circ5Tx" refType="h" fact="0.785"/>
          <dgm:constr type="w" for="ch" forName="circ5Tx" refType="w" fact="0.275"/>
          <dgm:constr type="h" for="ch" forName="circ5Tx" refType="h" fact="0.215"/>
          <dgm:constr type="ctrX" for="ch" forName="circ6" refType="w" fact="0.4123"/>
          <dgm:constr type="ctrY" for="ch" forName="circ6" refType="h" fact="0.5672"/>
          <dgm:constr type="w" for="ch" forName="circ6" refType="w" fact="0.24"/>
          <dgm:constr type="h" for="ch" forName="circ6" refType="h" fact="0.3262"/>
          <dgm:constr type="l" for="ch" forName="circ6Tx"/>
          <dgm:constr type="t" for="ch" forName="circ6Tx" refType="h" fact="0.47"/>
          <dgm:constr type="w" for="ch" forName="circ6Tx" refType="w" fact="0.255"/>
          <dgm:constr type="h" for="ch" forName="circ6Tx" refType="h" fact="0.235"/>
          <dgm:constr type="ctrX" for="ch" forName="circ7" refType="w" fact="0.4296"/>
          <dgm:constr type="ctrY" for="ch" forName="circ7" refType="h" fact="0.4637"/>
          <dgm:constr type="w" for="ch" forName="circ7" refType="w" fact="0.24"/>
          <dgm:constr type="h" for="ch" forName="circ7" refType="h" fact="0.3262"/>
          <dgm:constr type="l" for="ch" forName="circ7Tx" refType="w" fact="0.02"/>
          <dgm:constr type="t" for="ch" forName="circ7Tx" refType="h" fact="0.19"/>
          <dgm:constr type="w" for="ch" forName="circ7Tx" refType="w" fact="0.26"/>
          <dgm:constr type="h" for="ch" forName="circ7Tx" refType="h" fact="0.22"/>
          <dgm:constr type="primFontSz" for="ch" ptType="node" op="equ"/>
        </dgm:constrLst>
      </dgm:else>
    </dgm:choose>
    <dgm:ruleLst/>
    <dgm:forEach name="Name17" axis="ch" ptType="node" cnt="1">
      <dgm:choose name="Name18">
        <dgm:if name="Name19" axis="root ch" ptType="all node" func="cnt" op="equ" val="1">
          <dgm:layoutNode name="circ1TxSh" styleLbl="vennNode1">
            <dgm:alg type="tx">
              <dgm:param type="txAnchorHorzCh" val="ctr"/>
              <dgm:param type="txAnchorVertCh" val="mid"/>
            </dgm:alg>
            <dgm:shape xmlns:r="http://schemas.openxmlformats.org/officeDocument/2006/relationships" type="ellipse" r:blip="">
              <dgm:adjLst/>
            </dgm:shape>
            <dgm:choose name="Name20">
              <dgm:if name="Name21" func="var" arg="dir" op="equ" val="norm">
                <dgm:choose name="Name22">
                  <dgm:if name="Name23" axis="root ch" ptType="all node" func="cnt" op="lte" val="4">
                    <dgm:presOf axis="desOrSelf" ptType="node"/>
                  </dgm:if>
                  <dgm:else name="Name24">
                    <dgm:presOf/>
                  </dgm:else>
                </dgm:choose>
              </dgm:if>
              <dgm:else name="Name25">
                <dgm:choose name="Name26">
                  <dgm:if name="Name27" axis="root ch" ptType="all node" func="cnt" op="equ" val="2">
                    <dgm:presOf axis="root ch desOrSelf" ptType="all node node" st="1 2 1" cnt="1 1 0"/>
                  </dgm:if>
                  <dgm:else name="Name28">
                    <dgm:presOf axis="desOrSelf" ptType="node"/>
                  </dgm:else>
                </dgm:choose>
              </dgm:else>
            </dgm:choose>
            <dgm:constrLst>
              <dgm:constr type="tMarg"/>
              <dgm:constr type="bMarg"/>
              <dgm:constr type="lMarg"/>
              <dgm:constr type="rMarg"/>
              <dgm:constr type="primFontSz" val="65"/>
            </dgm:constrLst>
            <dgm:ruleLst>
              <dgm:rule type="primFontSz" val="5" fact="NaN" max="NaN"/>
            </dgm:ruleLst>
          </dgm:layoutNode>
        </dgm:if>
        <dgm:else name="Name29">
          <dgm:layoutNode name="circ1" styleLbl="vennNode1">
            <dgm:alg type="sp"/>
            <dgm:shape xmlns:r="http://schemas.openxmlformats.org/officeDocument/2006/relationships" type="ellipse" r:blip="">
              <dgm:adjLst/>
            </dgm:shape>
            <dgm:choose name="Name30">
              <dgm:if name="Name31" func="var" arg="dir" op="equ" val="norm">
                <dgm:choose name="Name32">
                  <dgm:if name="Name33" axis="root ch" ptType="all node" func="cnt" op="lte" val="4">
                    <dgm:presOf axis="desOrSelf" ptType="node"/>
                  </dgm:if>
                  <dgm:else name="Name34">
                    <dgm:presOf/>
                  </dgm:else>
                </dgm:choose>
              </dgm:if>
              <dgm:else name="Name35">
                <dgm:choose name="Name36">
                  <dgm:if name="Name37" axis="root ch" ptType="all node" func="cnt" op="equ" val="2">
                    <dgm:presOf axis="root ch desOrSelf" ptType="all node node" st="1 2 1" cnt="1 1 0"/>
                  </dgm:if>
                  <dgm:else name="Name38">
                    <dgm:choose name="Name39">
                      <dgm:if name="Name40" axis="root ch" ptType="all node" func="cnt" op="lte" val="4">
                        <dgm:presOf axis="desOrSelf" ptType="node"/>
                      </dgm:if>
                      <dgm:else name="Name41">
                        <dgm:presOf/>
                      </dgm:else>
                    </dgm:choose>
                  </dgm:else>
                </dgm:choose>
              </dgm:else>
            </dgm:choose>
            <dgm:constrLst/>
            <dgm:ruleLst/>
          </dgm:layoutNode>
          <dgm:layoutNode name="circ1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42">
              <dgm:if name="Name43" func="var" arg="dir" op="equ" val="norm">
                <dgm:presOf axis="desOrSelf" ptType="node"/>
              </dgm:if>
              <dgm:else name="Name44">
                <dgm:choose name="Name45">
                  <dgm:if name="Name46" axis="root ch" ptType="all node" func="cnt" op="equ" val="2">
                    <dgm:presOf axis="root ch desOrSelf" ptType="all node node" st="1 2 1" cnt="1 1 0"/>
                  </dgm:if>
                  <dgm:else name="Name47">
                    <dgm:presOf axis="desOrSelf" ptType="node"/>
                  </dgm:else>
                </dgm:choose>
              </dgm:else>
            </dgm:choose>
            <dgm:constrLst>
              <dgm:constr type="tMarg"/>
              <dgm:constr type="bMarg"/>
              <dgm:constr type="lMarg"/>
              <dgm:constr type="rMarg"/>
              <dgm:constr type="primFontSz" val="65"/>
            </dgm:constrLst>
            <dgm:ruleLst>
              <dgm:rule type="primFontSz" val="5" fact="NaN" max="NaN"/>
            </dgm:ruleLst>
          </dgm:layoutNode>
        </dgm:else>
      </dgm:choose>
    </dgm:forEach>
    <dgm:forEach name="Name48" axis="ch" ptType="node" st="2" cnt="1">
      <dgm:layoutNode name="circ2" styleLbl="vennNode1">
        <dgm:alg type="sp"/>
        <dgm:shape xmlns:r="http://schemas.openxmlformats.org/officeDocument/2006/relationships" type="ellipse" r:blip="">
          <dgm:adjLst/>
        </dgm:shape>
        <dgm:choose name="Name49">
          <dgm:if name="Name50" func="var" arg="dir" op="equ" val="norm">
            <dgm:choose name="Name51">
              <dgm:if name="Name52" axis="root ch" ptType="all node" func="cnt" op="lte" val="4">
                <dgm:presOf axis="desOrSelf" ptType="node"/>
              </dgm:if>
              <dgm:else name="Name53">
                <dgm:presOf/>
              </dgm:else>
            </dgm:choose>
          </dgm:if>
          <dgm:else name="Name54">
            <dgm:choose name="Name55">
              <dgm:if name="Name56" axis="root ch" ptType="all node" func="cnt" op="equ" val="2">
                <dgm:presOf axis="root ch desOrSelf" ptType="all node node" st="1 1 1" cnt="1 1 0"/>
              </dgm:if>
              <dgm:if name="Name57" axis="root ch" ptType="all node" func="cnt" op="equ" val="3">
                <dgm:presOf axis="root ch desOrSelf" ptType="all node node" st="1 3 1" cnt="1 1 0"/>
              </dgm:if>
              <dgm:if name="Name58" axis="root ch" ptType="all node" func="cnt" op="equ" val="4">
                <dgm:presOf axis="root ch desOrSelf" ptType="all node node" st="1 4 1" cnt="1 1 0"/>
              </dgm:if>
              <dgm:else name="Name59">
                <dgm:presOf/>
              </dgm:else>
            </dgm:choose>
          </dgm:else>
        </dgm:choose>
        <dgm:constrLst/>
        <dgm:ruleLst/>
      </dgm:layoutNode>
      <dgm:layoutNode name="circ2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60">
          <dgm:if name="Name61" func="var" arg="dir" op="equ" val="norm">
            <dgm:presOf axis="desOrSelf" ptType="node"/>
          </dgm:if>
          <dgm:else name="Name62">
            <dgm:choose name="Name63">
              <dgm:if name="Name64" axis="root ch" ptType="all node" func="cnt" op="equ" val="2">
                <dgm:presOf axis="root ch desOrSelf" ptType="all node node" st="1 1 1" cnt="1 1 0"/>
              </dgm:if>
              <dgm:if name="Name65" axis="root ch" ptType="all node" func="cnt" op="equ" val="3">
                <dgm:presOf axis="root ch desOrSelf" ptType="all node node" st="1 3 1" cnt="1 1 0"/>
              </dgm:if>
              <dgm:if name="Name66" axis="root ch" ptType="all node" func="cnt" op="equ" val="4">
                <dgm:presOf axis="root ch desOrSelf" ptType="all node node" st="1 4 1" cnt="1 1 0"/>
              </dgm:if>
              <dgm:if name="Name67" axis="root ch" ptType="all node" func="cnt" op="equ" val="5">
                <dgm:presOf axis="root ch desOrSelf" ptType="all node node" st="1 5 1" cnt="1 1 0"/>
              </dgm:if>
              <dgm:if name="Name68" axis="root ch" ptType="all node" func="cnt" op="equ" val="6">
                <dgm:presOf axis="root ch desOrSelf" ptType="all node node" st="1 6 1" cnt="1 1 0"/>
              </dgm:if>
              <dgm:else name="Name69">
                <dgm:presOf axis="root ch desOrSelf" ptType="all node node" st="1 7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70" axis="ch" ptType="node" st="3" cnt="1">
      <dgm:layoutNode name="circ3" styleLbl="vennNode1">
        <dgm:alg type="sp"/>
        <dgm:shape xmlns:r="http://schemas.openxmlformats.org/officeDocument/2006/relationships" type="ellipse" r:blip="">
          <dgm:adjLst/>
        </dgm:shape>
        <dgm:choose name="Name71">
          <dgm:if name="Name72" func="var" arg="dir" op="equ" val="norm">
            <dgm:choose name="Name73">
              <dgm:if name="Name74" axis="root ch" ptType="all node" func="cnt" op="lte" val="4">
                <dgm:presOf axis="desOrSelf" ptType="node"/>
              </dgm:if>
              <dgm:else name="Name75">
                <dgm:presOf/>
              </dgm:else>
            </dgm:choose>
          </dgm:if>
          <dgm:else name="Name76">
            <dgm:choose name="Name77">
              <dgm:if name="Name78" axis="root ch" ptType="all node" func="cnt" op="equ" val="3">
                <dgm:presOf axis="root ch desOrSelf" ptType="all node node" st="1 2 1" cnt="1 1 0"/>
              </dgm:if>
              <dgm:if name="Name79" axis="root ch" ptType="all node" func="cnt" op="equ" val="4">
                <dgm:presOf axis="root ch desOrSelf" ptType="all node node" st="1 3 1" cnt="1 1 0"/>
              </dgm:if>
              <dgm:else name="Name80">
                <dgm:presOf/>
              </dgm:else>
            </dgm:choose>
          </dgm:else>
        </dgm:choose>
        <dgm:constrLst/>
        <dgm:ruleLst/>
      </dgm:layoutNode>
      <dgm:layoutNode name="circ3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81">
          <dgm:if name="Name82" func="var" arg="dir" op="equ" val="norm">
            <dgm:presOf axis="desOrSelf" ptType="node"/>
          </dgm:if>
          <dgm:else name="Name83">
            <dgm:choose name="Name84">
              <dgm:if name="Name85" axis="root ch" ptType="all node" func="cnt" op="equ" val="3">
                <dgm:presOf axis="root ch desOrSelf" ptType="all node node" st="1 2 1" cnt="1 1 0"/>
              </dgm:if>
              <dgm:if name="Name86" axis="root ch" ptType="all node" func="cnt" op="equ" val="4">
                <dgm:presOf axis="root ch desOrSelf" ptType="all node node" st="1 3 1" cnt="1 1 0"/>
              </dgm:if>
              <dgm:if name="Name87" axis="root ch" ptType="all node" func="cnt" op="equ" val="5">
                <dgm:presOf axis="root ch desOrSelf" ptType="all node node" st="1 4 1" cnt="1 1 0"/>
              </dgm:if>
              <dgm:if name="Name88" axis="root ch" ptType="all node" func="cnt" op="equ" val="6">
                <dgm:presOf axis="root ch desOrSelf" ptType="all node node" st="1 5 1" cnt="1 1 0"/>
              </dgm:if>
              <dgm:else name="Name89">
                <dgm:presOf axis="root ch desOrSelf" ptType="all node node" st="1 6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90" axis="ch" ptType="node" st="4" cnt="1">
      <dgm:layoutNode name="circ4" styleLbl="vennNode1">
        <dgm:alg type="sp"/>
        <dgm:shape xmlns:r="http://schemas.openxmlformats.org/officeDocument/2006/relationships" type="ellipse" r:blip="">
          <dgm:adjLst/>
        </dgm:shape>
        <dgm:choose name="Name91">
          <dgm:if name="Name92" func="var" arg="dir" op="equ" val="norm">
            <dgm:choose name="Name93">
              <dgm:if name="Name94" axis="root ch" ptType="all node" func="cnt" op="lte" val="4">
                <dgm:presOf axis="desOrSelf" ptType="node"/>
              </dgm:if>
              <dgm:else name="Name95">
                <dgm:presOf/>
              </dgm:else>
            </dgm:choose>
          </dgm:if>
          <dgm:else name="Name96">
            <dgm:choose name="Name97">
              <dgm:if name="Name98" axis="root ch" ptType="all node" func="cnt" op="equ" val="4">
                <dgm:presOf axis="root ch desOrSelf" ptType="all node node" st="1 2 1" cnt="1 1 0"/>
              </dgm:if>
              <dgm:else name="Name99">
                <dgm:presOf/>
              </dgm:else>
            </dgm:choose>
          </dgm:else>
        </dgm:choose>
        <dgm:constrLst/>
        <dgm:ruleLst/>
      </dgm:layoutNode>
      <dgm:layoutNode name="circ4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00">
          <dgm:if name="Name101" func="var" arg="dir" op="equ" val="norm">
            <dgm:presOf axis="desOrSelf" ptType="node"/>
          </dgm:if>
          <dgm:else name="Name102">
            <dgm:choose name="Name103">
              <dgm:if name="Name104" axis="root ch" ptType="all node" func="cnt" op="equ" val="4">
                <dgm:presOf axis="root ch desOrSelf" ptType="all node node" st="1 2 1" cnt="1 1 0"/>
              </dgm:if>
              <dgm:if name="Name105" axis="root ch" ptType="all node" func="cnt" op="equ" val="5">
                <dgm:presOf axis="root ch desOrSelf" ptType="all node node" st="1 3 1" cnt="1 1 0"/>
              </dgm:if>
              <dgm:if name="Name106" axis="root ch" ptType="all node" func="cnt" op="equ" val="6">
                <dgm:presOf axis="root ch desOrSelf" ptType="all node node" st="1 4 1" cnt="1 1 0"/>
              </dgm:if>
              <dgm:else name="Name107">
                <dgm:presOf axis="root ch desOrSelf" ptType="all node node" st="1 5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108" axis="ch" ptType="node" st="5" cnt="1">
      <dgm:layoutNode name="circ5" styleLbl="vennNode1">
        <dgm:alg type="sp"/>
        <dgm:shape xmlns:r="http://schemas.openxmlformats.org/officeDocument/2006/relationships" type="ellipse" r:blip="">
          <dgm:adjLst/>
        </dgm:shape>
        <dgm:presOf/>
        <dgm:constrLst/>
        <dgm:ruleLst/>
      </dgm:layoutNode>
      <dgm:layoutNode name="circ5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09">
          <dgm:if name="Name110" func="var" arg="dir" op="equ" val="norm">
            <dgm:presOf axis="desOrSelf" ptType="node"/>
          </dgm:if>
          <dgm:else name="Name111">
            <dgm:choose name="Name112">
              <dgm:if name="Name113" axis="root ch" ptType="all node" func="cnt" op="equ" val="5">
                <dgm:presOf axis="root ch desOrSelf" ptType="all node node" st="1 2 1" cnt="1 1 0"/>
              </dgm:if>
              <dgm:if name="Name114" axis="root ch" ptType="all node" func="cnt" op="equ" val="6">
                <dgm:presOf axis="root ch desOrSelf" ptType="all node node" st="1 3 1" cnt="1 1 0"/>
              </dgm:if>
              <dgm:else name="Name115">
                <dgm:presOf axis="root ch desOrSelf" ptType="all node node" st="1 4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116" axis="ch" ptType="node" st="6" cnt="1">
      <dgm:layoutNode name="circ6" styleLbl="vennNode1">
        <dgm:alg type="sp"/>
        <dgm:shape xmlns:r="http://schemas.openxmlformats.org/officeDocument/2006/relationships" type="ellipse" r:blip="">
          <dgm:adjLst/>
        </dgm:shape>
        <dgm:presOf/>
        <dgm:constrLst/>
        <dgm:ruleLst/>
      </dgm:layoutNode>
      <dgm:layoutNode name="circ6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17">
          <dgm:if name="Name118" func="var" arg="dir" op="equ" val="norm">
            <dgm:presOf axis="desOrSelf" ptType="node"/>
          </dgm:if>
          <dgm:else name="Name119">
            <dgm:choose name="Name120">
              <dgm:if name="Name121" axis="root ch" ptType="all node" func="cnt" op="equ" val="6">
                <dgm:presOf axis="root ch desOrSelf" ptType="all node node" st="1 2 1" cnt="1 1 0"/>
              </dgm:if>
              <dgm:else name="Name122">
                <dgm:presOf axis="root ch desOrSelf" ptType="all node node" st="1 3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123" axis="ch" ptType="node" st="7" cnt="1">
      <dgm:layoutNode name="circ7" styleLbl="vennNode1">
        <dgm:alg type="sp"/>
        <dgm:shape xmlns:r="http://schemas.openxmlformats.org/officeDocument/2006/relationships" type="ellipse" r:blip="">
          <dgm:adjLst/>
        </dgm:shape>
        <dgm:presOf/>
        <dgm:constrLst/>
        <dgm:ruleLst/>
      </dgm:layoutNode>
      <dgm:layoutNode name="circ7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24">
          <dgm:if name="Name125" func="var" arg="dir" op="equ" val="norm">
            <dgm:presOf axis="desOrSelf" ptType="node"/>
          </dgm:if>
          <dgm:else name="Name126">
            <dgm:presOf axis="root ch desOrSelf" ptType="all node node" st="1 2 1" cnt="1 1 0"/>
          </dgm:else>
        </dgm:choose>
        <dgm:constrLst>
          <dgm:constr type="tMarg"/>
          <dgm:constr type="bMarg"/>
          <dgm:constr type="lMarg"/>
          <dgm:constr type="rMarg"/>
          <dgm:constr type="primFontSz" val="65"/>
        </dgm:constrLst>
        <dgm:ruleLst>
          <dgm:rule type="primFontSz" val="5" fact="NaN" max="NaN"/>
        </dgm:ruleLst>
      </dgm:layoutNode>
    </dgm:forEach>
  </dgm:layoutNode>
</dgm:layoutDef>
</file>

<file path=ppt/diagrams/layout9.xml><?xml version="1.0" encoding="utf-8"?>
<dgm:layoutDef xmlns:dgm="http://schemas.openxmlformats.org/drawingml/2006/diagram" xmlns:a="http://schemas.openxmlformats.org/drawingml/2006/main" uniqueId="urn:microsoft.com/office/officeart/2005/8/layout/balance1">
  <dgm:title val=""/>
  <dgm:desc val=""/>
  <dgm:catLst>
    <dgm:cat type="relationship" pri="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23">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 modelId="25" srcId="2" destId="23" srcOrd="0" destOrd="0"/>
      </dgm:cxnLst>
      <dgm:bg/>
      <dgm:whole/>
    </dgm:dataModel>
  </dgm:sampData>
  <dgm:styleData>
    <dgm:dataModel>
      <dgm:ptLst>
        <dgm:pt modelId="0" type="doc"/>
        <dgm:pt modelId="1"/>
        <dgm:pt modelId="11"/>
        <dgm:pt modelId="12"/>
        <dgm:pt modelId="2"/>
        <dgm:pt modelId="21"/>
        <dgm:pt modelId="22"/>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Lst>
      <dgm:bg/>
      <dgm:whole/>
    </dgm:dataModel>
  </dgm:styleData>
  <dgm:clrData>
    <dgm:dataModel>
      <dgm:ptLst>
        <dgm:pt modelId="0" type="doc"/>
        <dgm:pt modelId="1"/>
        <dgm:pt modelId="11"/>
        <dgm:pt modelId="12"/>
        <dgm:pt modelId="13"/>
        <dgm:pt modelId="2"/>
        <dgm:pt modelId="21"/>
        <dgm:pt modelId="22"/>
        <dgm:pt modelId="23"/>
      </dgm:ptLst>
      <dgm:cxnLst>
        <dgm:cxn modelId="4" srcId="0" destId="1" srcOrd="0" destOrd="0"/>
        <dgm:cxn modelId="5" srcId="0" destId="2" srcOrd="1" destOrd="0"/>
        <dgm:cxn modelId="15" srcId="1" destId="11" srcOrd="0" destOrd="0"/>
        <dgm:cxn modelId="16" srcId="1" destId="12" srcOrd="0" destOrd="0"/>
        <dgm:cxn modelId="17" srcId="1" destId="13" srcOrd="0" destOrd="0"/>
        <dgm:cxn modelId="25" srcId="2" destId="21" srcOrd="0" destOrd="0"/>
        <dgm:cxn modelId="26" srcId="2" destId="22" srcOrd="0" destOrd="0"/>
        <dgm:cxn modelId="27" srcId="2" destId="23" srcOrd="0" destOrd="0"/>
      </dgm:cxnLst>
      <dgm:bg/>
      <dgm:whole/>
    </dgm:dataModel>
  </dgm:clrData>
  <dgm:layoutNode name="outerComposite">
    <dgm:varLst>
      <dgm:chMax val="2"/>
      <dgm:animLvl val="lvl"/>
      <dgm:resizeHandles val="exact"/>
    </dgm:varLst>
    <dgm:alg type="composite">
      <dgm:param type="ar" val="1"/>
    </dgm:alg>
    <dgm:shape xmlns:r="http://schemas.openxmlformats.org/officeDocument/2006/relationships" r:blip="">
      <dgm:adjLst/>
    </dgm:shape>
    <dgm:presOf/>
    <dgm:constrLst>
      <dgm:constr type="h" for="ch" forName="parentComposite" refType="h" refFor="ch" refForName="dummyMaxCanvas" op="equ" fact="0.2"/>
      <dgm:constr type="t" for="ch" forName="parentComposite"/>
      <dgm:constr type="h" for="ch" forName="childrenComposite" refType="h" refFor="ch" refForName="dummyMaxCanvas" op="equ" fact="0.8"/>
      <dgm:constr type="t" for="ch" forName="childrenComposite" refType="h" refFor="ch" refForName="dummyMaxCanvas" fact="0.2"/>
    </dgm:constrLst>
    <dgm:ruleLst/>
    <dgm:layoutNode name="dummyMaxCanvas">
      <dgm:alg type="sp"/>
      <dgm:shape xmlns:r="http://schemas.openxmlformats.org/officeDocument/2006/relationships" r:blip="">
        <dgm:adjLst/>
      </dgm:shape>
      <dgm:presOf/>
      <dgm:constrLst/>
      <dgm:ruleLst/>
    </dgm:layoutNode>
    <dgm:layoutNode name="parentComposite">
      <dgm:alg type="composite"/>
      <dgm:shape xmlns:r="http://schemas.openxmlformats.org/officeDocument/2006/relationships" r:blip="">
        <dgm:adjLst/>
      </dgm:shape>
      <dgm:presOf/>
      <dgm:constrLst>
        <dgm:constr type="w" for="ch" forName="parent1" refType="w" fact="0.36"/>
        <dgm:constr type="ctrX" for="ch" forName="parent1" refType="w" fact="0.24"/>
        <dgm:constr type="w" for="ch" forName="parent2" refType="w" fact="0.36"/>
        <dgm:constr type="ctrX" for="ch" forName="parent2" refType="w" fact="0.76"/>
        <dgm:constr type="primFontSz" for="ch" ptType="node" op="equ"/>
      </dgm:constrLst>
      <dgm:ruleLst/>
      <dgm:layoutNode name="parent1" styleLbl="alignAccFollowNode1">
        <dgm:varLst>
          <dgm:chMax val="4"/>
        </dgm:varLst>
        <dgm:alg type="tx"/>
        <dgm:shape xmlns:r="http://schemas.openxmlformats.org/officeDocument/2006/relationships" type="roundRect" r:blip="">
          <dgm:adjLst>
            <dgm:adj idx="1" val="0.1"/>
          </dgm:adjLst>
        </dgm:shape>
        <dgm:presOf axis="ch" ptType="node" cnt="1"/>
        <dgm:constrLst>
          <dgm:constr type="primFontSz" val="65"/>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parent2" styleLbl="alignAccFollowNode1">
        <dgm:varLst>
          <dgm:chMax val="4"/>
        </dgm:varLst>
        <dgm:alg type="tx"/>
        <dgm:shape xmlns:r="http://schemas.openxmlformats.org/officeDocument/2006/relationships" type="roundRect" r:blip="">
          <dgm:adjLst>
            <dgm:adj idx="1" val="0.1"/>
          </dgm:adjLst>
        </dgm:shape>
        <dgm:presOf axis="ch" ptType="node" st="2" cnt="1"/>
        <dgm:constrLst>
          <dgm:constr type="primFontSz" val="65"/>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dgm:layoutNode name="childrenComposite">
      <dgm:alg type="composite"/>
      <dgm:shape xmlns:r="http://schemas.openxmlformats.org/officeDocument/2006/relationships" r:blip="">
        <dgm:adjLst/>
      </dgm:shape>
      <dgm:presOf/>
      <dgm:constrLst>
        <dgm:constr type="primFontSz" for="ch" ptType="node" op="equ" val="65"/>
        <dgm:constr type="w" for="ch" forName="fulcrum" refType="w" fact="0.15"/>
        <dgm:constr type="h" for="ch" forName="fulcrum" refType="w" refFor="ch" refForName="fulcrum"/>
        <dgm:constr type="b" for="ch" forName="fulcrum" refType="h"/>
        <dgm:constr type="ctrX" for="ch" forName="fulcrum" refType="w" fact="0.5"/>
        <dgm:constr type="w" for="ch" forName="balance_00" refType="w" fact="0.9"/>
        <dgm:constr type="h" for="ch" forName="balance_00" refType="h" fact="0.076"/>
        <dgm:constr type="b" for="ch" forName="balance_00" refType="h" fact="0.81"/>
        <dgm:constr type="ctrX" for="ch" forName="balance_00" refType="w" fact="0.5"/>
        <dgm:constr type="w" for="ch" forName="balance_01" refType="w"/>
        <dgm:constr type="h" for="ch" forName="balance_01" refType="h" fact="0.157"/>
        <dgm:constr type="b" for="ch" forName="balance_01" refType="h" fact="0.85"/>
        <dgm:constr type="ctrX" for="ch" forName="balance_01" refType="w" fact="0.5"/>
        <dgm:constr type="w" for="ch" forName="balance_02" refType="w"/>
        <dgm:constr type="h" for="ch" forName="balance_02" refType="h" fact="0.157"/>
        <dgm:constr type="b" for="ch" forName="balance_02" refType="h" fact="0.85"/>
        <dgm:constr type="ctrX" for="ch" forName="balance_02" refType="w" fact="0.5"/>
        <dgm:constr type="w" for="ch" forName="balance_03" refType="w"/>
        <dgm:constr type="h" for="ch" forName="balance_03" refType="h" fact="0.157"/>
        <dgm:constr type="b" for="ch" forName="balance_03" refType="h" fact="0.85"/>
        <dgm:constr type="ctrX" for="ch" forName="balance_03" refType="w" fact="0.5"/>
        <dgm:constr type="w" for="ch" forName="balance_04" refType="w"/>
        <dgm:constr type="h" for="ch" forName="balance_04" refType="h" fact="0.157"/>
        <dgm:constr type="b" for="ch" forName="balance_04" refType="h" fact="0.85"/>
        <dgm:constr type="ctrX" for="ch" forName="balance_04" refType="w" fact="0.5"/>
        <dgm:constr type="w" for="ch" forName="balance_10" refType="w"/>
        <dgm:constr type="h" for="ch" forName="balance_10" refType="h" fact="0.157"/>
        <dgm:constr type="b" for="ch" forName="balance_10" refType="h" fact="0.85"/>
        <dgm:constr type="ctrX" for="ch" forName="balance_10" refType="w" fact="0.5"/>
        <dgm:constr type="w" for="ch" forName="balance_11" refType="w" fact="0.9"/>
        <dgm:constr type="h" for="ch" forName="balance_11" refType="h" fact="0.076"/>
        <dgm:constr type="b" for="ch" forName="balance_11" refType="h" fact="0.81"/>
        <dgm:constr type="ctrX" for="ch" forName="balance_11" refType="w" fact="0.5"/>
        <dgm:constr type="w" for="ch" forName="balance_12" refType="w"/>
        <dgm:constr type="h" for="ch" forName="balance_12" refType="h" fact="0.157"/>
        <dgm:constr type="b" for="ch" forName="balance_12" refType="h" fact="0.85"/>
        <dgm:constr type="ctrX" for="ch" forName="balance_12" refType="w" fact="0.5"/>
        <dgm:constr type="w" for="ch" forName="balance_13" refType="w"/>
        <dgm:constr type="h" for="ch" forName="balance_13" refType="h" fact="0.157"/>
        <dgm:constr type="b" for="ch" forName="balance_13" refType="h" fact="0.85"/>
        <dgm:constr type="ctrX" for="ch" forName="balance_13" refType="w" fact="0.5"/>
        <dgm:constr type="w" for="ch" forName="balance_14" refType="w"/>
        <dgm:constr type="h" for="ch" forName="balance_14" refType="h" fact="0.157"/>
        <dgm:constr type="b" for="ch" forName="balance_14" refType="h" fact="0.85"/>
        <dgm:constr type="ctrX" for="ch" forName="balance_14" refType="w" fact="0.5"/>
        <dgm:constr type="w" for="ch" forName="balance_20" refType="w"/>
        <dgm:constr type="h" for="ch" forName="balance_20" refType="h" fact="0.157"/>
        <dgm:constr type="b" for="ch" forName="balance_20" refType="h" fact="0.85"/>
        <dgm:constr type="ctrX" for="ch" forName="balance_20" refType="w" fact="0.5"/>
        <dgm:constr type="w" for="ch" forName="balance_21" refType="w"/>
        <dgm:constr type="h" for="ch" forName="balance_21" refType="h" fact="0.157"/>
        <dgm:constr type="b" for="ch" forName="balance_21" refType="h" fact="0.85"/>
        <dgm:constr type="ctrX" for="ch" forName="balance_21" refType="w" fact="0.5"/>
        <dgm:constr type="w" for="ch" forName="balance_22" refType="w" fact="0.9"/>
        <dgm:constr type="h" for="ch" forName="balance_22" refType="h" fact="0.076"/>
        <dgm:constr type="b" for="ch" forName="balance_22" refType="h" fact="0.81"/>
        <dgm:constr type="ctrX" for="ch" forName="balance_22" refType="w" fact="0.5"/>
        <dgm:constr type="w" for="ch" forName="balance_23" refType="w"/>
        <dgm:constr type="h" for="ch" forName="balance_23" refType="h" fact="0.157"/>
        <dgm:constr type="b" for="ch" forName="balance_23" refType="h" fact="0.85"/>
        <dgm:constr type="ctrX" for="ch" forName="balance_23" refType="w" fact="0.5"/>
        <dgm:constr type="w" for="ch" forName="balance_24" refType="w"/>
        <dgm:constr type="h" for="ch" forName="balance_24" refType="h" fact="0.157"/>
        <dgm:constr type="b" for="ch" forName="balance_24" refType="h" fact="0.85"/>
        <dgm:constr type="ctrX" for="ch" forName="balance_24" refType="w" fact="0.5"/>
        <dgm:constr type="w" for="ch" forName="balance_30" refType="w"/>
        <dgm:constr type="h" for="ch" forName="balance_30" refType="h" fact="0.157"/>
        <dgm:constr type="b" for="ch" forName="balance_30" refType="h" fact="0.85"/>
        <dgm:constr type="ctrX" for="ch" forName="balance_30" refType="w" fact="0.5"/>
        <dgm:constr type="w" for="ch" forName="balance_31" refType="w"/>
        <dgm:constr type="h" for="ch" forName="balance_31" refType="h" fact="0.157"/>
        <dgm:constr type="b" for="ch" forName="balance_31" refType="h" fact="0.85"/>
        <dgm:constr type="ctrX" for="ch" forName="balance_31" refType="w" fact="0.5"/>
        <dgm:constr type="w" for="ch" forName="balance_32" refType="w"/>
        <dgm:constr type="h" for="ch" forName="balance_32" refType="h" fact="0.157"/>
        <dgm:constr type="b" for="ch" forName="balance_32" refType="h" fact="0.85"/>
        <dgm:constr type="ctrX" for="ch" forName="balance_32" refType="w" fact="0.5"/>
        <dgm:constr type="w" for="ch" forName="balance_33" refType="w" fact="0.9"/>
        <dgm:constr type="h" for="ch" forName="balance_33" refType="h" fact="0.076"/>
        <dgm:constr type="b" for="ch" forName="balance_33" refType="h" fact="0.81"/>
        <dgm:constr type="ctrX" for="ch" forName="balance_33" refType="w" fact="0.5"/>
        <dgm:constr type="w" for="ch" forName="balance_34" refType="w"/>
        <dgm:constr type="h" for="ch" forName="balance_34" refType="h" fact="0.157"/>
        <dgm:constr type="b" for="ch" forName="balance_34" refType="h" fact="0.85"/>
        <dgm:constr type="ctrX" for="ch" forName="balance_34" refType="w" fact="0.5"/>
        <dgm:constr type="w" for="ch" forName="balance_40" refType="w"/>
        <dgm:constr type="h" for="ch" forName="balance_40" refType="h" fact="0.157"/>
        <dgm:constr type="b" for="ch" forName="balance_40" refType="h" fact="0.85"/>
        <dgm:constr type="ctrX" for="ch" forName="balance_40" refType="w" fact="0.5"/>
        <dgm:constr type="w" for="ch" forName="balance_41" refType="w"/>
        <dgm:constr type="h" for="ch" forName="balance_41" refType="h" fact="0.157"/>
        <dgm:constr type="b" for="ch" forName="balance_41" refType="h" fact="0.85"/>
        <dgm:constr type="ctrX" for="ch" forName="balance_41" refType="w" fact="0.5"/>
        <dgm:constr type="w" for="ch" forName="balance_42" refType="w"/>
        <dgm:constr type="h" for="ch" forName="balance_42" refType="h" fact="0.157"/>
        <dgm:constr type="b" for="ch" forName="balance_42" refType="h" fact="0.85"/>
        <dgm:constr type="ctrX" for="ch" forName="balance_42" refType="w" fact="0.5"/>
        <dgm:constr type="w" for="ch" forName="balance_43" refType="w"/>
        <dgm:constr type="h" for="ch" forName="balance_43" refType="h" fact="0.157"/>
        <dgm:constr type="b" for="ch" forName="balance_43" refType="h" fact="0.85"/>
        <dgm:constr type="ctrX" for="ch" forName="balance_43" refType="w" fact="0.5"/>
        <dgm:constr type="w" for="ch" forName="balance_44" refType="w" fact="0.9"/>
        <dgm:constr type="h" for="ch" forName="balance_44" refType="h" fact="0.076"/>
        <dgm:constr type="b" for="ch" forName="balance_44" refType="h" fact="0.81"/>
        <dgm:constr type="ctrX" for="ch" forName="balance_44" refType="w" fact="0.5"/>
        <dgm:constr type="w" for="ch" forName="right_01_1" refType="w" fact="0.4"/>
        <dgm:constr type="h" for="ch" forName="right_01_1" refType="h" fact="0.7"/>
        <dgm:constr type="b" for="ch" forName="right_01_1" refType="h" fact="0.76"/>
        <dgm:constr type="ctrX" for="ch" forName="right_01_1" refType="w" fact="0.78"/>
        <dgm:constr type="w" for="ch" forName="left_10_1" refType="w" fact="0.4"/>
        <dgm:constr type="h" for="ch" forName="left_10_1" refType="h" fact="0.7"/>
        <dgm:constr type="b" for="ch" forName="left_10_1" refType="h" fact="0.76"/>
        <dgm:constr type="ctrX" for="ch" forName="left_10_1" refType="w" fact="0.22"/>
        <dgm:constr type="w" for="ch" forName="right_11_1" refType="w" fact="0.36"/>
        <dgm:constr type="h" for="ch" forName="right_11_1" refType="h" fact="0.67"/>
        <dgm:constr type="b" for="ch" forName="right_11_1" refType="h" fact="0.725"/>
        <dgm:constr type="ctrX" for="ch" forName="right_11_1" refType="w" fact="0.76"/>
        <dgm:constr type="w" for="ch" forName="left_11_1" refType="w" fact="0.36"/>
        <dgm:constr type="h" for="ch" forName="left_11_1" refType="h" fact="0.67"/>
        <dgm:constr type="b" for="ch" forName="left_11_1" refType="h" fact="0.725"/>
        <dgm:constr type="ctrX" for="ch" forName="left_11_1" refType="w" fact="0.24"/>
        <dgm:constr type="w" for="ch" forName="right_02_1" refType="w" fact="0.388"/>
        <dgm:constr type="h" for="ch" forName="right_02_1" refType="h" fact="0.36"/>
        <dgm:constr type="b" for="ch" forName="right_02_1" refType="h" fact="0.76"/>
        <dgm:constr type="ctrX" for="ch" forName="right_02_1" refType="w" fact="0.77"/>
        <dgm:constr type="w" for="ch" forName="right_02_2" refType="w" fact="0.388"/>
        <dgm:constr type="h" for="ch" forName="right_02_2" refType="h" fact="0.36"/>
        <dgm:constr type="b" for="ch" forName="right_02_2" refType="h" fact="0.42"/>
        <dgm:constr type="ctrX" for="ch" forName="right_02_2" refType="w" fact="0.79"/>
        <dgm:constr type="w" for="ch" forName="left_20_1" refType="w" fact="0.388"/>
        <dgm:constr type="h" for="ch" forName="left_20_1" refType="h" fact="0.36"/>
        <dgm:constr type="b" for="ch" forName="left_20_1" refType="h" fact="0.76"/>
        <dgm:constr type="ctrX" for="ch" forName="left_20_1" refType="w" fact="0.23"/>
        <dgm:constr type="w" for="ch" forName="left_20_2" refType="w" fact="0.388"/>
        <dgm:constr type="h" for="ch" forName="left_20_2" refType="h" fact="0.36"/>
        <dgm:constr type="b" for="ch" forName="left_20_2" refType="h" fact="0.42"/>
        <dgm:constr type="ctrX" for="ch" forName="left_20_2" refType="w" fact="0.21"/>
        <dgm:constr type="w" for="ch" forName="right_12_1" refType="w" fact="0.388"/>
        <dgm:constr type="h" for="ch" forName="right_12_1" refType="h" fact="0.36"/>
        <dgm:constr type="b" for="ch" forName="right_12_1" refType="h" fact="0.76"/>
        <dgm:constr type="ctrX" for="ch" forName="right_12_1" refType="w" fact="0.77"/>
        <dgm:constr type="w" for="ch" forName="right_12_2" refType="w" fact="0.388"/>
        <dgm:constr type="h" for="ch" forName="right_12_2" refType="h" fact="0.36"/>
        <dgm:constr type="b" for="ch" forName="right_12_2" refType="h" fact="0.42"/>
        <dgm:constr type="ctrX" for="ch" forName="right_12_2" refType="w" fact="0.79"/>
        <dgm:constr type="w" for="ch" forName="left_12_1" refType="w" fact="0.388"/>
        <dgm:constr type="h" for="ch" forName="left_12_1" refType="h" fact="0.36"/>
        <dgm:constr type="b" for="ch" forName="left_12_1" refType="h" fact="0.715"/>
        <dgm:constr type="ctrX" for="ch" forName="left_12_1" refType="w" fact="0.255"/>
        <dgm:constr type="w" for="ch" forName="right_22_1" refType="w" fact="0.36"/>
        <dgm:constr type="h" for="ch" forName="right_22_1" refType="h" fact="0.32"/>
        <dgm:constr type="b" for="ch" forName="right_22_1" refType="h" fact="0.725"/>
        <dgm:constr type="ctrX" for="ch" forName="right_22_1" refType="w" fact="0.76"/>
        <dgm:constr type="w" for="ch" forName="right_22_2" refType="w" fact="0.36"/>
        <dgm:constr type="h" for="ch" forName="right_22_2" refType="h" fact="0.32"/>
        <dgm:constr type="b" for="ch" forName="right_22_2" refType="h" fact="0.39"/>
        <dgm:constr type="ctrX" for="ch" forName="right_22_2" refType="w" fact="0.76"/>
        <dgm:constr type="w" for="ch" forName="left_22_1" refType="w" fact="0.36"/>
        <dgm:constr type="h" for="ch" forName="left_22_1" refType="h" fact="0.32"/>
        <dgm:constr type="b" for="ch" forName="left_22_1" refType="h" fact="0.725"/>
        <dgm:constr type="ctrX" for="ch" forName="left_22_1" refType="w" fact="0.24"/>
        <dgm:constr type="w" for="ch" forName="left_22_2" refType="w" fact="0.36"/>
        <dgm:constr type="h" for="ch" forName="left_22_2" refType="h" fact="0.32"/>
        <dgm:constr type="b" for="ch" forName="left_22_2" refType="h" fact="0.39"/>
        <dgm:constr type="ctrX" for="ch" forName="left_22_2" refType="w" fact="0.24"/>
        <dgm:constr type="w" for="ch" forName="left_21_1" refType="w" fact="0.388"/>
        <dgm:constr type="h" for="ch" forName="left_21_1" refType="h" fact="0.36"/>
        <dgm:constr type="b" for="ch" forName="left_21_1" refType="h" fact="0.76"/>
        <dgm:constr type="ctrX" for="ch" forName="left_21_1" refType="w" fact="0.23"/>
        <dgm:constr type="w" for="ch" forName="left_21_2" refType="w" fact="0.388"/>
        <dgm:constr type="h" for="ch" forName="left_21_2" refType="h" fact="0.36"/>
        <dgm:constr type="b" for="ch" forName="left_21_2" refType="h" fact="0.42"/>
        <dgm:constr type="ctrX" for="ch" forName="left_21_2" refType="w" fact="0.21"/>
        <dgm:constr type="w" for="ch" forName="right_21_1" refType="w" fact="0.388"/>
        <dgm:constr type="h" for="ch" forName="right_21_1" refType="h" fact="0.36"/>
        <dgm:constr type="b" for="ch" forName="right_21_1" refType="h" fact="0.715"/>
        <dgm:constr type="ctrX" for="ch" forName="right_21_1" refType="w" fact="0.745"/>
        <dgm:constr type="w" for="ch" forName="right_03_1" refType="w" fact="0.37"/>
        <dgm:constr type="h" for="ch" forName="right_03_1" refType="h" fact="0.24"/>
        <dgm:constr type="b" for="ch" forName="right_03_1" refType="h" fact="0.76"/>
        <dgm:constr type="ctrX" for="ch" forName="right_03_1" refType="w" fact="0.77"/>
        <dgm:constr type="w" for="ch" forName="right_03_2" refType="w" fact="0.37"/>
        <dgm:constr type="h" for="ch" forName="right_03_2" refType="h" fact="0.24"/>
        <dgm:constr type="b" for="ch" forName="right_03_2" refType="h" fact="0.535"/>
        <dgm:constr type="ctrX" for="ch" forName="right_03_2" refType="w" fact="0.783"/>
        <dgm:constr type="w" for="ch" forName="right_03_3" refType="w" fact="0.37"/>
        <dgm:constr type="h" for="ch" forName="right_03_3" refType="h" fact="0.24"/>
        <dgm:constr type="b" for="ch" forName="right_03_3" refType="h" fact="0.315"/>
        <dgm:constr type="ctrX" for="ch" forName="right_03_3" refType="w" fact="0.796"/>
        <dgm:constr type="w" for="ch" forName="left_30_1" refType="w" fact="0.37"/>
        <dgm:constr type="h" for="ch" forName="left_30_1" refType="h" fact="0.24"/>
        <dgm:constr type="b" for="ch" forName="left_30_1" refType="h" fact="0.76"/>
        <dgm:constr type="ctrX" for="ch" forName="left_30_1" refType="w" fact="0.23"/>
        <dgm:constr type="w" for="ch" forName="left_30_2" refType="w" fact="0.37"/>
        <dgm:constr type="h" for="ch" forName="left_30_2" refType="h" fact="0.24"/>
        <dgm:constr type="b" for="ch" forName="left_30_2" refType="h" fact="0.535"/>
        <dgm:constr type="ctrX" for="ch" forName="left_30_2" refType="w" fact="0.217"/>
        <dgm:constr type="w" for="ch" forName="left_30_3" refType="w" fact="0.37"/>
        <dgm:constr type="h" for="ch" forName="left_30_3" refType="h" fact="0.24"/>
        <dgm:constr type="b" for="ch" forName="left_30_3" refType="h" fact="0.315"/>
        <dgm:constr type="ctrX" for="ch" forName="left_30_3" refType="w" fact="0.204"/>
        <dgm:constr type="w" for="ch" forName="right_13_1" refType="w" fact="0.37"/>
        <dgm:constr type="h" for="ch" forName="right_13_1" refType="h" fact="0.24"/>
        <dgm:constr type="b" for="ch" forName="right_13_1" refType="h" fact="0.76"/>
        <dgm:constr type="ctrX" for="ch" forName="right_13_1" refType="w" fact="0.77"/>
        <dgm:constr type="w" for="ch" forName="right_13_2" refType="w" fact="0.37"/>
        <dgm:constr type="h" for="ch" forName="right_13_2" refType="h" fact="0.24"/>
        <dgm:constr type="b" for="ch" forName="right_13_2" refType="h" fact="0.535"/>
        <dgm:constr type="ctrX" for="ch" forName="right_13_2" refType="w" fact="0.783"/>
        <dgm:constr type="w" for="ch" forName="right_13_3" refType="w" fact="0.37"/>
        <dgm:constr type="h" for="ch" forName="right_13_3" refType="h" fact="0.24"/>
        <dgm:constr type="b" for="ch" forName="right_13_3" refType="h" fact="0.315"/>
        <dgm:constr type="ctrX" for="ch" forName="right_13_3" refType="w" fact="0.796"/>
        <dgm:constr type="w" for="ch" forName="left_13_1" refType="w" fact="0.37"/>
        <dgm:constr type="h" for="ch" forName="left_13_1" refType="h" fact="0.24"/>
        <dgm:constr type="b" for="ch" forName="left_13_1" refType="h" fact="0.715"/>
        <dgm:constr type="ctrX" for="ch" forName="left_13_1" refType="w" fact="0.255"/>
        <dgm:constr type="w" for="ch" forName="left_31_1" refType="w" fact="0.37"/>
        <dgm:constr type="h" for="ch" forName="left_31_1" refType="h" fact="0.24"/>
        <dgm:constr type="b" for="ch" forName="left_31_1" refType="h" fact="0.76"/>
        <dgm:constr type="ctrX" for="ch" forName="left_31_1" refType="w" fact="0.23"/>
        <dgm:constr type="w" for="ch" forName="left_31_2" refType="w" fact="0.37"/>
        <dgm:constr type="h" for="ch" forName="left_31_2" refType="h" fact="0.24"/>
        <dgm:constr type="b" for="ch" forName="left_31_2" refType="h" fact="0.535"/>
        <dgm:constr type="ctrX" for="ch" forName="left_31_2" refType="w" fact="0.217"/>
        <dgm:constr type="w" for="ch" forName="left_31_3" refType="w" fact="0.37"/>
        <dgm:constr type="h" for="ch" forName="left_31_3" refType="h" fact="0.24"/>
        <dgm:constr type="b" for="ch" forName="left_31_3" refType="h" fact="0.315"/>
        <dgm:constr type="ctrX" for="ch" forName="left_31_3" refType="w" fact="0.204"/>
        <dgm:constr type="w" for="ch" forName="right_31_1" refType="w" fact="0.37"/>
        <dgm:constr type="h" for="ch" forName="right_31_1" refType="h" fact="0.24"/>
        <dgm:constr type="b" for="ch" forName="right_31_1" refType="h" fact="0.715"/>
        <dgm:constr type="ctrX" for="ch" forName="right_31_1" refType="w" fact="0.745"/>
        <dgm:constr type="w" for="ch" forName="right_23_1" refType="w" fact="0.37"/>
        <dgm:constr type="h" for="ch" forName="right_23_1" refType="h" fact="0.24"/>
        <dgm:constr type="b" for="ch" forName="right_23_1" refType="h" fact="0.76"/>
        <dgm:constr type="ctrX" for="ch" forName="right_23_1" refType="w" fact="0.77"/>
        <dgm:constr type="w" for="ch" forName="right_23_2" refType="w" fact="0.37"/>
        <dgm:constr type="h" for="ch" forName="right_23_2" refType="h" fact="0.24"/>
        <dgm:constr type="b" for="ch" forName="right_23_2" refType="h" fact="0.535"/>
        <dgm:constr type="ctrX" for="ch" forName="right_23_2" refType="w" fact="0.783"/>
        <dgm:constr type="w" for="ch" forName="right_23_3" refType="w" fact="0.37"/>
        <dgm:constr type="h" for="ch" forName="right_23_3" refType="h" fact="0.24"/>
        <dgm:constr type="b" for="ch" forName="right_23_3" refType="h" fact="0.315"/>
        <dgm:constr type="ctrX" for="ch" forName="right_23_3" refType="w" fact="0.796"/>
        <dgm:constr type="w" for="ch" forName="left_23_1" refType="w" fact="0.37"/>
        <dgm:constr type="h" for="ch" forName="left_23_1" refType="h" fact="0.24"/>
        <dgm:constr type="b" for="ch" forName="left_23_1" refType="h" fact="0.715"/>
        <dgm:constr type="ctrX" for="ch" forName="left_23_1" refType="w" fact="0.255"/>
        <dgm:constr type="w" for="ch" forName="left_23_2" refType="w" fact="0.37"/>
        <dgm:constr type="h" for="ch" forName="left_23_2" refType="h" fact="0.24"/>
        <dgm:constr type="b" for="ch" forName="left_23_2" refType="h" fact="0.49"/>
        <dgm:constr type="ctrX" for="ch" forName="left_23_2" refType="w" fact="0.268"/>
        <dgm:constr type="w" for="ch" forName="left_32_1" refType="w" fact="0.37"/>
        <dgm:constr type="h" for="ch" forName="left_32_1" refType="h" fact="0.24"/>
        <dgm:constr type="b" for="ch" forName="left_32_1" refType="h" fact="0.76"/>
        <dgm:constr type="ctrX" for="ch" forName="left_32_1" refType="w" fact="0.23"/>
        <dgm:constr type="w" for="ch" forName="left_32_2" refType="w" fact="0.37"/>
        <dgm:constr type="h" for="ch" forName="left_32_2" refType="h" fact="0.24"/>
        <dgm:constr type="b" for="ch" forName="left_32_2" refType="h" fact="0.535"/>
        <dgm:constr type="ctrX" for="ch" forName="left_32_2" refType="w" fact="0.217"/>
        <dgm:constr type="w" for="ch" forName="left_32_3" refType="w" fact="0.37"/>
        <dgm:constr type="h" for="ch" forName="left_32_3" refType="h" fact="0.24"/>
        <dgm:constr type="b" for="ch" forName="left_32_3" refType="h" fact="0.315"/>
        <dgm:constr type="ctrX" for="ch" forName="left_32_3" refType="w" fact="0.204"/>
        <dgm:constr type="w" for="ch" forName="right_32_1" refType="w" fact="0.37"/>
        <dgm:constr type="h" for="ch" forName="right_32_1" refType="h" fact="0.24"/>
        <dgm:constr type="b" for="ch" forName="right_32_1" refType="h" fact="0.715"/>
        <dgm:constr type="ctrX" for="ch" forName="right_32_1" refType="w" fact="0.745"/>
        <dgm:constr type="w" for="ch" forName="right_32_2" refType="w" fact="0.37"/>
        <dgm:constr type="h" for="ch" forName="right_32_2" refType="h" fact="0.24"/>
        <dgm:constr type="b" for="ch" forName="right_32_2" refType="h" fact="0.49"/>
        <dgm:constr type="ctrX" for="ch" forName="right_32_2" refType="w" fact="0.732"/>
        <dgm:constr type="w" for="ch" forName="right_33_1" refType="w" fact="0.36"/>
        <dgm:constr type="h" for="ch" forName="right_33_1" refType="h" fact="0.21"/>
        <dgm:constr type="b" for="ch" forName="right_33_1" refType="h" fact="0.725"/>
        <dgm:constr type="ctrX" for="ch" forName="right_33_1" refType="w" fact="0.76"/>
        <dgm:constr type="w" for="ch" forName="right_33_2" refType="w" fact="0.36"/>
        <dgm:constr type="h" for="ch" forName="right_33_2" refType="h" fact="0.21"/>
        <dgm:constr type="b" for="ch" forName="right_33_2" refType="h" fact="0.5"/>
        <dgm:constr type="ctrX" for="ch" forName="right_33_2" refType="w" fact="0.76"/>
        <dgm:constr type="w" for="ch" forName="right_33_3" refType="w" fact="0.36"/>
        <dgm:constr type="h" for="ch" forName="right_33_3" refType="h" fact="0.21"/>
        <dgm:constr type="b" for="ch" forName="right_33_3" refType="h" fact="0.275"/>
        <dgm:constr type="ctrX" for="ch" forName="right_33_3" refType="w" fact="0.76"/>
        <dgm:constr type="w" for="ch" forName="left_33_1" refType="w" fact="0.36"/>
        <dgm:constr type="h" for="ch" forName="left_33_1" refType="h" fact="0.21"/>
        <dgm:constr type="b" for="ch" forName="left_33_1" refType="h" fact="0.725"/>
        <dgm:constr type="ctrX" for="ch" forName="left_33_1" refType="w" fact="0.24"/>
        <dgm:constr type="w" for="ch" forName="left_33_2" refType="w" fact="0.36"/>
        <dgm:constr type="h" for="ch" forName="left_33_2" refType="h" fact="0.21"/>
        <dgm:constr type="b" for="ch" forName="left_33_2" refType="h" fact="0.5"/>
        <dgm:constr type="ctrX" for="ch" forName="left_33_2" refType="w" fact="0.24"/>
        <dgm:constr type="w" for="ch" forName="left_33_3" refType="w" fact="0.36"/>
        <dgm:constr type="h" for="ch" forName="left_33_3" refType="h" fact="0.21"/>
        <dgm:constr type="b" for="ch" forName="left_33_3" refType="h" fact="0.275"/>
        <dgm:constr type="ctrX" for="ch" forName="left_33_3" refType="w" fact="0.24"/>
        <dgm:constr type="w" for="ch" forName="right_04_1" refType="w" fact="0.365"/>
        <dgm:constr type="h" for="ch" forName="right_04_1" refType="h" fact="0.185"/>
        <dgm:constr type="b" for="ch" forName="right_04_1" refType="h" fact="0.76"/>
        <dgm:constr type="ctrX" for="ch" forName="right_04_1" refType="w" fact="0.77"/>
        <dgm:constr type="w" for="ch" forName="right_04_2" refType="w" fact="0.365"/>
        <dgm:constr type="h" for="ch" forName="right_04_2" refType="h" fact="0.185"/>
        <dgm:constr type="b" for="ch" forName="right_04_2" refType="h" fact="0.595"/>
        <dgm:constr type="ctrX" for="ch" forName="right_04_2" refType="w" fact="0.78"/>
        <dgm:constr type="w" for="ch" forName="right_04_3" refType="w" fact="0.365"/>
        <dgm:constr type="h" for="ch" forName="right_04_3" refType="h" fact="0.185"/>
        <dgm:constr type="b" for="ch" forName="right_04_3" refType="h" fact="0.43"/>
        <dgm:constr type="ctrX" for="ch" forName="right_04_3" refType="w" fact="0.79"/>
        <dgm:constr type="w" for="ch" forName="right_04_4" refType="w" fact="0.365"/>
        <dgm:constr type="h" for="ch" forName="right_04_4" refType="h" fact="0.185"/>
        <dgm:constr type="b" for="ch" forName="right_04_4" refType="h" fact="0.265"/>
        <dgm:constr type="ctrX" for="ch" forName="right_04_4" refType="w" fact="0.8"/>
        <dgm:constr type="w" for="ch" forName="left_40_1" refType="w" fact="0.365"/>
        <dgm:constr type="h" for="ch" forName="left_40_1" refType="h" fact="0.185"/>
        <dgm:constr type="b" for="ch" forName="left_40_1" refType="h" fact="0.76"/>
        <dgm:constr type="ctrX" for="ch" forName="left_40_1" refType="w" fact="0.23"/>
        <dgm:constr type="w" for="ch" forName="left_40_2" refType="w" fact="0.365"/>
        <dgm:constr type="h" for="ch" forName="left_40_2" refType="h" fact="0.185"/>
        <dgm:constr type="b" for="ch" forName="left_40_2" refType="h" fact="0.595"/>
        <dgm:constr type="ctrX" for="ch" forName="left_40_2" refType="w" fact="0.22"/>
        <dgm:constr type="w" for="ch" forName="left_40_3" refType="w" fact="0.365"/>
        <dgm:constr type="h" for="ch" forName="left_40_3" refType="h" fact="0.185"/>
        <dgm:constr type="b" for="ch" forName="left_40_3" refType="h" fact="0.43"/>
        <dgm:constr type="ctrX" for="ch" forName="left_40_3" refType="w" fact="0.21"/>
        <dgm:constr type="w" for="ch" forName="left_40_4" refType="w" fact="0.365"/>
        <dgm:constr type="h" for="ch" forName="left_40_4" refType="h" fact="0.185"/>
        <dgm:constr type="b" for="ch" forName="left_40_4" refType="h" fact="0.265"/>
        <dgm:constr type="ctrX" for="ch" forName="left_40_4" refType="w" fact="0.2"/>
        <dgm:constr type="w" for="ch" forName="right_14_1" refType="w" fact="0.365"/>
        <dgm:constr type="h" for="ch" forName="right_14_1" refType="h" fact="0.185"/>
        <dgm:constr type="b" for="ch" forName="right_14_1" refType="h" fact="0.76"/>
        <dgm:constr type="ctrX" for="ch" forName="right_14_1" refType="w" fact="0.77"/>
        <dgm:constr type="w" for="ch" forName="right_14_2" refType="w" fact="0.365"/>
        <dgm:constr type="h" for="ch" forName="right_14_2" refType="h" fact="0.185"/>
        <dgm:constr type="b" for="ch" forName="right_14_2" refType="h" fact="0.595"/>
        <dgm:constr type="ctrX" for="ch" forName="right_14_2" refType="w" fact="0.78"/>
        <dgm:constr type="w" for="ch" forName="right_14_3" refType="w" fact="0.365"/>
        <dgm:constr type="h" for="ch" forName="right_14_3" refType="h" fact="0.185"/>
        <dgm:constr type="b" for="ch" forName="right_14_3" refType="h" fact="0.43"/>
        <dgm:constr type="ctrX" for="ch" forName="right_14_3" refType="w" fact="0.79"/>
        <dgm:constr type="w" for="ch" forName="right_14_4" refType="w" fact="0.365"/>
        <dgm:constr type="h" for="ch" forName="right_14_4" refType="h" fact="0.185"/>
        <dgm:constr type="b" for="ch" forName="right_14_4" refType="h" fact="0.265"/>
        <dgm:constr type="ctrX" for="ch" forName="right_14_4" refType="w" fact="0.8"/>
        <dgm:constr type="w" for="ch" forName="left_14_1" refType="w" fact="0.365"/>
        <dgm:constr type="h" for="ch" forName="left_14_1" refType="h" fact="0.185"/>
        <dgm:constr type="b" for="ch" forName="left_14_1" refType="h" fact="0.715"/>
        <dgm:constr type="ctrX" for="ch" forName="left_14_1" refType="w" fact="0.25"/>
        <dgm:constr type="w" for="ch" forName="left_41_1" refType="w" fact="0.365"/>
        <dgm:constr type="h" for="ch" forName="left_41_1" refType="h" fact="0.185"/>
        <dgm:constr type="b" for="ch" forName="left_41_1" refType="h" fact="0.76"/>
        <dgm:constr type="ctrX" for="ch" forName="left_41_1" refType="w" fact="0.23"/>
        <dgm:constr type="w" for="ch" forName="left_41_2" refType="w" fact="0.365"/>
        <dgm:constr type="h" for="ch" forName="left_41_2" refType="h" fact="0.185"/>
        <dgm:constr type="b" for="ch" forName="left_41_2" refType="h" fact="0.595"/>
        <dgm:constr type="ctrX" for="ch" forName="left_41_2" refType="w" fact="0.22"/>
        <dgm:constr type="w" for="ch" forName="left_41_3" refType="w" fact="0.365"/>
        <dgm:constr type="h" for="ch" forName="left_41_3" refType="h" fact="0.185"/>
        <dgm:constr type="b" for="ch" forName="left_41_3" refType="h" fact="0.43"/>
        <dgm:constr type="ctrX" for="ch" forName="left_41_3" refType="w" fact="0.21"/>
        <dgm:constr type="w" for="ch" forName="left_41_4" refType="w" fact="0.365"/>
        <dgm:constr type="h" for="ch" forName="left_41_4" refType="h" fact="0.185"/>
        <dgm:constr type="b" for="ch" forName="left_41_4" refType="h" fact="0.265"/>
        <dgm:constr type="ctrX" for="ch" forName="left_41_4" refType="w" fact="0.2"/>
        <dgm:constr type="w" for="ch" forName="right_41_1" refType="w" fact="0.365"/>
        <dgm:constr type="h" for="ch" forName="right_41_1" refType="h" fact="0.185"/>
        <dgm:constr type="b" for="ch" forName="right_41_1" refType="h" fact="0.715"/>
        <dgm:constr type="ctrX" for="ch" forName="right_41_1" refType="w" fact="0.75"/>
        <dgm:constr type="w" for="ch" forName="right_24_1" refType="w" fact="0.365"/>
        <dgm:constr type="h" for="ch" forName="right_24_1" refType="h" fact="0.185"/>
        <dgm:constr type="b" for="ch" forName="right_24_1" refType="h" fact="0.76"/>
        <dgm:constr type="ctrX" for="ch" forName="right_24_1" refType="w" fact="0.77"/>
        <dgm:constr type="w" for="ch" forName="right_24_2" refType="w" fact="0.365"/>
        <dgm:constr type="h" for="ch" forName="right_24_2" refType="h" fact="0.185"/>
        <dgm:constr type="b" for="ch" forName="right_24_2" refType="h" fact="0.595"/>
        <dgm:constr type="ctrX" for="ch" forName="right_24_2" refType="w" fact="0.78"/>
        <dgm:constr type="w" for="ch" forName="right_24_3" refType="w" fact="0.365"/>
        <dgm:constr type="h" for="ch" forName="right_24_3" refType="h" fact="0.185"/>
        <dgm:constr type="b" for="ch" forName="right_24_3" refType="h" fact="0.43"/>
        <dgm:constr type="ctrX" for="ch" forName="right_24_3" refType="w" fact="0.79"/>
        <dgm:constr type="w" for="ch" forName="right_24_4" refType="w" fact="0.365"/>
        <dgm:constr type="h" for="ch" forName="right_24_4" refType="h" fact="0.185"/>
        <dgm:constr type="b" for="ch" forName="right_24_4" refType="h" fact="0.265"/>
        <dgm:constr type="ctrX" for="ch" forName="right_24_4" refType="w" fact="0.8"/>
        <dgm:constr type="w" for="ch" forName="left_24_1" refType="w" fact="0.365"/>
        <dgm:constr type="h" for="ch" forName="left_24_1" refType="h" fact="0.185"/>
        <dgm:constr type="b" for="ch" forName="left_24_1" refType="h" fact="0.715"/>
        <dgm:constr type="ctrX" for="ch" forName="left_24_1" refType="w" fact="0.25"/>
        <dgm:constr type="w" for="ch" forName="left_24_2" refType="w" fact="0.365"/>
        <dgm:constr type="h" for="ch" forName="left_24_2" refType="h" fact="0.185"/>
        <dgm:constr type="b" for="ch" forName="left_24_2" refType="h" fact="0.55"/>
        <dgm:constr type="ctrX" for="ch" forName="left_24_2" refType="w" fact="0.26"/>
        <dgm:constr type="w" for="ch" forName="left_42_1" refType="w" fact="0.365"/>
        <dgm:constr type="h" for="ch" forName="left_42_1" refType="h" fact="0.185"/>
        <dgm:constr type="b" for="ch" forName="left_42_1" refType="h" fact="0.76"/>
        <dgm:constr type="ctrX" for="ch" forName="left_42_1" refType="w" fact="0.23"/>
        <dgm:constr type="w" for="ch" forName="left_42_2" refType="w" fact="0.365"/>
        <dgm:constr type="h" for="ch" forName="left_42_2" refType="h" fact="0.185"/>
        <dgm:constr type="b" for="ch" forName="left_42_2" refType="h" fact="0.595"/>
        <dgm:constr type="ctrX" for="ch" forName="left_42_2" refType="w" fact="0.22"/>
        <dgm:constr type="w" for="ch" forName="left_42_3" refType="w" fact="0.365"/>
        <dgm:constr type="h" for="ch" forName="left_42_3" refType="h" fact="0.185"/>
        <dgm:constr type="b" for="ch" forName="left_42_3" refType="h" fact="0.43"/>
        <dgm:constr type="ctrX" for="ch" forName="left_42_3" refType="w" fact="0.21"/>
        <dgm:constr type="w" for="ch" forName="left_42_4" refType="w" fact="0.365"/>
        <dgm:constr type="h" for="ch" forName="left_42_4" refType="h" fact="0.185"/>
        <dgm:constr type="b" for="ch" forName="left_42_4" refType="h" fact="0.265"/>
        <dgm:constr type="ctrX" for="ch" forName="left_42_4" refType="w" fact="0.2"/>
        <dgm:constr type="w" for="ch" forName="right_42_1" refType="w" fact="0.365"/>
        <dgm:constr type="h" for="ch" forName="right_42_1" refType="h" fact="0.185"/>
        <dgm:constr type="b" for="ch" forName="right_42_1" refType="h" fact="0.715"/>
        <dgm:constr type="ctrX" for="ch" forName="right_42_1" refType="w" fact="0.75"/>
        <dgm:constr type="w" for="ch" forName="right_42_2" refType="w" fact="0.365"/>
        <dgm:constr type="h" for="ch" forName="right_42_2" refType="h" fact="0.185"/>
        <dgm:constr type="b" for="ch" forName="right_42_2" refType="h" fact="0.55"/>
        <dgm:constr type="ctrX" for="ch" forName="right_42_2" refType="w" fact="0.74"/>
        <dgm:constr type="w" for="ch" forName="right_34_1" refType="w" fact="0.365"/>
        <dgm:constr type="h" for="ch" forName="right_34_1" refType="h" fact="0.185"/>
        <dgm:constr type="b" for="ch" forName="right_34_1" refType="h" fact="0.76"/>
        <dgm:constr type="ctrX" for="ch" forName="right_34_1" refType="w" fact="0.77"/>
        <dgm:constr type="w" for="ch" forName="right_34_2" refType="w" fact="0.365"/>
        <dgm:constr type="h" for="ch" forName="right_34_2" refType="h" fact="0.185"/>
        <dgm:constr type="b" for="ch" forName="right_34_2" refType="h" fact="0.595"/>
        <dgm:constr type="ctrX" for="ch" forName="right_34_2" refType="w" fact="0.78"/>
        <dgm:constr type="w" for="ch" forName="right_34_3" refType="w" fact="0.365"/>
        <dgm:constr type="h" for="ch" forName="right_34_3" refType="h" fact="0.185"/>
        <dgm:constr type="b" for="ch" forName="right_34_3" refType="h" fact="0.43"/>
        <dgm:constr type="ctrX" for="ch" forName="right_34_3" refType="w" fact="0.79"/>
        <dgm:constr type="w" for="ch" forName="right_34_4" refType="w" fact="0.365"/>
        <dgm:constr type="h" for="ch" forName="right_34_4" refType="h" fact="0.185"/>
        <dgm:constr type="b" for="ch" forName="right_34_4" refType="h" fact="0.265"/>
        <dgm:constr type="ctrX" for="ch" forName="right_34_4" refType="w" fact="0.8"/>
        <dgm:constr type="w" for="ch" forName="left_34_1" refType="w" fact="0.365"/>
        <dgm:constr type="h" for="ch" forName="left_34_1" refType="h" fact="0.185"/>
        <dgm:constr type="b" for="ch" forName="left_34_1" refType="h" fact="0.715"/>
        <dgm:constr type="ctrX" for="ch" forName="left_34_1" refType="w" fact="0.25"/>
        <dgm:constr type="w" for="ch" forName="left_34_2" refType="w" fact="0.365"/>
        <dgm:constr type="h" for="ch" forName="left_34_2" refType="h" fact="0.185"/>
        <dgm:constr type="b" for="ch" forName="left_34_2" refType="h" fact="0.55"/>
        <dgm:constr type="ctrX" for="ch" forName="left_34_2" refType="w" fact="0.26"/>
        <dgm:constr type="w" for="ch" forName="left_34_3" refType="w" fact="0.365"/>
        <dgm:constr type="h" for="ch" forName="left_34_3" refType="h" fact="0.185"/>
        <dgm:constr type="b" for="ch" forName="left_34_3" refType="h" fact="0.385"/>
        <dgm:constr type="ctrX" for="ch" forName="left_34_3" refType="w" fact="0.27"/>
        <dgm:constr type="w" for="ch" forName="left_43_1" refType="w" fact="0.365"/>
        <dgm:constr type="h" for="ch" forName="left_43_1" refType="h" fact="0.185"/>
        <dgm:constr type="b" for="ch" forName="left_43_1" refType="h" fact="0.76"/>
        <dgm:constr type="ctrX" for="ch" forName="left_43_1" refType="w" fact="0.23"/>
        <dgm:constr type="w" for="ch" forName="left_43_2" refType="w" fact="0.365"/>
        <dgm:constr type="h" for="ch" forName="left_43_2" refType="h" fact="0.185"/>
        <dgm:constr type="b" for="ch" forName="left_43_2" refType="h" fact="0.595"/>
        <dgm:constr type="ctrX" for="ch" forName="left_43_2" refType="w" fact="0.22"/>
        <dgm:constr type="w" for="ch" forName="left_43_3" refType="w" fact="0.365"/>
        <dgm:constr type="h" for="ch" forName="left_43_3" refType="h" fact="0.185"/>
        <dgm:constr type="b" for="ch" forName="left_43_3" refType="h" fact="0.43"/>
        <dgm:constr type="ctrX" for="ch" forName="left_43_3" refType="w" fact="0.21"/>
        <dgm:constr type="w" for="ch" forName="left_43_4" refType="w" fact="0.365"/>
        <dgm:constr type="h" for="ch" forName="left_43_4" refType="h" fact="0.185"/>
        <dgm:constr type="b" for="ch" forName="left_43_4" refType="h" fact="0.265"/>
        <dgm:constr type="ctrX" for="ch" forName="left_43_4" refType="w" fact="0.2"/>
        <dgm:constr type="w" for="ch" forName="right_43_1" refType="w" fact="0.365"/>
        <dgm:constr type="h" for="ch" forName="right_43_1" refType="h" fact="0.185"/>
        <dgm:constr type="b" for="ch" forName="right_43_1" refType="h" fact="0.715"/>
        <dgm:constr type="ctrX" for="ch" forName="right_43_1" refType="w" fact="0.75"/>
        <dgm:constr type="w" for="ch" forName="right_43_2" refType="w" fact="0.365"/>
        <dgm:constr type="h" for="ch" forName="right_43_2" refType="h" fact="0.185"/>
        <dgm:constr type="b" for="ch" forName="right_43_2" refType="h" fact="0.55"/>
        <dgm:constr type="ctrX" for="ch" forName="right_43_2" refType="w" fact="0.74"/>
        <dgm:constr type="w" for="ch" forName="right_43_3" refType="w" fact="0.365"/>
        <dgm:constr type="h" for="ch" forName="right_43_3" refType="h" fact="0.185"/>
        <dgm:constr type="b" for="ch" forName="right_43_3" refType="h" fact="0.385"/>
        <dgm:constr type="ctrX" for="ch" forName="right_43_3" refType="w" fact="0.73"/>
        <dgm:constr type="w" for="ch" forName="right_44_1" refType="w" fact="0.36"/>
        <dgm:constr type="h" for="ch" forName="right_44_1" refType="h" fact="0.154"/>
        <dgm:constr type="b" for="ch" forName="right_44_1" refType="h" fact="0.725"/>
        <dgm:constr type="ctrX" for="ch" forName="right_44_1" refType="w" fact="0.76"/>
        <dgm:constr type="w" for="ch" forName="right_44_2" refType="w" fact="0.36"/>
        <dgm:constr type="h" for="ch" forName="right_44_2" refType="h" fact="0.154"/>
        <dgm:constr type="b" for="ch" forName="right_44_2" refType="h" fact="0.559"/>
        <dgm:constr type="ctrX" for="ch" forName="right_44_2" refType="w" fact="0.76"/>
        <dgm:constr type="w" for="ch" forName="right_44_3" refType="w" fact="0.36"/>
        <dgm:constr type="h" for="ch" forName="right_44_3" refType="h" fact="0.154"/>
        <dgm:constr type="b" for="ch" forName="right_44_3" refType="h" fact="0.393"/>
        <dgm:constr type="ctrX" for="ch" forName="right_44_3" refType="w" fact="0.76"/>
        <dgm:constr type="w" for="ch" forName="right_44_4" refType="w" fact="0.36"/>
        <dgm:constr type="h" for="ch" forName="right_44_4" refType="h" fact="0.154"/>
        <dgm:constr type="b" for="ch" forName="right_44_4" refType="h" fact="0.224"/>
        <dgm:constr type="ctrX" for="ch" forName="right_44_4" refType="w" fact="0.76"/>
        <dgm:constr type="w" for="ch" forName="left_44_1" refType="w" fact="0.36"/>
        <dgm:constr type="h" for="ch" forName="left_44_1" refType="h" fact="0.154"/>
        <dgm:constr type="b" for="ch" forName="left_44_1" refType="h" fact="0.725"/>
        <dgm:constr type="ctrX" for="ch" forName="left_44_1" refType="w" fact="0.24"/>
        <dgm:constr type="w" for="ch" forName="left_44_2" refType="w" fact="0.36"/>
        <dgm:constr type="h" for="ch" forName="left_44_2" refType="h" fact="0.154"/>
        <dgm:constr type="b" for="ch" forName="left_44_2" refType="h" fact="0.559"/>
        <dgm:constr type="ctrX" for="ch" forName="left_44_2" refType="w" fact="0.24"/>
        <dgm:constr type="w" for="ch" forName="left_44_3" refType="w" fact="0.36"/>
        <dgm:constr type="h" for="ch" forName="left_44_3" refType="h" fact="0.154"/>
        <dgm:constr type="b" for="ch" forName="left_44_3" refType="h" fact="0.393"/>
        <dgm:constr type="ctrX" for="ch" forName="left_44_3" refType="w" fact="0.24"/>
        <dgm:constr type="w" for="ch" forName="left_44_4" refType="w" fact="0.36"/>
        <dgm:constr type="h" for="ch" forName="left_44_4" refType="h" fact="0.154"/>
        <dgm:constr type="b" for="ch" forName="left_44_4" refType="h" fact="0.224"/>
        <dgm:constr type="ctrX" for="ch" forName="left_44_4" refType="w" fact="0.24"/>
      </dgm:constrLst>
      <dgm:ruleLst/>
      <dgm:layoutNode name="dummyMaxCanvas_ChildArea">
        <dgm:alg type="sp"/>
        <dgm:shape xmlns:r="http://schemas.openxmlformats.org/officeDocument/2006/relationships" r:blip="">
          <dgm:adjLst/>
        </dgm:shape>
        <dgm:presOf/>
        <dgm:constrLst/>
        <dgm:ruleLst/>
      </dgm:layoutNode>
      <dgm:layoutNode name="fulcrum" styleLbl="alignAccFollowNode1">
        <dgm:alg type="sp"/>
        <dgm:shape xmlns:r="http://schemas.openxmlformats.org/officeDocument/2006/relationships" type="triangle" r:blip="">
          <dgm:adjLst/>
        </dgm:shape>
        <dgm:presOf/>
        <dgm:constrLst/>
        <dgm:ruleLst/>
      </dgm:layoutNode>
      <dgm:choose name="Name0">
        <dgm:if name="Name1" axis="ch ch" ptType="node node" st="1 1" cnt="1 0" func="cnt" op="equ" val="0">
          <dgm:choose name="Name2">
            <dgm:if name="Name3" axis="ch ch" ptType="node node" st="2 1" cnt="1 0" func="cnt" op="equ" val="0">
              <dgm:layoutNode name="balance_00" styleLbl="alignAccFollowNode1">
                <dgm:varLst>
                  <dgm:bulletEnabled val="1"/>
                </dgm:varLst>
                <dgm:alg type="sp"/>
                <dgm:shape xmlns:r="http://schemas.openxmlformats.org/officeDocument/2006/relationships" type="rect" r:blip="">
                  <dgm:adjLst/>
                </dgm:shape>
                <dgm:presOf/>
                <dgm:constrLst/>
                <dgm:ruleLst/>
              </dgm:layoutNode>
            </dgm:if>
            <dgm:else name="Name4">
              <dgm:choose name="Name5">
                <dgm:if name="Name6" axis="ch ch" ptType="node node" st="2 1" cnt="1 0" func="cnt" op="equ" val="1">
                  <dgm:layoutNode name="balance_01" styleLbl="alignAccFollowNode1">
                    <dgm:varLst>
                      <dgm:bulletEnabled val="1"/>
                    </dgm:varLst>
                    <dgm:alg type="sp"/>
                    <dgm:shape xmlns:r="http://schemas.openxmlformats.org/officeDocument/2006/relationships" rot="4" type="rect" r:blip="">
                      <dgm:adjLst/>
                    </dgm:shape>
                    <dgm:presOf/>
                    <dgm:constrLst/>
                    <dgm:ruleLst/>
                  </dgm:layoutNode>
                  <dgm:layoutNode name="right_01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7">
                  <dgm:choose name="Name8">
                    <dgm:if name="Name9" axis="ch ch" ptType="node node" st="2 1" cnt="1 0" func="cnt" op="equ" val="2">
                      <dgm:layoutNode name="balance_02" styleLbl="alignAccFollowNode1">
                        <dgm:varLst>
                          <dgm:bulletEnabled val="1"/>
                        </dgm:varLst>
                        <dgm:alg type="sp"/>
                        <dgm:shape xmlns:r="http://schemas.openxmlformats.org/officeDocument/2006/relationships" rot="4" type="rect" r:blip="">
                          <dgm:adjLst/>
                        </dgm:shape>
                        <dgm:presOf/>
                        <dgm:constrLst/>
                        <dgm:ruleLst/>
                      </dgm:layoutNode>
                      <dgm:layoutNode name="right_02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02_2" styleLbl="node1">
                        <dgm:varLst>
                          <dgm:bulletEnabled val="1"/>
                        </dgm:varLst>
                        <dgm:alg type="tx"/>
                        <dgm:shape xmlns:r="http://schemas.openxmlformats.org/officeDocument/2006/relationships" rot="4"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0">
                      <dgm:choose name="Name11">
                        <dgm:if name="Name12" axis="ch ch" ptType="node node" st="2 1" cnt="1 0" func="cnt" op="equ" val="3">
                          <dgm:layoutNode name="balance_03" styleLbl="alignAccFollowNode1">
                            <dgm:varLst>
                              <dgm:bulletEnabled val="1"/>
                            </dgm:varLst>
                            <dgm:alg type="sp"/>
                            <dgm:shape xmlns:r="http://schemas.openxmlformats.org/officeDocument/2006/relationships" rot="4" type="rect" r:blip="">
                              <dgm:adjLst/>
                            </dgm:shape>
                            <dgm:presOf/>
                            <dgm:constrLst/>
                            <dgm:ruleLst/>
                          </dgm:layoutNode>
                          <dgm:layoutNode name="right_03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03_2" styleLbl="node1">
                            <dgm:varLst>
                              <dgm:bulletEnabled val="1"/>
                            </dgm:varLst>
                            <dgm:alg type="tx"/>
                            <dgm:shape xmlns:r="http://schemas.openxmlformats.org/officeDocument/2006/relationships" rot="4"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03_3" styleLbl="node1">
                            <dgm:varLst>
                              <dgm:bulletEnabled val="1"/>
                            </dgm:varLst>
                            <dgm:alg type="tx"/>
                            <dgm:shape xmlns:r="http://schemas.openxmlformats.org/officeDocument/2006/relationships" rot="4" type="roundRect" r:blip="">
                              <dgm:adjLst/>
                            </dgm:shape>
                            <dgm:presOf axis="ch ch desOrSelf" ptType="node node node" st="2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3">
                          <dgm:choose name="Name14">
                            <dgm:if name="Name15" axis="ch ch" ptType="node node" st="2 1" cnt="1 0" func="cnt" op="gte" val="4">
                              <dgm:layoutNode name="balance_04" styleLbl="alignAccFollowNode1">
                                <dgm:varLst>
                                  <dgm:bulletEnabled val="1"/>
                                </dgm:varLst>
                                <dgm:alg type="sp"/>
                                <dgm:shape xmlns:r="http://schemas.openxmlformats.org/officeDocument/2006/relationships" rot="4" type="rect" r:blip="">
                                  <dgm:adjLst/>
                                </dgm:shape>
                                <dgm:presOf/>
                                <dgm:constrLst/>
                                <dgm:ruleLst/>
                              </dgm:layoutNode>
                              <dgm:layoutNode name="right_04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04_2" styleLbl="node1">
                                <dgm:varLst>
                                  <dgm:bulletEnabled val="1"/>
                                </dgm:varLst>
                                <dgm:alg type="tx"/>
                                <dgm:shape xmlns:r="http://schemas.openxmlformats.org/officeDocument/2006/relationships" rot="4"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04_3" styleLbl="node1">
                                <dgm:varLst>
                                  <dgm:bulletEnabled val="1"/>
                                </dgm:varLst>
                                <dgm:alg type="tx"/>
                                <dgm:shape xmlns:r="http://schemas.openxmlformats.org/officeDocument/2006/relationships" rot="4" type="roundRect" r:blip="">
                                  <dgm:adjLst/>
                                </dgm:shape>
                                <dgm:presOf axis="ch ch desOrSelf" ptType="node node node" st="2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04_4" styleLbl="node1">
                                <dgm:varLst>
                                  <dgm:bulletEnabled val="1"/>
                                </dgm:varLst>
                                <dgm:alg type="tx"/>
                                <dgm:shape xmlns:r="http://schemas.openxmlformats.org/officeDocument/2006/relationships" rot="4" type="roundRect" r:blip="">
                                  <dgm:adjLst/>
                                </dgm:shape>
                                <dgm:presOf axis="ch ch desOrSelf" ptType="node node node" st="2 4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6"/>
                          </dgm:choose>
                        </dgm:else>
                      </dgm:choose>
                    </dgm:else>
                  </dgm:choose>
                </dgm:else>
              </dgm:choose>
            </dgm:else>
          </dgm:choose>
        </dgm:if>
        <dgm:else name="Name17">
          <dgm:choose name="Name18">
            <dgm:if name="Name19" axis="ch ch" ptType="node node" st="1 1" cnt="1 0" func="cnt" op="equ" val="1">
              <dgm:choose name="Name20">
                <dgm:if name="Name21" axis="ch ch" ptType="node node" st="2 1" cnt="1 0" func="cnt" op="equ" val="0">
                  <dgm:layoutNode name="balance_10" styleLbl="alignAccFollowNode1">
                    <dgm:varLst>
                      <dgm:bulletEnabled val="1"/>
                    </dgm:varLst>
                    <dgm:alg type="sp"/>
                    <dgm:shape xmlns:r="http://schemas.openxmlformats.org/officeDocument/2006/relationships" rot="-4" type="rect" r:blip="">
                      <dgm:adjLst/>
                    </dgm:shape>
                    <dgm:presOf/>
                    <dgm:constrLst/>
                    <dgm:ruleLst/>
                  </dgm:layoutNode>
                  <dgm:layoutNode name="left_10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22">
                  <dgm:choose name="Name23">
                    <dgm:if name="Name24" axis="ch ch" ptType="node node" st="2 1" cnt="1 0" func="cnt" op="equ" val="1">
                      <dgm:layoutNode name="balance_11" styleLbl="alignAccFollowNode1">
                        <dgm:varLst>
                          <dgm:bulletEnabled val="1"/>
                        </dgm:varLst>
                        <dgm:alg type="sp"/>
                        <dgm:shape xmlns:r="http://schemas.openxmlformats.org/officeDocument/2006/relationships" type="rect" r:blip="">
                          <dgm:adjLst/>
                        </dgm:shape>
                        <dgm:presOf/>
                        <dgm:constrLst/>
                        <dgm:ruleLst/>
                      </dgm:layoutNode>
                      <dgm:layoutNode name="left_11_1" styleLbl="node1">
                        <dgm:varLst>
                          <dgm:bulletEnabled val="1"/>
                        </dgm:varLst>
                        <dgm:alg type="tx"/>
                        <dgm:shape xmlns:r="http://schemas.openxmlformats.org/officeDocument/2006/relationships"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11_1" styleLbl="node1">
                        <dgm:varLst>
                          <dgm:bulletEnabled val="1"/>
                        </dgm:varLst>
                        <dgm:alg type="tx"/>
                        <dgm:shape xmlns:r="http://schemas.openxmlformats.org/officeDocument/2006/relationships"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25">
                      <dgm:choose name="Name26">
                        <dgm:if name="Name27" axis="ch ch" ptType="node node" st="2 1" cnt="1 0" func="cnt" op="equ" val="2">
                          <dgm:layoutNode name="balance_12" styleLbl="alignAccFollowNode1">
                            <dgm:varLst>
                              <dgm:bulletEnabled val="1"/>
                            </dgm:varLst>
                            <dgm:alg type="sp"/>
                            <dgm:shape xmlns:r="http://schemas.openxmlformats.org/officeDocument/2006/relationships" rot="4" type="rect" r:blip="">
                              <dgm:adjLst/>
                            </dgm:shape>
                            <dgm:presOf/>
                            <dgm:constrLst/>
                            <dgm:ruleLst/>
                          </dgm:layoutNode>
                          <dgm:layoutNode name="right_12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12_2" styleLbl="node1">
                            <dgm:varLst>
                              <dgm:bulletEnabled val="1"/>
                            </dgm:varLst>
                            <dgm:alg type="tx"/>
                            <dgm:shape xmlns:r="http://schemas.openxmlformats.org/officeDocument/2006/relationships" rot="4"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12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28">
                          <dgm:choose name="Name29">
                            <dgm:if name="Name30" axis="ch ch" ptType="node node" st="2 1" cnt="1 0" func="cnt" op="equ" val="3">
                              <dgm:layoutNode name="balance_13" styleLbl="alignAccFollowNode1">
                                <dgm:varLst>
                                  <dgm:bulletEnabled val="1"/>
                                </dgm:varLst>
                                <dgm:alg type="sp"/>
                                <dgm:shape xmlns:r="http://schemas.openxmlformats.org/officeDocument/2006/relationships" rot="4" type="rect" r:blip="">
                                  <dgm:adjLst/>
                                </dgm:shape>
                                <dgm:presOf/>
                                <dgm:constrLst/>
                                <dgm:ruleLst/>
                              </dgm:layoutNode>
                              <dgm:layoutNode name="right_13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13_2" styleLbl="node1">
                                <dgm:varLst>
                                  <dgm:bulletEnabled val="1"/>
                                </dgm:varLst>
                                <dgm:alg type="tx"/>
                                <dgm:shape xmlns:r="http://schemas.openxmlformats.org/officeDocument/2006/relationships" rot="4"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13_3" styleLbl="node1">
                                <dgm:varLst>
                                  <dgm:bulletEnabled val="1"/>
                                </dgm:varLst>
                                <dgm:alg type="tx"/>
                                <dgm:shape xmlns:r="http://schemas.openxmlformats.org/officeDocument/2006/relationships" rot="4" type="roundRect" r:blip="">
                                  <dgm:adjLst/>
                                </dgm:shape>
                                <dgm:presOf axis="ch ch desOrSelf" ptType="node node node" st="2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13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31">
                              <dgm:choose name="Name32">
                                <dgm:if name="Name33" axis="ch ch" ptType="node node" st="2 1" cnt="1 0" func="cnt" op="gte" val="4">
                                  <dgm:layoutNode name="balance_14" styleLbl="alignAccFollowNode1">
                                    <dgm:varLst>
                                      <dgm:bulletEnabled val="1"/>
                                    </dgm:varLst>
                                    <dgm:alg type="sp"/>
                                    <dgm:shape xmlns:r="http://schemas.openxmlformats.org/officeDocument/2006/relationships" rot="4" type="rect" r:blip="">
                                      <dgm:adjLst/>
                                    </dgm:shape>
                                    <dgm:presOf/>
                                    <dgm:constrLst/>
                                    <dgm:ruleLst/>
                                  </dgm:layoutNode>
                                  <dgm:layoutNode name="right_14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14_2" styleLbl="node1">
                                    <dgm:varLst>
                                      <dgm:bulletEnabled val="1"/>
                                    </dgm:varLst>
                                    <dgm:alg type="tx"/>
                                    <dgm:shape xmlns:r="http://schemas.openxmlformats.org/officeDocument/2006/relationships" rot="4"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14_3" styleLbl="node1">
                                    <dgm:varLst>
                                      <dgm:bulletEnabled val="1"/>
                                    </dgm:varLst>
                                    <dgm:alg type="tx"/>
                                    <dgm:shape xmlns:r="http://schemas.openxmlformats.org/officeDocument/2006/relationships" rot="4" type="roundRect" r:blip="">
                                      <dgm:adjLst/>
                                    </dgm:shape>
                                    <dgm:presOf axis="ch ch desOrSelf" ptType="node node node" st="2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14_4" styleLbl="node1">
                                    <dgm:varLst>
                                      <dgm:bulletEnabled val="1"/>
                                    </dgm:varLst>
                                    <dgm:alg type="tx"/>
                                    <dgm:shape xmlns:r="http://schemas.openxmlformats.org/officeDocument/2006/relationships" rot="4" type="roundRect" r:blip="">
                                      <dgm:adjLst/>
                                    </dgm:shape>
                                    <dgm:presOf axis="ch ch desOrSelf" ptType="node node node" st="2 4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14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34"/>
                              </dgm:choose>
                            </dgm:else>
                          </dgm:choose>
                        </dgm:else>
                      </dgm:choose>
                    </dgm:else>
                  </dgm:choose>
                </dgm:else>
              </dgm:choose>
            </dgm:if>
            <dgm:else name="Name35">
              <dgm:choose name="Name36">
                <dgm:if name="Name37" axis="ch ch" ptType="node node" st="1 1" cnt="1 0" func="cnt" op="equ" val="2">
                  <dgm:choose name="Name38">
                    <dgm:if name="Name39" axis="ch ch" ptType="node node" st="2 1" cnt="1 0" func="cnt" op="equ" val="0">
                      <dgm:layoutNode name="balance_20" styleLbl="alignAccFollowNode1">
                        <dgm:varLst>
                          <dgm:bulletEnabled val="1"/>
                        </dgm:varLst>
                        <dgm:alg type="sp"/>
                        <dgm:shape xmlns:r="http://schemas.openxmlformats.org/officeDocument/2006/relationships" rot="-4" type="rect" r:blip="">
                          <dgm:adjLst/>
                        </dgm:shape>
                        <dgm:presOf/>
                        <dgm:constrLst/>
                        <dgm:ruleLst/>
                      </dgm:layoutNode>
                      <dgm:layoutNode name="left_20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20_2" styleLbl="node1">
                        <dgm:varLst>
                          <dgm:bulletEnabled val="1"/>
                        </dgm:varLst>
                        <dgm:alg type="tx"/>
                        <dgm:shape xmlns:r="http://schemas.openxmlformats.org/officeDocument/2006/relationships" rot="-4"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40">
                      <dgm:choose name="Name41">
                        <dgm:if name="Name42" axis="ch ch" ptType="node node" st="2 1" cnt="1 0" func="cnt" op="equ" val="1">
                          <dgm:layoutNode name="balance_21" styleLbl="alignAccFollowNode1">
                            <dgm:varLst>
                              <dgm:bulletEnabled val="1"/>
                            </dgm:varLst>
                            <dgm:alg type="sp"/>
                            <dgm:shape xmlns:r="http://schemas.openxmlformats.org/officeDocument/2006/relationships" rot="-4" type="rect" r:blip="">
                              <dgm:adjLst/>
                            </dgm:shape>
                            <dgm:presOf/>
                            <dgm:constrLst/>
                            <dgm:ruleLst/>
                          </dgm:layoutNode>
                          <dgm:layoutNode name="left_21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21_2" styleLbl="node1">
                            <dgm:varLst>
                              <dgm:bulletEnabled val="1"/>
                            </dgm:varLst>
                            <dgm:alg type="tx"/>
                            <dgm:shape xmlns:r="http://schemas.openxmlformats.org/officeDocument/2006/relationships" rot="-4"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21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43">
                          <dgm:choose name="Name44">
                            <dgm:if name="Name45" axis="ch ch" ptType="node node" st="2 1" cnt="1 0" func="cnt" op="equ" val="2">
                              <dgm:layoutNode name="balance_22" styleLbl="alignAccFollowNode1">
                                <dgm:varLst>
                                  <dgm:bulletEnabled val="1"/>
                                </dgm:varLst>
                                <dgm:alg type="sp"/>
                                <dgm:shape xmlns:r="http://schemas.openxmlformats.org/officeDocument/2006/relationships" type="rect" r:blip="">
                                  <dgm:adjLst/>
                                </dgm:shape>
                                <dgm:presOf/>
                                <dgm:constrLst/>
                                <dgm:ruleLst/>
                              </dgm:layoutNode>
                              <dgm:layoutNode name="right_22_1" styleLbl="node1">
                                <dgm:varLst>
                                  <dgm:bulletEnabled val="1"/>
                                </dgm:varLst>
                                <dgm:alg type="tx"/>
                                <dgm:shape xmlns:r="http://schemas.openxmlformats.org/officeDocument/2006/relationships"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22_2" styleLbl="node1">
                                <dgm:varLst>
                                  <dgm:bulletEnabled val="1"/>
                                </dgm:varLst>
                                <dgm:alg type="tx"/>
                                <dgm:shape xmlns:r="http://schemas.openxmlformats.org/officeDocument/2006/relationships"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22_1" styleLbl="node1">
                                <dgm:varLst>
                                  <dgm:bulletEnabled val="1"/>
                                </dgm:varLst>
                                <dgm:alg type="tx"/>
                                <dgm:shape xmlns:r="http://schemas.openxmlformats.org/officeDocument/2006/relationships"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22_2" styleLbl="node1">
                                <dgm:varLst>
                                  <dgm:bulletEnabled val="1"/>
                                </dgm:varLst>
                                <dgm:alg type="tx"/>
                                <dgm:shape xmlns:r="http://schemas.openxmlformats.org/officeDocument/2006/relationships"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46">
                              <dgm:choose name="Name47">
                                <dgm:if name="Name48" axis="ch ch" ptType="node node" st="2 1" cnt="1 0" func="cnt" op="equ" val="3">
                                  <dgm:layoutNode name="balance_23" styleLbl="alignAccFollowNode1">
                                    <dgm:varLst>
                                      <dgm:bulletEnabled val="1"/>
                                    </dgm:varLst>
                                    <dgm:alg type="sp"/>
                                    <dgm:shape xmlns:r="http://schemas.openxmlformats.org/officeDocument/2006/relationships" rot="4" type="rect" r:blip="">
                                      <dgm:adjLst/>
                                    </dgm:shape>
                                    <dgm:presOf/>
                                    <dgm:constrLst/>
                                    <dgm:ruleLst/>
                                  </dgm:layoutNode>
                                  <dgm:layoutNode name="right_23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23_2" styleLbl="node1">
                                    <dgm:varLst>
                                      <dgm:bulletEnabled val="1"/>
                                    </dgm:varLst>
                                    <dgm:alg type="tx"/>
                                    <dgm:shape xmlns:r="http://schemas.openxmlformats.org/officeDocument/2006/relationships" rot="4"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23_3" styleLbl="node1">
                                    <dgm:varLst>
                                      <dgm:bulletEnabled val="1"/>
                                    </dgm:varLst>
                                    <dgm:alg type="tx"/>
                                    <dgm:shape xmlns:r="http://schemas.openxmlformats.org/officeDocument/2006/relationships" rot="4" type="roundRect" r:blip="">
                                      <dgm:adjLst/>
                                    </dgm:shape>
                                    <dgm:presOf axis="ch ch desOrSelf" ptType="node node node" st="2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23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23_2" styleLbl="node1">
                                    <dgm:varLst>
                                      <dgm:bulletEnabled val="1"/>
                                    </dgm:varLst>
                                    <dgm:alg type="tx"/>
                                    <dgm:shape xmlns:r="http://schemas.openxmlformats.org/officeDocument/2006/relationships" rot="4"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49">
                                  <dgm:choose name="Name50">
                                    <dgm:if name="Name51" axis="ch ch" ptType="node node" st="2 1" cnt="1 0" func="cnt" op="gte" val="4">
                                      <dgm:layoutNode name="balance_24" styleLbl="alignAccFollowNode1">
                                        <dgm:varLst>
                                          <dgm:bulletEnabled val="1"/>
                                        </dgm:varLst>
                                        <dgm:alg type="sp"/>
                                        <dgm:shape xmlns:r="http://schemas.openxmlformats.org/officeDocument/2006/relationships" rot="4" type="rect" r:blip="">
                                          <dgm:adjLst/>
                                        </dgm:shape>
                                        <dgm:presOf/>
                                        <dgm:constrLst/>
                                        <dgm:ruleLst/>
                                      </dgm:layoutNode>
                                      <dgm:layoutNode name="right_24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24_2" styleLbl="node1">
                                        <dgm:varLst>
                                          <dgm:bulletEnabled val="1"/>
                                        </dgm:varLst>
                                        <dgm:alg type="tx"/>
                                        <dgm:shape xmlns:r="http://schemas.openxmlformats.org/officeDocument/2006/relationships" rot="4"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24_3" styleLbl="node1">
                                        <dgm:varLst>
                                          <dgm:bulletEnabled val="1"/>
                                        </dgm:varLst>
                                        <dgm:alg type="tx"/>
                                        <dgm:shape xmlns:r="http://schemas.openxmlformats.org/officeDocument/2006/relationships" rot="4" type="roundRect" r:blip="">
                                          <dgm:adjLst/>
                                        </dgm:shape>
                                        <dgm:presOf axis="ch ch desOrSelf" ptType="node node node" st="2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24_4" styleLbl="node1">
                                        <dgm:varLst>
                                          <dgm:bulletEnabled val="1"/>
                                        </dgm:varLst>
                                        <dgm:alg type="tx"/>
                                        <dgm:shape xmlns:r="http://schemas.openxmlformats.org/officeDocument/2006/relationships" rot="4" type="roundRect" r:blip="">
                                          <dgm:adjLst/>
                                        </dgm:shape>
                                        <dgm:presOf axis="ch ch desOrSelf" ptType="node node node" st="2 4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24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24_2" styleLbl="node1">
                                        <dgm:varLst>
                                          <dgm:bulletEnabled val="1"/>
                                        </dgm:varLst>
                                        <dgm:alg type="tx"/>
                                        <dgm:shape xmlns:r="http://schemas.openxmlformats.org/officeDocument/2006/relationships" rot="4"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2"/>
                                  </dgm:choose>
                                </dgm:else>
                              </dgm:choose>
                            </dgm:else>
                          </dgm:choose>
                        </dgm:else>
                      </dgm:choose>
                    </dgm:else>
                  </dgm:choose>
                </dgm:if>
                <dgm:else name="Name53">
                  <dgm:choose name="Name54">
                    <dgm:if name="Name55" axis="ch ch" ptType="node node" st="1 1" cnt="1 0" func="cnt" op="equ" val="3">
                      <dgm:choose name="Name56">
                        <dgm:if name="Name57" axis="ch ch" ptType="node node" st="2 1" cnt="1 0" func="cnt" op="equ" val="0">
                          <dgm:layoutNode name="balance_30" styleLbl="alignAccFollowNode1">
                            <dgm:varLst>
                              <dgm:bulletEnabled val="1"/>
                            </dgm:varLst>
                            <dgm:alg type="sp"/>
                            <dgm:shape xmlns:r="http://schemas.openxmlformats.org/officeDocument/2006/relationships" rot="-4" type="rect" r:blip="">
                              <dgm:adjLst/>
                            </dgm:shape>
                            <dgm:presOf/>
                            <dgm:constrLst/>
                            <dgm:ruleLst/>
                          </dgm:layoutNode>
                          <dgm:layoutNode name="left_30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0_2" styleLbl="node1">
                            <dgm:varLst>
                              <dgm:bulletEnabled val="1"/>
                            </dgm:varLst>
                            <dgm:alg type="tx"/>
                            <dgm:shape xmlns:r="http://schemas.openxmlformats.org/officeDocument/2006/relationships" rot="-4"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0_3" styleLbl="node1">
                            <dgm:varLst>
                              <dgm:bulletEnabled val="1"/>
                            </dgm:varLst>
                            <dgm:alg type="tx"/>
                            <dgm:shape xmlns:r="http://schemas.openxmlformats.org/officeDocument/2006/relationships" rot="-4" type="roundRect" r:blip="">
                              <dgm:adjLst/>
                            </dgm:shape>
                            <dgm:presOf axis="ch ch desOrSelf" ptType="node node node" st="1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8">
                          <dgm:choose name="Name59">
                            <dgm:if name="Name60" axis="ch ch" ptType="node node" st="2 1" cnt="1 0" func="cnt" op="equ" val="1">
                              <dgm:layoutNode name="balance_31" styleLbl="alignAccFollowNode1">
                                <dgm:varLst>
                                  <dgm:bulletEnabled val="1"/>
                                </dgm:varLst>
                                <dgm:alg type="sp"/>
                                <dgm:shape xmlns:r="http://schemas.openxmlformats.org/officeDocument/2006/relationships" rot="-4" type="rect" r:blip="">
                                  <dgm:adjLst/>
                                </dgm:shape>
                                <dgm:presOf/>
                                <dgm:constrLst/>
                                <dgm:ruleLst/>
                              </dgm:layoutNode>
                              <dgm:layoutNode name="left_31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1_2" styleLbl="node1">
                                <dgm:varLst>
                                  <dgm:bulletEnabled val="1"/>
                                </dgm:varLst>
                                <dgm:alg type="tx"/>
                                <dgm:shape xmlns:r="http://schemas.openxmlformats.org/officeDocument/2006/relationships" rot="-4"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1_3" styleLbl="node1">
                                <dgm:varLst>
                                  <dgm:bulletEnabled val="1"/>
                                </dgm:varLst>
                                <dgm:alg type="tx"/>
                                <dgm:shape xmlns:r="http://schemas.openxmlformats.org/officeDocument/2006/relationships" rot="-4" type="roundRect" r:blip="">
                                  <dgm:adjLst/>
                                </dgm:shape>
                                <dgm:presOf axis="ch ch desOrSelf" ptType="node node node" st="1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31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61">
                              <dgm:choose name="Name62">
                                <dgm:if name="Name63" axis="ch ch" ptType="node node" st="2 1" cnt="1 0" func="cnt" op="equ" val="2">
                                  <dgm:layoutNode name="balance_32" styleLbl="alignAccFollowNode1">
                                    <dgm:varLst>
                                      <dgm:bulletEnabled val="1"/>
                                    </dgm:varLst>
                                    <dgm:alg type="sp"/>
                                    <dgm:shape xmlns:r="http://schemas.openxmlformats.org/officeDocument/2006/relationships" rot="-4" type="rect" r:blip="">
                                      <dgm:adjLst/>
                                    </dgm:shape>
                                    <dgm:presOf/>
                                    <dgm:constrLst/>
                                    <dgm:ruleLst/>
                                  </dgm:layoutNode>
                                  <dgm:layoutNode name="left_32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2_2" styleLbl="node1">
                                    <dgm:varLst>
                                      <dgm:bulletEnabled val="1"/>
                                    </dgm:varLst>
                                    <dgm:alg type="tx"/>
                                    <dgm:shape xmlns:r="http://schemas.openxmlformats.org/officeDocument/2006/relationships" rot="-4"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2_3" styleLbl="node1">
                                    <dgm:varLst>
                                      <dgm:bulletEnabled val="1"/>
                                    </dgm:varLst>
                                    <dgm:alg type="tx"/>
                                    <dgm:shape xmlns:r="http://schemas.openxmlformats.org/officeDocument/2006/relationships" rot="-4" type="roundRect" r:blip="">
                                      <dgm:adjLst/>
                                    </dgm:shape>
                                    <dgm:presOf axis="ch ch desOrSelf" ptType="node node node" st="1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32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32_2" styleLbl="node1">
                                    <dgm:varLst>
                                      <dgm:bulletEnabled val="1"/>
                                    </dgm:varLst>
                                    <dgm:alg type="tx"/>
                                    <dgm:shape xmlns:r="http://schemas.openxmlformats.org/officeDocument/2006/relationships" rot="-4"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64">
                                  <dgm:choose name="Name65">
                                    <dgm:if name="Name66" axis="ch ch" ptType="node node" st="2 1" cnt="1 0" func="cnt" op="equ" val="3">
                                      <dgm:layoutNode name="balance_33" styleLbl="alignAccFollowNode1">
                                        <dgm:varLst>
                                          <dgm:bulletEnabled val="1"/>
                                        </dgm:varLst>
                                        <dgm:alg type="sp"/>
                                        <dgm:shape xmlns:r="http://schemas.openxmlformats.org/officeDocument/2006/relationships" type="rect" r:blip="">
                                          <dgm:adjLst/>
                                        </dgm:shape>
                                        <dgm:presOf/>
                                        <dgm:constrLst/>
                                        <dgm:ruleLst/>
                                      </dgm:layoutNode>
                                      <dgm:layoutNode name="right_33_1" styleLbl="node1">
                                        <dgm:varLst>
                                          <dgm:bulletEnabled val="1"/>
                                        </dgm:varLst>
                                        <dgm:alg type="tx"/>
                                        <dgm:shape xmlns:r="http://schemas.openxmlformats.org/officeDocument/2006/relationships"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33_2" styleLbl="node1">
                                        <dgm:varLst>
                                          <dgm:bulletEnabled val="1"/>
                                        </dgm:varLst>
                                        <dgm:alg type="tx"/>
                                        <dgm:shape xmlns:r="http://schemas.openxmlformats.org/officeDocument/2006/relationships"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33_3" styleLbl="node1">
                                        <dgm:varLst>
                                          <dgm:bulletEnabled val="1"/>
                                        </dgm:varLst>
                                        <dgm:alg type="tx"/>
                                        <dgm:shape xmlns:r="http://schemas.openxmlformats.org/officeDocument/2006/relationships" type="roundRect" r:blip="">
                                          <dgm:adjLst/>
                                        </dgm:shape>
                                        <dgm:presOf axis="ch ch desOrSelf" ptType="node node node" st="2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3_1" styleLbl="node1">
                                        <dgm:varLst>
                                          <dgm:bulletEnabled val="1"/>
                                        </dgm:varLst>
                                        <dgm:alg type="tx"/>
                                        <dgm:shape xmlns:r="http://schemas.openxmlformats.org/officeDocument/2006/relationships"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3_2" styleLbl="node1">
                                        <dgm:varLst>
                                          <dgm:bulletEnabled val="1"/>
                                        </dgm:varLst>
                                        <dgm:alg type="tx"/>
                                        <dgm:shape xmlns:r="http://schemas.openxmlformats.org/officeDocument/2006/relationships"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3_3" styleLbl="node1">
                                        <dgm:varLst>
                                          <dgm:bulletEnabled val="1"/>
                                        </dgm:varLst>
                                        <dgm:alg type="tx"/>
                                        <dgm:shape xmlns:r="http://schemas.openxmlformats.org/officeDocument/2006/relationships" type="roundRect" r:blip="">
                                          <dgm:adjLst/>
                                        </dgm:shape>
                                        <dgm:presOf axis="ch ch desOrSelf" ptType="node node node" st="1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67">
                                      <dgm:choose name="Name68">
                                        <dgm:if name="Name69" axis="ch ch" ptType="node node" st="2 1" cnt="1 0" func="cnt" op="gte" val="4">
                                          <dgm:layoutNode name="balance_34" styleLbl="alignAccFollowNode1">
                                            <dgm:varLst>
                                              <dgm:bulletEnabled val="1"/>
                                            </dgm:varLst>
                                            <dgm:alg type="sp"/>
                                            <dgm:shape xmlns:r="http://schemas.openxmlformats.org/officeDocument/2006/relationships" rot="4" type="rect" r:blip="">
                                              <dgm:adjLst/>
                                            </dgm:shape>
                                            <dgm:presOf/>
                                            <dgm:constrLst/>
                                            <dgm:ruleLst/>
                                          </dgm:layoutNode>
                                          <dgm:layoutNode name="right_34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34_2" styleLbl="node1">
                                            <dgm:varLst>
                                              <dgm:bulletEnabled val="1"/>
                                            </dgm:varLst>
                                            <dgm:alg type="tx"/>
                                            <dgm:shape xmlns:r="http://schemas.openxmlformats.org/officeDocument/2006/relationships" rot="4"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34_3" styleLbl="node1">
                                            <dgm:varLst>
                                              <dgm:bulletEnabled val="1"/>
                                            </dgm:varLst>
                                            <dgm:alg type="tx"/>
                                            <dgm:shape xmlns:r="http://schemas.openxmlformats.org/officeDocument/2006/relationships" rot="4" type="roundRect" r:blip="">
                                              <dgm:adjLst/>
                                            </dgm:shape>
                                            <dgm:presOf axis="ch ch desOrSelf" ptType="node node node" st="2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34_4" styleLbl="node1">
                                            <dgm:varLst>
                                              <dgm:bulletEnabled val="1"/>
                                            </dgm:varLst>
                                            <dgm:alg type="tx"/>
                                            <dgm:shape xmlns:r="http://schemas.openxmlformats.org/officeDocument/2006/relationships" rot="4" type="roundRect" r:blip="">
                                              <dgm:adjLst/>
                                            </dgm:shape>
                                            <dgm:presOf axis="ch ch desOrSelf" ptType="node node node" st="2 4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4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4_2" styleLbl="node1">
                                            <dgm:varLst>
                                              <dgm:bulletEnabled val="1"/>
                                            </dgm:varLst>
                                            <dgm:alg type="tx"/>
                                            <dgm:shape xmlns:r="http://schemas.openxmlformats.org/officeDocument/2006/relationships" rot="4"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4_3" styleLbl="node1">
                                            <dgm:varLst>
                                              <dgm:bulletEnabled val="1"/>
                                            </dgm:varLst>
                                            <dgm:alg type="tx"/>
                                            <dgm:shape xmlns:r="http://schemas.openxmlformats.org/officeDocument/2006/relationships" rot="4" type="roundRect" r:blip="">
                                              <dgm:adjLst/>
                                            </dgm:shape>
                                            <dgm:presOf axis="ch ch desOrSelf" ptType="node node node" st="1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70"/>
                                      </dgm:choose>
                                    </dgm:else>
                                  </dgm:choose>
                                </dgm:else>
                              </dgm:choose>
                            </dgm:else>
                          </dgm:choose>
                        </dgm:else>
                      </dgm:choose>
                    </dgm:if>
                    <dgm:else name="Name71">
                      <dgm:choose name="Name72">
                        <dgm:if name="Name73" axis="ch ch" ptType="node node" st="1 1" cnt="1 0" func="cnt" op="gte" val="4">
                          <dgm:choose name="Name74">
                            <dgm:if name="Name75" axis="ch ch" ptType="node node" st="2 1" cnt="1 0" func="cnt" op="equ" val="0">
                              <dgm:layoutNode name="balance_40" styleLbl="alignAccFollowNode1">
                                <dgm:varLst>
                                  <dgm:bulletEnabled val="1"/>
                                </dgm:varLst>
                                <dgm:alg type="sp"/>
                                <dgm:shape xmlns:r="http://schemas.openxmlformats.org/officeDocument/2006/relationships" rot="-4" type="rect" r:blip="">
                                  <dgm:adjLst/>
                                </dgm:shape>
                                <dgm:presOf/>
                                <dgm:constrLst/>
                                <dgm:ruleLst/>
                              </dgm:layoutNode>
                              <dgm:layoutNode name="left_40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0_2" styleLbl="node1">
                                <dgm:varLst>
                                  <dgm:bulletEnabled val="1"/>
                                </dgm:varLst>
                                <dgm:alg type="tx"/>
                                <dgm:shape xmlns:r="http://schemas.openxmlformats.org/officeDocument/2006/relationships" rot="-4"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0_3" styleLbl="node1">
                                <dgm:varLst>
                                  <dgm:bulletEnabled val="1"/>
                                </dgm:varLst>
                                <dgm:alg type="tx"/>
                                <dgm:shape xmlns:r="http://schemas.openxmlformats.org/officeDocument/2006/relationships" rot="-4" type="roundRect" r:blip="">
                                  <dgm:adjLst/>
                                </dgm:shape>
                                <dgm:presOf axis="ch ch desOrSelf" ptType="node node node" st="1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0_4" styleLbl="node1">
                                <dgm:varLst>
                                  <dgm:bulletEnabled val="1"/>
                                </dgm:varLst>
                                <dgm:alg type="tx"/>
                                <dgm:shape xmlns:r="http://schemas.openxmlformats.org/officeDocument/2006/relationships" rot="-4" type="roundRect" r:blip="">
                                  <dgm:adjLst/>
                                </dgm:shape>
                                <dgm:presOf axis="ch ch desOrSelf" ptType="node node node" st="1 4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76">
                              <dgm:choose name="Name77">
                                <dgm:if name="Name78" axis="ch ch" ptType="node node" st="2 1" cnt="1 0" func="cnt" op="equ" val="1">
                                  <dgm:layoutNode name="balance_41" styleLbl="alignAccFollowNode1">
                                    <dgm:varLst>
                                      <dgm:bulletEnabled val="1"/>
                                    </dgm:varLst>
                                    <dgm:alg type="sp"/>
                                    <dgm:shape xmlns:r="http://schemas.openxmlformats.org/officeDocument/2006/relationships" rot="-4" type="rect" r:blip="">
                                      <dgm:adjLst/>
                                    </dgm:shape>
                                    <dgm:presOf/>
                                    <dgm:constrLst/>
                                    <dgm:ruleLst/>
                                  </dgm:layoutNode>
                                  <dgm:layoutNode name="left_41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1_2" styleLbl="node1">
                                    <dgm:varLst>
                                      <dgm:bulletEnabled val="1"/>
                                    </dgm:varLst>
                                    <dgm:alg type="tx"/>
                                    <dgm:shape xmlns:r="http://schemas.openxmlformats.org/officeDocument/2006/relationships" rot="-4"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1_3" styleLbl="node1">
                                    <dgm:varLst>
                                      <dgm:bulletEnabled val="1"/>
                                    </dgm:varLst>
                                    <dgm:alg type="tx"/>
                                    <dgm:shape xmlns:r="http://schemas.openxmlformats.org/officeDocument/2006/relationships" rot="-4" type="roundRect" r:blip="">
                                      <dgm:adjLst/>
                                    </dgm:shape>
                                    <dgm:presOf axis="ch ch desOrSelf" ptType="node node node" st="1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1_4" styleLbl="node1">
                                    <dgm:varLst>
                                      <dgm:bulletEnabled val="1"/>
                                    </dgm:varLst>
                                    <dgm:alg type="tx"/>
                                    <dgm:shape xmlns:r="http://schemas.openxmlformats.org/officeDocument/2006/relationships" rot="-4" type="roundRect" r:blip="">
                                      <dgm:adjLst/>
                                    </dgm:shape>
                                    <dgm:presOf axis="ch ch desOrSelf" ptType="node node node" st="1 4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41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79">
                                  <dgm:choose name="Name80">
                                    <dgm:if name="Name81" axis="ch ch" ptType="node node" st="2 1" cnt="1 0" func="cnt" op="equ" val="2">
                                      <dgm:layoutNode name="balance_42" styleLbl="alignAccFollowNode1">
                                        <dgm:varLst>
                                          <dgm:bulletEnabled val="1"/>
                                        </dgm:varLst>
                                        <dgm:alg type="sp"/>
                                        <dgm:shape xmlns:r="http://schemas.openxmlformats.org/officeDocument/2006/relationships" rot="-4" type="rect" r:blip="">
                                          <dgm:adjLst/>
                                        </dgm:shape>
                                        <dgm:presOf/>
                                        <dgm:constrLst/>
                                        <dgm:ruleLst/>
                                      </dgm:layoutNode>
                                      <dgm:layoutNode name="left_42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2_2" styleLbl="node1">
                                        <dgm:varLst>
                                          <dgm:bulletEnabled val="1"/>
                                        </dgm:varLst>
                                        <dgm:alg type="tx"/>
                                        <dgm:shape xmlns:r="http://schemas.openxmlformats.org/officeDocument/2006/relationships" rot="-4"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2_3" styleLbl="node1">
                                        <dgm:varLst>
                                          <dgm:bulletEnabled val="1"/>
                                        </dgm:varLst>
                                        <dgm:alg type="tx"/>
                                        <dgm:shape xmlns:r="http://schemas.openxmlformats.org/officeDocument/2006/relationships" rot="-4" type="roundRect" r:blip="">
                                          <dgm:adjLst/>
                                        </dgm:shape>
                                        <dgm:presOf axis="ch ch desOrSelf" ptType="node node node" st="1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2_4" styleLbl="node1">
                                        <dgm:varLst>
                                          <dgm:bulletEnabled val="1"/>
                                        </dgm:varLst>
                                        <dgm:alg type="tx"/>
                                        <dgm:shape xmlns:r="http://schemas.openxmlformats.org/officeDocument/2006/relationships" rot="-4" type="roundRect" r:blip="">
                                          <dgm:adjLst/>
                                        </dgm:shape>
                                        <dgm:presOf axis="ch ch desOrSelf" ptType="node node node" st="1 4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42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42_2" styleLbl="node1">
                                        <dgm:varLst>
                                          <dgm:bulletEnabled val="1"/>
                                        </dgm:varLst>
                                        <dgm:alg type="tx"/>
                                        <dgm:shape xmlns:r="http://schemas.openxmlformats.org/officeDocument/2006/relationships" rot="-4"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2">
                                      <dgm:choose name="Name83">
                                        <dgm:if name="Name84" axis="ch ch" ptType="node node" st="2 1" cnt="1 0" func="cnt" op="equ" val="3">
                                          <dgm:layoutNode name="balance_43" styleLbl="alignAccFollowNode1">
                                            <dgm:varLst>
                                              <dgm:bulletEnabled val="1"/>
                                            </dgm:varLst>
                                            <dgm:alg type="sp"/>
                                            <dgm:shape xmlns:r="http://schemas.openxmlformats.org/officeDocument/2006/relationships" rot="-4" type="rect" r:blip="">
                                              <dgm:adjLst/>
                                            </dgm:shape>
                                            <dgm:presOf/>
                                            <dgm:constrLst/>
                                            <dgm:ruleLst/>
                                          </dgm:layoutNode>
                                          <dgm:layoutNode name="left_43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3_2" styleLbl="node1">
                                            <dgm:varLst>
                                              <dgm:bulletEnabled val="1"/>
                                            </dgm:varLst>
                                            <dgm:alg type="tx"/>
                                            <dgm:shape xmlns:r="http://schemas.openxmlformats.org/officeDocument/2006/relationships" rot="-4"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3_3" styleLbl="node1">
                                            <dgm:varLst>
                                              <dgm:bulletEnabled val="1"/>
                                            </dgm:varLst>
                                            <dgm:alg type="tx"/>
                                            <dgm:shape xmlns:r="http://schemas.openxmlformats.org/officeDocument/2006/relationships" rot="-4" type="roundRect" r:blip="">
                                              <dgm:adjLst/>
                                            </dgm:shape>
                                            <dgm:presOf axis="ch ch desOrSelf" ptType="node node node" st="1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3_4" styleLbl="node1">
                                            <dgm:varLst>
                                              <dgm:bulletEnabled val="1"/>
                                            </dgm:varLst>
                                            <dgm:alg type="tx"/>
                                            <dgm:shape xmlns:r="http://schemas.openxmlformats.org/officeDocument/2006/relationships" rot="-4" type="roundRect" r:blip="">
                                              <dgm:adjLst/>
                                            </dgm:shape>
                                            <dgm:presOf axis="ch ch desOrSelf" ptType="node node node" st="1 4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43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43_2" styleLbl="node1">
                                            <dgm:varLst>
                                              <dgm:bulletEnabled val="1"/>
                                            </dgm:varLst>
                                            <dgm:alg type="tx"/>
                                            <dgm:shape xmlns:r="http://schemas.openxmlformats.org/officeDocument/2006/relationships" rot="-4"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43_3" styleLbl="node1">
                                            <dgm:varLst>
                                              <dgm:bulletEnabled val="1"/>
                                            </dgm:varLst>
                                            <dgm:alg type="tx"/>
                                            <dgm:shape xmlns:r="http://schemas.openxmlformats.org/officeDocument/2006/relationships" rot="-4" type="roundRect" r:blip="">
                                              <dgm:adjLst/>
                                            </dgm:shape>
                                            <dgm:presOf axis="ch ch desOrSelf" ptType="node node node" st="2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5">
                                          <dgm:choose name="Name86">
                                            <dgm:if name="Name87" axis="ch ch" ptType="node node" st="2 1" cnt="1 0" func="cnt" op="gte" val="4">
                                              <dgm:layoutNode name="balance_44" styleLbl="alignAccFollowNode1">
                                                <dgm:varLst>
                                                  <dgm:bulletEnabled val="1"/>
                                                </dgm:varLst>
                                                <dgm:alg type="sp"/>
                                                <dgm:shape xmlns:r="http://schemas.openxmlformats.org/officeDocument/2006/relationships" type="rect" r:blip="">
                                                  <dgm:adjLst/>
                                                </dgm:shape>
                                                <dgm:presOf/>
                                                <dgm:constrLst/>
                                                <dgm:ruleLst/>
                                              </dgm:layoutNode>
                                              <dgm:layoutNode name="right_44_1" styleLbl="node1">
                                                <dgm:varLst>
                                                  <dgm:bulletEnabled val="1"/>
                                                </dgm:varLst>
                                                <dgm:alg type="tx"/>
                                                <dgm:shape xmlns:r="http://schemas.openxmlformats.org/officeDocument/2006/relationships"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44_2" styleLbl="node1">
                                                <dgm:varLst>
                                                  <dgm:bulletEnabled val="1"/>
                                                </dgm:varLst>
                                                <dgm:alg type="tx"/>
                                                <dgm:shape xmlns:r="http://schemas.openxmlformats.org/officeDocument/2006/relationships"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44_3" styleLbl="node1">
                                                <dgm:varLst>
                                                  <dgm:bulletEnabled val="1"/>
                                                </dgm:varLst>
                                                <dgm:alg type="tx"/>
                                                <dgm:shape xmlns:r="http://schemas.openxmlformats.org/officeDocument/2006/relationships" type="roundRect" r:blip="">
                                                  <dgm:adjLst/>
                                                </dgm:shape>
                                                <dgm:presOf axis="ch ch desOrSelf" ptType="node node node" st="2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44_4" styleLbl="node1">
                                                <dgm:varLst>
                                                  <dgm:bulletEnabled val="1"/>
                                                </dgm:varLst>
                                                <dgm:alg type="tx"/>
                                                <dgm:shape xmlns:r="http://schemas.openxmlformats.org/officeDocument/2006/relationships" type="roundRect" r:blip="">
                                                  <dgm:adjLst/>
                                                </dgm:shape>
                                                <dgm:presOf axis="ch ch desOrSelf" ptType="node node node" st="2 4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4_1" styleLbl="node1">
                                                <dgm:varLst>
                                                  <dgm:bulletEnabled val="1"/>
                                                </dgm:varLst>
                                                <dgm:alg type="tx"/>
                                                <dgm:shape xmlns:r="http://schemas.openxmlformats.org/officeDocument/2006/relationships"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4_2" styleLbl="node1">
                                                <dgm:varLst>
                                                  <dgm:bulletEnabled val="1"/>
                                                </dgm:varLst>
                                                <dgm:alg type="tx"/>
                                                <dgm:shape xmlns:r="http://schemas.openxmlformats.org/officeDocument/2006/relationships"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4_3" styleLbl="node1">
                                                <dgm:varLst>
                                                  <dgm:bulletEnabled val="1"/>
                                                </dgm:varLst>
                                                <dgm:alg type="tx"/>
                                                <dgm:shape xmlns:r="http://schemas.openxmlformats.org/officeDocument/2006/relationships" type="roundRect" r:blip="">
                                                  <dgm:adjLst/>
                                                </dgm:shape>
                                                <dgm:presOf axis="ch ch desOrSelf" ptType="node node node" st="1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4_4" styleLbl="node1">
                                                <dgm:varLst>
                                                  <dgm:bulletEnabled val="1"/>
                                                </dgm:varLst>
                                                <dgm:alg type="tx"/>
                                                <dgm:shape xmlns:r="http://schemas.openxmlformats.org/officeDocument/2006/relationships" type="roundRect" r:blip="">
                                                  <dgm:adjLst/>
                                                </dgm:shape>
                                                <dgm:presOf axis="ch ch desOrSelf" ptType="node node node" st="1 4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8"/>
                                          </dgm:choose>
                                        </dgm:else>
                                      </dgm:choose>
                                    </dgm:else>
                                  </dgm:choose>
                                </dgm:else>
                              </dgm:choose>
                            </dgm:else>
                          </dgm:choose>
                        </dgm:if>
                        <dgm:else name="Name89"/>
                      </dgm:choose>
                    </dgm:else>
                  </dgm:choose>
                </dgm:else>
              </dgm:choose>
            </dgm:else>
          </dgm:choose>
        </dgm:else>
      </dgm:choose>
    </dgm:layoutNod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4D226AC-8069-465F-BE35-AC5AC6A5824B}" type="datetimeFigureOut">
              <a:rPr lang="fr-FR" smtClean="0"/>
              <a:t>24/03/2021</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0F5F71A-6683-4344-8A86-B72493AD35FC}" type="slidenum">
              <a:rPr lang="fr-FR" smtClean="0"/>
              <a:t>‹N°›</a:t>
            </a:fld>
            <a:endParaRPr lang="fr-FR"/>
          </a:p>
        </p:txBody>
      </p:sp>
    </p:spTree>
    <p:extLst>
      <p:ext uri="{BB962C8B-B14F-4D97-AF65-F5344CB8AC3E}">
        <p14:creationId xmlns:p14="http://schemas.microsoft.com/office/powerpoint/2010/main" val="72842724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5"/>
          </p:nvPr>
        </p:nvSpPr>
        <p:spPr/>
        <p:txBody>
          <a:bodyPr/>
          <a:lstStyle/>
          <a:p>
            <a:fld id="{F0F5F71A-6683-4344-8A86-B72493AD35FC}" type="slidenum">
              <a:rPr lang="fr-FR" smtClean="0"/>
              <a:t>4</a:t>
            </a:fld>
            <a:endParaRPr lang="fr-FR"/>
          </a:p>
        </p:txBody>
      </p:sp>
    </p:spTree>
    <p:extLst>
      <p:ext uri="{BB962C8B-B14F-4D97-AF65-F5344CB8AC3E}">
        <p14:creationId xmlns:p14="http://schemas.microsoft.com/office/powerpoint/2010/main" val="186099722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5"/>
          </p:nvPr>
        </p:nvSpPr>
        <p:spPr/>
        <p:txBody>
          <a:bodyPr/>
          <a:lstStyle/>
          <a:p>
            <a:fld id="{F0F5F71A-6683-4344-8A86-B72493AD35FC}" type="slidenum">
              <a:rPr lang="fr-FR" smtClean="0"/>
              <a:t>5</a:t>
            </a:fld>
            <a:endParaRPr lang="fr-FR"/>
          </a:p>
        </p:txBody>
      </p:sp>
    </p:spTree>
    <p:extLst>
      <p:ext uri="{BB962C8B-B14F-4D97-AF65-F5344CB8AC3E}">
        <p14:creationId xmlns:p14="http://schemas.microsoft.com/office/powerpoint/2010/main" val="205244814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EB8136-4330-4480-80D9-0F6FD970617C}"/>
              </a:ext>
            </a:extLst>
          </p:cNvPr>
          <p:cNvSpPr>
            <a:spLocks noGrp="1"/>
          </p:cNvSpPr>
          <p:nvPr>
            <p:ph type="ctrTitle"/>
          </p:nvPr>
        </p:nvSpPr>
        <p:spPr>
          <a:xfrm>
            <a:off x="576072" y="1124712"/>
            <a:ext cx="11036808" cy="3172968"/>
          </a:xfrm>
        </p:spPr>
        <p:txBody>
          <a:bodyPr anchor="b">
            <a:normAutofit/>
          </a:bodyPr>
          <a:lstStyle>
            <a:lvl1pPr algn="l">
              <a:defRPr sz="8000"/>
            </a:lvl1pPr>
          </a:lstStyle>
          <a:p>
            <a:r>
              <a:rPr lang="en-US"/>
              <a:t>Click to edit Master title style</a:t>
            </a:r>
          </a:p>
        </p:txBody>
      </p:sp>
      <p:sp>
        <p:nvSpPr>
          <p:cNvPr id="3" name="Subtitle 2">
            <a:extLst>
              <a:ext uri="{FF2B5EF4-FFF2-40B4-BE49-F238E27FC236}">
                <a16:creationId xmlns:a16="http://schemas.microsoft.com/office/drawing/2014/main" id="{566E5739-DD96-45FB-B609-3E3447A52FED}"/>
              </a:ext>
            </a:extLst>
          </p:cNvPr>
          <p:cNvSpPr>
            <a:spLocks noGrp="1"/>
          </p:cNvSpPr>
          <p:nvPr>
            <p:ph type="subTitle" idx="1"/>
          </p:nvPr>
        </p:nvSpPr>
        <p:spPr>
          <a:xfrm>
            <a:off x="576072" y="4727448"/>
            <a:ext cx="11036808" cy="1481328"/>
          </a:xfrm>
        </p:spPr>
        <p:txBody>
          <a:bodyPr>
            <a:normAutofit/>
          </a:bodyPr>
          <a:lstStyle>
            <a:lvl1pPr marL="0" indent="0" algn="l">
              <a:buNone/>
              <a:defRPr sz="2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1B9FF558-51F9-42A2-9944-DBE23DA8B224}"/>
              </a:ext>
            </a:extLst>
          </p:cNvPr>
          <p:cNvSpPr>
            <a:spLocks noGrp="1"/>
          </p:cNvSpPr>
          <p:nvPr>
            <p:ph type="dt" sz="half" idx="10"/>
          </p:nvPr>
        </p:nvSpPr>
        <p:spPr>
          <a:xfrm>
            <a:off x="576072" y="6356350"/>
            <a:ext cx="2743200" cy="365125"/>
          </a:xfrm>
        </p:spPr>
        <p:txBody>
          <a:bodyPr/>
          <a:lstStyle/>
          <a:p>
            <a:fld id="{02AC24A9-CCB6-4F8D-B8DB-C2F3692CFA5A}" type="datetimeFigureOut">
              <a:rPr lang="en-US" smtClean="0"/>
              <a:t>3/24/2021</a:t>
            </a:fld>
            <a:endParaRPr lang="en-US"/>
          </a:p>
        </p:txBody>
      </p:sp>
      <p:sp>
        <p:nvSpPr>
          <p:cNvPr id="5" name="Footer Placeholder 4">
            <a:extLst>
              <a:ext uri="{FF2B5EF4-FFF2-40B4-BE49-F238E27FC236}">
                <a16:creationId xmlns:a16="http://schemas.microsoft.com/office/drawing/2014/main" id="{8B8C0E86-A7F7-4BDC-A637-254E5252DED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3D10ADE-E9DA-4E57-BF57-1CCB65219839}"/>
              </a:ext>
            </a:extLst>
          </p:cNvPr>
          <p:cNvSpPr>
            <a:spLocks noGrp="1"/>
          </p:cNvSpPr>
          <p:nvPr>
            <p:ph type="sldNum" sz="quarter" idx="12"/>
          </p:nvPr>
        </p:nvSpPr>
        <p:spPr>
          <a:xfrm>
            <a:off x="8869680" y="6356350"/>
            <a:ext cx="2743200" cy="365125"/>
          </a:xfrm>
        </p:spPr>
        <p:txBody>
          <a:bodyPr/>
          <a:lstStyle/>
          <a:p>
            <a:fld id="{B2DC25EE-239B-4C5F-AAD1-255A7D5F1EE2}" type="slidenum">
              <a:rPr lang="en-US" smtClean="0"/>
              <a:t>‹N°›</a:t>
            </a:fld>
            <a:endParaRPr lang="en-US"/>
          </a:p>
        </p:txBody>
      </p:sp>
      <p:sp>
        <p:nvSpPr>
          <p:cNvPr id="8" name="Rectangle 7">
            <a:extLst>
              <a:ext uri="{FF2B5EF4-FFF2-40B4-BE49-F238E27FC236}">
                <a16:creationId xmlns:a16="http://schemas.microsoft.com/office/drawing/2014/main" id="{8D06CE56-3881-4ADA-8CEF-D18B02C242A3}"/>
              </a:ext>
            </a:extLst>
          </p:cNvPr>
          <p:cNvSpPr/>
          <p:nvPr/>
        </p:nvSpPr>
        <p:spPr>
          <a:xfrm rot="5400000">
            <a:off x="857544" y="346791"/>
            <a:ext cx="146304"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 name="Rectangle 9">
            <a:extLst>
              <a:ext uri="{FF2B5EF4-FFF2-40B4-BE49-F238E27FC236}">
                <a16:creationId xmlns:a16="http://schemas.microsoft.com/office/drawing/2014/main" id="{79F3C543-62EC-4433-9C93-A2CD8764E9B4}"/>
              </a:ext>
            </a:extLst>
          </p:cNvPr>
          <p:cNvSpPr/>
          <p:nvPr/>
        </p:nvSpPr>
        <p:spPr>
          <a:xfrm flipV="1">
            <a:off x="578652" y="4501201"/>
            <a:ext cx="11034696" cy="18288"/>
          </a:xfrm>
          <a:prstGeom prst="rect">
            <a:avLst/>
          </a:prstGeom>
          <a:solidFill>
            <a:schemeClr val="tx2">
              <a:lumMod val="25000"/>
              <a:lumOff val="7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8478980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2D6FBB9D-1CAA-4D05-AB33-BABDFE17B843}"/>
              </a:ext>
            </a:extLst>
          </p:cNvPr>
          <p:cNvSpPr/>
          <p:nvPr/>
        </p:nvSpPr>
        <p:spPr>
          <a:xfrm>
            <a:off x="558209" y="0"/>
            <a:ext cx="11167447" cy="2018806"/>
          </a:xfrm>
          <a:prstGeom prst="rect">
            <a:avLst/>
          </a:prstGeom>
          <a:ln w="9525">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0" name="Rectangle 9">
            <a:extLst>
              <a:ext uri="{FF2B5EF4-FFF2-40B4-BE49-F238E27FC236}">
                <a16:creationId xmlns:a16="http://schemas.microsoft.com/office/drawing/2014/main" id="{04727B71-B4B6-4823-80A1-68C40B475118}"/>
              </a:ext>
            </a:extLst>
          </p:cNvPr>
          <p:cNvSpPr/>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Rectangle 11">
            <a:extLst>
              <a:ext uri="{FF2B5EF4-FFF2-40B4-BE49-F238E27FC236}">
                <a16:creationId xmlns:a16="http://schemas.microsoft.com/office/drawing/2014/main" id="{79A6DB05-9FB5-4B07-8675-74C23D4FD89D}"/>
              </a:ext>
            </a:extLst>
          </p:cNvPr>
          <p:cNvSpPr/>
          <p:nvPr/>
        </p:nvSpPr>
        <p:spPr>
          <a:xfrm>
            <a:off x="498834" y="787352"/>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8D358CF-0758-490A-A084-C46443B9ABE8}"/>
              </a:ext>
            </a:extLst>
          </p:cNvPr>
          <p:cNvSpPr>
            <a:spLocks noGrp="1"/>
          </p:cNvSpPr>
          <p:nvPr>
            <p:ph type="title"/>
          </p:nvPr>
        </p:nvSpPr>
        <p:spPr>
          <a:xfrm>
            <a:off x="1115568" y="548640"/>
            <a:ext cx="10168128" cy="1179576"/>
          </a:xfrm>
        </p:spPr>
        <p:txBody>
          <a:bodyPr>
            <a:normAutofit/>
          </a:bodyPr>
          <a:lstStyle>
            <a:lvl1pPr>
              <a:defRPr sz="4000"/>
            </a:lvl1pPr>
          </a:lstStyle>
          <a:p>
            <a:r>
              <a:rPr lang="en-US"/>
              <a:t>Click to edit Master title style</a:t>
            </a:r>
          </a:p>
        </p:txBody>
      </p:sp>
      <p:sp>
        <p:nvSpPr>
          <p:cNvPr id="3" name="Content Placeholder 2">
            <a:extLst>
              <a:ext uri="{FF2B5EF4-FFF2-40B4-BE49-F238E27FC236}">
                <a16:creationId xmlns:a16="http://schemas.microsoft.com/office/drawing/2014/main" id="{21671183-B3CE-4F45-92FB-98290CA0E2CA}"/>
              </a:ext>
            </a:extLst>
          </p:cNvPr>
          <p:cNvSpPr>
            <a:spLocks noGrp="1"/>
          </p:cNvSpPr>
          <p:nvPr>
            <p:ph idx="1"/>
          </p:nvPr>
        </p:nvSpPr>
        <p:spPr>
          <a:xfrm>
            <a:off x="1115568" y="2478024"/>
            <a:ext cx="10168128" cy="36941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D7DED67-27EC-4D43-A21C-093C1DB04813}"/>
              </a:ext>
            </a:extLst>
          </p:cNvPr>
          <p:cNvSpPr>
            <a:spLocks noGrp="1"/>
          </p:cNvSpPr>
          <p:nvPr>
            <p:ph type="dt" sz="half" idx="10"/>
          </p:nvPr>
        </p:nvSpPr>
        <p:spPr>
          <a:xfrm>
            <a:off x="1115568" y="6356350"/>
            <a:ext cx="2743200" cy="365125"/>
          </a:xfrm>
        </p:spPr>
        <p:txBody>
          <a:bodyPr/>
          <a:lstStyle/>
          <a:p>
            <a:fld id="{02AC24A9-CCB6-4F8D-B8DB-C2F3692CFA5A}" type="datetimeFigureOut">
              <a:rPr lang="en-US" smtClean="0"/>
              <a:t>3/24/2021</a:t>
            </a:fld>
            <a:endParaRPr lang="en-US"/>
          </a:p>
        </p:txBody>
      </p:sp>
      <p:sp>
        <p:nvSpPr>
          <p:cNvPr id="5" name="Footer Placeholder 4">
            <a:extLst>
              <a:ext uri="{FF2B5EF4-FFF2-40B4-BE49-F238E27FC236}">
                <a16:creationId xmlns:a16="http://schemas.microsoft.com/office/drawing/2014/main" id="{36747CE3-4890-4BC1-94DB-5D49D02C993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93C5AD3-D79A-4D46-B25B-822FE0252511}"/>
              </a:ext>
            </a:extLst>
          </p:cNvPr>
          <p:cNvSpPr>
            <a:spLocks noGrp="1"/>
          </p:cNvSpPr>
          <p:nvPr>
            <p:ph type="sldNum" sz="quarter" idx="12"/>
          </p:nvPr>
        </p:nvSpPr>
        <p:spPr>
          <a:xfrm>
            <a:off x="8540496" y="6356350"/>
            <a:ext cx="2743200" cy="365125"/>
          </a:xfrm>
        </p:spPr>
        <p:txBody>
          <a:bodyPr/>
          <a:lstStyle/>
          <a:p>
            <a:fld id="{B2DC25EE-239B-4C5F-AAD1-255A7D5F1EE2}" type="slidenum">
              <a:rPr lang="en-US" smtClean="0"/>
              <a:t>‹N°›</a:t>
            </a:fld>
            <a:endParaRPr lang="en-US"/>
          </a:p>
        </p:txBody>
      </p:sp>
    </p:spTree>
    <p:extLst>
      <p:ext uri="{BB962C8B-B14F-4D97-AF65-F5344CB8AC3E}">
        <p14:creationId xmlns:p14="http://schemas.microsoft.com/office/powerpoint/2010/main" val="345342794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1_Title and Content">
    <p:bg>
      <p:bgPr>
        <a:solidFill>
          <a:srgbClr val="EC7B2B"/>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2D6FBB9D-1CAA-4D05-AB33-BABDFE17B843}"/>
              </a:ext>
            </a:extLst>
          </p:cNvPr>
          <p:cNvSpPr/>
          <p:nvPr/>
        </p:nvSpPr>
        <p:spPr>
          <a:xfrm>
            <a:off x="558209" y="0"/>
            <a:ext cx="11167447" cy="2018806"/>
          </a:xfrm>
          <a:prstGeom prst="rect">
            <a:avLst/>
          </a:prstGeom>
          <a:ln w="9525">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 name="Rectangle 9">
            <a:extLst>
              <a:ext uri="{FF2B5EF4-FFF2-40B4-BE49-F238E27FC236}">
                <a16:creationId xmlns:a16="http://schemas.microsoft.com/office/drawing/2014/main" id="{04727B71-B4B6-4823-80A1-68C40B475118}"/>
              </a:ext>
            </a:extLst>
          </p:cNvPr>
          <p:cNvSpPr/>
          <p:nvPr/>
        </p:nvSpPr>
        <p:spPr>
          <a:xfrm>
            <a:off x="566928" y="0"/>
            <a:ext cx="11155680" cy="2011680"/>
          </a:xfrm>
          <a:prstGeom prst="rect">
            <a:avLst/>
          </a:prstGeom>
          <a:solidFill>
            <a:schemeClr val="bg1"/>
          </a:solidFill>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Rectangle 11">
            <a:extLst>
              <a:ext uri="{FF2B5EF4-FFF2-40B4-BE49-F238E27FC236}">
                <a16:creationId xmlns:a16="http://schemas.microsoft.com/office/drawing/2014/main" id="{79A6DB05-9FB5-4B07-8675-74C23D4FD89D}"/>
              </a:ext>
            </a:extLst>
          </p:cNvPr>
          <p:cNvSpPr/>
          <p:nvPr/>
        </p:nvSpPr>
        <p:spPr>
          <a:xfrm>
            <a:off x="498834" y="787352"/>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8D358CF-0758-490A-A084-C46443B9ABE8}"/>
              </a:ext>
            </a:extLst>
          </p:cNvPr>
          <p:cNvSpPr>
            <a:spLocks noGrp="1"/>
          </p:cNvSpPr>
          <p:nvPr>
            <p:ph type="title"/>
          </p:nvPr>
        </p:nvSpPr>
        <p:spPr>
          <a:xfrm>
            <a:off x="1115568" y="548640"/>
            <a:ext cx="10168128" cy="1179576"/>
          </a:xfrm>
        </p:spPr>
        <p:txBody>
          <a:bodyPr>
            <a:normAutofit/>
          </a:bodyPr>
          <a:lstStyle>
            <a:lvl1pPr>
              <a:defRPr sz="4000"/>
            </a:lvl1pPr>
          </a:lstStyle>
          <a:p>
            <a:r>
              <a:rPr lang="en-US"/>
              <a:t>Click to edit Master title style</a:t>
            </a:r>
          </a:p>
        </p:txBody>
      </p:sp>
      <p:sp>
        <p:nvSpPr>
          <p:cNvPr id="3" name="Content Placeholder 2">
            <a:extLst>
              <a:ext uri="{FF2B5EF4-FFF2-40B4-BE49-F238E27FC236}">
                <a16:creationId xmlns:a16="http://schemas.microsoft.com/office/drawing/2014/main" id="{21671183-B3CE-4F45-92FB-98290CA0E2CA}"/>
              </a:ext>
            </a:extLst>
          </p:cNvPr>
          <p:cNvSpPr>
            <a:spLocks noGrp="1"/>
          </p:cNvSpPr>
          <p:nvPr>
            <p:ph idx="1"/>
          </p:nvPr>
        </p:nvSpPr>
        <p:spPr>
          <a:xfrm>
            <a:off x="1115568" y="2478024"/>
            <a:ext cx="10168128" cy="3694176"/>
          </a:xfrm>
          <a:solidFill>
            <a:schemeClr val="bg1"/>
          </a:solidFill>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D7DED67-27EC-4D43-A21C-093C1DB04813}"/>
              </a:ext>
            </a:extLst>
          </p:cNvPr>
          <p:cNvSpPr>
            <a:spLocks noGrp="1"/>
          </p:cNvSpPr>
          <p:nvPr>
            <p:ph type="dt" sz="half" idx="10"/>
          </p:nvPr>
        </p:nvSpPr>
        <p:spPr>
          <a:xfrm>
            <a:off x="1115568" y="6356350"/>
            <a:ext cx="2743200" cy="365125"/>
          </a:xfrm>
        </p:spPr>
        <p:txBody>
          <a:bodyPr/>
          <a:lstStyle/>
          <a:p>
            <a:fld id="{02AC24A9-CCB6-4F8D-B8DB-C2F3692CFA5A}" type="datetimeFigureOut">
              <a:rPr lang="en-US" smtClean="0"/>
              <a:t>3/24/2021</a:t>
            </a:fld>
            <a:endParaRPr lang="en-US"/>
          </a:p>
        </p:txBody>
      </p:sp>
      <p:sp>
        <p:nvSpPr>
          <p:cNvPr id="5" name="Footer Placeholder 4">
            <a:extLst>
              <a:ext uri="{FF2B5EF4-FFF2-40B4-BE49-F238E27FC236}">
                <a16:creationId xmlns:a16="http://schemas.microsoft.com/office/drawing/2014/main" id="{36747CE3-4890-4BC1-94DB-5D49D02C993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93C5AD3-D79A-4D46-B25B-822FE0252511}"/>
              </a:ext>
            </a:extLst>
          </p:cNvPr>
          <p:cNvSpPr>
            <a:spLocks noGrp="1"/>
          </p:cNvSpPr>
          <p:nvPr>
            <p:ph type="sldNum" sz="quarter" idx="12"/>
          </p:nvPr>
        </p:nvSpPr>
        <p:spPr>
          <a:xfrm>
            <a:off x="8540496" y="6356350"/>
            <a:ext cx="2743200" cy="365125"/>
          </a:xfrm>
        </p:spPr>
        <p:txBody>
          <a:bodyPr/>
          <a:lstStyle/>
          <a:p>
            <a:fld id="{B2DC25EE-239B-4C5F-AAD1-255A7D5F1EE2}" type="slidenum">
              <a:rPr lang="en-US" smtClean="0"/>
              <a:t>‹N°›</a:t>
            </a:fld>
            <a:endParaRPr lang="en-US"/>
          </a:p>
        </p:txBody>
      </p:sp>
    </p:spTree>
    <p:extLst>
      <p:ext uri="{BB962C8B-B14F-4D97-AF65-F5344CB8AC3E}">
        <p14:creationId xmlns:p14="http://schemas.microsoft.com/office/powerpoint/2010/main" val="127784848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85AEDC5C-2E87-49C6-AB07-A95E5F39ED8E}"/>
              </a:ext>
            </a:extLst>
          </p:cNvPr>
          <p:cNvSpPr/>
          <p:nvPr/>
        </p:nvSpPr>
        <p:spPr>
          <a:xfrm>
            <a:off x="558210" y="4981421"/>
            <a:ext cx="11134956" cy="822960"/>
          </a:xfrm>
          <a:prstGeom prst="rect">
            <a:avLst/>
          </a:prstGeom>
          <a:ln w="12700">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 name="Rectangle 9">
            <a:extLst>
              <a:ext uri="{FF2B5EF4-FFF2-40B4-BE49-F238E27FC236}">
                <a16:creationId xmlns:a16="http://schemas.microsoft.com/office/drawing/2014/main" id="{A57D88DE-E462-4C8A-BF99-609390DFB781}"/>
              </a:ext>
            </a:extLst>
          </p:cNvPr>
          <p:cNvSpPr/>
          <p:nvPr/>
        </p:nvSpPr>
        <p:spPr>
          <a:xfrm>
            <a:off x="498834" y="5118581"/>
            <a:ext cx="146304" cy="5486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8E44900-E8BF-4B12-8BCB-41076E2B68C7}"/>
              </a:ext>
            </a:extLst>
          </p:cNvPr>
          <p:cNvSpPr>
            <a:spLocks noGrp="1"/>
          </p:cNvSpPr>
          <p:nvPr>
            <p:ph type="title"/>
          </p:nvPr>
        </p:nvSpPr>
        <p:spPr>
          <a:xfrm>
            <a:off x="557784" y="640080"/>
            <a:ext cx="10890504" cy="4114800"/>
          </a:xfrm>
        </p:spPr>
        <p:txBody>
          <a:bodyPr anchor="b">
            <a:normAutofit/>
          </a:bodyPr>
          <a:lstStyle>
            <a:lvl1pPr>
              <a:defRPr sz="6600"/>
            </a:lvl1pPr>
          </a:lstStyle>
          <a:p>
            <a:r>
              <a:rPr lang="en-US"/>
              <a:t>Click to edit Master title style</a:t>
            </a:r>
          </a:p>
        </p:txBody>
      </p:sp>
      <p:sp>
        <p:nvSpPr>
          <p:cNvPr id="3" name="Text Placeholder 2">
            <a:extLst>
              <a:ext uri="{FF2B5EF4-FFF2-40B4-BE49-F238E27FC236}">
                <a16:creationId xmlns:a16="http://schemas.microsoft.com/office/drawing/2014/main" id="{917741F9-B00F-4463-A257-6B66DABD9B4E}"/>
              </a:ext>
            </a:extLst>
          </p:cNvPr>
          <p:cNvSpPr>
            <a:spLocks noGrp="1"/>
          </p:cNvSpPr>
          <p:nvPr>
            <p:ph type="body" idx="1"/>
          </p:nvPr>
        </p:nvSpPr>
        <p:spPr>
          <a:xfrm>
            <a:off x="841248" y="5102352"/>
            <a:ext cx="10607040" cy="585216"/>
          </a:xfrm>
        </p:spPr>
        <p:txBody>
          <a:bodyPr anchor="ctr">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48BFA7D-4401-4285-802B-1579165F0D6D}"/>
              </a:ext>
            </a:extLst>
          </p:cNvPr>
          <p:cNvSpPr>
            <a:spLocks noGrp="1"/>
          </p:cNvSpPr>
          <p:nvPr>
            <p:ph type="dt" sz="half" idx="10"/>
          </p:nvPr>
        </p:nvSpPr>
        <p:spPr/>
        <p:txBody>
          <a:bodyPr/>
          <a:lstStyle/>
          <a:p>
            <a:fld id="{02AC24A9-CCB6-4F8D-B8DB-C2F3692CFA5A}" type="datetimeFigureOut">
              <a:rPr lang="en-US" smtClean="0"/>
              <a:t>3/24/2021</a:t>
            </a:fld>
            <a:endParaRPr lang="en-US"/>
          </a:p>
        </p:txBody>
      </p:sp>
      <p:sp>
        <p:nvSpPr>
          <p:cNvPr id="5" name="Footer Placeholder 4">
            <a:extLst>
              <a:ext uri="{FF2B5EF4-FFF2-40B4-BE49-F238E27FC236}">
                <a16:creationId xmlns:a16="http://schemas.microsoft.com/office/drawing/2014/main" id="{49A909C5-AA19-4195-8376-9002D5DF465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3AC3F32-46E0-47C8-8565-5969A475FDB0}"/>
              </a:ext>
            </a:extLst>
          </p:cNvPr>
          <p:cNvSpPr>
            <a:spLocks noGrp="1"/>
          </p:cNvSpPr>
          <p:nvPr>
            <p:ph type="sldNum" sz="quarter" idx="12"/>
          </p:nvPr>
        </p:nvSpPr>
        <p:spPr/>
        <p:txBody>
          <a:bodyPr/>
          <a:lstStyle/>
          <a:p>
            <a:fld id="{B2DC25EE-239B-4C5F-AAD1-255A7D5F1EE2}" type="slidenum">
              <a:rPr lang="en-US" smtClean="0"/>
              <a:t>‹N°›</a:t>
            </a:fld>
            <a:endParaRPr lang="en-US"/>
          </a:p>
        </p:txBody>
      </p:sp>
    </p:spTree>
    <p:extLst>
      <p:ext uri="{BB962C8B-B14F-4D97-AF65-F5344CB8AC3E}">
        <p14:creationId xmlns:p14="http://schemas.microsoft.com/office/powerpoint/2010/main" val="165085191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2076262E-36A0-40C6-ADE6-90CD9FB9B9EA}"/>
              </a:ext>
            </a:extLst>
          </p:cNvPr>
          <p:cNvSpPr/>
          <p:nvPr/>
        </p:nvSpPr>
        <p:spPr>
          <a:xfrm>
            <a:off x="558209" y="0"/>
            <a:ext cx="11167447" cy="2018806"/>
          </a:xfrm>
          <a:prstGeom prst="rect">
            <a:avLst/>
          </a:prstGeom>
          <a:ln w="9525">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1" name="Rectangle 10">
            <a:extLst>
              <a:ext uri="{FF2B5EF4-FFF2-40B4-BE49-F238E27FC236}">
                <a16:creationId xmlns:a16="http://schemas.microsoft.com/office/drawing/2014/main" id="{42677A9B-4D1D-4D80-912C-24570140A650}"/>
              </a:ext>
            </a:extLst>
          </p:cNvPr>
          <p:cNvSpPr/>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 name="Rectangle 12">
            <a:extLst>
              <a:ext uri="{FF2B5EF4-FFF2-40B4-BE49-F238E27FC236}">
                <a16:creationId xmlns:a16="http://schemas.microsoft.com/office/drawing/2014/main" id="{03DC8C98-510F-48C9-82B2-9E4F760A68DF}"/>
              </a:ext>
            </a:extLst>
          </p:cNvPr>
          <p:cNvSpPr/>
          <p:nvPr/>
        </p:nvSpPr>
        <p:spPr>
          <a:xfrm>
            <a:off x="498834" y="787352"/>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17A078AE-0BC3-48F9-87EC-2DB0CCE7E2AE}"/>
              </a:ext>
            </a:extLst>
          </p:cNvPr>
          <p:cNvSpPr>
            <a:spLocks noGrp="1"/>
          </p:cNvSpPr>
          <p:nvPr>
            <p:ph type="title"/>
          </p:nvPr>
        </p:nvSpPr>
        <p:spPr>
          <a:xfrm>
            <a:off x="1115568" y="548640"/>
            <a:ext cx="10168128" cy="1179576"/>
          </a:xfrm>
        </p:spPr>
        <p:txBody>
          <a:bodyPr>
            <a:normAutofit/>
          </a:bodyPr>
          <a:lstStyle>
            <a:lvl1pPr>
              <a:defRPr sz="4000"/>
            </a:lvl1pPr>
          </a:lstStyle>
          <a:p>
            <a:r>
              <a:rPr lang="en-US"/>
              <a:t>Click to edit Master title style</a:t>
            </a:r>
          </a:p>
        </p:txBody>
      </p:sp>
      <p:sp>
        <p:nvSpPr>
          <p:cNvPr id="3" name="Content Placeholder 2">
            <a:extLst>
              <a:ext uri="{FF2B5EF4-FFF2-40B4-BE49-F238E27FC236}">
                <a16:creationId xmlns:a16="http://schemas.microsoft.com/office/drawing/2014/main" id="{292A20DF-0829-4336-B59F-FF9D7AA9D8B6}"/>
              </a:ext>
            </a:extLst>
          </p:cNvPr>
          <p:cNvSpPr>
            <a:spLocks noGrp="1"/>
          </p:cNvSpPr>
          <p:nvPr>
            <p:ph sz="half" idx="1"/>
          </p:nvPr>
        </p:nvSpPr>
        <p:spPr>
          <a:xfrm>
            <a:off x="1115568" y="2478024"/>
            <a:ext cx="4937760" cy="36941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7935D01C-CF67-4DF6-B96C-FFC9D5BF847B}"/>
              </a:ext>
            </a:extLst>
          </p:cNvPr>
          <p:cNvSpPr>
            <a:spLocks noGrp="1"/>
          </p:cNvSpPr>
          <p:nvPr>
            <p:ph sz="half" idx="2"/>
          </p:nvPr>
        </p:nvSpPr>
        <p:spPr>
          <a:xfrm>
            <a:off x="6345936" y="2478024"/>
            <a:ext cx="4937760" cy="36941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29BBD797-6031-4F82-8726-EAB757027FF5}"/>
              </a:ext>
            </a:extLst>
          </p:cNvPr>
          <p:cNvSpPr>
            <a:spLocks noGrp="1"/>
          </p:cNvSpPr>
          <p:nvPr>
            <p:ph type="dt" sz="half" idx="10"/>
          </p:nvPr>
        </p:nvSpPr>
        <p:spPr>
          <a:xfrm>
            <a:off x="1115568" y="6356350"/>
            <a:ext cx="2743200" cy="365125"/>
          </a:xfrm>
        </p:spPr>
        <p:txBody>
          <a:bodyPr/>
          <a:lstStyle/>
          <a:p>
            <a:fld id="{02AC24A9-CCB6-4F8D-B8DB-C2F3692CFA5A}" type="datetimeFigureOut">
              <a:rPr lang="en-US" smtClean="0"/>
              <a:t>3/24/2021</a:t>
            </a:fld>
            <a:endParaRPr lang="en-US"/>
          </a:p>
        </p:txBody>
      </p:sp>
      <p:sp>
        <p:nvSpPr>
          <p:cNvPr id="6" name="Footer Placeholder 5">
            <a:extLst>
              <a:ext uri="{FF2B5EF4-FFF2-40B4-BE49-F238E27FC236}">
                <a16:creationId xmlns:a16="http://schemas.microsoft.com/office/drawing/2014/main" id="{76B3F71C-B897-4909-A75E-8716AD49C15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F78BC14-5BB1-405F-A6F3-C07230F085C8}"/>
              </a:ext>
            </a:extLst>
          </p:cNvPr>
          <p:cNvSpPr>
            <a:spLocks noGrp="1"/>
          </p:cNvSpPr>
          <p:nvPr>
            <p:ph type="sldNum" sz="quarter" idx="12"/>
          </p:nvPr>
        </p:nvSpPr>
        <p:spPr>
          <a:xfrm>
            <a:off x="8540496" y="6356350"/>
            <a:ext cx="2743200" cy="365125"/>
          </a:xfrm>
        </p:spPr>
        <p:txBody>
          <a:bodyPr/>
          <a:lstStyle/>
          <a:p>
            <a:fld id="{B2DC25EE-239B-4C5F-AAD1-255A7D5F1EE2}" type="slidenum">
              <a:rPr lang="en-US" smtClean="0"/>
              <a:t>‹N°›</a:t>
            </a:fld>
            <a:endParaRPr lang="en-US"/>
          </a:p>
        </p:txBody>
      </p:sp>
    </p:spTree>
    <p:extLst>
      <p:ext uri="{BB962C8B-B14F-4D97-AF65-F5344CB8AC3E}">
        <p14:creationId xmlns:p14="http://schemas.microsoft.com/office/powerpoint/2010/main" val="234258324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1_Two Content">
    <p:bg>
      <p:bgPr>
        <a:solidFill>
          <a:schemeClr val="accent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2076262E-36A0-40C6-ADE6-90CD9FB9B9EA}"/>
              </a:ext>
            </a:extLst>
          </p:cNvPr>
          <p:cNvSpPr/>
          <p:nvPr/>
        </p:nvSpPr>
        <p:spPr>
          <a:xfrm>
            <a:off x="558209" y="0"/>
            <a:ext cx="11167447" cy="2018806"/>
          </a:xfrm>
          <a:prstGeom prst="rect">
            <a:avLst/>
          </a:prstGeom>
          <a:ln w="9525">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 name="Rectangle 10">
            <a:extLst>
              <a:ext uri="{FF2B5EF4-FFF2-40B4-BE49-F238E27FC236}">
                <a16:creationId xmlns:a16="http://schemas.microsoft.com/office/drawing/2014/main" id="{42677A9B-4D1D-4D80-912C-24570140A650}"/>
              </a:ext>
            </a:extLst>
          </p:cNvPr>
          <p:cNvSpPr/>
          <p:nvPr/>
        </p:nvSpPr>
        <p:spPr>
          <a:xfrm>
            <a:off x="566928" y="0"/>
            <a:ext cx="11155680" cy="2011680"/>
          </a:xfrm>
          <a:prstGeom prst="rect">
            <a:avLst/>
          </a:prstGeom>
          <a:solidFill>
            <a:schemeClr val="bg1"/>
          </a:solidFill>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 name="Rectangle 12">
            <a:extLst>
              <a:ext uri="{FF2B5EF4-FFF2-40B4-BE49-F238E27FC236}">
                <a16:creationId xmlns:a16="http://schemas.microsoft.com/office/drawing/2014/main" id="{03DC8C98-510F-48C9-82B2-9E4F760A68DF}"/>
              </a:ext>
            </a:extLst>
          </p:cNvPr>
          <p:cNvSpPr/>
          <p:nvPr/>
        </p:nvSpPr>
        <p:spPr>
          <a:xfrm>
            <a:off x="498834" y="787352"/>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17A078AE-0BC3-48F9-87EC-2DB0CCE7E2AE}"/>
              </a:ext>
            </a:extLst>
          </p:cNvPr>
          <p:cNvSpPr>
            <a:spLocks noGrp="1"/>
          </p:cNvSpPr>
          <p:nvPr>
            <p:ph type="title"/>
          </p:nvPr>
        </p:nvSpPr>
        <p:spPr>
          <a:xfrm>
            <a:off x="1115568" y="548640"/>
            <a:ext cx="10168128" cy="1179576"/>
          </a:xfrm>
        </p:spPr>
        <p:txBody>
          <a:bodyPr>
            <a:normAutofit/>
          </a:bodyPr>
          <a:lstStyle>
            <a:lvl1pPr>
              <a:defRPr sz="4000"/>
            </a:lvl1pPr>
          </a:lstStyle>
          <a:p>
            <a:r>
              <a:rPr lang="en-US"/>
              <a:t>Click to edit Master title style</a:t>
            </a:r>
          </a:p>
        </p:txBody>
      </p:sp>
      <p:sp>
        <p:nvSpPr>
          <p:cNvPr id="3" name="Content Placeholder 2">
            <a:extLst>
              <a:ext uri="{FF2B5EF4-FFF2-40B4-BE49-F238E27FC236}">
                <a16:creationId xmlns:a16="http://schemas.microsoft.com/office/drawing/2014/main" id="{292A20DF-0829-4336-B59F-FF9D7AA9D8B6}"/>
              </a:ext>
            </a:extLst>
          </p:cNvPr>
          <p:cNvSpPr>
            <a:spLocks noGrp="1"/>
          </p:cNvSpPr>
          <p:nvPr>
            <p:ph sz="half" idx="1"/>
          </p:nvPr>
        </p:nvSpPr>
        <p:spPr>
          <a:xfrm>
            <a:off x="1115568" y="2478024"/>
            <a:ext cx="4937760" cy="3694176"/>
          </a:xfrm>
          <a:solidFill>
            <a:schemeClr val="bg1"/>
          </a:solidFill>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7935D01C-CF67-4DF6-B96C-FFC9D5BF847B}"/>
              </a:ext>
            </a:extLst>
          </p:cNvPr>
          <p:cNvSpPr>
            <a:spLocks noGrp="1"/>
          </p:cNvSpPr>
          <p:nvPr>
            <p:ph sz="half" idx="2"/>
          </p:nvPr>
        </p:nvSpPr>
        <p:spPr>
          <a:xfrm>
            <a:off x="6345936" y="2478024"/>
            <a:ext cx="4937760" cy="3694176"/>
          </a:xfrm>
          <a:solidFill>
            <a:schemeClr val="bg1"/>
          </a:solidFill>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29BBD797-6031-4F82-8726-EAB757027FF5}"/>
              </a:ext>
            </a:extLst>
          </p:cNvPr>
          <p:cNvSpPr>
            <a:spLocks noGrp="1"/>
          </p:cNvSpPr>
          <p:nvPr>
            <p:ph type="dt" sz="half" idx="10"/>
          </p:nvPr>
        </p:nvSpPr>
        <p:spPr>
          <a:xfrm>
            <a:off x="1115568" y="6356350"/>
            <a:ext cx="2743200" cy="365125"/>
          </a:xfrm>
        </p:spPr>
        <p:txBody>
          <a:bodyPr/>
          <a:lstStyle/>
          <a:p>
            <a:fld id="{02AC24A9-CCB6-4F8D-B8DB-C2F3692CFA5A}" type="datetimeFigureOut">
              <a:rPr lang="en-US" smtClean="0"/>
              <a:t>3/24/2021</a:t>
            </a:fld>
            <a:endParaRPr lang="en-US"/>
          </a:p>
        </p:txBody>
      </p:sp>
      <p:sp>
        <p:nvSpPr>
          <p:cNvPr id="6" name="Footer Placeholder 5">
            <a:extLst>
              <a:ext uri="{FF2B5EF4-FFF2-40B4-BE49-F238E27FC236}">
                <a16:creationId xmlns:a16="http://schemas.microsoft.com/office/drawing/2014/main" id="{76B3F71C-B897-4909-A75E-8716AD49C15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F78BC14-5BB1-405F-A6F3-C07230F085C8}"/>
              </a:ext>
            </a:extLst>
          </p:cNvPr>
          <p:cNvSpPr>
            <a:spLocks noGrp="1"/>
          </p:cNvSpPr>
          <p:nvPr>
            <p:ph type="sldNum" sz="quarter" idx="12"/>
          </p:nvPr>
        </p:nvSpPr>
        <p:spPr>
          <a:xfrm>
            <a:off x="8540496" y="6356350"/>
            <a:ext cx="2743200" cy="365125"/>
          </a:xfrm>
        </p:spPr>
        <p:txBody>
          <a:bodyPr/>
          <a:lstStyle/>
          <a:p>
            <a:fld id="{B2DC25EE-239B-4C5F-AAD1-255A7D5F1EE2}" type="slidenum">
              <a:rPr lang="en-US" smtClean="0"/>
              <a:t>‹N°›</a:t>
            </a:fld>
            <a:endParaRPr lang="en-US"/>
          </a:p>
        </p:txBody>
      </p:sp>
    </p:spTree>
    <p:extLst>
      <p:ext uri="{BB962C8B-B14F-4D97-AF65-F5344CB8AC3E}">
        <p14:creationId xmlns:p14="http://schemas.microsoft.com/office/powerpoint/2010/main" val="343710377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6B671BDE-E45C-41A1-9B98-4A607D703855}"/>
              </a:ext>
            </a:extLst>
          </p:cNvPr>
          <p:cNvSpPr/>
          <p:nvPr/>
        </p:nvSpPr>
        <p:spPr>
          <a:xfrm>
            <a:off x="558209" y="0"/>
            <a:ext cx="11167447" cy="2018806"/>
          </a:xfrm>
          <a:prstGeom prst="rect">
            <a:avLst/>
          </a:prstGeom>
          <a:ln w="9525">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3" name="Rectangle 12">
            <a:extLst>
              <a:ext uri="{FF2B5EF4-FFF2-40B4-BE49-F238E27FC236}">
                <a16:creationId xmlns:a16="http://schemas.microsoft.com/office/drawing/2014/main" id="{299500CE-917A-4D03-A7DF-71D8EBBC1537}"/>
              </a:ext>
            </a:extLst>
          </p:cNvPr>
          <p:cNvSpPr/>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5" name="Rectangle 14">
            <a:extLst>
              <a:ext uri="{FF2B5EF4-FFF2-40B4-BE49-F238E27FC236}">
                <a16:creationId xmlns:a16="http://schemas.microsoft.com/office/drawing/2014/main" id="{C3D0D377-28B0-417D-886B-9483AF064975}"/>
              </a:ext>
            </a:extLst>
          </p:cNvPr>
          <p:cNvSpPr/>
          <p:nvPr/>
        </p:nvSpPr>
        <p:spPr>
          <a:xfrm>
            <a:off x="498834" y="787352"/>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0F8F91F8-0767-40B5-A3AA-72931FC192EA}"/>
              </a:ext>
            </a:extLst>
          </p:cNvPr>
          <p:cNvSpPr>
            <a:spLocks noGrp="1"/>
          </p:cNvSpPr>
          <p:nvPr>
            <p:ph type="title"/>
          </p:nvPr>
        </p:nvSpPr>
        <p:spPr>
          <a:xfrm>
            <a:off x="1115568" y="548640"/>
            <a:ext cx="10168128" cy="1179576"/>
          </a:xfrm>
        </p:spPr>
        <p:txBody>
          <a:bodyPr>
            <a:normAutofit/>
          </a:bodyPr>
          <a:lstStyle>
            <a:lvl1pPr>
              <a:defRPr sz="4000"/>
            </a:lvl1pPr>
          </a:lstStyle>
          <a:p>
            <a:r>
              <a:rPr lang="en-US"/>
              <a:t>Click to edit Master title style</a:t>
            </a:r>
          </a:p>
        </p:txBody>
      </p:sp>
      <p:sp>
        <p:nvSpPr>
          <p:cNvPr id="3" name="Text Placeholder 2">
            <a:extLst>
              <a:ext uri="{FF2B5EF4-FFF2-40B4-BE49-F238E27FC236}">
                <a16:creationId xmlns:a16="http://schemas.microsoft.com/office/drawing/2014/main" id="{AAAE0554-8BEE-4BF6-9519-51B8475D35E1}"/>
              </a:ext>
            </a:extLst>
          </p:cNvPr>
          <p:cNvSpPr>
            <a:spLocks noGrp="1"/>
          </p:cNvSpPr>
          <p:nvPr>
            <p:ph type="body" idx="1"/>
          </p:nvPr>
        </p:nvSpPr>
        <p:spPr>
          <a:xfrm>
            <a:off x="1115568" y="2372650"/>
            <a:ext cx="4937760" cy="823912"/>
          </a:xfrm>
        </p:spPr>
        <p:txBody>
          <a:bodyPr anchor="b"/>
          <a:lstStyle>
            <a:lvl1pPr marL="0" indent="0">
              <a:buNone/>
              <a:defRPr sz="2400" b="1" cap="none"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D4A358D-C930-48E0-B372-06A826B74C47}"/>
              </a:ext>
            </a:extLst>
          </p:cNvPr>
          <p:cNvSpPr>
            <a:spLocks noGrp="1"/>
          </p:cNvSpPr>
          <p:nvPr>
            <p:ph sz="half" idx="2"/>
          </p:nvPr>
        </p:nvSpPr>
        <p:spPr>
          <a:xfrm>
            <a:off x="1115568" y="3203688"/>
            <a:ext cx="4937760" cy="2968512"/>
          </a:xfrm>
        </p:spPr>
        <p:txBody>
          <a:bodyPr/>
          <a:lstStyle>
            <a:lvl1pPr>
              <a:defRPr sz="2400"/>
            </a:lvl1pPr>
            <a:lvl2pPr>
              <a:defRPr sz="2000"/>
            </a:lvl2pPr>
            <a:lvl3pPr>
              <a:defRPr sz="1800"/>
            </a:lvl3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3B6615E-4966-4150-83B6-C47591B36383}"/>
              </a:ext>
            </a:extLst>
          </p:cNvPr>
          <p:cNvSpPr>
            <a:spLocks noGrp="1"/>
          </p:cNvSpPr>
          <p:nvPr>
            <p:ph type="body" sz="quarter" idx="3"/>
          </p:nvPr>
        </p:nvSpPr>
        <p:spPr>
          <a:xfrm>
            <a:off x="6345936" y="2372650"/>
            <a:ext cx="4937760" cy="823912"/>
          </a:xfrm>
        </p:spPr>
        <p:txBody>
          <a:bodyPr anchor="b"/>
          <a:lstStyle>
            <a:lvl1pPr marL="0" indent="0">
              <a:buNone/>
              <a:defRPr sz="2400" b="1" cap="none"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D409F6B-C17B-4B4F-9F35-5068BDC4E2FD}"/>
              </a:ext>
            </a:extLst>
          </p:cNvPr>
          <p:cNvSpPr>
            <a:spLocks noGrp="1"/>
          </p:cNvSpPr>
          <p:nvPr>
            <p:ph sz="quarter" idx="4"/>
          </p:nvPr>
        </p:nvSpPr>
        <p:spPr>
          <a:xfrm>
            <a:off x="6345936" y="3203687"/>
            <a:ext cx="4937760" cy="2968511"/>
          </a:xfrm>
        </p:spPr>
        <p:txBody>
          <a:bodyPr/>
          <a:lstStyle>
            <a:lvl1pPr>
              <a:defRPr sz="2400"/>
            </a:lvl1pPr>
            <a:lvl2pPr>
              <a:defRPr sz="2000"/>
            </a:lvl2pPr>
            <a:lvl3pPr>
              <a:defRPr sz="1800"/>
            </a:lvl3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C8BC356D-052B-4A9B-8B2F-6665FD325AB3}"/>
              </a:ext>
            </a:extLst>
          </p:cNvPr>
          <p:cNvSpPr>
            <a:spLocks noGrp="1"/>
          </p:cNvSpPr>
          <p:nvPr>
            <p:ph type="dt" sz="half" idx="10"/>
          </p:nvPr>
        </p:nvSpPr>
        <p:spPr>
          <a:xfrm>
            <a:off x="1115568" y="6356350"/>
            <a:ext cx="2743200" cy="365125"/>
          </a:xfrm>
        </p:spPr>
        <p:txBody>
          <a:bodyPr/>
          <a:lstStyle/>
          <a:p>
            <a:fld id="{02AC24A9-CCB6-4F8D-B8DB-C2F3692CFA5A}" type="datetimeFigureOut">
              <a:rPr lang="en-US" smtClean="0"/>
              <a:t>3/24/2021</a:t>
            </a:fld>
            <a:endParaRPr lang="en-US"/>
          </a:p>
        </p:txBody>
      </p:sp>
      <p:sp>
        <p:nvSpPr>
          <p:cNvPr id="8" name="Footer Placeholder 7">
            <a:extLst>
              <a:ext uri="{FF2B5EF4-FFF2-40B4-BE49-F238E27FC236}">
                <a16:creationId xmlns:a16="http://schemas.microsoft.com/office/drawing/2014/main" id="{69C5E5FA-26A9-467C-93E3-8476142D1D4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D279E50C-1E40-4B48-871B-E392428D20A3}"/>
              </a:ext>
            </a:extLst>
          </p:cNvPr>
          <p:cNvSpPr>
            <a:spLocks noGrp="1"/>
          </p:cNvSpPr>
          <p:nvPr>
            <p:ph type="sldNum" sz="quarter" idx="12"/>
          </p:nvPr>
        </p:nvSpPr>
        <p:spPr>
          <a:xfrm>
            <a:off x="8540496" y="6356350"/>
            <a:ext cx="2743200" cy="365125"/>
          </a:xfrm>
        </p:spPr>
        <p:txBody>
          <a:bodyPr/>
          <a:lstStyle/>
          <a:p>
            <a:fld id="{B2DC25EE-239B-4C5F-AAD1-255A7D5F1EE2}" type="slidenum">
              <a:rPr lang="en-US" smtClean="0"/>
              <a:t>‹N°›</a:t>
            </a:fld>
            <a:endParaRPr lang="en-US"/>
          </a:p>
        </p:txBody>
      </p:sp>
    </p:spTree>
    <p:extLst>
      <p:ext uri="{BB962C8B-B14F-4D97-AF65-F5344CB8AC3E}">
        <p14:creationId xmlns:p14="http://schemas.microsoft.com/office/powerpoint/2010/main" val="130211861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8C0689C4-0DB3-408B-A956-40326B4AE4C4}"/>
              </a:ext>
            </a:extLst>
          </p:cNvPr>
          <p:cNvSpPr/>
          <p:nvPr/>
        </p:nvSpPr>
        <p:spPr>
          <a:xfrm>
            <a:off x="665853" y="1533525"/>
            <a:ext cx="10917063" cy="3790950"/>
          </a:xfrm>
          <a:prstGeom prst="rect">
            <a:avLst/>
          </a:prstGeom>
          <a:ln w="12700">
            <a:solidFill>
              <a:schemeClr val="tx2">
                <a:lumMod val="10000"/>
                <a:lumOff val="90000"/>
              </a:schemeClr>
            </a:solidFill>
          </a:ln>
          <a:effectLst>
            <a:outerShdw blurRad="50800" dist="38100" dir="2700000" algn="tl" rotWithShape="0">
              <a:schemeClr val="bg2">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 name="Rectangle 8">
            <a:extLst>
              <a:ext uri="{FF2B5EF4-FFF2-40B4-BE49-F238E27FC236}">
                <a16:creationId xmlns:a16="http://schemas.microsoft.com/office/drawing/2014/main" id="{56E1D10E-1C30-41BF-8C3B-C460C9B5597B}"/>
              </a:ext>
            </a:extLst>
          </p:cNvPr>
          <p:cNvSpPr/>
          <p:nvPr/>
        </p:nvSpPr>
        <p:spPr>
          <a:xfrm>
            <a:off x="609084" y="2971798"/>
            <a:ext cx="128016" cy="914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779454F2-0EE5-4888-AF4C-82F825E6226E}"/>
              </a:ext>
            </a:extLst>
          </p:cNvPr>
          <p:cNvSpPr>
            <a:spLocks noGrp="1"/>
          </p:cNvSpPr>
          <p:nvPr>
            <p:ph type="title"/>
          </p:nvPr>
        </p:nvSpPr>
        <p:spPr>
          <a:xfrm>
            <a:off x="1078992" y="1938528"/>
            <a:ext cx="10177272" cy="2990088"/>
          </a:xfrm>
        </p:spPr>
        <p:txBody>
          <a:bodyPr>
            <a:normAutofit/>
          </a:bodyPr>
          <a:lstStyle>
            <a:lvl1pPr>
              <a:defRPr sz="5400"/>
            </a:lvl1pPr>
          </a:lstStyle>
          <a:p>
            <a:r>
              <a:rPr lang="en-US"/>
              <a:t>Click to edit Master title style</a:t>
            </a:r>
          </a:p>
        </p:txBody>
      </p:sp>
      <p:sp>
        <p:nvSpPr>
          <p:cNvPr id="3" name="Date Placeholder 2">
            <a:extLst>
              <a:ext uri="{FF2B5EF4-FFF2-40B4-BE49-F238E27FC236}">
                <a16:creationId xmlns:a16="http://schemas.microsoft.com/office/drawing/2014/main" id="{67C91241-A315-4643-91E5-CF2C25CC903A}"/>
              </a:ext>
            </a:extLst>
          </p:cNvPr>
          <p:cNvSpPr>
            <a:spLocks noGrp="1"/>
          </p:cNvSpPr>
          <p:nvPr>
            <p:ph type="dt" sz="half" idx="10"/>
          </p:nvPr>
        </p:nvSpPr>
        <p:spPr/>
        <p:txBody>
          <a:bodyPr/>
          <a:lstStyle/>
          <a:p>
            <a:fld id="{02AC24A9-CCB6-4F8D-B8DB-C2F3692CFA5A}" type="datetimeFigureOut">
              <a:rPr lang="en-US" smtClean="0"/>
              <a:t>3/24/2021</a:t>
            </a:fld>
            <a:endParaRPr lang="en-US"/>
          </a:p>
        </p:txBody>
      </p:sp>
      <p:sp>
        <p:nvSpPr>
          <p:cNvPr id="4" name="Footer Placeholder 3">
            <a:extLst>
              <a:ext uri="{FF2B5EF4-FFF2-40B4-BE49-F238E27FC236}">
                <a16:creationId xmlns:a16="http://schemas.microsoft.com/office/drawing/2014/main" id="{22706D86-5479-487D-94C8-76093D84F37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7739411-CED6-43D4-868D-A65C4161A72B}"/>
              </a:ext>
            </a:extLst>
          </p:cNvPr>
          <p:cNvSpPr>
            <a:spLocks noGrp="1"/>
          </p:cNvSpPr>
          <p:nvPr>
            <p:ph type="sldNum" sz="quarter" idx="12"/>
          </p:nvPr>
        </p:nvSpPr>
        <p:spPr/>
        <p:txBody>
          <a:bodyPr/>
          <a:lstStyle/>
          <a:p>
            <a:fld id="{B2DC25EE-239B-4C5F-AAD1-255A7D5F1EE2}" type="slidenum">
              <a:rPr lang="en-US" smtClean="0"/>
              <a:t>‹N°›</a:t>
            </a:fld>
            <a:endParaRPr lang="en-US"/>
          </a:p>
        </p:txBody>
      </p:sp>
    </p:spTree>
    <p:extLst>
      <p:ext uri="{BB962C8B-B14F-4D97-AF65-F5344CB8AC3E}">
        <p14:creationId xmlns:p14="http://schemas.microsoft.com/office/powerpoint/2010/main" val="264375576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AC447E0-1D4D-4EF2-B81B-4B2400EE3EDB}"/>
              </a:ext>
            </a:extLst>
          </p:cNvPr>
          <p:cNvSpPr>
            <a:spLocks noGrp="1"/>
          </p:cNvSpPr>
          <p:nvPr>
            <p:ph type="dt" sz="half" idx="10"/>
          </p:nvPr>
        </p:nvSpPr>
        <p:spPr/>
        <p:txBody>
          <a:bodyPr/>
          <a:lstStyle/>
          <a:p>
            <a:fld id="{02AC24A9-CCB6-4F8D-B8DB-C2F3692CFA5A}" type="datetimeFigureOut">
              <a:rPr lang="en-US" smtClean="0"/>
              <a:t>3/24/2021</a:t>
            </a:fld>
            <a:endParaRPr lang="en-US"/>
          </a:p>
        </p:txBody>
      </p:sp>
      <p:sp>
        <p:nvSpPr>
          <p:cNvPr id="3" name="Footer Placeholder 2">
            <a:extLst>
              <a:ext uri="{FF2B5EF4-FFF2-40B4-BE49-F238E27FC236}">
                <a16:creationId xmlns:a16="http://schemas.microsoft.com/office/drawing/2014/main" id="{C9984CA0-2A78-4600-9F3D-19B09E790FE8}"/>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8440955-B18E-49D3-AE7B-B331200E34C5}"/>
              </a:ext>
            </a:extLst>
          </p:cNvPr>
          <p:cNvSpPr>
            <a:spLocks noGrp="1"/>
          </p:cNvSpPr>
          <p:nvPr>
            <p:ph type="sldNum" sz="quarter" idx="12"/>
          </p:nvPr>
        </p:nvSpPr>
        <p:spPr/>
        <p:txBody>
          <a:bodyPr/>
          <a:lstStyle/>
          <a:p>
            <a:fld id="{B2DC25EE-239B-4C5F-AAD1-255A7D5F1EE2}" type="slidenum">
              <a:rPr lang="en-US" smtClean="0"/>
              <a:t>‹N°›</a:t>
            </a:fld>
            <a:endParaRPr lang="en-US"/>
          </a:p>
        </p:txBody>
      </p:sp>
    </p:spTree>
    <p:extLst>
      <p:ext uri="{BB962C8B-B14F-4D97-AF65-F5344CB8AC3E}">
        <p14:creationId xmlns:p14="http://schemas.microsoft.com/office/powerpoint/2010/main" val="423274785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FA417FE-CD1A-486F-A4AC-E4000A2FB18E}"/>
              </a:ext>
            </a:extLst>
          </p:cNvPr>
          <p:cNvSpPr/>
          <p:nvPr/>
        </p:nvSpPr>
        <p:spPr>
          <a:xfrm>
            <a:off x="558210" y="1162033"/>
            <a:ext cx="3740740" cy="4643344"/>
          </a:xfrm>
          <a:prstGeom prst="rect">
            <a:avLst/>
          </a:prstGeom>
          <a:ln w="12700">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 name="Rectangle 10">
            <a:extLst>
              <a:ext uri="{FF2B5EF4-FFF2-40B4-BE49-F238E27FC236}">
                <a16:creationId xmlns:a16="http://schemas.microsoft.com/office/drawing/2014/main" id="{1318F0F5-812B-472C-9408-B80F2553F5E0}"/>
              </a:ext>
            </a:extLst>
          </p:cNvPr>
          <p:cNvSpPr/>
          <p:nvPr/>
        </p:nvSpPr>
        <p:spPr>
          <a:xfrm>
            <a:off x="498834" y="1618375"/>
            <a:ext cx="146304" cy="8229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7F7751B-CD8F-4F5B-A903-1DCE5D1E8306}"/>
              </a:ext>
            </a:extLst>
          </p:cNvPr>
          <p:cNvSpPr>
            <a:spLocks noGrp="1"/>
          </p:cNvSpPr>
          <p:nvPr>
            <p:ph type="title"/>
          </p:nvPr>
        </p:nvSpPr>
        <p:spPr>
          <a:xfrm>
            <a:off x="868680" y="1709928"/>
            <a:ext cx="3099816" cy="1709928"/>
          </a:xfrm>
        </p:spPr>
        <p:txBody>
          <a:bodyPr tIns="45720" anchor="t">
            <a:normAutofit/>
          </a:bodyPr>
          <a:lstStyle>
            <a:lvl1pPr>
              <a:lnSpc>
                <a:spcPct val="100000"/>
              </a:lnSpc>
              <a:defRPr sz="3400"/>
            </a:lvl1pPr>
          </a:lstStyle>
          <a:p>
            <a:r>
              <a:rPr lang="en-US"/>
              <a:t>Click to edit Master title style</a:t>
            </a:r>
          </a:p>
        </p:txBody>
      </p:sp>
      <p:sp>
        <p:nvSpPr>
          <p:cNvPr id="3" name="Content Placeholder 2">
            <a:extLst>
              <a:ext uri="{FF2B5EF4-FFF2-40B4-BE49-F238E27FC236}">
                <a16:creationId xmlns:a16="http://schemas.microsoft.com/office/drawing/2014/main" id="{EFA55C8A-A0BB-441D-976F-EB56D4382DB6}"/>
              </a:ext>
            </a:extLst>
          </p:cNvPr>
          <p:cNvSpPr>
            <a:spLocks noGrp="1"/>
          </p:cNvSpPr>
          <p:nvPr>
            <p:ph idx="1"/>
          </p:nvPr>
        </p:nvSpPr>
        <p:spPr>
          <a:xfrm>
            <a:off x="4965192" y="1709928"/>
            <a:ext cx="6729984" cy="4096512"/>
          </a:xfrm>
        </p:spPr>
        <p:txBody>
          <a:bodyPr/>
          <a:lstStyle>
            <a:lvl1pPr>
              <a:defRPr sz="2800"/>
            </a:lvl1pPr>
            <a:lvl2pPr>
              <a:defRPr sz="2400"/>
            </a:lvl2pPr>
            <a:lvl3pPr>
              <a:defRPr sz="20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37DE6A51-A2E5-4BFA-B571-9FDFE1BBFB44}"/>
              </a:ext>
            </a:extLst>
          </p:cNvPr>
          <p:cNvSpPr>
            <a:spLocks noGrp="1"/>
          </p:cNvSpPr>
          <p:nvPr>
            <p:ph type="body" sz="half" idx="2"/>
          </p:nvPr>
        </p:nvSpPr>
        <p:spPr>
          <a:xfrm>
            <a:off x="868680" y="3429000"/>
            <a:ext cx="3099816" cy="2066544"/>
          </a:xfrm>
        </p:spPr>
        <p:txBody>
          <a:bodyP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D92778A-DD4C-4651-9C53-8B0C44CD8805}"/>
              </a:ext>
            </a:extLst>
          </p:cNvPr>
          <p:cNvSpPr>
            <a:spLocks noGrp="1"/>
          </p:cNvSpPr>
          <p:nvPr>
            <p:ph type="dt" sz="half" idx="10"/>
          </p:nvPr>
        </p:nvSpPr>
        <p:spPr>
          <a:xfrm>
            <a:off x="868680" y="6356350"/>
            <a:ext cx="2743200" cy="365125"/>
          </a:xfrm>
        </p:spPr>
        <p:txBody>
          <a:bodyPr/>
          <a:lstStyle/>
          <a:p>
            <a:fld id="{02AC24A9-CCB6-4F8D-B8DB-C2F3692CFA5A}" type="datetimeFigureOut">
              <a:rPr lang="en-US" smtClean="0"/>
              <a:t>3/24/2021</a:t>
            </a:fld>
            <a:endParaRPr lang="en-US"/>
          </a:p>
        </p:txBody>
      </p:sp>
      <p:sp>
        <p:nvSpPr>
          <p:cNvPr id="6" name="Footer Placeholder 5">
            <a:extLst>
              <a:ext uri="{FF2B5EF4-FFF2-40B4-BE49-F238E27FC236}">
                <a16:creationId xmlns:a16="http://schemas.microsoft.com/office/drawing/2014/main" id="{9D6C7F66-2DFA-4146-BE1A-CE2890FE45E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285D185-B1B6-4D62-81BE-BE82C80ACA6C}"/>
              </a:ext>
            </a:extLst>
          </p:cNvPr>
          <p:cNvSpPr>
            <a:spLocks noGrp="1"/>
          </p:cNvSpPr>
          <p:nvPr>
            <p:ph type="sldNum" sz="quarter" idx="12"/>
          </p:nvPr>
        </p:nvSpPr>
        <p:spPr/>
        <p:txBody>
          <a:bodyPr/>
          <a:lstStyle/>
          <a:p>
            <a:fld id="{B2DC25EE-239B-4C5F-AAD1-255A7D5F1EE2}" type="slidenum">
              <a:rPr lang="en-US" smtClean="0"/>
              <a:t>‹N°›</a:t>
            </a:fld>
            <a:endParaRPr lang="en-US"/>
          </a:p>
        </p:txBody>
      </p:sp>
    </p:spTree>
    <p:extLst>
      <p:ext uri="{BB962C8B-B14F-4D97-AF65-F5344CB8AC3E}">
        <p14:creationId xmlns:p14="http://schemas.microsoft.com/office/powerpoint/2010/main" val="246721975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68B77B5-211C-456E-B79F-306CC3619347}"/>
              </a:ext>
            </a:extLst>
          </p:cNvPr>
          <p:cNvSpPr/>
          <p:nvPr/>
        </p:nvSpPr>
        <p:spPr>
          <a:xfrm>
            <a:off x="558210" y="1162033"/>
            <a:ext cx="3740740" cy="4643344"/>
          </a:xfrm>
          <a:prstGeom prst="rect">
            <a:avLst/>
          </a:prstGeom>
          <a:ln w="12700">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 name="Rectangle 10">
            <a:extLst>
              <a:ext uri="{FF2B5EF4-FFF2-40B4-BE49-F238E27FC236}">
                <a16:creationId xmlns:a16="http://schemas.microsoft.com/office/drawing/2014/main" id="{3B63C338-194D-4F23-ABEC-60A7EA96F302}"/>
              </a:ext>
            </a:extLst>
          </p:cNvPr>
          <p:cNvSpPr/>
          <p:nvPr/>
        </p:nvSpPr>
        <p:spPr>
          <a:xfrm>
            <a:off x="498834" y="1618375"/>
            <a:ext cx="146304" cy="8229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A0C04DCC-0E3E-4F05-9FAC-9FA6CA4B2BAE}"/>
              </a:ext>
            </a:extLst>
          </p:cNvPr>
          <p:cNvSpPr>
            <a:spLocks noGrp="1"/>
          </p:cNvSpPr>
          <p:nvPr>
            <p:ph type="title"/>
          </p:nvPr>
        </p:nvSpPr>
        <p:spPr>
          <a:xfrm>
            <a:off x="868680" y="1709928"/>
            <a:ext cx="3099816" cy="1709928"/>
          </a:xfrm>
        </p:spPr>
        <p:txBody>
          <a:bodyPr tIns="45720" anchor="t">
            <a:normAutofit/>
          </a:bodyPr>
          <a:lstStyle>
            <a:lvl1pPr>
              <a:lnSpc>
                <a:spcPct val="100000"/>
              </a:lnSpc>
              <a:defRPr sz="3400"/>
            </a:lvl1pPr>
          </a:lstStyle>
          <a:p>
            <a:r>
              <a:rPr lang="en-US"/>
              <a:t>Click to edit Master title style</a:t>
            </a:r>
          </a:p>
        </p:txBody>
      </p:sp>
      <p:sp>
        <p:nvSpPr>
          <p:cNvPr id="3" name="Picture Placeholder 2">
            <a:extLst>
              <a:ext uri="{FF2B5EF4-FFF2-40B4-BE49-F238E27FC236}">
                <a16:creationId xmlns:a16="http://schemas.microsoft.com/office/drawing/2014/main" id="{EBA29649-B19F-499E-8E9A-3577EAC8F031}"/>
              </a:ext>
            </a:extLst>
          </p:cNvPr>
          <p:cNvSpPr>
            <a:spLocks noGrp="1"/>
          </p:cNvSpPr>
          <p:nvPr>
            <p:ph type="pic" idx="1"/>
          </p:nvPr>
        </p:nvSpPr>
        <p:spPr>
          <a:xfrm>
            <a:off x="4965192" y="1161288"/>
            <a:ext cx="6729984" cy="4645152"/>
          </a:xfrm>
        </p:spPr>
        <p:txBody>
          <a:bodyPr>
            <a:normAutofit/>
          </a:bodyPr>
          <a:lstStyle>
            <a:lvl1pPr marL="0" indent="0">
              <a:buNone/>
              <a:defRPr sz="2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1BC9EF2E-A8CD-41A1-B11A-0D8842797A98}"/>
              </a:ext>
            </a:extLst>
          </p:cNvPr>
          <p:cNvSpPr>
            <a:spLocks noGrp="1"/>
          </p:cNvSpPr>
          <p:nvPr>
            <p:ph type="body" sz="half" idx="2"/>
          </p:nvPr>
        </p:nvSpPr>
        <p:spPr>
          <a:xfrm>
            <a:off x="868680" y="3438144"/>
            <a:ext cx="3099816" cy="2057400"/>
          </a:xfrm>
        </p:spPr>
        <p:txBody>
          <a:bodyP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44257B5-0DE0-401F-9171-E8687A97DBA7}"/>
              </a:ext>
            </a:extLst>
          </p:cNvPr>
          <p:cNvSpPr>
            <a:spLocks noGrp="1"/>
          </p:cNvSpPr>
          <p:nvPr>
            <p:ph type="dt" sz="half" idx="10"/>
          </p:nvPr>
        </p:nvSpPr>
        <p:spPr>
          <a:xfrm>
            <a:off x="868680" y="6356350"/>
            <a:ext cx="2743200" cy="365125"/>
          </a:xfrm>
        </p:spPr>
        <p:txBody>
          <a:bodyPr/>
          <a:lstStyle/>
          <a:p>
            <a:fld id="{02AC24A9-CCB6-4F8D-B8DB-C2F3692CFA5A}" type="datetimeFigureOut">
              <a:rPr lang="en-US" smtClean="0"/>
              <a:t>3/24/2021</a:t>
            </a:fld>
            <a:endParaRPr lang="en-US"/>
          </a:p>
        </p:txBody>
      </p:sp>
      <p:sp>
        <p:nvSpPr>
          <p:cNvPr id="6" name="Footer Placeholder 5">
            <a:extLst>
              <a:ext uri="{FF2B5EF4-FFF2-40B4-BE49-F238E27FC236}">
                <a16:creationId xmlns:a16="http://schemas.microsoft.com/office/drawing/2014/main" id="{788CD9AD-D667-4FD4-AA34-428AA0BCD09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8770FB6-F273-4BA6-8B97-9835AC537871}"/>
              </a:ext>
            </a:extLst>
          </p:cNvPr>
          <p:cNvSpPr>
            <a:spLocks noGrp="1"/>
          </p:cNvSpPr>
          <p:nvPr>
            <p:ph type="sldNum" sz="quarter" idx="12"/>
          </p:nvPr>
        </p:nvSpPr>
        <p:spPr/>
        <p:txBody>
          <a:bodyPr/>
          <a:lstStyle/>
          <a:p>
            <a:fld id="{B2DC25EE-239B-4C5F-AAD1-255A7D5F1EE2}" type="slidenum">
              <a:rPr lang="en-US" smtClean="0"/>
              <a:t>‹N°›</a:t>
            </a:fld>
            <a:endParaRPr lang="en-US"/>
          </a:p>
        </p:txBody>
      </p:sp>
    </p:spTree>
    <p:extLst>
      <p:ext uri="{BB962C8B-B14F-4D97-AF65-F5344CB8AC3E}">
        <p14:creationId xmlns:p14="http://schemas.microsoft.com/office/powerpoint/2010/main" val="77629005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B32C18-E430-4EC7-BD7C-99D86D012231}"/>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8FC5012F-7119-4D94-9717-3862E1C9384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9ED9A4A-D287-4207-9037-70DB007A1707}"/>
              </a:ext>
            </a:extLst>
          </p:cNvPr>
          <p:cNvSpPr>
            <a:spLocks noGrp="1"/>
          </p:cNvSpPr>
          <p:nvPr>
            <p:ph type="dt" sz="half" idx="10"/>
          </p:nvPr>
        </p:nvSpPr>
        <p:spPr/>
        <p:txBody>
          <a:bodyPr/>
          <a:lstStyle/>
          <a:p>
            <a:fld id="{02AC24A9-CCB6-4F8D-B8DB-C2F3692CFA5A}" type="datetimeFigureOut">
              <a:rPr lang="en-US" smtClean="0"/>
              <a:t>3/24/2021</a:t>
            </a:fld>
            <a:endParaRPr lang="en-US"/>
          </a:p>
        </p:txBody>
      </p:sp>
      <p:sp>
        <p:nvSpPr>
          <p:cNvPr id="5" name="Footer Placeholder 4">
            <a:extLst>
              <a:ext uri="{FF2B5EF4-FFF2-40B4-BE49-F238E27FC236}">
                <a16:creationId xmlns:a16="http://schemas.microsoft.com/office/drawing/2014/main" id="{61ECFCAC-80DB-43BB-B3F1-AC22BACEE36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7679730-3487-4D94-A0DC-C21684963AB3}"/>
              </a:ext>
            </a:extLst>
          </p:cNvPr>
          <p:cNvSpPr>
            <a:spLocks noGrp="1"/>
          </p:cNvSpPr>
          <p:nvPr>
            <p:ph type="sldNum" sz="quarter" idx="12"/>
          </p:nvPr>
        </p:nvSpPr>
        <p:spPr/>
        <p:txBody>
          <a:bodyPr/>
          <a:lstStyle/>
          <a:p>
            <a:fld id="{B2DC25EE-239B-4C5F-AAD1-255A7D5F1EE2}" type="slidenum">
              <a:rPr lang="en-US" smtClean="0"/>
              <a:t>‹N°›</a:t>
            </a:fld>
            <a:endParaRPr lang="en-US"/>
          </a:p>
        </p:txBody>
      </p:sp>
    </p:spTree>
    <p:extLst>
      <p:ext uri="{BB962C8B-B14F-4D97-AF65-F5344CB8AC3E}">
        <p14:creationId xmlns:p14="http://schemas.microsoft.com/office/powerpoint/2010/main" val="418844214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543C89D-929E-4CD1-BCCC-72A14C0335D6}"/>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FED450EA-A577-4B76-A12F-650BEB20FD8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1D2603B-9ACE-4FA9-805B-9B91EB63DF7D}"/>
              </a:ext>
            </a:extLst>
          </p:cNvPr>
          <p:cNvSpPr>
            <a:spLocks noGrp="1"/>
          </p:cNvSpPr>
          <p:nvPr>
            <p:ph type="dt" sz="half" idx="10"/>
          </p:nvPr>
        </p:nvSpPr>
        <p:spPr/>
        <p:txBody>
          <a:bodyPr/>
          <a:lstStyle/>
          <a:p>
            <a:fld id="{02AC24A9-CCB6-4F8D-B8DB-C2F3692CFA5A}" type="datetimeFigureOut">
              <a:rPr lang="en-US" smtClean="0"/>
              <a:t>3/24/2021</a:t>
            </a:fld>
            <a:endParaRPr lang="en-US"/>
          </a:p>
        </p:txBody>
      </p:sp>
      <p:sp>
        <p:nvSpPr>
          <p:cNvPr id="5" name="Footer Placeholder 4">
            <a:extLst>
              <a:ext uri="{FF2B5EF4-FFF2-40B4-BE49-F238E27FC236}">
                <a16:creationId xmlns:a16="http://schemas.microsoft.com/office/drawing/2014/main" id="{7ECE18AC-D6A9-4A61-885D-68E2B684A43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5197AE4-AA47-4E14-8FFE-171FAE47F49E}"/>
              </a:ext>
            </a:extLst>
          </p:cNvPr>
          <p:cNvSpPr>
            <a:spLocks noGrp="1"/>
          </p:cNvSpPr>
          <p:nvPr>
            <p:ph type="sldNum" sz="quarter" idx="12"/>
          </p:nvPr>
        </p:nvSpPr>
        <p:spPr/>
        <p:txBody>
          <a:bodyPr/>
          <a:lstStyle/>
          <a:p>
            <a:fld id="{B2DC25EE-239B-4C5F-AAD1-255A7D5F1EE2}" type="slidenum">
              <a:rPr lang="en-US" smtClean="0"/>
              <a:t>‹N°›</a:t>
            </a:fld>
            <a:endParaRPr lang="en-US"/>
          </a:p>
        </p:txBody>
      </p:sp>
    </p:spTree>
    <p:extLst>
      <p:ext uri="{BB962C8B-B14F-4D97-AF65-F5344CB8AC3E}">
        <p14:creationId xmlns:p14="http://schemas.microsoft.com/office/powerpoint/2010/main" val="14305578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B325BDE-35A4-4AAD-960B-C1415864ADD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BE459C78-0CC4-4552-93DD-49B4194D005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6744A3C-9C54-46A6-B3EF-5B36362423E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2AC24A9-CCB6-4F8D-B8DB-C2F3692CFA5A}" type="datetimeFigureOut">
              <a:rPr lang="en-US" smtClean="0"/>
              <a:t>3/24/2021</a:t>
            </a:fld>
            <a:endParaRPr lang="en-US"/>
          </a:p>
        </p:txBody>
      </p:sp>
      <p:sp>
        <p:nvSpPr>
          <p:cNvPr id="5" name="Footer Placeholder 4">
            <a:extLst>
              <a:ext uri="{FF2B5EF4-FFF2-40B4-BE49-F238E27FC236}">
                <a16:creationId xmlns:a16="http://schemas.microsoft.com/office/drawing/2014/main" id="{07D5A696-7B4B-4181-A961-7D66556D507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23038CB5-8F4A-401D-A3A9-B27DC15B7A8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2DC25EE-239B-4C5F-AAD1-255A7D5F1EE2}" type="slidenum">
              <a:rPr lang="en-US" smtClean="0"/>
              <a:t>‹N°›</a:t>
            </a:fld>
            <a:endParaRPr lang="en-US"/>
          </a:p>
        </p:txBody>
      </p:sp>
    </p:spTree>
    <p:extLst>
      <p:ext uri="{BB962C8B-B14F-4D97-AF65-F5344CB8AC3E}">
        <p14:creationId xmlns:p14="http://schemas.microsoft.com/office/powerpoint/2010/main" val="1904633910"/>
      </p:ext>
    </p:extLst>
  </p:cSld>
  <p:clrMap bg1="lt1" tx1="dk1" bg2="lt2" tx2="dk2" accent1="accent1" accent2="accent2" accent3="accent3" accent4="accent4" accent5="accent5" accent6="accent6" hlink="hlink" folHlink="folHlink"/>
  <p:sldLayoutIdLst>
    <p:sldLayoutId id="2147483714" r:id="rId1"/>
    <p:sldLayoutId id="2147483715" r:id="rId2"/>
    <p:sldLayoutId id="2147483721" r:id="rId3"/>
    <p:sldLayoutId id="2147483716" r:id="rId4"/>
    <p:sldLayoutId id="2147483717" r:id="rId5"/>
    <p:sldLayoutId id="2147483720" r:id="rId6"/>
    <p:sldLayoutId id="2147483718" r:id="rId7"/>
    <p:sldLayoutId id="2147483712" r:id="rId8"/>
    <p:sldLayoutId id="2147483708" r:id="rId9"/>
    <p:sldLayoutId id="2147483709" r:id="rId10"/>
    <p:sldLayoutId id="2147483710" r:id="rId11"/>
    <p:sldLayoutId id="2147483711" r:id="rId12"/>
    <p:sldLayoutId id="2147483713" r:id="rId13"/>
  </p:sldLayoutIdLst>
  <p:txStyles>
    <p:title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png"/><Relationship Id="rId13" Type="http://schemas.openxmlformats.org/officeDocument/2006/relationships/image" Target="../media/image12.svg"/><Relationship Id="rId3" Type="http://schemas.openxmlformats.org/officeDocument/2006/relationships/image" Target="../media/image2.svg"/><Relationship Id="rId7" Type="http://schemas.openxmlformats.org/officeDocument/2006/relationships/image" Target="../media/image6.svg"/><Relationship Id="rId12" Type="http://schemas.openxmlformats.org/officeDocument/2006/relationships/image" Target="../media/image11.png"/><Relationship Id="rId17" Type="http://schemas.openxmlformats.org/officeDocument/2006/relationships/image" Target="../media/image16.svg"/><Relationship Id="rId2" Type="http://schemas.openxmlformats.org/officeDocument/2006/relationships/image" Target="../media/image1.png"/><Relationship Id="rId16" Type="http://schemas.openxmlformats.org/officeDocument/2006/relationships/image" Target="../media/image15.png"/><Relationship Id="rId1" Type="http://schemas.openxmlformats.org/officeDocument/2006/relationships/slideLayout" Target="../slideLayouts/slideLayout1.xml"/><Relationship Id="rId6" Type="http://schemas.openxmlformats.org/officeDocument/2006/relationships/image" Target="../media/image5.png"/><Relationship Id="rId11" Type="http://schemas.openxmlformats.org/officeDocument/2006/relationships/image" Target="../media/image10.svg"/><Relationship Id="rId5" Type="http://schemas.openxmlformats.org/officeDocument/2006/relationships/image" Target="../media/image4.svg"/><Relationship Id="rId15" Type="http://schemas.openxmlformats.org/officeDocument/2006/relationships/image" Target="../media/image14.svg"/><Relationship Id="rId10" Type="http://schemas.openxmlformats.org/officeDocument/2006/relationships/image" Target="../media/image9.png"/><Relationship Id="rId4" Type="http://schemas.openxmlformats.org/officeDocument/2006/relationships/image" Target="../media/image3.png"/><Relationship Id="rId9" Type="http://schemas.openxmlformats.org/officeDocument/2006/relationships/image" Target="../media/image8.svg"/><Relationship Id="rId14" Type="http://schemas.openxmlformats.org/officeDocument/2006/relationships/image" Target="../media/image1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4.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diagramColors" Target="../diagrams/colors2.xml"/><Relationship Id="rId11" Type="http://schemas.openxmlformats.org/officeDocument/2006/relationships/image" Target="../media/image20.svg"/><Relationship Id="rId5" Type="http://schemas.openxmlformats.org/officeDocument/2006/relationships/diagramQuickStyle" Target="../diagrams/quickStyle2.xml"/><Relationship Id="rId10" Type="http://schemas.openxmlformats.org/officeDocument/2006/relationships/image" Target="../media/image19.png"/><Relationship Id="rId4" Type="http://schemas.openxmlformats.org/officeDocument/2006/relationships/diagramLayout" Target="../diagrams/layout2.xml"/><Relationship Id="rId9" Type="http://schemas.openxmlformats.org/officeDocument/2006/relationships/image" Target="../media/image18.svg"/></Relationships>
</file>

<file path=ppt/slides/_rels/slide5.xml.rels><?xml version="1.0" encoding="UTF-8" standalone="yes"?>
<Relationships xmlns="http://schemas.openxmlformats.org/package/2006/relationships"><Relationship Id="rId8" Type="http://schemas.openxmlformats.org/officeDocument/2006/relationships/image" Target="../media/image21.png"/><Relationship Id="rId13" Type="http://schemas.openxmlformats.org/officeDocument/2006/relationships/image" Target="../media/image26.svg"/><Relationship Id="rId3" Type="http://schemas.openxmlformats.org/officeDocument/2006/relationships/diagramData" Target="../diagrams/data3.xml"/><Relationship Id="rId7" Type="http://schemas.microsoft.com/office/2007/relationships/diagramDrawing" Target="../diagrams/drawing3.xml"/><Relationship Id="rId12" Type="http://schemas.openxmlformats.org/officeDocument/2006/relationships/image" Target="../media/image25.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diagramColors" Target="../diagrams/colors3.xml"/><Relationship Id="rId11" Type="http://schemas.openxmlformats.org/officeDocument/2006/relationships/image" Target="../media/image24.svg"/><Relationship Id="rId5" Type="http://schemas.openxmlformats.org/officeDocument/2006/relationships/diagramQuickStyle" Target="../diagrams/quickStyle3.xml"/><Relationship Id="rId15" Type="http://schemas.openxmlformats.org/officeDocument/2006/relationships/image" Target="../media/image28.svg"/><Relationship Id="rId10" Type="http://schemas.openxmlformats.org/officeDocument/2006/relationships/image" Target="../media/image23.png"/><Relationship Id="rId4" Type="http://schemas.openxmlformats.org/officeDocument/2006/relationships/diagramLayout" Target="../diagrams/layout3.xml"/><Relationship Id="rId9" Type="http://schemas.openxmlformats.org/officeDocument/2006/relationships/image" Target="../media/image22.svg"/><Relationship Id="rId14" Type="http://schemas.openxmlformats.org/officeDocument/2006/relationships/image" Target="../media/image2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9.jpe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8" Type="http://schemas.openxmlformats.org/officeDocument/2006/relationships/image" Target="../media/image33.svg"/><Relationship Id="rId13" Type="http://schemas.openxmlformats.org/officeDocument/2006/relationships/image" Target="../media/image38.png"/><Relationship Id="rId18" Type="http://schemas.openxmlformats.org/officeDocument/2006/relationships/image" Target="../media/image43.svg"/><Relationship Id="rId26" Type="http://schemas.openxmlformats.org/officeDocument/2006/relationships/image" Target="../media/image18.svg"/><Relationship Id="rId3" Type="http://schemas.openxmlformats.org/officeDocument/2006/relationships/image" Target="../media/image1.png"/><Relationship Id="rId21" Type="http://schemas.openxmlformats.org/officeDocument/2006/relationships/image" Target="../media/image44.png"/><Relationship Id="rId7" Type="http://schemas.openxmlformats.org/officeDocument/2006/relationships/image" Target="../media/image32.png"/><Relationship Id="rId12" Type="http://schemas.openxmlformats.org/officeDocument/2006/relationships/image" Target="../media/image37.svg"/><Relationship Id="rId17" Type="http://schemas.openxmlformats.org/officeDocument/2006/relationships/image" Target="../media/image42.png"/><Relationship Id="rId25" Type="http://schemas.openxmlformats.org/officeDocument/2006/relationships/image" Target="../media/image17.png"/><Relationship Id="rId2" Type="http://schemas.openxmlformats.org/officeDocument/2006/relationships/slideLayout" Target="../slideLayouts/slideLayout2.xml"/><Relationship Id="rId16" Type="http://schemas.openxmlformats.org/officeDocument/2006/relationships/image" Target="../media/image41.svg"/><Relationship Id="rId20" Type="http://schemas.openxmlformats.org/officeDocument/2006/relationships/image" Target="../media/image20.svg"/><Relationship Id="rId1" Type="http://schemas.openxmlformats.org/officeDocument/2006/relationships/tags" Target="../tags/tag1.xml"/><Relationship Id="rId6" Type="http://schemas.openxmlformats.org/officeDocument/2006/relationships/image" Target="../media/image31.svg"/><Relationship Id="rId11" Type="http://schemas.openxmlformats.org/officeDocument/2006/relationships/image" Target="../media/image36.png"/><Relationship Id="rId24" Type="http://schemas.openxmlformats.org/officeDocument/2006/relationships/image" Target="../media/image47.svg"/><Relationship Id="rId5" Type="http://schemas.openxmlformats.org/officeDocument/2006/relationships/image" Target="../media/image30.png"/><Relationship Id="rId15" Type="http://schemas.openxmlformats.org/officeDocument/2006/relationships/image" Target="../media/image40.png"/><Relationship Id="rId23" Type="http://schemas.openxmlformats.org/officeDocument/2006/relationships/image" Target="../media/image46.png"/><Relationship Id="rId10" Type="http://schemas.openxmlformats.org/officeDocument/2006/relationships/image" Target="../media/image35.svg"/><Relationship Id="rId19" Type="http://schemas.openxmlformats.org/officeDocument/2006/relationships/image" Target="../media/image19.png"/><Relationship Id="rId4" Type="http://schemas.openxmlformats.org/officeDocument/2006/relationships/image" Target="../media/image2.svg"/><Relationship Id="rId9" Type="http://schemas.openxmlformats.org/officeDocument/2006/relationships/image" Target="../media/image34.png"/><Relationship Id="rId14" Type="http://schemas.openxmlformats.org/officeDocument/2006/relationships/image" Target="../media/image39.svg"/><Relationship Id="rId22" Type="http://schemas.openxmlformats.org/officeDocument/2006/relationships/image" Target="../media/image45.svg"/></Relationships>
</file>

<file path=ppt/slides/_rels/slide9.xml.rels><?xml version="1.0" encoding="UTF-8" standalone="yes"?>
<Relationships xmlns="http://schemas.openxmlformats.org/package/2006/relationships"><Relationship Id="rId3" Type="http://schemas.openxmlformats.org/officeDocument/2006/relationships/image" Target="../media/image49.svg"/><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8" Type="http://schemas.openxmlformats.org/officeDocument/2006/relationships/image" Target="../media/image56.png"/><Relationship Id="rId13" Type="http://schemas.openxmlformats.org/officeDocument/2006/relationships/image" Target="../media/image61.svg"/><Relationship Id="rId3" Type="http://schemas.openxmlformats.org/officeDocument/2006/relationships/image" Target="../media/image51.svg"/><Relationship Id="rId7" Type="http://schemas.openxmlformats.org/officeDocument/2006/relationships/image" Target="../media/image55.svg"/><Relationship Id="rId12" Type="http://schemas.openxmlformats.org/officeDocument/2006/relationships/image" Target="../media/image60.png"/><Relationship Id="rId2" Type="http://schemas.openxmlformats.org/officeDocument/2006/relationships/image" Target="../media/image50.png"/><Relationship Id="rId1" Type="http://schemas.openxmlformats.org/officeDocument/2006/relationships/slideLayout" Target="../slideLayouts/slideLayout2.xml"/><Relationship Id="rId6" Type="http://schemas.openxmlformats.org/officeDocument/2006/relationships/image" Target="../media/image54.png"/><Relationship Id="rId11" Type="http://schemas.openxmlformats.org/officeDocument/2006/relationships/image" Target="../media/image59.svg"/><Relationship Id="rId5" Type="http://schemas.openxmlformats.org/officeDocument/2006/relationships/image" Target="../media/image53.svg"/><Relationship Id="rId15" Type="http://schemas.openxmlformats.org/officeDocument/2006/relationships/image" Target="../media/image63.svg"/><Relationship Id="rId10" Type="http://schemas.openxmlformats.org/officeDocument/2006/relationships/image" Target="../media/image58.png"/><Relationship Id="rId4" Type="http://schemas.openxmlformats.org/officeDocument/2006/relationships/image" Target="../media/image52.png"/><Relationship Id="rId9" Type="http://schemas.openxmlformats.org/officeDocument/2006/relationships/image" Target="../media/image57.svg"/><Relationship Id="rId14" Type="http://schemas.openxmlformats.org/officeDocument/2006/relationships/image" Target="../media/image62.png"/></Relationships>
</file>

<file path=ppt/slides/_rels/slide12.xml.rels><?xml version="1.0" encoding="UTF-8" standalone="yes"?>
<Relationships xmlns="http://schemas.openxmlformats.org/package/2006/relationships"><Relationship Id="rId8" Type="http://schemas.openxmlformats.org/officeDocument/2006/relationships/image" Target="../media/image64.png"/><Relationship Id="rId13" Type="http://schemas.openxmlformats.org/officeDocument/2006/relationships/image" Target="../media/image69.svg"/><Relationship Id="rId18" Type="http://schemas.openxmlformats.org/officeDocument/2006/relationships/image" Target="../media/image74.png"/><Relationship Id="rId3" Type="http://schemas.openxmlformats.org/officeDocument/2006/relationships/diagramData" Target="../diagrams/data4.xml"/><Relationship Id="rId21" Type="http://schemas.openxmlformats.org/officeDocument/2006/relationships/image" Target="../media/image77.svg"/><Relationship Id="rId7" Type="http://schemas.microsoft.com/office/2007/relationships/diagramDrawing" Target="../diagrams/drawing4.xml"/><Relationship Id="rId12" Type="http://schemas.openxmlformats.org/officeDocument/2006/relationships/image" Target="../media/image68.png"/><Relationship Id="rId17" Type="http://schemas.openxmlformats.org/officeDocument/2006/relationships/image" Target="../media/image73.svg"/><Relationship Id="rId2" Type="http://schemas.openxmlformats.org/officeDocument/2006/relationships/slideLayout" Target="../slideLayouts/slideLayout2.xml"/><Relationship Id="rId16" Type="http://schemas.openxmlformats.org/officeDocument/2006/relationships/image" Target="../media/image72.png"/><Relationship Id="rId20" Type="http://schemas.openxmlformats.org/officeDocument/2006/relationships/image" Target="../media/image76.png"/><Relationship Id="rId1" Type="http://schemas.openxmlformats.org/officeDocument/2006/relationships/tags" Target="../tags/tag2.xml"/><Relationship Id="rId6" Type="http://schemas.openxmlformats.org/officeDocument/2006/relationships/diagramColors" Target="../diagrams/colors4.xml"/><Relationship Id="rId11" Type="http://schemas.openxmlformats.org/officeDocument/2006/relationships/image" Target="../media/image67.svg"/><Relationship Id="rId5" Type="http://schemas.openxmlformats.org/officeDocument/2006/relationships/diagramQuickStyle" Target="../diagrams/quickStyle4.xml"/><Relationship Id="rId15" Type="http://schemas.openxmlformats.org/officeDocument/2006/relationships/image" Target="../media/image71.svg"/><Relationship Id="rId23" Type="http://schemas.openxmlformats.org/officeDocument/2006/relationships/image" Target="../media/image79.svg"/><Relationship Id="rId10" Type="http://schemas.openxmlformats.org/officeDocument/2006/relationships/image" Target="../media/image66.png"/><Relationship Id="rId19" Type="http://schemas.openxmlformats.org/officeDocument/2006/relationships/image" Target="../media/image75.svg"/><Relationship Id="rId4" Type="http://schemas.openxmlformats.org/officeDocument/2006/relationships/diagramLayout" Target="../diagrams/layout4.xml"/><Relationship Id="rId9" Type="http://schemas.openxmlformats.org/officeDocument/2006/relationships/image" Target="../media/image65.svg"/><Relationship Id="rId14" Type="http://schemas.openxmlformats.org/officeDocument/2006/relationships/image" Target="../media/image70.png"/><Relationship Id="rId22" Type="http://schemas.openxmlformats.org/officeDocument/2006/relationships/image" Target="../media/image78.png"/></Relationships>
</file>

<file path=ppt/slides/_rels/slide13.xml.rels><?xml version="1.0" encoding="UTF-8" standalone="yes"?>
<Relationships xmlns="http://schemas.openxmlformats.org/package/2006/relationships"><Relationship Id="rId8" Type="http://schemas.openxmlformats.org/officeDocument/2006/relationships/image" Target="../media/image86.png"/><Relationship Id="rId13" Type="http://schemas.openxmlformats.org/officeDocument/2006/relationships/image" Target="../media/image89.svg"/><Relationship Id="rId3" Type="http://schemas.openxmlformats.org/officeDocument/2006/relationships/image" Target="../media/image81.svg"/><Relationship Id="rId7" Type="http://schemas.openxmlformats.org/officeDocument/2006/relationships/image" Target="../media/image85.svg"/><Relationship Id="rId12" Type="http://schemas.openxmlformats.org/officeDocument/2006/relationships/image" Target="../media/image88.png"/><Relationship Id="rId2" Type="http://schemas.openxmlformats.org/officeDocument/2006/relationships/image" Target="../media/image80.png"/><Relationship Id="rId1" Type="http://schemas.openxmlformats.org/officeDocument/2006/relationships/slideLayout" Target="../slideLayouts/slideLayout7.xml"/><Relationship Id="rId6" Type="http://schemas.openxmlformats.org/officeDocument/2006/relationships/image" Target="../media/image84.png"/><Relationship Id="rId11" Type="http://schemas.openxmlformats.org/officeDocument/2006/relationships/image" Target="../media/image10.svg"/><Relationship Id="rId5" Type="http://schemas.openxmlformats.org/officeDocument/2006/relationships/image" Target="../media/image83.svg"/><Relationship Id="rId10" Type="http://schemas.openxmlformats.org/officeDocument/2006/relationships/image" Target="../media/image9.png"/><Relationship Id="rId4" Type="http://schemas.openxmlformats.org/officeDocument/2006/relationships/image" Target="../media/image82.png"/><Relationship Id="rId9" Type="http://schemas.openxmlformats.org/officeDocument/2006/relationships/image" Target="../media/image87.svg"/></Relationships>
</file>

<file path=ppt/slides/_rels/slide14.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2.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15.xml.rels><?xml version="1.0" encoding="UTF-8" standalone="yes"?>
<Relationships xmlns="http://schemas.openxmlformats.org/package/2006/relationships"><Relationship Id="rId3" Type="http://schemas.openxmlformats.org/officeDocument/2006/relationships/image" Target="../media/image18.svg"/><Relationship Id="rId7" Type="http://schemas.openxmlformats.org/officeDocument/2006/relationships/image" Target="../media/image93.svg"/><Relationship Id="rId2" Type="http://schemas.openxmlformats.org/officeDocument/2006/relationships/image" Target="../media/image17.png"/><Relationship Id="rId1" Type="http://schemas.openxmlformats.org/officeDocument/2006/relationships/slideLayout" Target="../slideLayouts/slideLayout2.xml"/><Relationship Id="rId6" Type="http://schemas.openxmlformats.org/officeDocument/2006/relationships/image" Target="../media/image92.png"/><Relationship Id="rId5" Type="http://schemas.openxmlformats.org/officeDocument/2006/relationships/image" Target="../media/image91.svg"/><Relationship Id="rId4" Type="http://schemas.openxmlformats.org/officeDocument/2006/relationships/image" Target="../media/image90.png"/></Relationships>
</file>

<file path=ppt/slides/_rels/slide16.xml.rels><?xml version="1.0" encoding="UTF-8" standalone="yes"?>
<Relationships xmlns="http://schemas.openxmlformats.org/package/2006/relationships"><Relationship Id="rId8" Type="http://schemas.openxmlformats.org/officeDocument/2006/relationships/diagramLayout" Target="../diagrams/layout7.xml"/><Relationship Id="rId13" Type="http://schemas.openxmlformats.org/officeDocument/2006/relationships/image" Target="../media/image95.svg"/><Relationship Id="rId3" Type="http://schemas.openxmlformats.org/officeDocument/2006/relationships/diagramLayout" Target="../diagrams/layout6.xml"/><Relationship Id="rId7" Type="http://schemas.openxmlformats.org/officeDocument/2006/relationships/diagramData" Target="../diagrams/data7.xml"/><Relationship Id="rId12" Type="http://schemas.openxmlformats.org/officeDocument/2006/relationships/image" Target="../media/image94.png"/><Relationship Id="rId2" Type="http://schemas.openxmlformats.org/officeDocument/2006/relationships/diagramData" Target="../diagrams/data6.xml"/><Relationship Id="rId1" Type="http://schemas.openxmlformats.org/officeDocument/2006/relationships/slideLayout" Target="../slideLayouts/slideLayout5.xml"/><Relationship Id="rId6" Type="http://schemas.microsoft.com/office/2007/relationships/diagramDrawing" Target="../diagrams/drawing6.xml"/><Relationship Id="rId11" Type="http://schemas.microsoft.com/office/2007/relationships/diagramDrawing" Target="../diagrams/drawing7.xml"/><Relationship Id="rId5" Type="http://schemas.openxmlformats.org/officeDocument/2006/relationships/diagramColors" Target="../diagrams/colors6.xml"/><Relationship Id="rId10" Type="http://schemas.openxmlformats.org/officeDocument/2006/relationships/diagramColors" Target="../diagrams/colors7.xml"/><Relationship Id="rId4" Type="http://schemas.openxmlformats.org/officeDocument/2006/relationships/diagramQuickStyle" Target="../diagrams/quickStyle6.xml"/><Relationship Id="rId9" Type="http://schemas.openxmlformats.org/officeDocument/2006/relationships/diagramQuickStyle" Target="../diagrams/quickStyle7.xml"/></Relationships>
</file>

<file path=ppt/slides/_rels/slide17.xml.rels><?xml version="1.0" encoding="UTF-8" standalone="yes"?>
<Relationships xmlns="http://schemas.openxmlformats.org/package/2006/relationships"><Relationship Id="rId8" Type="http://schemas.openxmlformats.org/officeDocument/2006/relationships/image" Target="../media/image46.png"/><Relationship Id="rId13" Type="http://schemas.openxmlformats.org/officeDocument/2006/relationships/diagramColors" Target="../diagrams/colors8.xml"/><Relationship Id="rId3" Type="http://schemas.openxmlformats.org/officeDocument/2006/relationships/image" Target="../media/image35.svg"/><Relationship Id="rId7" Type="http://schemas.openxmlformats.org/officeDocument/2006/relationships/image" Target="../media/image45.svg"/><Relationship Id="rId12" Type="http://schemas.openxmlformats.org/officeDocument/2006/relationships/diagramQuickStyle" Target="../diagrams/quickStyle8.xml"/><Relationship Id="rId2" Type="http://schemas.openxmlformats.org/officeDocument/2006/relationships/image" Target="../media/image34.png"/><Relationship Id="rId1" Type="http://schemas.openxmlformats.org/officeDocument/2006/relationships/slideLayout" Target="../slideLayouts/slideLayout2.xml"/><Relationship Id="rId6" Type="http://schemas.openxmlformats.org/officeDocument/2006/relationships/image" Target="../media/image44.png"/><Relationship Id="rId11" Type="http://schemas.openxmlformats.org/officeDocument/2006/relationships/diagramLayout" Target="../diagrams/layout8.xml"/><Relationship Id="rId5" Type="http://schemas.openxmlformats.org/officeDocument/2006/relationships/image" Target="../media/image33.svg"/><Relationship Id="rId10" Type="http://schemas.openxmlformats.org/officeDocument/2006/relationships/diagramData" Target="../diagrams/data8.xml"/><Relationship Id="rId4" Type="http://schemas.openxmlformats.org/officeDocument/2006/relationships/image" Target="../media/image32.png"/><Relationship Id="rId9" Type="http://schemas.openxmlformats.org/officeDocument/2006/relationships/image" Target="../media/image47.svg"/><Relationship Id="rId14" Type="http://schemas.microsoft.com/office/2007/relationships/diagramDrawing" Target="../diagrams/drawing8.xml"/></Relationships>
</file>

<file path=ppt/slides/_rels/slide18.xml.rels><?xml version="1.0" encoding="UTF-8" standalone="yes"?>
<Relationships xmlns="http://schemas.openxmlformats.org/package/2006/relationships"><Relationship Id="rId8" Type="http://schemas.openxmlformats.org/officeDocument/2006/relationships/image" Target="../media/image98.png"/><Relationship Id="rId3" Type="http://schemas.openxmlformats.org/officeDocument/2006/relationships/image" Target="../media/image20.svg"/><Relationship Id="rId7" Type="http://schemas.openxmlformats.org/officeDocument/2006/relationships/image" Target="../media/image97.svg"/><Relationship Id="rId2" Type="http://schemas.openxmlformats.org/officeDocument/2006/relationships/image" Target="../media/image19.png"/><Relationship Id="rId1" Type="http://schemas.openxmlformats.org/officeDocument/2006/relationships/slideLayout" Target="../slideLayouts/slideLayout2.xml"/><Relationship Id="rId6" Type="http://schemas.openxmlformats.org/officeDocument/2006/relationships/image" Target="../media/image96.png"/><Relationship Id="rId5" Type="http://schemas.openxmlformats.org/officeDocument/2006/relationships/image" Target="../media/image18.svg"/><Relationship Id="rId4" Type="http://schemas.openxmlformats.org/officeDocument/2006/relationships/image" Target="../media/image17.png"/><Relationship Id="rId9" Type="http://schemas.openxmlformats.org/officeDocument/2006/relationships/image" Target="../media/image99.svg"/></Relationships>
</file>

<file path=ppt/slides/_rels/slide19.xml.rels><?xml version="1.0" encoding="UTF-8" standalone="yes"?>
<Relationships xmlns="http://schemas.openxmlformats.org/package/2006/relationships"><Relationship Id="rId8" Type="http://schemas.openxmlformats.org/officeDocument/2006/relationships/image" Target="../media/image101.svg"/><Relationship Id="rId13" Type="http://schemas.openxmlformats.org/officeDocument/2006/relationships/image" Target="../media/image106.png"/><Relationship Id="rId18" Type="http://schemas.openxmlformats.org/officeDocument/2006/relationships/image" Target="../media/image111.svg"/><Relationship Id="rId3" Type="http://schemas.openxmlformats.org/officeDocument/2006/relationships/diagramLayout" Target="../diagrams/layout9.xml"/><Relationship Id="rId7" Type="http://schemas.openxmlformats.org/officeDocument/2006/relationships/image" Target="../media/image100.png"/><Relationship Id="rId12" Type="http://schemas.openxmlformats.org/officeDocument/2006/relationships/image" Target="../media/image105.svg"/><Relationship Id="rId17" Type="http://schemas.openxmlformats.org/officeDocument/2006/relationships/image" Target="../media/image110.png"/><Relationship Id="rId2" Type="http://schemas.openxmlformats.org/officeDocument/2006/relationships/diagramData" Target="../diagrams/data9.xml"/><Relationship Id="rId16" Type="http://schemas.openxmlformats.org/officeDocument/2006/relationships/image" Target="../media/image109.svg"/><Relationship Id="rId1" Type="http://schemas.openxmlformats.org/officeDocument/2006/relationships/slideLayout" Target="../slideLayouts/slideLayout2.xml"/><Relationship Id="rId6" Type="http://schemas.microsoft.com/office/2007/relationships/diagramDrawing" Target="../diagrams/drawing9.xml"/><Relationship Id="rId11" Type="http://schemas.openxmlformats.org/officeDocument/2006/relationships/image" Target="../media/image104.png"/><Relationship Id="rId5" Type="http://schemas.openxmlformats.org/officeDocument/2006/relationships/diagramColors" Target="../diagrams/colors9.xml"/><Relationship Id="rId15" Type="http://schemas.openxmlformats.org/officeDocument/2006/relationships/image" Target="../media/image108.png"/><Relationship Id="rId10" Type="http://schemas.openxmlformats.org/officeDocument/2006/relationships/image" Target="../media/image103.svg"/><Relationship Id="rId4" Type="http://schemas.openxmlformats.org/officeDocument/2006/relationships/diagramQuickStyle" Target="../diagrams/quickStyle9.xml"/><Relationship Id="rId9" Type="http://schemas.openxmlformats.org/officeDocument/2006/relationships/image" Target="../media/image102.png"/><Relationship Id="rId14" Type="http://schemas.openxmlformats.org/officeDocument/2006/relationships/image" Target="../media/image107.svg"/></Relationships>
</file>

<file path=ppt/slides/_rels/slide20.xml.rels><?xml version="1.0" encoding="UTF-8" standalone="yes"?>
<Relationships xmlns="http://schemas.openxmlformats.org/package/2006/relationships"><Relationship Id="rId8" Type="http://schemas.openxmlformats.org/officeDocument/2006/relationships/image" Target="../media/image118.png"/><Relationship Id="rId13" Type="http://schemas.openxmlformats.org/officeDocument/2006/relationships/image" Target="../media/image123.svg"/><Relationship Id="rId3" Type="http://schemas.openxmlformats.org/officeDocument/2006/relationships/image" Target="../media/image113.svg"/><Relationship Id="rId7" Type="http://schemas.openxmlformats.org/officeDocument/2006/relationships/image" Target="../media/image117.svg"/><Relationship Id="rId12" Type="http://schemas.openxmlformats.org/officeDocument/2006/relationships/image" Target="../media/image122.png"/><Relationship Id="rId17" Type="http://schemas.openxmlformats.org/officeDocument/2006/relationships/image" Target="../media/image127.svg"/><Relationship Id="rId2" Type="http://schemas.openxmlformats.org/officeDocument/2006/relationships/image" Target="../media/image112.png"/><Relationship Id="rId16" Type="http://schemas.openxmlformats.org/officeDocument/2006/relationships/image" Target="../media/image126.png"/><Relationship Id="rId1" Type="http://schemas.openxmlformats.org/officeDocument/2006/relationships/slideLayout" Target="../slideLayouts/slideLayout2.xml"/><Relationship Id="rId6" Type="http://schemas.openxmlformats.org/officeDocument/2006/relationships/image" Target="../media/image116.png"/><Relationship Id="rId11" Type="http://schemas.openxmlformats.org/officeDocument/2006/relationships/image" Target="../media/image121.svg"/><Relationship Id="rId5" Type="http://schemas.openxmlformats.org/officeDocument/2006/relationships/image" Target="../media/image115.svg"/><Relationship Id="rId15" Type="http://schemas.openxmlformats.org/officeDocument/2006/relationships/image" Target="../media/image125.svg"/><Relationship Id="rId10" Type="http://schemas.openxmlformats.org/officeDocument/2006/relationships/image" Target="../media/image120.png"/><Relationship Id="rId4" Type="http://schemas.openxmlformats.org/officeDocument/2006/relationships/image" Target="../media/image114.png"/><Relationship Id="rId9" Type="http://schemas.openxmlformats.org/officeDocument/2006/relationships/image" Target="../media/image119.svg"/><Relationship Id="rId14" Type="http://schemas.openxmlformats.org/officeDocument/2006/relationships/image" Target="../media/image124.png"/></Relationships>
</file>

<file path=ppt/slides/_rels/slide21.xml.rels><?xml version="1.0" encoding="UTF-8" standalone="yes"?>
<Relationships xmlns="http://schemas.openxmlformats.org/package/2006/relationships"><Relationship Id="rId3" Type="http://schemas.openxmlformats.org/officeDocument/2006/relationships/image" Target="../media/image129.svg"/><Relationship Id="rId2" Type="http://schemas.openxmlformats.org/officeDocument/2006/relationships/image" Target="../media/image128.png"/><Relationship Id="rId1" Type="http://schemas.openxmlformats.org/officeDocument/2006/relationships/slideLayout" Target="../slideLayouts/slideLayout2.xml"/><Relationship Id="rId5" Type="http://schemas.openxmlformats.org/officeDocument/2006/relationships/image" Target="../media/image131.svg"/><Relationship Id="rId4" Type="http://schemas.openxmlformats.org/officeDocument/2006/relationships/image" Target="../media/image130.png"/></Relationships>
</file>

<file path=ppt/slides/_rels/slide22.xml.rels><?xml version="1.0" encoding="UTF-8" standalone="yes"?>
<Relationships xmlns="http://schemas.openxmlformats.org/package/2006/relationships"><Relationship Id="rId3" Type="http://schemas.openxmlformats.org/officeDocument/2006/relationships/image" Target="../media/image79.svg"/><Relationship Id="rId2" Type="http://schemas.openxmlformats.org/officeDocument/2006/relationships/image" Target="../media/image78.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79.svg"/><Relationship Id="rId2" Type="http://schemas.openxmlformats.org/officeDocument/2006/relationships/image" Target="../media/image78.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33.svg"/><Relationship Id="rId2" Type="http://schemas.openxmlformats.org/officeDocument/2006/relationships/image" Target="../media/image132.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33.svg"/><Relationship Id="rId2" Type="http://schemas.openxmlformats.org/officeDocument/2006/relationships/image" Target="../media/image132.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8" Type="http://schemas.openxmlformats.org/officeDocument/2006/relationships/image" Target="../media/image136.png"/><Relationship Id="rId3" Type="http://schemas.openxmlformats.org/officeDocument/2006/relationships/image" Target="../media/image121.svg"/><Relationship Id="rId7" Type="http://schemas.openxmlformats.org/officeDocument/2006/relationships/image" Target="../media/image135.svg"/><Relationship Id="rId2" Type="http://schemas.openxmlformats.org/officeDocument/2006/relationships/image" Target="../media/image120.png"/><Relationship Id="rId1" Type="http://schemas.openxmlformats.org/officeDocument/2006/relationships/slideLayout" Target="../slideLayouts/slideLayout2.xml"/><Relationship Id="rId6" Type="http://schemas.openxmlformats.org/officeDocument/2006/relationships/image" Target="../media/image134.png"/><Relationship Id="rId5" Type="http://schemas.openxmlformats.org/officeDocument/2006/relationships/image" Target="../media/image133.svg"/><Relationship Id="rId4" Type="http://schemas.openxmlformats.org/officeDocument/2006/relationships/image" Target="../media/image132.png"/><Relationship Id="rId9" Type="http://schemas.openxmlformats.org/officeDocument/2006/relationships/image" Target="../media/image137.svg"/></Relationships>
</file>

<file path=ppt/slides/_rels/slide27.xml.rels><?xml version="1.0" encoding="UTF-8" standalone="yes"?>
<Relationships xmlns="http://schemas.openxmlformats.org/package/2006/relationships"><Relationship Id="rId3" Type="http://schemas.openxmlformats.org/officeDocument/2006/relationships/image" Target="../media/image139.svg"/><Relationship Id="rId7" Type="http://schemas.openxmlformats.org/officeDocument/2006/relationships/image" Target="../media/image143.svg"/><Relationship Id="rId2" Type="http://schemas.openxmlformats.org/officeDocument/2006/relationships/image" Target="../media/image138.png"/><Relationship Id="rId1" Type="http://schemas.openxmlformats.org/officeDocument/2006/relationships/slideLayout" Target="../slideLayouts/slideLayout2.xml"/><Relationship Id="rId6" Type="http://schemas.openxmlformats.org/officeDocument/2006/relationships/image" Target="../media/image142.png"/><Relationship Id="rId5" Type="http://schemas.openxmlformats.org/officeDocument/2006/relationships/image" Target="../media/image141.svg"/><Relationship Id="rId4" Type="http://schemas.openxmlformats.org/officeDocument/2006/relationships/image" Target="../media/image140.png"/></Relationships>
</file>

<file path=ppt/slides/_rels/slide28.xml.rels><?xml version="1.0" encoding="UTF-8" standalone="yes"?>
<Relationships xmlns="http://schemas.openxmlformats.org/package/2006/relationships"><Relationship Id="rId8" Type="http://schemas.openxmlformats.org/officeDocument/2006/relationships/image" Target="../media/image148.png"/><Relationship Id="rId3" Type="http://schemas.openxmlformats.org/officeDocument/2006/relationships/image" Target="../media/image145.svg"/><Relationship Id="rId7" Type="http://schemas.openxmlformats.org/officeDocument/2006/relationships/image" Target="../media/image147.svg"/><Relationship Id="rId2" Type="http://schemas.openxmlformats.org/officeDocument/2006/relationships/image" Target="../media/image144.png"/><Relationship Id="rId1" Type="http://schemas.openxmlformats.org/officeDocument/2006/relationships/slideLayout" Target="../slideLayouts/slideLayout2.xml"/><Relationship Id="rId6" Type="http://schemas.openxmlformats.org/officeDocument/2006/relationships/image" Target="../media/image146.png"/><Relationship Id="rId11" Type="http://schemas.openxmlformats.org/officeDocument/2006/relationships/image" Target="../media/image151.svg"/><Relationship Id="rId5" Type="http://schemas.openxmlformats.org/officeDocument/2006/relationships/image" Target="../media/image97.svg"/><Relationship Id="rId10" Type="http://schemas.openxmlformats.org/officeDocument/2006/relationships/image" Target="../media/image150.png"/><Relationship Id="rId4" Type="http://schemas.openxmlformats.org/officeDocument/2006/relationships/image" Target="../media/image96.png"/><Relationship Id="rId9" Type="http://schemas.openxmlformats.org/officeDocument/2006/relationships/image" Target="../media/image149.svg"/></Relationships>
</file>

<file path=ppt/slides/_rels/slide29.xml.rels><?xml version="1.0" encoding="UTF-8" standalone="yes"?>
<Relationships xmlns="http://schemas.openxmlformats.org/package/2006/relationships"><Relationship Id="rId8" Type="http://schemas.openxmlformats.org/officeDocument/2006/relationships/image" Target="../media/image158.png"/><Relationship Id="rId13" Type="http://schemas.openxmlformats.org/officeDocument/2006/relationships/image" Target="../media/image163.svg"/><Relationship Id="rId3" Type="http://schemas.openxmlformats.org/officeDocument/2006/relationships/image" Target="../media/image153.svg"/><Relationship Id="rId7" Type="http://schemas.openxmlformats.org/officeDocument/2006/relationships/image" Target="../media/image157.svg"/><Relationship Id="rId12" Type="http://schemas.openxmlformats.org/officeDocument/2006/relationships/image" Target="../media/image162.png"/><Relationship Id="rId2" Type="http://schemas.openxmlformats.org/officeDocument/2006/relationships/image" Target="../media/image152.png"/><Relationship Id="rId1" Type="http://schemas.openxmlformats.org/officeDocument/2006/relationships/slideLayout" Target="../slideLayouts/slideLayout2.xml"/><Relationship Id="rId6" Type="http://schemas.openxmlformats.org/officeDocument/2006/relationships/image" Target="../media/image156.png"/><Relationship Id="rId11" Type="http://schemas.openxmlformats.org/officeDocument/2006/relationships/image" Target="../media/image161.svg"/><Relationship Id="rId5" Type="http://schemas.openxmlformats.org/officeDocument/2006/relationships/image" Target="../media/image155.svg"/><Relationship Id="rId10" Type="http://schemas.openxmlformats.org/officeDocument/2006/relationships/image" Target="../media/image160.png"/><Relationship Id="rId4" Type="http://schemas.openxmlformats.org/officeDocument/2006/relationships/image" Target="../media/image154.png"/><Relationship Id="rId9" Type="http://schemas.openxmlformats.org/officeDocument/2006/relationships/image" Target="../media/image159.svg"/></Relationships>
</file>

<file path=ppt/slides/_rels/slide30.xml.rels><?xml version="1.0" encoding="UTF-8" standalone="yes"?>
<Relationships xmlns="http://schemas.openxmlformats.org/package/2006/relationships"><Relationship Id="rId8" Type="http://schemas.openxmlformats.org/officeDocument/2006/relationships/image" Target="../media/image170.png"/><Relationship Id="rId13" Type="http://schemas.openxmlformats.org/officeDocument/2006/relationships/image" Target="../media/image175.svg"/><Relationship Id="rId3" Type="http://schemas.openxmlformats.org/officeDocument/2006/relationships/image" Target="../media/image165.svg"/><Relationship Id="rId7" Type="http://schemas.openxmlformats.org/officeDocument/2006/relationships/image" Target="../media/image169.svg"/><Relationship Id="rId12" Type="http://schemas.openxmlformats.org/officeDocument/2006/relationships/image" Target="../media/image174.png"/><Relationship Id="rId2" Type="http://schemas.openxmlformats.org/officeDocument/2006/relationships/image" Target="../media/image164.png"/><Relationship Id="rId1" Type="http://schemas.openxmlformats.org/officeDocument/2006/relationships/slideLayout" Target="../slideLayouts/slideLayout2.xml"/><Relationship Id="rId6" Type="http://schemas.openxmlformats.org/officeDocument/2006/relationships/image" Target="../media/image168.png"/><Relationship Id="rId11" Type="http://schemas.openxmlformats.org/officeDocument/2006/relationships/image" Target="../media/image173.svg"/><Relationship Id="rId5" Type="http://schemas.openxmlformats.org/officeDocument/2006/relationships/image" Target="../media/image167.svg"/><Relationship Id="rId10" Type="http://schemas.openxmlformats.org/officeDocument/2006/relationships/image" Target="../media/image172.png"/><Relationship Id="rId4" Type="http://schemas.openxmlformats.org/officeDocument/2006/relationships/image" Target="../media/image166.png"/><Relationship Id="rId9" Type="http://schemas.openxmlformats.org/officeDocument/2006/relationships/image" Target="../media/image171.sv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76.jpeg"/><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77.jpe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78.jpeg"/><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image" Target="../media/image179.jpe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9" name="Rectangle 28">
            <a:extLst>
              <a:ext uri="{FF2B5EF4-FFF2-40B4-BE49-F238E27FC236}">
                <a16:creationId xmlns:a16="http://schemas.microsoft.com/office/drawing/2014/main" id="{2D6FBB9D-1CAA-4D05-AB33-BABDFE17B8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0"/>
            <a:ext cx="11167447" cy="2018806"/>
          </a:xfrm>
          <a:prstGeom prst="rect">
            <a:avLst/>
          </a:prstGeom>
          <a:ln w="9525">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31" name="Rectangle 30">
            <a:extLst>
              <a:ext uri="{FF2B5EF4-FFF2-40B4-BE49-F238E27FC236}">
                <a16:creationId xmlns:a16="http://schemas.microsoft.com/office/drawing/2014/main" id="{04727B71-B4B6-4823-80A1-68C40B4751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3" name="Rectangle 32">
            <a:extLst>
              <a:ext uri="{FF2B5EF4-FFF2-40B4-BE49-F238E27FC236}">
                <a16:creationId xmlns:a16="http://schemas.microsoft.com/office/drawing/2014/main" id="{79A6DB05-9FB5-4B07-8675-74C23D4FD89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87352"/>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35" name="Rectangle 34">
            <a:extLst>
              <a:ext uri="{FF2B5EF4-FFF2-40B4-BE49-F238E27FC236}">
                <a16:creationId xmlns:a16="http://schemas.microsoft.com/office/drawing/2014/main" id="{0288C6B4-AFC3-407F-A595-EFFD38D4CCA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37" name="Freeform: Shape 36">
            <a:extLst>
              <a:ext uri="{FF2B5EF4-FFF2-40B4-BE49-F238E27FC236}">
                <a16:creationId xmlns:a16="http://schemas.microsoft.com/office/drawing/2014/main" id="{CF236821-17FE-429B-8D2C-08E13A64EA4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455673" cy="6858000"/>
          </a:xfrm>
          <a:custGeom>
            <a:avLst/>
            <a:gdLst>
              <a:gd name="connsiteX0" fmla="*/ 0 w 4455673"/>
              <a:gd name="connsiteY0" fmla="*/ 0 h 6858000"/>
              <a:gd name="connsiteX1" fmla="*/ 3242695 w 4455673"/>
              <a:gd name="connsiteY1" fmla="*/ 0 h 6858000"/>
              <a:gd name="connsiteX2" fmla="*/ 3305678 w 4455673"/>
              <a:gd name="connsiteY2" fmla="*/ 69271 h 6858000"/>
              <a:gd name="connsiteX3" fmla="*/ 4455673 w 4455673"/>
              <a:gd name="connsiteY3" fmla="*/ 3429000 h 6858000"/>
              <a:gd name="connsiteX4" fmla="*/ 3305678 w 4455673"/>
              <a:gd name="connsiteY4" fmla="*/ 6788730 h 6858000"/>
              <a:gd name="connsiteX5" fmla="*/ 3242695 w 4455673"/>
              <a:gd name="connsiteY5" fmla="*/ 6858000 h 6858000"/>
              <a:gd name="connsiteX6" fmla="*/ 0 w 4455673"/>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55673" h="6858000">
                <a:moveTo>
                  <a:pt x="0" y="0"/>
                </a:moveTo>
                <a:lnTo>
                  <a:pt x="3242695" y="0"/>
                </a:lnTo>
                <a:lnTo>
                  <a:pt x="3305678" y="69271"/>
                </a:lnTo>
                <a:cubicBezTo>
                  <a:pt x="4016204" y="929100"/>
                  <a:pt x="4455673" y="2116944"/>
                  <a:pt x="4455673" y="3429000"/>
                </a:cubicBezTo>
                <a:cubicBezTo>
                  <a:pt x="4455673" y="4741056"/>
                  <a:pt x="4016204" y="5928900"/>
                  <a:pt x="3305678" y="6788730"/>
                </a:cubicBezTo>
                <a:lnTo>
                  <a:pt x="3242695" y="6858000"/>
                </a:lnTo>
                <a:lnTo>
                  <a:pt x="0" y="6858000"/>
                </a:lnTo>
                <a:close/>
              </a:path>
            </a:pathLst>
          </a:custGeom>
          <a:ln w="9525">
            <a:solidFill>
              <a:schemeClr val="tx2">
                <a:lumMod val="10000"/>
                <a:lumOff val="90000"/>
              </a:schemeClr>
            </a:solidFill>
          </a:ln>
          <a:effectLst>
            <a:outerShdw blurRad="50800" dist="38100" algn="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39" name="Freeform: Shape 38">
            <a:extLst>
              <a:ext uri="{FF2B5EF4-FFF2-40B4-BE49-F238E27FC236}">
                <a16:creationId xmlns:a16="http://schemas.microsoft.com/office/drawing/2014/main" id="{C0BDBCD2-E081-43AB-9119-C55465E597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446529" cy="6858000"/>
          </a:xfrm>
          <a:custGeom>
            <a:avLst/>
            <a:gdLst>
              <a:gd name="connsiteX0" fmla="*/ 0 w 4446529"/>
              <a:gd name="connsiteY0" fmla="*/ 0 h 6858000"/>
              <a:gd name="connsiteX1" fmla="*/ 3233551 w 4446529"/>
              <a:gd name="connsiteY1" fmla="*/ 0 h 6858000"/>
              <a:gd name="connsiteX2" fmla="*/ 3296534 w 4446529"/>
              <a:gd name="connsiteY2" fmla="*/ 69271 h 6858000"/>
              <a:gd name="connsiteX3" fmla="*/ 4446529 w 4446529"/>
              <a:gd name="connsiteY3" fmla="*/ 3429000 h 6858000"/>
              <a:gd name="connsiteX4" fmla="*/ 3296534 w 4446529"/>
              <a:gd name="connsiteY4" fmla="*/ 6788730 h 6858000"/>
              <a:gd name="connsiteX5" fmla="*/ 3233551 w 4446529"/>
              <a:gd name="connsiteY5" fmla="*/ 6858000 h 6858000"/>
              <a:gd name="connsiteX6" fmla="*/ 0 w 4446529"/>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46529" h="6858000">
                <a:moveTo>
                  <a:pt x="0" y="0"/>
                </a:moveTo>
                <a:lnTo>
                  <a:pt x="3233551" y="0"/>
                </a:lnTo>
                <a:lnTo>
                  <a:pt x="3296534" y="69271"/>
                </a:lnTo>
                <a:cubicBezTo>
                  <a:pt x="4007060" y="929100"/>
                  <a:pt x="4446529" y="2116944"/>
                  <a:pt x="4446529" y="3429000"/>
                </a:cubicBezTo>
                <a:cubicBezTo>
                  <a:pt x="4446529" y="4741056"/>
                  <a:pt x="4007060" y="5928900"/>
                  <a:pt x="3296534" y="6788730"/>
                </a:cubicBezTo>
                <a:lnTo>
                  <a:pt x="3233551" y="6858000"/>
                </a:lnTo>
                <a:lnTo>
                  <a:pt x="0" y="6858000"/>
                </a:ln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 name="Titre 3">
            <a:extLst>
              <a:ext uri="{FF2B5EF4-FFF2-40B4-BE49-F238E27FC236}">
                <a16:creationId xmlns:a16="http://schemas.microsoft.com/office/drawing/2014/main" id="{DD394831-DF93-46A4-A449-B5143943734E}"/>
              </a:ext>
            </a:extLst>
          </p:cNvPr>
          <p:cNvSpPr>
            <a:spLocks noGrp="1"/>
          </p:cNvSpPr>
          <p:nvPr>
            <p:ph type="ctrTitle"/>
          </p:nvPr>
        </p:nvSpPr>
        <p:spPr>
          <a:xfrm>
            <a:off x="371094" y="1161288"/>
            <a:ext cx="3809020" cy="1239012"/>
          </a:xfrm>
        </p:spPr>
        <p:txBody>
          <a:bodyPr vert="horz" lIns="91440" tIns="45720" rIns="91440" bIns="45720" rtlCol="0" anchor="ctr">
            <a:normAutofit/>
          </a:bodyPr>
          <a:lstStyle/>
          <a:p>
            <a:r>
              <a:rPr lang="en-US" sz="2800"/>
              <a:t>End of Course</a:t>
            </a:r>
          </a:p>
        </p:txBody>
      </p:sp>
      <p:sp>
        <p:nvSpPr>
          <p:cNvPr id="41" name="Rectangle 40">
            <a:extLst>
              <a:ext uri="{FF2B5EF4-FFF2-40B4-BE49-F238E27FC236}">
                <a16:creationId xmlns:a16="http://schemas.microsoft.com/office/drawing/2014/main" id="{98E79BE4-34FE-485A-98A5-92CE8F7C47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426546"/>
            <a:ext cx="128016" cy="65390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3" name="Rectangle 42">
            <a:extLst>
              <a:ext uri="{FF2B5EF4-FFF2-40B4-BE49-F238E27FC236}">
                <a16:creationId xmlns:a16="http://schemas.microsoft.com/office/drawing/2014/main" id="{7A5F0580-5EE9-419F-96EE-B6529EF6E7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95893" y="2443480"/>
            <a:ext cx="3383280" cy="18288"/>
          </a:xfrm>
          <a:prstGeom prst="rect">
            <a:avLst/>
          </a:prstGeom>
          <a:solidFill>
            <a:schemeClr val="tx2">
              <a:lumMod val="25000"/>
              <a:lumOff val="7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 name="Sous-titre 4">
            <a:extLst>
              <a:ext uri="{FF2B5EF4-FFF2-40B4-BE49-F238E27FC236}">
                <a16:creationId xmlns:a16="http://schemas.microsoft.com/office/drawing/2014/main" id="{36B5E41D-7A12-412D-B2B4-21467B4881FB}"/>
              </a:ext>
            </a:extLst>
          </p:cNvPr>
          <p:cNvSpPr>
            <a:spLocks noGrp="1"/>
          </p:cNvSpPr>
          <p:nvPr>
            <p:ph type="subTitle" idx="1"/>
          </p:nvPr>
        </p:nvSpPr>
        <p:spPr>
          <a:xfrm>
            <a:off x="576072" y="2890982"/>
            <a:ext cx="3233166" cy="3317794"/>
          </a:xfrm>
        </p:spPr>
        <p:txBody>
          <a:bodyPr vert="horz" lIns="91440" tIns="45720" rIns="91440" bIns="45720" rtlCol="0" anchor="t">
            <a:normAutofit lnSpcReduction="10000"/>
          </a:bodyPr>
          <a:lstStyle/>
          <a:p>
            <a:pPr marL="514350" indent="-514350">
              <a:buFont typeface="+mj-lt"/>
              <a:buAutoNum type="arabicPeriod"/>
            </a:pPr>
            <a:r>
              <a:rPr lang="en-US" dirty="0"/>
              <a:t>Summary</a:t>
            </a:r>
          </a:p>
          <a:p>
            <a:pPr marL="514350" indent="-514350">
              <a:buFont typeface="+mj-lt"/>
              <a:buAutoNum type="arabicPeriod"/>
            </a:pPr>
            <a:r>
              <a:rPr lang="en-US" dirty="0"/>
              <a:t>Take-aways</a:t>
            </a:r>
          </a:p>
          <a:p>
            <a:pPr marL="514350" indent="-514350">
              <a:buFont typeface="+mj-lt"/>
              <a:buAutoNum type="arabicPeriod"/>
            </a:pPr>
            <a:r>
              <a:rPr lang="en-US" dirty="0"/>
              <a:t>Limits of the models</a:t>
            </a:r>
          </a:p>
          <a:p>
            <a:pPr marL="514350" indent="-514350">
              <a:buFont typeface="+mj-lt"/>
              <a:buAutoNum type="arabicPeriod"/>
            </a:pPr>
            <a:r>
              <a:rPr lang="en-US" dirty="0"/>
              <a:t>Exercises</a:t>
            </a:r>
          </a:p>
          <a:p>
            <a:pPr marL="514350" indent="-514350">
              <a:buFont typeface="+mj-lt"/>
              <a:buAutoNum type="arabicPeriod"/>
            </a:pPr>
            <a:r>
              <a:rPr lang="en-US" dirty="0"/>
              <a:t>Going further</a:t>
            </a:r>
          </a:p>
        </p:txBody>
      </p:sp>
      <p:grpSp>
        <p:nvGrpSpPr>
          <p:cNvPr id="2" name="Groupe 1">
            <a:extLst>
              <a:ext uri="{FF2B5EF4-FFF2-40B4-BE49-F238E27FC236}">
                <a16:creationId xmlns:a16="http://schemas.microsoft.com/office/drawing/2014/main" id="{6A194855-3269-4300-8A6C-E4BE727D8FC6}"/>
              </a:ext>
            </a:extLst>
          </p:cNvPr>
          <p:cNvGrpSpPr/>
          <p:nvPr/>
        </p:nvGrpSpPr>
        <p:grpSpPr>
          <a:xfrm>
            <a:off x="4901184" y="1501051"/>
            <a:ext cx="6922006" cy="3956484"/>
            <a:chOff x="906464" y="1595695"/>
            <a:chExt cx="9398847" cy="5372195"/>
          </a:xfrm>
        </p:grpSpPr>
        <p:pic>
          <p:nvPicPr>
            <p:cNvPr id="17" name="Graphique 16" descr="Personne confuse avec un remplissage uni">
              <a:extLst>
                <a:ext uri="{FF2B5EF4-FFF2-40B4-BE49-F238E27FC236}">
                  <a16:creationId xmlns:a16="http://schemas.microsoft.com/office/drawing/2014/main" id="{FBD72E6B-F47C-4E58-858E-919A4B173E7E}"/>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4825" r="14911" b="49785"/>
            <a:stretch/>
          </p:blipFill>
          <p:spPr>
            <a:xfrm>
              <a:off x="4863799" y="3451227"/>
              <a:ext cx="1983159" cy="1417285"/>
            </a:xfrm>
            <a:prstGeom prst="rect">
              <a:avLst/>
            </a:prstGeom>
          </p:spPr>
        </p:pic>
        <p:pic>
          <p:nvPicPr>
            <p:cNvPr id="18" name="Graphique 17" descr="Employé de bureau avec un remplissage uni">
              <a:extLst>
                <a:ext uri="{FF2B5EF4-FFF2-40B4-BE49-F238E27FC236}">
                  <a16:creationId xmlns:a16="http://schemas.microsoft.com/office/drawing/2014/main" id="{B4406935-1C88-4862-88CF-6FA8525B8088}"/>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8476511" y="1931679"/>
              <a:ext cx="914400" cy="914400"/>
            </a:xfrm>
            <a:prstGeom prst="rect">
              <a:avLst/>
            </a:prstGeom>
          </p:spPr>
        </p:pic>
        <p:pic>
          <p:nvPicPr>
            <p:cNvPr id="19" name="Graphique 18" descr="Employée de bureau avec un remplissage uni">
              <a:extLst>
                <a:ext uri="{FF2B5EF4-FFF2-40B4-BE49-F238E27FC236}">
                  <a16:creationId xmlns:a16="http://schemas.microsoft.com/office/drawing/2014/main" id="{D5F18A33-BA0E-489D-BF86-EBF9F86777AF}"/>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2472431" y="1931679"/>
              <a:ext cx="914400" cy="914400"/>
            </a:xfrm>
            <a:prstGeom prst="rect">
              <a:avLst/>
            </a:prstGeom>
          </p:spPr>
        </p:pic>
        <p:pic>
          <p:nvPicPr>
            <p:cNvPr id="20" name="Graphique 19" descr="Écolière avec un remplissage uni">
              <a:extLst>
                <a:ext uri="{FF2B5EF4-FFF2-40B4-BE49-F238E27FC236}">
                  <a16:creationId xmlns:a16="http://schemas.microsoft.com/office/drawing/2014/main" id="{63A5187A-E918-40D0-9CF9-AD8657938B44}"/>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8505817" y="5943600"/>
              <a:ext cx="914400" cy="914400"/>
            </a:xfrm>
            <a:prstGeom prst="rect">
              <a:avLst/>
            </a:prstGeom>
          </p:spPr>
        </p:pic>
        <p:pic>
          <p:nvPicPr>
            <p:cNvPr id="21" name="Graphique 20" descr="Personne avec une idée avec un remplissage uni">
              <a:extLst>
                <a:ext uri="{FF2B5EF4-FFF2-40B4-BE49-F238E27FC236}">
                  <a16:creationId xmlns:a16="http://schemas.microsoft.com/office/drawing/2014/main" id="{90538391-5D4B-451D-B36F-0A09F3B6D740}"/>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906464" y="3963942"/>
              <a:ext cx="1102794" cy="1102794"/>
            </a:xfrm>
            <a:prstGeom prst="rect">
              <a:avLst/>
            </a:prstGeom>
          </p:spPr>
        </p:pic>
        <p:pic>
          <p:nvPicPr>
            <p:cNvPr id="22" name="Graphique 21" descr="Couronne d'utilisateur féminine avec un remplissage uni">
              <a:extLst>
                <a:ext uri="{FF2B5EF4-FFF2-40B4-BE49-F238E27FC236}">
                  <a16:creationId xmlns:a16="http://schemas.microsoft.com/office/drawing/2014/main" id="{B3533015-606A-48DA-BDC4-E4FE24EEB44C}"/>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5398179" y="1595695"/>
              <a:ext cx="914400" cy="914400"/>
            </a:xfrm>
            <a:prstGeom prst="rect">
              <a:avLst/>
            </a:prstGeom>
          </p:spPr>
        </p:pic>
        <p:pic>
          <p:nvPicPr>
            <p:cNvPr id="23" name="Graphique 22" descr="Enseignant avec un remplissage uni">
              <a:extLst>
                <a:ext uri="{FF2B5EF4-FFF2-40B4-BE49-F238E27FC236}">
                  <a16:creationId xmlns:a16="http://schemas.microsoft.com/office/drawing/2014/main" id="{57E5F715-8F9F-4B38-99A0-FE0D580196A4}"/>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2472431" y="6053490"/>
              <a:ext cx="914400" cy="914400"/>
            </a:xfrm>
            <a:prstGeom prst="rect">
              <a:avLst/>
            </a:prstGeom>
          </p:spPr>
        </p:pic>
        <p:pic>
          <p:nvPicPr>
            <p:cNvPr id="24" name="Graphique 23" descr="Centre d’appels avec un remplissage uni">
              <a:extLst>
                <a:ext uri="{FF2B5EF4-FFF2-40B4-BE49-F238E27FC236}">
                  <a16:creationId xmlns:a16="http://schemas.microsoft.com/office/drawing/2014/main" id="{ED4630E0-87ED-4C8F-A0B7-05E6516B0982}"/>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9390911" y="3963942"/>
              <a:ext cx="914400" cy="914400"/>
            </a:xfrm>
            <a:prstGeom prst="rect">
              <a:avLst/>
            </a:prstGeom>
          </p:spPr>
        </p:pic>
      </p:grpSp>
    </p:spTree>
    <p:extLst>
      <p:ext uri="{BB962C8B-B14F-4D97-AF65-F5344CB8AC3E}">
        <p14:creationId xmlns:p14="http://schemas.microsoft.com/office/powerpoint/2010/main" val="257901448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re 6">
            <a:extLst>
              <a:ext uri="{FF2B5EF4-FFF2-40B4-BE49-F238E27FC236}">
                <a16:creationId xmlns:a16="http://schemas.microsoft.com/office/drawing/2014/main" id="{DD11A468-6415-4C34-8C5F-39D3C1AFF2D6}"/>
              </a:ext>
            </a:extLst>
          </p:cNvPr>
          <p:cNvSpPr>
            <a:spLocks noGrp="1"/>
          </p:cNvSpPr>
          <p:nvPr>
            <p:ph type="title"/>
          </p:nvPr>
        </p:nvSpPr>
        <p:spPr/>
        <p:txBody>
          <a:bodyPr/>
          <a:lstStyle/>
          <a:p>
            <a:r>
              <a:rPr lang="en-US"/>
              <a:t>Summary</a:t>
            </a:r>
          </a:p>
        </p:txBody>
      </p:sp>
      <p:sp>
        <p:nvSpPr>
          <p:cNvPr id="8" name="Espace réservé du contenu 7">
            <a:extLst>
              <a:ext uri="{FF2B5EF4-FFF2-40B4-BE49-F238E27FC236}">
                <a16:creationId xmlns:a16="http://schemas.microsoft.com/office/drawing/2014/main" id="{C29D6B43-F461-4862-9A39-0FB52C623136}"/>
              </a:ext>
            </a:extLst>
          </p:cNvPr>
          <p:cNvSpPr>
            <a:spLocks noGrp="1"/>
          </p:cNvSpPr>
          <p:nvPr>
            <p:ph idx="1"/>
          </p:nvPr>
        </p:nvSpPr>
        <p:spPr>
          <a:xfrm>
            <a:off x="1011936" y="2147317"/>
            <a:ext cx="10168128" cy="4510658"/>
          </a:xfrm>
        </p:spPr>
        <p:txBody>
          <a:bodyPr>
            <a:normAutofit fontScale="55000" lnSpcReduction="20000"/>
          </a:bodyPr>
          <a:lstStyle/>
          <a:p>
            <a:pPr marL="0" indent="0">
              <a:buNone/>
            </a:pPr>
            <a:r>
              <a:rPr lang="en-US"/>
              <a:t>Corporate Community Boosting encompasses many functions, including managing </a:t>
            </a:r>
            <a:r>
              <a:rPr lang="en-US" b="1"/>
              <a:t>value, content and people</a:t>
            </a:r>
            <a:r>
              <a:rPr lang="en-US"/>
              <a:t>. </a:t>
            </a:r>
          </a:p>
          <a:p>
            <a:pPr marL="0" indent="0">
              <a:buNone/>
            </a:pPr>
            <a:r>
              <a:rPr lang="en-US"/>
              <a:t>There is a strong competition in catching attention. Such condition invites CCBs to select the right format according to scalability or undivided attention, balance actions between </a:t>
            </a:r>
            <a:r>
              <a:rPr lang="en-US" b="1">
                <a:solidFill>
                  <a:srgbClr val="EC7B2B"/>
                </a:solidFill>
              </a:rPr>
              <a:t>reach strategy </a:t>
            </a:r>
            <a:r>
              <a:rPr lang="en-US"/>
              <a:t>and </a:t>
            </a:r>
            <a:r>
              <a:rPr lang="en-US" b="1">
                <a:solidFill>
                  <a:srgbClr val="3494BA"/>
                </a:solidFill>
              </a:rPr>
              <a:t>engagement strategy</a:t>
            </a:r>
            <a:r>
              <a:rPr lang="en-US"/>
              <a:t>, and select when to curate and when to create.</a:t>
            </a:r>
          </a:p>
          <a:p>
            <a:pPr marL="0" indent="0">
              <a:buNone/>
            </a:pPr>
            <a:r>
              <a:rPr lang="en-US"/>
              <a:t>A community must deliver value, and it is better done when target value is identified, when </a:t>
            </a:r>
            <a:r>
              <a:rPr lang="en-US" b="1"/>
              <a:t>value momentum </a:t>
            </a:r>
            <a:r>
              <a:rPr lang="en-US"/>
              <a:t>is exploited, and  when value delivery is made compatible with whatever already exists in the Corporation, like other communities.</a:t>
            </a:r>
          </a:p>
          <a:p>
            <a:pPr marL="0" indent="0">
              <a:buNone/>
            </a:pPr>
            <a:r>
              <a:rPr lang="en-US"/>
              <a:t>As far as people are concerned, CCBs must manage the </a:t>
            </a:r>
            <a:r>
              <a:rPr lang="en-US" b="1">
                <a:solidFill>
                  <a:srgbClr val="EC7B2B"/>
                </a:solidFill>
              </a:rPr>
              <a:t>stakeholders' expectations</a:t>
            </a:r>
            <a:r>
              <a:rPr lang="en-US"/>
              <a:t>. One target for resilient growth is to set up a Golden Engagement virtuous circle, which requires understanding of engagement pros and cons for Community Members. </a:t>
            </a:r>
            <a:r>
              <a:rPr lang="en-US" b="1">
                <a:solidFill>
                  <a:srgbClr val="3494BA"/>
                </a:solidFill>
              </a:rPr>
              <a:t>Levels of engagement </a:t>
            </a:r>
            <a:r>
              <a:rPr lang="en-US"/>
              <a:t>can be outlined, in order to better understand members’ time investment profiles, expectations and propose the right level of opportunities to everyone, keeping them in the </a:t>
            </a:r>
            <a:r>
              <a:rPr lang="en-US" b="1">
                <a:solidFill>
                  <a:srgbClr val="3494BA"/>
                </a:solidFill>
              </a:rPr>
              <a:t>Engagement flow</a:t>
            </a:r>
            <a:r>
              <a:rPr lang="en-US"/>
              <a:t>.  These levels of engagement also help in defining a </a:t>
            </a:r>
            <a:r>
              <a:rPr lang="en-US" b="1">
                <a:solidFill>
                  <a:srgbClr val="3494BA"/>
                </a:solidFill>
              </a:rPr>
              <a:t>Community Engagement target </a:t>
            </a:r>
            <a:r>
              <a:rPr lang="en-US"/>
              <a:t>and help in clarifying what blocks or accelerate Engagement dynamics (walls and jumps).</a:t>
            </a:r>
          </a:p>
          <a:p>
            <a:pPr marL="0" indent="0">
              <a:buNone/>
            </a:pPr>
            <a:r>
              <a:rPr lang="en-US"/>
              <a:t>Engagement level can also depend on the level of </a:t>
            </a:r>
            <a:r>
              <a:rPr lang="en-US" b="1">
                <a:solidFill>
                  <a:srgbClr val="EC7B2B"/>
                </a:solidFill>
              </a:rPr>
              <a:t>link between members</a:t>
            </a:r>
            <a:r>
              <a:rPr lang="en-US"/>
              <a:t>, which can be defined using various dimensions, measured, and fostered, especially when members become numerous. Link architecture and dynamics are also to be considered when deciding a strategy.</a:t>
            </a:r>
          </a:p>
          <a:p>
            <a:pPr marL="0" indent="0">
              <a:buNone/>
            </a:pPr>
            <a:r>
              <a:rPr lang="en-US"/>
              <a:t>The power given to Community Boosters comes with responsibilities, and Community Booster should consider ethical questions about their activities.</a:t>
            </a:r>
          </a:p>
        </p:txBody>
      </p:sp>
    </p:spTree>
    <p:extLst>
      <p:ext uri="{BB962C8B-B14F-4D97-AF65-F5344CB8AC3E}">
        <p14:creationId xmlns:p14="http://schemas.microsoft.com/office/powerpoint/2010/main" val="53873353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re 6">
            <a:extLst>
              <a:ext uri="{FF2B5EF4-FFF2-40B4-BE49-F238E27FC236}">
                <a16:creationId xmlns:a16="http://schemas.microsoft.com/office/drawing/2014/main" id="{DD11A468-6415-4C34-8C5F-39D3C1AFF2D6}"/>
              </a:ext>
            </a:extLst>
          </p:cNvPr>
          <p:cNvSpPr>
            <a:spLocks noGrp="1"/>
          </p:cNvSpPr>
          <p:nvPr>
            <p:ph type="title"/>
          </p:nvPr>
        </p:nvSpPr>
        <p:spPr/>
        <p:txBody>
          <a:bodyPr/>
          <a:lstStyle/>
          <a:p>
            <a:r>
              <a:rPr lang="en-US"/>
              <a:t>Take-aways</a:t>
            </a:r>
          </a:p>
        </p:txBody>
      </p:sp>
      <p:graphicFrame>
        <p:nvGraphicFramePr>
          <p:cNvPr id="2" name="Espace réservé du contenu 1">
            <a:extLst>
              <a:ext uri="{FF2B5EF4-FFF2-40B4-BE49-F238E27FC236}">
                <a16:creationId xmlns:a16="http://schemas.microsoft.com/office/drawing/2014/main" id="{DE268E3C-9507-42D4-A969-1A6FA3B892BB}"/>
              </a:ext>
            </a:extLst>
          </p:cNvPr>
          <p:cNvGraphicFramePr>
            <a:graphicFrameLocks noGrp="1"/>
          </p:cNvGraphicFramePr>
          <p:nvPr>
            <p:ph idx="1"/>
            <p:extLst>
              <p:ext uri="{D42A27DB-BD31-4B8C-83A1-F6EECF244321}">
                <p14:modId xmlns:p14="http://schemas.microsoft.com/office/powerpoint/2010/main" val="2739128244"/>
              </p:ext>
            </p:extLst>
          </p:nvPr>
        </p:nvGraphicFramePr>
        <p:xfrm>
          <a:off x="1116013" y="2478088"/>
          <a:ext cx="10167937" cy="369411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98589099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re 6">
            <a:extLst>
              <a:ext uri="{FF2B5EF4-FFF2-40B4-BE49-F238E27FC236}">
                <a16:creationId xmlns:a16="http://schemas.microsoft.com/office/drawing/2014/main" id="{DD11A468-6415-4C34-8C5F-39D3C1AFF2D6}"/>
              </a:ext>
            </a:extLst>
          </p:cNvPr>
          <p:cNvSpPr>
            <a:spLocks noGrp="1"/>
          </p:cNvSpPr>
          <p:nvPr>
            <p:ph type="title"/>
          </p:nvPr>
        </p:nvSpPr>
        <p:spPr/>
        <p:txBody>
          <a:bodyPr>
            <a:normAutofit fontScale="90000"/>
          </a:bodyPr>
          <a:lstStyle/>
          <a:p>
            <a:r>
              <a:rPr lang="en-US"/>
              <a:t>Summary : </a:t>
            </a:r>
            <a:br>
              <a:rPr lang="en-US"/>
            </a:br>
            <a:r>
              <a:rPr lang="en-US"/>
              <a:t>List of Corporate Community Challenges 1/2</a:t>
            </a:r>
          </a:p>
        </p:txBody>
      </p:sp>
      <p:graphicFrame>
        <p:nvGraphicFramePr>
          <p:cNvPr id="2" name="Espace réservé du contenu 1">
            <a:extLst>
              <a:ext uri="{FF2B5EF4-FFF2-40B4-BE49-F238E27FC236}">
                <a16:creationId xmlns:a16="http://schemas.microsoft.com/office/drawing/2014/main" id="{DE268E3C-9507-42D4-A969-1A6FA3B892BB}"/>
              </a:ext>
            </a:extLst>
          </p:cNvPr>
          <p:cNvGraphicFramePr>
            <a:graphicFrameLocks noGrp="1"/>
          </p:cNvGraphicFramePr>
          <p:nvPr>
            <p:ph idx="1"/>
            <p:extLst>
              <p:ext uri="{D42A27DB-BD31-4B8C-83A1-F6EECF244321}">
                <p14:modId xmlns:p14="http://schemas.microsoft.com/office/powerpoint/2010/main" val="89403004"/>
              </p:ext>
            </p:extLst>
          </p:nvPr>
        </p:nvGraphicFramePr>
        <p:xfrm>
          <a:off x="1115568" y="2971248"/>
          <a:ext cx="10167937" cy="369411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4" name="Graphique 3" descr="Signe pouce en haut avec un remplissage uni">
            <a:extLst>
              <a:ext uri="{FF2B5EF4-FFF2-40B4-BE49-F238E27FC236}">
                <a16:creationId xmlns:a16="http://schemas.microsoft.com/office/drawing/2014/main" id="{2890D0D1-3F1C-4E38-A42E-48436689B555}"/>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2991337" y="1791672"/>
            <a:ext cx="1179576" cy="1179576"/>
          </a:xfrm>
          <a:prstGeom prst="rect">
            <a:avLst/>
          </a:prstGeom>
        </p:spPr>
      </p:pic>
      <p:pic>
        <p:nvPicPr>
          <p:cNvPr id="5" name="Graphique 4" descr="Base de données avec un remplissage uni">
            <a:extLst>
              <a:ext uri="{FF2B5EF4-FFF2-40B4-BE49-F238E27FC236}">
                <a16:creationId xmlns:a16="http://schemas.microsoft.com/office/drawing/2014/main" id="{7C1CB564-B1EE-4A20-93E1-C056F4C00CBD}"/>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8405834" y="1574980"/>
            <a:ext cx="1549505" cy="1549505"/>
          </a:xfrm>
          <a:prstGeom prst="rect">
            <a:avLst/>
          </a:prstGeom>
        </p:spPr>
      </p:pic>
    </p:spTree>
    <p:extLst>
      <p:ext uri="{BB962C8B-B14F-4D97-AF65-F5344CB8AC3E}">
        <p14:creationId xmlns:p14="http://schemas.microsoft.com/office/powerpoint/2010/main" val="54452503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re 6">
            <a:extLst>
              <a:ext uri="{FF2B5EF4-FFF2-40B4-BE49-F238E27FC236}">
                <a16:creationId xmlns:a16="http://schemas.microsoft.com/office/drawing/2014/main" id="{DD11A468-6415-4C34-8C5F-39D3C1AFF2D6}"/>
              </a:ext>
            </a:extLst>
          </p:cNvPr>
          <p:cNvSpPr>
            <a:spLocks noGrp="1"/>
          </p:cNvSpPr>
          <p:nvPr>
            <p:ph type="title"/>
          </p:nvPr>
        </p:nvSpPr>
        <p:spPr/>
        <p:txBody>
          <a:bodyPr>
            <a:normAutofit fontScale="90000"/>
          </a:bodyPr>
          <a:lstStyle/>
          <a:p>
            <a:r>
              <a:rPr lang="en-US"/>
              <a:t>Summary</a:t>
            </a:r>
            <a:br>
              <a:rPr lang="en-US"/>
            </a:br>
            <a:r>
              <a:rPr lang="en-US"/>
              <a:t>List of Corporate Community Challenges 2/2</a:t>
            </a:r>
          </a:p>
        </p:txBody>
      </p:sp>
      <p:graphicFrame>
        <p:nvGraphicFramePr>
          <p:cNvPr id="2" name="Espace réservé du contenu 1">
            <a:extLst>
              <a:ext uri="{FF2B5EF4-FFF2-40B4-BE49-F238E27FC236}">
                <a16:creationId xmlns:a16="http://schemas.microsoft.com/office/drawing/2014/main" id="{DE268E3C-9507-42D4-A969-1A6FA3B892BB}"/>
              </a:ext>
            </a:extLst>
          </p:cNvPr>
          <p:cNvGraphicFramePr>
            <a:graphicFrameLocks noGrp="1"/>
          </p:cNvGraphicFramePr>
          <p:nvPr>
            <p:ph idx="1"/>
            <p:extLst>
              <p:ext uri="{D42A27DB-BD31-4B8C-83A1-F6EECF244321}">
                <p14:modId xmlns:p14="http://schemas.microsoft.com/office/powerpoint/2010/main" val="2339075626"/>
              </p:ext>
            </p:extLst>
          </p:nvPr>
        </p:nvGraphicFramePr>
        <p:xfrm>
          <a:off x="1116013" y="2478088"/>
          <a:ext cx="10167937" cy="369411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4" name="Graphique 3" descr="En haut avec un remplissage uni">
            <a:extLst>
              <a:ext uri="{FF2B5EF4-FFF2-40B4-BE49-F238E27FC236}">
                <a16:creationId xmlns:a16="http://schemas.microsoft.com/office/drawing/2014/main" id="{AF6CEC43-8FDC-43C3-ADF4-CC3CEF919F6E}"/>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2256707" y="1852504"/>
            <a:ext cx="914400" cy="914400"/>
          </a:xfrm>
          <a:prstGeom prst="rect">
            <a:avLst/>
          </a:prstGeom>
        </p:spPr>
      </p:pic>
      <p:pic>
        <p:nvPicPr>
          <p:cNvPr id="6" name="Graphique 5" descr="Réseaux sociaux avec un remplissage uni">
            <a:extLst>
              <a:ext uri="{FF2B5EF4-FFF2-40B4-BE49-F238E27FC236}">
                <a16:creationId xmlns:a16="http://schemas.microsoft.com/office/drawing/2014/main" id="{C86B76A3-9F90-4469-8F90-B24A41DF046E}"/>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5638800" y="1819213"/>
            <a:ext cx="914400" cy="914400"/>
          </a:xfrm>
          <a:prstGeom prst="rect">
            <a:avLst/>
          </a:prstGeom>
        </p:spPr>
      </p:pic>
      <p:pic>
        <p:nvPicPr>
          <p:cNvPr id="9" name="Graphique 8" descr="Balance de la justice avec un remplissage uni">
            <a:extLst>
              <a:ext uri="{FF2B5EF4-FFF2-40B4-BE49-F238E27FC236}">
                <a16:creationId xmlns:a16="http://schemas.microsoft.com/office/drawing/2014/main" id="{5CC93549-329D-4459-9A4A-F80761DB20C3}"/>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8745984" y="1852504"/>
            <a:ext cx="914400" cy="914400"/>
          </a:xfrm>
          <a:prstGeom prst="rect">
            <a:avLst/>
          </a:prstGeom>
        </p:spPr>
      </p:pic>
      <p:pic>
        <p:nvPicPr>
          <p:cNvPr id="11" name="Graphique 10" descr="Tribunal avec un remplissage uni">
            <a:extLst>
              <a:ext uri="{FF2B5EF4-FFF2-40B4-BE49-F238E27FC236}">
                <a16:creationId xmlns:a16="http://schemas.microsoft.com/office/drawing/2014/main" id="{B469B767-FFF3-4DFC-85D0-9F282778085D}"/>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9660384" y="1845240"/>
            <a:ext cx="914400" cy="914400"/>
          </a:xfrm>
          <a:prstGeom prst="rect">
            <a:avLst/>
          </a:prstGeom>
        </p:spPr>
      </p:pic>
    </p:spTree>
    <p:extLst>
      <p:ext uri="{BB962C8B-B14F-4D97-AF65-F5344CB8AC3E}">
        <p14:creationId xmlns:p14="http://schemas.microsoft.com/office/powerpoint/2010/main" val="55818481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re 6">
            <a:extLst>
              <a:ext uri="{FF2B5EF4-FFF2-40B4-BE49-F238E27FC236}">
                <a16:creationId xmlns:a16="http://schemas.microsoft.com/office/drawing/2014/main" id="{DD11A468-6415-4C34-8C5F-39D3C1AFF2D6}"/>
              </a:ext>
            </a:extLst>
          </p:cNvPr>
          <p:cNvSpPr>
            <a:spLocks noGrp="1"/>
          </p:cNvSpPr>
          <p:nvPr>
            <p:ph type="title"/>
          </p:nvPr>
        </p:nvSpPr>
        <p:spPr/>
        <p:txBody>
          <a:bodyPr/>
          <a:lstStyle/>
          <a:p>
            <a:r>
              <a:rPr lang="en-US"/>
              <a:t>Limits </a:t>
            </a:r>
          </a:p>
        </p:txBody>
      </p:sp>
      <p:sp>
        <p:nvSpPr>
          <p:cNvPr id="8" name="Espace réservé du contenu 7">
            <a:extLst>
              <a:ext uri="{FF2B5EF4-FFF2-40B4-BE49-F238E27FC236}">
                <a16:creationId xmlns:a16="http://schemas.microsoft.com/office/drawing/2014/main" id="{C29D6B43-F461-4862-9A39-0FB52C623136}"/>
              </a:ext>
            </a:extLst>
          </p:cNvPr>
          <p:cNvSpPr>
            <a:spLocks noGrp="1"/>
          </p:cNvSpPr>
          <p:nvPr>
            <p:ph idx="1"/>
          </p:nvPr>
        </p:nvSpPr>
        <p:spPr>
          <a:xfrm>
            <a:off x="1115568" y="2095469"/>
            <a:ext cx="10168128" cy="1179576"/>
          </a:xfrm>
        </p:spPr>
        <p:txBody>
          <a:bodyPr>
            <a:normAutofit/>
          </a:bodyPr>
          <a:lstStyle/>
          <a:p>
            <a:pPr marL="0" indent="0">
              <a:buNone/>
            </a:pPr>
            <a:r>
              <a:rPr lang="en-US" sz="1400"/>
              <a:t>Every course, every model, no matter how powerful and adaptive, has its limits. It is important for learners to identify some unanswered questions, some assumptions that could be challenged, some development paths. </a:t>
            </a:r>
          </a:p>
          <a:p>
            <a:pPr marL="0" indent="0">
              <a:buNone/>
            </a:pPr>
            <a:r>
              <a:rPr lang="en-US" sz="1400"/>
              <a:t>We hope that listing a first set of limits of this course will encourage learners to keep being curious, to keep upgrading the course, and keep learning beyond.</a:t>
            </a:r>
          </a:p>
        </p:txBody>
      </p:sp>
      <p:graphicFrame>
        <p:nvGraphicFramePr>
          <p:cNvPr id="2" name="Tableau 2">
            <a:extLst>
              <a:ext uri="{FF2B5EF4-FFF2-40B4-BE49-F238E27FC236}">
                <a16:creationId xmlns:a16="http://schemas.microsoft.com/office/drawing/2014/main" id="{08A7F4AC-86BB-47F3-A671-A511C03D5EF3}"/>
              </a:ext>
            </a:extLst>
          </p:cNvPr>
          <p:cNvGraphicFramePr>
            <a:graphicFrameLocks noGrp="1"/>
          </p:cNvGraphicFramePr>
          <p:nvPr>
            <p:extLst>
              <p:ext uri="{D42A27DB-BD31-4B8C-83A1-F6EECF244321}">
                <p14:modId xmlns:p14="http://schemas.microsoft.com/office/powerpoint/2010/main" val="233709149"/>
              </p:ext>
            </p:extLst>
          </p:nvPr>
        </p:nvGraphicFramePr>
        <p:xfrm>
          <a:off x="427134" y="3429000"/>
          <a:ext cx="3892673" cy="2529840"/>
        </p:xfrm>
        <a:graphic>
          <a:graphicData uri="http://schemas.openxmlformats.org/drawingml/2006/table">
            <a:tbl>
              <a:tblPr firstRow="1" bandRow="1">
                <a:tableStyleId>{5C22544A-7EE6-4342-B048-85BDC9FD1C3A}</a:tableStyleId>
              </a:tblPr>
              <a:tblGrid>
                <a:gridCol w="3892673">
                  <a:extLst>
                    <a:ext uri="{9D8B030D-6E8A-4147-A177-3AD203B41FA5}">
                      <a16:colId xmlns:a16="http://schemas.microsoft.com/office/drawing/2014/main" val="2030084406"/>
                    </a:ext>
                  </a:extLst>
                </a:gridCol>
              </a:tblGrid>
              <a:tr h="370840">
                <a:tc>
                  <a:txBody>
                    <a:bodyPr/>
                    <a:lstStyle/>
                    <a:p>
                      <a:pPr algn="ctr"/>
                      <a:r>
                        <a:rPr lang="en-US" sz="1400"/>
                        <a:t>Short and non exhaustive list of interesting, yet  unanswered, questions</a:t>
                      </a:r>
                    </a:p>
                  </a:txBody>
                  <a:tcPr/>
                </a:tc>
                <a:extLst>
                  <a:ext uri="{0D108BD9-81ED-4DB2-BD59-A6C34878D82A}">
                    <a16:rowId xmlns:a16="http://schemas.microsoft.com/office/drawing/2014/main" val="810798500"/>
                  </a:ext>
                </a:extLst>
              </a:tr>
              <a:tr h="370840">
                <a:tc>
                  <a:txBody>
                    <a:bodyPr/>
                    <a:lstStyle/>
                    <a:p>
                      <a:pPr marL="285750" indent="-285750">
                        <a:buFontTx/>
                        <a:buChar char="-"/>
                      </a:pPr>
                      <a:r>
                        <a:rPr lang="en-US" sz="1400"/>
                        <a:t>How to manage User Generated Content ?</a:t>
                      </a:r>
                    </a:p>
                    <a:p>
                      <a:pPr marL="285750" indent="-285750">
                        <a:buFontTx/>
                        <a:buChar char="-"/>
                      </a:pPr>
                      <a:r>
                        <a:rPr lang="en-US" sz="1400"/>
                        <a:t>How to manage conflicting expectations ?</a:t>
                      </a:r>
                    </a:p>
                    <a:p>
                      <a:pPr marL="285750" indent="-285750">
                        <a:buFontTx/>
                        <a:buChar char="-"/>
                      </a:pPr>
                      <a:r>
                        <a:rPr lang="en-US" sz="1400"/>
                        <a:t>How to create sub-communities or join a super community ?</a:t>
                      </a:r>
                    </a:p>
                    <a:p>
                      <a:pPr marL="285750" indent="-285750">
                        <a:buFontTx/>
                        <a:buChar char="-"/>
                      </a:pPr>
                      <a:r>
                        <a:rPr lang="en-US" sz="1400"/>
                        <a:t>How to balance sense of belonging, loss of involvement ?</a:t>
                      </a:r>
                    </a:p>
                    <a:p>
                      <a:pPr marL="285750" indent="-285750">
                        <a:buFontTx/>
                        <a:buChar char="-"/>
                      </a:pPr>
                      <a:r>
                        <a:rPr lang="en-US" sz="1400"/>
                        <a:t>How to manage Community organic generation of culture ?</a:t>
                      </a:r>
                    </a:p>
                  </a:txBody>
                  <a:tcPr/>
                </a:tc>
                <a:extLst>
                  <a:ext uri="{0D108BD9-81ED-4DB2-BD59-A6C34878D82A}">
                    <a16:rowId xmlns:a16="http://schemas.microsoft.com/office/drawing/2014/main" val="1684894706"/>
                  </a:ext>
                </a:extLst>
              </a:tr>
            </a:tbl>
          </a:graphicData>
        </a:graphic>
      </p:graphicFrame>
      <p:graphicFrame>
        <p:nvGraphicFramePr>
          <p:cNvPr id="6" name="Tableau 2">
            <a:extLst>
              <a:ext uri="{FF2B5EF4-FFF2-40B4-BE49-F238E27FC236}">
                <a16:creationId xmlns:a16="http://schemas.microsoft.com/office/drawing/2014/main" id="{F386AB43-8C3C-4981-94D0-056534BC7360}"/>
              </a:ext>
            </a:extLst>
          </p:cNvPr>
          <p:cNvGraphicFramePr>
            <a:graphicFrameLocks noGrp="1"/>
          </p:cNvGraphicFramePr>
          <p:nvPr>
            <p:extLst>
              <p:ext uri="{D42A27DB-BD31-4B8C-83A1-F6EECF244321}">
                <p14:modId xmlns:p14="http://schemas.microsoft.com/office/powerpoint/2010/main" val="2574339884"/>
              </p:ext>
            </p:extLst>
          </p:nvPr>
        </p:nvGraphicFramePr>
        <p:xfrm>
          <a:off x="4515116" y="3429000"/>
          <a:ext cx="3570142" cy="2316480"/>
        </p:xfrm>
        <a:graphic>
          <a:graphicData uri="http://schemas.openxmlformats.org/drawingml/2006/table">
            <a:tbl>
              <a:tblPr firstRow="1" bandRow="1">
                <a:tableStyleId>{5C22544A-7EE6-4342-B048-85BDC9FD1C3A}</a:tableStyleId>
              </a:tblPr>
              <a:tblGrid>
                <a:gridCol w="3570142">
                  <a:extLst>
                    <a:ext uri="{9D8B030D-6E8A-4147-A177-3AD203B41FA5}">
                      <a16:colId xmlns:a16="http://schemas.microsoft.com/office/drawing/2014/main" val="2030084406"/>
                    </a:ext>
                  </a:extLst>
                </a:gridCol>
              </a:tblGrid>
              <a:tr h="370840">
                <a:tc>
                  <a:txBody>
                    <a:bodyPr/>
                    <a:lstStyle/>
                    <a:p>
                      <a:pPr algn="ctr"/>
                      <a:r>
                        <a:rPr lang="en-US" sz="1400"/>
                        <a:t>Short and non exhaustive list of assumptions that could be challenged </a:t>
                      </a:r>
                    </a:p>
                  </a:txBody>
                  <a:tcPr/>
                </a:tc>
                <a:extLst>
                  <a:ext uri="{0D108BD9-81ED-4DB2-BD59-A6C34878D82A}">
                    <a16:rowId xmlns:a16="http://schemas.microsoft.com/office/drawing/2014/main" val="810798500"/>
                  </a:ext>
                </a:extLst>
              </a:tr>
              <a:tr h="370840">
                <a:tc>
                  <a:txBody>
                    <a:bodyPr/>
                    <a:lstStyle/>
                    <a:p>
                      <a:pPr marL="285750" indent="-285750">
                        <a:buFontTx/>
                        <a:buChar char="-"/>
                      </a:pPr>
                      <a:r>
                        <a:rPr lang="en-US" sz="1400"/>
                        <a:t>Communities rely on content</a:t>
                      </a:r>
                    </a:p>
                    <a:p>
                      <a:pPr marL="285750" indent="-285750">
                        <a:buFontTx/>
                        <a:buChar char="-"/>
                      </a:pPr>
                      <a:r>
                        <a:rPr lang="en-US" sz="1400"/>
                        <a:t>Engagement follows the interpretative framework of reference “7 levels”</a:t>
                      </a:r>
                    </a:p>
                    <a:p>
                      <a:pPr marL="285750" indent="-285750">
                        <a:buFontTx/>
                        <a:buChar char="-"/>
                      </a:pPr>
                      <a:r>
                        <a:rPr lang="en-US" sz="1400"/>
                        <a:t>Engagement persists</a:t>
                      </a:r>
                    </a:p>
                    <a:p>
                      <a:pPr marL="285750" indent="-285750">
                        <a:buFontTx/>
                        <a:buChar char="-"/>
                      </a:pPr>
                      <a:r>
                        <a:rPr lang="en-US" sz="1400"/>
                        <a:t>Catching attention is difficult</a:t>
                      </a:r>
                    </a:p>
                    <a:p>
                      <a:pPr marL="285750" indent="-285750">
                        <a:buFontTx/>
                        <a:buChar char="-"/>
                      </a:pPr>
                      <a:r>
                        <a:rPr lang="en-US" sz="1400"/>
                        <a:t>Engagement can be broken down into pieces and put in a linear model </a:t>
                      </a:r>
                    </a:p>
                    <a:p>
                      <a:pPr marL="285750" indent="-285750">
                        <a:buFontTx/>
                        <a:buChar char="-"/>
                      </a:pPr>
                      <a:endParaRPr lang="en-US" sz="1400"/>
                    </a:p>
                  </a:txBody>
                  <a:tcPr/>
                </a:tc>
                <a:extLst>
                  <a:ext uri="{0D108BD9-81ED-4DB2-BD59-A6C34878D82A}">
                    <a16:rowId xmlns:a16="http://schemas.microsoft.com/office/drawing/2014/main" val="1684894706"/>
                  </a:ext>
                </a:extLst>
              </a:tr>
            </a:tbl>
          </a:graphicData>
        </a:graphic>
      </p:graphicFrame>
      <p:graphicFrame>
        <p:nvGraphicFramePr>
          <p:cNvPr id="10" name="Tableau 2">
            <a:extLst>
              <a:ext uri="{FF2B5EF4-FFF2-40B4-BE49-F238E27FC236}">
                <a16:creationId xmlns:a16="http://schemas.microsoft.com/office/drawing/2014/main" id="{0D7EC1B8-2D06-40FB-8E30-E6EC783A0253}"/>
              </a:ext>
            </a:extLst>
          </p:cNvPr>
          <p:cNvGraphicFramePr>
            <a:graphicFrameLocks noGrp="1"/>
          </p:cNvGraphicFramePr>
          <p:nvPr>
            <p:extLst>
              <p:ext uri="{D42A27DB-BD31-4B8C-83A1-F6EECF244321}">
                <p14:modId xmlns:p14="http://schemas.microsoft.com/office/powerpoint/2010/main" val="942446144"/>
              </p:ext>
            </p:extLst>
          </p:nvPr>
        </p:nvGraphicFramePr>
        <p:xfrm>
          <a:off x="8280567" y="3429000"/>
          <a:ext cx="3859771" cy="1249680"/>
        </p:xfrm>
        <a:graphic>
          <a:graphicData uri="http://schemas.openxmlformats.org/drawingml/2006/table">
            <a:tbl>
              <a:tblPr firstRow="1" bandRow="1">
                <a:tableStyleId>{5C22544A-7EE6-4342-B048-85BDC9FD1C3A}</a:tableStyleId>
              </a:tblPr>
              <a:tblGrid>
                <a:gridCol w="3859771">
                  <a:extLst>
                    <a:ext uri="{9D8B030D-6E8A-4147-A177-3AD203B41FA5}">
                      <a16:colId xmlns:a16="http://schemas.microsoft.com/office/drawing/2014/main" val="2030084406"/>
                    </a:ext>
                  </a:extLst>
                </a:gridCol>
              </a:tblGrid>
              <a:tr h="370840">
                <a:tc>
                  <a:txBody>
                    <a:bodyPr/>
                    <a:lstStyle/>
                    <a:p>
                      <a:pPr algn="ctr"/>
                      <a:r>
                        <a:rPr lang="en-US" sz="1400"/>
                        <a:t>Short and non exhaustive list of further development paths for this course</a:t>
                      </a:r>
                    </a:p>
                  </a:txBody>
                  <a:tcPr/>
                </a:tc>
                <a:extLst>
                  <a:ext uri="{0D108BD9-81ED-4DB2-BD59-A6C34878D82A}">
                    <a16:rowId xmlns:a16="http://schemas.microsoft.com/office/drawing/2014/main" val="810798500"/>
                  </a:ext>
                </a:extLst>
              </a:tr>
              <a:tr h="370840">
                <a:tc>
                  <a:txBody>
                    <a:bodyPr/>
                    <a:lstStyle/>
                    <a:p>
                      <a:pPr marL="285750" indent="-285750">
                        <a:buFontTx/>
                        <a:buChar char="-"/>
                      </a:pPr>
                      <a:r>
                        <a:rPr lang="en-US" sz="1400"/>
                        <a:t>Frame of reference for Engagement Walls and Jumps</a:t>
                      </a:r>
                    </a:p>
                    <a:p>
                      <a:pPr marL="285750" indent="-285750">
                        <a:buFontTx/>
                        <a:buChar char="-"/>
                      </a:pPr>
                      <a:endParaRPr lang="en-US" sz="1400"/>
                    </a:p>
                  </a:txBody>
                  <a:tcPr/>
                </a:tc>
                <a:extLst>
                  <a:ext uri="{0D108BD9-81ED-4DB2-BD59-A6C34878D82A}">
                    <a16:rowId xmlns:a16="http://schemas.microsoft.com/office/drawing/2014/main" val="1684894706"/>
                  </a:ext>
                </a:extLst>
              </a:tr>
            </a:tbl>
          </a:graphicData>
        </a:graphic>
      </p:graphicFrame>
    </p:spTree>
    <p:extLst>
      <p:ext uri="{BB962C8B-B14F-4D97-AF65-F5344CB8AC3E}">
        <p14:creationId xmlns:p14="http://schemas.microsoft.com/office/powerpoint/2010/main" val="196588909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5A59F003-E00A-43F9-91DC-CC54E3B874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descr="Coach's whistle">
            <a:extLst>
              <a:ext uri="{FF2B5EF4-FFF2-40B4-BE49-F238E27FC236}">
                <a16:creationId xmlns:a16="http://schemas.microsoft.com/office/drawing/2014/main" id="{8ED6922F-C139-4237-ABFD-ED68F505C215}"/>
              </a:ext>
            </a:extLst>
          </p:cNvPr>
          <p:cNvPicPr>
            <a:picLocks noChangeAspect="1"/>
          </p:cNvPicPr>
          <p:nvPr/>
        </p:nvPicPr>
        <p:blipFill rotWithShape="1">
          <a:blip r:embed="rId2"/>
          <a:srcRect t="13293" b="2438"/>
          <a:stretch/>
        </p:blipFill>
        <p:spPr>
          <a:xfrm>
            <a:off x="20" y="10"/>
            <a:ext cx="12191981" cy="6857990"/>
          </a:xfrm>
          <a:prstGeom prst="rect">
            <a:avLst/>
          </a:prstGeom>
        </p:spPr>
      </p:pic>
      <p:sp>
        <p:nvSpPr>
          <p:cNvPr id="13" name="Rectangle 12">
            <a:extLst>
              <a:ext uri="{FF2B5EF4-FFF2-40B4-BE49-F238E27FC236}">
                <a16:creationId xmlns:a16="http://schemas.microsoft.com/office/drawing/2014/main" id="{D74A4382-E3AD-430A-9A1F-DFA3E0E77A7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3799868" y="-1534136"/>
            <a:ext cx="4592270" cy="12192001"/>
          </a:xfrm>
          <a:prstGeom prst="rect">
            <a:avLst/>
          </a:prstGeom>
          <a:gradFill>
            <a:gsLst>
              <a:gs pos="35000">
                <a:schemeClr val="tx1">
                  <a:alpha val="46000"/>
                </a:schemeClr>
              </a:gs>
              <a:gs pos="21000">
                <a:schemeClr val="tx1">
                  <a:alpha val="30000"/>
                </a:schemeClr>
              </a:gs>
              <a:gs pos="0">
                <a:schemeClr val="tx1">
                  <a:alpha val="0"/>
                </a:schemeClr>
              </a:gs>
              <a:gs pos="100000">
                <a:schemeClr val="tx1">
                  <a:alpha val="80000"/>
                </a:schemeClr>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re 3">
            <a:extLst>
              <a:ext uri="{FF2B5EF4-FFF2-40B4-BE49-F238E27FC236}">
                <a16:creationId xmlns:a16="http://schemas.microsoft.com/office/drawing/2014/main" id="{72F4396A-4419-44CA-BB33-E1AA5706F02A}"/>
              </a:ext>
            </a:extLst>
          </p:cNvPr>
          <p:cNvSpPr>
            <a:spLocks noGrp="1"/>
          </p:cNvSpPr>
          <p:nvPr>
            <p:ph type="ctrTitle"/>
          </p:nvPr>
        </p:nvSpPr>
        <p:spPr>
          <a:xfrm>
            <a:off x="404553" y="3091928"/>
            <a:ext cx="9078562" cy="2387600"/>
          </a:xfrm>
        </p:spPr>
        <p:txBody>
          <a:bodyPr>
            <a:normAutofit/>
          </a:bodyPr>
          <a:lstStyle/>
          <a:p>
            <a:r>
              <a:rPr lang="fr-FR" sz="6600">
                <a:solidFill>
                  <a:schemeClr val="bg1"/>
                </a:solidFill>
              </a:rPr>
              <a:t>Exercises</a:t>
            </a:r>
          </a:p>
        </p:txBody>
      </p:sp>
      <p:sp>
        <p:nvSpPr>
          <p:cNvPr id="5" name="Sous-titre 4">
            <a:extLst>
              <a:ext uri="{FF2B5EF4-FFF2-40B4-BE49-F238E27FC236}">
                <a16:creationId xmlns:a16="http://schemas.microsoft.com/office/drawing/2014/main" id="{3C9C4CA9-A75D-47EA-8F50-AD06103C96AB}"/>
              </a:ext>
            </a:extLst>
          </p:cNvPr>
          <p:cNvSpPr>
            <a:spLocks noGrp="1"/>
          </p:cNvSpPr>
          <p:nvPr>
            <p:ph type="subTitle" idx="1"/>
          </p:nvPr>
        </p:nvSpPr>
        <p:spPr>
          <a:xfrm>
            <a:off x="404553" y="5551469"/>
            <a:ext cx="9078562" cy="592975"/>
          </a:xfrm>
        </p:spPr>
        <p:txBody>
          <a:bodyPr anchor="ctr">
            <a:normAutofit/>
          </a:bodyPr>
          <a:lstStyle/>
          <a:p>
            <a:r>
              <a:rPr lang="fr-FR" dirty="0">
                <a:solidFill>
                  <a:schemeClr val="bg1"/>
                </a:solidFill>
              </a:rPr>
              <a:t>Tackle </a:t>
            </a:r>
            <a:r>
              <a:rPr lang="fr-FR" dirty="0" err="1">
                <a:solidFill>
                  <a:schemeClr val="bg1"/>
                </a:solidFill>
              </a:rPr>
              <a:t>with</a:t>
            </a:r>
            <a:r>
              <a:rPr lang="fr-FR" dirty="0">
                <a:solidFill>
                  <a:schemeClr val="bg1"/>
                </a:solidFill>
              </a:rPr>
              <a:t> </a:t>
            </a:r>
            <a:r>
              <a:rPr lang="fr-FR" dirty="0" err="1">
                <a:solidFill>
                  <a:schemeClr val="bg1"/>
                </a:solidFill>
              </a:rPr>
              <a:t>your</a:t>
            </a:r>
            <a:r>
              <a:rPr lang="fr-FR" dirty="0">
                <a:solidFill>
                  <a:schemeClr val="bg1"/>
                </a:solidFill>
              </a:rPr>
              <a:t> Community Booster Challenges </a:t>
            </a:r>
            <a:r>
              <a:rPr lang="fr-FR" dirty="0" err="1">
                <a:solidFill>
                  <a:schemeClr val="bg1"/>
                </a:solidFill>
              </a:rPr>
              <a:t>now</a:t>
            </a:r>
            <a:r>
              <a:rPr lang="fr-FR" dirty="0">
                <a:solidFill>
                  <a:schemeClr val="bg1"/>
                </a:solidFill>
              </a:rPr>
              <a:t> !</a:t>
            </a:r>
          </a:p>
        </p:txBody>
      </p:sp>
    </p:spTree>
    <p:extLst>
      <p:ext uri="{BB962C8B-B14F-4D97-AF65-F5344CB8AC3E}">
        <p14:creationId xmlns:p14="http://schemas.microsoft.com/office/powerpoint/2010/main" val="37801638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7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lumMod val="65000"/>
          </a:schemeClr>
        </a:solidFill>
        <a:effectLst/>
      </p:bgPr>
    </p:bg>
    <p:spTree>
      <p:nvGrpSpPr>
        <p:cNvPr id="1" name=""/>
        <p:cNvGrpSpPr/>
        <p:nvPr/>
      </p:nvGrpSpPr>
      <p:grpSpPr>
        <a:xfrm>
          <a:off x="0" y="0"/>
          <a:ext cx="0" cy="0"/>
          <a:chOff x="0" y="0"/>
          <a:chExt cx="0" cy="0"/>
        </a:xfrm>
      </p:grpSpPr>
      <p:sp>
        <p:nvSpPr>
          <p:cNvPr id="43" name="Titre 1">
            <a:extLst>
              <a:ext uri="{FF2B5EF4-FFF2-40B4-BE49-F238E27FC236}">
                <a16:creationId xmlns:a16="http://schemas.microsoft.com/office/drawing/2014/main" id="{9F21E29C-4041-4813-ACF7-932009078EFE}"/>
              </a:ext>
            </a:extLst>
          </p:cNvPr>
          <p:cNvSpPr txBox="1">
            <a:spLocks/>
          </p:cNvSpPr>
          <p:nvPr/>
        </p:nvSpPr>
        <p:spPr>
          <a:xfrm>
            <a:off x="1123320" y="-5850"/>
            <a:ext cx="10168128" cy="164831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000" b="1" kern="1200">
                <a:solidFill>
                  <a:schemeClr val="tx1"/>
                </a:solidFill>
                <a:latin typeface="+mj-lt"/>
                <a:ea typeface="+mj-ea"/>
                <a:cs typeface="+mj-cs"/>
              </a:defRPr>
            </a:lvl1pPr>
          </a:lstStyle>
          <a:p>
            <a:r>
              <a:rPr lang="en-US" sz="2400" dirty="0"/>
              <a:t>Exercise #1 : </a:t>
            </a:r>
            <a:br>
              <a:rPr lang="en-US" sz="2400" dirty="0"/>
            </a:br>
            <a:r>
              <a:rPr lang="en-US" sz="2400" dirty="0"/>
              <a:t>Write down REAL expectations of your Current corporate Community Stakeholders &amp; identities (real people) as example profiles</a:t>
            </a:r>
          </a:p>
        </p:txBody>
      </p:sp>
      <p:pic>
        <p:nvPicPr>
          <p:cNvPr id="5" name="Graphique 4" descr="Personne confuse avec un remplissage uni">
            <a:extLst>
              <a:ext uri="{FF2B5EF4-FFF2-40B4-BE49-F238E27FC236}">
                <a16:creationId xmlns:a16="http://schemas.microsoft.com/office/drawing/2014/main" id="{5F289E08-ACF9-40D9-AE37-47D3045E5670}"/>
              </a:ext>
            </a:extLst>
          </p:cNvPr>
          <p:cNvPicPr>
            <a:picLocks noChangeAspect="1"/>
          </p:cNvPicPr>
          <p:nvPr/>
        </p:nvPicPr>
        <p:blipFill rotWithShape="1">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l="14825" r="14911" b="49785"/>
          <a:stretch/>
        </p:blipFill>
        <p:spPr>
          <a:xfrm>
            <a:off x="4863799" y="3451227"/>
            <a:ext cx="1983159" cy="1417285"/>
          </a:xfrm>
          <a:prstGeom prst="rect">
            <a:avLst/>
          </a:prstGeom>
        </p:spPr>
      </p:pic>
      <p:pic>
        <p:nvPicPr>
          <p:cNvPr id="8" name="Graphique 7" descr="Visage étourdi avec un remplissage uni avec un remplissage uni">
            <a:extLst>
              <a:ext uri="{FF2B5EF4-FFF2-40B4-BE49-F238E27FC236}">
                <a16:creationId xmlns:a16="http://schemas.microsoft.com/office/drawing/2014/main" id="{38988291-9DF3-43A4-AC79-531A1D9A363C}"/>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5513588" y="3451227"/>
            <a:ext cx="674641" cy="674641"/>
          </a:xfrm>
          <a:prstGeom prst="rect">
            <a:avLst/>
          </a:prstGeom>
        </p:spPr>
      </p:pic>
      <p:grpSp>
        <p:nvGrpSpPr>
          <p:cNvPr id="4" name="Groupe 3">
            <a:extLst>
              <a:ext uri="{FF2B5EF4-FFF2-40B4-BE49-F238E27FC236}">
                <a16:creationId xmlns:a16="http://schemas.microsoft.com/office/drawing/2014/main" id="{10D8CA9F-1B2B-4082-8308-5E48B6B50F8B}"/>
              </a:ext>
            </a:extLst>
          </p:cNvPr>
          <p:cNvGrpSpPr/>
          <p:nvPr/>
        </p:nvGrpSpPr>
        <p:grpSpPr>
          <a:xfrm>
            <a:off x="4308501" y="1595695"/>
            <a:ext cx="3414349" cy="1698896"/>
            <a:chOff x="4308501" y="1595695"/>
            <a:chExt cx="3414349" cy="1698896"/>
          </a:xfrm>
        </p:grpSpPr>
        <p:pic>
          <p:nvPicPr>
            <p:cNvPr id="18" name="Graphique 17" descr="Couronne d'utilisateur féminine avec un remplissage uni">
              <a:extLst>
                <a:ext uri="{FF2B5EF4-FFF2-40B4-BE49-F238E27FC236}">
                  <a16:creationId xmlns:a16="http://schemas.microsoft.com/office/drawing/2014/main" id="{A0CBF91E-EC74-4910-8194-9EDDCC53A461}"/>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5398179" y="1595695"/>
              <a:ext cx="914400" cy="914400"/>
            </a:xfrm>
            <a:prstGeom prst="rect">
              <a:avLst/>
            </a:prstGeom>
          </p:spPr>
        </p:pic>
        <p:sp>
          <p:nvSpPr>
            <p:cNvPr id="27" name="Bulle narrative : ronde 26">
              <a:extLst>
                <a:ext uri="{FF2B5EF4-FFF2-40B4-BE49-F238E27FC236}">
                  <a16:creationId xmlns:a16="http://schemas.microsoft.com/office/drawing/2014/main" id="{26E23D74-B574-4D25-BE46-3CA9EF8B63A7}"/>
                </a:ext>
              </a:extLst>
            </p:cNvPr>
            <p:cNvSpPr/>
            <p:nvPr/>
          </p:nvSpPr>
          <p:spPr>
            <a:xfrm>
              <a:off x="4308501" y="2287478"/>
              <a:ext cx="3015810" cy="1007113"/>
            </a:xfrm>
            <a:prstGeom prst="wedgeEllipseCallout">
              <a:avLst>
                <a:gd name="adj1" fmla="val 1580"/>
                <a:gd name="adj2" fmla="val -66962"/>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dirty="0">
                <a:solidFill>
                  <a:schemeClr val="tx1"/>
                </a:solidFill>
              </a:endParaRPr>
            </a:p>
          </p:txBody>
        </p:sp>
        <p:sp>
          <p:nvSpPr>
            <p:cNvPr id="30" name="ZoneTexte 29">
              <a:extLst>
                <a:ext uri="{FF2B5EF4-FFF2-40B4-BE49-F238E27FC236}">
                  <a16:creationId xmlns:a16="http://schemas.microsoft.com/office/drawing/2014/main" id="{1510FC4D-245B-443C-8AAF-F8C55BBD879F}"/>
                </a:ext>
              </a:extLst>
            </p:cNvPr>
            <p:cNvSpPr txBox="1"/>
            <p:nvPr/>
          </p:nvSpPr>
          <p:spPr>
            <a:xfrm>
              <a:off x="6006500" y="1728216"/>
              <a:ext cx="1716350" cy="261610"/>
            </a:xfrm>
            <a:prstGeom prst="rect">
              <a:avLst/>
            </a:prstGeom>
            <a:noFill/>
            <a:ln>
              <a:solidFill>
                <a:schemeClr val="tx1"/>
              </a:solidFill>
            </a:ln>
          </p:spPr>
          <p:txBody>
            <a:bodyPr wrap="square" rtlCol="0">
              <a:spAutoFit/>
            </a:bodyPr>
            <a:lstStyle/>
            <a:p>
              <a:r>
                <a:rPr lang="en-US" sz="1100" b="1"/>
                <a:t>Top Management</a:t>
              </a:r>
            </a:p>
          </p:txBody>
        </p:sp>
      </p:grpSp>
      <p:grpSp>
        <p:nvGrpSpPr>
          <p:cNvPr id="6" name="Groupe 5">
            <a:extLst>
              <a:ext uri="{FF2B5EF4-FFF2-40B4-BE49-F238E27FC236}">
                <a16:creationId xmlns:a16="http://schemas.microsoft.com/office/drawing/2014/main" id="{E09ECD83-9857-4C7C-8A47-316BCBB02159}"/>
              </a:ext>
            </a:extLst>
          </p:cNvPr>
          <p:cNvGrpSpPr/>
          <p:nvPr/>
        </p:nvGrpSpPr>
        <p:grpSpPr>
          <a:xfrm>
            <a:off x="6864674" y="1931679"/>
            <a:ext cx="4064494" cy="2086643"/>
            <a:chOff x="6864674" y="1931679"/>
            <a:chExt cx="4064494" cy="2086643"/>
          </a:xfrm>
        </p:grpSpPr>
        <p:pic>
          <p:nvPicPr>
            <p:cNvPr id="10" name="Graphique 9" descr="Employé de bureau avec un remplissage uni">
              <a:extLst>
                <a:ext uri="{FF2B5EF4-FFF2-40B4-BE49-F238E27FC236}">
                  <a16:creationId xmlns:a16="http://schemas.microsoft.com/office/drawing/2014/main" id="{1873378A-7F70-462C-B33E-04028AD4252E}"/>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8476511" y="1931679"/>
              <a:ext cx="914400" cy="914400"/>
            </a:xfrm>
            <a:prstGeom prst="rect">
              <a:avLst/>
            </a:prstGeom>
          </p:spPr>
        </p:pic>
        <p:sp>
          <p:nvSpPr>
            <p:cNvPr id="24" name="Bulle narrative : ronde 23">
              <a:extLst>
                <a:ext uri="{FF2B5EF4-FFF2-40B4-BE49-F238E27FC236}">
                  <a16:creationId xmlns:a16="http://schemas.microsoft.com/office/drawing/2014/main" id="{D75FCC8E-3218-415C-83BE-FAB05157B2F9}"/>
                </a:ext>
              </a:extLst>
            </p:cNvPr>
            <p:cNvSpPr/>
            <p:nvPr/>
          </p:nvSpPr>
          <p:spPr>
            <a:xfrm>
              <a:off x="6864674" y="2894058"/>
              <a:ext cx="2927395" cy="1124264"/>
            </a:xfrm>
            <a:prstGeom prst="wedgeEllipseCallout">
              <a:avLst>
                <a:gd name="adj1" fmla="val 18194"/>
                <a:gd name="adj2" fmla="val -81863"/>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dirty="0">
                <a:solidFill>
                  <a:schemeClr val="tx1"/>
                </a:solidFill>
              </a:endParaRPr>
            </a:p>
          </p:txBody>
        </p:sp>
        <p:sp>
          <p:nvSpPr>
            <p:cNvPr id="31" name="ZoneTexte 30">
              <a:extLst>
                <a:ext uri="{FF2B5EF4-FFF2-40B4-BE49-F238E27FC236}">
                  <a16:creationId xmlns:a16="http://schemas.microsoft.com/office/drawing/2014/main" id="{ED22D590-DEE6-4E39-B7AF-9ADD426FBB6C}"/>
                </a:ext>
              </a:extLst>
            </p:cNvPr>
            <p:cNvSpPr txBox="1"/>
            <p:nvPr/>
          </p:nvSpPr>
          <p:spPr>
            <a:xfrm>
              <a:off x="9212818" y="2226499"/>
              <a:ext cx="1716350" cy="430887"/>
            </a:xfrm>
            <a:prstGeom prst="rect">
              <a:avLst/>
            </a:prstGeom>
            <a:noFill/>
            <a:ln>
              <a:solidFill>
                <a:schemeClr val="tx1"/>
              </a:solidFill>
            </a:ln>
          </p:spPr>
          <p:txBody>
            <a:bodyPr wrap="square" rtlCol="0">
              <a:spAutoFit/>
            </a:bodyPr>
            <a:lstStyle/>
            <a:p>
              <a:r>
                <a:rPr lang="en-US" sz="1100" b="1"/>
                <a:t>Non-sponsoring Hierarchy</a:t>
              </a:r>
            </a:p>
          </p:txBody>
        </p:sp>
      </p:grpSp>
      <p:grpSp>
        <p:nvGrpSpPr>
          <p:cNvPr id="15" name="Groupe 14">
            <a:extLst>
              <a:ext uri="{FF2B5EF4-FFF2-40B4-BE49-F238E27FC236}">
                <a16:creationId xmlns:a16="http://schemas.microsoft.com/office/drawing/2014/main" id="{2195ABEB-A47A-476F-BD5A-36D1F8F0DDD7}"/>
              </a:ext>
            </a:extLst>
          </p:cNvPr>
          <p:cNvGrpSpPr/>
          <p:nvPr/>
        </p:nvGrpSpPr>
        <p:grpSpPr>
          <a:xfrm>
            <a:off x="6864675" y="3963942"/>
            <a:ext cx="4370599" cy="1251591"/>
            <a:chOff x="6864675" y="3963942"/>
            <a:chExt cx="4370599" cy="1251591"/>
          </a:xfrm>
        </p:grpSpPr>
        <p:pic>
          <p:nvPicPr>
            <p:cNvPr id="22" name="Graphique 21" descr="Centre d’appels avec un remplissage uni">
              <a:extLst>
                <a:ext uri="{FF2B5EF4-FFF2-40B4-BE49-F238E27FC236}">
                  <a16:creationId xmlns:a16="http://schemas.microsoft.com/office/drawing/2014/main" id="{B9FD2C1C-1D83-4757-955C-206644A9417A}"/>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9390911" y="3963942"/>
              <a:ext cx="914400" cy="914400"/>
            </a:xfrm>
            <a:prstGeom prst="rect">
              <a:avLst/>
            </a:prstGeom>
          </p:spPr>
        </p:pic>
        <p:sp>
          <p:nvSpPr>
            <p:cNvPr id="25" name="Bulle narrative : ronde 24">
              <a:extLst>
                <a:ext uri="{FF2B5EF4-FFF2-40B4-BE49-F238E27FC236}">
                  <a16:creationId xmlns:a16="http://schemas.microsoft.com/office/drawing/2014/main" id="{D0608C4C-05D2-4758-93D3-0D1FF4329D94}"/>
                </a:ext>
              </a:extLst>
            </p:cNvPr>
            <p:cNvSpPr/>
            <p:nvPr/>
          </p:nvSpPr>
          <p:spPr>
            <a:xfrm>
              <a:off x="6864675" y="4149057"/>
              <a:ext cx="2854894" cy="1066476"/>
            </a:xfrm>
            <a:prstGeom prst="wedgeEllipseCallout">
              <a:avLst>
                <a:gd name="adj1" fmla="val 50534"/>
                <a:gd name="adj2" fmla="val -29018"/>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dirty="0">
                <a:solidFill>
                  <a:schemeClr val="tx1"/>
                </a:solidFill>
              </a:endParaRPr>
            </a:p>
          </p:txBody>
        </p:sp>
        <p:sp>
          <p:nvSpPr>
            <p:cNvPr id="33" name="ZoneTexte 32">
              <a:extLst>
                <a:ext uri="{FF2B5EF4-FFF2-40B4-BE49-F238E27FC236}">
                  <a16:creationId xmlns:a16="http://schemas.microsoft.com/office/drawing/2014/main" id="{8CFFA553-0601-4FFF-BBC8-CD85B3EB638A}"/>
                </a:ext>
              </a:extLst>
            </p:cNvPr>
            <p:cNvSpPr txBox="1"/>
            <p:nvPr/>
          </p:nvSpPr>
          <p:spPr>
            <a:xfrm>
              <a:off x="10111525" y="4251408"/>
              <a:ext cx="1123749" cy="769441"/>
            </a:xfrm>
            <a:prstGeom prst="rect">
              <a:avLst/>
            </a:prstGeom>
            <a:noFill/>
            <a:ln>
              <a:solidFill>
                <a:schemeClr val="tx1"/>
              </a:solidFill>
            </a:ln>
          </p:spPr>
          <p:txBody>
            <a:bodyPr wrap="square" rtlCol="0">
              <a:spAutoFit/>
            </a:bodyPr>
            <a:lstStyle/>
            <a:p>
              <a:r>
                <a:rPr lang="en-US" sz="1100" b="1"/>
                <a:t>Non-active members (passive consumers)</a:t>
              </a:r>
            </a:p>
          </p:txBody>
        </p:sp>
      </p:grpSp>
      <p:grpSp>
        <p:nvGrpSpPr>
          <p:cNvPr id="9" name="Groupe 8">
            <a:extLst>
              <a:ext uri="{FF2B5EF4-FFF2-40B4-BE49-F238E27FC236}">
                <a16:creationId xmlns:a16="http://schemas.microsoft.com/office/drawing/2014/main" id="{53C35C32-24B5-416A-A2FB-01E6E75CE72A}"/>
              </a:ext>
            </a:extLst>
          </p:cNvPr>
          <p:cNvGrpSpPr/>
          <p:nvPr/>
        </p:nvGrpSpPr>
        <p:grpSpPr>
          <a:xfrm>
            <a:off x="5855379" y="5346268"/>
            <a:ext cx="4449932" cy="1511732"/>
            <a:chOff x="5855379" y="5346268"/>
            <a:chExt cx="4449932" cy="1511732"/>
          </a:xfrm>
        </p:grpSpPr>
        <p:pic>
          <p:nvPicPr>
            <p:cNvPr id="14" name="Graphique 13" descr="Écolière avec un remplissage uni">
              <a:extLst>
                <a:ext uri="{FF2B5EF4-FFF2-40B4-BE49-F238E27FC236}">
                  <a16:creationId xmlns:a16="http://schemas.microsoft.com/office/drawing/2014/main" id="{FDEEA02B-36F7-4143-8074-7784E28E4CE0}"/>
                </a:ext>
              </a:extLst>
            </p:cNvPr>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8505817" y="5943600"/>
              <a:ext cx="914400" cy="914400"/>
            </a:xfrm>
            <a:prstGeom prst="rect">
              <a:avLst/>
            </a:prstGeom>
          </p:spPr>
        </p:pic>
        <p:sp>
          <p:nvSpPr>
            <p:cNvPr id="28" name="Bulle narrative : ronde 27">
              <a:extLst>
                <a:ext uri="{FF2B5EF4-FFF2-40B4-BE49-F238E27FC236}">
                  <a16:creationId xmlns:a16="http://schemas.microsoft.com/office/drawing/2014/main" id="{D768A063-CF71-4020-9886-E8D4EF1EF753}"/>
                </a:ext>
              </a:extLst>
            </p:cNvPr>
            <p:cNvSpPr/>
            <p:nvPr/>
          </p:nvSpPr>
          <p:spPr>
            <a:xfrm>
              <a:off x="5855379" y="5346268"/>
              <a:ext cx="2854894" cy="1149857"/>
            </a:xfrm>
            <a:prstGeom prst="wedgeEllipseCallout">
              <a:avLst>
                <a:gd name="adj1" fmla="val 54168"/>
                <a:gd name="adj2" fmla="val 28418"/>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dirty="0">
                <a:solidFill>
                  <a:schemeClr val="tx1"/>
                </a:solidFill>
              </a:endParaRPr>
            </a:p>
          </p:txBody>
        </p:sp>
        <p:sp>
          <p:nvSpPr>
            <p:cNvPr id="34" name="ZoneTexte 33">
              <a:extLst>
                <a:ext uri="{FF2B5EF4-FFF2-40B4-BE49-F238E27FC236}">
                  <a16:creationId xmlns:a16="http://schemas.microsoft.com/office/drawing/2014/main" id="{F78E7F57-B55C-43AD-AE6F-FF29C803B6EB}"/>
                </a:ext>
              </a:extLst>
            </p:cNvPr>
            <p:cNvSpPr txBox="1"/>
            <p:nvPr/>
          </p:nvSpPr>
          <p:spPr>
            <a:xfrm>
              <a:off x="9181562" y="6102060"/>
              <a:ext cx="1123749" cy="430887"/>
            </a:xfrm>
            <a:prstGeom prst="rect">
              <a:avLst/>
            </a:prstGeom>
            <a:noFill/>
            <a:ln>
              <a:solidFill>
                <a:schemeClr val="tx1"/>
              </a:solidFill>
            </a:ln>
          </p:spPr>
          <p:txBody>
            <a:bodyPr wrap="square" rtlCol="0">
              <a:spAutoFit/>
            </a:bodyPr>
            <a:lstStyle/>
            <a:p>
              <a:r>
                <a:rPr lang="en-US" sz="1100" b="1"/>
                <a:t>New members</a:t>
              </a:r>
            </a:p>
          </p:txBody>
        </p:sp>
      </p:grpSp>
      <p:grpSp>
        <p:nvGrpSpPr>
          <p:cNvPr id="7" name="Groupe 6">
            <a:extLst>
              <a:ext uri="{FF2B5EF4-FFF2-40B4-BE49-F238E27FC236}">
                <a16:creationId xmlns:a16="http://schemas.microsoft.com/office/drawing/2014/main" id="{7D9A6974-BAF1-421C-9626-F71120AD5115}"/>
              </a:ext>
            </a:extLst>
          </p:cNvPr>
          <p:cNvGrpSpPr/>
          <p:nvPr/>
        </p:nvGrpSpPr>
        <p:grpSpPr>
          <a:xfrm>
            <a:off x="1457861" y="5304208"/>
            <a:ext cx="4253194" cy="1663682"/>
            <a:chOff x="1457861" y="5304208"/>
            <a:chExt cx="4253194" cy="1663682"/>
          </a:xfrm>
        </p:grpSpPr>
        <p:pic>
          <p:nvPicPr>
            <p:cNvPr id="20" name="Graphique 19" descr="Enseignant avec un remplissage uni">
              <a:extLst>
                <a:ext uri="{FF2B5EF4-FFF2-40B4-BE49-F238E27FC236}">
                  <a16:creationId xmlns:a16="http://schemas.microsoft.com/office/drawing/2014/main" id="{0F4CD3F7-D239-4496-8623-9C3505348C19}"/>
                </a:ext>
              </a:extLst>
            </p:cNvPr>
            <p:cNvPicPr>
              <a:picLocks noChangeAspect="1"/>
            </p:cNvPicPr>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a:off x="2472431" y="6053490"/>
              <a:ext cx="914400" cy="914400"/>
            </a:xfrm>
            <a:prstGeom prst="rect">
              <a:avLst/>
            </a:prstGeom>
          </p:spPr>
        </p:pic>
        <p:sp>
          <p:nvSpPr>
            <p:cNvPr id="29" name="Bulle narrative : ronde 28">
              <a:extLst>
                <a:ext uri="{FF2B5EF4-FFF2-40B4-BE49-F238E27FC236}">
                  <a16:creationId xmlns:a16="http://schemas.microsoft.com/office/drawing/2014/main" id="{236CDA45-9E98-41B3-A52F-DEB25458C0CA}"/>
                </a:ext>
              </a:extLst>
            </p:cNvPr>
            <p:cNvSpPr/>
            <p:nvPr/>
          </p:nvSpPr>
          <p:spPr>
            <a:xfrm>
              <a:off x="2856161" y="5304208"/>
              <a:ext cx="2854894" cy="1149858"/>
            </a:xfrm>
            <a:prstGeom prst="wedgeEllipseCallout">
              <a:avLst>
                <a:gd name="adj1" fmla="val -42445"/>
                <a:gd name="adj2" fmla="val 45322"/>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dirty="0">
                <a:solidFill>
                  <a:schemeClr val="tx1"/>
                </a:solidFill>
              </a:endParaRPr>
            </a:p>
          </p:txBody>
        </p:sp>
        <p:sp>
          <p:nvSpPr>
            <p:cNvPr id="35" name="ZoneTexte 34">
              <a:extLst>
                <a:ext uri="{FF2B5EF4-FFF2-40B4-BE49-F238E27FC236}">
                  <a16:creationId xmlns:a16="http://schemas.microsoft.com/office/drawing/2014/main" id="{F8D44F00-547B-439F-86B8-C7796942D2B6}"/>
                </a:ext>
              </a:extLst>
            </p:cNvPr>
            <p:cNvSpPr txBox="1"/>
            <p:nvPr/>
          </p:nvSpPr>
          <p:spPr>
            <a:xfrm>
              <a:off x="1457861" y="6174334"/>
              <a:ext cx="1123749" cy="430887"/>
            </a:xfrm>
            <a:prstGeom prst="rect">
              <a:avLst/>
            </a:prstGeom>
            <a:noFill/>
            <a:ln>
              <a:solidFill>
                <a:schemeClr val="tx1"/>
              </a:solidFill>
            </a:ln>
          </p:spPr>
          <p:txBody>
            <a:bodyPr wrap="square" rtlCol="0">
              <a:spAutoFit/>
            </a:bodyPr>
            <a:lstStyle/>
            <a:p>
              <a:pPr algn="r"/>
              <a:r>
                <a:rPr lang="en-US" sz="1100" b="1"/>
                <a:t>Potential members</a:t>
              </a:r>
            </a:p>
          </p:txBody>
        </p:sp>
      </p:grpSp>
      <p:grpSp>
        <p:nvGrpSpPr>
          <p:cNvPr id="17" name="Groupe 16">
            <a:extLst>
              <a:ext uri="{FF2B5EF4-FFF2-40B4-BE49-F238E27FC236}">
                <a16:creationId xmlns:a16="http://schemas.microsoft.com/office/drawing/2014/main" id="{B85BBF98-A08E-4704-84B3-F62842AFA2CE}"/>
              </a:ext>
            </a:extLst>
          </p:cNvPr>
          <p:cNvGrpSpPr/>
          <p:nvPr/>
        </p:nvGrpSpPr>
        <p:grpSpPr>
          <a:xfrm>
            <a:off x="235074" y="3963942"/>
            <a:ext cx="4464491" cy="1110328"/>
            <a:chOff x="235074" y="3963942"/>
            <a:chExt cx="4464491" cy="1110328"/>
          </a:xfrm>
        </p:grpSpPr>
        <p:pic>
          <p:nvPicPr>
            <p:cNvPr id="16" name="Graphique 15" descr="Personne avec une idée avec un remplissage uni">
              <a:extLst>
                <a:ext uri="{FF2B5EF4-FFF2-40B4-BE49-F238E27FC236}">
                  <a16:creationId xmlns:a16="http://schemas.microsoft.com/office/drawing/2014/main" id="{D43A6A5C-7A82-49BC-8BD9-35C2B29F8115}"/>
                </a:ext>
              </a:extLst>
            </p:cNvPr>
            <p:cNvPicPr>
              <a:picLocks noChangeAspect="1"/>
            </p:cNvPicPr>
            <p:nvPr/>
          </p:nvPicPr>
          <p:blipFill>
            <a:blip r:embed="rId17">
              <a:extLst>
                <a:ext uri="{28A0092B-C50C-407E-A947-70E740481C1C}">
                  <a14:useLocalDpi xmlns:a14="http://schemas.microsoft.com/office/drawing/2010/main" val="0"/>
                </a:ext>
                <a:ext uri="{96DAC541-7B7A-43D3-8B79-37D633B846F1}">
                  <asvg:svgBlip xmlns:asvg="http://schemas.microsoft.com/office/drawing/2016/SVG/main" r:embed="rId18"/>
                </a:ext>
              </a:extLst>
            </a:blip>
            <a:stretch>
              <a:fillRect/>
            </a:stretch>
          </p:blipFill>
          <p:spPr>
            <a:xfrm>
              <a:off x="906464" y="3963942"/>
              <a:ext cx="1102794" cy="1102794"/>
            </a:xfrm>
            <a:prstGeom prst="rect">
              <a:avLst/>
            </a:prstGeom>
          </p:spPr>
        </p:pic>
        <p:sp>
          <p:nvSpPr>
            <p:cNvPr id="26" name="Bulle narrative : ronde 25">
              <a:extLst>
                <a:ext uri="{FF2B5EF4-FFF2-40B4-BE49-F238E27FC236}">
                  <a16:creationId xmlns:a16="http://schemas.microsoft.com/office/drawing/2014/main" id="{D5DF8230-B871-4BF3-B438-E6AAF81611B9}"/>
                </a:ext>
              </a:extLst>
            </p:cNvPr>
            <p:cNvSpPr/>
            <p:nvPr/>
          </p:nvSpPr>
          <p:spPr>
            <a:xfrm>
              <a:off x="1844671" y="4159870"/>
              <a:ext cx="2854894" cy="914400"/>
            </a:xfrm>
            <a:prstGeom prst="wedgeEllipseCallout">
              <a:avLst>
                <a:gd name="adj1" fmla="val -61102"/>
                <a:gd name="adj2" fmla="val 6487"/>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dirty="0">
                <a:solidFill>
                  <a:schemeClr val="tx1"/>
                </a:solidFill>
              </a:endParaRPr>
            </a:p>
          </p:txBody>
        </p:sp>
        <p:sp>
          <p:nvSpPr>
            <p:cNvPr id="36" name="ZoneTexte 35">
              <a:extLst>
                <a:ext uri="{FF2B5EF4-FFF2-40B4-BE49-F238E27FC236}">
                  <a16:creationId xmlns:a16="http://schemas.microsoft.com/office/drawing/2014/main" id="{C2D08447-B3DC-4EE7-8FC9-8EF2CD9F26B9}"/>
                </a:ext>
              </a:extLst>
            </p:cNvPr>
            <p:cNvSpPr txBox="1"/>
            <p:nvPr/>
          </p:nvSpPr>
          <p:spPr>
            <a:xfrm>
              <a:off x="235074" y="4515339"/>
              <a:ext cx="867747" cy="430887"/>
            </a:xfrm>
            <a:prstGeom prst="rect">
              <a:avLst/>
            </a:prstGeom>
            <a:noFill/>
            <a:ln>
              <a:solidFill>
                <a:schemeClr val="tx1"/>
              </a:solidFill>
            </a:ln>
          </p:spPr>
          <p:txBody>
            <a:bodyPr wrap="square" rtlCol="0">
              <a:spAutoFit/>
            </a:bodyPr>
            <a:lstStyle/>
            <a:p>
              <a:pPr algn="r"/>
              <a:r>
                <a:rPr lang="en-US" sz="1100" b="1"/>
                <a:t>Active members</a:t>
              </a:r>
            </a:p>
          </p:txBody>
        </p:sp>
      </p:grpSp>
      <p:grpSp>
        <p:nvGrpSpPr>
          <p:cNvPr id="19" name="Groupe 18">
            <a:extLst>
              <a:ext uri="{FF2B5EF4-FFF2-40B4-BE49-F238E27FC236}">
                <a16:creationId xmlns:a16="http://schemas.microsoft.com/office/drawing/2014/main" id="{06DE4EE9-966B-44D0-B18A-FC567D7389B4}"/>
              </a:ext>
            </a:extLst>
          </p:cNvPr>
          <p:cNvGrpSpPr/>
          <p:nvPr/>
        </p:nvGrpSpPr>
        <p:grpSpPr>
          <a:xfrm>
            <a:off x="6205945" y="3823518"/>
            <a:ext cx="809720" cy="682202"/>
            <a:chOff x="6205945" y="3823518"/>
            <a:chExt cx="809720" cy="682202"/>
          </a:xfrm>
        </p:grpSpPr>
        <p:pic>
          <p:nvPicPr>
            <p:cNvPr id="38" name="Graphique 37" descr="Base de données avec un remplissage uni">
              <a:extLst>
                <a:ext uri="{FF2B5EF4-FFF2-40B4-BE49-F238E27FC236}">
                  <a16:creationId xmlns:a16="http://schemas.microsoft.com/office/drawing/2014/main" id="{412F7192-DE4A-4A52-BFFB-91CBC46BF504}"/>
                </a:ext>
              </a:extLst>
            </p:cNvPr>
            <p:cNvPicPr>
              <a:picLocks noChangeAspect="1"/>
            </p:cNvPicPr>
            <p:nvPr/>
          </p:nvPicPr>
          <p:blipFill>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a:off x="6373299" y="4013039"/>
              <a:ext cx="492681" cy="492681"/>
            </a:xfrm>
            <a:prstGeom prst="rect">
              <a:avLst/>
            </a:prstGeom>
          </p:spPr>
        </p:pic>
        <p:sp>
          <p:nvSpPr>
            <p:cNvPr id="42" name="ZoneTexte 41">
              <a:extLst>
                <a:ext uri="{FF2B5EF4-FFF2-40B4-BE49-F238E27FC236}">
                  <a16:creationId xmlns:a16="http://schemas.microsoft.com/office/drawing/2014/main" id="{07C534C9-D0DD-4B1F-A3A4-84F2465CBB95}"/>
                </a:ext>
              </a:extLst>
            </p:cNvPr>
            <p:cNvSpPr txBox="1"/>
            <p:nvPr/>
          </p:nvSpPr>
          <p:spPr>
            <a:xfrm>
              <a:off x="6205945" y="3823518"/>
              <a:ext cx="809720" cy="261610"/>
            </a:xfrm>
            <a:prstGeom prst="rect">
              <a:avLst/>
            </a:prstGeom>
            <a:noFill/>
          </p:spPr>
          <p:txBody>
            <a:bodyPr wrap="square" rtlCol="0">
              <a:spAutoFit/>
            </a:bodyPr>
            <a:lstStyle/>
            <a:p>
              <a:pPr algn="ctr"/>
              <a:r>
                <a:rPr lang="en-US" sz="1100" b="1">
                  <a:solidFill>
                    <a:schemeClr val="accent1"/>
                  </a:solidFill>
                </a:rPr>
                <a:t>Content</a:t>
              </a:r>
            </a:p>
          </p:txBody>
        </p:sp>
      </p:grpSp>
      <p:grpSp>
        <p:nvGrpSpPr>
          <p:cNvPr id="3" name="Groupe 2">
            <a:extLst>
              <a:ext uri="{FF2B5EF4-FFF2-40B4-BE49-F238E27FC236}">
                <a16:creationId xmlns:a16="http://schemas.microsoft.com/office/drawing/2014/main" id="{3D39019E-7BD6-4CBA-8320-531F10195AC4}"/>
              </a:ext>
            </a:extLst>
          </p:cNvPr>
          <p:cNvGrpSpPr/>
          <p:nvPr/>
        </p:nvGrpSpPr>
        <p:grpSpPr>
          <a:xfrm>
            <a:off x="1102821" y="1922090"/>
            <a:ext cx="3648482" cy="1980066"/>
            <a:chOff x="1102821" y="1922090"/>
            <a:chExt cx="3648482" cy="1980066"/>
          </a:xfrm>
        </p:grpSpPr>
        <p:sp>
          <p:nvSpPr>
            <p:cNvPr id="23" name="Bulle narrative : ronde 22">
              <a:extLst>
                <a:ext uri="{FF2B5EF4-FFF2-40B4-BE49-F238E27FC236}">
                  <a16:creationId xmlns:a16="http://schemas.microsoft.com/office/drawing/2014/main" id="{F668F72A-4083-4823-B527-DDE8D41848D5}"/>
                </a:ext>
              </a:extLst>
            </p:cNvPr>
            <p:cNvSpPr/>
            <p:nvPr/>
          </p:nvSpPr>
          <p:spPr>
            <a:xfrm>
              <a:off x="1896409" y="2878422"/>
              <a:ext cx="2854894" cy="1023734"/>
            </a:xfrm>
            <a:prstGeom prst="wedgeEllipseCallout">
              <a:avLst>
                <a:gd name="adj1" fmla="val -21610"/>
                <a:gd name="adj2" fmla="val -62926"/>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dirty="0">
                <a:solidFill>
                  <a:schemeClr val="tx1"/>
                </a:solidFill>
              </a:endParaRPr>
            </a:p>
          </p:txBody>
        </p:sp>
        <p:sp>
          <p:nvSpPr>
            <p:cNvPr id="32" name="ZoneTexte 31">
              <a:extLst>
                <a:ext uri="{FF2B5EF4-FFF2-40B4-BE49-F238E27FC236}">
                  <a16:creationId xmlns:a16="http://schemas.microsoft.com/office/drawing/2014/main" id="{ADDCE6CC-3E65-478D-9FC4-360B4B0F9CBF}"/>
                </a:ext>
              </a:extLst>
            </p:cNvPr>
            <p:cNvSpPr txBox="1"/>
            <p:nvPr/>
          </p:nvSpPr>
          <p:spPr>
            <a:xfrm>
              <a:off x="1102821" y="2379290"/>
              <a:ext cx="1369610" cy="261610"/>
            </a:xfrm>
            <a:prstGeom prst="rect">
              <a:avLst/>
            </a:prstGeom>
            <a:noFill/>
            <a:ln>
              <a:solidFill>
                <a:schemeClr val="tx1"/>
              </a:solidFill>
            </a:ln>
          </p:spPr>
          <p:txBody>
            <a:bodyPr wrap="square" rtlCol="0">
              <a:spAutoFit/>
            </a:bodyPr>
            <a:lstStyle/>
            <a:p>
              <a:pPr algn="r"/>
              <a:r>
                <a:rPr lang="en-US" sz="1100" b="1" dirty="0"/>
                <a:t>Sponsors</a:t>
              </a:r>
            </a:p>
          </p:txBody>
        </p:sp>
        <p:grpSp>
          <p:nvGrpSpPr>
            <p:cNvPr id="13" name="Groupe 12">
              <a:extLst>
                <a:ext uri="{FF2B5EF4-FFF2-40B4-BE49-F238E27FC236}">
                  <a16:creationId xmlns:a16="http://schemas.microsoft.com/office/drawing/2014/main" id="{E31B2484-2D63-4DEF-8CC8-0DD23D7AD9E9}"/>
                </a:ext>
              </a:extLst>
            </p:cNvPr>
            <p:cNvGrpSpPr/>
            <p:nvPr/>
          </p:nvGrpSpPr>
          <p:grpSpPr>
            <a:xfrm>
              <a:off x="2282977" y="1922090"/>
              <a:ext cx="914400" cy="914400"/>
              <a:chOff x="2472431" y="1931679"/>
              <a:chExt cx="914400" cy="914400"/>
            </a:xfrm>
          </p:grpSpPr>
          <p:pic>
            <p:nvPicPr>
              <p:cNvPr id="12" name="Graphique 11" descr="Employée de bureau avec un remplissage uni">
                <a:extLst>
                  <a:ext uri="{FF2B5EF4-FFF2-40B4-BE49-F238E27FC236}">
                    <a16:creationId xmlns:a16="http://schemas.microsoft.com/office/drawing/2014/main" id="{DEA9B1B1-6F76-4301-98B6-BA43279B42FC}"/>
                  </a:ext>
                </a:extLst>
              </p:cNvPr>
              <p:cNvPicPr>
                <a:picLocks noChangeAspect="1"/>
              </p:cNvPicPr>
              <p:nvPr/>
            </p:nvPicPr>
            <p:blipFill>
              <a:blip r:embed="rId21">
                <a:extLst>
                  <a:ext uri="{28A0092B-C50C-407E-A947-70E740481C1C}">
                    <a14:useLocalDpi xmlns:a14="http://schemas.microsoft.com/office/drawing/2010/main" val="0"/>
                  </a:ext>
                  <a:ext uri="{96DAC541-7B7A-43D3-8B79-37D633B846F1}">
                    <asvg:svgBlip xmlns:asvg="http://schemas.microsoft.com/office/drawing/2016/SVG/main" r:embed="rId22"/>
                  </a:ext>
                </a:extLst>
              </a:blip>
              <a:stretch>
                <a:fillRect/>
              </a:stretch>
            </p:blipFill>
            <p:spPr>
              <a:xfrm>
                <a:off x="2472431" y="1931679"/>
                <a:ext cx="914400" cy="914400"/>
              </a:xfrm>
              <a:prstGeom prst="rect">
                <a:avLst/>
              </a:prstGeom>
            </p:spPr>
          </p:pic>
          <p:pic>
            <p:nvPicPr>
              <p:cNvPr id="11" name="Graphique 10" descr="Euro avec un remplissage uni">
                <a:extLst>
                  <a:ext uri="{FF2B5EF4-FFF2-40B4-BE49-F238E27FC236}">
                    <a16:creationId xmlns:a16="http://schemas.microsoft.com/office/drawing/2014/main" id="{2A0CC82B-6AE0-4760-B994-AF99B13B466E}"/>
                  </a:ext>
                </a:extLst>
              </p:cNvPr>
              <p:cNvPicPr>
                <a:picLocks noChangeAspect="1"/>
              </p:cNvPicPr>
              <p:nvPr/>
            </p:nvPicPr>
            <p:blipFill>
              <a:blip r:embed="rId23">
                <a:extLst>
                  <a:ext uri="{28A0092B-C50C-407E-A947-70E740481C1C}">
                    <a14:useLocalDpi xmlns:a14="http://schemas.microsoft.com/office/drawing/2010/main" val="0"/>
                  </a:ext>
                  <a:ext uri="{96DAC541-7B7A-43D3-8B79-37D633B846F1}">
                    <asvg:svgBlip xmlns:asvg="http://schemas.microsoft.com/office/drawing/2016/SVG/main" r:embed="rId24"/>
                  </a:ext>
                </a:extLst>
              </a:blip>
              <a:stretch>
                <a:fillRect/>
              </a:stretch>
            </p:blipFill>
            <p:spPr>
              <a:xfrm>
                <a:off x="2837714" y="2492740"/>
                <a:ext cx="167927" cy="167927"/>
              </a:xfrm>
              <a:prstGeom prst="rect">
                <a:avLst/>
              </a:prstGeom>
            </p:spPr>
          </p:pic>
        </p:grpSp>
      </p:grpSp>
      <p:grpSp>
        <p:nvGrpSpPr>
          <p:cNvPr id="21" name="Groupe 20">
            <a:extLst>
              <a:ext uri="{FF2B5EF4-FFF2-40B4-BE49-F238E27FC236}">
                <a16:creationId xmlns:a16="http://schemas.microsoft.com/office/drawing/2014/main" id="{A71DF05B-E9AD-4737-B058-565F5B36B76D}"/>
              </a:ext>
            </a:extLst>
          </p:cNvPr>
          <p:cNvGrpSpPr/>
          <p:nvPr/>
        </p:nvGrpSpPr>
        <p:grpSpPr>
          <a:xfrm>
            <a:off x="4672813" y="3817432"/>
            <a:ext cx="721543" cy="670233"/>
            <a:chOff x="4672813" y="3817432"/>
            <a:chExt cx="721543" cy="670233"/>
          </a:xfrm>
        </p:grpSpPr>
        <p:sp>
          <p:nvSpPr>
            <p:cNvPr id="41" name="ZoneTexte 40">
              <a:extLst>
                <a:ext uri="{FF2B5EF4-FFF2-40B4-BE49-F238E27FC236}">
                  <a16:creationId xmlns:a16="http://schemas.microsoft.com/office/drawing/2014/main" id="{AF150199-8856-40CC-B8CD-73C8E9CFEB74}"/>
                </a:ext>
              </a:extLst>
            </p:cNvPr>
            <p:cNvSpPr txBox="1"/>
            <p:nvPr/>
          </p:nvSpPr>
          <p:spPr>
            <a:xfrm>
              <a:off x="4672813" y="3817432"/>
              <a:ext cx="721543" cy="261610"/>
            </a:xfrm>
            <a:prstGeom prst="rect">
              <a:avLst/>
            </a:prstGeom>
            <a:noFill/>
          </p:spPr>
          <p:txBody>
            <a:bodyPr wrap="square" rtlCol="0">
              <a:spAutoFit/>
            </a:bodyPr>
            <a:lstStyle/>
            <a:p>
              <a:pPr algn="ctr"/>
              <a:r>
                <a:rPr lang="en-US" sz="1100" b="1">
                  <a:solidFill>
                    <a:schemeClr val="accent1"/>
                  </a:solidFill>
                </a:rPr>
                <a:t>Value</a:t>
              </a:r>
            </a:p>
          </p:txBody>
        </p:sp>
        <p:pic>
          <p:nvPicPr>
            <p:cNvPr id="37" name="Graphique 36" descr="Signe pouce en haut avec un remplissage uni">
              <a:extLst>
                <a:ext uri="{FF2B5EF4-FFF2-40B4-BE49-F238E27FC236}">
                  <a16:creationId xmlns:a16="http://schemas.microsoft.com/office/drawing/2014/main" id="{2A18EFB6-2815-4C2E-AB11-3C8DDE64ACCE}"/>
                </a:ext>
              </a:extLst>
            </p:cNvPr>
            <p:cNvPicPr>
              <a:picLocks noChangeAspect="1"/>
            </p:cNvPicPr>
            <p:nvPr/>
          </p:nvPicPr>
          <p:blipFill>
            <a:blip r:embed="rId25">
              <a:extLst>
                <a:ext uri="{28A0092B-C50C-407E-A947-70E740481C1C}">
                  <a14:useLocalDpi xmlns:a14="http://schemas.microsoft.com/office/drawing/2010/main" val="0"/>
                </a:ext>
                <a:ext uri="{96DAC541-7B7A-43D3-8B79-37D633B846F1}">
                  <asvg:svgBlip xmlns:asvg="http://schemas.microsoft.com/office/drawing/2016/SVG/main" r:embed="rId26"/>
                </a:ext>
              </a:extLst>
            </a:blip>
            <a:stretch>
              <a:fillRect/>
            </a:stretch>
          </p:blipFill>
          <p:spPr>
            <a:xfrm>
              <a:off x="4825631" y="3963942"/>
              <a:ext cx="523723" cy="523723"/>
            </a:xfrm>
            <a:prstGeom prst="rect">
              <a:avLst/>
            </a:prstGeom>
          </p:spPr>
        </p:pic>
      </p:grpSp>
      <p:sp>
        <p:nvSpPr>
          <p:cNvPr id="39" name="ZoneTexte 38">
            <a:extLst>
              <a:ext uri="{FF2B5EF4-FFF2-40B4-BE49-F238E27FC236}">
                <a16:creationId xmlns:a16="http://schemas.microsoft.com/office/drawing/2014/main" id="{5358D46D-0BA3-4B78-8870-E800E8FC2978}"/>
              </a:ext>
            </a:extLst>
          </p:cNvPr>
          <p:cNvSpPr txBox="1"/>
          <p:nvPr/>
        </p:nvSpPr>
        <p:spPr>
          <a:xfrm>
            <a:off x="4992733" y="4878342"/>
            <a:ext cx="1716350" cy="430887"/>
          </a:xfrm>
          <a:prstGeom prst="rect">
            <a:avLst/>
          </a:prstGeom>
          <a:noFill/>
        </p:spPr>
        <p:txBody>
          <a:bodyPr wrap="square" rtlCol="0">
            <a:spAutoFit/>
          </a:bodyPr>
          <a:lstStyle/>
          <a:p>
            <a:pPr algn="ctr"/>
            <a:r>
              <a:rPr lang="en-US" sz="1100" b="1">
                <a:solidFill>
                  <a:schemeClr val="accent1"/>
                </a:solidFill>
              </a:rPr>
              <a:t>Corporate Community Booster</a:t>
            </a:r>
          </a:p>
        </p:txBody>
      </p:sp>
      <p:sp>
        <p:nvSpPr>
          <p:cNvPr id="44" name="Rectangle 43">
            <a:extLst>
              <a:ext uri="{FF2B5EF4-FFF2-40B4-BE49-F238E27FC236}">
                <a16:creationId xmlns:a16="http://schemas.microsoft.com/office/drawing/2014/main" id="{D9DCABE2-BE94-4EA4-9F10-E1E6A1CA04E7}"/>
              </a:ext>
            </a:extLst>
          </p:cNvPr>
          <p:cNvSpPr/>
          <p:nvPr/>
        </p:nvSpPr>
        <p:spPr>
          <a:xfrm>
            <a:off x="2228340" y="3140376"/>
            <a:ext cx="442254" cy="434098"/>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1100" dirty="0">
              <a:solidFill>
                <a:schemeClr val="tx1"/>
              </a:solidFill>
            </a:endParaRPr>
          </a:p>
        </p:txBody>
      </p:sp>
      <p:sp>
        <p:nvSpPr>
          <p:cNvPr id="45" name="Rectangle 44">
            <a:extLst>
              <a:ext uri="{FF2B5EF4-FFF2-40B4-BE49-F238E27FC236}">
                <a16:creationId xmlns:a16="http://schemas.microsoft.com/office/drawing/2014/main" id="{FA02316C-EF58-45F1-8A8A-00BDA22CC112}"/>
              </a:ext>
            </a:extLst>
          </p:cNvPr>
          <p:cNvSpPr/>
          <p:nvPr/>
        </p:nvSpPr>
        <p:spPr>
          <a:xfrm>
            <a:off x="2778831" y="3156464"/>
            <a:ext cx="442254" cy="434098"/>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1100" dirty="0">
              <a:solidFill>
                <a:schemeClr val="tx1"/>
              </a:solidFill>
            </a:endParaRPr>
          </a:p>
        </p:txBody>
      </p:sp>
      <p:sp>
        <p:nvSpPr>
          <p:cNvPr id="46" name="Rectangle 45">
            <a:extLst>
              <a:ext uri="{FF2B5EF4-FFF2-40B4-BE49-F238E27FC236}">
                <a16:creationId xmlns:a16="http://schemas.microsoft.com/office/drawing/2014/main" id="{CC369F2F-AF18-4266-90E0-0BC51AFC5E2D}"/>
              </a:ext>
            </a:extLst>
          </p:cNvPr>
          <p:cNvSpPr/>
          <p:nvPr/>
        </p:nvSpPr>
        <p:spPr>
          <a:xfrm>
            <a:off x="3117593" y="2186610"/>
            <a:ext cx="442254" cy="434098"/>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1100" dirty="0">
              <a:solidFill>
                <a:schemeClr val="tx1"/>
              </a:solidFill>
            </a:endParaRPr>
          </a:p>
        </p:txBody>
      </p:sp>
      <p:sp>
        <p:nvSpPr>
          <p:cNvPr id="47" name="Rectangle 46">
            <a:extLst>
              <a:ext uri="{FF2B5EF4-FFF2-40B4-BE49-F238E27FC236}">
                <a16:creationId xmlns:a16="http://schemas.microsoft.com/office/drawing/2014/main" id="{0167950B-52A3-4297-9CCD-54234D73DD2A}"/>
              </a:ext>
            </a:extLst>
          </p:cNvPr>
          <p:cNvSpPr/>
          <p:nvPr/>
        </p:nvSpPr>
        <p:spPr>
          <a:xfrm>
            <a:off x="8185150" y="2256735"/>
            <a:ext cx="442254" cy="434098"/>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1100" dirty="0">
              <a:solidFill>
                <a:schemeClr val="tx1"/>
              </a:solidFill>
            </a:endParaRPr>
          </a:p>
        </p:txBody>
      </p:sp>
    </p:spTree>
    <p:custDataLst>
      <p:tags r:id="rId1"/>
    </p:custDataLst>
    <p:extLst>
      <p:ext uri="{BB962C8B-B14F-4D97-AF65-F5344CB8AC3E}">
        <p14:creationId xmlns:p14="http://schemas.microsoft.com/office/powerpoint/2010/main" val="3944090272"/>
      </p:ext>
    </p:extLst>
  </p:cSld>
  <p:clrMapOvr>
    <a:masterClrMapping/>
  </p:clrMapOvr>
  <mc:AlternateContent xmlns:mc="http://schemas.openxmlformats.org/markup-compatibility/2006" xmlns:p14="http://schemas.microsoft.com/office/powerpoint/2010/main">
    <mc:Choice Requires="p14">
      <p:transition spd="slow" p14:dur="2000" advTm="178777"/>
    </mc:Choice>
    <mc:Fallback xmlns="">
      <p:transition spd="slow" advTm="178777"/>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5"/>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7"/>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5"/>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39"/>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19"/>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21"/>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nodeType="clickEffect">
                                  <p:stCondLst>
                                    <p:cond delay="0"/>
                                  </p:stCondLst>
                                  <p:childTnLst>
                                    <p:set>
                                      <p:cBhvr>
                                        <p:cTn id="48"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 grpId="0"/>
    </p:bld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lumMod val="65000"/>
          </a:schemeClr>
        </a:solid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CDF0449-0101-4A20-8A9E-6D58CF746928}"/>
              </a:ext>
            </a:extLst>
          </p:cNvPr>
          <p:cNvSpPr>
            <a:spLocks noGrp="1"/>
          </p:cNvSpPr>
          <p:nvPr>
            <p:ph type="title"/>
          </p:nvPr>
        </p:nvSpPr>
        <p:spPr/>
        <p:txBody>
          <a:bodyPr>
            <a:normAutofit fontScale="90000"/>
          </a:bodyPr>
          <a:lstStyle/>
          <a:p>
            <a:r>
              <a:rPr lang="en-US" dirty="0"/>
              <a:t>Exercise #C2</a:t>
            </a:r>
            <a:br>
              <a:rPr lang="en-US" dirty="0"/>
            </a:br>
            <a:r>
              <a:rPr lang="en-US" dirty="0"/>
              <a:t>Brainstorm ideas on how you would get clicks on your Community content</a:t>
            </a:r>
          </a:p>
        </p:txBody>
      </p:sp>
      <p:sp>
        <p:nvSpPr>
          <p:cNvPr id="5" name="Espace réservé du contenu 2">
            <a:extLst>
              <a:ext uri="{FF2B5EF4-FFF2-40B4-BE49-F238E27FC236}">
                <a16:creationId xmlns:a16="http://schemas.microsoft.com/office/drawing/2014/main" id="{79527B8B-5DE6-4081-81CB-4EA3E707D6B3}"/>
              </a:ext>
            </a:extLst>
          </p:cNvPr>
          <p:cNvSpPr txBox="1">
            <a:spLocks/>
          </p:cNvSpPr>
          <p:nvPr/>
        </p:nvSpPr>
        <p:spPr>
          <a:xfrm>
            <a:off x="6836022" y="2426350"/>
            <a:ext cx="4429704" cy="4033003"/>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sz="1200" dirty="0">
                <a:solidFill>
                  <a:schemeClr val="accent1"/>
                </a:solidFill>
              </a:rPr>
              <a:t>Catchy titles</a:t>
            </a:r>
          </a:p>
          <a:p>
            <a:pPr marL="0" indent="0" algn="ctr">
              <a:buFont typeface="Arial" panose="020B0604020202020204" pitchFamily="34" charset="0"/>
              <a:buNone/>
            </a:pPr>
            <a:endParaRPr lang="en-US" sz="800" dirty="0"/>
          </a:p>
        </p:txBody>
      </p:sp>
      <p:grpSp>
        <p:nvGrpSpPr>
          <p:cNvPr id="9" name="Groupe 8">
            <a:extLst>
              <a:ext uri="{FF2B5EF4-FFF2-40B4-BE49-F238E27FC236}">
                <a16:creationId xmlns:a16="http://schemas.microsoft.com/office/drawing/2014/main" id="{7C3B9C45-30FA-4A36-96C2-0BB2FF0F2C21}"/>
              </a:ext>
            </a:extLst>
          </p:cNvPr>
          <p:cNvGrpSpPr/>
          <p:nvPr/>
        </p:nvGrpSpPr>
        <p:grpSpPr>
          <a:xfrm>
            <a:off x="84637" y="2891204"/>
            <a:ext cx="2298307" cy="1179576"/>
            <a:chOff x="92908" y="2465509"/>
            <a:chExt cx="2298307" cy="1179576"/>
          </a:xfrm>
        </p:grpSpPr>
        <p:sp>
          <p:nvSpPr>
            <p:cNvPr id="13" name="Rectangle 12">
              <a:extLst>
                <a:ext uri="{FF2B5EF4-FFF2-40B4-BE49-F238E27FC236}">
                  <a16:creationId xmlns:a16="http://schemas.microsoft.com/office/drawing/2014/main" id="{0BBCFE1A-DEBB-4A8A-A027-1D700F02B891}"/>
                </a:ext>
              </a:extLst>
            </p:cNvPr>
            <p:cNvSpPr/>
            <p:nvPr/>
          </p:nvSpPr>
          <p:spPr>
            <a:xfrm>
              <a:off x="180664" y="2465509"/>
              <a:ext cx="2210551" cy="117957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fr-FR" dirty="0">
                <a:solidFill>
                  <a:schemeClr val="bg1"/>
                </a:solidFill>
              </a:endParaRPr>
            </a:p>
            <a:p>
              <a:pPr algn="r"/>
              <a:r>
                <a:rPr lang="fr-FR" dirty="0">
                  <a:solidFill>
                    <a:schemeClr val="bg1"/>
                  </a:solidFill>
                </a:rPr>
                <a:t>LOOK </a:t>
              </a:r>
              <a:r>
                <a:rPr lang="fr-FR" b="1" dirty="0">
                  <a:solidFill>
                    <a:schemeClr val="bg1"/>
                  </a:solidFill>
                </a:rPr>
                <a:t>HERE </a:t>
              </a:r>
            </a:p>
            <a:p>
              <a:pPr algn="r"/>
              <a:r>
                <a:rPr lang="fr-FR" dirty="0">
                  <a:solidFill>
                    <a:schemeClr val="bg1"/>
                  </a:solidFill>
                </a:rPr>
                <a:t>IN THIS</a:t>
              </a:r>
            </a:p>
            <a:p>
              <a:pPr algn="r"/>
              <a:r>
                <a:rPr lang="fr-FR" dirty="0">
                  <a:solidFill>
                    <a:schemeClr val="bg1"/>
                  </a:solidFill>
                </a:rPr>
                <a:t>THUMBNAIL</a:t>
              </a:r>
            </a:p>
          </p:txBody>
        </p:sp>
        <p:pic>
          <p:nvPicPr>
            <p:cNvPr id="11" name="Graphique 10" descr="Visage surpris à remplissage uni avec un remplissage uni">
              <a:extLst>
                <a:ext uri="{FF2B5EF4-FFF2-40B4-BE49-F238E27FC236}">
                  <a16:creationId xmlns:a16="http://schemas.microsoft.com/office/drawing/2014/main" id="{30746904-BE74-40F0-9937-C36015A67E99}"/>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2908" y="2616317"/>
              <a:ext cx="922749" cy="922749"/>
            </a:xfrm>
            <a:prstGeom prst="rect">
              <a:avLst/>
            </a:prstGeom>
          </p:spPr>
        </p:pic>
      </p:grpSp>
      <p:sp>
        <p:nvSpPr>
          <p:cNvPr id="20" name="Rectangle 19">
            <a:extLst>
              <a:ext uri="{FF2B5EF4-FFF2-40B4-BE49-F238E27FC236}">
                <a16:creationId xmlns:a16="http://schemas.microsoft.com/office/drawing/2014/main" id="{A3D76D48-D299-45BE-B361-0468D98640A0}"/>
              </a:ext>
            </a:extLst>
          </p:cNvPr>
          <p:cNvSpPr/>
          <p:nvPr/>
        </p:nvSpPr>
        <p:spPr>
          <a:xfrm>
            <a:off x="7077100" y="2891204"/>
            <a:ext cx="880480" cy="864243"/>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fontScale="62500" lnSpcReduction="20000"/>
          </a:bodyPr>
          <a:lstStyle/>
          <a:p>
            <a:pPr algn="ctr"/>
            <a:r>
              <a:rPr lang="en-US" sz="1100" dirty="0">
                <a:solidFill>
                  <a:schemeClr val="tx1"/>
                </a:solidFill>
              </a:rPr>
              <a:t>Example :</a:t>
            </a:r>
          </a:p>
          <a:p>
            <a:pPr algn="ctr"/>
            <a:endParaRPr lang="en-US" sz="1100" dirty="0">
              <a:solidFill>
                <a:schemeClr val="tx1"/>
              </a:solidFill>
            </a:endParaRPr>
          </a:p>
          <a:p>
            <a:pPr algn="ctr"/>
            <a:r>
              <a:rPr lang="en-US" sz="1100" dirty="0">
                <a:solidFill>
                  <a:schemeClr val="tx1"/>
                </a:solidFill>
              </a:rPr>
              <a:t> Everything you need to know about our Community in 5 minutes</a:t>
            </a:r>
          </a:p>
        </p:txBody>
      </p:sp>
      <p:sp>
        <p:nvSpPr>
          <p:cNvPr id="21" name="Rectangle 20">
            <a:extLst>
              <a:ext uri="{FF2B5EF4-FFF2-40B4-BE49-F238E27FC236}">
                <a16:creationId xmlns:a16="http://schemas.microsoft.com/office/drawing/2014/main" id="{2F22B5B9-ADB8-4D9F-935D-3B404B4CC7FA}"/>
              </a:ext>
            </a:extLst>
          </p:cNvPr>
          <p:cNvSpPr/>
          <p:nvPr/>
        </p:nvSpPr>
        <p:spPr>
          <a:xfrm>
            <a:off x="2470700" y="3042012"/>
            <a:ext cx="880480" cy="864243"/>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fontScale="85000" lnSpcReduction="10000"/>
          </a:bodyPr>
          <a:lstStyle/>
          <a:p>
            <a:pPr algn="ctr"/>
            <a:r>
              <a:rPr lang="en-US" sz="1100" dirty="0">
                <a:solidFill>
                  <a:schemeClr val="tx1"/>
                </a:solidFill>
              </a:rPr>
              <a:t>Example : </a:t>
            </a:r>
          </a:p>
          <a:p>
            <a:pPr algn="ctr"/>
            <a:r>
              <a:rPr lang="en-US" sz="1100" dirty="0">
                <a:solidFill>
                  <a:schemeClr val="tx1"/>
                </a:solidFill>
              </a:rPr>
              <a:t>Add John’s image in the thumbnails (people love John)</a:t>
            </a:r>
          </a:p>
        </p:txBody>
      </p:sp>
      <p:sp>
        <p:nvSpPr>
          <p:cNvPr id="24" name="Rectangle 23">
            <a:extLst>
              <a:ext uri="{FF2B5EF4-FFF2-40B4-BE49-F238E27FC236}">
                <a16:creationId xmlns:a16="http://schemas.microsoft.com/office/drawing/2014/main" id="{870E40A5-06CF-4DC5-A616-FC0363BE5B75}"/>
              </a:ext>
            </a:extLst>
          </p:cNvPr>
          <p:cNvSpPr/>
          <p:nvPr/>
        </p:nvSpPr>
        <p:spPr>
          <a:xfrm>
            <a:off x="1193057" y="4178587"/>
            <a:ext cx="880480" cy="864243"/>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1100" dirty="0">
              <a:solidFill>
                <a:schemeClr val="tx1"/>
              </a:solidFill>
            </a:endParaRPr>
          </a:p>
        </p:txBody>
      </p:sp>
      <p:sp>
        <p:nvSpPr>
          <p:cNvPr id="25" name="Rectangle 24">
            <a:extLst>
              <a:ext uri="{FF2B5EF4-FFF2-40B4-BE49-F238E27FC236}">
                <a16:creationId xmlns:a16="http://schemas.microsoft.com/office/drawing/2014/main" id="{9019415C-2C5D-4694-A7FD-00C0B367E9FC}"/>
              </a:ext>
            </a:extLst>
          </p:cNvPr>
          <p:cNvSpPr/>
          <p:nvPr/>
        </p:nvSpPr>
        <p:spPr>
          <a:xfrm>
            <a:off x="2259857" y="4178587"/>
            <a:ext cx="880480" cy="864243"/>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1100" dirty="0">
              <a:solidFill>
                <a:schemeClr val="tx1"/>
              </a:solidFill>
            </a:endParaRPr>
          </a:p>
        </p:txBody>
      </p:sp>
      <p:sp>
        <p:nvSpPr>
          <p:cNvPr id="26" name="Rectangle 25">
            <a:extLst>
              <a:ext uri="{FF2B5EF4-FFF2-40B4-BE49-F238E27FC236}">
                <a16:creationId xmlns:a16="http://schemas.microsoft.com/office/drawing/2014/main" id="{1E656CCA-6B96-4413-9391-F1DE38C70715}"/>
              </a:ext>
            </a:extLst>
          </p:cNvPr>
          <p:cNvSpPr/>
          <p:nvPr/>
        </p:nvSpPr>
        <p:spPr>
          <a:xfrm>
            <a:off x="1379377" y="5233768"/>
            <a:ext cx="880480" cy="864243"/>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1100" dirty="0">
              <a:solidFill>
                <a:schemeClr val="tx1"/>
              </a:solidFill>
            </a:endParaRPr>
          </a:p>
        </p:txBody>
      </p:sp>
      <p:sp>
        <p:nvSpPr>
          <p:cNvPr id="27" name="Rectangle 26">
            <a:extLst>
              <a:ext uri="{FF2B5EF4-FFF2-40B4-BE49-F238E27FC236}">
                <a16:creationId xmlns:a16="http://schemas.microsoft.com/office/drawing/2014/main" id="{96D2C744-0C0D-426F-9E0F-37D584DCF68D}"/>
              </a:ext>
            </a:extLst>
          </p:cNvPr>
          <p:cNvSpPr/>
          <p:nvPr/>
        </p:nvSpPr>
        <p:spPr>
          <a:xfrm>
            <a:off x="2470700" y="5267460"/>
            <a:ext cx="880480" cy="864243"/>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1100" dirty="0">
              <a:solidFill>
                <a:schemeClr val="tx1"/>
              </a:solidFill>
            </a:endParaRPr>
          </a:p>
        </p:txBody>
      </p:sp>
      <p:sp>
        <p:nvSpPr>
          <p:cNvPr id="28" name="Rectangle 27">
            <a:extLst>
              <a:ext uri="{FF2B5EF4-FFF2-40B4-BE49-F238E27FC236}">
                <a16:creationId xmlns:a16="http://schemas.microsoft.com/office/drawing/2014/main" id="{7156390D-FF9C-435B-A1E9-92026BD7F1E9}"/>
              </a:ext>
            </a:extLst>
          </p:cNvPr>
          <p:cNvSpPr/>
          <p:nvPr/>
        </p:nvSpPr>
        <p:spPr>
          <a:xfrm>
            <a:off x="3537500" y="5267460"/>
            <a:ext cx="880480" cy="864243"/>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1100" dirty="0">
              <a:solidFill>
                <a:schemeClr val="tx1"/>
              </a:solidFill>
            </a:endParaRPr>
          </a:p>
        </p:txBody>
      </p:sp>
      <p:sp>
        <p:nvSpPr>
          <p:cNvPr id="29" name="Rectangle 28">
            <a:extLst>
              <a:ext uri="{FF2B5EF4-FFF2-40B4-BE49-F238E27FC236}">
                <a16:creationId xmlns:a16="http://schemas.microsoft.com/office/drawing/2014/main" id="{CB1C5538-0AA4-4B83-94DA-4C1BC2BCCD0D}"/>
              </a:ext>
            </a:extLst>
          </p:cNvPr>
          <p:cNvSpPr/>
          <p:nvPr/>
        </p:nvSpPr>
        <p:spPr>
          <a:xfrm>
            <a:off x="3382048" y="4265542"/>
            <a:ext cx="880480" cy="864243"/>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1100" dirty="0">
              <a:solidFill>
                <a:schemeClr val="tx1"/>
              </a:solidFill>
            </a:endParaRPr>
          </a:p>
        </p:txBody>
      </p:sp>
    </p:spTree>
    <p:extLst>
      <p:ext uri="{BB962C8B-B14F-4D97-AF65-F5344CB8AC3E}">
        <p14:creationId xmlns:p14="http://schemas.microsoft.com/office/powerpoint/2010/main" val="1636480355"/>
      </p:ext>
    </p:extLst>
  </p:cSld>
  <p:clrMapOvr>
    <a:masterClrMapping/>
  </p:clrMapOvr>
  <mc:AlternateContent xmlns:mc="http://schemas.openxmlformats.org/markup-compatibility/2006" xmlns:p14="http://schemas.microsoft.com/office/powerpoint/2010/main">
    <mc:Choice Requires="p14">
      <p:transition spd="slow" p14:dur="2000" advTm="116662"/>
    </mc:Choice>
    <mc:Fallback xmlns="">
      <p:transition spd="slow" advTm="116662"/>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lumMod val="65000"/>
          </a:schemeClr>
        </a:solidFill>
        <a:effectLst/>
      </p:bgPr>
    </p:bg>
    <p:spTree>
      <p:nvGrpSpPr>
        <p:cNvPr id="1" name=""/>
        <p:cNvGrpSpPr/>
        <p:nvPr/>
      </p:nvGrpSpPr>
      <p:grpSpPr>
        <a:xfrm>
          <a:off x="0" y="0"/>
          <a:ext cx="0" cy="0"/>
          <a:chOff x="0" y="0"/>
          <a:chExt cx="0" cy="0"/>
        </a:xfrm>
      </p:grpSpPr>
      <p:sp>
        <p:nvSpPr>
          <p:cNvPr id="5" name="Titre 4">
            <a:extLst>
              <a:ext uri="{FF2B5EF4-FFF2-40B4-BE49-F238E27FC236}">
                <a16:creationId xmlns:a16="http://schemas.microsoft.com/office/drawing/2014/main" id="{A2357BD2-72C0-4203-8FDA-027D9FEDA855}"/>
              </a:ext>
            </a:extLst>
          </p:cNvPr>
          <p:cNvSpPr>
            <a:spLocks noGrp="1"/>
          </p:cNvSpPr>
          <p:nvPr>
            <p:ph type="title"/>
          </p:nvPr>
        </p:nvSpPr>
        <p:spPr/>
        <p:txBody>
          <a:bodyPr>
            <a:noAutofit/>
          </a:bodyPr>
          <a:lstStyle/>
          <a:p>
            <a:r>
              <a:rPr lang="en-US" sz="2800" dirty="0"/>
              <a:t>Exercise #C4</a:t>
            </a:r>
            <a:br>
              <a:rPr lang="en-US" sz="2800" dirty="0"/>
            </a:br>
            <a:r>
              <a:rPr lang="en-US" sz="2000" dirty="0"/>
              <a:t>Define or select content format for your Community Content, include next moves</a:t>
            </a:r>
            <a:endParaRPr lang="en-US" sz="2800" dirty="0"/>
          </a:p>
        </p:txBody>
      </p:sp>
      <p:cxnSp>
        <p:nvCxnSpPr>
          <p:cNvPr id="8" name="Connecteur droit avec flèche 7">
            <a:extLst>
              <a:ext uri="{FF2B5EF4-FFF2-40B4-BE49-F238E27FC236}">
                <a16:creationId xmlns:a16="http://schemas.microsoft.com/office/drawing/2014/main" id="{3DC5DC14-5DBE-472A-86FF-6A7D428B7A0E}"/>
              </a:ext>
            </a:extLst>
          </p:cNvPr>
          <p:cNvCxnSpPr>
            <a:cxnSpLocks/>
          </p:cNvCxnSpPr>
          <p:nvPr/>
        </p:nvCxnSpPr>
        <p:spPr>
          <a:xfrm flipH="1" flipV="1">
            <a:off x="1305009" y="1908699"/>
            <a:ext cx="8" cy="411924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 name="Connecteur droit avec flèche 8">
            <a:extLst>
              <a:ext uri="{FF2B5EF4-FFF2-40B4-BE49-F238E27FC236}">
                <a16:creationId xmlns:a16="http://schemas.microsoft.com/office/drawing/2014/main" id="{DE580959-8841-4762-9552-A5948576CD0A}"/>
              </a:ext>
            </a:extLst>
          </p:cNvPr>
          <p:cNvCxnSpPr>
            <a:cxnSpLocks/>
          </p:cNvCxnSpPr>
          <p:nvPr/>
        </p:nvCxnSpPr>
        <p:spPr>
          <a:xfrm flipV="1">
            <a:off x="1305017" y="6027939"/>
            <a:ext cx="10777492"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1" name="ZoneTexte 10">
            <a:extLst>
              <a:ext uri="{FF2B5EF4-FFF2-40B4-BE49-F238E27FC236}">
                <a16:creationId xmlns:a16="http://schemas.microsoft.com/office/drawing/2014/main" id="{CF017A52-0B37-4F06-9A70-2BFCADB4B64A}"/>
              </a:ext>
            </a:extLst>
          </p:cNvPr>
          <p:cNvSpPr txBox="1"/>
          <p:nvPr/>
        </p:nvSpPr>
        <p:spPr>
          <a:xfrm>
            <a:off x="10043604" y="6074447"/>
            <a:ext cx="1944207" cy="276999"/>
          </a:xfrm>
          <a:prstGeom prst="rect">
            <a:avLst/>
          </a:prstGeom>
          <a:noFill/>
        </p:spPr>
        <p:txBody>
          <a:bodyPr wrap="square" rtlCol="0">
            <a:spAutoFit/>
          </a:bodyPr>
          <a:lstStyle/>
          <a:p>
            <a:pPr algn="ctr"/>
            <a:r>
              <a:rPr lang="en-US" sz="1200" dirty="0"/>
              <a:t>Undivided attention</a:t>
            </a:r>
          </a:p>
        </p:txBody>
      </p:sp>
      <p:sp>
        <p:nvSpPr>
          <p:cNvPr id="13" name="ZoneTexte 12">
            <a:extLst>
              <a:ext uri="{FF2B5EF4-FFF2-40B4-BE49-F238E27FC236}">
                <a16:creationId xmlns:a16="http://schemas.microsoft.com/office/drawing/2014/main" id="{537C6108-A155-4C3E-B6AF-07A0C4917038}"/>
              </a:ext>
            </a:extLst>
          </p:cNvPr>
          <p:cNvSpPr txBox="1"/>
          <p:nvPr/>
        </p:nvSpPr>
        <p:spPr>
          <a:xfrm>
            <a:off x="42170" y="2077583"/>
            <a:ext cx="1262839" cy="1015663"/>
          </a:xfrm>
          <a:prstGeom prst="rect">
            <a:avLst/>
          </a:prstGeom>
          <a:noFill/>
        </p:spPr>
        <p:txBody>
          <a:bodyPr wrap="square" rtlCol="0">
            <a:spAutoFit/>
          </a:bodyPr>
          <a:lstStyle/>
          <a:p>
            <a:pPr algn="ctr"/>
            <a:r>
              <a:rPr lang="en-US" sz="1200" dirty="0"/>
              <a:t>Scalability (easiness of consumption by many people)</a:t>
            </a:r>
          </a:p>
        </p:txBody>
      </p:sp>
    </p:spTree>
    <p:extLst>
      <p:ext uri="{BB962C8B-B14F-4D97-AF65-F5344CB8AC3E}">
        <p14:creationId xmlns:p14="http://schemas.microsoft.com/office/powerpoint/2010/main" val="533924737"/>
      </p:ext>
    </p:extLst>
  </p:cSld>
  <p:clrMapOvr>
    <a:masterClrMapping/>
  </p:clrMapOvr>
  <mc:AlternateContent xmlns:mc="http://schemas.openxmlformats.org/markup-compatibility/2006" xmlns:p14="http://schemas.microsoft.com/office/powerpoint/2010/main">
    <mc:Choice Requires="p14">
      <p:transition spd="slow" p14:dur="2000" advTm="108564"/>
    </mc:Choice>
    <mc:Fallback xmlns="">
      <p:transition spd="slow" advTm="108564"/>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lumMod val="75000"/>
          </a:schemeClr>
        </a:solidFill>
        <a:effectLst/>
      </p:bgPr>
    </p:bg>
    <p:spTree>
      <p:nvGrpSpPr>
        <p:cNvPr id="1" name=""/>
        <p:cNvGrpSpPr/>
        <p:nvPr/>
      </p:nvGrpSpPr>
      <p:grpSpPr>
        <a:xfrm>
          <a:off x="0" y="0"/>
          <a:ext cx="0" cy="0"/>
          <a:chOff x="0" y="0"/>
          <a:chExt cx="0" cy="0"/>
        </a:xfrm>
      </p:grpSpPr>
      <p:sp>
        <p:nvSpPr>
          <p:cNvPr id="7" name="Titre 6">
            <a:extLst>
              <a:ext uri="{FF2B5EF4-FFF2-40B4-BE49-F238E27FC236}">
                <a16:creationId xmlns:a16="http://schemas.microsoft.com/office/drawing/2014/main" id="{2904B001-EEA1-4EAC-B74A-75CD479363A2}"/>
              </a:ext>
            </a:extLst>
          </p:cNvPr>
          <p:cNvSpPr>
            <a:spLocks noGrp="1"/>
          </p:cNvSpPr>
          <p:nvPr>
            <p:ph type="title"/>
          </p:nvPr>
        </p:nvSpPr>
        <p:spPr/>
        <p:txBody>
          <a:bodyPr>
            <a:normAutofit fontScale="90000"/>
          </a:bodyPr>
          <a:lstStyle/>
          <a:p>
            <a:r>
              <a:rPr lang="en-US" dirty="0"/>
              <a:t>Exercise #C5</a:t>
            </a:r>
            <a:br>
              <a:rPr lang="en-US" dirty="0"/>
            </a:br>
            <a:r>
              <a:rPr lang="en-US" sz="3100" dirty="0"/>
              <a:t>Brainstorm actions for reach or for engagement in your current Community</a:t>
            </a:r>
            <a:endParaRPr lang="en-US" dirty="0"/>
          </a:p>
        </p:txBody>
      </p:sp>
      <p:sp>
        <p:nvSpPr>
          <p:cNvPr id="32" name="ZoneTexte 31">
            <a:extLst>
              <a:ext uri="{FF2B5EF4-FFF2-40B4-BE49-F238E27FC236}">
                <a16:creationId xmlns:a16="http://schemas.microsoft.com/office/drawing/2014/main" id="{C3CA301D-ED39-42C2-A85F-8773B66A3690}"/>
              </a:ext>
            </a:extLst>
          </p:cNvPr>
          <p:cNvSpPr txBox="1"/>
          <p:nvPr/>
        </p:nvSpPr>
        <p:spPr>
          <a:xfrm>
            <a:off x="94994" y="2070008"/>
            <a:ext cx="2188721" cy="923330"/>
          </a:xfrm>
          <a:prstGeom prst="rect">
            <a:avLst/>
          </a:prstGeom>
          <a:noFill/>
        </p:spPr>
        <p:txBody>
          <a:bodyPr wrap="square" rtlCol="0">
            <a:spAutoFit/>
          </a:bodyPr>
          <a:lstStyle/>
          <a:p>
            <a:pPr algn="ctr"/>
            <a:r>
              <a:rPr lang="en-US" b="1" dirty="0">
                <a:solidFill>
                  <a:schemeClr val="accent1"/>
                </a:solidFill>
              </a:rPr>
              <a:t>Increase reach : </a:t>
            </a:r>
          </a:p>
          <a:p>
            <a:pPr algn="ctr"/>
            <a:r>
              <a:rPr lang="en-US" b="1" dirty="0">
                <a:solidFill>
                  <a:schemeClr val="accent1"/>
                </a:solidFill>
              </a:rPr>
              <a:t>Target more people</a:t>
            </a:r>
          </a:p>
        </p:txBody>
      </p:sp>
      <p:grpSp>
        <p:nvGrpSpPr>
          <p:cNvPr id="58" name="Groupe 57">
            <a:extLst>
              <a:ext uri="{FF2B5EF4-FFF2-40B4-BE49-F238E27FC236}">
                <a16:creationId xmlns:a16="http://schemas.microsoft.com/office/drawing/2014/main" id="{CE97DE6F-98C3-4003-84C2-2ADD8340F0FE}"/>
              </a:ext>
            </a:extLst>
          </p:cNvPr>
          <p:cNvGrpSpPr/>
          <p:nvPr/>
        </p:nvGrpSpPr>
        <p:grpSpPr>
          <a:xfrm>
            <a:off x="868193" y="2593621"/>
            <a:ext cx="11166232" cy="4255744"/>
            <a:chOff x="868193" y="2593621"/>
            <a:chExt cx="11166232" cy="4255744"/>
          </a:xfrm>
        </p:grpSpPr>
        <p:grpSp>
          <p:nvGrpSpPr>
            <p:cNvPr id="17" name="Groupe 16">
              <a:extLst>
                <a:ext uri="{FF2B5EF4-FFF2-40B4-BE49-F238E27FC236}">
                  <a16:creationId xmlns:a16="http://schemas.microsoft.com/office/drawing/2014/main" id="{FCFD7A5A-B1CE-46D4-A389-AB4B6F856600}"/>
                </a:ext>
              </a:extLst>
            </p:cNvPr>
            <p:cNvGrpSpPr/>
            <p:nvPr/>
          </p:nvGrpSpPr>
          <p:grpSpPr>
            <a:xfrm>
              <a:off x="1670556" y="2593621"/>
              <a:ext cx="8572959" cy="3449817"/>
              <a:chOff x="1724927" y="2500604"/>
              <a:chExt cx="8572959" cy="3449817"/>
            </a:xfrm>
          </p:grpSpPr>
          <p:cxnSp>
            <p:nvCxnSpPr>
              <p:cNvPr id="10" name="Connecteur droit avec flèche 9">
                <a:extLst>
                  <a:ext uri="{FF2B5EF4-FFF2-40B4-BE49-F238E27FC236}">
                    <a16:creationId xmlns:a16="http://schemas.microsoft.com/office/drawing/2014/main" id="{A2956BFC-54C3-4547-8B5C-7DA985BE4186}"/>
                  </a:ext>
                </a:extLst>
              </p:cNvPr>
              <p:cNvCxnSpPr>
                <a:cxnSpLocks/>
              </p:cNvCxnSpPr>
              <p:nvPr/>
            </p:nvCxnSpPr>
            <p:spPr>
              <a:xfrm flipV="1">
                <a:off x="1724927" y="2500604"/>
                <a:ext cx="0" cy="344981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 name="Connecteur droit avec flèche 11">
                <a:extLst>
                  <a:ext uri="{FF2B5EF4-FFF2-40B4-BE49-F238E27FC236}">
                    <a16:creationId xmlns:a16="http://schemas.microsoft.com/office/drawing/2014/main" id="{C7C717CB-FBC1-4752-BB44-D1235B479A88}"/>
                  </a:ext>
                </a:extLst>
              </p:cNvPr>
              <p:cNvCxnSpPr>
                <a:cxnSpLocks/>
              </p:cNvCxnSpPr>
              <p:nvPr/>
            </p:nvCxnSpPr>
            <p:spPr>
              <a:xfrm>
                <a:off x="1724927" y="5950421"/>
                <a:ext cx="8572959"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grpSp>
          <p:nvGrpSpPr>
            <p:cNvPr id="31" name="Groupe 30">
              <a:extLst>
                <a:ext uri="{FF2B5EF4-FFF2-40B4-BE49-F238E27FC236}">
                  <a16:creationId xmlns:a16="http://schemas.microsoft.com/office/drawing/2014/main" id="{77E1A519-883E-4BBA-9276-FF7FAF245FBE}"/>
                </a:ext>
              </a:extLst>
            </p:cNvPr>
            <p:cNvGrpSpPr/>
            <p:nvPr/>
          </p:nvGrpSpPr>
          <p:grpSpPr>
            <a:xfrm>
              <a:off x="868193" y="3041780"/>
              <a:ext cx="554235" cy="2957709"/>
              <a:chOff x="849531" y="2033139"/>
              <a:chExt cx="797442" cy="4255599"/>
            </a:xfrm>
          </p:grpSpPr>
          <p:pic>
            <p:nvPicPr>
              <p:cNvPr id="19" name="Graphique 18" descr="Groupe de personnes avec un remplissage uni">
                <a:extLst>
                  <a:ext uri="{FF2B5EF4-FFF2-40B4-BE49-F238E27FC236}">
                    <a16:creationId xmlns:a16="http://schemas.microsoft.com/office/drawing/2014/main" id="{64146C5C-F781-45C8-9580-0E55E786D246}"/>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49531" y="2033139"/>
                <a:ext cx="797442" cy="797442"/>
              </a:xfrm>
              <a:prstGeom prst="rect">
                <a:avLst/>
              </a:prstGeom>
            </p:spPr>
          </p:pic>
          <p:pic>
            <p:nvPicPr>
              <p:cNvPr id="21" name="Graphique 20" descr="Groupe de personnes contour">
                <a:extLst>
                  <a:ext uri="{FF2B5EF4-FFF2-40B4-BE49-F238E27FC236}">
                    <a16:creationId xmlns:a16="http://schemas.microsoft.com/office/drawing/2014/main" id="{DF1300D2-8F76-4131-9655-7FE6AEA97FE3}"/>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849532" y="2889294"/>
                <a:ext cx="797441" cy="797441"/>
              </a:xfrm>
              <a:prstGeom prst="rect">
                <a:avLst/>
              </a:prstGeom>
            </p:spPr>
          </p:pic>
          <p:pic>
            <p:nvPicPr>
              <p:cNvPr id="23" name="Graphique 22" descr="Groupe avec un remplissage uni">
                <a:extLst>
                  <a:ext uri="{FF2B5EF4-FFF2-40B4-BE49-F238E27FC236}">
                    <a16:creationId xmlns:a16="http://schemas.microsoft.com/office/drawing/2014/main" id="{53A40E74-2464-48F5-900D-9706BE6A045C}"/>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937914" y="3709355"/>
                <a:ext cx="625395" cy="625395"/>
              </a:xfrm>
              <a:prstGeom prst="rect">
                <a:avLst/>
              </a:prstGeom>
            </p:spPr>
          </p:pic>
          <p:pic>
            <p:nvPicPr>
              <p:cNvPr id="25" name="Graphique 24" descr="Groupe de femmes avec un remplissage uni">
                <a:extLst>
                  <a:ext uri="{FF2B5EF4-FFF2-40B4-BE49-F238E27FC236}">
                    <a16:creationId xmlns:a16="http://schemas.microsoft.com/office/drawing/2014/main" id="{481D1941-9E54-4E96-9FCE-AA0BA59B7E6B}"/>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1110746" y="4450702"/>
                <a:ext cx="415446" cy="415446"/>
              </a:xfrm>
              <a:prstGeom prst="rect">
                <a:avLst/>
              </a:prstGeom>
            </p:spPr>
          </p:pic>
          <p:pic>
            <p:nvPicPr>
              <p:cNvPr id="27" name="Graphique 26" descr="Deux femmes avec un remplissage uni">
                <a:extLst>
                  <a:ext uri="{FF2B5EF4-FFF2-40B4-BE49-F238E27FC236}">
                    <a16:creationId xmlns:a16="http://schemas.microsoft.com/office/drawing/2014/main" id="{A2F724DC-2192-4267-B441-796FFD4EEEC2}"/>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1059939" y="5060059"/>
                <a:ext cx="503370" cy="503370"/>
              </a:xfrm>
              <a:prstGeom prst="rect">
                <a:avLst/>
              </a:prstGeom>
            </p:spPr>
          </p:pic>
          <p:pic>
            <p:nvPicPr>
              <p:cNvPr id="30" name="Graphique 29" descr="Homme avec un remplissage uni">
                <a:extLst>
                  <a:ext uri="{FF2B5EF4-FFF2-40B4-BE49-F238E27FC236}">
                    <a16:creationId xmlns:a16="http://schemas.microsoft.com/office/drawing/2014/main" id="{1D2368E6-CA8C-4ACE-846A-04B613BCA3A2}"/>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963648" y="5663343"/>
                <a:ext cx="625395" cy="625395"/>
              </a:xfrm>
              <a:prstGeom prst="rect">
                <a:avLst/>
              </a:prstGeom>
            </p:spPr>
          </p:pic>
        </p:grpSp>
        <p:sp>
          <p:nvSpPr>
            <p:cNvPr id="33" name="ZoneTexte 32">
              <a:extLst>
                <a:ext uri="{FF2B5EF4-FFF2-40B4-BE49-F238E27FC236}">
                  <a16:creationId xmlns:a16="http://schemas.microsoft.com/office/drawing/2014/main" id="{0214BBEE-09CD-4225-83A8-59B9F64724CE}"/>
                </a:ext>
              </a:extLst>
            </p:cNvPr>
            <p:cNvSpPr txBox="1"/>
            <p:nvPr/>
          </p:nvSpPr>
          <p:spPr>
            <a:xfrm>
              <a:off x="9845704" y="4660129"/>
              <a:ext cx="2188721" cy="1200329"/>
            </a:xfrm>
            <a:prstGeom prst="rect">
              <a:avLst/>
            </a:prstGeom>
            <a:noFill/>
          </p:spPr>
          <p:txBody>
            <a:bodyPr wrap="square" rtlCol="0">
              <a:spAutoFit/>
            </a:bodyPr>
            <a:lstStyle/>
            <a:p>
              <a:pPr algn="ctr"/>
              <a:r>
                <a:rPr lang="en-US" b="1" dirty="0">
                  <a:solidFill>
                    <a:schemeClr val="accent1"/>
                  </a:solidFill>
                </a:rPr>
                <a:t>Increase engagement : </a:t>
              </a:r>
            </a:p>
            <a:p>
              <a:pPr algn="ctr"/>
              <a:r>
                <a:rPr lang="en-US" b="1" dirty="0">
                  <a:solidFill>
                    <a:schemeClr val="accent1"/>
                  </a:solidFill>
                </a:rPr>
                <a:t>Target further engagement</a:t>
              </a:r>
            </a:p>
          </p:txBody>
        </p:sp>
        <p:pic>
          <p:nvPicPr>
            <p:cNvPr id="35" name="Graphique 34" descr="Cœur avec un remplissage uni">
              <a:extLst>
                <a:ext uri="{FF2B5EF4-FFF2-40B4-BE49-F238E27FC236}">
                  <a16:creationId xmlns:a16="http://schemas.microsoft.com/office/drawing/2014/main" id="{E52289C5-E864-4540-BFE6-5ED7AAF888AF}"/>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1975805" y="6176864"/>
              <a:ext cx="324915" cy="324915"/>
            </a:xfrm>
            <a:prstGeom prst="rect">
              <a:avLst/>
            </a:prstGeom>
          </p:spPr>
        </p:pic>
        <p:pic>
          <p:nvPicPr>
            <p:cNvPr id="36" name="Graphique 35" descr="Cœur avec un remplissage uni">
              <a:extLst>
                <a:ext uri="{FF2B5EF4-FFF2-40B4-BE49-F238E27FC236}">
                  <a16:creationId xmlns:a16="http://schemas.microsoft.com/office/drawing/2014/main" id="{34DA2D20-B615-4877-BFD2-8C7A44D7720E}"/>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3023944" y="6146902"/>
              <a:ext cx="324915" cy="324915"/>
            </a:xfrm>
            <a:prstGeom prst="rect">
              <a:avLst/>
            </a:prstGeom>
          </p:spPr>
        </p:pic>
        <p:pic>
          <p:nvPicPr>
            <p:cNvPr id="37" name="Graphique 36" descr="Cœur avec un remplissage uni">
              <a:extLst>
                <a:ext uri="{FF2B5EF4-FFF2-40B4-BE49-F238E27FC236}">
                  <a16:creationId xmlns:a16="http://schemas.microsoft.com/office/drawing/2014/main" id="{1DB7035E-0B46-46EB-AD4C-053BE5E70F77}"/>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3348859" y="6146902"/>
              <a:ext cx="324915" cy="324915"/>
            </a:xfrm>
            <a:prstGeom prst="rect">
              <a:avLst/>
            </a:prstGeom>
          </p:spPr>
        </p:pic>
        <p:pic>
          <p:nvPicPr>
            <p:cNvPr id="38" name="Graphique 37" descr="Cœur avec un remplissage uni">
              <a:extLst>
                <a:ext uri="{FF2B5EF4-FFF2-40B4-BE49-F238E27FC236}">
                  <a16:creationId xmlns:a16="http://schemas.microsoft.com/office/drawing/2014/main" id="{6A5B9A09-61D2-46C2-AB01-F0B1709D852A}"/>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4490727" y="6146902"/>
              <a:ext cx="324915" cy="324915"/>
            </a:xfrm>
            <a:prstGeom prst="rect">
              <a:avLst/>
            </a:prstGeom>
          </p:spPr>
        </p:pic>
        <p:pic>
          <p:nvPicPr>
            <p:cNvPr id="39" name="Graphique 38" descr="Cœur avec un remplissage uni">
              <a:extLst>
                <a:ext uri="{FF2B5EF4-FFF2-40B4-BE49-F238E27FC236}">
                  <a16:creationId xmlns:a16="http://schemas.microsoft.com/office/drawing/2014/main" id="{82D7D484-8E1E-45FD-8621-153B120B4176}"/>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4815642" y="6146902"/>
              <a:ext cx="324915" cy="324915"/>
            </a:xfrm>
            <a:prstGeom prst="rect">
              <a:avLst/>
            </a:prstGeom>
          </p:spPr>
        </p:pic>
        <p:pic>
          <p:nvPicPr>
            <p:cNvPr id="40" name="Graphique 39" descr="Cœur avec un remplissage uni">
              <a:extLst>
                <a:ext uri="{FF2B5EF4-FFF2-40B4-BE49-F238E27FC236}">
                  <a16:creationId xmlns:a16="http://schemas.microsoft.com/office/drawing/2014/main" id="{4961F9C2-111D-4B37-8F26-AA269DE850C2}"/>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4653184" y="6382260"/>
              <a:ext cx="324915" cy="324915"/>
            </a:xfrm>
            <a:prstGeom prst="rect">
              <a:avLst/>
            </a:prstGeom>
          </p:spPr>
        </p:pic>
        <p:pic>
          <p:nvPicPr>
            <p:cNvPr id="41" name="Graphique 40" descr="Cœur avec un remplissage uni">
              <a:extLst>
                <a:ext uri="{FF2B5EF4-FFF2-40B4-BE49-F238E27FC236}">
                  <a16:creationId xmlns:a16="http://schemas.microsoft.com/office/drawing/2014/main" id="{17A765C5-8BAE-48B8-A4DD-5B054EFE6EF6}"/>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5663391" y="6152605"/>
              <a:ext cx="324915" cy="324915"/>
            </a:xfrm>
            <a:prstGeom prst="rect">
              <a:avLst/>
            </a:prstGeom>
          </p:spPr>
        </p:pic>
        <p:pic>
          <p:nvPicPr>
            <p:cNvPr id="42" name="Graphique 41" descr="Cœur avec un remplissage uni">
              <a:extLst>
                <a:ext uri="{FF2B5EF4-FFF2-40B4-BE49-F238E27FC236}">
                  <a16:creationId xmlns:a16="http://schemas.microsoft.com/office/drawing/2014/main" id="{5F44ACAD-3E00-4803-86AC-141697F71236}"/>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5988306" y="6152605"/>
              <a:ext cx="324915" cy="324915"/>
            </a:xfrm>
            <a:prstGeom prst="rect">
              <a:avLst/>
            </a:prstGeom>
          </p:spPr>
        </p:pic>
        <p:pic>
          <p:nvPicPr>
            <p:cNvPr id="43" name="Graphique 42" descr="Cœur avec un remplissage uni">
              <a:extLst>
                <a:ext uri="{FF2B5EF4-FFF2-40B4-BE49-F238E27FC236}">
                  <a16:creationId xmlns:a16="http://schemas.microsoft.com/office/drawing/2014/main" id="{3D61C4DE-BD1F-4E2D-9F69-01A92A0DC294}"/>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5663391" y="6382260"/>
              <a:ext cx="324915" cy="324915"/>
            </a:xfrm>
            <a:prstGeom prst="rect">
              <a:avLst/>
            </a:prstGeom>
          </p:spPr>
        </p:pic>
        <p:pic>
          <p:nvPicPr>
            <p:cNvPr id="44" name="Graphique 43" descr="Cœur avec un remplissage uni">
              <a:extLst>
                <a:ext uri="{FF2B5EF4-FFF2-40B4-BE49-F238E27FC236}">
                  <a16:creationId xmlns:a16="http://schemas.microsoft.com/office/drawing/2014/main" id="{32E4054B-4053-4F39-8BF9-18BC524D4819}"/>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5988305" y="6391881"/>
              <a:ext cx="324915" cy="324915"/>
            </a:xfrm>
            <a:prstGeom prst="rect">
              <a:avLst/>
            </a:prstGeom>
          </p:spPr>
        </p:pic>
        <p:pic>
          <p:nvPicPr>
            <p:cNvPr id="45" name="Graphique 44" descr="Cœur avec un remplissage uni">
              <a:extLst>
                <a:ext uri="{FF2B5EF4-FFF2-40B4-BE49-F238E27FC236}">
                  <a16:creationId xmlns:a16="http://schemas.microsoft.com/office/drawing/2014/main" id="{E771AB82-B92F-4C3B-9F78-C9D6F10E1BDF}"/>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6998511" y="6146902"/>
              <a:ext cx="324915" cy="324915"/>
            </a:xfrm>
            <a:prstGeom prst="rect">
              <a:avLst/>
            </a:prstGeom>
          </p:spPr>
        </p:pic>
        <p:pic>
          <p:nvPicPr>
            <p:cNvPr id="46" name="Graphique 45" descr="Cœur avec un remplissage uni">
              <a:extLst>
                <a:ext uri="{FF2B5EF4-FFF2-40B4-BE49-F238E27FC236}">
                  <a16:creationId xmlns:a16="http://schemas.microsoft.com/office/drawing/2014/main" id="{224876CD-3EA5-478A-B7EA-FA5B6EAF1976}"/>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7323426" y="6146902"/>
              <a:ext cx="324915" cy="324915"/>
            </a:xfrm>
            <a:prstGeom prst="rect">
              <a:avLst/>
            </a:prstGeom>
          </p:spPr>
        </p:pic>
        <p:pic>
          <p:nvPicPr>
            <p:cNvPr id="47" name="Graphique 46" descr="Cœur avec un remplissage uni">
              <a:extLst>
                <a:ext uri="{FF2B5EF4-FFF2-40B4-BE49-F238E27FC236}">
                  <a16:creationId xmlns:a16="http://schemas.microsoft.com/office/drawing/2014/main" id="{2C6B0EDB-3F28-4053-A198-24E6FE6D0607}"/>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6998510" y="6481460"/>
              <a:ext cx="324915" cy="324915"/>
            </a:xfrm>
            <a:prstGeom prst="rect">
              <a:avLst/>
            </a:prstGeom>
          </p:spPr>
        </p:pic>
        <p:pic>
          <p:nvPicPr>
            <p:cNvPr id="48" name="Graphique 47" descr="Cœur avec un remplissage uni">
              <a:extLst>
                <a:ext uri="{FF2B5EF4-FFF2-40B4-BE49-F238E27FC236}">
                  <a16:creationId xmlns:a16="http://schemas.microsoft.com/office/drawing/2014/main" id="{B46894D5-7D7C-40C1-AFAF-746B74DD2BA0}"/>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7323425" y="6469015"/>
              <a:ext cx="324915" cy="324915"/>
            </a:xfrm>
            <a:prstGeom prst="rect">
              <a:avLst/>
            </a:prstGeom>
          </p:spPr>
        </p:pic>
        <p:pic>
          <p:nvPicPr>
            <p:cNvPr id="49" name="Graphique 48" descr="Cœur avec un remplissage uni">
              <a:extLst>
                <a:ext uri="{FF2B5EF4-FFF2-40B4-BE49-F238E27FC236}">
                  <a16:creationId xmlns:a16="http://schemas.microsoft.com/office/drawing/2014/main" id="{5C15A28E-873A-4416-A558-31B9F2979927}"/>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7168105" y="6315062"/>
              <a:ext cx="324915" cy="324915"/>
            </a:xfrm>
            <a:prstGeom prst="rect">
              <a:avLst/>
            </a:prstGeom>
          </p:spPr>
        </p:pic>
        <p:pic>
          <p:nvPicPr>
            <p:cNvPr id="50" name="Graphique 49" descr="Cœur avec un remplissage uni">
              <a:extLst>
                <a:ext uri="{FF2B5EF4-FFF2-40B4-BE49-F238E27FC236}">
                  <a16:creationId xmlns:a16="http://schemas.microsoft.com/office/drawing/2014/main" id="{C5B8D6B4-065F-4B8D-8212-979B36CEDFEB}"/>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8312298" y="6066966"/>
              <a:ext cx="324915" cy="324915"/>
            </a:xfrm>
            <a:prstGeom prst="rect">
              <a:avLst/>
            </a:prstGeom>
          </p:spPr>
        </p:pic>
        <p:pic>
          <p:nvPicPr>
            <p:cNvPr id="51" name="Graphique 50" descr="Cœur avec un remplissage uni">
              <a:extLst>
                <a:ext uri="{FF2B5EF4-FFF2-40B4-BE49-F238E27FC236}">
                  <a16:creationId xmlns:a16="http://schemas.microsoft.com/office/drawing/2014/main" id="{492B17F6-4B6F-4B2B-90CC-03E38230C5D9}"/>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8637213" y="6066966"/>
              <a:ext cx="324915" cy="324915"/>
            </a:xfrm>
            <a:prstGeom prst="rect">
              <a:avLst/>
            </a:prstGeom>
          </p:spPr>
        </p:pic>
        <p:pic>
          <p:nvPicPr>
            <p:cNvPr id="52" name="Graphique 51" descr="Cœur avec un remplissage uni">
              <a:extLst>
                <a:ext uri="{FF2B5EF4-FFF2-40B4-BE49-F238E27FC236}">
                  <a16:creationId xmlns:a16="http://schemas.microsoft.com/office/drawing/2014/main" id="{7550F03D-6D9B-4EDE-9090-1E338637E60E}"/>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8312298" y="6296621"/>
              <a:ext cx="324915" cy="324915"/>
            </a:xfrm>
            <a:prstGeom prst="rect">
              <a:avLst/>
            </a:prstGeom>
          </p:spPr>
        </p:pic>
        <p:pic>
          <p:nvPicPr>
            <p:cNvPr id="53" name="Graphique 52" descr="Cœur avec un remplissage uni">
              <a:extLst>
                <a:ext uri="{FF2B5EF4-FFF2-40B4-BE49-F238E27FC236}">
                  <a16:creationId xmlns:a16="http://schemas.microsoft.com/office/drawing/2014/main" id="{9F0313E1-D9F9-4FB9-A6A5-27DD6A25D822}"/>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8637212" y="6287580"/>
              <a:ext cx="324915" cy="324915"/>
            </a:xfrm>
            <a:prstGeom prst="rect">
              <a:avLst/>
            </a:prstGeom>
          </p:spPr>
        </p:pic>
        <p:pic>
          <p:nvPicPr>
            <p:cNvPr id="54" name="Graphique 53" descr="Cœur avec un remplissage uni">
              <a:extLst>
                <a:ext uri="{FF2B5EF4-FFF2-40B4-BE49-F238E27FC236}">
                  <a16:creationId xmlns:a16="http://schemas.microsoft.com/office/drawing/2014/main" id="{E8068A87-3545-40DA-8DD5-FF58D0FAD2FF}"/>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8312298" y="6524450"/>
              <a:ext cx="324915" cy="324915"/>
            </a:xfrm>
            <a:prstGeom prst="rect">
              <a:avLst/>
            </a:prstGeom>
          </p:spPr>
        </p:pic>
        <p:pic>
          <p:nvPicPr>
            <p:cNvPr id="55" name="Graphique 54" descr="Cœur avec un remplissage uni">
              <a:extLst>
                <a:ext uri="{FF2B5EF4-FFF2-40B4-BE49-F238E27FC236}">
                  <a16:creationId xmlns:a16="http://schemas.microsoft.com/office/drawing/2014/main" id="{62CF5280-B4A9-4DAF-9AEE-F3B11687CD23}"/>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8637212" y="6505702"/>
              <a:ext cx="324915" cy="324915"/>
            </a:xfrm>
            <a:prstGeom prst="rect">
              <a:avLst/>
            </a:prstGeom>
          </p:spPr>
        </p:pic>
      </p:grpSp>
      <p:sp>
        <p:nvSpPr>
          <p:cNvPr id="2" name="Flèche : haut 1">
            <a:extLst>
              <a:ext uri="{FF2B5EF4-FFF2-40B4-BE49-F238E27FC236}">
                <a16:creationId xmlns:a16="http://schemas.microsoft.com/office/drawing/2014/main" id="{0AF4CC87-60B6-425C-BD2A-57FEB3669DF6}"/>
              </a:ext>
            </a:extLst>
          </p:cNvPr>
          <p:cNvSpPr/>
          <p:nvPr/>
        </p:nvSpPr>
        <p:spPr>
          <a:xfrm>
            <a:off x="1826321" y="4119418"/>
            <a:ext cx="732146" cy="598921"/>
          </a:xfrm>
          <a:prstGeom prst="upArrow">
            <a:avLst>
              <a:gd name="adj1" fmla="val 66027"/>
              <a:gd name="adj2" fmla="val 50000"/>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en-US">
              <a:solidFill>
                <a:schemeClr val="tx1"/>
              </a:solidFill>
            </a:endParaRPr>
          </a:p>
        </p:txBody>
      </p:sp>
      <p:sp>
        <p:nvSpPr>
          <p:cNvPr id="63" name="Flèche : haut 62">
            <a:extLst>
              <a:ext uri="{FF2B5EF4-FFF2-40B4-BE49-F238E27FC236}">
                <a16:creationId xmlns:a16="http://schemas.microsoft.com/office/drawing/2014/main" id="{F42743FE-32A4-4979-A570-FCF4067E6047}"/>
              </a:ext>
            </a:extLst>
          </p:cNvPr>
          <p:cNvSpPr/>
          <p:nvPr/>
        </p:nvSpPr>
        <p:spPr>
          <a:xfrm>
            <a:off x="2714231" y="4119418"/>
            <a:ext cx="732146" cy="598921"/>
          </a:xfrm>
          <a:prstGeom prst="upArrow">
            <a:avLst>
              <a:gd name="adj1" fmla="val 66027"/>
              <a:gd name="adj2" fmla="val 50000"/>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en-US">
              <a:solidFill>
                <a:schemeClr val="tx1"/>
              </a:solidFill>
            </a:endParaRPr>
          </a:p>
        </p:txBody>
      </p:sp>
      <p:sp>
        <p:nvSpPr>
          <p:cNvPr id="64" name="Flèche : haut 63">
            <a:extLst>
              <a:ext uri="{FF2B5EF4-FFF2-40B4-BE49-F238E27FC236}">
                <a16:creationId xmlns:a16="http://schemas.microsoft.com/office/drawing/2014/main" id="{5899C225-F1B9-4A1E-A26F-EE33E944D106}"/>
              </a:ext>
            </a:extLst>
          </p:cNvPr>
          <p:cNvSpPr/>
          <p:nvPr/>
        </p:nvSpPr>
        <p:spPr>
          <a:xfrm>
            <a:off x="2138262" y="4830324"/>
            <a:ext cx="732146" cy="598921"/>
          </a:xfrm>
          <a:prstGeom prst="upArrow">
            <a:avLst>
              <a:gd name="adj1" fmla="val 66027"/>
              <a:gd name="adj2" fmla="val 50000"/>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en-US">
              <a:solidFill>
                <a:schemeClr val="tx1"/>
              </a:solidFill>
            </a:endParaRPr>
          </a:p>
        </p:txBody>
      </p:sp>
      <p:sp>
        <p:nvSpPr>
          <p:cNvPr id="65" name="Flèche : haut 64">
            <a:extLst>
              <a:ext uri="{FF2B5EF4-FFF2-40B4-BE49-F238E27FC236}">
                <a16:creationId xmlns:a16="http://schemas.microsoft.com/office/drawing/2014/main" id="{FE2F66C0-90DE-48EC-B806-807A902B1C9D}"/>
              </a:ext>
            </a:extLst>
          </p:cNvPr>
          <p:cNvSpPr/>
          <p:nvPr/>
        </p:nvSpPr>
        <p:spPr>
          <a:xfrm>
            <a:off x="4774484" y="2094081"/>
            <a:ext cx="732146" cy="598921"/>
          </a:xfrm>
          <a:prstGeom prst="upArrow">
            <a:avLst>
              <a:gd name="adj1" fmla="val 66027"/>
              <a:gd name="adj2" fmla="val 50000"/>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en-US" dirty="0">
              <a:solidFill>
                <a:schemeClr val="tx1"/>
              </a:solidFill>
            </a:endParaRPr>
          </a:p>
        </p:txBody>
      </p:sp>
      <p:sp>
        <p:nvSpPr>
          <p:cNvPr id="3" name="Flèche : droite 2">
            <a:extLst>
              <a:ext uri="{FF2B5EF4-FFF2-40B4-BE49-F238E27FC236}">
                <a16:creationId xmlns:a16="http://schemas.microsoft.com/office/drawing/2014/main" id="{2CA16050-1A14-487E-AF40-3ED564C3468E}"/>
              </a:ext>
            </a:extLst>
          </p:cNvPr>
          <p:cNvSpPr/>
          <p:nvPr/>
        </p:nvSpPr>
        <p:spPr>
          <a:xfrm>
            <a:off x="3738388" y="4937978"/>
            <a:ext cx="732145" cy="766639"/>
          </a:xfrm>
          <a:prstGeom prst="rightArrow">
            <a:avLst>
              <a:gd name="adj1" fmla="val 67978"/>
              <a:gd name="adj2" fmla="val 50000"/>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en-US">
              <a:solidFill>
                <a:schemeClr val="tx1"/>
              </a:solidFill>
            </a:endParaRPr>
          </a:p>
        </p:txBody>
      </p:sp>
      <p:sp>
        <p:nvSpPr>
          <p:cNvPr id="67" name="Flèche : droite 66">
            <a:extLst>
              <a:ext uri="{FF2B5EF4-FFF2-40B4-BE49-F238E27FC236}">
                <a16:creationId xmlns:a16="http://schemas.microsoft.com/office/drawing/2014/main" id="{A9012893-97AC-401E-89C5-09B1C11249C9}"/>
              </a:ext>
            </a:extLst>
          </p:cNvPr>
          <p:cNvSpPr/>
          <p:nvPr/>
        </p:nvSpPr>
        <p:spPr>
          <a:xfrm>
            <a:off x="3772003" y="4073647"/>
            <a:ext cx="732145" cy="766639"/>
          </a:xfrm>
          <a:prstGeom prst="rightArrow">
            <a:avLst>
              <a:gd name="adj1" fmla="val 67978"/>
              <a:gd name="adj2" fmla="val 50000"/>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en-US">
              <a:solidFill>
                <a:schemeClr val="tx1"/>
              </a:solidFill>
            </a:endParaRPr>
          </a:p>
        </p:txBody>
      </p:sp>
      <p:sp>
        <p:nvSpPr>
          <p:cNvPr id="68" name="Flèche : droite 67">
            <a:extLst>
              <a:ext uri="{FF2B5EF4-FFF2-40B4-BE49-F238E27FC236}">
                <a16:creationId xmlns:a16="http://schemas.microsoft.com/office/drawing/2014/main" id="{86302D82-4C21-4D4E-9F4D-5F0D59520680}"/>
              </a:ext>
            </a:extLst>
          </p:cNvPr>
          <p:cNvSpPr/>
          <p:nvPr/>
        </p:nvSpPr>
        <p:spPr>
          <a:xfrm>
            <a:off x="4774484" y="4311614"/>
            <a:ext cx="732145" cy="766639"/>
          </a:xfrm>
          <a:prstGeom prst="rightArrow">
            <a:avLst>
              <a:gd name="adj1" fmla="val 67978"/>
              <a:gd name="adj2" fmla="val 50000"/>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en-US">
              <a:solidFill>
                <a:schemeClr val="tx1"/>
              </a:solidFill>
            </a:endParaRPr>
          </a:p>
        </p:txBody>
      </p:sp>
      <p:sp>
        <p:nvSpPr>
          <p:cNvPr id="69" name="Flèche : droite 68">
            <a:extLst>
              <a:ext uri="{FF2B5EF4-FFF2-40B4-BE49-F238E27FC236}">
                <a16:creationId xmlns:a16="http://schemas.microsoft.com/office/drawing/2014/main" id="{557D730F-F08A-46B7-B090-53103EE665A6}"/>
              </a:ext>
            </a:extLst>
          </p:cNvPr>
          <p:cNvSpPr/>
          <p:nvPr/>
        </p:nvSpPr>
        <p:spPr>
          <a:xfrm>
            <a:off x="2938325" y="5125715"/>
            <a:ext cx="732145" cy="766639"/>
          </a:xfrm>
          <a:prstGeom prst="rightArrow">
            <a:avLst>
              <a:gd name="adj1" fmla="val 67978"/>
              <a:gd name="adj2" fmla="val 50000"/>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en-US">
              <a:solidFill>
                <a:schemeClr val="tx1"/>
              </a:solidFill>
            </a:endParaRPr>
          </a:p>
        </p:txBody>
      </p:sp>
      <p:sp>
        <p:nvSpPr>
          <p:cNvPr id="70" name="Flèche : droite 69">
            <a:extLst>
              <a:ext uri="{FF2B5EF4-FFF2-40B4-BE49-F238E27FC236}">
                <a16:creationId xmlns:a16="http://schemas.microsoft.com/office/drawing/2014/main" id="{98C02D15-C709-4DE6-B338-250808FEE5F0}"/>
              </a:ext>
            </a:extLst>
          </p:cNvPr>
          <p:cNvSpPr/>
          <p:nvPr/>
        </p:nvSpPr>
        <p:spPr>
          <a:xfrm>
            <a:off x="4517697" y="3658187"/>
            <a:ext cx="732145" cy="766639"/>
          </a:xfrm>
          <a:prstGeom prst="rightArrow">
            <a:avLst>
              <a:gd name="adj1" fmla="val 67978"/>
              <a:gd name="adj2" fmla="val 50000"/>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en-US">
              <a:solidFill>
                <a:schemeClr val="tx1"/>
              </a:solidFill>
            </a:endParaRPr>
          </a:p>
        </p:txBody>
      </p:sp>
    </p:spTree>
    <p:extLst>
      <p:ext uri="{BB962C8B-B14F-4D97-AF65-F5344CB8AC3E}">
        <p14:creationId xmlns:p14="http://schemas.microsoft.com/office/powerpoint/2010/main" val="178039174"/>
      </p:ext>
    </p:extLst>
  </p:cSld>
  <p:clrMapOvr>
    <a:masterClrMapping/>
  </p:clrMapOvr>
  <mc:AlternateContent xmlns:mc="http://schemas.openxmlformats.org/markup-compatibility/2006" xmlns:p14="http://schemas.microsoft.com/office/powerpoint/2010/main">
    <mc:Choice Requires="p14">
      <p:transition spd="slow" p14:dur="2000" advTm="47935"/>
    </mc:Choice>
    <mc:Fallback xmlns="">
      <p:transition spd="slow" advTm="47935"/>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lumMod val="65000"/>
          </a:schemeClr>
        </a:solidFill>
        <a:effectLst/>
      </p:bgPr>
    </p:bg>
    <p:spTree>
      <p:nvGrpSpPr>
        <p:cNvPr id="1" name=""/>
        <p:cNvGrpSpPr/>
        <p:nvPr/>
      </p:nvGrpSpPr>
      <p:grpSpPr>
        <a:xfrm>
          <a:off x="0" y="0"/>
          <a:ext cx="0" cy="0"/>
          <a:chOff x="0" y="0"/>
          <a:chExt cx="0" cy="0"/>
        </a:xfrm>
      </p:grpSpPr>
      <p:sp>
        <p:nvSpPr>
          <p:cNvPr id="5" name="Titre 4">
            <a:extLst>
              <a:ext uri="{FF2B5EF4-FFF2-40B4-BE49-F238E27FC236}">
                <a16:creationId xmlns:a16="http://schemas.microsoft.com/office/drawing/2014/main" id="{C855888E-97AC-4651-BC40-F2F4C0706415}"/>
              </a:ext>
            </a:extLst>
          </p:cNvPr>
          <p:cNvSpPr>
            <a:spLocks noGrp="1"/>
          </p:cNvSpPr>
          <p:nvPr>
            <p:ph type="title"/>
          </p:nvPr>
        </p:nvSpPr>
        <p:spPr>
          <a:xfrm>
            <a:off x="1115568" y="242596"/>
            <a:ext cx="8824962" cy="1584648"/>
          </a:xfrm>
        </p:spPr>
        <p:txBody>
          <a:bodyPr>
            <a:normAutofit fontScale="90000"/>
          </a:bodyPr>
          <a:lstStyle/>
          <a:p>
            <a:r>
              <a:rPr lang="en-US" dirty="0"/>
              <a:t>Exercise #C6 : </a:t>
            </a:r>
            <a:br>
              <a:rPr lang="en-US" dirty="0"/>
            </a:br>
            <a:r>
              <a:rPr lang="en-US" dirty="0"/>
              <a:t>Identify content walls, current stop points</a:t>
            </a:r>
          </a:p>
        </p:txBody>
      </p:sp>
      <p:graphicFrame>
        <p:nvGraphicFramePr>
          <p:cNvPr id="6" name="Espace réservé du contenu 5">
            <a:extLst>
              <a:ext uri="{FF2B5EF4-FFF2-40B4-BE49-F238E27FC236}">
                <a16:creationId xmlns:a16="http://schemas.microsoft.com/office/drawing/2014/main" id="{2BCC2943-6196-4448-BFCD-D9A2589735FF}"/>
              </a:ext>
            </a:extLst>
          </p:cNvPr>
          <p:cNvGraphicFramePr>
            <a:graphicFrameLocks noGrp="1"/>
          </p:cNvGraphicFramePr>
          <p:nvPr>
            <p:ph idx="1"/>
          </p:nvPr>
        </p:nvGraphicFramePr>
        <p:xfrm>
          <a:off x="182273" y="2777290"/>
          <a:ext cx="11827453" cy="449503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9" name="Graphique 8" descr="Point d’exclamation avec un remplissage uni">
            <a:extLst>
              <a:ext uri="{FF2B5EF4-FFF2-40B4-BE49-F238E27FC236}">
                <a16:creationId xmlns:a16="http://schemas.microsoft.com/office/drawing/2014/main" id="{4C5A1775-16C0-42FD-9C87-BDD857B44DAC}"/>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421141" y="4746804"/>
            <a:ext cx="960727" cy="960727"/>
          </a:xfrm>
          <a:prstGeom prst="rect">
            <a:avLst/>
          </a:prstGeom>
        </p:spPr>
      </p:pic>
      <p:pic>
        <p:nvPicPr>
          <p:cNvPr id="17" name="Graphique 16" descr="Bulle de discussion avec un remplissage uni">
            <a:extLst>
              <a:ext uri="{FF2B5EF4-FFF2-40B4-BE49-F238E27FC236}">
                <a16:creationId xmlns:a16="http://schemas.microsoft.com/office/drawing/2014/main" id="{BF459345-5584-489F-B7A2-F7CA7AAFEAB4}"/>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5585043" y="3546987"/>
            <a:ext cx="914400" cy="914400"/>
          </a:xfrm>
          <a:prstGeom prst="rect">
            <a:avLst/>
          </a:prstGeom>
        </p:spPr>
      </p:pic>
      <p:pic>
        <p:nvPicPr>
          <p:cNvPr id="19" name="Graphique 18" descr="Partager avec un remplissage uni">
            <a:extLst>
              <a:ext uri="{FF2B5EF4-FFF2-40B4-BE49-F238E27FC236}">
                <a16:creationId xmlns:a16="http://schemas.microsoft.com/office/drawing/2014/main" id="{4825D223-73CB-444B-A57C-D71ED715E90B}"/>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7172034" y="2924014"/>
            <a:ext cx="1179576" cy="1179576"/>
          </a:xfrm>
          <a:prstGeom prst="rect">
            <a:avLst/>
          </a:prstGeom>
        </p:spPr>
      </p:pic>
      <p:pic>
        <p:nvPicPr>
          <p:cNvPr id="21" name="Graphique 20" descr="Viral avec un remplissage uni">
            <a:extLst>
              <a:ext uri="{FF2B5EF4-FFF2-40B4-BE49-F238E27FC236}">
                <a16:creationId xmlns:a16="http://schemas.microsoft.com/office/drawing/2014/main" id="{81A1350E-DBBA-4D02-A3CD-31CF016E4EA2}"/>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3890498" y="3892479"/>
            <a:ext cx="914400" cy="914400"/>
          </a:xfrm>
          <a:prstGeom prst="rect">
            <a:avLst/>
          </a:prstGeom>
        </p:spPr>
      </p:pic>
      <p:pic>
        <p:nvPicPr>
          <p:cNvPr id="23" name="Graphique 22" descr="Citations avec un remplissage uni">
            <a:extLst>
              <a:ext uri="{FF2B5EF4-FFF2-40B4-BE49-F238E27FC236}">
                <a16:creationId xmlns:a16="http://schemas.microsoft.com/office/drawing/2014/main" id="{47B43DF5-BE5A-46DD-B833-AC17EF75194E}"/>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9004425" y="2685582"/>
            <a:ext cx="914400" cy="914400"/>
          </a:xfrm>
          <a:prstGeom prst="rect">
            <a:avLst/>
          </a:prstGeom>
        </p:spPr>
      </p:pic>
      <p:pic>
        <p:nvPicPr>
          <p:cNvPr id="25" name="Graphique 24" descr="Réussite du groupe avec un remplissage uni">
            <a:extLst>
              <a:ext uri="{FF2B5EF4-FFF2-40B4-BE49-F238E27FC236}">
                <a16:creationId xmlns:a16="http://schemas.microsoft.com/office/drawing/2014/main" id="{FE87EC61-4C53-4B4A-8AA2-40E36D757C59}"/>
              </a:ext>
            </a:extLst>
          </p:cNvPr>
          <p:cNvPicPr>
            <a:picLocks noChangeAspect="1"/>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a:off x="10755429" y="2215381"/>
            <a:ext cx="1056534" cy="1056534"/>
          </a:xfrm>
          <a:prstGeom prst="rect">
            <a:avLst/>
          </a:prstGeom>
        </p:spPr>
      </p:pic>
      <p:pic>
        <p:nvPicPr>
          <p:cNvPr id="27" name="Graphique 26" descr="Curseur avec un remplissage uni">
            <a:extLst>
              <a:ext uri="{FF2B5EF4-FFF2-40B4-BE49-F238E27FC236}">
                <a16:creationId xmlns:a16="http://schemas.microsoft.com/office/drawing/2014/main" id="{47A30E9B-2EAD-41C6-B194-E5BF61D1FF94}"/>
              </a:ext>
            </a:extLst>
          </p:cNvPr>
          <p:cNvPicPr>
            <a:picLocks noChangeAspect="1"/>
          </p:cNvPicPr>
          <p:nvPr/>
        </p:nvPicPr>
        <p:blipFill>
          <a:blip r:embed="rId20">
            <a:extLst>
              <a:ext uri="{28A0092B-C50C-407E-A947-70E740481C1C}">
                <a14:useLocalDpi xmlns:a14="http://schemas.microsoft.com/office/drawing/2010/main" val="0"/>
              </a:ext>
              <a:ext uri="{96DAC541-7B7A-43D3-8B79-37D633B846F1}">
                <asvg:svgBlip xmlns:asvg="http://schemas.microsoft.com/office/drawing/2016/SVG/main" r:embed="rId21"/>
              </a:ext>
            </a:extLst>
          </a:blip>
          <a:stretch>
            <a:fillRect/>
          </a:stretch>
        </p:blipFill>
        <p:spPr>
          <a:xfrm>
            <a:off x="2237718" y="4461387"/>
            <a:ext cx="914400" cy="914400"/>
          </a:xfrm>
          <a:prstGeom prst="rect">
            <a:avLst/>
          </a:prstGeom>
        </p:spPr>
      </p:pic>
      <p:grpSp>
        <p:nvGrpSpPr>
          <p:cNvPr id="41" name="Groupe 40">
            <a:extLst>
              <a:ext uri="{FF2B5EF4-FFF2-40B4-BE49-F238E27FC236}">
                <a16:creationId xmlns:a16="http://schemas.microsoft.com/office/drawing/2014/main" id="{C5A50F35-BC5A-4860-83F8-87788DD42221}"/>
              </a:ext>
            </a:extLst>
          </p:cNvPr>
          <p:cNvGrpSpPr/>
          <p:nvPr/>
        </p:nvGrpSpPr>
        <p:grpSpPr>
          <a:xfrm>
            <a:off x="3084991" y="3429000"/>
            <a:ext cx="914400" cy="3077792"/>
            <a:chOff x="3056718" y="2910742"/>
            <a:chExt cx="914400" cy="3077792"/>
          </a:xfrm>
        </p:grpSpPr>
        <p:cxnSp>
          <p:nvCxnSpPr>
            <p:cNvPr id="36" name="Connecteur droit 35">
              <a:extLst>
                <a:ext uri="{FF2B5EF4-FFF2-40B4-BE49-F238E27FC236}">
                  <a16:creationId xmlns:a16="http://schemas.microsoft.com/office/drawing/2014/main" id="{92E5386A-3AFA-431C-B319-FEB034D8C707}"/>
                </a:ext>
              </a:extLst>
            </p:cNvPr>
            <p:cNvCxnSpPr>
              <a:cxnSpLocks/>
              <a:stCxn id="37" idx="2"/>
            </p:cNvCxnSpPr>
            <p:nvPr/>
          </p:nvCxnSpPr>
          <p:spPr>
            <a:xfrm>
              <a:off x="3513918" y="3825142"/>
              <a:ext cx="0" cy="2163392"/>
            </a:xfrm>
            <a:prstGeom prst="line">
              <a:avLst/>
            </a:prstGeom>
            <a:ln w="57150">
              <a:solidFill>
                <a:schemeClr val="tx1"/>
              </a:solidFill>
              <a:prstDash val="dash"/>
            </a:ln>
          </p:spPr>
          <p:style>
            <a:lnRef idx="1">
              <a:schemeClr val="accent1"/>
            </a:lnRef>
            <a:fillRef idx="0">
              <a:schemeClr val="accent1"/>
            </a:fillRef>
            <a:effectRef idx="0">
              <a:schemeClr val="accent1"/>
            </a:effectRef>
            <a:fontRef idx="minor">
              <a:schemeClr val="tx1"/>
            </a:fontRef>
          </p:style>
        </p:cxnSp>
        <p:pic>
          <p:nvPicPr>
            <p:cNvPr id="37" name="Graphique 36" descr="Mur de briques avec un remplissage uni">
              <a:extLst>
                <a:ext uri="{FF2B5EF4-FFF2-40B4-BE49-F238E27FC236}">
                  <a16:creationId xmlns:a16="http://schemas.microsoft.com/office/drawing/2014/main" id="{50E560E5-E7E9-4F41-B440-5988841038A5}"/>
                </a:ext>
              </a:extLst>
            </p:cNvPr>
            <p:cNvPicPr>
              <a:picLocks noChangeAspect="1"/>
            </p:cNvPicPr>
            <p:nvPr/>
          </p:nvPicPr>
          <p:blipFill>
            <a:blip r:embed="rId22">
              <a:extLst>
                <a:ext uri="{28A0092B-C50C-407E-A947-70E740481C1C}">
                  <a14:useLocalDpi xmlns:a14="http://schemas.microsoft.com/office/drawing/2010/main" val="0"/>
                </a:ext>
                <a:ext uri="{96DAC541-7B7A-43D3-8B79-37D633B846F1}">
                  <asvg:svgBlip xmlns:asvg="http://schemas.microsoft.com/office/drawing/2016/SVG/main" r:embed="rId23"/>
                </a:ext>
              </a:extLst>
            </a:blip>
            <a:stretch>
              <a:fillRect/>
            </a:stretch>
          </p:blipFill>
          <p:spPr>
            <a:xfrm>
              <a:off x="3056718" y="2910742"/>
              <a:ext cx="914400" cy="914400"/>
            </a:xfrm>
            <a:prstGeom prst="rect">
              <a:avLst/>
            </a:prstGeom>
          </p:spPr>
        </p:pic>
      </p:grpSp>
      <p:grpSp>
        <p:nvGrpSpPr>
          <p:cNvPr id="42" name="Groupe 41">
            <a:extLst>
              <a:ext uri="{FF2B5EF4-FFF2-40B4-BE49-F238E27FC236}">
                <a16:creationId xmlns:a16="http://schemas.microsoft.com/office/drawing/2014/main" id="{140A9354-F9A7-4D35-BD7B-2FD13F3557D3}"/>
              </a:ext>
            </a:extLst>
          </p:cNvPr>
          <p:cNvGrpSpPr/>
          <p:nvPr/>
        </p:nvGrpSpPr>
        <p:grpSpPr>
          <a:xfrm>
            <a:off x="6489723" y="2535638"/>
            <a:ext cx="914400" cy="3323624"/>
            <a:chOff x="6489723" y="2466814"/>
            <a:chExt cx="914400" cy="3323624"/>
          </a:xfrm>
          <a:solidFill>
            <a:schemeClr val="tx1"/>
          </a:solidFill>
        </p:grpSpPr>
        <p:cxnSp>
          <p:nvCxnSpPr>
            <p:cNvPr id="38" name="Connecteur droit 37">
              <a:extLst>
                <a:ext uri="{FF2B5EF4-FFF2-40B4-BE49-F238E27FC236}">
                  <a16:creationId xmlns:a16="http://schemas.microsoft.com/office/drawing/2014/main" id="{01EB9374-5F0A-472B-89B1-352808DFBE16}"/>
                </a:ext>
              </a:extLst>
            </p:cNvPr>
            <p:cNvCxnSpPr>
              <a:cxnSpLocks/>
              <a:stCxn id="39" idx="2"/>
            </p:cNvCxnSpPr>
            <p:nvPr/>
          </p:nvCxnSpPr>
          <p:spPr>
            <a:xfrm flipH="1">
              <a:off x="6946185" y="3381214"/>
              <a:ext cx="738" cy="2409224"/>
            </a:xfrm>
            <a:prstGeom prst="line">
              <a:avLst/>
            </a:prstGeom>
            <a:grpFill/>
            <a:ln w="57150">
              <a:solidFill>
                <a:schemeClr val="tx1"/>
              </a:solidFill>
              <a:prstDash val="dash"/>
            </a:ln>
          </p:spPr>
          <p:style>
            <a:lnRef idx="1">
              <a:schemeClr val="accent1"/>
            </a:lnRef>
            <a:fillRef idx="0">
              <a:schemeClr val="accent1"/>
            </a:fillRef>
            <a:effectRef idx="0">
              <a:schemeClr val="accent1"/>
            </a:effectRef>
            <a:fontRef idx="minor">
              <a:schemeClr val="tx1"/>
            </a:fontRef>
          </p:style>
        </p:cxnSp>
        <p:pic>
          <p:nvPicPr>
            <p:cNvPr id="39" name="Graphique 38" descr="Mur de briques avec un remplissage uni">
              <a:extLst>
                <a:ext uri="{FF2B5EF4-FFF2-40B4-BE49-F238E27FC236}">
                  <a16:creationId xmlns:a16="http://schemas.microsoft.com/office/drawing/2014/main" id="{AEB05090-B7BE-4CC2-BAE7-B70511475D39}"/>
                </a:ext>
              </a:extLst>
            </p:cNvPr>
            <p:cNvPicPr>
              <a:picLocks noChangeAspect="1"/>
            </p:cNvPicPr>
            <p:nvPr/>
          </p:nvPicPr>
          <p:blipFill>
            <a:blip r:embed="rId22">
              <a:extLst>
                <a:ext uri="{28A0092B-C50C-407E-A947-70E740481C1C}">
                  <a14:useLocalDpi xmlns:a14="http://schemas.microsoft.com/office/drawing/2010/main" val="0"/>
                </a:ext>
                <a:ext uri="{96DAC541-7B7A-43D3-8B79-37D633B846F1}">
                  <asvg:svgBlip xmlns:asvg="http://schemas.microsoft.com/office/drawing/2016/SVG/main" r:embed="rId23"/>
                </a:ext>
              </a:extLst>
            </a:blip>
            <a:stretch>
              <a:fillRect/>
            </a:stretch>
          </p:blipFill>
          <p:spPr>
            <a:xfrm>
              <a:off x="6489723" y="2466814"/>
              <a:ext cx="914400" cy="914400"/>
            </a:xfrm>
            <a:prstGeom prst="rect">
              <a:avLst/>
            </a:prstGeom>
          </p:spPr>
        </p:pic>
      </p:grpSp>
      <p:grpSp>
        <p:nvGrpSpPr>
          <p:cNvPr id="4" name="Groupe 3">
            <a:extLst>
              <a:ext uri="{FF2B5EF4-FFF2-40B4-BE49-F238E27FC236}">
                <a16:creationId xmlns:a16="http://schemas.microsoft.com/office/drawing/2014/main" id="{3BB0EE4D-4B9C-44DA-A29D-F08541A8632A}"/>
              </a:ext>
            </a:extLst>
          </p:cNvPr>
          <p:cNvGrpSpPr/>
          <p:nvPr/>
        </p:nvGrpSpPr>
        <p:grpSpPr>
          <a:xfrm>
            <a:off x="9940530" y="2023114"/>
            <a:ext cx="914400" cy="3669762"/>
            <a:chOff x="9940530" y="2023114"/>
            <a:chExt cx="914400" cy="3669762"/>
          </a:xfrm>
        </p:grpSpPr>
        <p:cxnSp>
          <p:nvCxnSpPr>
            <p:cNvPr id="43" name="Connecteur droit 42">
              <a:extLst>
                <a:ext uri="{FF2B5EF4-FFF2-40B4-BE49-F238E27FC236}">
                  <a16:creationId xmlns:a16="http://schemas.microsoft.com/office/drawing/2014/main" id="{F4663EE4-5E13-4702-A351-6AE59ADCAD0E}"/>
                </a:ext>
              </a:extLst>
            </p:cNvPr>
            <p:cNvCxnSpPr>
              <a:cxnSpLocks/>
              <a:stCxn id="48" idx="2"/>
            </p:cNvCxnSpPr>
            <p:nvPr/>
          </p:nvCxnSpPr>
          <p:spPr>
            <a:xfrm>
              <a:off x="10397730" y="2937514"/>
              <a:ext cx="0" cy="2755362"/>
            </a:xfrm>
            <a:prstGeom prst="line">
              <a:avLst/>
            </a:prstGeom>
            <a:ln w="57150">
              <a:solidFill>
                <a:schemeClr val="tx1"/>
              </a:solidFill>
              <a:prstDash val="dash"/>
            </a:ln>
          </p:spPr>
          <p:style>
            <a:lnRef idx="1">
              <a:schemeClr val="accent1"/>
            </a:lnRef>
            <a:fillRef idx="0">
              <a:schemeClr val="accent1"/>
            </a:fillRef>
            <a:effectRef idx="0">
              <a:schemeClr val="accent1"/>
            </a:effectRef>
            <a:fontRef idx="minor">
              <a:schemeClr val="tx1"/>
            </a:fontRef>
          </p:style>
        </p:cxnSp>
        <p:pic>
          <p:nvPicPr>
            <p:cNvPr id="48" name="Graphique 47" descr="Mur de briques avec un remplissage uni">
              <a:extLst>
                <a:ext uri="{FF2B5EF4-FFF2-40B4-BE49-F238E27FC236}">
                  <a16:creationId xmlns:a16="http://schemas.microsoft.com/office/drawing/2014/main" id="{59FD1827-F7B7-4915-8A6F-CCFEF5CE1E36}"/>
                </a:ext>
              </a:extLst>
            </p:cNvPr>
            <p:cNvPicPr>
              <a:picLocks noChangeAspect="1"/>
            </p:cNvPicPr>
            <p:nvPr/>
          </p:nvPicPr>
          <p:blipFill>
            <a:blip r:embed="rId22">
              <a:extLst>
                <a:ext uri="{28A0092B-C50C-407E-A947-70E740481C1C}">
                  <a14:useLocalDpi xmlns:a14="http://schemas.microsoft.com/office/drawing/2010/main" val="0"/>
                </a:ext>
                <a:ext uri="{96DAC541-7B7A-43D3-8B79-37D633B846F1}">
                  <asvg:svgBlip xmlns:asvg="http://schemas.microsoft.com/office/drawing/2016/SVG/main" r:embed="rId23"/>
                </a:ext>
              </a:extLst>
            </a:blip>
            <a:stretch>
              <a:fillRect/>
            </a:stretch>
          </p:blipFill>
          <p:spPr>
            <a:xfrm>
              <a:off x="9940530" y="2023114"/>
              <a:ext cx="914400" cy="914400"/>
            </a:xfrm>
            <a:prstGeom prst="rect">
              <a:avLst/>
            </a:prstGeom>
          </p:spPr>
        </p:pic>
      </p:grpSp>
      <p:sp>
        <p:nvSpPr>
          <p:cNvPr id="26" name="Rectangle 25">
            <a:extLst>
              <a:ext uri="{FF2B5EF4-FFF2-40B4-BE49-F238E27FC236}">
                <a16:creationId xmlns:a16="http://schemas.microsoft.com/office/drawing/2014/main" id="{3FF00712-DA31-4FD1-AC94-827D25DA489F}"/>
              </a:ext>
            </a:extLst>
          </p:cNvPr>
          <p:cNvSpPr/>
          <p:nvPr/>
        </p:nvSpPr>
        <p:spPr>
          <a:xfrm>
            <a:off x="2924952" y="2875355"/>
            <a:ext cx="617239" cy="605856"/>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fontScale="62500" lnSpcReduction="20000"/>
          </a:bodyPr>
          <a:lstStyle/>
          <a:p>
            <a:pPr algn="ctr"/>
            <a:r>
              <a:rPr lang="en-US" sz="1100" dirty="0">
                <a:solidFill>
                  <a:schemeClr val="tx1"/>
                </a:solidFill>
              </a:rPr>
              <a:t>Example : People need to login to give a like</a:t>
            </a:r>
          </a:p>
        </p:txBody>
      </p:sp>
      <p:sp>
        <p:nvSpPr>
          <p:cNvPr id="28" name="Rectangle 27">
            <a:extLst>
              <a:ext uri="{FF2B5EF4-FFF2-40B4-BE49-F238E27FC236}">
                <a16:creationId xmlns:a16="http://schemas.microsoft.com/office/drawing/2014/main" id="{8EF51FE2-6FB2-45EA-BF14-8E94629E77F1}"/>
              </a:ext>
            </a:extLst>
          </p:cNvPr>
          <p:cNvSpPr/>
          <p:nvPr/>
        </p:nvSpPr>
        <p:spPr>
          <a:xfrm>
            <a:off x="6146298" y="5864309"/>
            <a:ext cx="617239" cy="605856"/>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fontScale="92500" lnSpcReduction="20000"/>
          </a:bodyPr>
          <a:lstStyle/>
          <a:p>
            <a:pPr algn="ctr"/>
            <a:r>
              <a:rPr lang="en-US" sz="1100" dirty="0">
                <a:solidFill>
                  <a:schemeClr val="tx1"/>
                </a:solidFill>
              </a:rPr>
              <a:t>Example : 30% stop here</a:t>
            </a:r>
          </a:p>
        </p:txBody>
      </p:sp>
      <p:sp>
        <p:nvSpPr>
          <p:cNvPr id="29" name="Rectangle 28">
            <a:extLst>
              <a:ext uri="{FF2B5EF4-FFF2-40B4-BE49-F238E27FC236}">
                <a16:creationId xmlns:a16="http://schemas.microsoft.com/office/drawing/2014/main" id="{738A341D-F3A5-419A-82FF-FECA2EC6FB58}"/>
              </a:ext>
            </a:extLst>
          </p:cNvPr>
          <p:cNvSpPr/>
          <p:nvPr/>
        </p:nvSpPr>
        <p:spPr>
          <a:xfrm>
            <a:off x="6499443" y="2010518"/>
            <a:ext cx="617239" cy="605856"/>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1100" dirty="0">
              <a:solidFill>
                <a:schemeClr val="tx1"/>
              </a:solidFill>
            </a:endParaRPr>
          </a:p>
        </p:txBody>
      </p:sp>
      <p:sp>
        <p:nvSpPr>
          <p:cNvPr id="30" name="Rectangle 29">
            <a:extLst>
              <a:ext uri="{FF2B5EF4-FFF2-40B4-BE49-F238E27FC236}">
                <a16:creationId xmlns:a16="http://schemas.microsoft.com/office/drawing/2014/main" id="{4C803A4B-1751-4AB5-A250-D2E2D424D898}"/>
              </a:ext>
            </a:extLst>
          </p:cNvPr>
          <p:cNvSpPr/>
          <p:nvPr/>
        </p:nvSpPr>
        <p:spPr>
          <a:xfrm>
            <a:off x="4681703" y="2992838"/>
            <a:ext cx="889088" cy="872692"/>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fontScale="92500" lnSpcReduction="20000"/>
          </a:bodyPr>
          <a:lstStyle/>
          <a:p>
            <a:pPr algn="ctr"/>
            <a:r>
              <a:rPr lang="en-US" sz="1100" dirty="0">
                <a:solidFill>
                  <a:schemeClr val="tx1"/>
                </a:solidFill>
              </a:rPr>
              <a:t>Example wall : No comment engine in our content platform</a:t>
            </a:r>
          </a:p>
        </p:txBody>
      </p:sp>
    </p:spTree>
    <p:custDataLst>
      <p:tags r:id="rId1"/>
    </p:custDataLst>
    <p:extLst>
      <p:ext uri="{BB962C8B-B14F-4D97-AF65-F5344CB8AC3E}">
        <p14:creationId xmlns:p14="http://schemas.microsoft.com/office/powerpoint/2010/main" val="4220494558"/>
      </p:ext>
    </p:extLst>
  </p:cSld>
  <p:clrMapOvr>
    <a:masterClrMapping/>
  </p:clrMapOvr>
  <mc:AlternateContent xmlns:mc="http://schemas.openxmlformats.org/markup-compatibility/2006" xmlns:p14="http://schemas.microsoft.com/office/powerpoint/2010/main">
    <mc:Choice Requires="p14">
      <p:transition spd="slow" p14:dur="2000" advTm="251918"/>
    </mc:Choice>
    <mc:Fallback xmlns="">
      <p:transition spd="slow" advTm="251918"/>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graphicEl>
                                              <a:dgm id="{FC54635E-1CFA-4F93-B566-34FFF4B7EE1B}"/>
                                            </p:graphic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graphicEl>
                                              <a:dgm id="{947B5681-D30C-4F71-A448-A9816BB4E2C7}"/>
                                            </p:graphic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
                                            <p:graphicEl>
                                              <a:dgm id="{BC883E41-7CC3-49C8-AACB-D2DFC31D2A81}"/>
                                            </p:graphic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9"/>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6">
                                            <p:graphicEl>
                                              <a:dgm id="{C4049009-0DF7-4B56-8EE8-A235AC9147E0}"/>
                                            </p:graphic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6">
                                            <p:graphicEl>
                                              <a:dgm id="{6EE647C3-EE94-495B-A1BC-2BD31E7FB284}"/>
                                            </p:graphic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6">
                                            <p:graphicEl>
                                              <a:dgm id="{3C232351-2668-409A-900D-BAAD4244B760}"/>
                                            </p:graphic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2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6">
                                            <p:graphicEl>
                                              <a:dgm id="{6BD65D1B-AC3F-463A-9044-842725D46E17}"/>
                                            </p:graphic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6">
                                            <p:graphicEl>
                                              <a:dgm id="{FDF54EAE-F346-4C3A-BE66-A827058CB016}"/>
                                            </p:graphic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6">
                                            <p:graphicEl>
                                              <a:dgm id="{41FFB49D-2989-4461-B425-3CC078C84917}"/>
                                            </p:graphic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21"/>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6">
                                            <p:graphicEl>
                                              <a:dgm id="{621BC79D-194B-46C2-8CE4-368724AC50EB}"/>
                                            </p:graphicEl>
                                          </p:spTgt>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6">
                                            <p:graphicEl>
                                              <a:dgm id="{14B1C58C-96FC-4CBB-980F-3435E1A56BE8}"/>
                                            </p:graphicEl>
                                          </p:spTgt>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6">
                                            <p:graphicEl>
                                              <a:dgm id="{BCB6E0A9-6E0F-4A27-BF17-10F454A714DD}"/>
                                            </p:graphicEl>
                                          </p:spTgt>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17"/>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6">
                                            <p:graphicEl>
                                              <a:dgm id="{8231CA90-10E3-46A6-A5BB-B62FA5752189}"/>
                                            </p:graphicEl>
                                          </p:spTgt>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6">
                                            <p:graphicEl>
                                              <a:dgm id="{D47D2D30-ADE3-4244-896A-D208A438408A}"/>
                                            </p:graphicEl>
                                          </p:spTgt>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6">
                                            <p:graphicEl>
                                              <a:dgm id="{5CF119C6-ABFB-4CDD-9B69-E69F67B6F6FB}"/>
                                            </p:graphicEl>
                                          </p:spTgt>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19"/>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6">
                                            <p:graphicEl>
                                              <a:dgm id="{35E4B48D-612C-4074-B656-1246F02FB0FA}"/>
                                            </p:graphicEl>
                                          </p:spTgt>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6">
                                            <p:graphicEl>
                                              <a:dgm id="{FC5DBB8E-B43D-443A-BEBF-B02BF77B99C3}"/>
                                            </p:graphicEl>
                                          </p:spTgt>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6">
                                            <p:graphicEl>
                                              <a:dgm id="{19F16169-C9BF-47E2-8CB1-3EE9195EB957}"/>
                                            </p:graphicEl>
                                          </p:spTgt>
                                        </p:tgtEl>
                                        <p:attrNameLst>
                                          <p:attrName>style.visibility</p:attrName>
                                        </p:attrNameLst>
                                      </p:cBhvr>
                                      <p:to>
                                        <p:strVal val="visible"/>
                                      </p:to>
                                    </p:set>
                                  </p:childTnLst>
                                </p:cTn>
                              </p:par>
                              <p:par>
                                <p:cTn id="61" presetID="1" presetClass="entr" presetSubtype="0" fill="hold" nodeType="withEffect">
                                  <p:stCondLst>
                                    <p:cond delay="0"/>
                                  </p:stCondLst>
                                  <p:childTnLst>
                                    <p:set>
                                      <p:cBhvr>
                                        <p:cTn id="62" dur="1" fill="hold">
                                          <p:stCondLst>
                                            <p:cond delay="0"/>
                                          </p:stCondLst>
                                        </p:cTn>
                                        <p:tgtEl>
                                          <p:spTgt spid="23"/>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6">
                                            <p:graphicEl>
                                              <a:dgm id="{6F889921-57BB-4603-AA76-C547E1BF8E5F}"/>
                                            </p:graphicEl>
                                          </p:spTgt>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6">
                                            <p:graphicEl>
                                              <a:dgm id="{DB180237-7383-4D07-BB36-8A77B59B6D7F}"/>
                                            </p:graphicEl>
                                          </p:spTgt>
                                        </p:tgtEl>
                                        <p:attrNameLst>
                                          <p:attrName>style.visibility</p:attrName>
                                        </p:attrNameLst>
                                      </p:cBhvr>
                                      <p:to>
                                        <p:strVal val="visible"/>
                                      </p:to>
                                    </p:set>
                                  </p:childTnLst>
                                </p:cTn>
                              </p:par>
                              <p:par>
                                <p:cTn id="69" presetID="1" presetClass="entr" presetSubtype="0" fill="hold" nodeType="withEffect">
                                  <p:stCondLst>
                                    <p:cond delay="0"/>
                                  </p:stCondLst>
                                  <p:childTnLst>
                                    <p:set>
                                      <p:cBhvr>
                                        <p:cTn id="70" dur="1" fill="hold">
                                          <p:stCondLst>
                                            <p:cond delay="0"/>
                                          </p:stCondLst>
                                        </p:cTn>
                                        <p:tgtEl>
                                          <p:spTgt spid="25"/>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nodeType="clickEffect">
                                  <p:stCondLst>
                                    <p:cond delay="0"/>
                                  </p:stCondLst>
                                  <p:childTnLst>
                                    <p:set>
                                      <p:cBhvr>
                                        <p:cTn id="74"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6" grpId="0" uiExpand="1">
        <p:bldSub>
          <a:bldDgm bld="one"/>
        </p:bldSub>
      </p:bldGraphic>
    </p:bld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lumMod val="75000"/>
          </a:schemeClr>
        </a:solidFill>
        <a:effectLst/>
      </p:bgPr>
    </p:bg>
    <p:spTree>
      <p:nvGrpSpPr>
        <p:cNvPr id="1" name=""/>
        <p:cNvGrpSpPr/>
        <p:nvPr/>
      </p:nvGrpSpPr>
      <p:grpSpPr>
        <a:xfrm>
          <a:off x="0" y="0"/>
          <a:ext cx="0" cy="0"/>
          <a:chOff x="0" y="0"/>
          <a:chExt cx="0" cy="0"/>
        </a:xfrm>
      </p:grpSpPr>
      <p:sp>
        <p:nvSpPr>
          <p:cNvPr id="5" name="Titre 4">
            <a:extLst>
              <a:ext uri="{FF2B5EF4-FFF2-40B4-BE49-F238E27FC236}">
                <a16:creationId xmlns:a16="http://schemas.microsoft.com/office/drawing/2014/main" id="{C855888E-97AC-4651-BC40-F2F4C0706415}"/>
              </a:ext>
            </a:extLst>
          </p:cNvPr>
          <p:cNvSpPr>
            <a:spLocks noGrp="1"/>
          </p:cNvSpPr>
          <p:nvPr>
            <p:ph type="title"/>
          </p:nvPr>
        </p:nvSpPr>
        <p:spPr>
          <a:solidFill>
            <a:schemeClr val="bg1"/>
          </a:solidFill>
        </p:spPr>
        <p:txBody>
          <a:bodyPr>
            <a:normAutofit fontScale="90000"/>
          </a:bodyPr>
          <a:lstStyle/>
          <a:p>
            <a:r>
              <a:rPr lang="en-US" dirty="0"/>
              <a:t>Exercise #C8</a:t>
            </a:r>
            <a:br>
              <a:rPr lang="en-US" dirty="0"/>
            </a:br>
            <a:r>
              <a:rPr lang="en-US" dirty="0"/>
              <a:t>List what you will create and what you will curate</a:t>
            </a:r>
          </a:p>
        </p:txBody>
      </p:sp>
      <p:sp>
        <p:nvSpPr>
          <p:cNvPr id="2" name="Espace réservé du texte 1">
            <a:extLst>
              <a:ext uri="{FF2B5EF4-FFF2-40B4-BE49-F238E27FC236}">
                <a16:creationId xmlns:a16="http://schemas.microsoft.com/office/drawing/2014/main" id="{FE201A8B-750E-412A-9B87-9F4E89E188CD}"/>
              </a:ext>
            </a:extLst>
          </p:cNvPr>
          <p:cNvSpPr>
            <a:spLocks noGrp="1"/>
          </p:cNvSpPr>
          <p:nvPr>
            <p:ph type="body" idx="1"/>
          </p:nvPr>
        </p:nvSpPr>
        <p:spPr>
          <a:xfrm>
            <a:off x="1984241" y="2372648"/>
            <a:ext cx="2802363" cy="823912"/>
          </a:xfrm>
        </p:spPr>
        <p:txBody>
          <a:bodyPr>
            <a:normAutofit/>
          </a:bodyPr>
          <a:lstStyle/>
          <a:p>
            <a:r>
              <a:rPr lang="en-US" sz="1800" dirty="0"/>
              <a:t>What we will create</a:t>
            </a:r>
          </a:p>
        </p:txBody>
      </p:sp>
      <p:sp>
        <p:nvSpPr>
          <p:cNvPr id="4" name="Espace réservé du texte 3">
            <a:extLst>
              <a:ext uri="{FF2B5EF4-FFF2-40B4-BE49-F238E27FC236}">
                <a16:creationId xmlns:a16="http://schemas.microsoft.com/office/drawing/2014/main" id="{0BA8D470-8EDE-4F27-9778-CFF20472BBDD}"/>
              </a:ext>
            </a:extLst>
          </p:cNvPr>
          <p:cNvSpPr>
            <a:spLocks noGrp="1"/>
          </p:cNvSpPr>
          <p:nvPr>
            <p:ph type="body" sz="quarter" idx="3"/>
          </p:nvPr>
        </p:nvSpPr>
        <p:spPr>
          <a:xfrm>
            <a:off x="6408202" y="2372648"/>
            <a:ext cx="3580384" cy="823912"/>
          </a:xfrm>
        </p:spPr>
        <p:txBody>
          <a:bodyPr>
            <a:normAutofit/>
          </a:bodyPr>
          <a:lstStyle/>
          <a:p>
            <a:pPr algn="r"/>
            <a:r>
              <a:rPr lang="en-US" sz="1800" dirty="0"/>
              <a:t>What we will curate</a:t>
            </a:r>
          </a:p>
        </p:txBody>
      </p:sp>
      <p:pic>
        <p:nvPicPr>
          <p:cNvPr id="7" name="Graphique 6" descr="Liste avec un remplissage uni">
            <a:extLst>
              <a:ext uri="{FF2B5EF4-FFF2-40B4-BE49-F238E27FC236}">
                <a16:creationId xmlns:a16="http://schemas.microsoft.com/office/drawing/2014/main" id="{975A3346-3390-414E-885A-B620128AD1B6}"/>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034162" y="5064640"/>
            <a:ext cx="914400" cy="914400"/>
          </a:xfrm>
          <a:prstGeom prst="rect">
            <a:avLst/>
          </a:prstGeom>
        </p:spPr>
      </p:pic>
      <p:pic>
        <p:nvPicPr>
          <p:cNvPr id="10" name="Graphique 9" descr="Livres avec un remplissage uni">
            <a:extLst>
              <a:ext uri="{FF2B5EF4-FFF2-40B4-BE49-F238E27FC236}">
                <a16:creationId xmlns:a16="http://schemas.microsoft.com/office/drawing/2014/main" id="{3863D7CE-47CA-48DC-AE65-A0E4477734B0}"/>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119768" y="3059812"/>
            <a:ext cx="914400" cy="914400"/>
          </a:xfrm>
          <a:prstGeom prst="rect">
            <a:avLst/>
          </a:prstGeom>
        </p:spPr>
      </p:pic>
      <p:pic>
        <p:nvPicPr>
          <p:cNvPr id="12" name="Graphique 11" descr="Priorités avec un remplissage uni">
            <a:extLst>
              <a:ext uri="{FF2B5EF4-FFF2-40B4-BE49-F238E27FC236}">
                <a16:creationId xmlns:a16="http://schemas.microsoft.com/office/drawing/2014/main" id="{55FD2553-15BE-4BCD-A1E4-5F24E0B0BFC9}"/>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0034162" y="4062226"/>
            <a:ext cx="914400" cy="914400"/>
          </a:xfrm>
          <a:prstGeom prst="rect">
            <a:avLst/>
          </a:prstGeom>
        </p:spPr>
      </p:pic>
      <p:pic>
        <p:nvPicPr>
          <p:cNvPr id="14" name="Graphique 13" descr="Usine avec un remplissage uni">
            <a:extLst>
              <a:ext uri="{FF2B5EF4-FFF2-40B4-BE49-F238E27FC236}">
                <a16:creationId xmlns:a16="http://schemas.microsoft.com/office/drawing/2014/main" id="{9AE7CF58-4C32-447D-86B5-A0F5F4E78A0C}"/>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932190" y="3974212"/>
            <a:ext cx="914400" cy="914400"/>
          </a:xfrm>
          <a:prstGeom prst="rect">
            <a:avLst/>
          </a:prstGeom>
        </p:spPr>
      </p:pic>
      <p:pic>
        <p:nvPicPr>
          <p:cNvPr id="16" name="Graphique 15" descr="Personne avec une idée avec un remplissage uni">
            <a:extLst>
              <a:ext uri="{FF2B5EF4-FFF2-40B4-BE49-F238E27FC236}">
                <a16:creationId xmlns:a16="http://schemas.microsoft.com/office/drawing/2014/main" id="{40BD395C-D5A9-4352-BAC7-65971F2E6696}"/>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1001016" y="2971798"/>
            <a:ext cx="914400" cy="914400"/>
          </a:xfrm>
          <a:prstGeom prst="rect">
            <a:avLst/>
          </a:prstGeom>
        </p:spPr>
      </p:pic>
      <p:pic>
        <p:nvPicPr>
          <p:cNvPr id="18" name="Graphique 17" descr="Pièces de puzzle avec un remplissage uni">
            <a:extLst>
              <a:ext uri="{FF2B5EF4-FFF2-40B4-BE49-F238E27FC236}">
                <a16:creationId xmlns:a16="http://schemas.microsoft.com/office/drawing/2014/main" id="{D222AF71-F448-4FC7-A558-85AA32334383}"/>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1001015" y="4888612"/>
            <a:ext cx="914400" cy="914400"/>
          </a:xfrm>
          <a:prstGeom prst="rect">
            <a:avLst/>
          </a:prstGeom>
        </p:spPr>
      </p:pic>
      <p:sp>
        <p:nvSpPr>
          <p:cNvPr id="15" name="Rectangle 14">
            <a:extLst>
              <a:ext uri="{FF2B5EF4-FFF2-40B4-BE49-F238E27FC236}">
                <a16:creationId xmlns:a16="http://schemas.microsoft.com/office/drawing/2014/main" id="{18F016A4-7471-406A-9B14-E79F4C334242}"/>
              </a:ext>
            </a:extLst>
          </p:cNvPr>
          <p:cNvSpPr/>
          <p:nvPr/>
        </p:nvSpPr>
        <p:spPr>
          <a:xfrm>
            <a:off x="1966052" y="3377950"/>
            <a:ext cx="617239" cy="605856"/>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1100" dirty="0">
              <a:solidFill>
                <a:schemeClr val="tx1"/>
              </a:solidFill>
            </a:endParaRPr>
          </a:p>
        </p:txBody>
      </p:sp>
      <p:sp>
        <p:nvSpPr>
          <p:cNvPr id="17" name="Rectangle 16">
            <a:extLst>
              <a:ext uri="{FF2B5EF4-FFF2-40B4-BE49-F238E27FC236}">
                <a16:creationId xmlns:a16="http://schemas.microsoft.com/office/drawing/2014/main" id="{A0B65C3B-A768-41F9-9A15-0AF497AEC72D}"/>
              </a:ext>
            </a:extLst>
          </p:cNvPr>
          <p:cNvSpPr/>
          <p:nvPr/>
        </p:nvSpPr>
        <p:spPr>
          <a:xfrm>
            <a:off x="1976732" y="4177288"/>
            <a:ext cx="617239" cy="605856"/>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1100" dirty="0">
              <a:solidFill>
                <a:schemeClr val="tx1"/>
              </a:solidFill>
            </a:endParaRPr>
          </a:p>
        </p:txBody>
      </p:sp>
      <p:sp>
        <p:nvSpPr>
          <p:cNvPr id="19" name="Rectangle 18">
            <a:extLst>
              <a:ext uri="{FF2B5EF4-FFF2-40B4-BE49-F238E27FC236}">
                <a16:creationId xmlns:a16="http://schemas.microsoft.com/office/drawing/2014/main" id="{60D8239E-DA2C-40FA-929E-A59566EF6FB8}"/>
              </a:ext>
            </a:extLst>
          </p:cNvPr>
          <p:cNvSpPr/>
          <p:nvPr/>
        </p:nvSpPr>
        <p:spPr>
          <a:xfrm>
            <a:off x="1977772" y="4976626"/>
            <a:ext cx="617239" cy="605856"/>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1100" dirty="0">
              <a:solidFill>
                <a:schemeClr val="tx1"/>
              </a:solidFill>
            </a:endParaRPr>
          </a:p>
        </p:txBody>
      </p:sp>
      <p:sp>
        <p:nvSpPr>
          <p:cNvPr id="20" name="Espace réservé du texte 1">
            <a:extLst>
              <a:ext uri="{FF2B5EF4-FFF2-40B4-BE49-F238E27FC236}">
                <a16:creationId xmlns:a16="http://schemas.microsoft.com/office/drawing/2014/main" id="{590FC5D7-D189-4D03-9C98-954A4146D4F5}"/>
              </a:ext>
            </a:extLst>
          </p:cNvPr>
          <p:cNvSpPr txBox="1">
            <a:spLocks/>
          </p:cNvSpPr>
          <p:nvPr/>
        </p:nvSpPr>
        <p:spPr>
          <a:xfrm>
            <a:off x="4694818" y="2372648"/>
            <a:ext cx="2802363" cy="823912"/>
          </a:xfrm>
          <a:prstGeom prst="rect">
            <a:avLst/>
          </a:prstGeom>
        </p:spPr>
        <p:txBody>
          <a:bodyPr vert="horz" lIns="91440" tIns="45720" rIns="91440" bIns="45720" rtlCol="0" anchor="b">
            <a:normAutofit/>
          </a:bodyPr>
          <a:lstStyle>
            <a:lvl1pPr marL="0" indent="0" algn="l" defTabSz="914400" rtl="0" eaLnBrk="1" latinLnBrk="0" hangingPunct="1">
              <a:lnSpc>
                <a:spcPct val="110000"/>
              </a:lnSpc>
              <a:spcBef>
                <a:spcPts val="1000"/>
              </a:spcBef>
              <a:buFont typeface="Arial" panose="020B0604020202020204" pitchFamily="34" charset="0"/>
              <a:buNone/>
              <a:defRPr sz="2400" b="1" kern="1200" cap="none" baseline="0">
                <a:solidFill>
                  <a:schemeClr val="tx1"/>
                </a:solidFill>
                <a:latin typeface="+mn-lt"/>
                <a:ea typeface="+mn-ea"/>
                <a:cs typeface="+mn-cs"/>
              </a:defRPr>
            </a:lvl1pPr>
            <a:lvl2pPr marL="457200" indent="0" algn="l" defTabSz="914400" rtl="0" eaLnBrk="1" latinLnBrk="0" hangingPunct="1">
              <a:lnSpc>
                <a:spcPct val="110000"/>
              </a:lnSpc>
              <a:spcBef>
                <a:spcPts val="500"/>
              </a:spcBef>
              <a:buFont typeface="Arial" panose="020B0604020202020204" pitchFamily="34" charset="0"/>
              <a:buNone/>
              <a:defRPr sz="2000" b="1" kern="1200">
                <a:solidFill>
                  <a:schemeClr val="tx1"/>
                </a:solidFill>
                <a:latin typeface="+mn-lt"/>
                <a:ea typeface="+mn-ea"/>
                <a:cs typeface="+mn-cs"/>
              </a:defRPr>
            </a:lvl2pPr>
            <a:lvl3pPr marL="914400" indent="0" algn="l" defTabSz="914400" rtl="0" eaLnBrk="1" latinLnBrk="0" hangingPunct="1">
              <a:lnSpc>
                <a:spcPct val="110000"/>
              </a:lnSpc>
              <a:spcBef>
                <a:spcPts val="500"/>
              </a:spcBef>
              <a:buFont typeface="Arial" panose="020B0604020202020204" pitchFamily="34" charset="0"/>
              <a:buNone/>
              <a:defRPr sz="1800" b="1" kern="1200">
                <a:solidFill>
                  <a:schemeClr val="tx1"/>
                </a:solidFill>
                <a:latin typeface="+mn-lt"/>
                <a:ea typeface="+mn-ea"/>
                <a:cs typeface="+mn-cs"/>
              </a:defRPr>
            </a:lvl3pPr>
            <a:lvl4pPr marL="1371600" indent="0" algn="l" defTabSz="914400" rtl="0" eaLnBrk="1" latinLnBrk="0" hangingPunct="1">
              <a:lnSpc>
                <a:spcPct val="110000"/>
              </a:lnSpc>
              <a:spcBef>
                <a:spcPts val="500"/>
              </a:spcBef>
              <a:buFont typeface="Arial" panose="020B0604020202020204" pitchFamily="34" charset="0"/>
              <a:buNone/>
              <a:defRPr sz="1600" b="1" kern="1200">
                <a:solidFill>
                  <a:schemeClr val="tx1"/>
                </a:solidFill>
                <a:latin typeface="+mn-lt"/>
                <a:ea typeface="+mn-ea"/>
                <a:cs typeface="+mn-cs"/>
              </a:defRPr>
            </a:lvl4pPr>
            <a:lvl5pPr marL="1828800" indent="0" algn="l" defTabSz="914400" rtl="0" eaLnBrk="1" latinLnBrk="0" hangingPunct="1">
              <a:lnSpc>
                <a:spcPct val="110000"/>
              </a:lnSpc>
              <a:spcBef>
                <a:spcPts val="500"/>
              </a:spcBef>
              <a:buFont typeface="Arial" panose="020B0604020202020204" pitchFamily="34" charset="0"/>
              <a:buNone/>
              <a:defRPr sz="1600" b="1" kern="1200">
                <a:solidFill>
                  <a:schemeClr val="tx1"/>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pPr algn="ctr"/>
            <a:r>
              <a:rPr lang="en-US" sz="1800" dirty="0"/>
              <a:t>Both</a:t>
            </a:r>
          </a:p>
        </p:txBody>
      </p:sp>
      <p:sp>
        <p:nvSpPr>
          <p:cNvPr id="21" name="Rectangle 20">
            <a:extLst>
              <a:ext uri="{FF2B5EF4-FFF2-40B4-BE49-F238E27FC236}">
                <a16:creationId xmlns:a16="http://schemas.microsoft.com/office/drawing/2014/main" id="{030D8C8E-8556-4B42-B772-DAEE3F9CEA54}"/>
              </a:ext>
            </a:extLst>
          </p:cNvPr>
          <p:cNvSpPr/>
          <p:nvPr/>
        </p:nvSpPr>
        <p:spPr>
          <a:xfrm>
            <a:off x="8886544" y="3289936"/>
            <a:ext cx="617239" cy="605856"/>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fontScale="70000" lnSpcReduction="20000"/>
          </a:bodyPr>
          <a:lstStyle/>
          <a:p>
            <a:pPr algn="ctr"/>
            <a:r>
              <a:rPr lang="en-US" sz="1100" dirty="0">
                <a:solidFill>
                  <a:schemeClr val="tx1"/>
                </a:solidFill>
              </a:rPr>
              <a:t>Example : Articles about …</a:t>
            </a:r>
          </a:p>
        </p:txBody>
      </p:sp>
      <p:sp>
        <p:nvSpPr>
          <p:cNvPr id="22" name="Rectangle 21">
            <a:extLst>
              <a:ext uri="{FF2B5EF4-FFF2-40B4-BE49-F238E27FC236}">
                <a16:creationId xmlns:a16="http://schemas.microsoft.com/office/drawing/2014/main" id="{DFB0B132-1C83-4E37-9966-DC48674C631B}"/>
              </a:ext>
            </a:extLst>
          </p:cNvPr>
          <p:cNvSpPr/>
          <p:nvPr/>
        </p:nvSpPr>
        <p:spPr>
          <a:xfrm>
            <a:off x="8897224" y="4089274"/>
            <a:ext cx="617239" cy="605856"/>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1100" dirty="0">
              <a:solidFill>
                <a:schemeClr val="tx1"/>
              </a:solidFill>
            </a:endParaRPr>
          </a:p>
        </p:txBody>
      </p:sp>
      <p:sp>
        <p:nvSpPr>
          <p:cNvPr id="23" name="Rectangle 22">
            <a:extLst>
              <a:ext uri="{FF2B5EF4-FFF2-40B4-BE49-F238E27FC236}">
                <a16:creationId xmlns:a16="http://schemas.microsoft.com/office/drawing/2014/main" id="{6B360B4B-D5C0-41F7-9E4A-E36F648F7E1D}"/>
              </a:ext>
            </a:extLst>
          </p:cNvPr>
          <p:cNvSpPr/>
          <p:nvPr/>
        </p:nvSpPr>
        <p:spPr>
          <a:xfrm>
            <a:off x="8898264" y="4888612"/>
            <a:ext cx="617239" cy="605856"/>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1100" dirty="0">
              <a:solidFill>
                <a:schemeClr val="tx1"/>
              </a:solidFill>
            </a:endParaRPr>
          </a:p>
        </p:txBody>
      </p:sp>
      <p:sp>
        <p:nvSpPr>
          <p:cNvPr id="24" name="Rectangle 23">
            <a:extLst>
              <a:ext uri="{FF2B5EF4-FFF2-40B4-BE49-F238E27FC236}">
                <a16:creationId xmlns:a16="http://schemas.microsoft.com/office/drawing/2014/main" id="{309DEB82-6B0F-497B-9B58-0A309B98D4F6}"/>
              </a:ext>
            </a:extLst>
          </p:cNvPr>
          <p:cNvSpPr/>
          <p:nvPr/>
        </p:nvSpPr>
        <p:spPr>
          <a:xfrm>
            <a:off x="5691391" y="3377950"/>
            <a:ext cx="617239" cy="605856"/>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1100" dirty="0">
              <a:solidFill>
                <a:schemeClr val="tx1"/>
              </a:solidFill>
            </a:endParaRPr>
          </a:p>
        </p:txBody>
      </p:sp>
      <p:sp>
        <p:nvSpPr>
          <p:cNvPr id="25" name="Rectangle 24">
            <a:extLst>
              <a:ext uri="{FF2B5EF4-FFF2-40B4-BE49-F238E27FC236}">
                <a16:creationId xmlns:a16="http://schemas.microsoft.com/office/drawing/2014/main" id="{C1746492-49AD-40F9-9D44-D96D6B41F75C}"/>
              </a:ext>
            </a:extLst>
          </p:cNvPr>
          <p:cNvSpPr/>
          <p:nvPr/>
        </p:nvSpPr>
        <p:spPr>
          <a:xfrm>
            <a:off x="5702071" y="4177288"/>
            <a:ext cx="617239" cy="605856"/>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1100" dirty="0">
              <a:solidFill>
                <a:schemeClr val="tx1"/>
              </a:solidFill>
            </a:endParaRPr>
          </a:p>
        </p:txBody>
      </p:sp>
      <p:sp>
        <p:nvSpPr>
          <p:cNvPr id="26" name="Rectangle 25">
            <a:extLst>
              <a:ext uri="{FF2B5EF4-FFF2-40B4-BE49-F238E27FC236}">
                <a16:creationId xmlns:a16="http://schemas.microsoft.com/office/drawing/2014/main" id="{6AB118AD-8732-4437-A71B-DFA9BD81E922}"/>
              </a:ext>
            </a:extLst>
          </p:cNvPr>
          <p:cNvSpPr/>
          <p:nvPr/>
        </p:nvSpPr>
        <p:spPr>
          <a:xfrm>
            <a:off x="5703111" y="4976626"/>
            <a:ext cx="617239" cy="605856"/>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1100" dirty="0">
              <a:solidFill>
                <a:schemeClr val="tx1"/>
              </a:solidFill>
            </a:endParaRPr>
          </a:p>
        </p:txBody>
      </p:sp>
    </p:spTree>
    <p:extLst>
      <p:ext uri="{BB962C8B-B14F-4D97-AF65-F5344CB8AC3E}">
        <p14:creationId xmlns:p14="http://schemas.microsoft.com/office/powerpoint/2010/main" val="4093166604"/>
      </p:ext>
    </p:extLst>
  </p:cSld>
  <p:clrMapOvr>
    <a:masterClrMapping/>
  </p:clrMapOvr>
  <mc:AlternateContent xmlns:mc="http://schemas.openxmlformats.org/markup-compatibility/2006" xmlns:p14="http://schemas.microsoft.com/office/powerpoint/2010/main">
    <mc:Choice Requires="p14">
      <p:transition spd="slow" p14:dur="2000" advTm="111721"/>
    </mc:Choice>
    <mc:Fallback xmlns="">
      <p:transition spd="slow" advTm="111721"/>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lumMod val="65000"/>
          </a:schemeClr>
        </a:solid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CB5B849-EE62-4335-B61E-A7F53A17AC47}"/>
              </a:ext>
            </a:extLst>
          </p:cNvPr>
          <p:cNvSpPr>
            <a:spLocks noGrp="1"/>
          </p:cNvSpPr>
          <p:nvPr>
            <p:ph type="title"/>
          </p:nvPr>
        </p:nvSpPr>
        <p:spPr>
          <a:xfrm>
            <a:off x="1088935" y="115751"/>
            <a:ext cx="10168128" cy="1179576"/>
          </a:xfrm>
        </p:spPr>
        <p:txBody>
          <a:bodyPr>
            <a:noAutofit/>
          </a:bodyPr>
          <a:lstStyle/>
          <a:p>
            <a:r>
              <a:rPr lang="en-US" sz="2800" dirty="0"/>
              <a:t>Exercise #V1</a:t>
            </a:r>
            <a:br>
              <a:rPr lang="en-US" sz="2800" dirty="0"/>
            </a:br>
            <a:r>
              <a:rPr lang="en-US" sz="2800" dirty="0"/>
              <a:t>Locate the value of your Corporate community</a:t>
            </a:r>
            <a:br>
              <a:rPr lang="en-US" sz="2800" dirty="0"/>
            </a:br>
            <a:r>
              <a:rPr lang="en-US" sz="2800" dirty="0"/>
              <a:t>Write down your Community activities in each quadrant </a:t>
            </a:r>
          </a:p>
        </p:txBody>
      </p:sp>
      <p:graphicFrame>
        <p:nvGraphicFramePr>
          <p:cNvPr id="14" name="Diagramme 13">
            <a:extLst>
              <a:ext uri="{FF2B5EF4-FFF2-40B4-BE49-F238E27FC236}">
                <a16:creationId xmlns:a16="http://schemas.microsoft.com/office/drawing/2014/main" id="{83633B46-D11C-43F3-9B21-3B617788A212}"/>
              </a:ext>
            </a:extLst>
          </p:cNvPr>
          <p:cNvGraphicFramePr/>
          <p:nvPr/>
        </p:nvGraphicFramePr>
        <p:xfrm>
          <a:off x="3571575" y="1966744"/>
          <a:ext cx="5048849" cy="450540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9" name="ZoneTexte 28">
            <a:extLst>
              <a:ext uri="{FF2B5EF4-FFF2-40B4-BE49-F238E27FC236}">
                <a16:creationId xmlns:a16="http://schemas.microsoft.com/office/drawing/2014/main" id="{CBB50324-226E-4B8A-9AF9-96E3C335CCCD}"/>
              </a:ext>
            </a:extLst>
          </p:cNvPr>
          <p:cNvSpPr txBox="1"/>
          <p:nvPr/>
        </p:nvSpPr>
        <p:spPr>
          <a:xfrm>
            <a:off x="4669970" y="1597412"/>
            <a:ext cx="2852057" cy="369332"/>
          </a:xfrm>
          <a:prstGeom prst="rect">
            <a:avLst/>
          </a:prstGeom>
          <a:noFill/>
        </p:spPr>
        <p:txBody>
          <a:bodyPr wrap="square">
            <a:spAutoFit/>
          </a:bodyPr>
          <a:lstStyle/>
          <a:p>
            <a:pPr lvl="0" algn="ctr"/>
            <a:r>
              <a:rPr lang="en-US" dirty="0"/>
              <a:t>Direct business value</a:t>
            </a:r>
          </a:p>
        </p:txBody>
      </p:sp>
      <p:sp>
        <p:nvSpPr>
          <p:cNvPr id="30" name="ZoneTexte 29">
            <a:extLst>
              <a:ext uri="{FF2B5EF4-FFF2-40B4-BE49-F238E27FC236}">
                <a16:creationId xmlns:a16="http://schemas.microsoft.com/office/drawing/2014/main" id="{B6C16B1D-FA36-4119-B1CD-371D0C97DDD2}"/>
              </a:ext>
            </a:extLst>
          </p:cNvPr>
          <p:cNvSpPr txBox="1"/>
          <p:nvPr/>
        </p:nvSpPr>
        <p:spPr>
          <a:xfrm>
            <a:off x="4589219" y="6404903"/>
            <a:ext cx="2852057" cy="369332"/>
          </a:xfrm>
          <a:prstGeom prst="rect">
            <a:avLst/>
          </a:prstGeom>
          <a:noFill/>
        </p:spPr>
        <p:txBody>
          <a:bodyPr wrap="square">
            <a:spAutoFit/>
          </a:bodyPr>
          <a:lstStyle/>
          <a:p>
            <a:pPr lvl="0" algn="ctr"/>
            <a:r>
              <a:rPr lang="en-US" dirty="0"/>
              <a:t>Indirect business value</a:t>
            </a:r>
          </a:p>
        </p:txBody>
      </p:sp>
      <p:sp>
        <p:nvSpPr>
          <p:cNvPr id="31" name="ZoneTexte 30">
            <a:extLst>
              <a:ext uri="{FF2B5EF4-FFF2-40B4-BE49-F238E27FC236}">
                <a16:creationId xmlns:a16="http://schemas.microsoft.com/office/drawing/2014/main" id="{0C628DBD-0EB1-4A75-9284-82CA232A7E65}"/>
              </a:ext>
            </a:extLst>
          </p:cNvPr>
          <p:cNvSpPr txBox="1"/>
          <p:nvPr/>
        </p:nvSpPr>
        <p:spPr>
          <a:xfrm>
            <a:off x="6308489" y="4034781"/>
            <a:ext cx="5717607" cy="369332"/>
          </a:xfrm>
          <a:prstGeom prst="rect">
            <a:avLst/>
          </a:prstGeom>
          <a:noFill/>
        </p:spPr>
        <p:txBody>
          <a:bodyPr wrap="square">
            <a:spAutoFit/>
          </a:bodyPr>
          <a:lstStyle/>
          <a:p>
            <a:pPr lvl="0" algn="r"/>
            <a:r>
              <a:rPr lang="en-US" dirty="0"/>
              <a:t>Value is for members and nonmembers</a:t>
            </a:r>
          </a:p>
        </p:txBody>
      </p:sp>
      <p:sp>
        <p:nvSpPr>
          <p:cNvPr id="32" name="ZoneTexte 31">
            <a:extLst>
              <a:ext uri="{FF2B5EF4-FFF2-40B4-BE49-F238E27FC236}">
                <a16:creationId xmlns:a16="http://schemas.microsoft.com/office/drawing/2014/main" id="{F52BBE30-A0C8-4495-88A5-2E5EC0449CE9}"/>
              </a:ext>
            </a:extLst>
          </p:cNvPr>
          <p:cNvSpPr txBox="1"/>
          <p:nvPr/>
        </p:nvSpPr>
        <p:spPr>
          <a:xfrm>
            <a:off x="712771" y="4001158"/>
            <a:ext cx="5717607" cy="369332"/>
          </a:xfrm>
          <a:prstGeom prst="rect">
            <a:avLst/>
          </a:prstGeom>
          <a:noFill/>
        </p:spPr>
        <p:txBody>
          <a:bodyPr wrap="square">
            <a:spAutoFit/>
          </a:bodyPr>
          <a:lstStyle/>
          <a:p>
            <a:pPr lvl="0"/>
            <a:r>
              <a:rPr lang="en-US" dirty="0"/>
              <a:t>Value is mostly for members</a:t>
            </a:r>
          </a:p>
        </p:txBody>
      </p:sp>
    </p:spTree>
    <p:extLst>
      <p:ext uri="{BB962C8B-B14F-4D97-AF65-F5344CB8AC3E}">
        <p14:creationId xmlns:p14="http://schemas.microsoft.com/office/powerpoint/2010/main" val="3098309932"/>
      </p:ext>
    </p:extLst>
  </p:cSld>
  <p:clrMapOvr>
    <a:masterClrMapping/>
  </p:clrMapOvr>
  <mc:AlternateContent xmlns:mc="http://schemas.openxmlformats.org/markup-compatibility/2006" xmlns:p14="http://schemas.microsoft.com/office/powerpoint/2010/main">
    <mc:Choice Requires="p14">
      <p:transition spd="slow" p14:dur="2000" advTm="53124"/>
    </mc:Choice>
    <mc:Fallback xmlns="">
      <p:transition spd="slow" advTm="53124"/>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lumMod val="65000"/>
          </a:schemeClr>
        </a:solid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CB5B849-EE62-4335-B61E-A7F53A17AC47}"/>
              </a:ext>
            </a:extLst>
          </p:cNvPr>
          <p:cNvSpPr>
            <a:spLocks noGrp="1"/>
          </p:cNvSpPr>
          <p:nvPr>
            <p:ph type="title"/>
          </p:nvPr>
        </p:nvSpPr>
        <p:spPr/>
        <p:txBody>
          <a:bodyPr>
            <a:normAutofit fontScale="90000"/>
          </a:bodyPr>
          <a:lstStyle/>
          <a:p>
            <a:r>
              <a:rPr lang="en-US" dirty="0"/>
              <a:t>Exercise #V2</a:t>
            </a:r>
            <a:br>
              <a:rPr lang="en-US" dirty="0"/>
            </a:br>
            <a:r>
              <a:rPr lang="en-US" dirty="0"/>
              <a:t>Write down how you would exploit the momentum of key value you create</a:t>
            </a:r>
          </a:p>
        </p:txBody>
      </p:sp>
      <p:grpSp>
        <p:nvGrpSpPr>
          <p:cNvPr id="9" name="Groupe 8">
            <a:extLst>
              <a:ext uri="{FF2B5EF4-FFF2-40B4-BE49-F238E27FC236}">
                <a16:creationId xmlns:a16="http://schemas.microsoft.com/office/drawing/2014/main" id="{E0055EFF-E607-405E-AFE0-4986DB1AE613}"/>
              </a:ext>
            </a:extLst>
          </p:cNvPr>
          <p:cNvGrpSpPr/>
          <p:nvPr/>
        </p:nvGrpSpPr>
        <p:grpSpPr>
          <a:xfrm>
            <a:off x="1115568" y="3328963"/>
            <a:ext cx="2188025" cy="1179576"/>
            <a:chOff x="194320" y="3310509"/>
            <a:chExt cx="3911186" cy="2108541"/>
          </a:xfrm>
        </p:grpSpPr>
        <p:pic>
          <p:nvPicPr>
            <p:cNvPr id="6" name="Graphique 5" descr="Signe pouce en haut avec un remplissage uni">
              <a:extLst>
                <a:ext uri="{FF2B5EF4-FFF2-40B4-BE49-F238E27FC236}">
                  <a16:creationId xmlns:a16="http://schemas.microsoft.com/office/drawing/2014/main" id="{7DCE7977-26BD-413E-A59A-0B35AD0185A2}"/>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94320" y="3632917"/>
              <a:ext cx="1496868" cy="1496868"/>
            </a:xfrm>
            <a:prstGeom prst="rect">
              <a:avLst/>
            </a:prstGeom>
          </p:spPr>
        </p:pic>
        <p:sp>
          <p:nvSpPr>
            <p:cNvPr id="8" name="Flèche : droite 7">
              <a:extLst>
                <a:ext uri="{FF2B5EF4-FFF2-40B4-BE49-F238E27FC236}">
                  <a16:creationId xmlns:a16="http://schemas.microsoft.com/office/drawing/2014/main" id="{A5AE8DEC-0A02-47CE-A044-208C7C5BBE72}"/>
                </a:ext>
              </a:extLst>
            </p:cNvPr>
            <p:cNvSpPr/>
            <p:nvPr/>
          </p:nvSpPr>
          <p:spPr>
            <a:xfrm>
              <a:off x="1863870" y="4293309"/>
              <a:ext cx="795997" cy="492132"/>
            </a:xfrm>
            <a:prstGeom prst="rightArrow">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3" name="Groupe 12">
              <a:extLst>
                <a:ext uri="{FF2B5EF4-FFF2-40B4-BE49-F238E27FC236}">
                  <a16:creationId xmlns:a16="http://schemas.microsoft.com/office/drawing/2014/main" id="{D79EDEB1-7BE9-4627-9813-06D1AC514076}"/>
                </a:ext>
              </a:extLst>
            </p:cNvPr>
            <p:cNvGrpSpPr/>
            <p:nvPr/>
          </p:nvGrpSpPr>
          <p:grpSpPr>
            <a:xfrm>
              <a:off x="2876640" y="3310509"/>
              <a:ext cx="1228866" cy="1228866"/>
              <a:chOff x="3728897" y="2897155"/>
              <a:chExt cx="914400" cy="914400"/>
            </a:xfrm>
          </p:grpSpPr>
          <p:pic>
            <p:nvPicPr>
              <p:cNvPr id="10" name="Graphique 9" descr="Ne plus suivre avec un remplissage uni">
                <a:extLst>
                  <a:ext uri="{FF2B5EF4-FFF2-40B4-BE49-F238E27FC236}">
                    <a16:creationId xmlns:a16="http://schemas.microsoft.com/office/drawing/2014/main" id="{46FF9056-AB1F-42AE-9983-93CB24190013}"/>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3728897" y="2897155"/>
                <a:ext cx="914400" cy="914400"/>
              </a:xfrm>
              <a:prstGeom prst="rect">
                <a:avLst/>
              </a:prstGeom>
            </p:spPr>
          </p:pic>
          <p:sp>
            <p:nvSpPr>
              <p:cNvPr id="12" name="Signe Plus 11">
                <a:extLst>
                  <a:ext uri="{FF2B5EF4-FFF2-40B4-BE49-F238E27FC236}">
                    <a16:creationId xmlns:a16="http://schemas.microsoft.com/office/drawing/2014/main" id="{2EAA5DED-D45E-4413-BE7D-1D641C688BEE}"/>
                  </a:ext>
                </a:extLst>
              </p:cNvPr>
              <p:cNvSpPr/>
              <p:nvPr/>
            </p:nvSpPr>
            <p:spPr>
              <a:xfrm>
                <a:off x="4281347" y="3470317"/>
                <a:ext cx="200649" cy="206334"/>
              </a:xfrm>
              <a:prstGeom prst="mathPlus">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21" name="Graphique 20" descr="Bras musclé avec un remplissage uni">
              <a:extLst>
                <a:ext uri="{FF2B5EF4-FFF2-40B4-BE49-F238E27FC236}">
                  <a16:creationId xmlns:a16="http://schemas.microsoft.com/office/drawing/2014/main" id="{52C9B460-7416-4131-AE69-8891E3D1F44B}"/>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2940609" y="4470926"/>
              <a:ext cx="948124" cy="948124"/>
            </a:xfrm>
            <a:prstGeom prst="rect">
              <a:avLst/>
            </a:prstGeom>
          </p:spPr>
        </p:pic>
      </p:grpSp>
      <p:sp>
        <p:nvSpPr>
          <p:cNvPr id="11" name="Rectangle 10">
            <a:extLst>
              <a:ext uri="{FF2B5EF4-FFF2-40B4-BE49-F238E27FC236}">
                <a16:creationId xmlns:a16="http://schemas.microsoft.com/office/drawing/2014/main" id="{23E94917-4670-48D5-B2E7-35382857FD0F}"/>
              </a:ext>
            </a:extLst>
          </p:cNvPr>
          <p:cNvSpPr/>
          <p:nvPr/>
        </p:nvSpPr>
        <p:spPr>
          <a:xfrm>
            <a:off x="3287304" y="2808451"/>
            <a:ext cx="880480" cy="864243"/>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fontScale="92500"/>
          </a:bodyPr>
          <a:lstStyle/>
          <a:p>
            <a:pPr algn="ctr"/>
            <a:r>
              <a:rPr lang="en-US" sz="1100" dirty="0">
                <a:solidFill>
                  <a:schemeClr val="tx1"/>
                </a:solidFill>
              </a:rPr>
              <a:t>Send a mail and invite people to join the Community</a:t>
            </a:r>
          </a:p>
        </p:txBody>
      </p:sp>
      <p:sp>
        <p:nvSpPr>
          <p:cNvPr id="23" name="Rectangle 22">
            <a:extLst>
              <a:ext uri="{FF2B5EF4-FFF2-40B4-BE49-F238E27FC236}">
                <a16:creationId xmlns:a16="http://schemas.microsoft.com/office/drawing/2014/main" id="{C286DB96-992B-4854-AC2E-9BCA698D448E}"/>
              </a:ext>
            </a:extLst>
          </p:cNvPr>
          <p:cNvSpPr/>
          <p:nvPr/>
        </p:nvSpPr>
        <p:spPr>
          <a:xfrm>
            <a:off x="963825" y="2737448"/>
            <a:ext cx="880480" cy="864243"/>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r>
              <a:rPr lang="en-US" sz="1100" dirty="0">
                <a:solidFill>
                  <a:schemeClr val="tx1"/>
                </a:solidFill>
              </a:rPr>
              <a:t>Every time we have a successful event</a:t>
            </a:r>
          </a:p>
        </p:txBody>
      </p:sp>
      <p:sp>
        <p:nvSpPr>
          <p:cNvPr id="24" name="Rectangle 23">
            <a:extLst>
              <a:ext uri="{FF2B5EF4-FFF2-40B4-BE49-F238E27FC236}">
                <a16:creationId xmlns:a16="http://schemas.microsoft.com/office/drawing/2014/main" id="{F5E66425-677B-4D0B-9848-47DF7560BBEE}"/>
              </a:ext>
            </a:extLst>
          </p:cNvPr>
          <p:cNvSpPr/>
          <p:nvPr/>
        </p:nvSpPr>
        <p:spPr>
          <a:xfrm>
            <a:off x="3182324" y="4096680"/>
            <a:ext cx="880480" cy="864243"/>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fontScale="92500" lnSpcReduction="20000"/>
          </a:bodyPr>
          <a:lstStyle/>
          <a:p>
            <a:pPr algn="ctr"/>
            <a:r>
              <a:rPr lang="en-US" sz="1100" dirty="0">
                <a:solidFill>
                  <a:schemeClr val="tx1"/>
                </a:solidFill>
              </a:rPr>
              <a:t>Ask members to post the picture of them in the event </a:t>
            </a:r>
          </a:p>
        </p:txBody>
      </p:sp>
      <p:sp>
        <p:nvSpPr>
          <p:cNvPr id="25" name="Rectangle 24">
            <a:extLst>
              <a:ext uri="{FF2B5EF4-FFF2-40B4-BE49-F238E27FC236}">
                <a16:creationId xmlns:a16="http://schemas.microsoft.com/office/drawing/2014/main" id="{3382F00C-E2D4-437D-B6F8-D815E920B367}"/>
              </a:ext>
            </a:extLst>
          </p:cNvPr>
          <p:cNvSpPr/>
          <p:nvPr/>
        </p:nvSpPr>
        <p:spPr>
          <a:xfrm>
            <a:off x="542726" y="2268598"/>
            <a:ext cx="1145683" cy="350173"/>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r>
              <a:rPr lang="en-US" sz="1100" dirty="0">
                <a:solidFill>
                  <a:schemeClr val="tx1"/>
                </a:solidFill>
              </a:rPr>
              <a:t>Example</a:t>
            </a:r>
          </a:p>
        </p:txBody>
      </p:sp>
      <p:grpSp>
        <p:nvGrpSpPr>
          <p:cNvPr id="26" name="Groupe 25">
            <a:extLst>
              <a:ext uri="{FF2B5EF4-FFF2-40B4-BE49-F238E27FC236}">
                <a16:creationId xmlns:a16="http://schemas.microsoft.com/office/drawing/2014/main" id="{751E709A-2A15-46C2-A599-FC69E37BC13D}"/>
              </a:ext>
            </a:extLst>
          </p:cNvPr>
          <p:cNvGrpSpPr/>
          <p:nvPr/>
        </p:nvGrpSpPr>
        <p:grpSpPr>
          <a:xfrm>
            <a:off x="5595790" y="2808451"/>
            <a:ext cx="2188025" cy="1179576"/>
            <a:chOff x="194320" y="3310509"/>
            <a:chExt cx="3911186" cy="2108541"/>
          </a:xfrm>
        </p:grpSpPr>
        <p:pic>
          <p:nvPicPr>
            <p:cNvPr id="27" name="Graphique 26" descr="Signe pouce en haut avec un remplissage uni">
              <a:extLst>
                <a:ext uri="{FF2B5EF4-FFF2-40B4-BE49-F238E27FC236}">
                  <a16:creationId xmlns:a16="http://schemas.microsoft.com/office/drawing/2014/main" id="{7FD8F3FC-E8A7-45BD-9BCF-DD7810C2649B}"/>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94320" y="3632917"/>
              <a:ext cx="1496868" cy="1496868"/>
            </a:xfrm>
            <a:prstGeom prst="rect">
              <a:avLst/>
            </a:prstGeom>
          </p:spPr>
        </p:pic>
        <p:sp>
          <p:nvSpPr>
            <p:cNvPr id="28" name="Flèche : droite 27">
              <a:extLst>
                <a:ext uri="{FF2B5EF4-FFF2-40B4-BE49-F238E27FC236}">
                  <a16:creationId xmlns:a16="http://schemas.microsoft.com/office/drawing/2014/main" id="{48AD7F8C-F753-4B39-AB85-185B04825FA7}"/>
                </a:ext>
              </a:extLst>
            </p:cNvPr>
            <p:cNvSpPr/>
            <p:nvPr/>
          </p:nvSpPr>
          <p:spPr>
            <a:xfrm>
              <a:off x="1863870" y="4293309"/>
              <a:ext cx="795997" cy="492132"/>
            </a:xfrm>
            <a:prstGeom prst="rightArrow">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9" name="Groupe 28">
              <a:extLst>
                <a:ext uri="{FF2B5EF4-FFF2-40B4-BE49-F238E27FC236}">
                  <a16:creationId xmlns:a16="http://schemas.microsoft.com/office/drawing/2014/main" id="{ABD892B8-923F-48A6-82D3-11A080870DE4}"/>
                </a:ext>
              </a:extLst>
            </p:cNvPr>
            <p:cNvGrpSpPr/>
            <p:nvPr/>
          </p:nvGrpSpPr>
          <p:grpSpPr>
            <a:xfrm>
              <a:off x="2876640" y="3310509"/>
              <a:ext cx="1228866" cy="1228866"/>
              <a:chOff x="3728897" y="2897155"/>
              <a:chExt cx="914400" cy="914400"/>
            </a:xfrm>
          </p:grpSpPr>
          <p:pic>
            <p:nvPicPr>
              <p:cNvPr id="31" name="Graphique 30" descr="Ne plus suivre avec un remplissage uni">
                <a:extLst>
                  <a:ext uri="{FF2B5EF4-FFF2-40B4-BE49-F238E27FC236}">
                    <a16:creationId xmlns:a16="http://schemas.microsoft.com/office/drawing/2014/main" id="{301385F1-B09C-465E-9616-C9BBB06D8521}"/>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3728897" y="2897155"/>
                <a:ext cx="914400" cy="914400"/>
              </a:xfrm>
              <a:prstGeom prst="rect">
                <a:avLst/>
              </a:prstGeom>
            </p:spPr>
          </p:pic>
          <p:sp>
            <p:nvSpPr>
              <p:cNvPr id="32" name="Signe Plus 31">
                <a:extLst>
                  <a:ext uri="{FF2B5EF4-FFF2-40B4-BE49-F238E27FC236}">
                    <a16:creationId xmlns:a16="http://schemas.microsoft.com/office/drawing/2014/main" id="{6D1338B1-7C41-4898-8E93-F2ED0D7FB721}"/>
                  </a:ext>
                </a:extLst>
              </p:cNvPr>
              <p:cNvSpPr/>
              <p:nvPr/>
            </p:nvSpPr>
            <p:spPr>
              <a:xfrm>
                <a:off x="4281347" y="3470317"/>
                <a:ext cx="200649" cy="206334"/>
              </a:xfrm>
              <a:prstGeom prst="mathPlus">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30" name="Graphique 29" descr="Bras musclé avec un remplissage uni">
              <a:extLst>
                <a:ext uri="{FF2B5EF4-FFF2-40B4-BE49-F238E27FC236}">
                  <a16:creationId xmlns:a16="http://schemas.microsoft.com/office/drawing/2014/main" id="{2D83AEBC-5721-43BF-906F-3B6BDC3B58ED}"/>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2940609" y="4470926"/>
              <a:ext cx="948124" cy="948124"/>
            </a:xfrm>
            <a:prstGeom prst="rect">
              <a:avLst/>
            </a:prstGeom>
          </p:spPr>
        </p:pic>
      </p:grpSp>
      <p:grpSp>
        <p:nvGrpSpPr>
          <p:cNvPr id="33" name="Groupe 32">
            <a:extLst>
              <a:ext uri="{FF2B5EF4-FFF2-40B4-BE49-F238E27FC236}">
                <a16:creationId xmlns:a16="http://schemas.microsoft.com/office/drawing/2014/main" id="{A05F3B7C-561E-4B7D-8749-6618DBBF3634}"/>
              </a:ext>
            </a:extLst>
          </p:cNvPr>
          <p:cNvGrpSpPr/>
          <p:nvPr/>
        </p:nvGrpSpPr>
        <p:grpSpPr>
          <a:xfrm>
            <a:off x="5658420" y="5024530"/>
            <a:ext cx="2188025" cy="1179576"/>
            <a:chOff x="194320" y="3310509"/>
            <a:chExt cx="3911186" cy="2108541"/>
          </a:xfrm>
        </p:grpSpPr>
        <p:pic>
          <p:nvPicPr>
            <p:cNvPr id="34" name="Graphique 33" descr="Signe pouce en haut avec un remplissage uni">
              <a:extLst>
                <a:ext uri="{FF2B5EF4-FFF2-40B4-BE49-F238E27FC236}">
                  <a16:creationId xmlns:a16="http://schemas.microsoft.com/office/drawing/2014/main" id="{029A9E8E-3AD5-4289-B85D-49A54DD0FE0A}"/>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94320" y="3632917"/>
              <a:ext cx="1496868" cy="1496868"/>
            </a:xfrm>
            <a:prstGeom prst="rect">
              <a:avLst/>
            </a:prstGeom>
          </p:spPr>
        </p:pic>
        <p:sp>
          <p:nvSpPr>
            <p:cNvPr id="35" name="Flèche : droite 34">
              <a:extLst>
                <a:ext uri="{FF2B5EF4-FFF2-40B4-BE49-F238E27FC236}">
                  <a16:creationId xmlns:a16="http://schemas.microsoft.com/office/drawing/2014/main" id="{9A1D6587-D9EB-4491-AF79-233E38AFA0A8}"/>
                </a:ext>
              </a:extLst>
            </p:cNvPr>
            <p:cNvSpPr/>
            <p:nvPr/>
          </p:nvSpPr>
          <p:spPr>
            <a:xfrm>
              <a:off x="1863870" y="4293309"/>
              <a:ext cx="795997" cy="492132"/>
            </a:xfrm>
            <a:prstGeom prst="rightArrow">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6" name="Groupe 35">
              <a:extLst>
                <a:ext uri="{FF2B5EF4-FFF2-40B4-BE49-F238E27FC236}">
                  <a16:creationId xmlns:a16="http://schemas.microsoft.com/office/drawing/2014/main" id="{D5D032DD-846D-4C68-A06B-0787981C515D}"/>
                </a:ext>
              </a:extLst>
            </p:cNvPr>
            <p:cNvGrpSpPr/>
            <p:nvPr/>
          </p:nvGrpSpPr>
          <p:grpSpPr>
            <a:xfrm>
              <a:off x="2876640" y="3310509"/>
              <a:ext cx="1228866" cy="1228866"/>
              <a:chOff x="3728897" y="2897155"/>
              <a:chExt cx="914400" cy="914400"/>
            </a:xfrm>
          </p:grpSpPr>
          <p:pic>
            <p:nvPicPr>
              <p:cNvPr id="38" name="Graphique 37" descr="Ne plus suivre avec un remplissage uni">
                <a:extLst>
                  <a:ext uri="{FF2B5EF4-FFF2-40B4-BE49-F238E27FC236}">
                    <a16:creationId xmlns:a16="http://schemas.microsoft.com/office/drawing/2014/main" id="{0D2EA7D8-2A98-4E53-BFE5-4379EAD15894}"/>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3728897" y="2897155"/>
                <a:ext cx="914400" cy="914400"/>
              </a:xfrm>
              <a:prstGeom prst="rect">
                <a:avLst/>
              </a:prstGeom>
            </p:spPr>
          </p:pic>
          <p:sp>
            <p:nvSpPr>
              <p:cNvPr id="39" name="Signe Plus 38">
                <a:extLst>
                  <a:ext uri="{FF2B5EF4-FFF2-40B4-BE49-F238E27FC236}">
                    <a16:creationId xmlns:a16="http://schemas.microsoft.com/office/drawing/2014/main" id="{CCF66ECE-E58A-4044-AA35-BC19EFBD0417}"/>
                  </a:ext>
                </a:extLst>
              </p:cNvPr>
              <p:cNvSpPr/>
              <p:nvPr/>
            </p:nvSpPr>
            <p:spPr>
              <a:xfrm>
                <a:off x="4281347" y="3470317"/>
                <a:ext cx="200649" cy="206334"/>
              </a:xfrm>
              <a:prstGeom prst="mathPlus">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37" name="Graphique 36" descr="Bras musclé avec un remplissage uni">
              <a:extLst>
                <a:ext uri="{FF2B5EF4-FFF2-40B4-BE49-F238E27FC236}">
                  <a16:creationId xmlns:a16="http://schemas.microsoft.com/office/drawing/2014/main" id="{F7E93BBF-E005-41DE-BB28-ABCBA31A25AE}"/>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2940609" y="4470926"/>
              <a:ext cx="948124" cy="948124"/>
            </a:xfrm>
            <a:prstGeom prst="rect">
              <a:avLst/>
            </a:prstGeom>
          </p:spPr>
        </p:pic>
      </p:grpSp>
      <p:grpSp>
        <p:nvGrpSpPr>
          <p:cNvPr id="40" name="Groupe 39">
            <a:extLst>
              <a:ext uri="{FF2B5EF4-FFF2-40B4-BE49-F238E27FC236}">
                <a16:creationId xmlns:a16="http://schemas.microsoft.com/office/drawing/2014/main" id="{80901DBD-1D06-4A23-A433-4E975412BC7F}"/>
              </a:ext>
            </a:extLst>
          </p:cNvPr>
          <p:cNvGrpSpPr/>
          <p:nvPr/>
        </p:nvGrpSpPr>
        <p:grpSpPr>
          <a:xfrm>
            <a:off x="9303069" y="2727139"/>
            <a:ext cx="2188025" cy="1179576"/>
            <a:chOff x="194320" y="3310509"/>
            <a:chExt cx="3911186" cy="2108541"/>
          </a:xfrm>
        </p:grpSpPr>
        <p:pic>
          <p:nvPicPr>
            <p:cNvPr id="41" name="Graphique 40" descr="Signe pouce en haut avec un remplissage uni">
              <a:extLst>
                <a:ext uri="{FF2B5EF4-FFF2-40B4-BE49-F238E27FC236}">
                  <a16:creationId xmlns:a16="http://schemas.microsoft.com/office/drawing/2014/main" id="{99895A3F-2EB5-4F91-B83D-FEF054207008}"/>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94320" y="3632917"/>
              <a:ext cx="1496868" cy="1496868"/>
            </a:xfrm>
            <a:prstGeom prst="rect">
              <a:avLst/>
            </a:prstGeom>
          </p:spPr>
        </p:pic>
        <p:sp>
          <p:nvSpPr>
            <p:cNvPr id="42" name="Flèche : droite 41">
              <a:extLst>
                <a:ext uri="{FF2B5EF4-FFF2-40B4-BE49-F238E27FC236}">
                  <a16:creationId xmlns:a16="http://schemas.microsoft.com/office/drawing/2014/main" id="{5C23512B-014E-4EEC-9415-2FEA69C2E381}"/>
                </a:ext>
              </a:extLst>
            </p:cNvPr>
            <p:cNvSpPr/>
            <p:nvPr/>
          </p:nvSpPr>
          <p:spPr>
            <a:xfrm>
              <a:off x="1863870" y="4293309"/>
              <a:ext cx="795997" cy="492132"/>
            </a:xfrm>
            <a:prstGeom prst="rightArrow">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3" name="Groupe 42">
              <a:extLst>
                <a:ext uri="{FF2B5EF4-FFF2-40B4-BE49-F238E27FC236}">
                  <a16:creationId xmlns:a16="http://schemas.microsoft.com/office/drawing/2014/main" id="{8B161AC2-2116-41F3-B7C2-90F5D42E076D}"/>
                </a:ext>
              </a:extLst>
            </p:cNvPr>
            <p:cNvGrpSpPr/>
            <p:nvPr/>
          </p:nvGrpSpPr>
          <p:grpSpPr>
            <a:xfrm>
              <a:off x="2876640" y="3310509"/>
              <a:ext cx="1228866" cy="1228866"/>
              <a:chOff x="3728897" y="2897155"/>
              <a:chExt cx="914400" cy="914400"/>
            </a:xfrm>
          </p:grpSpPr>
          <p:pic>
            <p:nvPicPr>
              <p:cNvPr id="45" name="Graphique 44" descr="Ne plus suivre avec un remplissage uni">
                <a:extLst>
                  <a:ext uri="{FF2B5EF4-FFF2-40B4-BE49-F238E27FC236}">
                    <a16:creationId xmlns:a16="http://schemas.microsoft.com/office/drawing/2014/main" id="{B580D112-78BF-4E19-AA4A-6A6EFD184751}"/>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3728897" y="2897155"/>
                <a:ext cx="914400" cy="914400"/>
              </a:xfrm>
              <a:prstGeom prst="rect">
                <a:avLst/>
              </a:prstGeom>
            </p:spPr>
          </p:pic>
          <p:sp>
            <p:nvSpPr>
              <p:cNvPr id="46" name="Signe Plus 45">
                <a:extLst>
                  <a:ext uri="{FF2B5EF4-FFF2-40B4-BE49-F238E27FC236}">
                    <a16:creationId xmlns:a16="http://schemas.microsoft.com/office/drawing/2014/main" id="{F3F8E44E-7EFB-4BA6-B8EC-BCFD89E0CCF0}"/>
                  </a:ext>
                </a:extLst>
              </p:cNvPr>
              <p:cNvSpPr/>
              <p:nvPr/>
            </p:nvSpPr>
            <p:spPr>
              <a:xfrm>
                <a:off x="4281347" y="3470317"/>
                <a:ext cx="200649" cy="206334"/>
              </a:xfrm>
              <a:prstGeom prst="mathPlus">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44" name="Graphique 43" descr="Bras musclé avec un remplissage uni">
              <a:extLst>
                <a:ext uri="{FF2B5EF4-FFF2-40B4-BE49-F238E27FC236}">
                  <a16:creationId xmlns:a16="http://schemas.microsoft.com/office/drawing/2014/main" id="{7C9EBDE1-4C5D-4BC5-8429-D4DD14D65FDE}"/>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2940609" y="4470926"/>
              <a:ext cx="948124" cy="948124"/>
            </a:xfrm>
            <a:prstGeom prst="rect">
              <a:avLst/>
            </a:prstGeom>
          </p:spPr>
        </p:pic>
      </p:grpSp>
      <p:grpSp>
        <p:nvGrpSpPr>
          <p:cNvPr id="47" name="Groupe 46">
            <a:extLst>
              <a:ext uri="{FF2B5EF4-FFF2-40B4-BE49-F238E27FC236}">
                <a16:creationId xmlns:a16="http://schemas.microsoft.com/office/drawing/2014/main" id="{B2C5FFE0-38FD-4338-8575-0E1926B6D66F}"/>
              </a:ext>
            </a:extLst>
          </p:cNvPr>
          <p:cNvGrpSpPr/>
          <p:nvPr/>
        </p:nvGrpSpPr>
        <p:grpSpPr>
          <a:xfrm>
            <a:off x="9365699" y="5129785"/>
            <a:ext cx="2188025" cy="1179576"/>
            <a:chOff x="194320" y="3310509"/>
            <a:chExt cx="3911186" cy="2108541"/>
          </a:xfrm>
        </p:grpSpPr>
        <p:pic>
          <p:nvPicPr>
            <p:cNvPr id="48" name="Graphique 47" descr="Signe pouce en haut avec un remplissage uni">
              <a:extLst>
                <a:ext uri="{FF2B5EF4-FFF2-40B4-BE49-F238E27FC236}">
                  <a16:creationId xmlns:a16="http://schemas.microsoft.com/office/drawing/2014/main" id="{B8B08E85-DB30-4545-80E9-A22C2D8D261F}"/>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94320" y="3632917"/>
              <a:ext cx="1496868" cy="1496868"/>
            </a:xfrm>
            <a:prstGeom prst="rect">
              <a:avLst/>
            </a:prstGeom>
          </p:spPr>
        </p:pic>
        <p:sp>
          <p:nvSpPr>
            <p:cNvPr id="49" name="Flèche : droite 48">
              <a:extLst>
                <a:ext uri="{FF2B5EF4-FFF2-40B4-BE49-F238E27FC236}">
                  <a16:creationId xmlns:a16="http://schemas.microsoft.com/office/drawing/2014/main" id="{C90C1730-337E-492B-9414-FEFB5827AA7F}"/>
                </a:ext>
              </a:extLst>
            </p:cNvPr>
            <p:cNvSpPr/>
            <p:nvPr/>
          </p:nvSpPr>
          <p:spPr>
            <a:xfrm>
              <a:off x="1863870" y="4293309"/>
              <a:ext cx="795997" cy="492132"/>
            </a:xfrm>
            <a:prstGeom prst="rightArrow">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50" name="Groupe 49">
              <a:extLst>
                <a:ext uri="{FF2B5EF4-FFF2-40B4-BE49-F238E27FC236}">
                  <a16:creationId xmlns:a16="http://schemas.microsoft.com/office/drawing/2014/main" id="{93B30490-36DB-4338-BD26-682476A5B98C}"/>
                </a:ext>
              </a:extLst>
            </p:cNvPr>
            <p:cNvGrpSpPr/>
            <p:nvPr/>
          </p:nvGrpSpPr>
          <p:grpSpPr>
            <a:xfrm>
              <a:off x="2876640" y="3310509"/>
              <a:ext cx="1228866" cy="1228866"/>
              <a:chOff x="3728897" y="2897155"/>
              <a:chExt cx="914400" cy="914400"/>
            </a:xfrm>
          </p:grpSpPr>
          <p:pic>
            <p:nvPicPr>
              <p:cNvPr id="52" name="Graphique 51" descr="Ne plus suivre avec un remplissage uni">
                <a:extLst>
                  <a:ext uri="{FF2B5EF4-FFF2-40B4-BE49-F238E27FC236}">
                    <a16:creationId xmlns:a16="http://schemas.microsoft.com/office/drawing/2014/main" id="{A2C91337-1C04-4DF0-8BD3-9541C99DD046}"/>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3728897" y="2897155"/>
                <a:ext cx="914400" cy="914400"/>
              </a:xfrm>
              <a:prstGeom prst="rect">
                <a:avLst/>
              </a:prstGeom>
            </p:spPr>
          </p:pic>
          <p:sp>
            <p:nvSpPr>
              <p:cNvPr id="53" name="Signe Plus 52">
                <a:extLst>
                  <a:ext uri="{FF2B5EF4-FFF2-40B4-BE49-F238E27FC236}">
                    <a16:creationId xmlns:a16="http://schemas.microsoft.com/office/drawing/2014/main" id="{A5D6F33E-5652-4B19-8FA0-CE32505F9C79}"/>
                  </a:ext>
                </a:extLst>
              </p:cNvPr>
              <p:cNvSpPr/>
              <p:nvPr/>
            </p:nvSpPr>
            <p:spPr>
              <a:xfrm>
                <a:off x="4281347" y="3470317"/>
                <a:ext cx="200649" cy="206334"/>
              </a:xfrm>
              <a:prstGeom prst="mathPlus">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51" name="Graphique 50" descr="Bras musclé avec un remplissage uni">
              <a:extLst>
                <a:ext uri="{FF2B5EF4-FFF2-40B4-BE49-F238E27FC236}">
                  <a16:creationId xmlns:a16="http://schemas.microsoft.com/office/drawing/2014/main" id="{A3654C0E-E2D6-45B8-9008-7FB1A7A729A3}"/>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2940609" y="4470926"/>
              <a:ext cx="948124" cy="948124"/>
            </a:xfrm>
            <a:prstGeom prst="rect">
              <a:avLst/>
            </a:prstGeom>
          </p:spPr>
        </p:pic>
      </p:grpSp>
    </p:spTree>
    <p:extLst>
      <p:ext uri="{BB962C8B-B14F-4D97-AF65-F5344CB8AC3E}">
        <p14:creationId xmlns:p14="http://schemas.microsoft.com/office/powerpoint/2010/main" val="2643618839"/>
      </p:ext>
    </p:extLst>
  </p:cSld>
  <p:clrMapOvr>
    <a:masterClrMapping/>
  </p:clrMapOvr>
  <mc:AlternateContent xmlns:mc="http://schemas.openxmlformats.org/markup-compatibility/2006" xmlns:p14="http://schemas.microsoft.com/office/powerpoint/2010/main">
    <mc:Choice Requires="p14">
      <p:transition spd="slow" p14:dur="2000" advTm="84344"/>
    </mc:Choice>
    <mc:Fallback xmlns="">
      <p:transition spd="slow" advTm="84344"/>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lumMod val="65000"/>
          </a:schemeClr>
        </a:solid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CB5B849-EE62-4335-B61E-A7F53A17AC47}"/>
              </a:ext>
            </a:extLst>
          </p:cNvPr>
          <p:cNvSpPr>
            <a:spLocks noGrp="1"/>
          </p:cNvSpPr>
          <p:nvPr>
            <p:ph type="title"/>
          </p:nvPr>
        </p:nvSpPr>
        <p:spPr>
          <a:xfrm>
            <a:off x="659907" y="408973"/>
            <a:ext cx="4613429" cy="1179576"/>
          </a:xfrm>
        </p:spPr>
        <p:txBody>
          <a:bodyPr>
            <a:normAutofit/>
          </a:bodyPr>
          <a:lstStyle/>
          <a:p>
            <a:r>
              <a:rPr lang="en-US" sz="1800" dirty="0"/>
              <a:t>Exercise #V3 </a:t>
            </a:r>
            <a:br>
              <a:rPr lang="en-US" sz="1800" dirty="0"/>
            </a:br>
            <a:r>
              <a:rPr lang="en-US" sz="1800" dirty="0"/>
              <a:t>Identify another Community with which you have borders.</a:t>
            </a:r>
            <a:br>
              <a:rPr lang="en-US" sz="1800" dirty="0"/>
            </a:br>
            <a:r>
              <a:rPr lang="en-US" sz="1800" dirty="0"/>
              <a:t>Write down your possibilities </a:t>
            </a:r>
          </a:p>
        </p:txBody>
      </p:sp>
      <p:graphicFrame>
        <p:nvGraphicFramePr>
          <p:cNvPr id="11" name="Espace réservé du contenu 10">
            <a:extLst>
              <a:ext uri="{FF2B5EF4-FFF2-40B4-BE49-F238E27FC236}">
                <a16:creationId xmlns:a16="http://schemas.microsoft.com/office/drawing/2014/main" id="{DF17A83F-9D92-4CA0-A381-5222DC1DEEAA}"/>
              </a:ext>
            </a:extLst>
          </p:cNvPr>
          <p:cNvGraphicFramePr>
            <a:graphicFrameLocks noGrp="1"/>
          </p:cNvGraphicFramePr>
          <p:nvPr>
            <p:ph sz="half" idx="1"/>
            <p:extLst>
              <p:ext uri="{D42A27DB-BD31-4B8C-83A1-F6EECF244321}">
                <p14:modId xmlns:p14="http://schemas.microsoft.com/office/powerpoint/2010/main" val="3819643782"/>
              </p:ext>
            </p:extLst>
          </p:nvPr>
        </p:nvGraphicFramePr>
        <p:xfrm>
          <a:off x="153732" y="4350864"/>
          <a:ext cx="3355562" cy="272655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15" name="Diagramme 14">
            <a:extLst>
              <a:ext uri="{FF2B5EF4-FFF2-40B4-BE49-F238E27FC236}">
                <a16:creationId xmlns:a16="http://schemas.microsoft.com/office/drawing/2014/main" id="{4AA1C04E-A804-4884-A15C-28C8F7F597D8}"/>
              </a:ext>
            </a:extLst>
          </p:cNvPr>
          <p:cNvGraphicFramePr/>
          <p:nvPr>
            <p:extLst>
              <p:ext uri="{D42A27DB-BD31-4B8C-83A1-F6EECF244321}">
                <p14:modId xmlns:p14="http://schemas.microsoft.com/office/powerpoint/2010/main" val="988859041"/>
              </p:ext>
            </p:extLst>
          </p:nvPr>
        </p:nvGraphicFramePr>
        <p:xfrm>
          <a:off x="2363246" y="1855701"/>
          <a:ext cx="5820180" cy="4990326"/>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pic>
        <p:nvPicPr>
          <p:cNvPr id="21" name="Graphique 20" descr="Ligne fléchée : incurvée sens des aiguilles d’une montre avec un remplissage uni">
            <a:extLst>
              <a:ext uri="{FF2B5EF4-FFF2-40B4-BE49-F238E27FC236}">
                <a16:creationId xmlns:a16="http://schemas.microsoft.com/office/drawing/2014/main" id="{D635AC4F-8F08-4372-9915-9CEF17930BC3}"/>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rot="5126868">
            <a:off x="1566750" y="3703902"/>
            <a:ext cx="1936448" cy="1936448"/>
          </a:xfrm>
          <a:prstGeom prst="rect">
            <a:avLst/>
          </a:prstGeom>
        </p:spPr>
      </p:pic>
    </p:spTree>
    <p:extLst>
      <p:ext uri="{BB962C8B-B14F-4D97-AF65-F5344CB8AC3E}">
        <p14:creationId xmlns:p14="http://schemas.microsoft.com/office/powerpoint/2010/main" val="3124041673"/>
      </p:ext>
    </p:extLst>
  </p:cSld>
  <p:clrMapOvr>
    <a:masterClrMapping/>
  </p:clrMapOvr>
  <mc:AlternateContent xmlns:mc="http://schemas.openxmlformats.org/markup-compatibility/2006" xmlns:p14="http://schemas.microsoft.com/office/powerpoint/2010/main">
    <mc:Choice Requires="p14">
      <p:transition spd="slow" p14:dur="2000" advTm="99098"/>
    </mc:Choice>
    <mc:Fallback xmlns="">
      <p:transition spd="slow" advTm="99098"/>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lumMod val="75000"/>
          </a:schemeClr>
        </a:solidFill>
        <a:effectLst/>
      </p:bgPr>
    </p:bg>
    <p:spTree>
      <p:nvGrpSpPr>
        <p:cNvPr id="1" name=""/>
        <p:cNvGrpSpPr/>
        <p:nvPr/>
      </p:nvGrpSpPr>
      <p:grpSpPr>
        <a:xfrm>
          <a:off x="0" y="0"/>
          <a:ext cx="0" cy="0"/>
          <a:chOff x="0" y="0"/>
          <a:chExt cx="0" cy="0"/>
        </a:xfrm>
      </p:grpSpPr>
      <p:sp>
        <p:nvSpPr>
          <p:cNvPr id="4" name="Titre 3">
            <a:extLst>
              <a:ext uri="{FF2B5EF4-FFF2-40B4-BE49-F238E27FC236}">
                <a16:creationId xmlns:a16="http://schemas.microsoft.com/office/drawing/2014/main" id="{9AD149C8-3005-45AF-8CE2-A15722118652}"/>
              </a:ext>
            </a:extLst>
          </p:cNvPr>
          <p:cNvSpPr>
            <a:spLocks noGrp="1"/>
          </p:cNvSpPr>
          <p:nvPr>
            <p:ph type="title"/>
          </p:nvPr>
        </p:nvSpPr>
        <p:spPr/>
        <p:txBody>
          <a:bodyPr>
            <a:normAutofit fontScale="90000"/>
          </a:bodyPr>
          <a:lstStyle/>
          <a:p>
            <a:r>
              <a:rPr lang="en-US" dirty="0"/>
              <a:t>Exercise #P1</a:t>
            </a:r>
            <a:br>
              <a:rPr lang="en-US" dirty="0"/>
            </a:br>
            <a:r>
              <a:rPr lang="en-US" dirty="0"/>
              <a:t>Identify expectations</a:t>
            </a:r>
          </a:p>
        </p:txBody>
      </p:sp>
      <p:pic>
        <p:nvPicPr>
          <p:cNvPr id="7" name="Graphique 6" descr="Employé de bureau avec un remplissage uni">
            <a:extLst>
              <a:ext uri="{FF2B5EF4-FFF2-40B4-BE49-F238E27FC236}">
                <a16:creationId xmlns:a16="http://schemas.microsoft.com/office/drawing/2014/main" id="{9FA0DE79-B493-4C80-88EF-8C8A64C2DD28}"/>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323738" y="5765273"/>
            <a:ext cx="914400" cy="914400"/>
          </a:xfrm>
          <a:prstGeom prst="rect">
            <a:avLst/>
          </a:prstGeom>
        </p:spPr>
      </p:pic>
      <p:pic>
        <p:nvPicPr>
          <p:cNvPr id="8" name="Graphique 7" descr="Couronne d'utilisateur féminine avec un remplissage uni">
            <a:extLst>
              <a:ext uri="{FF2B5EF4-FFF2-40B4-BE49-F238E27FC236}">
                <a16:creationId xmlns:a16="http://schemas.microsoft.com/office/drawing/2014/main" id="{D5B46B19-A83F-41DE-85A4-BE6531607646}"/>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2462674" y="1970551"/>
            <a:ext cx="914400" cy="914400"/>
          </a:xfrm>
          <a:prstGeom prst="rect">
            <a:avLst/>
          </a:prstGeom>
        </p:spPr>
      </p:pic>
      <p:grpSp>
        <p:nvGrpSpPr>
          <p:cNvPr id="9" name="Groupe 8">
            <a:extLst>
              <a:ext uri="{FF2B5EF4-FFF2-40B4-BE49-F238E27FC236}">
                <a16:creationId xmlns:a16="http://schemas.microsoft.com/office/drawing/2014/main" id="{C5251477-83C4-415A-A445-0FD7B3B770D0}"/>
              </a:ext>
            </a:extLst>
          </p:cNvPr>
          <p:cNvGrpSpPr/>
          <p:nvPr/>
        </p:nvGrpSpPr>
        <p:grpSpPr>
          <a:xfrm>
            <a:off x="1439740" y="5636065"/>
            <a:ext cx="914400" cy="914400"/>
            <a:chOff x="2472431" y="1931679"/>
            <a:chExt cx="914400" cy="914400"/>
          </a:xfrm>
        </p:grpSpPr>
        <p:pic>
          <p:nvPicPr>
            <p:cNvPr id="10" name="Graphique 9" descr="Employée de bureau avec un remplissage uni">
              <a:extLst>
                <a:ext uri="{FF2B5EF4-FFF2-40B4-BE49-F238E27FC236}">
                  <a16:creationId xmlns:a16="http://schemas.microsoft.com/office/drawing/2014/main" id="{98984932-77CA-4513-9BE0-B6E2EC3F3948}"/>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2472431" y="1931679"/>
              <a:ext cx="914400" cy="914400"/>
            </a:xfrm>
            <a:prstGeom prst="rect">
              <a:avLst/>
            </a:prstGeom>
          </p:spPr>
        </p:pic>
        <p:pic>
          <p:nvPicPr>
            <p:cNvPr id="11" name="Graphique 10" descr="Euro avec un remplissage uni">
              <a:extLst>
                <a:ext uri="{FF2B5EF4-FFF2-40B4-BE49-F238E27FC236}">
                  <a16:creationId xmlns:a16="http://schemas.microsoft.com/office/drawing/2014/main" id="{4E276854-87E5-4E2B-9FA6-DC7338C0CC16}"/>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2837714" y="2492740"/>
              <a:ext cx="167927" cy="167927"/>
            </a:xfrm>
            <a:prstGeom prst="rect">
              <a:avLst/>
            </a:prstGeom>
          </p:spPr>
        </p:pic>
      </p:grpSp>
      <p:graphicFrame>
        <p:nvGraphicFramePr>
          <p:cNvPr id="2" name="Diagramme 1">
            <a:extLst>
              <a:ext uri="{FF2B5EF4-FFF2-40B4-BE49-F238E27FC236}">
                <a16:creationId xmlns:a16="http://schemas.microsoft.com/office/drawing/2014/main" id="{F125A532-2574-4351-8B88-4154BA6FBD2C}"/>
              </a:ext>
            </a:extLst>
          </p:cNvPr>
          <p:cNvGraphicFramePr/>
          <p:nvPr>
            <p:extLst>
              <p:ext uri="{D42A27DB-BD31-4B8C-83A1-F6EECF244321}">
                <p14:modId xmlns:p14="http://schemas.microsoft.com/office/powerpoint/2010/main" val="1019362757"/>
              </p:ext>
            </p:extLst>
          </p:nvPr>
        </p:nvGraphicFramePr>
        <p:xfrm>
          <a:off x="737423" y="1728216"/>
          <a:ext cx="9203028" cy="5269509"/>
        </p:xfrm>
        <a:graphic>
          <a:graphicData uri="http://schemas.openxmlformats.org/drawingml/2006/diagram">
            <dgm:relIds xmlns:dgm="http://schemas.openxmlformats.org/drawingml/2006/diagram" xmlns:r="http://schemas.openxmlformats.org/officeDocument/2006/relationships" r:dm="rId10" r:lo="rId11" r:qs="rId12" r:cs="rId13"/>
          </a:graphicData>
        </a:graphic>
      </p:graphicFrame>
      <p:sp>
        <p:nvSpPr>
          <p:cNvPr id="13" name="Rectangle 12">
            <a:extLst>
              <a:ext uri="{FF2B5EF4-FFF2-40B4-BE49-F238E27FC236}">
                <a16:creationId xmlns:a16="http://schemas.microsoft.com/office/drawing/2014/main" id="{0F095AE3-E9A9-4D11-A231-F529BCBBF77B}"/>
              </a:ext>
            </a:extLst>
          </p:cNvPr>
          <p:cNvSpPr/>
          <p:nvPr/>
        </p:nvSpPr>
        <p:spPr>
          <a:xfrm>
            <a:off x="4399744" y="4932218"/>
            <a:ext cx="346850" cy="340453"/>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1100" dirty="0">
              <a:solidFill>
                <a:schemeClr val="tx1"/>
              </a:solidFill>
            </a:endParaRPr>
          </a:p>
        </p:txBody>
      </p:sp>
      <p:sp>
        <p:nvSpPr>
          <p:cNvPr id="14" name="Rectangle 13">
            <a:extLst>
              <a:ext uri="{FF2B5EF4-FFF2-40B4-BE49-F238E27FC236}">
                <a16:creationId xmlns:a16="http://schemas.microsoft.com/office/drawing/2014/main" id="{AD317D61-ECA8-428A-A3AD-F2364DE91280}"/>
              </a:ext>
            </a:extLst>
          </p:cNvPr>
          <p:cNvSpPr/>
          <p:nvPr/>
        </p:nvSpPr>
        <p:spPr>
          <a:xfrm>
            <a:off x="4878571" y="5102444"/>
            <a:ext cx="346850" cy="340453"/>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1100" dirty="0">
              <a:solidFill>
                <a:schemeClr val="tx1"/>
              </a:solidFill>
            </a:endParaRPr>
          </a:p>
        </p:txBody>
      </p:sp>
      <p:sp>
        <p:nvSpPr>
          <p:cNvPr id="15" name="Rectangle 14">
            <a:extLst>
              <a:ext uri="{FF2B5EF4-FFF2-40B4-BE49-F238E27FC236}">
                <a16:creationId xmlns:a16="http://schemas.microsoft.com/office/drawing/2014/main" id="{E801B22B-07DE-4738-8792-E23ECE36B2A3}"/>
              </a:ext>
            </a:extLst>
          </p:cNvPr>
          <p:cNvSpPr/>
          <p:nvPr/>
        </p:nvSpPr>
        <p:spPr>
          <a:xfrm>
            <a:off x="5384541" y="5102443"/>
            <a:ext cx="346850" cy="340453"/>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1100" dirty="0">
              <a:solidFill>
                <a:schemeClr val="tx1"/>
              </a:solidFill>
            </a:endParaRPr>
          </a:p>
        </p:txBody>
      </p:sp>
      <p:sp>
        <p:nvSpPr>
          <p:cNvPr id="16" name="Rectangle 15">
            <a:extLst>
              <a:ext uri="{FF2B5EF4-FFF2-40B4-BE49-F238E27FC236}">
                <a16:creationId xmlns:a16="http://schemas.microsoft.com/office/drawing/2014/main" id="{3D190D8C-E65C-4E82-A8AE-5EA331E078B4}"/>
              </a:ext>
            </a:extLst>
          </p:cNvPr>
          <p:cNvSpPr/>
          <p:nvPr/>
        </p:nvSpPr>
        <p:spPr>
          <a:xfrm>
            <a:off x="4989160" y="4603679"/>
            <a:ext cx="346850" cy="340453"/>
          </a:xfrm>
          <a:prstGeom prst="rect">
            <a:avLst/>
          </a:prstGeom>
          <a:solidFill>
            <a:srgbClr val="FF99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1100" dirty="0">
              <a:solidFill>
                <a:schemeClr val="tx1"/>
              </a:solidFill>
            </a:endParaRPr>
          </a:p>
        </p:txBody>
      </p:sp>
      <p:sp>
        <p:nvSpPr>
          <p:cNvPr id="17" name="Rectangle 16">
            <a:extLst>
              <a:ext uri="{FF2B5EF4-FFF2-40B4-BE49-F238E27FC236}">
                <a16:creationId xmlns:a16="http://schemas.microsoft.com/office/drawing/2014/main" id="{0CB53C5F-2796-4EC8-B784-0A96331216E9}"/>
              </a:ext>
            </a:extLst>
          </p:cNvPr>
          <p:cNvSpPr/>
          <p:nvPr/>
        </p:nvSpPr>
        <p:spPr>
          <a:xfrm>
            <a:off x="4521027" y="4362970"/>
            <a:ext cx="346850" cy="340453"/>
          </a:xfrm>
          <a:prstGeom prst="rect">
            <a:avLst/>
          </a:prstGeom>
          <a:solidFill>
            <a:srgbClr val="FF99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1100" dirty="0">
              <a:solidFill>
                <a:schemeClr val="tx1"/>
              </a:solidFill>
            </a:endParaRPr>
          </a:p>
        </p:txBody>
      </p:sp>
      <p:sp>
        <p:nvSpPr>
          <p:cNvPr id="18" name="Rectangle 17">
            <a:extLst>
              <a:ext uri="{FF2B5EF4-FFF2-40B4-BE49-F238E27FC236}">
                <a16:creationId xmlns:a16="http://schemas.microsoft.com/office/drawing/2014/main" id="{8C4AA300-EB47-47E8-9B6E-7763BD1AB8A7}"/>
              </a:ext>
            </a:extLst>
          </p:cNvPr>
          <p:cNvSpPr/>
          <p:nvPr/>
        </p:nvSpPr>
        <p:spPr>
          <a:xfrm>
            <a:off x="3774551" y="4584412"/>
            <a:ext cx="346850" cy="340453"/>
          </a:xfrm>
          <a:prstGeom prst="rect">
            <a:avLst/>
          </a:prstGeom>
          <a:solidFill>
            <a:srgbClr val="FF99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1100" dirty="0">
              <a:solidFill>
                <a:schemeClr val="tx1"/>
              </a:solidFill>
            </a:endParaRPr>
          </a:p>
        </p:txBody>
      </p:sp>
      <p:sp>
        <p:nvSpPr>
          <p:cNvPr id="19" name="Rectangle 18">
            <a:extLst>
              <a:ext uri="{FF2B5EF4-FFF2-40B4-BE49-F238E27FC236}">
                <a16:creationId xmlns:a16="http://schemas.microsoft.com/office/drawing/2014/main" id="{AC253800-F484-4A14-80AB-F94F2817E47E}"/>
              </a:ext>
            </a:extLst>
          </p:cNvPr>
          <p:cNvSpPr/>
          <p:nvPr/>
        </p:nvSpPr>
        <p:spPr>
          <a:xfrm>
            <a:off x="6508585" y="5693265"/>
            <a:ext cx="346850" cy="340453"/>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1100" dirty="0">
              <a:solidFill>
                <a:schemeClr val="tx1"/>
              </a:solidFill>
            </a:endParaRPr>
          </a:p>
        </p:txBody>
      </p:sp>
      <p:sp>
        <p:nvSpPr>
          <p:cNvPr id="20" name="Rectangle 19">
            <a:extLst>
              <a:ext uri="{FF2B5EF4-FFF2-40B4-BE49-F238E27FC236}">
                <a16:creationId xmlns:a16="http://schemas.microsoft.com/office/drawing/2014/main" id="{08EA7E33-F973-444D-884D-7ABDD23D8C9B}"/>
              </a:ext>
            </a:extLst>
          </p:cNvPr>
          <p:cNvSpPr/>
          <p:nvPr/>
        </p:nvSpPr>
        <p:spPr>
          <a:xfrm>
            <a:off x="905163" y="2706323"/>
            <a:ext cx="770771" cy="756556"/>
          </a:xfrm>
          <a:prstGeom prst="rect">
            <a:avLst/>
          </a:prstGeom>
          <a:solidFill>
            <a:srgbClr val="FF99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r>
              <a:rPr lang="en-US" sz="800" dirty="0">
                <a:solidFill>
                  <a:schemeClr val="tx1"/>
                </a:solidFill>
              </a:rPr>
              <a:t>Explicit expectation</a:t>
            </a:r>
          </a:p>
        </p:txBody>
      </p:sp>
      <p:sp>
        <p:nvSpPr>
          <p:cNvPr id="21" name="Rectangle 20">
            <a:extLst>
              <a:ext uri="{FF2B5EF4-FFF2-40B4-BE49-F238E27FC236}">
                <a16:creationId xmlns:a16="http://schemas.microsoft.com/office/drawing/2014/main" id="{3F2A41C4-5DC8-4FD9-A5F3-84757C1B48B4}"/>
              </a:ext>
            </a:extLst>
          </p:cNvPr>
          <p:cNvSpPr/>
          <p:nvPr/>
        </p:nvSpPr>
        <p:spPr>
          <a:xfrm>
            <a:off x="905163" y="3606414"/>
            <a:ext cx="770771" cy="756556"/>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r>
              <a:rPr lang="en-US" sz="800" dirty="0">
                <a:solidFill>
                  <a:schemeClr val="tx1"/>
                </a:solidFill>
              </a:rPr>
              <a:t>Implicit expectation</a:t>
            </a:r>
          </a:p>
        </p:txBody>
      </p:sp>
    </p:spTree>
    <p:extLst>
      <p:ext uri="{BB962C8B-B14F-4D97-AF65-F5344CB8AC3E}">
        <p14:creationId xmlns:p14="http://schemas.microsoft.com/office/powerpoint/2010/main" val="4075660249"/>
      </p:ext>
    </p:extLst>
  </p:cSld>
  <p:clrMapOvr>
    <a:masterClrMapping/>
  </p:clrMapOvr>
  <mc:AlternateContent xmlns:mc="http://schemas.openxmlformats.org/markup-compatibility/2006" xmlns:p14="http://schemas.microsoft.com/office/powerpoint/2010/main">
    <mc:Choice Requires="p14">
      <p:transition spd="slow" p14:dur="2000" advTm="30529"/>
    </mc:Choice>
    <mc:Fallback xmlns="">
      <p:transition spd="slow" advTm="30529"/>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lumMod val="75000"/>
          </a:schemeClr>
        </a:solidFill>
        <a:effectLst/>
      </p:bgPr>
    </p:bg>
    <p:spTree>
      <p:nvGrpSpPr>
        <p:cNvPr id="1" name=""/>
        <p:cNvGrpSpPr/>
        <p:nvPr/>
      </p:nvGrpSpPr>
      <p:grpSpPr>
        <a:xfrm>
          <a:off x="0" y="0"/>
          <a:ext cx="0" cy="0"/>
          <a:chOff x="0" y="0"/>
          <a:chExt cx="0" cy="0"/>
        </a:xfrm>
      </p:grpSpPr>
      <p:sp>
        <p:nvSpPr>
          <p:cNvPr id="4" name="Titre 3">
            <a:extLst>
              <a:ext uri="{FF2B5EF4-FFF2-40B4-BE49-F238E27FC236}">
                <a16:creationId xmlns:a16="http://schemas.microsoft.com/office/drawing/2014/main" id="{9AD149C8-3005-45AF-8CE2-A15722118652}"/>
              </a:ext>
            </a:extLst>
          </p:cNvPr>
          <p:cNvSpPr>
            <a:spLocks noGrp="1"/>
          </p:cNvSpPr>
          <p:nvPr>
            <p:ph type="title"/>
          </p:nvPr>
        </p:nvSpPr>
        <p:spPr/>
        <p:txBody>
          <a:bodyPr>
            <a:normAutofit fontScale="90000"/>
          </a:bodyPr>
          <a:lstStyle/>
          <a:p>
            <a:r>
              <a:rPr lang="en-US" dirty="0"/>
              <a:t>Exercise #P2</a:t>
            </a:r>
            <a:br>
              <a:rPr lang="en-US" dirty="0"/>
            </a:br>
            <a:r>
              <a:rPr lang="en-US" dirty="0"/>
              <a:t>Brainstorm Community performance indicators</a:t>
            </a:r>
          </a:p>
        </p:txBody>
      </p:sp>
      <p:pic>
        <p:nvPicPr>
          <p:cNvPr id="22" name="Graphique 21" descr="Base de données avec un remplissage uni">
            <a:extLst>
              <a:ext uri="{FF2B5EF4-FFF2-40B4-BE49-F238E27FC236}">
                <a16:creationId xmlns:a16="http://schemas.microsoft.com/office/drawing/2014/main" id="{1744ACE3-F41C-4ADE-A226-E6D461A95C1C}"/>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344219" y="1997311"/>
            <a:ext cx="1134424" cy="1134424"/>
          </a:xfrm>
          <a:prstGeom prst="rect">
            <a:avLst/>
          </a:prstGeom>
        </p:spPr>
      </p:pic>
      <p:pic>
        <p:nvPicPr>
          <p:cNvPr id="23" name="Graphique 22" descr="Signe pouce en haut avec un remplissage uni">
            <a:extLst>
              <a:ext uri="{FF2B5EF4-FFF2-40B4-BE49-F238E27FC236}">
                <a16:creationId xmlns:a16="http://schemas.microsoft.com/office/drawing/2014/main" id="{6FB9F748-1D2B-4E6C-BCE0-F2383C3B4A2F}"/>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362827" y="3200057"/>
            <a:ext cx="1001863" cy="1001863"/>
          </a:xfrm>
          <a:prstGeom prst="rect">
            <a:avLst/>
          </a:prstGeom>
        </p:spPr>
      </p:pic>
      <p:pic>
        <p:nvPicPr>
          <p:cNvPr id="24" name="Graphique 23" descr="Calendrier mensuel avec un remplissage uni">
            <a:extLst>
              <a:ext uri="{FF2B5EF4-FFF2-40B4-BE49-F238E27FC236}">
                <a16:creationId xmlns:a16="http://schemas.microsoft.com/office/drawing/2014/main" id="{9A4F0136-8274-467A-95AB-466DE45CA4C2}"/>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169846" y="4476591"/>
            <a:ext cx="1134424" cy="1134424"/>
          </a:xfrm>
          <a:prstGeom prst="rect">
            <a:avLst/>
          </a:prstGeom>
        </p:spPr>
      </p:pic>
      <p:pic>
        <p:nvPicPr>
          <p:cNvPr id="25" name="Graphique 24" descr="Badge d'employé avec un remplissage uni">
            <a:extLst>
              <a:ext uri="{FF2B5EF4-FFF2-40B4-BE49-F238E27FC236}">
                <a16:creationId xmlns:a16="http://schemas.microsoft.com/office/drawing/2014/main" id="{0B0AD7B1-7706-4EFF-9052-8FED741F5628}"/>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1157930" y="5989293"/>
            <a:ext cx="484626" cy="484626"/>
          </a:xfrm>
          <a:prstGeom prst="rect">
            <a:avLst/>
          </a:prstGeom>
        </p:spPr>
      </p:pic>
      <p:pic>
        <p:nvPicPr>
          <p:cNvPr id="26" name="Graphique 25" descr="Badge d'employé avec un remplissage uni">
            <a:extLst>
              <a:ext uri="{FF2B5EF4-FFF2-40B4-BE49-F238E27FC236}">
                <a16:creationId xmlns:a16="http://schemas.microsoft.com/office/drawing/2014/main" id="{36AC946F-20AB-4744-BD2A-C6C4B25CCDA4}"/>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1525894" y="5989293"/>
            <a:ext cx="484626" cy="484626"/>
          </a:xfrm>
          <a:prstGeom prst="rect">
            <a:avLst/>
          </a:prstGeom>
        </p:spPr>
      </p:pic>
      <p:pic>
        <p:nvPicPr>
          <p:cNvPr id="27" name="Graphique 26" descr="Badge d'employé avec un remplissage uni">
            <a:extLst>
              <a:ext uri="{FF2B5EF4-FFF2-40B4-BE49-F238E27FC236}">
                <a16:creationId xmlns:a16="http://schemas.microsoft.com/office/drawing/2014/main" id="{DF96BF0F-FD71-4E54-B2F3-E9C0001ABD93}"/>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1880064" y="5989293"/>
            <a:ext cx="484626" cy="484626"/>
          </a:xfrm>
          <a:prstGeom prst="rect">
            <a:avLst/>
          </a:prstGeom>
        </p:spPr>
      </p:pic>
      <p:sp>
        <p:nvSpPr>
          <p:cNvPr id="28" name="Rectangle 27">
            <a:extLst>
              <a:ext uri="{FF2B5EF4-FFF2-40B4-BE49-F238E27FC236}">
                <a16:creationId xmlns:a16="http://schemas.microsoft.com/office/drawing/2014/main" id="{18F476D4-06A8-43F4-B7CC-4B475AAC7251}"/>
              </a:ext>
            </a:extLst>
          </p:cNvPr>
          <p:cNvSpPr/>
          <p:nvPr/>
        </p:nvSpPr>
        <p:spPr>
          <a:xfrm>
            <a:off x="2455667" y="2483511"/>
            <a:ext cx="770771" cy="756556"/>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sp>
        <p:nvSpPr>
          <p:cNvPr id="29" name="Rectangle 28">
            <a:extLst>
              <a:ext uri="{FF2B5EF4-FFF2-40B4-BE49-F238E27FC236}">
                <a16:creationId xmlns:a16="http://schemas.microsoft.com/office/drawing/2014/main" id="{93055D8E-A54B-4CF7-800C-812615E59973}"/>
              </a:ext>
            </a:extLst>
          </p:cNvPr>
          <p:cNvSpPr/>
          <p:nvPr/>
        </p:nvSpPr>
        <p:spPr>
          <a:xfrm>
            <a:off x="2455667" y="3536921"/>
            <a:ext cx="770771" cy="756556"/>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sp>
        <p:nvSpPr>
          <p:cNvPr id="30" name="Rectangle 29">
            <a:extLst>
              <a:ext uri="{FF2B5EF4-FFF2-40B4-BE49-F238E27FC236}">
                <a16:creationId xmlns:a16="http://schemas.microsoft.com/office/drawing/2014/main" id="{7052C8B6-E067-4C6C-BEDA-1815EC3D0120}"/>
              </a:ext>
            </a:extLst>
          </p:cNvPr>
          <p:cNvSpPr/>
          <p:nvPr/>
        </p:nvSpPr>
        <p:spPr>
          <a:xfrm>
            <a:off x="2455666" y="4590331"/>
            <a:ext cx="770771" cy="756556"/>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sp>
        <p:nvSpPr>
          <p:cNvPr id="31" name="Rectangle 30">
            <a:extLst>
              <a:ext uri="{FF2B5EF4-FFF2-40B4-BE49-F238E27FC236}">
                <a16:creationId xmlns:a16="http://schemas.microsoft.com/office/drawing/2014/main" id="{72A53D43-D3EC-48CA-AD04-9D2C4EC6A39B}"/>
              </a:ext>
            </a:extLst>
          </p:cNvPr>
          <p:cNvSpPr/>
          <p:nvPr/>
        </p:nvSpPr>
        <p:spPr>
          <a:xfrm>
            <a:off x="2455665" y="5717363"/>
            <a:ext cx="770771" cy="756556"/>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sp>
        <p:nvSpPr>
          <p:cNvPr id="32" name="Rectangle 31">
            <a:extLst>
              <a:ext uri="{FF2B5EF4-FFF2-40B4-BE49-F238E27FC236}">
                <a16:creationId xmlns:a16="http://schemas.microsoft.com/office/drawing/2014/main" id="{2E8496D7-EC56-4DF7-90F0-4C918E8ACA45}"/>
              </a:ext>
            </a:extLst>
          </p:cNvPr>
          <p:cNvSpPr/>
          <p:nvPr/>
        </p:nvSpPr>
        <p:spPr>
          <a:xfrm>
            <a:off x="3354011" y="2483511"/>
            <a:ext cx="770771" cy="756556"/>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sp>
        <p:nvSpPr>
          <p:cNvPr id="33" name="Rectangle 32">
            <a:extLst>
              <a:ext uri="{FF2B5EF4-FFF2-40B4-BE49-F238E27FC236}">
                <a16:creationId xmlns:a16="http://schemas.microsoft.com/office/drawing/2014/main" id="{EFCDBFEA-9E35-4256-8004-26035A2B7EBE}"/>
              </a:ext>
            </a:extLst>
          </p:cNvPr>
          <p:cNvSpPr/>
          <p:nvPr/>
        </p:nvSpPr>
        <p:spPr>
          <a:xfrm>
            <a:off x="3354011" y="3536921"/>
            <a:ext cx="770771" cy="756556"/>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sp>
        <p:nvSpPr>
          <p:cNvPr id="34" name="Rectangle 33">
            <a:extLst>
              <a:ext uri="{FF2B5EF4-FFF2-40B4-BE49-F238E27FC236}">
                <a16:creationId xmlns:a16="http://schemas.microsoft.com/office/drawing/2014/main" id="{1BDC2183-2787-453B-88E9-4868D7BF7E1E}"/>
              </a:ext>
            </a:extLst>
          </p:cNvPr>
          <p:cNvSpPr/>
          <p:nvPr/>
        </p:nvSpPr>
        <p:spPr>
          <a:xfrm>
            <a:off x="3354010" y="4590331"/>
            <a:ext cx="770771" cy="756556"/>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sp>
        <p:nvSpPr>
          <p:cNvPr id="35" name="Rectangle 34">
            <a:extLst>
              <a:ext uri="{FF2B5EF4-FFF2-40B4-BE49-F238E27FC236}">
                <a16:creationId xmlns:a16="http://schemas.microsoft.com/office/drawing/2014/main" id="{4F39B9FF-EBA7-43D8-86E4-E0DC7014CB9C}"/>
              </a:ext>
            </a:extLst>
          </p:cNvPr>
          <p:cNvSpPr/>
          <p:nvPr/>
        </p:nvSpPr>
        <p:spPr>
          <a:xfrm>
            <a:off x="3354009" y="5717363"/>
            <a:ext cx="770771" cy="756556"/>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sp>
        <p:nvSpPr>
          <p:cNvPr id="36" name="Rectangle 35">
            <a:extLst>
              <a:ext uri="{FF2B5EF4-FFF2-40B4-BE49-F238E27FC236}">
                <a16:creationId xmlns:a16="http://schemas.microsoft.com/office/drawing/2014/main" id="{A829191A-5EF5-4877-A848-7FEF0D9011F2}"/>
              </a:ext>
            </a:extLst>
          </p:cNvPr>
          <p:cNvSpPr/>
          <p:nvPr/>
        </p:nvSpPr>
        <p:spPr>
          <a:xfrm>
            <a:off x="4252353" y="2483511"/>
            <a:ext cx="770771" cy="756556"/>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sp>
        <p:nvSpPr>
          <p:cNvPr id="37" name="Rectangle 36">
            <a:extLst>
              <a:ext uri="{FF2B5EF4-FFF2-40B4-BE49-F238E27FC236}">
                <a16:creationId xmlns:a16="http://schemas.microsoft.com/office/drawing/2014/main" id="{7319F1F2-1B4A-421C-9E22-8DE0A8A4FE5D}"/>
              </a:ext>
            </a:extLst>
          </p:cNvPr>
          <p:cNvSpPr/>
          <p:nvPr/>
        </p:nvSpPr>
        <p:spPr>
          <a:xfrm>
            <a:off x="4252353" y="3536921"/>
            <a:ext cx="770771" cy="756556"/>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sp>
        <p:nvSpPr>
          <p:cNvPr id="38" name="Rectangle 37">
            <a:extLst>
              <a:ext uri="{FF2B5EF4-FFF2-40B4-BE49-F238E27FC236}">
                <a16:creationId xmlns:a16="http://schemas.microsoft.com/office/drawing/2014/main" id="{D3C1AB60-E271-4E25-AA97-34B7FE53606E}"/>
              </a:ext>
            </a:extLst>
          </p:cNvPr>
          <p:cNvSpPr/>
          <p:nvPr/>
        </p:nvSpPr>
        <p:spPr>
          <a:xfrm>
            <a:off x="4252352" y="4590331"/>
            <a:ext cx="770771" cy="756556"/>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sp>
        <p:nvSpPr>
          <p:cNvPr id="39" name="Rectangle 38">
            <a:extLst>
              <a:ext uri="{FF2B5EF4-FFF2-40B4-BE49-F238E27FC236}">
                <a16:creationId xmlns:a16="http://schemas.microsoft.com/office/drawing/2014/main" id="{7C6BD57F-A6E6-4D51-B886-ABB2633FE3E6}"/>
              </a:ext>
            </a:extLst>
          </p:cNvPr>
          <p:cNvSpPr/>
          <p:nvPr/>
        </p:nvSpPr>
        <p:spPr>
          <a:xfrm>
            <a:off x="4252351" y="5717363"/>
            <a:ext cx="770771" cy="756556"/>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sp>
        <p:nvSpPr>
          <p:cNvPr id="40" name="Rectangle 39">
            <a:extLst>
              <a:ext uri="{FF2B5EF4-FFF2-40B4-BE49-F238E27FC236}">
                <a16:creationId xmlns:a16="http://schemas.microsoft.com/office/drawing/2014/main" id="{FF79E316-D69E-427A-A638-7998A9A61C14}"/>
              </a:ext>
            </a:extLst>
          </p:cNvPr>
          <p:cNvSpPr/>
          <p:nvPr/>
        </p:nvSpPr>
        <p:spPr>
          <a:xfrm>
            <a:off x="5150695" y="2483511"/>
            <a:ext cx="770771" cy="756556"/>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sp>
        <p:nvSpPr>
          <p:cNvPr id="41" name="Rectangle 40">
            <a:extLst>
              <a:ext uri="{FF2B5EF4-FFF2-40B4-BE49-F238E27FC236}">
                <a16:creationId xmlns:a16="http://schemas.microsoft.com/office/drawing/2014/main" id="{647F3E95-85D8-43DD-9E1B-CB3A780234D0}"/>
              </a:ext>
            </a:extLst>
          </p:cNvPr>
          <p:cNvSpPr/>
          <p:nvPr/>
        </p:nvSpPr>
        <p:spPr>
          <a:xfrm>
            <a:off x="5150695" y="3536921"/>
            <a:ext cx="770771" cy="756556"/>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sp>
        <p:nvSpPr>
          <p:cNvPr id="42" name="Rectangle 41">
            <a:extLst>
              <a:ext uri="{FF2B5EF4-FFF2-40B4-BE49-F238E27FC236}">
                <a16:creationId xmlns:a16="http://schemas.microsoft.com/office/drawing/2014/main" id="{F0765EDE-ACD0-407A-83F7-9F318BF17A2E}"/>
              </a:ext>
            </a:extLst>
          </p:cNvPr>
          <p:cNvSpPr/>
          <p:nvPr/>
        </p:nvSpPr>
        <p:spPr>
          <a:xfrm>
            <a:off x="5150694" y="4590331"/>
            <a:ext cx="770771" cy="756556"/>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sp>
        <p:nvSpPr>
          <p:cNvPr id="43" name="Rectangle 42">
            <a:extLst>
              <a:ext uri="{FF2B5EF4-FFF2-40B4-BE49-F238E27FC236}">
                <a16:creationId xmlns:a16="http://schemas.microsoft.com/office/drawing/2014/main" id="{7BED54AE-FB49-4C6F-94EB-1E6522F2BC1A}"/>
              </a:ext>
            </a:extLst>
          </p:cNvPr>
          <p:cNvSpPr/>
          <p:nvPr/>
        </p:nvSpPr>
        <p:spPr>
          <a:xfrm>
            <a:off x="5150693" y="5717363"/>
            <a:ext cx="770771" cy="756556"/>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spTree>
    <p:extLst>
      <p:ext uri="{BB962C8B-B14F-4D97-AF65-F5344CB8AC3E}">
        <p14:creationId xmlns:p14="http://schemas.microsoft.com/office/powerpoint/2010/main" val="2686022027"/>
      </p:ext>
    </p:extLst>
  </p:cSld>
  <p:clrMapOvr>
    <a:masterClrMapping/>
  </p:clrMapOvr>
  <mc:AlternateContent xmlns:mc="http://schemas.openxmlformats.org/markup-compatibility/2006" xmlns:p14="http://schemas.microsoft.com/office/powerpoint/2010/main">
    <mc:Choice Requires="p14">
      <p:transition spd="slow" p14:dur="2000" advTm="30529"/>
    </mc:Choice>
    <mc:Fallback xmlns="">
      <p:transition spd="slow" advTm="30529"/>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lumMod val="75000"/>
          </a:schemeClr>
        </a:solidFill>
        <a:effectLst/>
      </p:bgPr>
    </p:bg>
    <p:spTree>
      <p:nvGrpSpPr>
        <p:cNvPr id="1" name=""/>
        <p:cNvGrpSpPr/>
        <p:nvPr/>
      </p:nvGrpSpPr>
      <p:grpSpPr>
        <a:xfrm>
          <a:off x="0" y="0"/>
          <a:ext cx="0" cy="0"/>
          <a:chOff x="0" y="0"/>
          <a:chExt cx="0" cy="0"/>
        </a:xfrm>
      </p:grpSpPr>
      <p:sp>
        <p:nvSpPr>
          <p:cNvPr id="4" name="Titre 3">
            <a:extLst>
              <a:ext uri="{FF2B5EF4-FFF2-40B4-BE49-F238E27FC236}">
                <a16:creationId xmlns:a16="http://schemas.microsoft.com/office/drawing/2014/main" id="{9AD149C8-3005-45AF-8CE2-A15722118652}"/>
              </a:ext>
            </a:extLst>
          </p:cNvPr>
          <p:cNvSpPr>
            <a:spLocks noGrp="1"/>
          </p:cNvSpPr>
          <p:nvPr>
            <p:ph type="title"/>
          </p:nvPr>
        </p:nvSpPr>
        <p:spPr/>
        <p:txBody>
          <a:bodyPr>
            <a:normAutofit fontScale="90000"/>
          </a:bodyPr>
          <a:lstStyle/>
          <a:p>
            <a:r>
              <a:rPr lang="en-US" dirty="0"/>
              <a:t>Exercise #P4</a:t>
            </a:r>
            <a:br>
              <a:rPr lang="en-US" dirty="0"/>
            </a:br>
            <a:r>
              <a:rPr lang="en-US" dirty="0"/>
              <a:t>List reasons for disengagement and ideas for engagement</a:t>
            </a:r>
          </a:p>
        </p:txBody>
      </p:sp>
      <p:grpSp>
        <p:nvGrpSpPr>
          <p:cNvPr id="44" name="Groupe 43">
            <a:extLst>
              <a:ext uri="{FF2B5EF4-FFF2-40B4-BE49-F238E27FC236}">
                <a16:creationId xmlns:a16="http://schemas.microsoft.com/office/drawing/2014/main" id="{B75AD456-6B0F-4AEC-84A8-1D0E9553CFED}"/>
              </a:ext>
            </a:extLst>
          </p:cNvPr>
          <p:cNvGrpSpPr/>
          <p:nvPr/>
        </p:nvGrpSpPr>
        <p:grpSpPr>
          <a:xfrm>
            <a:off x="3551242" y="2613991"/>
            <a:ext cx="4941068" cy="3975268"/>
            <a:chOff x="5797486" y="2017336"/>
            <a:chExt cx="5855636" cy="4711071"/>
          </a:xfrm>
        </p:grpSpPr>
        <p:graphicFrame>
          <p:nvGraphicFramePr>
            <p:cNvPr id="45" name="Diagramme 44">
              <a:extLst>
                <a:ext uri="{FF2B5EF4-FFF2-40B4-BE49-F238E27FC236}">
                  <a16:creationId xmlns:a16="http://schemas.microsoft.com/office/drawing/2014/main" id="{3878AE0F-AB94-4FEF-B73F-E9EF1604749A}"/>
                </a:ext>
              </a:extLst>
            </p:cNvPr>
            <p:cNvGraphicFramePr/>
            <p:nvPr/>
          </p:nvGraphicFramePr>
          <p:xfrm>
            <a:off x="5797486" y="2017336"/>
            <a:ext cx="5855636" cy="471107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46" name="Graphique 45" descr="Bébé avec un remplissage uni">
              <a:extLst>
                <a:ext uri="{FF2B5EF4-FFF2-40B4-BE49-F238E27FC236}">
                  <a16:creationId xmlns:a16="http://schemas.microsoft.com/office/drawing/2014/main" id="{587CB0C6-4F5D-40AC-948D-6BBCFFCB4E81}"/>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8701955" y="3208444"/>
              <a:ext cx="696013" cy="696013"/>
            </a:xfrm>
            <a:prstGeom prst="rect">
              <a:avLst/>
            </a:prstGeom>
          </p:spPr>
        </p:pic>
        <p:pic>
          <p:nvPicPr>
            <p:cNvPr id="47" name="Graphique 46" descr="Train avec un remplissage uni">
              <a:extLst>
                <a:ext uri="{FF2B5EF4-FFF2-40B4-BE49-F238E27FC236}">
                  <a16:creationId xmlns:a16="http://schemas.microsoft.com/office/drawing/2014/main" id="{541A6CBE-7AF9-402C-9012-0A4D4883F4AC}"/>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8701955" y="4145161"/>
              <a:ext cx="582891" cy="582891"/>
            </a:xfrm>
            <a:prstGeom prst="rect">
              <a:avLst/>
            </a:prstGeom>
          </p:spPr>
        </p:pic>
        <p:pic>
          <p:nvPicPr>
            <p:cNvPr id="48" name="Graphique 47" descr="Dossier ouvert avec un remplissage uni">
              <a:extLst>
                <a:ext uri="{FF2B5EF4-FFF2-40B4-BE49-F238E27FC236}">
                  <a16:creationId xmlns:a16="http://schemas.microsoft.com/office/drawing/2014/main" id="{B2DF3C1F-B876-4368-B471-5477B90CB3C2}"/>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8737662" y="5017172"/>
              <a:ext cx="511479" cy="511479"/>
            </a:xfrm>
            <a:prstGeom prst="rect">
              <a:avLst/>
            </a:prstGeom>
          </p:spPr>
        </p:pic>
        <p:pic>
          <p:nvPicPr>
            <p:cNvPr id="49" name="Graphique 48" descr="Tendance à la hausse avec un remplissage uni">
              <a:extLst>
                <a:ext uri="{FF2B5EF4-FFF2-40B4-BE49-F238E27FC236}">
                  <a16:creationId xmlns:a16="http://schemas.microsoft.com/office/drawing/2014/main" id="{EB67598D-AFC7-44A1-9483-54396BB4485B}"/>
                </a:ext>
              </a:extLst>
            </p:cNvPr>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6207987" y="5017172"/>
              <a:ext cx="544880" cy="544880"/>
            </a:xfrm>
            <a:prstGeom prst="rect">
              <a:avLst/>
            </a:prstGeom>
          </p:spPr>
        </p:pic>
        <p:pic>
          <p:nvPicPr>
            <p:cNvPr id="50" name="Graphique 49" descr="Commentaire en cœur avec un remplissage uni">
              <a:extLst>
                <a:ext uri="{FF2B5EF4-FFF2-40B4-BE49-F238E27FC236}">
                  <a16:creationId xmlns:a16="http://schemas.microsoft.com/office/drawing/2014/main" id="{59CBA372-570E-43A8-A957-59FD1FB763BA}"/>
                </a:ext>
              </a:extLst>
            </p:cNvPr>
            <p:cNvPicPr>
              <a:picLocks noChangeAspect="1"/>
            </p:cNvPicPr>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flipH="1">
              <a:off x="6132420" y="3314089"/>
              <a:ext cx="696013" cy="696013"/>
            </a:xfrm>
            <a:prstGeom prst="rect">
              <a:avLst/>
            </a:prstGeom>
          </p:spPr>
        </p:pic>
        <p:pic>
          <p:nvPicPr>
            <p:cNvPr id="51" name="Graphique 50" descr="Chronomètre avec un remplissage uni">
              <a:extLst>
                <a:ext uri="{FF2B5EF4-FFF2-40B4-BE49-F238E27FC236}">
                  <a16:creationId xmlns:a16="http://schemas.microsoft.com/office/drawing/2014/main" id="{43ACF861-67B9-442D-91BF-29CA377747FF}"/>
                </a:ext>
              </a:extLst>
            </p:cNvPr>
            <p:cNvPicPr>
              <a:picLocks noChangeAspect="1"/>
            </p:cNvPicPr>
            <p:nvPr/>
          </p:nvPicPr>
          <p:blipFill>
            <a:blip r:embed="rId17">
              <a:extLst>
                <a:ext uri="{28A0092B-C50C-407E-A947-70E740481C1C}">
                  <a14:useLocalDpi xmlns:a14="http://schemas.microsoft.com/office/drawing/2010/main" val="0"/>
                </a:ext>
                <a:ext uri="{96DAC541-7B7A-43D3-8B79-37D633B846F1}">
                  <asvg:svgBlip xmlns:asvg="http://schemas.microsoft.com/office/drawing/2016/SVG/main" r:embed="rId18"/>
                </a:ext>
              </a:extLst>
            </a:blip>
            <a:stretch>
              <a:fillRect/>
            </a:stretch>
          </p:blipFill>
          <p:spPr>
            <a:xfrm>
              <a:off x="6199632" y="4164166"/>
              <a:ext cx="544879" cy="544879"/>
            </a:xfrm>
            <a:prstGeom prst="rect">
              <a:avLst/>
            </a:prstGeom>
          </p:spPr>
        </p:pic>
      </p:grpSp>
      <p:sp>
        <p:nvSpPr>
          <p:cNvPr id="52" name="Rectangle 51">
            <a:extLst>
              <a:ext uri="{FF2B5EF4-FFF2-40B4-BE49-F238E27FC236}">
                <a16:creationId xmlns:a16="http://schemas.microsoft.com/office/drawing/2014/main" id="{DB6093E3-F4D7-4D32-8497-ACC7CDEDB777}"/>
              </a:ext>
            </a:extLst>
          </p:cNvPr>
          <p:cNvSpPr/>
          <p:nvPr/>
        </p:nvSpPr>
        <p:spPr>
          <a:xfrm>
            <a:off x="221663" y="3050722"/>
            <a:ext cx="770771" cy="756556"/>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sp>
        <p:nvSpPr>
          <p:cNvPr id="53" name="Rectangle 52">
            <a:extLst>
              <a:ext uri="{FF2B5EF4-FFF2-40B4-BE49-F238E27FC236}">
                <a16:creationId xmlns:a16="http://schemas.microsoft.com/office/drawing/2014/main" id="{49CB435A-225C-4BB5-AD44-0219987C72CC}"/>
              </a:ext>
            </a:extLst>
          </p:cNvPr>
          <p:cNvSpPr/>
          <p:nvPr/>
        </p:nvSpPr>
        <p:spPr>
          <a:xfrm>
            <a:off x="221663" y="4104132"/>
            <a:ext cx="770771" cy="756556"/>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sp>
        <p:nvSpPr>
          <p:cNvPr id="54" name="Rectangle 53">
            <a:extLst>
              <a:ext uri="{FF2B5EF4-FFF2-40B4-BE49-F238E27FC236}">
                <a16:creationId xmlns:a16="http://schemas.microsoft.com/office/drawing/2014/main" id="{5FBA71F2-BB26-44F6-AC59-0FA08B5AD438}"/>
              </a:ext>
            </a:extLst>
          </p:cNvPr>
          <p:cNvSpPr/>
          <p:nvPr/>
        </p:nvSpPr>
        <p:spPr>
          <a:xfrm>
            <a:off x="221662" y="5157542"/>
            <a:ext cx="770771" cy="756556"/>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sp>
        <p:nvSpPr>
          <p:cNvPr id="55" name="Rectangle 54">
            <a:extLst>
              <a:ext uri="{FF2B5EF4-FFF2-40B4-BE49-F238E27FC236}">
                <a16:creationId xmlns:a16="http://schemas.microsoft.com/office/drawing/2014/main" id="{2CE01127-6291-4E1E-93A5-9CF857A6892E}"/>
              </a:ext>
            </a:extLst>
          </p:cNvPr>
          <p:cNvSpPr/>
          <p:nvPr/>
        </p:nvSpPr>
        <p:spPr>
          <a:xfrm>
            <a:off x="1120007" y="3050722"/>
            <a:ext cx="770771" cy="756556"/>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sp>
        <p:nvSpPr>
          <p:cNvPr id="56" name="Rectangle 55">
            <a:extLst>
              <a:ext uri="{FF2B5EF4-FFF2-40B4-BE49-F238E27FC236}">
                <a16:creationId xmlns:a16="http://schemas.microsoft.com/office/drawing/2014/main" id="{CF97221D-AACA-4C21-9D53-C2577C3E9EEB}"/>
              </a:ext>
            </a:extLst>
          </p:cNvPr>
          <p:cNvSpPr/>
          <p:nvPr/>
        </p:nvSpPr>
        <p:spPr>
          <a:xfrm>
            <a:off x="1120007" y="4104132"/>
            <a:ext cx="770771" cy="756556"/>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sp>
        <p:nvSpPr>
          <p:cNvPr id="57" name="Rectangle 56">
            <a:extLst>
              <a:ext uri="{FF2B5EF4-FFF2-40B4-BE49-F238E27FC236}">
                <a16:creationId xmlns:a16="http://schemas.microsoft.com/office/drawing/2014/main" id="{A91FD318-D09C-4B68-96F6-C7366CA3FF2D}"/>
              </a:ext>
            </a:extLst>
          </p:cNvPr>
          <p:cNvSpPr/>
          <p:nvPr/>
        </p:nvSpPr>
        <p:spPr>
          <a:xfrm>
            <a:off x="1120006" y="5157542"/>
            <a:ext cx="770771" cy="756556"/>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sp>
        <p:nvSpPr>
          <p:cNvPr id="58" name="Rectangle 57">
            <a:extLst>
              <a:ext uri="{FF2B5EF4-FFF2-40B4-BE49-F238E27FC236}">
                <a16:creationId xmlns:a16="http://schemas.microsoft.com/office/drawing/2014/main" id="{2664AAE1-F436-4D16-A4C5-D21C3B88C61E}"/>
              </a:ext>
            </a:extLst>
          </p:cNvPr>
          <p:cNvSpPr/>
          <p:nvPr/>
        </p:nvSpPr>
        <p:spPr>
          <a:xfrm>
            <a:off x="2018349" y="3050722"/>
            <a:ext cx="770771" cy="756556"/>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sp>
        <p:nvSpPr>
          <p:cNvPr id="59" name="Rectangle 58">
            <a:extLst>
              <a:ext uri="{FF2B5EF4-FFF2-40B4-BE49-F238E27FC236}">
                <a16:creationId xmlns:a16="http://schemas.microsoft.com/office/drawing/2014/main" id="{8EB4BEFA-B3D4-4FF0-BE9C-F119ADB68E2E}"/>
              </a:ext>
            </a:extLst>
          </p:cNvPr>
          <p:cNvSpPr/>
          <p:nvPr/>
        </p:nvSpPr>
        <p:spPr>
          <a:xfrm>
            <a:off x="2018349" y="4104132"/>
            <a:ext cx="770771" cy="756556"/>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sp>
        <p:nvSpPr>
          <p:cNvPr id="60" name="Rectangle 59">
            <a:extLst>
              <a:ext uri="{FF2B5EF4-FFF2-40B4-BE49-F238E27FC236}">
                <a16:creationId xmlns:a16="http://schemas.microsoft.com/office/drawing/2014/main" id="{71B830DF-0FE9-4840-B2FF-CC6231F1F1AD}"/>
              </a:ext>
            </a:extLst>
          </p:cNvPr>
          <p:cNvSpPr/>
          <p:nvPr/>
        </p:nvSpPr>
        <p:spPr>
          <a:xfrm>
            <a:off x="2018348" y="5157542"/>
            <a:ext cx="770771" cy="756556"/>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sp>
        <p:nvSpPr>
          <p:cNvPr id="61" name="Rectangle 60">
            <a:extLst>
              <a:ext uri="{FF2B5EF4-FFF2-40B4-BE49-F238E27FC236}">
                <a16:creationId xmlns:a16="http://schemas.microsoft.com/office/drawing/2014/main" id="{97746F59-125B-414E-BB18-87614F74B273}"/>
              </a:ext>
            </a:extLst>
          </p:cNvPr>
          <p:cNvSpPr/>
          <p:nvPr/>
        </p:nvSpPr>
        <p:spPr>
          <a:xfrm>
            <a:off x="2916691" y="3050722"/>
            <a:ext cx="770771" cy="756556"/>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sp>
        <p:nvSpPr>
          <p:cNvPr id="62" name="Rectangle 61">
            <a:extLst>
              <a:ext uri="{FF2B5EF4-FFF2-40B4-BE49-F238E27FC236}">
                <a16:creationId xmlns:a16="http://schemas.microsoft.com/office/drawing/2014/main" id="{9CE3ED25-357C-4762-9CCC-BBCE6BF066FE}"/>
              </a:ext>
            </a:extLst>
          </p:cNvPr>
          <p:cNvSpPr/>
          <p:nvPr/>
        </p:nvSpPr>
        <p:spPr>
          <a:xfrm>
            <a:off x="2916691" y="4104132"/>
            <a:ext cx="770771" cy="756556"/>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sp>
        <p:nvSpPr>
          <p:cNvPr id="63" name="Rectangle 62">
            <a:extLst>
              <a:ext uri="{FF2B5EF4-FFF2-40B4-BE49-F238E27FC236}">
                <a16:creationId xmlns:a16="http://schemas.microsoft.com/office/drawing/2014/main" id="{EC3D393E-888A-4AA3-B4D2-49A9647F2B79}"/>
              </a:ext>
            </a:extLst>
          </p:cNvPr>
          <p:cNvSpPr/>
          <p:nvPr/>
        </p:nvSpPr>
        <p:spPr>
          <a:xfrm>
            <a:off x="2916690" y="5157542"/>
            <a:ext cx="770771" cy="756556"/>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sp>
        <p:nvSpPr>
          <p:cNvPr id="64" name="Rectangle 63">
            <a:extLst>
              <a:ext uri="{FF2B5EF4-FFF2-40B4-BE49-F238E27FC236}">
                <a16:creationId xmlns:a16="http://schemas.microsoft.com/office/drawing/2014/main" id="{04EA10CF-C34E-4C91-A6E0-A99F65A26B3F}"/>
              </a:ext>
            </a:extLst>
          </p:cNvPr>
          <p:cNvSpPr/>
          <p:nvPr/>
        </p:nvSpPr>
        <p:spPr>
          <a:xfrm>
            <a:off x="7991579" y="2951653"/>
            <a:ext cx="770771" cy="756556"/>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sp>
        <p:nvSpPr>
          <p:cNvPr id="65" name="Rectangle 64">
            <a:extLst>
              <a:ext uri="{FF2B5EF4-FFF2-40B4-BE49-F238E27FC236}">
                <a16:creationId xmlns:a16="http://schemas.microsoft.com/office/drawing/2014/main" id="{F3B2724D-9B49-43A9-AD2D-B6410F5B9CF6}"/>
              </a:ext>
            </a:extLst>
          </p:cNvPr>
          <p:cNvSpPr/>
          <p:nvPr/>
        </p:nvSpPr>
        <p:spPr>
          <a:xfrm>
            <a:off x="7991579" y="4005063"/>
            <a:ext cx="770771" cy="756556"/>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sp>
        <p:nvSpPr>
          <p:cNvPr id="66" name="Rectangle 65">
            <a:extLst>
              <a:ext uri="{FF2B5EF4-FFF2-40B4-BE49-F238E27FC236}">
                <a16:creationId xmlns:a16="http://schemas.microsoft.com/office/drawing/2014/main" id="{D01C9E27-F2EA-46DB-9312-FA6BB787B502}"/>
              </a:ext>
            </a:extLst>
          </p:cNvPr>
          <p:cNvSpPr/>
          <p:nvPr/>
        </p:nvSpPr>
        <p:spPr>
          <a:xfrm>
            <a:off x="7991578" y="5058473"/>
            <a:ext cx="770771" cy="756556"/>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sp>
        <p:nvSpPr>
          <p:cNvPr id="67" name="Rectangle 66">
            <a:extLst>
              <a:ext uri="{FF2B5EF4-FFF2-40B4-BE49-F238E27FC236}">
                <a16:creationId xmlns:a16="http://schemas.microsoft.com/office/drawing/2014/main" id="{CABC395C-F9D9-43C2-A950-5A721CD0814E}"/>
              </a:ext>
            </a:extLst>
          </p:cNvPr>
          <p:cNvSpPr/>
          <p:nvPr/>
        </p:nvSpPr>
        <p:spPr>
          <a:xfrm>
            <a:off x="8889923" y="2951653"/>
            <a:ext cx="770771" cy="756556"/>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sp>
        <p:nvSpPr>
          <p:cNvPr id="68" name="Rectangle 67">
            <a:extLst>
              <a:ext uri="{FF2B5EF4-FFF2-40B4-BE49-F238E27FC236}">
                <a16:creationId xmlns:a16="http://schemas.microsoft.com/office/drawing/2014/main" id="{03A1692D-7CD2-4E15-9268-9AC9D1D9322C}"/>
              </a:ext>
            </a:extLst>
          </p:cNvPr>
          <p:cNvSpPr/>
          <p:nvPr/>
        </p:nvSpPr>
        <p:spPr>
          <a:xfrm>
            <a:off x="8889923" y="4005063"/>
            <a:ext cx="770771" cy="756556"/>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sp>
        <p:nvSpPr>
          <p:cNvPr id="69" name="Rectangle 68">
            <a:extLst>
              <a:ext uri="{FF2B5EF4-FFF2-40B4-BE49-F238E27FC236}">
                <a16:creationId xmlns:a16="http://schemas.microsoft.com/office/drawing/2014/main" id="{654D24DF-1A3D-4B5A-B52E-BB2B73133E7C}"/>
              </a:ext>
            </a:extLst>
          </p:cNvPr>
          <p:cNvSpPr/>
          <p:nvPr/>
        </p:nvSpPr>
        <p:spPr>
          <a:xfrm>
            <a:off x="8889922" y="5058473"/>
            <a:ext cx="770771" cy="756556"/>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sp>
        <p:nvSpPr>
          <p:cNvPr id="70" name="Rectangle 69">
            <a:extLst>
              <a:ext uri="{FF2B5EF4-FFF2-40B4-BE49-F238E27FC236}">
                <a16:creationId xmlns:a16="http://schemas.microsoft.com/office/drawing/2014/main" id="{26FF507E-4D83-4DA6-83AF-AFFF6395FCEC}"/>
              </a:ext>
            </a:extLst>
          </p:cNvPr>
          <p:cNvSpPr/>
          <p:nvPr/>
        </p:nvSpPr>
        <p:spPr>
          <a:xfrm>
            <a:off x="9788265" y="2951653"/>
            <a:ext cx="770771" cy="756556"/>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sp>
        <p:nvSpPr>
          <p:cNvPr id="71" name="Rectangle 70">
            <a:extLst>
              <a:ext uri="{FF2B5EF4-FFF2-40B4-BE49-F238E27FC236}">
                <a16:creationId xmlns:a16="http://schemas.microsoft.com/office/drawing/2014/main" id="{799DAD41-B434-4868-A115-E85C72F82D1F}"/>
              </a:ext>
            </a:extLst>
          </p:cNvPr>
          <p:cNvSpPr/>
          <p:nvPr/>
        </p:nvSpPr>
        <p:spPr>
          <a:xfrm>
            <a:off x="9788265" y="4005063"/>
            <a:ext cx="770771" cy="756556"/>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sp>
        <p:nvSpPr>
          <p:cNvPr id="72" name="Rectangle 71">
            <a:extLst>
              <a:ext uri="{FF2B5EF4-FFF2-40B4-BE49-F238E27FC236}">
                <a16:creationId xmlns:a16="http://schemas.microsoft.com/office/drawing/2014/main" id="{1008BA72-3122-4743-88E3-B08535933CD8}"/>
              </a:ext>
            </a:extLst>
          </p:cNvPr>
          <p:cNvSpPr/>
          <p:nvPr/>
        </p:nvSpPr>
        <p:spPr>
          <a:xfrm>
            <a:off x="9788264" y="5058473"/>
            <a:ext cx="770771" cy="756556"/>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sp>
        <p:nvSpPr>
          <p:cNvPr id="73" name="Rectangle 72">
            <a:extLst>
              <a:ext uri="{FF2B5EF4-FFF2-40B4-BE49-F238E27FC236}">
                <a16:creationId xmlns:a16="http://schemas.microsoft.com/office/drawing/2014/main" id="{E2DE84A3-5A78-4B64-B3C5-9CDBF00469AA}"/>
              </a:ext>
            </a:extLst>
          </p:cNvPr>
          <p:cNvSpPr/>
          <p:nvPr/>
        </p:nvSpPr>
        <p:spPr>
          <a:xfrm>
            <a:off x="10686607" y="2951653"/>
            <a:ext cx="770771" cy="756556"/>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sp>
        <p:nvSpPr>
          <p:cNvPr id="74" name="Rectangle 73">
            <a:extLst>
              <a:ext uri="{FF2B5EF4-FFF2-40B4-BE49-F238E27FC236}">
                <a16:creationId xmlns:a16="http://schemas.microsoft.com/office/drawing/2014/main" id="{98B0602C-16B0-47E8-BB36-1F23DF3B4ADA}"/>
              </a:ext>
            </a:extLst>
          </p:cNvPr>
          <p:cNvSpPr/>
          <p:nvPr/>
        </p:nvSpPr>
        <p:spPr>
          <a:xfrm>
            <a:off x="10686607" y="4005063"/>
            <a:ext cx="770771" cy="756556"/>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sp>
        <p:nvSpPr>
          <p:cNvPr id="75" name="Rectangle 74">
            <a:extLst>
              <a:ext uri="{FF2B5EF4-FFF2-40B4-BE49-F238E27FC236}">
                <a16:creationId xmlns:a16="http://schemas.microsoft.com/office/drawing/2014/main" id="{D73F945B-763E-44B3-9A07-0BDC9D4B20A6}"/>
              </a:ext>
            </a:extLst>
          </p:cNvPr>
          <p:cNvSpPr/>
          <p:nvPr/>
        </p:nvSpPr>
        <p:spPr>
          <a:xfrm>
            <a:off x="10686606" y="5058473"/>
            <a:ext cx="770771" cy="756556"/>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spTree>
    <p:extLst>
      <p:ext uri="{BB962C8B-B14F-4D97-AF65-F5344CB8AC3E}">
        <p14:creationId xmlns:p14="http://schemas.microsoft.com/office/powerpoint/2010/main" val="4271779200"/>
      </p:ext>
    </p:extLst>
  </p:cSld>
  <p:clrMapOvr>
    <a:masterClrMapping/>
  </p:clrMapOvr>
  <mc:AlternateContent xmlns:mc="http://schemas.openxmlformats.org/markup-compatibility/2006" xmlns:p14="http://schemas.microsoft.com/office/powerpoint/2010/main">
    <mc:Choice Requires="p14">
      <p:transition spd="slow" p14:dur="2000" advTm="30529"/>
    </mc:Choice>
    <mc:Fallback xmlns="">
      <p:transition spd="slow" advTm="30529"/>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lumMod val="75000"/>
          </a:schemeClr>
        </a:solidFill>
        <a:effectLst/>
      </p:bgPr>
    </p:bg>
    <p:spTree>
      <p:nvGrpSpPr>
        <p:cNvPr id="1" name=""/>
        <p:cNvGrpSpPr/>
        <p:nvPr/>
      </p:nvGrpSpPr>
      <p:grpSpPr>
        <a:xfrm>
          <a:off x="0" y="0"/>
          <a:ext cx="0" cy="0"/>
          <a:chOff x="0" y="0"/>
          <a:chExt cx="0" cy="0"/>
        </a:xfrm>
      </p:grpSpPr>
      <p:sp>
        <p:nvSpPr>
          <p:cNvPr id="4" name="Titre 3">
            <a:extLst>
              <a:ext uri="{FF2B5EF4-FFF2-40B4-BE49-F238E27FC236}">
                <a16:creationId xmlns:a16="http://schemas.microsoft.com/office/drawing/2014/main" id="{9AD149C8-3005-45AF-8CE2-A15722118652}"/>
              </a:ext>
            </a:extLst>
          </p:cNvPr>
          <p:cNvSpPr>
            <a:spLocks noGrp="1"/>
          </p:cNvSpPr>
          <p:nvPr>
            <p:ph type="title"/>
          </p:nvPr>
        </p:nvSpPr>
        <p:spPr/>
        <p:txBody>
          <a:bodyPr>
            <a:noAutofit/>
          </a:bodyPr>
          <a:lstStyle/>
          <a:p>
            <a:r>
              <a:rPr lang="en-US" sz="2400" dirty="0"/>
              <a:t>Exercise #P4, 5, 6</a:t>
            </a:r>
            <a:br>
              <a:rPr lang="en-US" sz="2400" dirty="0"/>
            </a:br>
            <a:r>
              <a:rPr lang="en-US" sz="2400" dirty="0"/>
              <a:t>Outline engagement levels, then time investment profiles, give &amp; take, activities and content for each level</a:t>
            </a:r>
          </a:p>
        </p:txBody>
      </p:sp>
      <p:sp>
        <p:nvSpPr>
          <p:cNvPr id="52" name="Rectangle 51">
            <a:extLst>
              <a:ext uri="{FF2B5EF4-FFF2-40B4-BE49-F238E27FC236}">
                <a16:creationId xmlns:a16="http://schemas.microsoft.com/office/drawing/2014/main" id="{DB6093E3-F4D7-4D32-8497-ACC7CDEDB777}"/>
              </a:ext>
            </a:extLst>
          </p:cNvPr>
          <p:cNvSpPr/>
          <p:nvPr/>
        </p:nvSpPr>
        <p:spPr>
          <a:xfrm>
            <a:off x="1115569" y="3022965"/>
            <a:ext cx="621640" cy="610175"/>
          </a:xfrm>
          <a:prstGeom prst="rect">
            <a:avLst/>
          </a:prstGeom>
          <a:solidFill>
            <a:srgbClr val="FF99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r>
              <a:rPr lang="en-US" sz="800" dirty="0">
                <a:solidFill>
                  <a:schemeClr val="tx1"/>
                </a:solidFill>
              </a:rPr>
              <a:t>Engagement level name</a:t>
            </a:r>
          </a:p>
        </p:txBody>
      </p:sp>
      <p:sp>
        <p:nvSpPr>
          <p:cNvPr id="53" name="Rectangle 52">
            <a:extLst>
              <a:ext uri="{FF2B5EF4-FFF2-40B4-BE49-F238E27FC236}">
                <a16:creationId xmlns:a16="http://schemas.microsoft.com/office/drawing/2014/main" id="{49CB435A-225C-4BB5-AD44-0219987C72CC}"/>
              </a:ext>
            </a:extLst>
          </p:cNvPr>
          <p:cNvSpPr/>
          <p:nvPr/>
        </p:nvSpPr>
        <p:spPr>
          <a:xfrm>
            <a:off x="1115568" y="3843973"/>
            <a:ext cx="621640" cy="610175"/>
          </a:xfrm>
          <a:prstGeom prst="rect">
            <a:avLst/>
          </a:prstGeom>
          <a:solidFill>
            <a:srgbClr val="FF99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r>
              <a:rPr lang="en-US" sz="800" dirty="0">
                <a:solidFill>
                  <a:schemeClr val="tx1"/>
                </a:solidFill>
              </a:rPr>
              <a:t>Time investment profile</a:t>
            </a:r>
          </a:p>
        </p:txBody>
      </p:sp>
      <p:sp>
        <p:nvSpPr>
          <p:cNvPr id="54" name="Rectangle 53">
            <a:extLst>
              <a:ext uri="{FF2B5EF4-FFF2-40B4-BE49-F238E27FC236}">
                <a16:creationId xmlns:a16="http://schemas.microsoft.com/office/drawing/2014/main" id="{5FBA71F2-BB26-44F6-AC59-0FA08B5AD438}"/>
              </a:ext>
            </a:extLst>
          </p:cNvPr>
          <p:cNvSpPr/>
          <p:nvPr/>
        </p:nvSpPr>
        <p:spPr>
          <a:xfrm>
            <a:off x="1115568" y="4664981"/>
            <a:ext cx="621640" cy="610175"/>
          </a:xfrm>
          <a:prstGeom prst="rect">
            <a:avLst/>
          </a:prstGeom>
          <a:solidFill>
            <a:srgbClr val="FF99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r>
              <a:rPr lang="en-US" sz="800" dirty="0">
                <a:solidFill>
                  <a:schemeClr val="tx1"/>
                </a:solidFill>
              </a:rPr>
              <a:t>What people are ready to give</a:t>
            </a:r>
          </a:p>
        </p:txBody>
      </p:sp>
      <p:sp>
        <p:nvSpPr>
          <p:cNvPr id="55" name="Rectangle 54">
            <a:extLst>
              <a:ext uri="{FF2B5EF4-FFF2-40B4-BE49-F238E27FC236}">
                <a16:creationId xmlns:a16="http://schemas.microsoft.com/office/drawing/2014/main" id="{2CE01127-6291-4E1E-93A5-9CF857A6892E}"/>
              </a:ext>
            </a:extLst>
          </p:cNvPr>
          <p:cNvSpPr/>
          <p:nvPr/>
        </p:nvSpPr>
        <p:spPr>
          <a:xfrm>
            <a:off x="2107345" y="3103714"/>
            <a:ext cx="621640" cy="610175"/>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sp>
        <p:nvSpPr>
          <p:cNvPr id="56" name="Rectangle 55">
            <a:extLst>
              <a:ext uri="{FF2B5EF4-FFF2-40B4-BE49-F238E27FC236}">
                <a16:creationId xmlns:a16="http://schemas.microsoft.com/office/drawing/2014/main" id="{CF97221D-AACA-4C21-9D53-C2577C3E9EEB}"/>
              </a:ext>
            </a:extLst>
          </p:cNvPr>
          <p:cNvSpPr/>
          <p:nvPr/>
        </p:nvSpPr>
        <p:spPr>
          <a:xfrm>
            <a:off x="2107345" y="4157124"/>
            <a:ext cx="621640" cy="610175"/>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sp>
        <p:nvSpPr>
          <p:cNvPr id="57" name="Rectangle 56">
            <a:extLst>
              <a:ext uri="{FF2B5EF4-FFF2-40B4-BE49-F238E27FC236}">
                <a16:creationId xmlns:a16="http://schemas.microsoft.com/office/drawing/2014/main" id="{A91FD318-D09C-4B68-96F6-C7366CA3FF2D}"/>
              </a:ext>
            </a:extLst>
          </p:cNvPr>
          <p:cNvSpPr/>
          <p:nvPr/>
        </p:nvSpPr>
        <p:spPr>
          <a:xfrm>
            <a:off x="9288425" y="5129785"/>
            <a:ext cx="621640" cy="610175"/>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sp>
        <p:nvSpPr>
          <p:cNvPr id="59" name="Rectangle 58">
            <a:extLst>
              <a:ext uri="{FF2B5EF4-FFF2-40B4-BE49-F238E27FC236}">
                <a16:creationId xmlns:a16="http://schemas.microsoft.com/office/drawing/2014/main" id="{8EB4BEFA-B3D4-4FF0-BE9C-F119ADB68E2E}"/>
              </a:ext>
            </a:extLst>
          </p:cNvPr>
          <p:cNvSpPr/>
          <p:nvPr/>
        </p:nvSpPr>
        <p:spPr>
          <a:xfrm>
            <a:off x="8248272" y="3022964"/>
            <a:ext cx="621640" cy="610175"/>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sp>
        <p:nvSpPr>
          <p:cNvPr id="60" name="Rectangle 59">
            <a:extLst>
              <a:ext uri="{FF2B5EF4-FFF2-40B4-BE49-F238E27FC236}">
                <a16:creationId xmlns:a16="http://schemas.microsoft.com/office/drawing/2014/main" id="{71B830DF-0FE9-4840-B2FF-CC6231F1F1AD}"/>
              </a:ext>
            </a:extLst>
          </p:cNvPr>
          <p:cNvSpPr/>
          <p:nvPr/>
        </p:nvSpPr>
        <p:spPr>
          <a:xfrm>
            <a:off x="9386607" y="3915949"/>
            <a:ext cx="621640" cy="610175"/>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sp>
        <p:nvSpPr>
          <p:cNvPr id="61" name="Rectangle 60">
            <a:extLst>
              <a:ext uri="{FF2B5EF4-FFF2-40B4-BE49-F238E27FC236}">
                <a16:creationId xmlns:a16="http://schemas.microsoft.com/office/drawing/2014/main" id="{97746F59-125B-414E-BB18-87614F74B273}"/>
              </a:ext>
            </a:extLst>
          </p:cNvPr>
          <p:cNvSpPr/>
          <p:nvPr/>
        </p:nvSpPr>
        <p:spPr>
          <a:xfrm>
            <a:off x="4661023" y="3095651"/>
            <a:ext cx="621640" cy="610175"/>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sp>
        <p:nvSpPr>
          <p:cNvPr id="62" name="Rectangle 61">
            <a:extLst>
              <a:ext uri="{FF2B5EF4-FFF2-40B4-BE49-F238E27FC236}">
                <a16:creationId xmlns:a16="http://schemas.microsoft.com/office/drawing/2014/main" id="{9CE3ED25-357C-4762-9CCC-BBCE6BF066FE}"/>
              </a:ext>
            </a:extLst>
          </p:cNvPr>
          <p:cNvSpPr/>
          <p:nvPr/>
        </p:nvSpPr>
        <p:spPr>
          <a:xfrm>
            <a:off x="4661023" y="4149061"/>
            <a:ext cx="621640" cy="610175"/>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sp>
        <p:nvSpPr>
          <p:cNvPr id="63" name="Rectangle 62">
            <a:extLst>
              <a:ext uri="{FF2B5EF4-FFF2-40B4-BE49-F238E27FC236}">
                <a16:creationId xmlns:a16="http://schemas.microsoft.com/office/drawing/2014/main" id="{EC3D393E-888A-4AA3-B4D2-49A9647F2B79}"/>
              </a:ext>
            </a:extLst>
          </p:cNvPr>
          <p:cNvSpPr/>
          <p:nvPr/>
        </p:nvSpPr>
        <p:spPr>
          <a:xfrm>
            <a:off x="4661022" y="5202471"/>
            <a:ext cx="621640" cy="610175"/>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grpSp>
        <p:nvGrpSpPr>
          <p:cNvPr id="35" name="Groupe 34">
            <a:extLst>
              <a:ext uri="{FF2B5EF4-FFF2-40B4-BE49-F238E27FC236}">
                <a16:creationId xmlns:a16="http://schemas.microsoft.com/office/drawing/2014/main" id="{AE6C7B51-4BA4-4808-ACFC-00D6ADB9C5AB}"/>
              </a:ext>
            </a:extLst>
          </p:cNvPr>
          <p:cNvGrpSpPr/>
          <p:nvPr/>
        </p:nvGrpSpPr>
        <p:grpSpPr>
          <a:xfrm>
            <a:off x="2013912" y="2067340"/>
            <a:ext cx="8244076" cy="874712"/>
            <a:chOff x="1384619" y="5139575"/>
            <a:chExt cx="4399658" cy="466812"/>
          </a:xfrm>
        </p:grpSpPr>
        <p:grpSp>
          <p:nvGrpSpPr>
            <p:cNvPr id="36" name="Groupe 35">
              <a:extLst>
                <a:ext uri="{FF2B5EF4-FFF2-40B4-BE49-F238E27FC236}">
                  <a16:creationId xmlns:a16="http://schemas.microsoft.com/office/drawing/2014/main" id="{E9B9FA2F-6351-424C-83EA-F6830D8AC147}"/>
                </a:ext>
              </a:extLst>
            </p:cNvPr>
            <p:cNvGrpSpPr/>
            <p:nvPr/>
          </p:nvGrpSpPr>
          <p:grpSpPr>
            <a:xfrm>
              <a:off x="1384619" y="5186263"/>
              <a:ext cx="4399658" cy="420124"/>
              <a:chOff x="1900629" y="1202922"/>
              <a:chExt cx="10542118" cy="1006668"/>
            </a:xfrm>
          </p:grpSpPr>
          <p:pic>
            <p:nvPicPr>
              <p:cNvPr id="38" name="Graphique 37" descr="Une artiste avec un remplissage uni">
                <a:extLst>
                  <a:ext uri="{FF2B5EF4-FFF2-40B4-BE49-F238E27FC236}">
                    <a16:creationId xmlns:a16="http://schemas.microsoft.com/office/drawing/2014/main" id="{91D1ACAD-B4BB-480D-9B09-11AEA8DEFFBC}"/>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813083" y="1233936"/>
                <a:ext cx="914400" cy="914400"/>
              </a:xfrm>
              <a:prstGeom prst="rect">
                <a:avLst/>
              </a:prstGeom>
            </p:spPr>
          </p:pic>
          <p:pic>
            <p:nvPicPr>
              <p:cNvPr id="39" name="Graphique 38" descr="Employée de bureau avec un remplissage uni">
                <a:extLst>
                  <a:ext uri="{FF2B5EF4-FFF2-40B4-BE49-F238E27FC236}">
                    <a16:creationId xmlns:a16="http://schemas.microsoft.com/office/drawing/2014/main" id="{22FD6910-3EA6-4532-830C-76C50B628476}"/>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8190087" y="1254253"/>
                <a:ext cx="914400" cy="914400"/>
              </a:xfrm>
              <a:prstGeom prst="rect">
                <a:avLst/>
              </a:prstGeom>
            </p:spPr>
          </p:pic>
          <p:pic>
            <p:nvPicPr>
              <p:cNvPr id="40" name="Graphique 39" descr="Profil femelle avec un remplissage uni">
                <a:extLst>
                  <a:ext uri="{FF2B5EF4-FFF2-40B4-BE49-F238E27FC236}">
                    <a16:creationId xmlns:a16="http://schemas.microsoft.com/office/drawing/2014/main" id="{2E130215-F70E-4CC9-BD7D-D4FD607AC5C4}"/>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5033430" y="1254253"/>
                <a:ext cx="914400" cy="914400"/>
              </a:xfrm>
              <a:prstGeom prst="rect">
                <a:avLst/>
              </a:prstGeom>
            </p:spPr>
          </p:pic>
          <p:pic>
            <p:nvPicPr>
              <p:cNvPr id="41" name="Graphique 40" descr="Femme agricultrice avec un remplissage uni">
                <a:extLst>
                  <a:ext uri="{FF2B5EF4-FFF2-40B4-BE49-F238E27FC236}">
                    <a16:creationId xmlns:a16="http://schemas.microsoft.com/office/drawing/2014/main" id="{64E8830C-E1BB-4AEA-9FEA-3337A4DA4C90}"/>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6635614" y="1295190"/>
                <a:ext cx="914400" cy="914400"/>
              </a:xfrm>
              <a:prstGeom prst="rect">
                <a:avLst/>
              </a:prstGeom>
            </p:spPr>
          </p:pic>
          <p:pic>
            <p:nvPicPr>
              <p:cNvPr id="42" name="Graphique 41" descr="Femme DJ avec un remplissage uni">
                <a:extLst>
                  <a:ext uri="{FF2B5EF4-FFF2-40B4-BE49-F238E27FC236}">
                    <a16:creationId xmlns:a16="http://schemas.microsoft.com/office/drawing/2014/main" id="{A51547AB-2F8B-416A-A406-EBC6F149586E}"/>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3478957" y="1295190"/>
                <a:ext cx="914400" cy="914400"/>
              </a:xfrm>
              <a:prstGeom prst="rect">
                <a:avLst/>
              </a:prstGeom>
            </p:spPr>
          </p:pic>
          <p:pic>
            <p:nvPicPr>
              <p:cNvPr id="43" name="Graphique 42" descr="Écolière avec un remplissage uni">
                <a:extLst>
                  <a:ext uri="{FF2B5EF4-FFF2-40B4-BE49-F238E27FC236}">
                    <a16:creationId xmlns:a16="http://schemas.microsoft.com/office/drawing/2014/main" id="{EE6976FB-E51D-45AC-B2D7-72B782A5ED23}"/>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1900629" y="1254253"/>
                <a:ext cx="914400" cy="914400"/>
              </a:xfrm>
              <a:prstGeom prst="rect">
                <a:avLst/>
              </a:prstGeom>
            </p:spPr>
          </p:pic>
          <p:pic>
            <p:nvPicPr>
              <p:cNvPr id="76" name="Graphique 75" descr="Héroïne avec un remplissage uni">
                <a:extLst>
                  <a:ext uri="{FF2B5EF4-FFF2-40B4-BE49-F238E27FC236}">
                    <a16:creationId xmlns:a16="http://schemas.microsoft.com/office/drawing/2014/main" id="{2E878252-85B9-4450-9376-6A0AE575F9DF}"/>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11436079" y="1202922"/>
                <a:ext cx="1006668" cy="1006668"/>
              </a:xfrm>
              <a:prstGeom prst="rect">
                <a:avLst/>
              </a:prstGeom>
            </p:spPr>
          </p:pic>
        </p:grpSp>
        <p:pic>
          <p:nvPicPr>
            <p:cNvPr id="37" name="Graphique 36" descr="Deux cœurs avec un remplissage uni">
              <a:extLst>
                <a:ext uri="{FF2B5EF4-FFF2-40B4-BE49-F238E27FC236}">
                  <a16:creationId xmlns:a16="http://schemas.microsoft.com/office/drawing/2014/main" id="{A9B66C27-EAF2-4F1D-9652-65A702695E0E}"/>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2940553" y="5139575"/>
              <a:ext cx="188517" cy="188517"/>
            </a:xfrm>
            <a:prstGeom prst="rect">
              <a:avLst/>
            </a:prstGeom>
          </p:spPr>
        </p:pic>
      </p:grpSp>
      <p:sp>
        <p:nvSpPr>
          <p:cNvPr id="77" name="Rectangle 76">
            <a:extLst>
              <a:ext uri="{FF2B5EF4-FFF2-40B4-BE49-F238E27FC236}">
                <a16:creationId xmlns:a16="http://schemas.microsoft.com/office/drawing/2014/main" id="{C520C5A8-BA9C-4E8E-8A9B-94FCE04AAF62}"/>
              </a:ext>
            </a:extLst>
          </p:cNvPr>
          <p:cNvSpPr/>
          <p:nvPr/>
        </p:nvSpPr>
        <p:spPr>
          <a:xfrm>
            <a:off x="1115568" y="5425436"/>
            <a:ext cx="621640" cy="610175"/>
          </a:xfrm>
          <a:prstGeom prst="rect">
            <a:avLst/>
          </a:prstGeom>
          <a:solidFill>
            <a:srgbClr val="FF99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r>
              <a:rPr lang="en-US" sz="800" dirty="0">
                <a:solidFill>
                  <a:schemeClr val="tx1"/>
                </a:solidFill>
              </a:rPr>
              <a:t>What people expect</a:t>
            </a:r>
          </a:p>
        </p:txBody>
      </p:sp>
      <p:sp>
        <p:nvSpPr>
          <p:cNvPr id="78" name="Rectangle 77">
            <a:extLst>
              <a:ext uri="{FF2B5EF4-FFF2-40B4-BE49-F238E27FC236}">
                <a16:creationId xmlns:a16="http://schemas.microsoft.com/office/drawing/2014/main" id="{B6EBD810-1B16-4BA7-97A7-861155A604AA}"/>
              </a:ext>
            </a:extLst>
          </p:cNvPr>
          <p:cNvSpPr/>
          <p:nvPr/>
        </p:nvSpPr>
        <p:spPr>
          <a:xfrm>
            <a:off x="1103489" y="6185891"/>
            <a:ext cx="621640" cy="610175"/>
          </a:xfrm>
          <a:prstGeom prst="rect">
            <a:avLst/>
          </a:prstGeom>
          <a:solidFill>
            <a:srgbClr val="FF99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fontScale="92500"/>
          </a:bodyPr>
          <a:lstStyle/>
          <a:p>
            <a:pPr algn="ctr"/>
            <a:r>
              <a:rPr lang="en-US" sz="800" dirty="0">
                <a:solidFill>
                  <a:schemeClr val="tx1"/>
                </a:solidFill>
              </a:rPr>
              <a:t>What your community can provide</a:t>
            </a:r>
          </a:p>
        </p:txBody>
      </p:sp>
    </p:spTree>
    <p:extLst>
      <p:ext uri="{BB962C8B-B14F-4D97-AF65-F5344CB8AC3E}">
        <p14:creationId xmlns:p14="http://schemas.microsoft.com/office/powerpoint/2010/main" val="245780579"/>
      </p:ext>
    </p:extLst>
  </p:cSld>
  <p:clrMapOvr>
    <a:masterClrMapping/>
  </p:clrMapOvr>
  <mc:AlternateContent xmlns:mc="http://schemas.openxmlformats.org/markup-compatibility/2006" xmlns:p14="http://schemas.microsoft.com/office/powerpoint/2010/main">
    <mc:Choice Requires="p14">
      <p:transition spd="slow" p14:dur="2000" advTm="30529"/>
    </mc:Choice>
    <mc:Fallback xmlns="">
      <p:transition spd="slow" advTm="30529"/>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lumMod val="75000"/>
          </a:schemeClr>
        </a:solid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183C4B0-E757-4B7A-990C-B7FA3D783740}"/>
              </a:ext>
            </a:extLst>
          </p:cNvPr>
          <p:cNvSpPr>
            <a:spLocks noGrp="1"/>
          </p:cNvSpPr>
          <p:nvPr>
            <p:ph type="title"/>
          </p:nvPr>
        </p:nvSpPr>
        <p:spPr>
          <a:xfrm>
            <a:off x="1115567" y="548640"/>
            <a:ext cx="10679895" cy="1179576"/>
          </a:xfrm>
        </p:spPr>
        <p:txBody>
          <a:bodyPr>
            <a:normAutofit fontScale="90000"/>
          </a:bodyPr>
          <a:lstStyle/>
          <a:p>
            <a:r>
              <a:rPr lang="en-US" dirty="0"/>
              <a:t>Exercise P9</a:t>
            </a:r>
            <a:br>
              <a:rPr lang="en-US" dirty="0"/>
            </a:br>
            <a:r>
              <a:rPr lang="en-US" dirty="0"/>
              <a:t>Represent your Engagement Target (copy paste for numbers)</a:t>
            </a:r>
          </a:p>
        </p:txBody>
      </p:sp>
      <p:graphicFrame>
        <p:nvGraphicFramePr>
          <p:cNvPr id="41" name="Tableau 5">
            <a:extLst>
              <a:ext uri="{FF2B5EF4-FFF2-40B4-BE49-F238E27FC236}">
                <a16:creationId xmlns:a16="http://schemas.microsoft.com/office/drawing/2014/main" id="{D890E429-43C4-41B6-9C70-1A6D90FE1852}"/>
              </a:ext>
            </a:extLst>
          </p:cNvPr>
          <p:cNvGraphicFramePr>
            <a:graphicFrameLocks noGrp="1"/>
          </p:cNvGraphicFramePr>
          <p:nvPr/>
        </p:nvGraphicFramePr>
        <p:xfrm>
          <a:off x="396537" y="5270837"/>
          <a:ext cx="11398926" cy="944880"/>
        </p:xfrm>
        <a:graphic>
          <a:graphicData uri="http://schemas.openxmlformats.org/drawingml/2006/table">
            <a:tbl>
              <a:tblPr firstRow="1" bandRow="1">
                <a:tableStyleId>{5C22544A-7EE6-4342-B048-85BDC9FD1C3A}</a:tableStyleId>
              </a:tblPr>
              <a:tblGrid>
                <a:gridCol w="1628418">
                  <a:extLst>
                    <a:ext uri="{9D8B030D-6E8A-4147-A177-3AD203B41FA5}">
                      <a16:colId xmlns:a16="http://schemas.microsoft.com/office/drawing/2014/main" val="1258243979"/>
                    </a:ext>
                  </a:extLst>
                </a:gridCol>
                <a:gridCol w="1628418">
                  <a:extLst>
                    <a:ext uri="{9D8B030D-6E8A-4147-A177-3AD203B41FA5}">
                      <a16:colId xmlns:a16="http://schemas.microsoft.com/office/drawing/2014/main" val="1079462814"/>
                    </a:ext>
                  </a:extLst>
                </a:gridCol>
                <a:gridCol w="1628418">
                  <a:extLst>
                    <a:ext uri="{9D8B030D-6E8A-4147-A177-3AD203B41FA5}">
                      <a16:colId xmlns:a16="http://schemas.microsoft.com/office/drawing/2014/main" val="3397691572"/>
                    </a:ext>
                  </a:extLst>
                </a:gridCol>
                <a:gridCol w="1628418">
                  <a:extLst>
                    <a:ext uri="{9D8B030D-6E8A-4147-A177-3AD203B41FA5}">
                      <a16:colId xmlns:a16="http://schemas.microsoft.com/office/drawing/2014/main" val="3075883050"/>
                    </a:ext>
                  </a:extLst>
                </a:gridCol>
                <a:gridCol w="1628418">
                  <a:extLst>
                    <a:ext uri="{9D8B030D-6E8A-4147-A177-3AD203B41FA5}">
                      <a16:colId xmlns:a16="http://schemas.microsoft.com/office/drawing/2014/main" val="1259412674"/>
                    </a:ext>
                  </a:extLst>
                </a:gridCol>
                <a:gridCol w="1628418">
                  <a:extLst>
                    <a:ext uri="{9D8B030D-6E8A-4147-A177-3AD203B41FA5}">
                      <a16:colId xmlns:a16="http://schemas.microsoft.com/office/drawing/2014/main" val="3392695109"/>
                    </a:ext>
                  </a:extLst>
                </a:gridCol>
                <a:gridCol w="1628418">
                  <a:extLst>
                    <a:ext uri="{9D8B030D-6E8A-4147-A177-3AD203B41FA5}">
                      <a16:colId xmlns:a16="http://schemas.microsoft.com/office/drawing/2014/main" val="2848032752"/>
                    </a:ext>
                  </a:extLst>
                </a:gridCol>
              </a:tblGrid>
              <a:tr h="827280">
                <a:tc>
                  <a:txBody>
                    <a:bodyPr/>
                    <a:lstStyle/>
                    <a:p>
                      <a:pPr algn="ctr"/>
                      <a:r>
                        <a:rPr lang="en-US" sz="1400" dirty="0">
                          <a:solidFill>
                            <a:schemeClr val="tx1"/>
                          </a:solidFill>
                        </a:rPr>
                        <a:t>“You got my attention”</a:t>
                      </a:r>
                    </a:p>
                  </a:txBody>
                  <a:tcP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solidFill>
                            <a:schemeClr val="tx1"/>
                          </a:solidFill>
                        </a:rPr>
                        <a:t>“I want to experience something”</a:t>
                      </a:r>
                    </a:p>
                  </a:txBody>
                  <a:tcPr>
                    <a:solidFill>
                      <a:schemeClr val="bg1">
                        <a:lumMod val="95000"/>
                      </a:schemeClr>
                    </a:solidFill>
                  </a:tcPr>
                </a:tc>
                <a:tc>
                  <a:txBody>
                    <a:bodyPr/>
                    <a:lstStyle/>
                    <a:p>
                      <a:pPr algn="ctr"/>
                      <a:r>
                        <a:rPr lang="en-US" sz="1400" dirty="0">
                          <a:solidFill>
                            <a:schemeClr val="tx1"/>
                          </a:solidFill>
                        </a:rPr>
                        <a:t>“I want reasons to come again”</a:t>
                      </a:r>
                    </a:p>
                  </a:txBody>
                  <a:tcPr>
                    <a:solidFill>
                      <a:schemeClr val="accent1">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solidFill>
                            <a:schemeClr val="tx1"/>
                          </a:solidFill>
                        </a:rPr>
                        <a:t>“I want to feel involved”</a:t>
                      </a:r>
                    </a:p>
                  </a:txBody>
                  <a:tcPr>
                    <a:solidFill>
                      <a:schemeClr val="accent1">
                        <a:lumMod val="40000"/>
                        <a:lumOff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solidFill>
                            <a:schemeClr val="tx1"/>
                          </a:solidFill>
                        </a:rPr>
                        <a:t>“I want to lead something”</a:t>
                      </a:r>
                    </a:p>
                  </a:txBody>
                  <a:tcPr>
                    <a:solidFill>
                      <a:schemeClr val="accent1">
                        <a:lumMod val="60000"/>
                        <a:lumOff val="4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solidFill>
                            <a:schemeClr val="bg1"/>
                          </a:solidFill>
                        </a:rPr>
                        <a:t>“I want to add my own touch”</a:t>
                      </a:r>
                    </a:p>
                  </a:txBody>
                  <a:tcPr>
                    <a:solidFill>
                      <a:schemeClr val="accent1">
                        <a:lumMod val="75000"/>
                      </a:schemeClr>
                    </a:solidFill>
                  </a:tcPr>
                </a:tc>
                <a:tc>
                  <a:txBody>
                    <a:bodyPr/>
                    <a:lstStyle/>
                    <a:p>
                      <a:pPr algn="ctr"/>
                      <a:r>
                        <a:rPr lang="en-US" sz="1400" dirty="0">
                          <a:solidFill>
                            <a:schemeClr val="bg1"/>
                          </a:solidFill>
                        </a:rPr>
                        <a:t>“I want to gather people around this topic”</a:t>
                      </a:r>
                    </a:p>
                  </a:txBody>
                  <a:tcPr>
                    <a:solidFill>
                      <a:schemeClr val="accent1">
                        <a:lumMod val="50000"/>
                      </a:schemeClr>
                    </a:solidFill>
                  </a:tcPr>
                </a:tc>
                <a:extLst>
                  <a:ext uri="{0D108BD9-81ED-4DB2-BD59-A6C34878D82A}">
                    <a16:rowId xmlns:a16="http://schemas.microsoft.com/office/drawing/2014/main" val="3032128388"/>
                  </a:ext>
                </a:extLst>
              </a:tr>
            </a:tbl>
          </a:graphicData>
        </a:graphic>
      </p:graphicFrame>
      <p:grpSp>
        <p:nvGrpSpPr>
          <p:cNvPr id="160" name="Groupe 159">
            <a:extLst>
              <a:ext uri="{FF2B5EF4-FFF2-40B4-BE49-F238E27FC236}">
                <a16:creationId xmlns:a16="http://schemas.microsoft.com/office/drawing/2014/main" id="{736C572B-567C-4397-A699-9FEA22E5E318}"/>
              </a:ext>
            </a:extLst>
          </p:cNvPr>
          <p:cNvGrpSpPr/>
          <p:nvPr/>
        </p:nvGrpSpPr>
        <p:grpSpPr>
          <a:xfrm>
            <a:off x="11004213" y="4521301"/>
            <a:ext cx="571654" cy="571654"/>
            <a:chOff x="9249702" y="4886325"/>
            <a:chExt cx="485775" cy="485775"/>
          </a:xfrm>
        </p:grpSpPr>
        <p:sp>
          <p:nvSpPr>
            <p:cNvPr id="161" name="Ellipse 160">
              <a:extLst>
                <a:ext uri="{FF2B5EF4-FFF2-40B4-BE49-F238E27FC236}">
                  <a16:creationId xmlns:a16="http://schemas.microsoft.com/office/drawing/2014/main" id="{A8D629A9-74B2-4C52-A084-67CF559186C7}"/>
                </a:ext>
              </a:extLst>
            </p:cNvPr>
            <p:cNvSpPr/>
            <p:nvPr/>
          </p:nvSpPr>
          <p:spPr>
            <a:xfrm>
              <a:off x="9249702" y="4886325"/>
              <a:ext cx="485775" cy="485775"/>
            </a:xfrm>
            <a:prstGeom prst="ellipse">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162" name="Graphique 161" descr="Utilisateur avec un remplissage uni">
              <a:extLst>
                <a:ext uri="{FF2B5EF4-FFF2-40B4-BE49-F238E27FC236}">
                  <a16:creationId xmlns:a16="http://schemas.microsoft.com/office/drawing/2014/main" id="{92B90842-4137-4F31-BEF0-DE16A8793FC4}"/>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4025" t="11570" r="12554" b="10608"/>
            <a:stretch/>
          </p:blipFill>
          <p:spPr>
            <a:xfrm>
              <a:off x="9345577" y="4972170"/>
              <a:ext cx="300037" cy="318019"/>
            </a:xfrm>
            <a:prstGeom prst="rect">
              <a:avLst/>
            </a:prstGeom>
          </p:spPr>
        </p:pic>
      </p:grpSp>
      <p:sp>
        <p:nvSpPr>
          <p:cNvPr id="173" name="Accolade ouvrante 172">
            <a:extLst>
              <a:ext uri="{FF2B5EF4-FFF2-40B4-BE49-F238E27FC236}">
                <a16:creationId xmlns:a16="http://schemas.microsoft.com/office/drawing/2014/main" id="{ED7D45EC-65A1-496E-92B2-04F42E07EAA2}"/>
              </a:ext>
            </a:extLst>
          </p:cNvPr>
          <p:cNvSpPr/>
          <p:nvPr/>
        </p:nvSpPr>
        <p:spPr>
          <a:xfrm rot="16200000">
            <a:off x="10746718" y="5501142"/>
            <a:ext cx="400185" cy="1697303"/>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nvGrpSpPr>
          <p:cNvPr id="79" name="Groupe 78">
            <a:extLst>
              <a:ext uri="{FF2B5EF4-FFF2-40B4-BE49-F238E27FC236}">
                <a16:creationId xmlns:a16="http://schemas.microsoft.com/office/drawing/2014/main" id="{28919D13-2D1A-4F4C-AB18-02EE01875942}"/>
              </a:ext>
            </a:extLst>
          </p:cNvPr>
          <p:cNvGrpSpPr/>
          <p:nvPr/>
        </p:nvGrpSpPr>
        <p:grpSpPr>
          <a:xfrm>
            <a:off x="7228154" y="4404607"/>
            <a:ext cx="667207" cy="667207"/>
            <a:chOff x="9249702" y="4886325"/>
            <a:chExt cx="485775" cy="485775"/>
          </a:xfrm>
        </p:grpSpPr>
        <p:sp>
          <p:nvSpPr>
            <p:cNvPr id="80" name="Ellipse 79">
              <a:extLst>
                <a:ext uri="{FF2B5EF4-FFF2-40B4-BE49-F238E27FC236}">
                  <a16:creationId xmlns:a16="http://schemas.microsoft.com/office/drawing/2014/main" id="{D3F9B509-7714-47CE-938A-267BC04B2F94}"/>
                </a:ext>
              </a:extLst>
            </p:cNvPr>
            <p:cNvSpPr/>
            <p:nvPr/>
          </p:nvSpPr>
          <p:spPr>
            <a:xfrm>
              <a:off x="9249702" y="4886325"/>
              <a:ext cx="485775" cy="485775"/>
            </a:xfrm>
            <a:prstGeom prst="ellipse">
              <a:avLst/>
            </a:prstGeom>
            <a:solidFill>
              <a:srgbClr val="7FC1D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81" name="Graphique 80" descr="Utilisateur avec un remplissage uni">
              <a:extLst>
                <a:ext uri="{FF2B5EF4-FFF2-40B4-BE49-F238E27FC236}">
                  <a16:creationId xmlns:a16="http://schemas.microsoft.com/office/drawing/2014/main" id="{813991A9-086C-4842-8C96-83239D5AA152}"/>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4025" t="11570" r="12554" b="10608"/>
            <a:stretch/>
          </p:blipFill>
          <p:spPr>
            <a:xfrm>
              <a:off x="9345577" y="4972170"/>
              <a:ext cx="300037" cy="318019"/>
            </a:xfrm>
            <a:prstGeom prst="rect">
              <a:avLst/>
            </a:prstGeom>
          </p:spPr>
        </p:pic>
      </p:grpSp>
      <p:grpSp>
        <p:nvGrpSpPr>
          <p:cNvPr id="143" name="Groupe 142">
            <a:extLst>
              <a:ext uri="{FF2B5EF4-FFF2-40B4-BE49-F238E27FC236}">
                <a16:creationId xmlns:a16="http://schemas.microsoft.com/office/drawing/2014/main" id="{17903D87-9F1D-47F8-A7A4-FCF7C90D52F0}"/>
              </a:ext>
            </a:extLst>
          </p:cNvPr>
          <p:cNvGrpSpPr/>
          <p:nvPr/>
        </p:nvGrpSpPr>
        <p:grpSpPr>
          <a:xfrm>
            <a:off x="8567647" y="4174570"/>
            <a:ext cx="667207" cy="667207"/>
            <a:chOff x="9249702" y="4886325"/>
            <a:chExt cx="485775" cy="485775"/>
          </a:xfrm>
        </p:grpSpPr>
        <p:sp>
          <p:nvSpPr>
            <p:cNvPr id="144" name="Ellipse 143">
              <a:extLst>
                <a:ext uri="{FF2B5EF4-FFF2-40B4-BE49-F238E27FC236}">
                  <a16:creationId xmlns:a16="http://schemas.microsoft.com/office/drawing/2014/main" id="{089ABF08-1508-4245-B09D-ED805DF7BB1A}"/>
                </a:ext>
              </a:extLst>
            </p:cNvPr>
            <p:cNvSpPr/>
            <p:nvPr/>
          </p:nvSpPr>
          <p:spPr>
            <a:xfrm>
              <a:off x="9249702" y="4886325"/>
              <a:ext cx="485775" cy="485775"/>
            </a:xfrm>
            <a:prstGeom prst="ellipse">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145" name="Graphique 144" descr="Utilisateur avec un remplissage uni">
              <a:extLst>
                <a:ext uri="{FF2B5EF4-FFF2-40B4-BE49-F238E27FC236}">
                  <a16:creationId xmlns:a16="http://schemas.microsoft.com/office/drawing/2014/main" id="{6FEFA08B-CACA-48CF-8285-BB77B8AFA94F}"/>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4025" t="11570" r="12554" b="10608"/>
            <a:stretch/>
          </p:blipFill>
          <p:spPr>
            <a:xfrm>
              <a:off x="9345577" y="4972170"/>
              <a:ext cx="300037" cy="318019"/>
            </a:xfrm>
            <a:prstGeom prst="rect">
              <a:avLst/>
            </a:prstGeom>
          </p:spPr>
        </p:pic>
      </p:grpSp>
      <p:grpSp>
        <p:nvGrpSpPr>
          <p:cNvPr id="72" name="Groupe 71">
            <a:extLst>
              <a:ext uri="{FF2B5EF4-FFF2-40B4-BE49-F238E27FC236}">
                <a16:creationId xmlns:a16="http://schemas.microsoft.com/office/drawing/2014/main" id="{6C945191-4796-4496-8A80-F6F1C0481EE2}"/>
              </a:ext>
            </a:extLst>
          </p:cNvPr>
          <p:cNvGrpSpPr/>
          <p:nvPr/>
        </p:nvGrpSpPr>
        <p:grpSpPr>
          <a:xfrm>
            <a:off x="5883740" y="4480335"/>
            <a:ext cx="667207" cy="667207"/>
            <a:chOff x="9249702" y="4886325"/>
            <a:chExt cx="485775" cy="485775"/>
          </a:xfrm>
        </p:grpSpPr>
        <p:sp>
          <p:nvSpPr>
            <p:cNvPr id="73" name="Ellipse 72">
              <a:extLst>
                <a:ext uri="{FF2B5EF4-FFF2-40B4-BE49-F238E27FC236}">
                  <a16:creationId xmlns:a16="http://schemas.microsoft.com/office/drawing/2014/main" id="{F76161CD-0012-41A1-83B0-239F53DFF7BA}"/>
                </a:ext>
              </a:extLst>
            </p:cNvPr>
            <p:cNvSpPr/>
            <p:nvPr/>
          </p:nvSpPr>
          <p:spPr>
            <a:xfrm>
              <a:off x="9249702" y="4886325"/>
              <a:ext cx="485775" cy="485775"/>
            </a:xfrm>
            <a:prstGeom prst="ellipse">
              <a:avLst/>
            </a:prstGeom>
            <a:solidFill>
              <a:srgbClr val="AAD6E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74" name="Graphique 73" descr="Utilisateur avec un remplissage uni">
              <a:extLst>
                <a:ext uri="{FF2B5EF4-FFF2-40B4-BE49-F238E27FC236}">
                  <a16:creationId xmlns:a16="http://schemas.microsoft.com/office/drawing/2014/main" id="{E022C584-2F14-40B5-B50C-5EE1A53C71D0}"/>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4025" t="11570" r="12554" b="10608"/>
            <a:stretch/>
          </p:blipFill>
          <p:spPr>
            <a:xfrm>
              <a:off x="9345577" y="4972170"/>
              <a:ext cx="300037" cy="318019"/>
            </a:xfrm>
            <a:prstGeom prst="rect">
              <a:avLst/>
            </a:prstGeom>
          </p:spPr>
        </p:pic>
      </p:grpSp>
      <p:pic>
        <p:nvPicPr>
          <p:cNvPr id="75" name="Graphique 74" descr="Utilisateur avec un remplissage uni">
            <a:extLst>
              <a:ext uri="{FF2B5EF4-FFF2-40B4-BE49-F238E27FC236}">
                <a16:creationId xmlns:a16="http://schemas.microsoft.com/office/drawing/2014/main" id="{BA93C0D0-4AB0-413A-9B01-3872AD0BE460}"/>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14025" t="11570" r="12554" b="10608"/>
          <a:stretch/>
        </p:blipFill>
        <p:spPr>
          <a:xfrm>
            <a:off x="1263561" y="4488434"/>
            <a:ext cx="235652" cy="249776"/>
          </a:xfrm>
          <a:prstGeom prst="rect">
            <a:avLst/>
          </a:prstGeom>
        </p:spPr>
      </p:pic>
      <p:grpSp>
        <p:nvGrpSpPr>
          <p:cNvPr id="76" name="Groupe 75">
            <a:extLst>
              <a:ext uri="{FF2B5EF4-FFF2-40B4-BE49-F238E27FC236}">
                <a16:creationId xmlns:a16="http://schemas.microsoft.com/office/drawing/2014/main" id="{6768C3FF-8232-4BC1-B3D2-67331C642AAB}"/>
              </a:ext>
            </a:extLst>
          </p:cNvPr>
          <p:cNvGrpSpPr/>
          <p:nvPr/>
        </p:nvGrpSpPr>
        <p:grpSpPr>
          <a:xfrm>
            <a:off x="2501718" y="4408044"/>
            <a:ext cx="527245" cy="527245"/>
            <a:chOff x="9249702" y="4886325"/>
            <a:chExt cx="485775" cy="485775"/>
          </a:xfrm>
        </p:grpSpPr>
        <p:sp>
          <p:nvSpPr>
            <p:cNvPr id="77" name="Ellipse 76">
              <a:extLst>
                <a:ext uri="{FF2B5EF4-FFF2-40B4-BE49-F238E27FC236}">
                  <a16:creationId xmlns:a16="http://schemas.microsoft.com/office/drawing/2014/main" id="{0F81B047-DB3E-4B81-8064-1CA13D7CD486}"/>
                </a:ext>
              </a:extLst>
            </p:cNvPr>
            <p:cNvSpPr/>
            <p:nvPr/>
          </p:nvSpPr>
          <p:spPr>
            <a:xfrm>
              <a:off x="9249702" y="4886325"/>
              <a:ext cx="485775" cy="485775"/>
            </a:xfrm>
            <a:prstGeom prst="ellipse">
              <a:avLst/>
            </a:pr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78" name="Graphique 77" descr="Utilisateur avec un remplissage uni">
              <a:extLst>
                <a:ext uri="{FF2B5EF4-FFF2-40B4-BE49-F238E27FC236}">
                  <a16:creationId xmlns:a16="http://schemas.microsoft.com/office/drawing/2014/main" id="{88FCAD2E-C3B1-405A-A3D1-F81D24A2A3DC}"/>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4025" t="11570" r="12554" b="10608"/>
            <a:stretch/>
          </p:blipFill>
          <p:spPr>
            <a:xfrm>
              <a:off x="9345577" y="4972170"/>
              <a:ext cx="300037" cy="318019"/>
            </a:xfrm>
            <a:prstGeom prst="rect">
              <a:avLst/>
            </a:prstGeom>
          </p:spPr>
        </p:pic>
      </p:grpSp>
      <p:grpSp>
        <p:nvGrpSpPr>
          <p:cNvPr id="84" name="Groupe 83">
            <a:extLst>
              <a:ext uri="{FF2B5EF4-FFF2-40B4-BE49-F238E27FC236}">
                <a16:creationId xmlns:a16="http://schemas.microsoft.com/office/drawing/2014/main" id="{BAD731BE-A64C-45FF-B8C2-6F1B54CB1DCC}"/>
              </a:ext>
            </a:extLst>
          </p:cNvPr>
          <p:cNvGrpSpPr/>
          <p:nvPr/>
        </p:nvGrpSpPr>
        <p:grpSpPr>
          <a:xfrm>
            <a:off x="3698652" y="4455101"/>
            <a:ext cx="667207" cy="667207"/>
            <a:chOff x="9249702" y="4886325"/>
            <a:chExt cx="485775" cy="485775"/>
          </a:xfrm>
        </p:grpSpPr>
        <p:sp>
          <p:nvSpPr>
            <p:cNvPr id="85" name="Ellipse 84">
              <a:extLst>
                <a:ext uri="{FF2B5EF4-FFF2-40B4-BE49-F238E27FC236}">
                  <a16:creationId xmlns:a16="http://schemas.microsoft.com/office/drawing/2014/main" id="{459C006E-34DF-4506-A875-9BE8BB7CB3BB}"/>
                </a:ext>
              </a:extLst>
            </p:cNvPr>
            <p:cNvSpPr/>
            <p:nvPr/>
          </p:nvSpPr>
          <p:spPr>
            <a:xfrm>
              <a:off x="9249702" y="4886325"/>
              <a:ext cx="485775" cy="485775"/>
            </a:xfrm>
            <a:prstGeom prst="ellipse">
              <a:avLst/>
            </a:prstGeom>
            <a:solidFill>
              <a:srgbClr val="D4EAF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86" name="Graphique 85" descr="Utilisateur avec un remplissage uni">
              <a:extLst>
                <a:ext uri="{FF2B5EF4-FFF2-40B4-BE49-F238E27FC236}">
                  <a16:creationId xmlns:a16="http://schemas.microsoft.com/office/drawing/2014/main" id="{6764742C-F594-4F2C-91AE-5EEF22D1EEBF}"/>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4025" t="11570" r="12554" b="10608"/>
            <a:stretch/>
          </p:blipFill>
          <p:spPr>
            <a:xfrm>
              <a:off x="9345577" y="4972170"/>
              <a:ext cx="300037" cy="318019"/>
            </a:xfrm>
            <a:prstGeom prst="rect">
              <a:avLst/>
            </a:prstGeom>
          </p:spPr>
        </p:pic>
      </p:grpSp>
      <p:sp>
        <p:nvSpPr>
          <p:cNvPr id="88" name="Rectangle 87">
            <a:extLst>
              <a:ext uri="{FF2B5EF4-FFF2-40B4-BE49-F238E27FC236}">
                <a16:creationId xmlns:a16="http://schemas.microsoft.com/office/drawing/2014/main" id="{952B5AC9-EFBA-4EB9-834B-2CAD577992E3}"/>
              </a:ext>
            </a:extLst>
          </p:cNvPr>
          <p:cNvSpPr/>
          <p:nvPr/>
        </p:nvSpPr>
        <p:spPr>
          <a:xfrm>
            <a:off x="1115567" y="2151149"/>
            <a:ext cx="621640" cy="610175"/>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r>
              <a:rPr lang="en-US" sz="800" dirty="0">
                <a:solidFill>
                  <a:schemeClr val="tx1"/>
                </a:solidFill>
              </a:rPr>
              <a:t>Target number or %</a:t>
            </a:r>
          </a:p>
        </p:txBody>
      </p:sp>
      <p:sp>
        <p:nvSpPr>
          <p:cNvPr id="89" name="Rectangle 88">
            <a:extLst>
              <a:ext uri="{FF2B5EF4-FFF2-40B4-BE49-F238E27FC236}">
                <a16:creationId xmlns:a16="http://schemas.microsoft.com/office/drawing/2014/main" id="{B0B7B3B4-55D0-4737-B96D-B4E495E6CE73}"/>
              </a:ext>
            </a:extLst>
          </p:cNvPr>
          <p:cNvSpPr/>
          <p:nvPr/>
        </p:nvSpPr>
        <p:spPr>
          <a:xfrm>
            <a:off x="2605778" y="2160316"/>
            <a:ext cx="621640" cy="610175"/>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r>
              <a:rPr lang="en-US" sz="800" dirty="0">
                <a:solidFill>
                  <a:schemeClr val="tx1"/>
                </a:solidFill>
              </a:rPr>
              <a:t>Target number or %</a:t>
            </a:r>
          </a:p>
        </p:txBody>
      </p:sp>
      <p:sp>
        <p:nvSpPr>
          <p:cNvPr id="90" name="Rectangle 89">
            <a:extLst>
              <a:ext uri="{FF2B5EF4-FFF2-40B4-BE49-F238E27FC236}">
                <a16:creationId xmlns:a16="http://schemas.microsoft.com/office/drawing/2014/main" id="{CD9A9035-AF06-4D0C-8FB2-A4FFE63947D5}"/>
              </a:ext>
            </a:extLst>
          </p:cNvPr>
          <p:cNvSpPr/>
          <p:nvPr/>
        </p:nvSpPr>
        <p:spPr>
          <a:xfrm>
            <a:off x="4315670" y="2129772"/>
            <a:ext cx="621640" cy="610175"/>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r>
              <a:rPr lang="en-US" sz="800" dirty="0">
                <a:solidFill>
                  <a:schemeClr val="tx1"/>
                </a:solidFill>
              </a:rPr>
              <a:t>Target number or %</a:t>
            </a:r>
          </a:p>
        </p:txBody>
      </p:sp>
      <p:sp>
        <p:nvSpPr>
          <p:cNvPr id="91" name="Rectangle 90">
            <a:extLst>
              <a:ext uri="{FF2B5EF4-FFF2-40B4-BE49-F238E27FC236}">
                <a16:creationId xmlns:a16="http://schemas.microsoft.com/office/drawing/2014/main" id="{564490DD-E777-465F-93DC-D327BECAE195}"/>
              </a:ext>
            </a:extLst>
          </p:cNvPr>
          <p:cNvSpPr/>
          <p:nvPr/>
        </p:nvSpPr>
        <p:spPr>
          <a:xfrm>
            <a:off x="5805881" y="2138939"/>
            <a:ext cx="621640" cy="610175"/>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r>
              <a:rPr lang="en-US" sz="800" dirty="0">
                <a:solidFill>
                  <a:schemeClr val="tx1"/>
                </a:solidFill>
              </a:rPr>
              <a:t>Target number or %</a:t>
            </a:r>
          </a:p>
        </p:txBody>
      </p:sp>
      <p:sp>
        <p:nvSpPr>
          <p:cNvPr id="92" name="Rectangle 91">
            <a:extLst>
              <a:ext uri="{FF2B5EF4-FFF2-40B4-BE49-F238E27FC236}">
                <a16:creationId xmlns:a16="http://schemas.microsoft.com/office/drawing/2014/main" id="{7FE4D590-BEF0-4524-B5CF-37A65830E898}"/>
              </a:ext>
            </a:extLst>
          </p:cNvPr>
          <p:cNvSpPr/>
          <p:nvPr/>
        </p:nvSpPr>
        <p:spPr>
          <a:xfrm>
            <a:off x="7461115" y="2164101"/>
            <a:ext cx="621640" cy="610175"/>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r>
              <a:rPr lang="en-US" sz="800" dirty="0">
                <a:solidFill>
                  <a:schemeClr val="tx1"/>
                </a:solidFill>
              </a:rPr>
              <a:t>Target number or %</a:t>
            </a:r>
          </a:p>
        </p:txBody>
      </p:sp>
      <p:sp>
        <p:nvSpPr>
          <p:cNvPr id="93" name="Rectangle 92">
            <a:extLst>
              <a:ext uri="{FF2B5EF4-FFF2-40B4-BE49-F238E27FC236}">
                <a16:creationId xmlns:a16="http://schemas.microsoft.com/office/drawing/2014/main" id="{092C2208-07E0-49BC-BD7A-EBECECD4AFDE}"/>
              </a:ext>
            </a:extLst>
          </p:cNvPr>
          <p:cNvSpPr/>
          <p:nvPr/>
        </p:nvSpPr>
        <p:spPr>
          <a:xfrm>
            <a:off x="8951326" y="2173268"/>
            <a:ext cx="621640" cy="610175"/>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r>
              <a:rPr lang="en-US" sz="800" dirty="0">
                <a:solidFill>
                  <a:schemeClr val="tx1"/>
                </a:solidFill>
              </a:rPr>
              <a:t>Target number or %</a:t>
            </a:r>
          </a:p>
        </p:txBody>
      </p:sp>
      <p:sp>
        <p:nvSpPr>
          <p:cNvPr id="94" name="Rectangle 93">
            <a:extLst>
              <a:ext uri="{FF2B5EF4-FFF2-40B4-BE49-F238E27FC236}">
                <a16:creationId xmlns:a16="http://schemas.microsoft.com/office/drawing/2014/main" id="{AEC08758-E9C3-4F04-A487-B011A401F3ED}"/>
              </a:ext>
            </a:extLst>
          </p:cNvPr>
          <p:cNvSpPr/>
          <p:nvPr/>
        </p:nvSpPr>
        <p:spPr>
          <a:xfrm>
            <a:off x="10661218" y="2142724"/>
            <a:ext cx="621640" cy="610175"/>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r>
              <a:rPr lang="en-US" sz="800" dirty="0">
                <a:solidFill>
                  <a:schemeClr val="tx1"/>
                </a:solidFill>
              </a:rPr>
              <a:t>Target number or %</a:t>
            </a:r>
          </a:p>
        </p:txBody>
      </p:sp>
      <p:sp>
        <p:nvSpPr>
          <p:cNvPr id="96" name="Rectangle 95">
            <a:extLst>
              <a:ext uri="{FF2B5EF4-FFF2-40B4-BE49-F238E27FC236}">
                <a16:creationId xmlns:a16="http://schemas.microsoft.com/office/drawing/2014/main" id="{23F14420-3BA1-4CAF-B063-A16C7E4E7843}"/>
              </a:ext>
            </a:extLst>
          </p:cNvPr>
          <p:cNvSpPr/>
          <p:nvPr/>
        </p:nvSpPr>
        <p:spPr>
          <a:xfrm>
            <a:off x="10240613" y="6505628"/>
            <a:ext cx="706197" cy="386353"/>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r>
              <a:rPr lang="en-US" sz="800" dirty="0">
                <a:solidFill>
                  <a:schemeClr val="tx1"/>
                </a:solidFill>
              </a:rPr>
              <a:t>Range Name</a:t>
            </a:r>
          </a:p>
        </p:txBody>
      </p:sp>
    </p:spTree>
    <p:extLst>
      <p:ext uri="{BB962C8B-B14F-4D97-AF65-F5344CB8AC3E}">
        <p14:creationId xmlns:p14="http://schemas.microsoft.com/office/powerpoint/2010/main" val="3915502139"/>
      </p:ext>
    </p:extLst>
  </p:cSld>
  <p:clrMapOvr>
    <a:masterClrMapping/>
  </p:clrMapOvr>
  <mc:AlternateContent xmlns:mc="http://schemas.openxmlformats.org/markup-compatibility/2006" xmlns:p14="http://schemas.microsoft.com/office/powerpoint/2010/main">
    <mc:Choice Requires="p14">
      <p:transition spd="slow" p14:dur="2000" advTm="39573"/>
    </mc:Choice>
    <mc:Fallback xmlns="">
      <p:transition spd="slow" advTm="39573"/>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lumMod val="85000"/>
          </a:schemeClr>
        </a:solid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183C4B0-E757-4B7A-990C-B7FA3D783740}"/>
              </a:ext>
            </a:extLst>
          </p:cNvPr>
          <p:cNvSpPr>
            <a:spLocks noGrp="1"/>
          </p:cNvSpPr>
          <p:nvPr>
            <p:ph type="title"/>
          </p:nvPr>
        </p:nvSpPr>
        <p:spPr>
          <a:xfrm>
            <a:off x="1115567" y="548640"/>
            <a:ext cx="10679895" cy="1179576"/>
          </a:xfrm>
        </p:spPr>
        <p:txBody>
          <a:bodyPr>
            <a:normAutofit fontScale="90000"/>
          </a:bodyPr>
          <a:lstStyle/>
          <a:p>
            <a:r>
              <a:rPr lang="en-US" dirty="0"/>
              <a:t>Exercise P10</a:t>
            </a:r>
            <a:br>
              <a:rPr lang="en-US" dirty="0"/>
            </a:br>
            <a:r>
              <a:rPr lang="en-US" dirty="0"/>
              <a:t>Identify your engagement Rear walls</a:t>
            </a:r>
          </a:p>
        </p:txBody>
      </p:sp>
      <p:graphicFrame>
        <p:nvGraphicFramePr>
          <p:cNvPr id="32" name="Tableau 5">
            <a:extLst>
              <a:ext uri="{FF2B5EF4-FFF2-40B4-BE49-F238E27FC236}">
                <a16:creationId xmlns:a16="http://schemas.microsoft.com/office/drawing/2014/main" id="{9819AC0A-6196-48FD-9C7B-98B627D86996}"/>
              </a:ext>
            </a:extLst>
          </p:cNvPr>
          <p:cNvGraphicFramePr>
            <a:graphicFrameLocks noGrp="1"/>
          </p:cNvGraphicFramePr>
          <p:nvPr/>
        </p:nvGraphicFramePr>
        <p:xfrm>
          <a:off x="277267" y="5895720"/>
          <a:ext cx="11398926" cy="827280"/>
        </p:xfrm>
        <a:graphic>
          <a:graphicData uri="http://schemas.openxmlformats.org/drawingml/2006/table">
            <a:tbl>
              <a:tblPr firstRow="1" bandRow="1">
                <a:tableStyleId>{5C22544A-7EE6-4342-B048-85BDC9FD1C3A}</a:tableStyleId>
              </a:tblPr>
              <a:tblGrid>
                <a:gridCol w="1628418">
                  <a:extLst>
                    <a:ext uri="{9D8B030D-6E8A-4147-A177-3AD203B41FA5}">
                      <a16:colId xmlns:a16="http://schemas.microsoft.com/office/drawing/2014/main" val="1258243979"/>
                    </a:ext>
                  </a:extLst>
                </a:gridCol>
                <a:gridCol w="1628418">
                  <a:extLst>
                    <a:ext uri="{9D8B030D-6E8A-4147-A177-3AD203B41FA5}">
                      <a16:colId xmlns:a16="http://schemas.microsoft.com/office/drawing/2014/main" val="1079462814"/>
                    </a:ext>
                  </a:extLst>
                </a:gridCol>
                <a:gridCol w="1628418">
                  <a:extLst>
                    <a:ext uri="{9D8B030D-6E8A-4147-A177-3AD203B41FA5}">
                      <a16:colId xmlns:a16="http://schemas.microsoft.com/office/drawing/2014/main" val="3397691572"/>
                    </a:ext>
                  </a:extLst>
                </a:gridCol>
                <a:gridCol w="1628418">
                  <a:extLst>
                    <a:ext uri="{9D8B030D-6E8A-4147-A177-3AD203B41FA5}">
                      <a16:colId xmlns:a16="http://schemas.microsoft.com/office/drawing/2014/main" val="3075883050"/>
                    </a:ext>
                  </a:extLst>
                </a:gridCol>
                <a:gridCol w="1628418">
                  <a:extLst>
                    <a:ext uri="{9D8B030D-6E8A-4147-A177-3AD203B41FA5}">
                      <a16:colId xmlns:a16="http://schemas.microsoft.com/office/drawing/2014/main" val="1259412674"/>
                    </a:ext>
                  </a:extLst>
                </a:gridCol>
                <a:gridCol w="1628418">
                  <a:extLst>
                    <a:ext uri="{9D8B030D-6E8A-4147-A177-3AD203B41FA5}">
                      <a16:colId xmlns:a16="http://schemas.microsoft.com/office/drawing/2014/main" val="3392695109"/>
                    </a:ext>
                  </a:extLst>
                </a:gridCol>
                <a:gridCol w="1628418">
                  <a:extLst>
                    <a:ext uri="{9D8B030D-6E8A-4147-A177-3AD203B41FA5}">
                      <a16:colId xmlns:a16="http://schemas.microsoft.com/office/drawing/2014/main" val="2848032752"/>
                    </a:ext>
                  </a:extLst>
                </a:gridCol>
              </a:tblGrid>
              <a:tr h="827280">
                <a:tc>
                  <a:txBody>
                    <a:bodyPr/>
                    <a:lstStyle/>
                    <a:p>
                      <a:pPr algn="ctr"/>
                      <a:endParaRPr lang="en-US" sz="1400" dirty="0">
                        <a:solidFill>
                          <a:schemeClr val="tx1"/>
                        </a:solidFill>
                      </a:endParaRPr>
                    </a:p>
                  </a:txBody>
                  <a:tcP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400" dirty="0">
                        <a:solidFill>
                          <a:schemeClr val="tx1"/>
                        </a:solidFill>
                      </a:endParaRPr>
                    </a:p>
                  </a:txBody>
                  <a:tcPr>
                    <a:solidFill>
                      <a:schemeClr val="bg1">
                        <a:lumMod val="95000"/>
                      </a:schemeClr>
                    </a:solidFill>
                  </a:tcPr>
                </a:tc>
                <a:tc>
                  <a:txBody>
                    <a:bodyPr/>
                    <a:lstStyle/>
                    <a:p>
                      <a:pPr algn="ctr"/>
                      <a:endParaRPr lang="en-US" sz="1400" dirty="0">
                        <a:solidFill>
                          <a:schemeClr val="tx1"/>
                        </a:solidFill>
                      </a:endParaRPr>
                    </a:p>
                  </a:txBody>
                  <a:tcPr>
                    <a:solidFill>
                      <a:schemeClr val="accent1">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400" dirty="0">
                        <a:solidFill>
                          <a:schemeClr val="tx1"/>
                        </a:solidFill>
                      </a:endParaRPr>
                    </a:p>
                  </a:txBody>
                  <a:tcPr>
                    <a:solidFill>
                      <a:schemeClr val="accent1">
                        <a:lumMod val="40000"/>
                        <a:lumOff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400" dirty="0">
                        <a:solidFill>
                          <a:schemeClr val="tx1"/>
                        </a:solidFill>
                      </a:endParaRPr>
                    </a:p>
                  </a:txBody>
                  <a:tcPr>
                    <a:solidFill>
                      <a:schemeClr val="accent1">
                        <a:lumMod val="60000"/>
                        <a:lumOff val="4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400" dirty="0">
                        <a:solidFill>
                          <a:schemeClr val="bg1"/>
                        </a:solidFill>
                      </a:endParaRPr>
                    </a:p>
                  </a:txBody>
                  <a:tcPr>
                    <a:solidFill>
                      <a:schemeClr val="accent1">
                        <a:lumMod val="75000"/>
                      </a:schemeClr>
                    </a:solidFill>
                  </a:tcPr>
                </a:tc>
                <a:tc>
                  <a:txBody>
                    <a:bodyPr/>
                    <a:lstStyle/>
                    <a:p>
                      <a:pPr algn="ctr"/>
                      <a:endParaRPr lang="en-US" sz="1400" dirty="0">
                        <a:solidFill>
                          <a:schemeClr val="bg1"/>
                        </a:solidFill>
                      </a:endParaRPr>
                    </a:p>
                  </a:txBody>
                  <a:tcPr>
                    <a:solidFill>
                      <a:schemeClr val="accent1">
                        <a:lumMod val="50000"/>
                      </a:schemeClr>
                    </a:solidFill>
                  </a:tcPr>
                </a:tc>
                <a:extLst>
                  <a:ext uri="{0D108BD9-81ED-4DB2-BD59-A6C34878D82A}">
                    <a16:rowId xmlns:a16="http://schemas.microsoft.com/office/drawing/2014/main" val="3032128388"/>
                  </a:ext>
                </a:extLst>
              </a:tr>
            </a:tbl>
          </a:graphicData>
        </a:graphic>
      </p:graphicFrame>
      <p:sp>
        <p:nvSpPr>
          <p:cNvPr id="33" name="Rectangle 32">
            <a:extLst>
              <a:ext uri="{FF2B5EF4-FFF2-40B4-BE49-F238E27FC236}">
                <a16:creationId xmlns:a16="http://schemas.microsoft.com/office/drawing/2014/main" id="{9EF69306-9E8E-466E-B2BE-62A28ACB72F5}"/>
              </a:ext>
            </a:extLst>
          </p:cNvPr>
          <p:cNvSpPr/>
          <p:nvPr/>
        </p:nvSpPr>
        <p:spPr>
          <a:xfrm>
            <a:off x="5543054" y="6126116"/>
            <a:ext cx="706197" cy="386353"/>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r>
              <a:rPr lang="en-US" sz="800" dirty="0">
                <a:solidFill>
                  <a:schemeClr val="tx1"/>
                </a:solidFill>
              </a:rPr>
              <a:t>Level Name</a:t>
            </a:r>
          </a:p>
        </p:txBody>
      </p:sp>
      <p:sp>
        <p:nvSpPr>
          <p:cNvPr id="34" name="Rectangle 33">
            <a:extLst>
              <a:ext uri="{FF2B5EF4-FFF2-40B4-BE49-F238E27FC236}">
                <a16:creationId xmlns:a16="http://schemas.microsoft.com/office/drawing/2014/main" id="{C3574260-187B-4C1F-AADC-4DF803A8B6B8}"/>
              </a:ext>
            </a:extLst>
          </p:cNvPr>
          <p:cNvSpPr/>
          <p:nvPr/>
        </p:nvSpPr>
        <p:spPr>
          <a:xfrm>
            <a:off x="3940341" y="6126116"/>
            <a:ext cx="706197" cy="386353"/>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r>
              <a:rPr lang="en-US" sz="800" dirty="0">
                <a:solidFill>
                  <a:schemeClr val="tx1"/>
                </a:solidFill>
              </a:rPr>
              <a:t>Level Name</a:t>
            </a:r>
          </a:p>
        </p:txBody>
      </p:sp>
      <p:sp>
        <p:nvSpPr>
          <p:cNvPr id="35" name="Rectangle 34">
            <a:extLst>
              <a:ext uri="{FF2B5EF4-FFF2-40B4-BE49-F238E27FC236}">
                <a16:creationId xmlns:a16="http://schemas.microsoft.com/office/drawing/2014/main" id="{D6F6740A-D7F9-4E5C-9D88-F707BD3FFFFC}"/>
              </a:ext>
            </a:extLst>
          </p:cNvPr>
          <p:cNvSpPr/>
          <p:nvPr/>
        </p:nvSpPr>
        <p:spPr>
          <a:xfrm>
            <a:off x="2374419" y="6126116"/>
            <a:ext cx="706197" cy="386353"/>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r>
              <a:rPr lang="en-US" sz="800" dirty="0">
                <a:solidFill>
                  <a:schemeClr val="tx1"/>
                </a:solidFill>
              </a:rPr>
              <a:t>Level Name</a:t>
            </a:r>
          </a:p>
        </p:txBody>
      </p:sp>
      <p:sp>
        <p:nvSpPr>
          <p:cNvPr id="36" name="Rectangle 35">
            <a:extLst>
              <a:ext uri="{FF2B5EF4-FFF2-40B4-BE49-F238E27FC236}">
                <a16:creationId xmlns:a16="http://schemas.microsoft.com/office/drawing/2014/main" id="{7540182B-6063-4E55-824E-EA28FD099DB5}"/>
              </a:ext>
            </a:extLst>
          </p:cNvPr>
          <p:cNvSpPr/>
          <p:nvPr/>
        </p:nvSpPr>
        <p:spPr>
          <a:xfrm>
            <a:off x="833970" y="6128793"/>
            <a:ext cx="706197" cy="386353"/>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r>
              <a:rPr lang="en-US" sz="800" dirty="0">
                <a:solidFill>
                  <a:schemeClr val="tx1"/>
                </a:solidFill>
              </a:rPr>
              <a:t>Level Name</a:t>
            </a:r>
          </a:p>
        </p:txBody>
      </p:sp>
      <p:sp>
        <p:nvSpPr>
          <p:cNvPr id="37" name="Rectangle 36">
            <a:extLst>
              <a:ext uri="{FF2B5EF4-FFF2-40B4-BE49-F238E27FC236}">
                <a16:creationId xmlns:a16="http://schemas.microsoft.com/office/drawing/2014/main" id="{B253E58E-801C-4A8E-84EB-638D539E9EE8}"/>
              </a:ext>
            </a:extLst>
          </p:cNvPr>
          <p:cNvSpPr/>
          <p:nvPr/>
        </p:nvSpPr>
        <p:spPr>
          <a:xfrm>
            <a:off x="10413293" y="6116820"/>
            <a:ext cx="706197" cy="386353"/>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r>
              <a:rPr lang="en-US" sz="800" dirty="0">
                <a:solidFill>
                  <a:schemeClr val="tx1"/>
                </a:solidFill>
              </a:rPr>
              <a:t>Level Name</a:t>
            </a:r>
          </a:p>
        </p:txBody>
      </p:sp>
      <p:sp>
        <p:nvSpPr>
          <p:cNvPr id="38" name="Rectangle 37">
            <a:extLst>
              <a:ext uri="{FF2B5EF4-FFF2-40B4-BE49-F238E27FC236}">
                <a16:creationId xmlns:a16="http://schemas.microsoft.com/office/drawing/2014/main" id="{98374EF3-5C9C-4EFA-8FAA-DE139ED7B516}"/>
              </a:ext>
            </a:extLst>
          </p:cNvPr>
          <p:cNvSpPr/>
          <p:nvPr/>
        </p:nvSpPr>
        <p:spPr>
          <a:xfrm>
            <a:off x="8810580" y="6116820"/>
            <a:ext cx="706197" cy="386353"/>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r>
              <a:rPr lang="en-US" sz="800" dirty="0">
                <a:solidFill>
                  <a:schemeClr val="tx1"/>
                </a:solidFill>
              </a:rPr>
              <a:t>Level Name</a:t>
            </a:r>
          </a:p>
        </p:txBody>
      </p:sp>
      <p:sp>
        <p:nvSpPr>
          <p:cNvPr id="39" name="Rectangle 38">
            <a:extLst>
              <a:ext uri="{FF2B5EF4-FFF2-40B4-BE49-F238E27FC236}">
                <a16:creationId xmlns:a16="http://schemas.microsoft.com/office/drawing/2014/main" id="{2F3760CC-DE20-4636-8334-AA30BC300616}"/>
              </a:ext>
            </a:extLst>
          </p:cNvPr>
          <p:cNvSpPr/>
          <p:nvPr/>
        </p:nvSpPr>
        <p:spPr>
          <a:xfrm>
            <a:off x="7244658" y="6116820"/>
            <a:ext cx="706197" cy="386353"/>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r>
              <a:rPr lang="en-US" sz="800" dirty="0">
                <a:solidFill>
                  <a:schemeClr val="tx1"/>
                </a:solidFill>
              </a:rPr>
              <a:t>Level Name</a:t>
            </a:r>
          </a:p>
        </p:txBody>
      </p:sp>
      <p:grpSp>
        <p:nvGrpSpPr>
          <p:cNvPr id="3" name="Groupe 2">
            <a:extLst>
              <a:ext uri="{FF2B5EF4-FFF2-40B4-BE49-F238E27FC236}">
                <a16:creationId xmlns:a16="http://schemas.microsoft.com/office/drawing/2014/main" id="{ECE46FCA-8A91-4BBE-8E8F-A600316BA41A}"/>
              </a:ext>
            </a:extLst>
          </p:cNvPr>
          <p:cNvGrpSpPr/>
          <p:nvPr/>
        </p:nvGrpSpPr>
        <p:grpSpPr>
          <a:xfrm>
            <a:off x="1646964" y="3687849"/>
            <a:ext cx="589432" cy="2207871"/>
            <a:chOff x="4549190" y="4633585"/>
            <a:chExt cx="589432" cy="2207871"/>
          </a:xfrm>
        </p:grpSpPr>
        <p:pic>
          <p:nvPicPr>
            <p:cNvPr id="40" name="Graphique 39" descr="Mur de briques avec un remplissage uni">
              <a:extLst>
                <a:ext uri="{FF2B5EF4-FFF2-40B4-BE49-F238E27FC236}">
                  <a16:creationId xmlns:a16="http://schemas.microsoft.com/office/drawing/2014/main" id="{FB2260F6-B4B1-4F1E-883E-EF27A1751B6D}"/>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31690"/>
            <a:stretch/>
          </p:blipFill>
          <p:spPr>
            <a:xfrm>
              <a:off x="4549190" y="6438818"/>
              <a:ext cx="589432" cy="402638"/>
            </a:xfrm>
            <a:prstGeom prst="rect">
              <a:avLst/>
            </a:prstGeom>
          </p:spPr>
        </p:pic>
        <p:pic>
          <p:nvPicPr>
            <p:cNvPr id="42" name="Graphique 41" descr="Mur de briques avec un remplissage uni">
              <a:extLst>
                <a:ext uri="{FF2B5EF4-FFF2-40B4-BE49-F238E27FC236}">
                  <a16:creationId xmlns:a16="http://schemas.microsoft.com/office/drawing/2014/main" id="{A56ECE07-E4BC-4B80-81E0-92F5A82BE374}"/>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31690"/>
            <a:stretch/>
          </p:blipFill>
          <p:spPr>
            <a:xfrm>
              <a:off x="4549190" y="6101329"/>
              <a:ext cx="589432" cy="402638"/>
            </a:xfrm>
            <a:prstGeom prst="rect">
              <a:avLst/>
            </a:prstGeom>
          </p:spPr>
        </p:pic>
        <p:pic>
          <p:nvPicPr>
            <p:cNvPr id="43" name="Graphique 42" descr="Mur de briques avec un remplissage uni">
              <a:extLst>
                <a:ext uri="{FF2B5EF4-FFF2-40B4-BE49-F238E27FC236}">
                  <a16:creationId xmlns:a16="http://schemas.microsoft.com/office/drawing/2014/main" id="{33A22896-BCFF-447D-8837-A2E4083D5FDF}"/>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31690"/>
            <a:stretch/>
          </p:blipFill>
          <p:spPr>
            <a:xfrm>
              <a:off x="4549190" y="5758481"/>
              <a:ext cx="589432" cy="402638"/>
            </a:xfrm>
            <a:prstGeom prst="rect">
              <a:avLst/>
            </a:prstGeom>
          </p:spPr>
        </p:pic>
        <p:pic>
          <p:nvPicPr>
            <p:cNvPr id="44" name="Graphique 43" descr="Mur de briques avec un remplissage uni">
              <a:extLst>
                <a:ext uri="{FF2B5EF4-FFF2-40B4-BE49-F238E27FC236}">
                  <a16:creationId xmlns:a16="http://schemas.microsoft.com/office/drawing/2014/main" id="{7C403915-B39C-4AA1-A28D-0D45A5188268}"/>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31690"/>
            <a:stretch/>
          </p:blipFill>
          <p:spPr>
            <a:xfrm>
              <a:off x="4549190" y="5420992"/>
              <a:ext cx="589432" cy="402638"/>
            </a:xfrm>
            <a:prstGeom prst="rect">
              <a:avLst/>
            </a:prstGeom>
          </p:spPr>
        </p:pic>
        <p:pic>
          <p:nvPicPr>
            <p:cNvPr id="45" name="Graphique 44" descr="Mur de briques avec un remplissage uni">
              <a:extLst>
                <a:ext uri="{FF2B5EF4-FFF2-40B4-BE49-F238E27FC236}">
                  <a16:creationId xmlns:a16="http://schemas.microsoft.com/office/drawing/2014/main" id="{343C5BF3-15F7-4426-8698-D15B25A61E7E}"/>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31690"/>
            <a:stretch/>
          </p:blipFill>
          <p:spPr>
            <a:xfrm>
              <a:off x="4549190" y="5088353"/>
              <a:ext cx="589432" cy="402638"/>
            </a:xfrm>
            <a:prstGeom prst="rect">
              <a:avLst/>
            </a:prstGeom>
          </p:spPr>
        </p:pic>
        <p:pic>
          <p:nvPicPr>
            <p:cNvPr id="46" name="Graphique 45" descr="Mur de briques avec un remplissage uni">
              <a:extLst>
                <a:ext uri="{FF2B5EF4-FFF2-40B4-BE49-F238E27FC236}">
                  <a16:creationId xmlns:a16="http://schemas.microsoft.com/office/drawing/2014/main" id="{F4B0E6F7-7CAF-4DD5-9EF5-27EC75E95936}"/>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11793"/>
            <a:stretch/>
          </p:blipFill>
          <p:spPr>
            <a:xfrm>
              <a:off x="4549190" y="4633585"/>
              <a:ext cx="589432" cy="519918"/>
            </a:xfrm>
            <a:prstGeom prst="rect">
              <a:avLst/>
            </a:prstGeom>
          </p:spPr>
        </p:pic>
      </p:grpSp>
      <p:grpSp>
        <p:nvGrpSpPr>
          <p:cNvPr id="47" name="Groupe 46">
            <a:extLst>
              <a:ext uri="{FF2B5EF4-FFF2-40B4-BE49-F238E27FC236}">
                <a16:creationId xmlns:a16="http://schemas.microsoft.com/office/drawing/2014/main" id="{371670B8-4C8C-455C-B1AE-018430D4BFAF}"/>
              </a:ext>
            </a:extLst>
          </p:cNvPr>
          <p:cNvGrpSpPr/>
          <p:nvPr/>
        </p:nvGrpSpPr>
        <p:grpSpPr>
          <a:xfrm>
            <a:off x="3227418" y="3687849"/>
            <a:ext cx="589432" cy="2207871"/>
            <a:chOff x="4549190" y="4633585"/>
            <a:chExt cx="589432" cy="2207871"/>
          </a:xfrm>
        </p:grpSpPr>
        <p:pic>
          <p:nvPicPr>
            <p:cNvPr id="48" name="Graphique 47" descr="Mur de briques avec un remplissage uni">
              <a:extLst>
                <a:ext uri="{FF2B5EF4-FFF2-40B4-BE49-F238E27FC236}">
                  <a16:creationId xmlns:a16="http://schemas.microsoft.com/office/drawing/2014/main" id="{EF6BD225-6760-4128-B962-5A622887577C}"/>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31690"/>
            <a:stretch/>
          </p:blipFill>
          <p:spPr>
            <a:xfrm>
              <a:off x="4549190" y="6438818"/>
              <a:ext cx="589432" cy="402638"/>
            </a:xfrm>
            <a:prstGeom prst="rect">
              <a:avLst/>
            </a:prstGeom>
          </p:spPr>
        </p:pic>
        <p:pic>
          <p:nvPicPr>
            <p:cNvPr id="49" name="Graphique 48" descr="Mur de briques avec un remplissage uni">
              <a:extLst>
                <a:ext uri="{FF2B5EF4-FFF2-40B4-BE49-F238E27FC236}">
                  <a16:creationId xmlns:a16="http://schemas.microsoft.com/office/drawing/2014/main" id="{7A92BB50-3802-4E86-9911-7EEC04D312DB}"/>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31690"/>
            <a:stretch/>
          </p:blipFill>
          <p:spPr>
            <a:xfrm>
              <a:off x="4549190" y="6101329"/>
              <a:ext cx="589432" cy="402638"/>
            </a:xfrm>
            <a:prstGeom prst="rect">
              <a:avLst/>
            </a:prstGeom>
          </p:spPr>
        </p:pic>
        <p:pic>
          <p:nvPicPr>
            <p:cNvPr id="50" name="Graphique 49" descr="Mur de briques avec un remplissage uni">
              <a:extLst>
                <a:ext uri="{FF2B5EF4-FFF2-40B4-BE49-F238E27FC236}">
                  <a16:creationId xmlns:a16="http://schemas.microsoft.com/office/drawing/2014/main" id="{D3F5DA60-B1EF-476D-88A0-7A792F09897B}"/>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31690"/>
            <a:stretch/>
          </p:blipFill>
          <p:spPr>
            <a:xfrm>
              <a:off x="4549190" y="5758481"/>
              <a:ext cx="589432" cy="402638"/>
            </a:xfrm>
            <a:prstGeom prst="rect">
              <a:avLst/>
            </a:prstGeom>
          </p:spPr>
        </p:pic>
        <p:pic>
          <p:nvPicPr>
            <p:cNvPr id="51" name="Graphique 50" descr="Mur de briques avec un remplissage uni">
              <a:extLst>
                <a:ext uri="{FF2B5EF4-FFF2-40B4-BE49-F238E27FC236}">
                  <a16:creationId xmlns:a16="http://schemas.microsoft.com/office/drawing/2014/main" id="{BD603662-8A72-4C0C-A2EB-91F1455FBB66}"/>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31690"/>
            <a:stretch/>
          </p:blipFill>
          <p:spPr>
            <a:xfrm>
              <a:off x="4549190" y="5420992"/>
              <a:ext cx="589432" cy="402638"/>
            </a:xfrm>
            <a:prstGeom prst="rect">
              <a:avLst/>
            </a:prstGeom>
          </p:spPr>
        </p:pic>
        <p:pic>
          <p:nvPicPr>
            <p:cNvPr id="52" name="Graphique 51" descr="Mur de briques avec un remplissage uni">
              <a:extLst>
                <a:ext uri="{FF2B5EF4-FFF2-40B4-BE49-F238E27FC236}">
                  <a16:creationId xmlns:a16="http://schemas.microsoft.com/office/drawing/2014/main" id="{4999C97D-C509-45FF-9E30-52CC30215391}"/>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31690"/>
            <a:stretch/>
          </p:blipFill>
          <p:spPr>
            <a:xfrm>
              <a:off x="4549190" y="5088353"/>
              <a:ext cx="589432" cy="402638"/>
            </a:xfrm>
            <a:prstGeom prst="rect">
              <a:avLst/>
            </a:prstGeom>
          </p:spPr>
        </p:pic>
        <p:pic>
          <p:nvPicPr>
            <p:cNvPr id="53" name="Graphique 52" descr="Mur de briques avec un remplissage uni">
              <a:extLst>
                <a:ext uri="{FF2B5EF4-FFF2-40B4-BE49-F238E27FC236}">
                  <a16:creationId xmlns:a16="http://schemas.microsoft.com/office/drawing/2014/main" id="{D91F80A9-ECD9-470B-9209-41B960A06E1D}"/>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11793"/>
            <a:stretch/>
          </p:blipFill>
          <p:spPr>
            <a:xfrm>
              <a:off x="4549190" y="4633585"/>
              <a:ext cx="589432" cy="519918"/>
            </a:xfrm>
            <a:prstGeom prst="rect">
              <a:avLst/>
            </a:prstGeom>
          </p:spPr>
        </p:pic>
      </p:grpSp>
      <p:grpSp>
        <p:nvGrpSpPr>
          <p:cNvPr id="54" name="Groupe 53">
            <a:extLst>
              <a:ext uri="{FF2B5EF4-FFF2-40B4-BE49-F238E27FC236}">
                <a16:creationId xmlns:a16="http://schemas.microsoft.com/office/drawing/2014/main" id="{3B872303-A1C2-4242-A4F9-76395DDE462E}"/>
              </a:ext>
            </a:extLst>
          </p:cNvPr>
          <p:cNvGrpSpPr/>
          <p:nvPr/>
        </p:nvGrpSpPr>
        <p:grpSpPr>
          <a:xfrm>
            <a:off x="4907717" y="3681411"/>
            <a:ext cx="589432" cy="2207871"/>
            <a:chOff x="4549190" y="4633585"/>
            <a:chExt cx="589432" cy="2207871"/>
          </a:xfrm>
        </p:grpSpPr>
        <p:pic>
          <p:nvPicPr>
            <p:cNvPr id="55" name="Graphique 54" descr="Mur de briques avec un remplissage uni">
              <a:extLst>
                <a:ext uri="{FF2B5EF4-FFF2-40B4-BE49-F238E27FC236}">
                  <a16:creationId xmlns:a16="http://schemas.microsoft.com/office/drawing/2014/main" id="{82C4ECB9-0BF7-447B-97D6-7E0E3BE100B7}"/>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31690"/>
            <a:stretch/>
          </p:blipFill>
          <p:spPr>
            <a:xfrm>
              <a:off x="4549190" y="6438818"/>
              <a:ext cx="589432" cy="402638"/>
            </a:xfrm>
            <a:prstGeom prst="rect">
              <a:avLst/>
            </a:prstGeom>
          </p:spPr>
        </p:pic>
        <p:pic>
          <p:nvPicPr>
            <p:cNvPr id="56" name="Graphique 55" descr="Mur de briques avec un remplissage uni">
              <a:extLst>
                <a:ext uri="{FF2B5EF4-FFF2-40B4-BE49-F238E27FC236}">
                  <a16:creationId xmlns:a16="http://schemas.microsoft.com/office/drawing/2014/main" id="{62D948DE-7033-4C05-8C7B-CA9D070860E9}"/>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31690"/>
            <a:stretch/>
          </p:blipFill>
          <p:spPr>
            <a:xfrm>
              <a:off x="4549190" y="6101329"/>
              <a:ext cx="589432" cy="402638"/>
            </a:xfrm>
            <a:prstGeom prst="rect">
              <a:avLst/>
            </a:prstGeom>
          </p:spPr>
        </p:pic>
        <p:pic>
          <p:nvPicPr>
            <p:cNvPr id="57" name="Graphique 56" descr="Mur de briques avec un remplissage uni">
              <a:extLst>
                <a:ext uri="{FF2B5EF4-FFF2-40B4-BE49-F238E27FC236}">
                  <a16:creationId xmlns:a16="http://schemas.microsoft.com/office/drawing/2014/main" id="{B0B5D4DD-A40A-4C88-ACF0-E27EF9C2D6EC}"/>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31690"/>
            <a:stretch/>
          </p:blipFill>
          <p:spPr>
            <a:xfrm>
              <a:off x="4549190" y="5758481"/>
              <a:ext cx="589432" cy="402638"/>
            </a:xfrm>
            <a:prstGeom prst="rect">
              <a:avLst/>
            </a:prstGeom>
          </p:spPr>
        </p:pic>
        <p:pic>
          <p:nvPicPr>
            <p:cNvPr id="58" name="Graphique 57" descr="Mur de briques avec un remplissage uni">
              <a:extLst>
                <a:ext uri="{FF2B5EF4-FFF2-40B4-BE49-F238E27FC236}">
                  <a16:creationId xmlns:a16="http://schemas.microsoft.com/office/drawing/2014/main" id="{4F5724BD-1CCF-40BD-A5ED-B646359FD3B1}"/>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31690"/>
            <a:stretch/>
          </p:blipFill>
          <p:spPr>
            <a:xfrm>
              <a:off x="4549190" y="5420992"/>
              <a:ext cx="589432" cy="402638"/>
            </a:xfrm>
            <a:prstGeom prst="rect">
              <a:avLst/>
            </a:prstGeom>
          </p:spPr>
        </p:pic>
        <p:pic>
          <p:nvPicPr>
            <p:cNvPr id="59" name="Graphique 58" descr="Mur de briques avec un remplissage uni">
              <a:extLst>
                <a:ext uri="{FF2B5EF4-FFF2-40B4-BE49-F238E27FC236}">
                  <a16:creationId xmlns:a16="http://schemas.microsoft.com/office/drawing/2014/main" id="{8A1F6869-3F3F-4B8B-B5FF-7FB5D2452086}"/>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31690"/>
            <a:stretch/>
          </p:blipFill>
          <p:spPr>
            <a:xfrm>
              <a:off x="4549190" y="5088353"/>
              <a:ext cx="589432" cy="402638"/>
            </a:xfrm>
            <a:prstGeom prst="rect">
              <a:avLst/>
            </a:prstGeom>
          </p:spPr>
        </p:pic>
        <p:pic>
          <p:nvPicPr>
            <p:cNvPr id="60" name="Graphique 59" descr="Mur de briques avec un remplissage uni">
              <a:extLst>
                <a:ext uri="{FF2B5EF4-FFF2-40B4-BE49-F238E27FC236}">
                  <a16:creationId xmlns:a16="http://schemas.microsoft.com/office/drawing/2014/main" id="{F785B0F1-3C4E-4D8B-AC1C-D827F75CFAC8}"/>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11793"/>
            <a:stretch/>
          </p:blipFill>
          <p:spPr>
            <a:xfrm>
              <a:off x="4549190" y="4633585"/>
              <a:ext cx="589432" cy="519918"/>
            </a:xfrm>
            <a:prstGeom prst="rect">
              <a:avLst/>
            </a:prstGeom>
          </p:spPr>
        </p:pic>
      </p:grpSp>
      <p:grpSp>
        <p:nvGrpSpPr>
          <p:cNvPr id="61" name="Groupe 60">
            <a:extLst>
              <a:ext uri="{FF2B5EF4-FFF2-40B4-BE49-F238E27FC236}">
                <a16:creationId xmlns:a16="http://schemas.microsoft.com/office/drawing/2014/main" id="{0154EDE2-155E-47B1-8892-7557F100108C}"/>
              </a:ext>
            </a:extLst>
          </p:cNvPr>
          <p:cNvGrpSpPr/>
          <p:nvPr/>
        </p:nvGrpSpPr>
        <p:grpSpPr>
          <a:xfrm>
            <a:off x="6488171" y="3681411"/>
            <a:ext cx="589432" cy="2207871"/>
            <a:chOff x="4549190" y="4633585"/>
            <a:chExt cx="589432" cy="2207871"/>
          </a:xfrm>
        </p:grpSpPr>
        <p:pic>
          <p:nvPicPr>
            <p:cNvPr id="62" name="Graphique 61" descr="Mur de briques avec un remplissage uni">
              <a:extLst>
                <a:ext uri="{FF2B5EF4-FFF2-40B4-BE49-F238E27FC236}">
                  <a16:creationId xmlns:a16="http://schemas.microsoft.com/office/drawing/2014/main" id="{C29037B8-D8B3-4B98-A7F8-F57105A5E69C}"/>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31690"/>
            <a:stretch/>
          </p:blipFill>
          <p:spPr>
            <a:xfrm>
              <a:off x="4549190" y="6438818"/>
              <a:ext cx="589432" cy="402638"/>
            </a:xfrm>
            <a:prstGeom prst="rect">
              <a:avLst/>
            </a:prstGeom>
          </p:spPr>
        </p:pic>
        <p:pic>
          <p:nvPicPr>
            <p:cNvPr id="63" name="Graphique 62" descr="Mur de briques avec un remplissage uni">
              <a:extLst>
                <a:ext uri="{FF2B5EF4-FFF2-40B4-BE49-F238E27FC236}">
                  <a16:creationId xmlns:a16="http://schemas.microsoft.com/office/drawing/2014/main" id="{788DBC55-D097-41E6-AD50-EFDF86868760}"/>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31690"/>
            <a:stretch/>
          </p:blipFill>
          <p:spPr>
            <a:xfrm>
              <a:off x="4549190" y="6101329"/>
              <a:ext cx="589432" cy="402638"/>
            </a:xfrm>
            <a:prstGeom prst="rect">
              <a:avLst/>
            </a:prstGeom>
          </p:spPr>
        </p:pic>
        <p:pic>
          <p:nvPicPr>
            <p:cNvPr id="64" name="Graphique 63" descr="Mur de briques avec un remplissage uni">
              <a:extLst>
                <a:ext uri="{FF2B5EF4-FFF2-40B4-BE49-F238E27FC236}">
                  <a16:creationId xmlns:a16="http://schemas.microsoft.com/office/drawing/2014/main" id="{4341252D-2729-4CD0-8FCE-116197D92032}"/>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31690"/>
            <a:stretch/>
          </p:blipFill>
          <p:spPr>
            <a:xfrm>
              <a:off x="4549190" y="5758481"/>
              <a:ext cx="589432" cy="402638"/>
            </a:xfrm>
            <a:prstGeom prst="rect">
              <a:avLst/>
            </a:prstGeom>
          </p:spPr>
        </p:pic>
        <p:pic>
          <p:nvPicPr>
            <p:cNvPr id="65" name="Graphique 64" descr="Mur de briques avec un remplissage uni">
              <a:extLst>
                <a:ext uri="{FF2B5EF4-FFF2-40B4-BE49-F238E27FC236}">
                  <a16:creationId xmlns:a16="http://schemas.microsoft.com/office/drawing/2014/main" id="{E91753ED-716B-458C-9E04-E9F356FB3B21}"/>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31690"/>
            <a:stretch/>
          </p:blipFill>
          <p:spPr>
            <a:xfrm>
              <a:off x="4549190" y="5420992"/>
              <a:ext cx="589432" cy="402638"/>
            </a:xfrm>
            <a:prstGeom prst="rect">
              <a:avLst/>
            </a:prstGeom>
          </p:spPr>
        </p:pic>
        <p:pic>
          <p:nvPicPr>
            <p:cNvPr id="66" name="Graphique 65" descr="Mur de briques avec un remplissage uni">
              <a:extLst>
                <a:ext uri="{FF2B5EF4-FFF2-40B4-BE49-F238E27FC236}">
                  <a16:creationId xmlns:a16="http://schemas.microsoft.com/office/drawing/2014/main" id="{2FA39551-9F78-4791-B3F5-559C2619C101}"/>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31690"/>
            <a:stretch/>
          </p:blipFill>
          <p:spPr>
            <a:xfrm>
              <a:off x="4549190" y="5088353"/>
              <a:ext cx="589432" cy="402638"/>
            </a:xfrm>
            <a:prstGeom prst="rect">
              <a:avLst/>
            </a:prstGeom>
          </p:spPr>
        </p:pic>
        <p:pic>
          <p:nvPicPr>
            <p:cNvPr id="67" name="Graphique 66" descr="Mur de briques avec un remplissage uni">
              <a:extLst>
                <a:ext uri="{FF2B5EF4-FFF2-40B4-BE49-F238E27FC236}">
                  <a16:creationId xmlns:a16="http://schemas.microsoft.com/office/drawing/2014/main" id="{497736D9-EB61-4E0F-90FD-EBD3C7535E2A}"/>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11793"/>
            <a:stretch/>
          </p:blipFill>
          <p:spPr>
            <a:xfrm>
              <a:off x="4549190" y="4633585"/>
              <a:ext cx="589432" cy="519918"/>
            </a:xfrm>
            <a:prstGeom prst="rect">
              <a:avLst/>
            </a:prstGeom>
          </p:spPr>
        </p:pic>
      </p:grpSp>
      <p:grpSp>
        <p:nvGrpSpPr>
          <p:cNvPr id="68" name="Groupe 67">
            <a:extLst>
              <a:ext uri="{FF2B5EF4-FFF2-40B4-BE49-F238E27FC236}">
                <a16:creationId xmlns:a16="http://schemas.microsoft.com/office/drawing/2014/main" id="{089B7CE2-8FB5-4507-9CC7-4DCD964AD42A}"/>
              </a:ext>
            </a:extLst>
          </p:cNvPr>
          <p:cNvGrpSpPr/>
          <p:nvPr/>
        </p:nvGrpSpPr>
        <p:grpSpPr>
          <a:xfrm>
            <a:off x="8168470" y="3672022"/>
            <a:ext cx="589432" cy="2207871"/>
            <a:chOff x="4549190" y="4633585"/>
            <a:chExt cx="589432" cy="2207871"/>
          </a:xfrm>
        </p:grpSpPr>
        <p:pic>
          <p:nvPicPr>
            <p:cNvPr id="69" name="Graphique 68" descr="Mur de briques avec un remplissage uni">
              <a:extLst>
                <a:ext uri="{FF2B5EF4-FFF2-40B4-BE49-F238E27FC236}">
                  <a16:creationId xmlns:a16="http://schemas.microsoft.com/office/drawing/2014/main" id="{AE3FEE25-158E-4CA9-BE95-304EC5AD06B7}"/>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31690"/>
            <a:stretch/>
          </p:blipFill>
          <p:spPr>
            <a:xfrm>
              <a:off x="4549190" y="6438818"/>
              <a:ext cx="589432" cy="402638"/>
            </a:xfrm>
            <a:prstGeom prst="rect">
              <a:avLst/>
            </a:prstGeom>
          </p:spPr>
        </p:pic>
        <p:pic>
          <p:nvPicPr>
            <p:cNvPr id="70" name="Graphique 69" descr="Mur de briques avec un remplissage uni">
              <a:extLst>
                <a:ext uri="{FF2B5EF4-FFF2-40B4-BE49-F238E27FC236}">
                  <a16:creationId xmlns:a16="http://schemas.microsoft.com/office/drawing/2014/main" id="{6D19FBA9-B245-4F35-A2D5-B3C97BA9E3E7}"/>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31690"/>
            <a:stretch/>
          </p:blipFill>
          <p:spPr>
            <a:xfrm>
              <a:off x="4549190" y="6101329"/>
              <a:ext cx="589432" cy="402638"/>
            </a:xfrm>
            <a:prstGeom prst="rect">
              <a:avLst/>
            </a:prstGeom>
          </p:spPr>
        </p:pic>
        <p:pic>
          <p:nvPicPr>
            <p:cNvPr id="71" name="Graphique 70" descr="Mur de briques avec un remplissage uni">
              <a:extLst>
                <a:ext uri="{FF2B5EF4-FFF2-40B4-BE49-F238E27FC236}">
                  <a16:creationId xmlns:a16="http://schemas.microsoft.com/office/drawing/2014/main" id="{41609B30-A320-4C38-8492-93B83D278D7C}"/>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31690"/>
            <a:stretch/>
          </p:blipFill>
          <p:spPr>
            <a:xfrm>
              <a:off x="4549190" y="5758481"/>
              <a:ext cx="589432" cy="402638"/>
            </a:xfrm>
            <a:prstGeom prst="rect">
              <a:avLst/>
            </a:prstGeom>
          </p:spPr>
        </p:pic>
        <p:pic>
          <p:nvPicPr>
            <p:cNvPr id="82" name="Graphique 81" descr="Mur de briques avec un remplissage uni">
              <a:extLst>
                <a:ext uri="{FF2B5EF4-FFF2-40B4-BE49-F238E27FC236}">
                  <a16:creationId xmlns:a16="http://schemas.microsoft.com/office/drawing/2014/main" id="{1AF3333C-1B2B-45DA-8654-934A7E0A983D}"/>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31690"/>
            <a:stretch/>
          </p:blipFill>
          <p:spPr>
            <a:xfrm>
              <a:off x="4549190" y="5420992"/>
              <a:ext cx="589432" cy="402638"/>
            </a:xfrm>
            <a:prstGeom prst="rect">
              <a:avLst/>
            </a:prstGeom>
          </p:spPr>
        </p:pic>
        <p:pic>
          <p:nvPicPr>
            <p:cNvPr id="83" name="Graphique 82" descr="Mur de briques avec un remplissage uni">
              <a:extLst>
                <a:ext uri="{FF2B5EF4-FFF2-40B4-BE49-F238E27FC236}">
                  <a16:creationId xmlns:a16="http://schemas.microsoft.com/office/drawing/2014/main" id="{343C2AAC-EBDA-4AA5-8A94-A7FF2E3A711C}"/>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31690"/>
            <a:stretch/>
          </p:blipFill>
          <p:spPr>
            <a:xfrm>
              <a:off x="4549190" y="5088353"/>
              <a:ext cx="589432" cy="402638"/>
            </a:xfrm>
            <a:prstGeom prst="rect">
              <a:avLst/>
            </a:prstGeom>
          </p:spPr>
        </p:pic>
        <p:pic>
          <p:nvPicPr>
            <p:cNvPr id="87" name="Graphique 86" descr="Mur de briques avec un remplissage uni">
              <a:extLst>
                <a:ext uri="{FF2B5EF4-FFF2-40B4-BE49-F238E27FC236}">
                  <a16:creationId xmlns:a16="http://schemas.microsoft.com/office/drawing/2014/main" id="{FBCE6C75-7D6E-4E4A-A1E9-CD53F3CFCE05}"/>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11793"/>
            <a:stretch/>
          </p:blipFill>
          <p:spPr>
            <a:xfrm>
              <a:off x="4549190" y="4633585"/>
              <a:ext cx="589432" cy="519918"/>
            </a:xfrm>
            <a:prstGeom prst="rect">
              <a:avLst/>
            </a:prstGeom>
          </p:spPr>
        </p:pic>
      </p:grpSp>
      <p:grpSp>
        <p:nvGrpSpPr>
          <p:cNvPr id="95" name="Groupe 94">
            <a:extLst>
              <a:ext uri="{FF2B5EF4-FFF2-40B4-BE49-F238E27FC236}">
                <a16:creationId xmlns:a16="http://schemas.microsoft.com/office/drawing/2014/main" id="{0B37F3EC-EE38-4E1C-B180-C67CBDFD171B}"/>
              </a:ext>
            </a:extLst>
          </p:cNvPr>
          <p:cNvGrpSpPr/>
          <p:nvPr/>
        </p:nvGrpSpPr>
        <p:grpSpPr>
          <a:xfrm>
            <a:off x="9748924" y="3672022"/>
            <a:ext cx="589432" cy="2207871"/>
            <a:chOff x="4549190" y="4633585"/>
            <a:chExt cx="589432" cy="2207871"/>
          </a:xfrm>
        </p:grpSpPr>
        <p:pic>
          <p:nvPicPr>
            <p:cNvPr id="97" name="Graphique 96" descr="Mur de briques avec un remplissage uni">
              <a:extLst>
                <a:ext uri="{FF2B5EF4-FFF2-40B4-BE49-F238E27FC236}">
                  <a16:creationId xmlns:a16="http://schemas.microsoft.com/office/drawing/2014/main" id="{9822FAF0-1515-4DCE-8CE7-DBF72B2A7B9A}"/>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31690"/>
            <a:stretch/>
          </p:blipFill>
          <p:spPr>
            <a:xfrm>
              <a:off x="4549190" y="6438818"/>
              <a:ext cx="589432" cy="402638"/>
            </a:xfrm>
            <a:prstGeom prst="rect">
              <a:avLst/>
            </a:prstGeom>
          </p:spPr>
        </p:pic>
        <p:pic>
          <p:nvPicPr>
            <p:cNvPr id="98" name="Graphique 97" descr="Mur de briques avec un remplissage uni">
              <a:extLst>
                <a:ext uri="{FF2B5EF4-FFF2-40B4-BE49-F238E27FC236}">
                  <a16:creationId xmlns:a16="http://schemas.microsoft.com/office/drawing/2014/main" id="{D35CA215-CA0E-4E77-836D-C2099C61718D}"/>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31690"/>
            <a:stretch/>
          </p:blipFill>
          <p:spPr>
            <a:xfrm>
              <a:off x="4549190" y="6101329"/>
              <a:ext cx="589432" cy="402638"/>
            </a:xfrm>
            <a:prstGeom prst="rect">
              <a:avLst/>
            </a:prstGeom>
          </p:spPr>
        </p:pic>
        <p:pic>
          <p:nvPicPr>
            <p:cNvPr id="99" name="Graphique 98" descr="Mur de briques avec un remplissage uni">
              <a:extLst>
                <a:ext uri="{FF2B5EF4-FFF2-40B4-BE49-F238E27FC236}">
                  <a16:creationId xmlns:a16="http://schemas.microsoft.com/office/drawing/2014/main" id="{405BFAC2-FA4F-40E7-A271-D15CDDFA2A2C}"/>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31690"/>
            <a:stretch/>
          </p:blipFill>
          <p:spPr>
            <a:xfrm>
              <a:off x="4549190" y="5758481"/>
              <a:ext cx="589432" cy="402638"/>
            </a:xfrm>
            <a:prstGeom prst="rect">
              <a:avLst/>
            </a:prstGeom>
          </p:spPr>
        </p:pic>
        <p:pic>
          <p:nvPicPr>
            <p:cNvPr id="100" name="Graphique 99" descr="Mur de briques avec un remplissage uni">
              <a:extLst>
                <a:ext uri="{FF2B5EF4-FFF2-40B4-BE49-F238E27FC236}">
                  <a16:creationId xmlns:a16="http://schemas.microsoft.com/office/drawing/2014/main" id="{7B5CB492-4E6D-4AEF-89CA-616BC9187CA3}"/>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31690"/>
            <a:stretch/>
          </p:blipFill>
          <p:spPr>
            <a:xfrm>
              <a:off x="4549190" y="5420992"/>
              <a:ext cx="589432" cy="402638"/>
            </a:xfrm>
            <a:prstGeom prst="rect">
              <a:avLst/>
            </a:prstGeom>
          </p:spPr>
        </p:pic>
        <p:pic>
          <p:nvPicPr>
            <p:cNvPr id="101" name="Graphique 100" descr="Mur de briques avec un remplissage uni">
              <a:extLst>
                <a:ext uri="{FF2B5EF4-FFF2-40B4-BE49-F238E27FC236}">
                  <a16:creationId xmlns:a16="http://schemas.microsoft.com/office/drawing/2014/main" id="{D2D64D62-7BCB-4844-A29E-65B55F7285FC}"/>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31690"/>
            <a:stretch/>
          </p:blipFill>
          <p:spPr>
            <a:xfrm>
              <a:off x="4549190" y="5088353"/>
              <a:ext cx="589432" cy="402638"/>
            </a:xfrm>
            <a:prstGeom prst="rect">
              <a:avLst/>
            </a:prstGeom>
          </p:spPr>
        </p:pic>
        <p:pic>
          <p:nvPicPr>
            <p:cNvPr id="102" name="Graphique 101" descr="Mur de briques avec un remplissage uni">
              <a:extLst>
                <a:ext uri="{FF2B5EF4-FFF2-40B4-BE49-F238E27FC236}">
                  <a16:creationId xmlns:a16="http://schemas.microsoft.com/office/drawing/2014/main" id="{2277FE00-E442-4CF7-8C6B-09B55D5BFFF6}"/>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11793"/>
            <a:stretch/>
          </p:blipFill>
          <p:spPr>
            <a:xfrm>
              <a:off x="4549190" y="4633585"/>
              <a:ext cx="589432" cy="519918"/>
            </a:xfrm>
            <a:prstGeom prst="rect">
              <a:avLst/>
            </a:prstGeom>
          </p:spPr>
        </p:pic>
      </p:grpSp>
      <p:grpSp>
        <p:nvGrpSpPr>
          <p:cNvPr id="103" name="Groupe 102">
            <a:extLst>
              <a:ext uri="{FF2B5EF4-FFF2-40B4-BE49-F238E27FC236}">
                <a16:creationId xmlns:a16="http://schemas.microsoft.com/office/drawing/2014/main" id="{29D1985A-4456-48A0-AFB2-297F66DD9B87}"/>
              </a:ext>
            </a:extLst>
          </p:cNvPr>
          <p:cNvGrpSpPr/>
          <p:nvPr/>
        </p:nvGrpSpPr>
        <p:grpSpPr>
          <a:xfrm>
            <a:off x="16588" y="3692982"/>
            <a:ext cx="589432" cy="2207871"/>
            <a:chOff x="4549190" y="4633585"/>
            <a:chExt cx="589432" cy="2207871"/>
          </a:xfrm>
        </p:grpSpPr>
        <p:pic>
          <p:nvPicPr>
            <p:cNvPr id="104" name="Graphique 103" descr="Mur de briques avec un remplissage uni">
              <a:extLst>
                <a:ext uri="{FF2B5EF4-FFF2-40B4-BE49-F238E27FC236}">
                  <a16:creationId xmlns:a16="http://schemas.microsoft.com/office/drawing/2014/main" id="{613DAF50-95FD-4816-9D82-B915A285DC94}"/>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31690"/>
            <a:stretch/>
          </p:blipFill>
          <p:spPr>
            <a:xfrm>
              <a:off x="4549190" y="6438818"/>
              <a:ext cx="589432" cy="402638"/>
            </a:xfrm>
            <a:prstGeom prst="rect">
              <a:avLst/>
            </a:prstGeom>
          </p:spPr>
        </p:pic>
        <p:pic>
          <p:nvPicPr>
            <p:cNvPr id="105" name="Graphique 104" descr="Mur de briques avec un remplissage uni">
              <a:extLst>
                <a:ext uri="{FF2B5EF4-FFF2-40B4-BE49-F238E27FC236}">
                  <a16:creationId xmlns:a16="http://schemas.microsoft.com/office/drawing/2014/main" id="{19B5DFD2-2C1B-437D-B7BA-95FA99854EC8}"/>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31690"/>
            <a:stretch/>
          </p:blipFill>
          <p:spPr>
            <a:xfrm>
              <a:off x="4549190" y="6101329"/>
              <a:ext cx="589432" cy="402638"/>
            </a:xfrm>
            <a:prstGeom prst="rect">
              <a:avLst/>
            </a:prstGeom>
          </p:spPr>
        </p:pic>
        <p:pic>
          <p:nvPicPr>
            <p:cNvPr id="106" name="Graphique 105" descr="Mur de briques avec un remplissage uni">
              <a:extLst>
                <a:ext uri="{FF2B5EF4-FFF2-40B4-BE49-F238E27FC236}">
                  <a16:creationId xmlns:a16="http://schemas.microsoft.com/office/drawing/2014/main" id="{46EE626D-9CA9-4AA4-8799-981C3C14D753}"/>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31690"/>
            <a:stretch/>
          </p:blipFill>
          <p:spPr>
            <a:xfrm>
              <a:off x="4549190" y="5758481"/>
              <a:ext cx="589432" cy="402638"/>
            </a:xfrm>
            <a:prstGeom prst="rect">
              <a:avLst/>
            </a:prstGeom>
          </p:spPr>
        </p:pic>
        <p:pic>
          <p:nvPicPr>
            <p:cNvPr id="107" name="Graphique 106" descr="Mur de briques avec un remplissage uni">
              <a:extLst>
                <a:ext uri="{FF2B5EF4-FFF2-40B4-BE49-F238E27FC236}">
                  <a16:creationId xmlns:a16="http://schemas.microsoft.com/office/drawing/2014/main" id="{4DFB16B2-C026-44BF-9832-52741AC9FFE1}"/>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31690"/>
            <a:stretch/>
          </p:blipFill>
          <p:spPr>
            <a:xfrm>
              <a:off x="4549190" y="5420992"/>
              <a:ext cx="589432" cy="402638"/>
            </a:xfrm>
            <a:prstGeom prst="rect">
              <a:avLst/>
            </a:prstGeom>
          </p:spPr>
        </p:pic>
        <p:pic>
          <p:nvPicPr>
            <p:cNvPr id="108" name="Graphique 107" descr="Mur de briques avec un remplissage uni">
              <a:extLst>
                <a:ext uri="{FF2B5EF4-FFF2-40B4-BE49-F238E27FC236}">
                  <a16:creationId xmlns:a16="http://schemas.microsoft.com/office/drawing/2014/main" id="{C3687360-6A29-408E-8A86-198623C3D08D}"/>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31690"/>
            <a:stretch/>
          </p:blipFill>
          <p:spPr>
            <a:xfrm>
              <a:off x="4549190" y="5088353"/>
              <a:ext cx="589432" cy="402638"/>
            </a:xfrm>
            <a:prstGeom prst="rect">
              <a:avLst/>
            </a:prstGeom>
          </p:spPr>
        </p:pic>
        <p:pic>
          <p:nvPicPr>
            <p:cNvPr id="109" name="Graphique 108" descr="Mur de briques avec un remplissage uni">
              <a:extLst>
                <a:ext uri="{FF2B5EF4-FFF2-40B4-BE49-F238E27FC236}">
                  <a16:creationId xmlns:a16="http://schemas.microsoft.com/office/drawing/2014/main" id="{33EEFF45-7646-4077-8979-537DBCD18C82}"/>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11793"/>
            <a:stretch/>
          </p:blipFill>
          <p:spPr>
            <a:xfrm>
              <a:off x="4549190" y="4633585"/>
              <a:ext cx="589432" cy="519918"/>
            </a:xfrm>
            <a:prstGeom prst="rect">
              <a:avLst/>
            </a:prstGeom>
          </p:spPr>
        </p:pic>
      </p:grpSp>
      <p:sp>
        <p:nvSpPr>
          <p:cNvPr id="114" name="Rectangle 113">
            <a:extLst>
              <a:ext uri="{FF2B5EF4-FFF2-40B4-BE49-F238E27FC236}">
                <a16:creationId xmlns:a16="http://schemas.microsoft.com/office/drawing/2014/main" id="{85F510F6-3E65-45EA-8636-39AE577A2A18}"/>
              </a:ext>
            </a:extLst>
          </p:cNvPr>
          <p:cNvSpPr/>
          <p:nvPr/>
        </p:nvSpPr>
        <p:spPr>
          <a:xfrm>
            <a:off x="218993" y="3870051"/>
            <a:ext cx="571718" cy="561174"/>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sp>
        <p:nvSpPr>
          <p:cNvPr id="115" name="Rectangle 114">
            <a:extLst>
              <a:ext uri="{FF2B5EF4-FFF2-40B4-BE49-F238E27FC236}">
                <a16:creationId xmlns:a16="http://schemas.microsoft.com/office/drawing/2014/main" id="{84121BC2-F9D5-41C1-84CE-8DB2A3632E9F}"/>
              </a:ext>
            </a:extLst>
          </p:cNvPr>
          <p:cNvSpPr/>
          <p:nvPr/>
        </p:nvSpPr>
        <p:spPr>
          <a:xfrm>
            <a:off x="218993" y="4510764"/>
            <a:ext cx="571718" cy="561174"/>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sp>
        <p:nvSpPr>
          <p:cNvPr id="116" name="Rectangle 115">
            <a:extLst>
              <a:ext uri="{FF2B5EF4-FFF2-40B4-BE49-F238E27FC236}">
                <a16:creationId xmlns:a16="http://schemas.microsoft.com/office/drawing/2014/main" id="{9F8FA6DF-3714-492B-88D4-A5DADE841EFB}"/>
              </a:ext>
            </a:extLst>
          </p:cNvPr>
          <p:cNvSpPr/>
          <p:nvPr/>
        </p:nvSpPr>
        <p:spPr>
          <a:xfrm>
            <a:off x="224513" y="5208945"/>
            <a:ext cx="571718" cy="561174"/>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sp>
        <p:nvSpPr>
          <p:cNvPr id="117" name="Rectangle 116">
            <a:extLst>
              <a:ext uri="{FF2B5EF4-FFF2-40B4-BE49-F238E27FC236}">
                <a16:creationId xmlns:a16="http://schemas.microsoft.com/office/drawing/2014/main" id="{67FFA9E4-BE0D-47B5-BF4D-2EF51B02D09F}"/>
              </a:ext>
            </a:extLst>
          </p:cNvPr>
          <p:cNvSpPr/>
          <p:nvPr/>
        </p:nvSpPr>
        <p:spPr>
          <a:xfrm>
            <a:off x="1865970" y="3862030"/>
            <a:ext cx="571718" cy="561174"/>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sp>
        <p:nvSpPr>
          <p:cNvPr id="118" name="Rectangle 117">
            <a:extLst>
              <a:ext uri="{FF2B5EF4-FFF2-40B4-BE49-F238E27FC236}">
                <a16:creationId xmlns:a16="http://schemas.microsoft.com/office/drawing/2014/main" id="{19B3872D-71CB-487B-8350-5A218EE60909}"/>
              </a:ext>
            </a:extLst>
          </p:cNvPr>
          <p:cNvSpPr/>
          <p:nvPr/>
        </p:nvSpPr>
        <p:spPr>
          <a:xfrm>
            <a:off x="1865970" y="4502743"/>
            <a:ext cx="571718" cy="561174"/>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sp>
        <p:nvSpPr>
          <p:cNvPr id="119" name="Rectangle 118">
            <a:extLst>
              <a:ext uri="{FF2B5EF4-FFF2-40B4-BE49-F238E27FC236}">
                <a16:creationId xmlns:a16="http://schemas.microsoft.com/office/drawing/2014/main" id="{C988C821-0D0B-4E79-B35F-F023FC94A519}"/>
              </a:ext>
            </a:extLst>
          </p:cNvPr>
          <p:cNvSpPr/>
          <p:nvPr/>
        </p:nvSpPr>
        <p:spPr>
          <a:xfrm>
            <a:off x="1871490" y="5200924"/>
            <a:ext cx="571718" cy="561174"/>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sp>
        <p:nvSpPr>
          <p:cNvPr id="120" name="Rectangle 119">
            <a:extLst>
              <a:ext uri="{FF2B5EF4-FFF2-40B4-BE49-F238E27FC236}">
                <a16:creationId xmlns:a16="http://schemas.microsoft.com/office/drawing/2014/main" id="{68ED7F88-819F-4E89-9686-C43A91D4958A}"/>
              </a:ext>
            </a:extLst>
          </p:cNvPr>
          <p:cNvSpPr/>
          <p:nvPr/>
        </p:nvSpPr>
        <p:spPr>
          <a:xfrm>
            <a:off x="3428710" y="3846203"/>
            <a:ext cx="571718" cy="561174"/>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sp>
        <p:nvSpPr>
          <p:cNvPr id="121" name="Rectangle 120">
            <a:extLst>
              <a:ext uri="{FF2B5EF4-FFF2-40B4-BE49-F238E27FC236}">
                <a16:creationId xmlns:a16="http://schemas.microsoft.com/office/drawing/2014/main" id="{9EB1FF84-1E6B-4617-8BA4-36B3F72B19DD}"/>
              </a:ext>
            </a:extLst>
          </p:cNvPr>
          <p:cNvSpPr/>
          <p:nvPr/>
        </p:nvSpPr>
        <p:spPr>
          <a:xfrm>
            <a:off x="3428710" y="4486916"/>
            <a:ext cx="571718" cy="561174"/>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sp>
        <p:nvSpPr>
          <p:cNvPr id="122" name="Rectangle 121">
            <a:extLst>
              <a:ext uri="{FF2B5EF4-FFF2-40B4-BE49-F238E27FC236}">
                <a16:creationId xmlns:a16="http://schemas.microsoft.com/office/drawing/2014/main" id="{3B7B2605-5B51-4424-AC8D-4430D2118F74}"/>
              </a:ext>
            </a:extLst>
          </p:cNvPr>
          <p:cNvSpPr/>
          <p:nvPr/>
        </p:nvSpPr>
        <p:spPr>
          <a:xfrm>
            <a:off x="3434230" y="5185097"/>
            <a:ext cx="571718" cy="561174"/>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sp>
        <p:nvSpPr>
          <p:cNvPr id="123" name="Rectangle 122">
            <a:extLst>
              <a:ext uri="{FF2B5EF4-FFF2-40B4-BE49-F238E27FC236}">
                <a16:creationId xmlns:a16="http://schemas.microsoft.com/office/drawing/2014/main" id="{A4132FFE-31B1-41AB-BCF8-C01B25C41134}"/>
              </a:ext>
            </a:extLst>
          </p:cNvPr>
          <p:cNvSpPr/>
          <p:nvPr/>
        </p:nvSpPr>
        <p:spPr>
          <a:xfrm>
            <a:off x="5111445" y="3840122"/>
            <a:ext cx="571718" cy="561174"/>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sp>
        <p:nvSpPr>
          <p:cNvPr id="124" name="Rectangle 123">
            <a:extLst>
              <a:ext uri="{FF2B5EF4-FFF2-40B4-BE49-F238E27FC236}">
                <a16:creationId xmlns:a16="http://schemas.microsoft.com/office/drawing/2014/main" id="{B401ACD4-FADB-4303-984E-62E2ACA206F4}"/>
              </a:ext>
            </a:extLst>
          </p:cNvPr>
          <p:cNvSpPr/>
          <p:nvPr/>
        </p:nvSpPr>
        <p:spPr>
          <a:xfrm>
            <a:off x="5111445" y="4480835"/>
            <a:ext cx="571718" cy="561174"/>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sp>
        <p:nvSpPr>
          <p:cNvPr id="125" name="Rectangle 124">
            <a:extLst>
              <a:ext uri="{FF2B5EF4-FFF2-40B4-BE49-F238E27FC236}">
                <a16:creationId xmlns:a16="http://schemas.microsoft.com/office/drawing/2014/main" id="{09EDE1B0-22A3-4236-A82D-F940900C6A89}"/>
              </a:ext>
            </a:extLst>
          </p:cNvPr>
          <p:cNvSpPr/>
          <p:nvPr/>
        </p:nvSpPr>
        <p:spPr>
          <a:xfrm>
            <a:off x="5116965" y="5179016"/>
            <a:ext cx="571718" cy="561174"/>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sp>
        <p:nvSpPr>
          <p:cNvPr id="126" name="Rectangle 125">
            <a:extLst>
              <a:ext uri="{FF2B5EF4-FFF2-40B4-BE49-F238E27FC236}">
                <a16:creationId xmlns:a16="http://schemas.microsoft.com/office/drawing/2014/main" id="{9879F733-F1E6-4D45-B483-051C9E095EF9}"/>
              </a:ext>
            </a:extLst>
          </p:cNvPr>
          <p:cNvSpPr/>
          <p:nvPr/>
        </p:nvSpPr>
        <p:spPr>
          <a:xfrm>
            <a:off x="6684592" y="3834677"/>
            <a:ext cx="571718" cy="561174"/>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sp>
        <p:nvSpPr>
          <p:cNvPr id="127" name="Rectangle 126">
            <a:extLst>
              <a:ext uri="{FF2B5EF4-FFF2-40B4-BE49-F238E27FC236}">
                <a16:creationId xmlns:a16="http://schemas.microsoft.com/office/drawing/2014/main" id="{51F1D9BB-D150-4B3D-A54E-FDC7B2AC06F5}"/>
              </a:ext>
            </a:extLst>
          </p:cNvPr>
          <p:cNvSpPr/>
          <p:nvPr/>
        </p:nvSpPr>
        <p:spPr>
          <a:xfrm>
            <a:off x="6684592" y="4475390"/>
            <a:ext cx="571718" cy="561174"/>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sp>
        <p:nvSpPr>
          <p:cNvPr id="128" name="Rectangle 127">
            <a:extLst>
              <a:ext uri="{FF2B5EF4-FFF2-40B4-BE49-F238E27FC236}">
                <a16:creationId xmlns:a16="http://schemas.microsoft.com/office/drawing/2014/main" id="{3B3664FE-ADD0-4455-929C-56370758CF22}"/>
              </a:ext>
            </a:extLst>
          </p:cNvPr>
          <p:cNvSpPr/>
          <p:nvPr/>
        </p:nvSpPr>
        <p:spPr>
          <a:xfrm>
            <a:off x="6690112" y="5173571"/>
            <a:ext cx="571718" cy="561174"/>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sp>
        <p:nvSpPr>
          <p:cNvPr id="129" name="Rectangle 128">
            <a:extLst>
              <a:ext uri="{FF2B5EF4-FFF2-40B4-BE49-F238E27FC236}">
                <a16:creationId xmlns:a16="http://schemas.microsoft.com/office/drawing/2014/main" id="{1DF83E5B-A81F-4280-B05E-D7906AD28C86}"/>
              </a:ext>
            </a:extLst>
          </p:cNvPr>
          <p:cNvSpPr/>
          <p:nvPr/>
        </p:nvSpPr>
        <p:spPr>
          <a:xfrm>
            <a:off x="8386668" y="3819779"/>
            <a:ext cx="571718" cy="561174"/>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sp>
        <p:nvSpPr>
          <p:cNvPr id="130" name="Rectangle 129">
            <a:extLst>
              <a:ext uri="{FF2B5EF4-FFF2-40B4-BE49-F238E27FC236}">
                <a16:creationId xmlns:a16="http://schemas.microsoft.com/office/drawing/2014/main" id="{2B53725A-71E7-4D39-A4E8-6B2144CCE9A1}"/>
              </a:ext>
            </a:extLst>
          </p:cNvPr>
          <p:cNvSpPr/>
          <p:nvPr/>
        </p:nvSpPr>
        <p:spPr>
          <a:xfrm>
            <a:off x="8386668" y="4460492"/>
            <a:ext cx="571718" cy="561174"/>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sp>
        <p:nvSpPr>
          <p:cNvPr id="131" name="Rectangle 130">
            <a:extLst>
              <a:ext uri="{FF2B5EF4-FFF2-40B4-BE49-F238E27FC236}">
                <a16:creationId xmlns:a16="http://schemas.microsoft.com/office/drawing/2014/main" id="{0434B1DA-534F-4309-A21E-F97BF77631AC}"/>
              </a:ext>
            </a:extLst>
          </p:cNvPr>
          <p:cNvSpPr/>
          <p:nvPr/>
        </p:nvSpPr>
        <p:spPr>
          <a:xfrm>
            <a:off x="8392188" y="5158673"/>
            <a:ext cx="571718" cy="561174"/>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sp>
        <p:nvSpPr>
          <p:cNvPr id="132" name="Rectangle 131">
            <a:extLst>
              <a:ext uri="{FF2B5EF4-FFF2-40B4-BE49-F238E27FC236}">
                <a16:creationId xmlns:a16="http://schemas.microsoft.com/office/drawing/2014/main" id="{B9A43AA8-5C7A-44D2-AC72-D2BD2D8503DF}"/>
              </a:ext>
            </a:extLst>
          </p:cNvPr>
          <p:cNvSpPr/>
          <p:nvPr/>
        </p:nvSpPr>
        <p:spPr>
          <a:xfrm>
            <a:off x="9973318" y="3795128"/>
            <a:ext cx="571718" cy="561174"/>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sp>
        <p:nvSpPr>
          <p:cNvPr id="133" name="Rectangle 132">
            <a:extLst>
              <a:ext uri="{FF2B5EF4-FFF2-40B4-BE49-F238E27FC236}">
                <a16:creationId xmlns:a16="http://schemas.microsoft.com/office/drawing/2014/main" id="{1346A2F3-DC6D-44F3-BB5F-932D0FC96CC9}"/>
              </a:ext>
            </a:extLst>
          </p:cNvPr>
          <p:cNvSpPr/>
          <p:nvPr/>
        </p:nvSpPr>
        <p:spPr>
          <a:xfrm>
            <a:off x="9973318" y="4435841"/>
            <a:ext cx="571718" cy="561174"/>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sp>
        <p:nvSpPr>
          <p:cNvPr id="134" name="Rectangle 133">
            <a:extLst>
              <a:ext uri="{FF2B5EF4-FFF2-40B4-BE49-F238E27FC236}">
                <a16:creationId xmlns:a16="http://schemas.microsoft.com/office/drawing/2014/main" id="{096F8300-3915-425A-B9F1-168D7CBC78A9}"/>
              </a:ext>
            </a:extLst>
          </p:cNvPr>
          <p:cNvSpPr/>
          <p:nvPr/>
        </p:nvSpPr>
        <p:spPr>
          <a:xfrm>
            <a:off x="9978838" y="5134022"/>
            <a:ext cx="571718" cy="561174"/>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spTree>
    <p:extLst>
      <p:ext uri="{BB962C8B-B14F-4D97-AF65-F5344CB8AC3E}">
        <p14:creationId xmlns:p14="http://schemas.microsoft.com/office/powerpoint/2010/main" val="3411704853"/>
      </p:ext>
    </p:extLst>
  </p:cSld>
  <p:clrMapOvr>
    <a:masterClrMapping/>
  </p:clrMapOvr>
  <mc:AlternateContent xmlns:mc="http://schemas.openxmlformats.org/markup-compatibility/2006" xmlns:p14="http://schemas.microsoft.com/office/powerpoint/2010/main">
    <mc:Choice Requires="p14">
      <p:transition spd="slow" p14:dur="2000" advTm="39573"/>
    </mc:Choice>
    <mc:Fallback xmlns="">
      <p:transition spd="slow" advTm="39573"/>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lumMod val="85000"/>
          </a:schemeClr>
        </a:solid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183C4B0-E757-4B7A-990C-B7FA3D783740}"/>
              </a:ext>
            </a:extLst>
          </p:cNvPr>
          <p:cNvSpPr>
            <a:spLocks noGrp="1"/>
          </p:cNvSpPr>
          <p:nvPr>
            <p:ph type="title"/>
          </p:nvPr>
        </p:nvSpPr>
        <p:spPr>
          <a:xfrm>
            <a:off x="1115567" y="548640"/>
            <a:ext cx="10679895" cy="1179576"/>
          </a:xfrm>
        </p:spPr>
        <p:txBody>
          <a:bodyPr>
            <a:normAutofit fontScale="90000"/>
          </a:bodyPr>
          <a:lstStyle/>
          <a:p>
            <a:r>
              <a:rPr lang="en-US" dirty="0"/>
              <a:t>Exercise P10</a:t>
            </a:r>
            <a:br>
              <a:rPr lang="en-US" dirty="0"/>
            </a:br>
            <a:r>
              <a:rPr lang="en-US" dirty="0"/>
              <a:t>Identify your engagement Front walls</a:t>
            </a:r>
          </a:p>
        </p:txBody>
      </p:sp>
      <p:graphicFrame>
        <p:nvGraphicFramePr>
          <p:cNvPr id="32" name="Tableau 5">
            <a:extLst>
              <a:ext uri="{FF2B5EF4-FFF2-40B4-BE49-F238E27FC236}">
                <a16:creationId xmlns:a16="http://schemas.microsoft.com/office/drawing/2014/main" id="{9819AC0A-6196-48FD-9C7B-98B627D86996}"/>
              </a:ext>
            </a:extLst>
          </p:cNvPr>
          <p:cNvGraphicFramePr>
            <a:graphicFrameLocks noGrp="1"/>
          </p:cNvGraphicFramePr>
          <p:nvPr/>
        </p:nvGraphicFramePr>
        <p:xfrm>
          <a:off x="515806" y="5895720"/>
          <a:ext cx="11398926" cy="827280"/>
        </p:xfrm>
        <a:graphic>
          <a:graphicData uri="http://schemas.openxmlformats.org/drawingml/2006/table">
            <a:tbl>
              <a:tblPr firstRow="1" bandRow="1">
                <a:tableStyleId>{5C22544A-7EE6-4342-B048-85BDC9FD1C3A}</a:tableStyleId>
              </a:tblPr>
              <a:tblGrid>
                <a:gridCol w="1628418">
                  <a:extLst>
                    <a:ext uri="{9D8B030D-6E8A-4147-A177-3AD203B41FA5}">
                      <a16:colId xmlns:a16="http://schemas.microsoft.com/office/drawing/2014/main" val="1258243979"/>
                    </a:ext>
                  </a:extLst>
                </a:gridCol>
                <a:gridCol w="1628418">
                  <a:extLst>
                    <a:ext uri="{9D8B030D-6E8A-4147-A177-3AD203B41FA5}">
                      <a16:colId xmlns:a16="http://schemas.microsoft.com/office/drawing/2014/main" val="1079462814"/>
                    </a:ext>
                  </a:extLst>
                </a:gridCol>
                <a:gridCol w="1628418">
                  <a:extLst>
                    <a:ext uri="{9D8B030D-6E8A-4147-A177-3AD203B41FA5}">
                      <a16:colId xmlns:a16="http://schemas.microsoft.com/office/drawing/2014/main" val="3397691572"/>
                    </a:ext>
                  </a:extLst>
                </a:gridCol>
                <a:gridCol w="1628418">
                  <a:extLst>
                    <a:ext uri="{9D8B030D-6E8A-4147-A177-3AD203B41FA5}">
                      <a16:colId xmlns:a16="http://schemas.microsoft.com/office/drawing/2014/main" val="3075883050"/>
                    </a:ext>
                  </a:extLst>
                </a:gridCol>
                <a:gridCol w="1628418">
                  <a:extLst>
                    <a:ext uri="{9D8B030D-6E8A-4147-A177-3AD203B41FA5}">
                      <a16:colId xmlns:a16="http://schemas.microsoft.com/office/drawing/2014/main" val="1259412674"/>
                    </a:ext>
                  </a:extLst>
                </a:gridCol>
                <a:gridCol w="1628418">
                  <a:extLst>
                    <a:ext uri="{9D8B030D-6E8A-4147-A177-3AD203B41FA5}">
                      <a16:colId xmlns:a16="http://schemas.microsoft.com/office/drawing/2014/main" val="3392695109"/>
                    </a:ext>
                  </a:extLst>
                </a:gridCol>
                <a:gridCol w="1628418">
                  <a:extLst>
                    <a:ext uri="{9D8B030D-6E8A-4147-A177-3AD203B41FA5}">
                      <a16:colId xmlns:a16="http://schemas.microsoft.com/office/drawing/2014/main" val="2848032752"/>
                    </a:ext>
                  </a:extLst>
                </a:gridCol>
              </a:tblGrid>
              <a:tr h="827280">
                <a:tc>
                  <a:txBody>
                    <a:bodyPr/>
                    <a:lstStyle/>
                    <a:p>
                      <a:pPr algn="ctr"/>
                      <a:endParaRPr lang="en-US" sz="1400" dirty="0">
                        <a:solidFill>
                          <a:schemeClr val="tx1"/>
                        </a:solidFill>
                      </a:endParaRPr>
                    </a:p>
                  </a:txBody>
                  <a:tcP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400" dirty="0">
                        <a:solidFill>
                          <a:schemeClr val="tx1"/>
                        </a:solidFill>
                      </a:endParaRPr>
                    </a:p>
                  </a:txBody>
                  <a:tcPr>
                    <a:solidFill>
                      <a:schemeClr val="bg1">
                        <a:lumMod val="95000"/>
                      </a:schemeClr>
                    </a:solidFill>
                  </a:tcPr>
                </a:tc>
                <a:tc>
                  <a:txBody>
                    <a:bodyPr/>
                    <a:lstStyle/>
                    <a:p>
                      <a:pPr algn="ctr"/>
                      <a:endParaRPr lang="en-US" sz="1400" dirty="0">
                        <a:solidFill>
                          <a:schemeClr val="tx1"/>
                        </a:solidFill>
                      </a:endParaRPr>
                    </a:p>
                  </a:txBody>
                  <a:tcPr>
                    <a:solidFill>
                      <a:schemeClr val="accent1">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400" dirty="0">
                        <a:solidFill>
                          <a:schemeClr val="tx1"/>
                        </a:solidFill>
                      </a:endParaRPr>
                    </a:p>
                  </a:txBody>
                  <a:tcPr>
                    <a:solidFill>
                      <a:schemeClr val="accent1">
                        <a:lumMod val="40000"/>
                        <a:lumOff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400" dirty="0">
                        <a:solidFill>
                          <a:schemeClr val="tx1"/>
                        </a:solidFill>
                      </a:endParaRPr>
                    </a:p>
                  </a:txBody>
                  <a:tcPr>
                    <a:solidFill>
                      <a:schemeClr val="accent1">
                        <a:lumMod val="60000"/>
                        <a:lumOff val="4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400" dirty="0">
                        <a:solidFill>
                          <a:schemeClr val="bg1"/>
                        </a:solidFill>
                      </a:endParaRPr>
                    </a:p>
                  </a:txBody>
                  <a:tcPr>
                    <a:solidFill>
                      <a:schemeClr val="accent1">
                        <a:lumMod val="75000"/>
                      </a:schemeClr>
                    </a:solidFill>
                  </a:tcPr>
                </a:tc>
                <a:tc>
                  <a:txBody>
                    <a:bodyPr/>
                    <a:lstStyle/>
                    <a:p>
                      <a:pPr algn="ctr"/>
                      <a:endParaRPr lang="en-US" sz="1400" dirty="0">
                        <a:solidFill>
                          <a:schemeClr val="bg1"/>
                        </a:solidFill>
                      </a:endParaRPr>
                    </a:p>
                  </a:txBody>
                  <a:tcPr>
                    <a:solidFill>
                      <a:schemeClr val="accent1">
                        <a:lumMod val="50000"/>
                      </a:schemeClr>
                    </a:solidFill>
                  </a:tcPr>
                </a:tc>
                <a:extLst>
                  <a:ext uri="{0D108BD9-81ED-4DB2-BD59-A6C34878D82A}">
                    <a16:rowId xmlns:a16="http://schemas.microsoft.com/office/drawing/2014/main" val="3032128388"/>
                  </a:ext>
                </a:extLst>
              </a:tr>
            </a:tbl>
          </a:graphicData>
        </a:graphic>
      </p:graphicFrame>
      <p:sp>
        <p:nvSpPr>
          <p:cNvPr id="33" name="Rectangle 32">
            <a:extLst>
              <a:ext uri="{FF2B5EF4-FFF2-40B4-BE49-F238E27FC236}">
                <a16:creationId xmlns:a16="http://schemas.microsoft.com/office/drawing/2014/main" id="{9EF69306-9E8E-466E-B2BE-62A28ACB72F5}"/>
              </a:ext>
            </a:extLst>
          </p:cNvPr>
          <p:cNvSpPr/>
          <p:nvPr/>
        </p:nvSpPr>
        <p:spPr>
          <a:xfrm>
            <a:off x="5781593" y="6126116"/>
            <a:ext cx="706197" cy="386353"/>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r>
              <a:rPr lang="en-US" sz="800" dirty="0">
                <a:solidFill>
                  <a:schemeClr val="tx1"/>
                </a:solidFill>
              </a:rPr>
              <a:t>Level Name</a:t>
            </a:r>
          </a:p>
        </p:txBody>
      </p:sp>
      <p:sp>
        <p:nvSpPr>
          <p:cNvPr id="34" name="Rectangle 33">
            <a:extLst>
              <a:ext uri="{FF2B5EF4-FFF2-40B4-BE49-F238E27FC236}">
                <a16:creationId xmlns:a16="http://schemas.microsoft.com/office/drawing/2014/main" id="{C3574260-187B-4C1F-AADC-4DF803A8B6B8}"/>
              </a:ext>
            </a:extLst>
          </p:cNvPr>
          <p:cNvSpPr/>
          <p:nvPr/>
        </p:nvSpPr>
        <p:spPr>
          <a:xfrm>
            <a:off x="4178880" y="6126116"/>
            <a:ext cx="706197" cy="386353"/>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r>
              <a:rPr lang="en-US" sz="800" dirty="0">
                <a:solidFill>
                  <a:schemeClr val="tx1"/>
                </a:solidFill>
              </a:rPr>
              <a:t>Level Name</a:t>
            </a:r>
          </a:p>
        </p:txBody>
      </p:sp>
      <p:sp>
        <p:nvSpPr>
          <p:cNvPr id="35" name="Rectangle 34">
            <a:extLst>
              <a:ext uri="{FF2B5EF4-FFF2-40B4-BE49-F238E27FC236}">
                <a16:creationId xmlns:a16="http://schemas.microsoft.com/office/drawing/2014/main" id="{D6F6740A-D7F9-4E5C-9D88-F707BD3FFFFC}"/>
              </a:ext>
            </a:extLst>
          </p:cNvPr>
          <p:cNvSpPr/>
          <p:nvPr/>
        </p:nvSpPr>
        <p:spPr>
          <a:xfrm>
            <a:off x="2612958" y="6126116"/>
            <a:ext cx="706197" cy="386353"/>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r>
              <a:rPr lang="en-US" sz="800" dirty="0">
                <a:solidFill>
                  <a:schemeClr val="tx1"/>
                </a:solidFill>
              </a:rPr>
              <a:t>Level Name</a:t>
            </a:r>
          </a:p>
        </p:txBody>
      </p:sp>
      <p:sp>
        <p:nvSpPr>
          <p:cNvPr id="36" name="Rectangle 35">
            <a:extLst>
              <a:ext uri="{FF2B5EF4-FFF2-40B4-BE49-F238E27FC236}">
                <a16:creationId xmlns:a16="http://schemas.microsoft.com/office/drawing/2014/main" id="{7540182B-6063-4E55-824E-EA28FD099DB5}"/>
              </a:ext>
            </a:extLst>
          </p:cNvPr>
          <p:cNvSpPr/>
          <p:nvPr/>
        </p:nvSpPr>
        <p:spPr>
          <a:xfrm>
            <a:off x="1072509" y="6128793"/>
            <a:ext cx="706197" cy="386353"/>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r>
              <a:rPr lang="en-US" sz="800" dirty="0">
                <a:solidFill>
                  <a:schemeClr val="tx1"/>
                </a:solidFill>
              </a:rPr>
              <a:t>Level Name</a:t>
            </a:r>
          </a:p>
        </p:txBody>
      </p:sp>
      <p:sp>
        <p:nvSpPr>
          <p:cNvPr id="37" name="Rectangle 36">
            <a:extLst>
              <a:ext uri="{FF2B5EF4-FFF2-40B4-BE49-F238E27FC236}">
                <a16:creationId xmlns:a16="http://schemas.microsoft.com/office/drawing/2014/main" id="{B253E58E-801C-4A8E-84EB-638D539E9EE8}"/>
              </a:ext>
            </a:extLst>
          </p:cNvPr>
          <p:cNvSpPr/>
          <p:nvPr/>
        </p:nvSpPr>
        <p:spPr>
          <a:xfrm>
            <a:off x="10651832" y="6116820"/>
            <a:ext cx="706197" cy="386353"/>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r>
              <a:rPr lang="en-US" sz="800" dirty="0">
                <a:solidFill>
                  <a:schemeClr val="tx1"/>
                </a:solidFill>
              </a:rPr>
              <a:t>Level Name</a:t>
            </a:r>
          </a:p>
        </p:txBody>
      </p:sp>
      <p:sp>
        <p:nvSpPr>
          <p:cNvPr id="38" name="Rectangle 37">
            <a:extLst>
              <a:ext uri="{FF2B5EF4-FFF2-40B4-BE49-F238E27FC236}">
                <a16:creationId xmlns:a16="http://schemas.microsoft.com/office/drawing/2014/main" id="{98374EF3-5C9C-4EFA-8FAA-DE139ED7B516}"/>
              </a:ext>
            </a:extLst>
          </p:cNvPr>
          <p:cNvSpPr/>
          <p:nvPr/>
        </p:nvSpPr>
        <p:spPr>
          <a:xfrm>
            <a:off x="9049119" y="6116820"/>
            <a:ext cx="706197" cy="386353"/>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r>
              <a:rPr lang="en-US" sz="800" dirty="0">
                <a:solidFill>
                  <a:schemeClr val="tx1"/>
                </a:solidFill>
              </a:rPr>
              <a:t>Level Name</a:t>
            </a:r>
          </a:p>
        </p:txBody>
      </p:sp>
      <p:sp>
        <p:nvSpPr>
          <p:cNvPr id="39" name="Rectangle 38">
            <a:extLst>
              <a:ext uri="{FF2B5EF4-FFF2-40B4-BE49-F238E27FC236}">
                <a16:creationId xmlns:a16="http://schemas.microsoft.com/office/drawing/2014/main" id="{2F3760CC-DE20-4636-8334-AA30BC300616}"/>
              </a:ext>
            </a:extLst>
          </p:cNvPr>
          <p:cNvSpPr/>
          <p:nvPr/>
        </p:nvSpPr>
        <p:spPr>
          <a:xfrm>
            <a:off x="7483197" y="6116820"/>
            <a:ext cx="706197" cy="386353"/>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r>
              <a:rPr lang="en-US" sz="800" dirty="0">
                <a:solidFill>
                  <a:schemeClr val="tx1"/>
                </a:solidFill>
              </a:rPr>
              <a:t>Level Name</a:t>
            </a:r>
          </a:p>
        </p:txBody>
      </p:sp>
      <p:grpSp>
        <p:nvGrpSpPr>
          <p:cNvPr id="3" name="Groupe 2">
            <a:extLst>
              <a:ext uri="{FF2B5EF4-FFF2-40B4-BE49-F238E27FC236}">
                <a16:creationId xmlns:a16="http://schemas.microsoft.com/office/drawing/2014/main" id="{ECE46FCA-8A91-4BBE-8E8F-A600316BA41A}"/>
              </a:ext>
            </a:extLst>
          </p:cNvPr>
          <p:cNvGrpSpPr/>
          <p:nvPr/>
        </p:nvGrpSpPr>
        <p:grpSpPr>
          <a:xfrm>
            <a:off x="1994832" y="3687849"/>
            <a:ext cx="589432" cy="2207871"/>
            <a:chOff x="4549190" y="4633585"/>
            <a:chExt cx="589432" cy="2207871"/>
          </a:xfrm>
        </p:grpSpPr>
        <p:pic>
          <p:nvPicPr>
            <p:cNvPr id="40" name="Graphique 39" descr="Mur de briques avec un remplissage uni">
              <a:extLst>
                <a:ext uri="{FF2B5EF4-FFF2-40B4-BE49-F238E27FC236}">
                  <a16:creationId xmlns:a16="http://schemas.microsoft.com/office/drawing/2014/main" id="{FB2260F6-B4B1-4F1E-883E-EF27A1751B6D}"/>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31690"/>
            <a:stretch/>
          </p:blipFill>
          <p:spPr>
            <a:xfrm>
              <a:off x="4549190" y="6438818"/>
              <a:ext cx="589432" cy="402638"/>
            </a:xfrm>
            <a:prstGeom prst="rect">
              <a:avLst/>
            </a:prstGeom>
          </p:spPr>
        </p:pic>
        <p:pic>
          <p:nvPicPr>
            <p:cNvPr id="42" name="Graphique 41" descr="Mur de briques avec un remplissage uni">
              <a:extLst>
                <a:ext uri="{FF2B5EF4-FFF2-40B4-BE49-F238E27FC236}">
                  <a16:creationId xmlns:a16="http://schemas.microsoft.com/office/drawing/2014/main" id="{A56ECE07-E4BC-4B80-81E0-92F5A82BE374}"/>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31690"/>
            <a:stretch/>
          </p:blipFill>
          <p:spPr>
            <a:xfrm>
              <a:off x="4549190" y="6101329"/>
              <a:ext cx="589432" cy="402638"/>
            </a:xfrm>
            <a:prstGeom prst="rect">
              <a:avLst/>
            </a:prstGeom>
          </p:spPr>
        </p:pic>
        <p:pic>
          <p:nvPicPr>
            <p:cNvPr id="43" name="Graphique 42" descr="Mur de briques avec un remplissage uni">
              <a:extLst>
                <a:ext uri="{FF2B5EF4-FFF2-40B4-BE49-F238E27FC236}">
                  <a16:creationId xmlns:a16="http://schemas.microsoft.com/office/drawing/2014/main" id="{33A22896-BCFF-447D-8837-A2E4083D5FDF}"/>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31690"/>
            <a:stretch/>
          </p:blipFill>
          <p:spPr>
            <a:xfrm>
              <a:off x="4549190" y="5758481"/>
              <a:ext cx="589432" cy="402638"/>
            </a:xfrm>
            <a:prstGeom prst="rect">
              <a:avLst/>
            </a:prstGeom>
          </p:spPr>
        </p:pic>
        <p:pic>
          <p:nvPicPr>
            <p:cNvPr id="44" name="Graphique 43" descr="Mur de briques avec un remplissage uni">
              <a:extLst>
                <a:ext uri="{FF2B5EF4-FFF2-40B4-BE49-F238E27FC236}">
                  <a16:creationId xmlns:a16="http://schemas.microsoft.com/office/drawing/2014/main" id="{7C403915-B39C-4AA1-A28D-0D45A5188268}"/>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31690"/>
            <a:stretch/>
          </p:blipFill>
          <p:spPr>
            <a:xfrm>
              <a:off x="4549190" y="5420992"/>
              <a:ext cx="589432" cy="402638"/>
            </a:xfrm>
            <a:prstGeom prst="rect">
              <a:avLst/>
            </a:prstGeom>
          </p:spPr>
        </p:pic>
        <p:pic>
          <p:nvPicPr>
            <p:cNvPr id="45" name="Graphique 44" descr="Mur de briques avec un remplissage uni">
              <a:extLst>
                <a:ext uri="{FF2B5EF4-FFF2-40B4-BE49-F238E27FC236}">
                  <a16:creationId xmlns:a16="http://schemas.microsoft.com/office/drawing/2014/main" id="{343C5BF3-15F7-4426-8698-D15B25A61E7E}"/>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31690"/>
            <a:stretch/>
          </p:blipFill>
          <p:spPr>
            <a:xfrm>
              <a:off x="4549190" y="5088353"/>
              <a:ext cx="589432" cy="402638"/>
            </a:xfrm>
            <a:prstGeom prst="rect">
              <a:avLst/>
            </a:prstGeom>
          </p:spPr>
        </p:pic>
        <p:pic>
          <p:nvPicPr>
            <p:cNvPr id="46" name="Graphique 45" descr="Mur de briques avec un remplissage uni">
              <a:extLst>
                <a:ext uri="{FF2B5EF4-FFF2-40B4-BE49-F238E27FC236}">
                  <a16:creationId xmlns:a16="http://schemas.microsoft.com/office/drawing/2014/main" id="{F4B0E6F7-7CAF-4DD5-9EF5-27EC75E95936}"/>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11793"/>
            <a:stretch/>
          </p:blipFill>
          <p:spPr>
            <a:xfrm>
              <a:off x="4549190" y="4633585"/>
              <a:ext cx="589432" cy="519918"/>
            </a:xfrm>
            <a:prstGeom prst="rect">
              <a:avLst/>
            </a:prstGeom>
          </p:spPr>
        </p:pic>
      </p:grpSp>
      <p:grpSp>
        <p:nvGrpSpPr>
          <p:cNvPr id="47" name="Groupe 46">
            <a:extLst>
              <a:ext uri="{FF2B5EF4-FFF2-40B4-BE49-F238E27FC236}">
                <a16:creationId xmlns:a16="http://schemas.microsoft.com/office/drawing/2014/main" id="{371670B8-4C8C-455C-B1AE-018430D4BFAF}"/>
              </a:ext>
            </a:extLst>
          </p:cNvPr>
          <p:cNvGrpSpPr/>
          <p:nvPr/>
        </p:nvGrpSpPr>
        <p:grpSpPr>
          <a:xfrm>
            <a:off x="3575286" y="3687849"/>
            <a:ext cx="589432" cy="2207871"/>
            <a:chOff x="4549190" y="4633585"/>
            <a:chExt cx="589432" cy="2207871"/>
          </a:xfrm>
        </p:grpSpPr>
        <p:pic>
          <p:nvPicPr>
            <p:cNvPr id="48" name="Graphique 47" descr="Mur de briques avec un remplissage uni">
              <a:extLst>
                <a:ext uri="{FF2B5EF4-FFF2-40B4-BE49-F238E27FC236}">
                  <a16:creationId xmlns:a16="http://schemas.microsoft.com/office/drawing/2014/main" id="{EF6BD225-6760-4128-B962-5A622887577C}"/>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31690"/>
            <a:stretch/>
          </p:blipFill>
          <p:spPr>
            <a:xfrm>
              <a:off x="4549190" y="6438818"/>
              <a:ext cx="589432" cy="402638"/>
            </a:xfrm>
            <a:prstGeom prst="rect">
              <a:avLst/>
            </a:prstGeom>
          </p:spPr>
        </p:pic>
        <p:pic>
          <p:nvPicPr>
            <p:cNvPr id="49" name="Graphique 48" descr="Mur de briques avec un remplissage uni">
              <a:extLst>
                <a:ext uri="{FF2B5EF4-FFF2-40B4-BE49-F238E27FC236}">
                  <a16:creationId xmlns:a16="http://schemas.microsoft.com/office/drawing/2014/main" id="{7A92BB50-3802-4E86-9911-7EEC04D312DB}"/>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31690"/>
            <a:stretch/>
          </p:blipFill>
          <p:spPr>
            <a:xfrm>
              <a:off x="4549190" y="6101329"/>
              <a:ext cx="589432" cy="402638"/>
            </a:xfrm>
            <a:prstGeom prst="rect">
              <a:avLst/>
            </a:prstGeom>
          </p:spPr>
        </p:pic>
        <p:pic>
          <p:nvPicPr>
            <p:cNvPr id="50" name="Graphique 49" descr="Mur de briques avec un remplissage uni">
              <a:extLst>
                <a:ext uri="{FF2B5EF4-FFF2-40B4-BE49-F238E27FC236}">
                  <a16:creationId xmlns:a16="http://schemas.microsoft.com/office/drawing/2014/main" id="{D3F5DA60-B1EF-476D-88A0-7A792F09897B}"/>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31690"/>
            <a:stretch/>
          </p:blipFill>
          <p:spPr>
            <a:xfrm>
              <a:off x="4549190" y="5758481"/>
              <a:ext cx="589432" cy="402638"/>
            </a:xfrm>
            <a:prstGeom prst="rect">
              <a:avLst/>
            </a:prstGeom>
          </p:spPr>
        </p:pic>
        <p:pic>
          <p:nvPicPr>
            <p:cNvPr id="51" name="Graphique 50" descr="Mur de briques avec un remplissage uni">
              <a:extLst>
                <a:ext uri="{FF2B5EF4-FFF2-40B4-BE49-F238E27FC236}">
                  <a16:creationId xmlns:a16="http://schemas.microsoft.com/office/drawing/2014/main" id="{BD603662-8A72-4C0C-A2EB-91F1455FBB66}"/>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31690"/>
            <a:stretch/>
          </p:blipFill>
          <p:spPr>
            <a:xfrm>
              <a:off x="4549190" y="5420992"/>
              <a:ext cx="589432" cy="402638"/>
            </a:xfrm>
            <a:prstGeom prst="rect">
              <a:avLst/>
            </a:prstGeom>
          </p:spPr>
        </p:pic>
        <p:pic>
          <p:nvPicPr>
            <p:cNvPr id="52" name="Graphique 51" descr="Mur de briques avec un remplissage uni">
              <a:extLst>
                <a:ext uri="{FF2B5EF4-FFF2-40B4-BE49-F238E27FC236}">
                  <a16:creationId xmlns:a16="http://schemas.microsoft.com/office/drawing/2014/main" id="{4999C97D-C509-45FF-9E30-52CC30215391}"/>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31690"/>
            <a:stretch/>
          </p:blipFill>
          <p:spPr>
            <a:xfrm>
              <a:off x="4549190" y="5088353"/>
              <a:ext cx="589432" cy="402638"/>
            </a:xfrm>
            <a:prstGeom prst="rect">
              <a:avLst/>
            </a:prstGeom>
          </p:spPr>
        </p:pic>
        <p:pic>
          <p:nvPicPr>
            <p:cNvPr id="53" name="Graphique 52" descr="Mur de briques avec un remplissage uni">
              <a:extLst>
                <a:ext uri="{FF2B5EF4-FFF2-40B4-BE49-F238E27FC236}">
                  <a16:creationId xmlns:a16="http://schemas.microsoft.com/office/drawing/2014/main" id="{D91F80A9-ECD9-470B-9209-41B960A06E1D}"/>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11793"/>
            <a:stretch/>
          </p:blipFill>
          <p:spPr>
            <a:xfrm>
              <a:off x="4549190" y="4633585"/>
              <a:ext cx="589432" cy="519918"/>
            </a:xfrm>
            <a:prstGeom prst="rect">
              <a:avLst/>
            </a:prstGeom>
          </p:spPr>
        </p:pic>
      </p:grpSp>
      <p:grpSp>
        <p:nvGrpSpPr>
          <p:cNvPr id="54" name="Groupe 53">
            <a:extLst>
              <a:ext uri="{FF2B5EF4-FFF2-40B4-BE49-F238E27FC236}">
                <a16:creationId xmlns:a16="http://schemas.microsoft.com/office/drawing/2014/main" id="{3B872303-A1C2-4242-A4F9-76395DDE462E}"/>
              </a:ext>
            </a:extLst>
          </p:cNvPr>
          <p:cNvGrpSpPr/>
          <p:nvPr/>
        </p:nvGrpSpPr>
        <p:grpSpPr>
          <a:xfrm>
            <a:off x="5255585" y="3681411"/>
            <a:ext cx="589432" cy="2207871"/>
            <a:chOff x="4549190" y="4633585"/>
            <a:chExt cx="589432" cy="2207871"/>
          </a:xfrm>
        </p:grpSpPr>
        <p:pic>
          <p:nvPicPr>
            <p:cNvPr id="55" name="Graphique 54" descr="Mur de briques avec un remplissage uni">
              <a:extLst>
                <a:ext uri="{FF2B5EF4-FFF2-40B4-BE49-F238E27FC236}">
                  <a16:creationId xmlns:a16="http://schemas.microsoft.com/office/drawing/2014/main" id="{82C4ECB9-0BF7-447B-97D6-7E0E3BE100B7}"/>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31690"/>
            <a:stretch/>
          </p:blipFill>
          <p:spPr>
            <a:xfrm>
              <a:off x="4549190" y="6438818"/>
              <a:ext cx="589432" cy="402638"/>
            </a:xfrm>
            <a:prstGeom prst="rect">
              <a:avLst/>
            </a:prstGeom>
          </p:spPr>
        </p:pic>
        <p:pic>
          <p:nvPicPr>
            <p:cNvPr id="56" name="Graphique 55" descr="Mur de briques avec un remplissage uni">
              <a:extLst>
                <a:ext uri="{FF2B5EF4-FFF2-40B4-BE49-F238E27FC236}">
                  <a16:creationId xmlns:a16="http://schemas.microsoft.com/office/drawing/2014/main" id="{62D948DE-7033-4C05-8C7B-CA9D070860E9}"/>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31690"/>
            <a:stretch/>
          </p:blipFill>
          <p:spPr>
            <a:xfrm>
              <a:off x="4549190" y="6101329"/>
              <a:ext cx="589432" cy="402638"/>
            </a:xfrm>
            <a:prstGeom prst="rect">
              <a:avLst/>
            </a:prstGeom>
          </p:spPr>
        </p:pic>
        <p:pic>
          <p:nvPicPr>
            <p:cNvPr id="57" name="Graphique 56" descr="Mur de briques avec un remplissage uni">
              <a:extLst>
                <a:ext uri="{FF2B5EF4-FFF2-40B4-BE49-F238E27FC236}">
                  <a16:creationId xmlns:a16="http://schemas.microsoft.com/office/drawing/2014/main" id="{B0B5D4DD-A40A-4C88-ACF0-E27EF9C2D6EC}"/>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31690"/>
            <a:stretch/>
          </p:blipFill>
          <p:spPr>
            <a:xfrm>
              <a:off x="4549190" y="5758481"/>
              <a:ext cx="589432" cy="402638"/>
            </a:xfrm>
            <a:prstGeom prst="rect">
              <a:avLst/>
            </a:prstGeom>
          </p:spPr>
        </p:pic>
        <p:pic>
          <p:nvPicPr>
            <p:cNvPr id="58" name="Graphique 57" descr="Mur de briques avec un remplissage uni">
              <a:extLst>
                <a:ext uri="{FF2B5EF4-FFF2-40B4-BE49-F238E27FC236}">
                  <a16:creationId xmlns:a16="http://schemas.microsoft.com/office/drawing/2014/main" id="{4F5724BD-1CCF-40BD-A5ED-B646359FD3B1}"/>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31690"/>
            <a:stretch/>
          </p:blipFill>
          <p:spPr>
            <a:xfrm>
              <a:off x="4549190" y="5420992"/>
              <a:ext cx="589432" cy="402638"/>
            </a:xfrm>
            <a:prstGeom prst="rect">
              <a:avLst/>
            </a:prstGeom>
          </p:spPr>
        </p:pic>
        <p:pic>
          <p:nvPicPr>
            <p:cNvPr id="59" name="Graphique 58" descr="Mur de briques avec un remplissage uni">
              <a:extLst>
                <a:ext uri="{FF2B5EF4-FFF2-40B4-BE49-F238E27FC236}">
                  <a16:creationId xmlns:a16="http://schemas.microsoft.com/office/drawing/2014/main" id="{8A1F6869-3F3F-4B8B-B5FF-7FB5D2452086}"/>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31690"/>
            <a:stretch/>
          </p:blipFill>
          <p:spPr>
            <a:xfrm>
              <a:off x="4549190" y="5088353"/>
              <a:ext cx="589432" cy="402638"/>
            </a:xfrm>
            <a:prstGeom prst="rect">
              <a:avLst/>
            </a:prstGeom>
          </p:spPr>
        </p:pic>
        <p:pic>
          <p:nvPicPr>
            <p:cNvPr id="60" name="Graphique 59" descr="Mur de briques avec un remplissage uni">
              <a:extLst>
                <a:ext uri="{FF2B5EF4-FFF2-40B4-BE49-F238E27FC236}">
                  <a16:creationId xmlns:a16="http://schemas.microsoft.com/office/drawing/2014/main" id="{F785B0F1-3C4E-4D8B-AC1C-D827F75CFAC8}"/>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11793"/>
            <a:stretch/>
          </p:blipFill>
          <p:spPr>
            <a:xfrm>
              <a:off x="4549190" y="4633585"/>
              <a:ext cx="589432" cy="519918"/>
            </a:xfrm>
            <a:prstGeom prst="rect">
              <a:avLst/>
            </a:prstGeom>
          </p:spPr>
        </p:pic>
      </p:grpSp>
      <p:grpSp>
        <p:nvGrpSpPr>
          <p:cNvPr id="61" name="Groupe 60">
            <a:extLst>
              <a:ext uri="{FF2B5EF4-FFF2-40B4-BE49-F238E27FC236}">
                <a16:creationId xmlns:a16="http://schemas.microsoft.com/office/drawing/2014/main" id="{0154EDE2-155E-47B1-8892-7557F100108C}"/>
              </a:ext>
            </a:extLst>
          </p:cNvPr>
          <p:cNvGrpSpPr/>
          <p:nvPr/>
        </p:nvGrpSpPr>
        <p:grpSpPr>
          <a:xfrm>
            <a:off x="6836039" y="3681411"/>
            <a:ext cx="589432" cy="2207871"/>
            <a:chOff x="4549190" y="4633585"/>
            <a:chExt cx="589432" cy="2207871"/>
          </a:xfrm>
        </p:grpSpPr>
        <p:pic>
          <p:nvPicPr>
            <p:cNvPr id="62" name="Graphique 61" descr="Mur de briques avec un remplissage uni">
              <a:extLst>
                <a:ext uri="{FF2B5EF4-FFF2-40B4-BE49-F238E27FC236}">
                  <a16:creationId xmlns:a16="http://schemas.microsoft.com/office/drawing/2014/main" id="{C29037B8-D8B3-4B98-A7F8-F57105A5E69C}"/>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31690"/>
            <a:stretch/>
          </p:blipFill>
          <p:spPr>
            <a:xfrm>
              <a:off x="4549190" y="6438818"/>
              <a:ext cx="589432" cy="402638"/>
            </a:xfrm>
            <a:prstGeom prst="rect">
              <a:avLst/>
            </a:prstGeom>
          </p:spPr>
        </p:pic>
        <p:pic>
          <p:nvPicPr>
            <p:cNvPr id="63" name="Graphique 62" descr="Mur de briques avec un remplissage uni">
              <a:extLst>
                <a:ext uri="{FF2B5EF4-FFF2-40B4-BE49-F238E27FC236}">
                  <a16:creationId xmlns:a16="http://schemas.microsoft.com/office/drawing/2014/main" id="{788DBC55-D097-41E6-AD50-EFDF86868760}"/>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31690"/>
            <a:stretch/>
          </p:blipFill>
          <p:spPr>
            <a:xfrm>
              <a:off x="4549190" y="6101329"/>
              <a:ext cx="589432" cy="402638"/>
            </a:xfrm>
            <a:prstGeom prst="rect">
              <a:avLst/>
            </a:prstGeom>
          </p:spPr>
        </p:pic>
        <p:pic>
          <p:nvPicPr>
            <p:cNvPr id="64" name="Graphique 63" descr="Mur de briques avec un remplissage uni">
              <a:extLst>
                <a:ext uri="{FF2B5EF4-FFF2-40B4-BE49-F238E27FC236}">
                  <a16:creationId xmlns:a16="http://schemas.microsoft.com/office/drawing/2014/main" id="{4341252D-2729-4CD0-8FCE-116197D92032}"/>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31690"/>
            <a:stretch/>
          </p:blipFill>
          <p:spPr>
            <a:xfrm>
              <a:off x="4549190" y="5758481"/>
              <a:ext cx="589432" cy="402638"/>
            </a:xfrm>
            <a:prstGeom prst="rect">
              <a:avLst/>
            </a:prstGeom>
          </p:spPr>
        </p:pic>
        <p:pic>
          <p:nvPicPr>
            <p:cNvPr id="65" name="Graphique 64" descr="Mur de briques avec un remplissage uni">
              <a:extLst>
                <a:ext uri="{FF2B5EF4-FFF2-40B4-BE49-F238E27FC236}">
                  <a16:creationId xmlns:a16="http://schemas.microsoft.com/office/drawing/2014/main" id="{E91753ED-716B-458C-9E04-E9F356FB3B21}"/>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31690"/>
            <a:stretch/>
          </p:blipFill>
          <p:spPr>
            <a:xfrm>
              <a:off x="4549190" y="5420992"/>
              <a:ext cx="589432" cy="402638"/>
            </a:xfrm>
            <a:prstGeom prst="rect">
              <a:avLst/>
            </a:prstGeom>
          </p:spPr>
        </p:pic>
        <p:pic>
          <p:nvPicPr>
            <p:cNvPr id="66" name="Graphique 65" descr="Mur de briques avec un remplissage uni">
              <a:extLst>
                <a:ext uri="{FF2B5EF4-FFF2-40B4-BE49-F238E27FC236}">
                  <a16:creationId xmlns:a16="http://schemas.microsoft.com/office/drawing/2014/main" id="{2FA39551-9F78-4791-B3F5-559C2619C101}"/>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31690"/>
            <a:stretch/>
          </p:blipFill>
          <p:spPr>
            <a:xfrm>
              <a:off x="4549190" y="5088353"/>
              <a:ext cx="589432" cy="402638"/>
            </a:xfrm>
            <a:prstGeom prst="rect">
              <a:avLst/>
            </a:prstGeom>
          </p:spPr>
        </p:pic>
        <p:pic>
          <p:nvPicPr>
            <p:cNvPr id="67" name="Graphique 66" descr="Mur de briques avec un remplissage uni">
              <a:extLst>
                <a:ext uri="{FF2B5EF4-FFF2-40B4-BE49-F238E27FC236}">
                  <a16:creationId xmlns:a16="http://schemas.microsoft.com/office/drawing/2014/main" id="{497736D9-EB61-4E0F-90FD-EBD3C7535E2A}"/>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11793"/>
            <a:stretch/>
          </p:blipFill>
          <p:spPr>
            <a:xfrm>
              <a:off x="4549190" y="4633585"/>
              <a:ext cx="589432" cy="519918"/>
            </a:xfrm>
            <a:prstGeom prst="rect">
              <a:avLst/>
            </a:prstGeom>
          </p:spPr>
        </p:pic>
      </p:grpSp>
      <p:grpSp>
        <p:nvGrpSpPr>
          <p:cNvPr id="68" name="Groupe 67">
            <a:extLst>
              <a:ext uri="{FF2B5EF4-FFF2-40B4-BE49-F238E27FC236}">
                <a16:creationId xmlns:a16="http://schemas.microsoft.com/office/drawing/2014/main" id="{089B7CE2-8FB5-4507-9CC7-4DCD964AD42A}"/>
              </a:ext>
            </a:extLst>
          </p:cNvPr>
          <p:cNvGrpSpPr/>
          <p:nvPr/>
        </p:nvGrpSpPr>
        <p:grpSpPr>
          <a:xfrm>
            <a:off x="8516338" y="3672022"/>
            <a:ext cx="589432" cy="2207871"/>
            <a:chOff x="4549190" y="4633585"/>
            <a:chExt cx="589432" cy="2207871"/>
          </a:xfrm>
        </p:grpSpPr>
        <p:pic>
          <p:nvPicPr>
            <p:cNvPr id="69" name="Graphique 68" descr="Mur de briques avec un remplissage uni">
              <a:extLst>
                <a:ext uri="{FF2B5EF4-FFF2-40B4-BE49-F238E27FC236}">
                  <a16:creationId xmlns:a16="http://schemas.microsoft.com/office/drawing/2014/main" id="{AE3FEE25-158E-4CA9-BE95-304EC5AD06B7}"/>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31690"/>
            <a:stretch/>
          </p:blipFill>
          <p:spPr>
            <a:xfrm>
              <a:off x="4549190" y="6438818"/>
              <a:ext cx="589432" cy="402638"/>
            </a:xfrm>
            <a:prstGeom prst="rect">
              <a:avLst/>
            </a:prstGeom>
          </p:spPr>
        </p:pic>
        <p:pic>
          <p:nvPicPr>
            <p:cNvPr id="70" name="Graphique 69" descr="Mur de briques avec un remplissage uni">
              <a:extLst>
                <a:ext uri="{FF2B5EF4-FFF2-40B4-BE49-F238E27FC236}">
                  <a16:creationId xmlns:a16="http://schemas.microsoft.com/office/drawing/2014/main" id="{6D19FBA9-B245-4F35-A2D5-B3C97BA9E3E7}"/>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31690"/>
            <a:stretch/>
          </p:blipFill>
          <p:spPr>
            <a:xfrm>
              <a:off x="4549190" y="6101329"/>
              <a:ext cx="589432" cy="402638"/>
            </a:xfrm>
            <a:prstGeom prst="rect">
              <a:avLst/>
            </a:prstGeom>
          </p:spPr>
        </p:pic>
        <p:pic>
          <p:nvPicPr>
            <p:cNvPr id="71" name="Graphique 70" descr="Mur de briques avec un remplissage uni">
              <a:extLst>
                <a:ext uri="{FF2B5EF4-FFF2-40B4-BE49-F238E27FC236}">
                  <a16:creationId xmlns:a16="http://schemas.microsoft.com/office/drawing/2014/main" id="{41609B30-A320-4C38-8492-93B83D278D7C}"/>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31690"/>
            <a:stretch/>
          </p:blipFill>
          <p:spPr>
            <a:xfrm>
              <a:off x="4549190" y="5758481"/>
              <a:ext cx="589432" cy="402638"/>
            </a:xfrm>
            <a:prstGeom prst="rect">
              <a:avLst/>
            </a:prstGeom>
          </p:spPr>
        </p:pic>
        <p:pic>
          <p:nvPicPr>
            <p:cNvPr id="82" name="Graphique 81" descr="Mur de briques avec un remplissage uni">
              <a:extLst>
                <a:ext uri="{FF2B5EF4-FFF2-40B4-BE49-F238E27FC236}">
                  <a16:creationId xmlns:a16="http://schemas.microsoft.com/office/drawing/2014/main" id="{1AF3333C-1B2B-45DA-8654-934A7E0A983D}"/>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31690"/>
            <a:stretch/>
          </p:blipFill>
          <p:spPr>
            <a:xfrm>
              <a:off x="4549190" y="5420992"/>
              <a:ext cx="589432" cy="402638"/>
            </a:xfrm>
            <a:prstGeom prst="rect">
              <a:avLst/>
            </a:prstGeom>
          </p:spPr>
        </p:pic>
        <p:pic>
          <p:nvPicPr>
            <p:cNvPr id="83" name="Graphique 82" descr="Mur de briques avec un remplissage uni">
              <a:extLst>
                <a:ext uri="{FF2B5EF4-FFF2-40B4-BE49-F238E27FC236}">
                  <a16:creationId xmlns:a16="http://schemas.microsoft.com/office/drawing/2014/main" id="{343C2AAC-EBDA-4AA5-8A94-A7FF2E3A711C}"/>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31690"/>
            <a:stretch/>
          </p:blipFill>
          <p:spPr>
            <a:xfrm>
              <a:off x="4549190" y="5088353"/>
              <a:ext cx="589432" cy="402638"/>
            </a:xfrm>
            <a:prstGeom prst="rect">
              <a:avLst/>
            </a:prstGeom>
          </p:spPr>
        </p:pic>
        <p:pic>
          <p:nvPicPr>
            <p:cNvPr id="87" name="Graphique 86" descr="Mur de briques avec un remplissage uni">
              <a:extLst>
                <a:ext uri="{FF2B5EF4-FFF2-40B4-BE49-F238E27FC236}">
                  <a16:creationId xmlns:a16="http://schemas.microsoft.com/office/drawing/2014/main" id="{FBCE6C75-7D6E-4E4A-A1E9-CD53F3CFCE05}"/>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11793"/>
            <a:stretch/>
          </p:blipFill>
          <p:spPr>
            <a:xfrm>
              <a:off x="4549190" y="4633585"/>
              <a:ext cx="589432" cy="519918"/>
            </a:xfrm>
            <a:prstGeom prst="rect">
              <a:avLst/>
            </a:prstGeom>
          </p:spPr>
        </p:pic>
      </p:grpSp>
      <p:grpSp>
        <p:nvGrpSpPr>
          <p:cNvPr id="95" name="Groupe 94">
            <a:extLst>
              <a:ext uri="{FF2B5EF4-FFF2-40B4-BE49-F238E27FC236}">
                <a16:creationId xmlns:a16="http://schemas.microsoft.com/office/drawing/2014/main" id="{0B37F3EC-EE38-4E1C-B180-C67CBDFD171B}"/>
              </a:ext>
            </a:extLst>
          </p:cNvPr>
          <p:cNvGrpSpPr/>
          <p:nvPr/>
        </p:nvGrpSpPr>
        <p:grpSpPr>
          <a:xfrm>
            <a:off x="10096792" y="3672022"/>
            <a:ext cx="589432" cy="2207871"/>
            <a:chOff x="4549190" y="4633585"/>
            <a:chExt cx="589432" cy="2207871"/>
          </a:xfrm>
        </p:grpSpPr>
        <p:pic>
          <p:nvPicPr>
            <p:cNvPr id="97" name="Graphique 96" descr="Mur de briques avec un remplissage uni">
              <a:extLst>
                <a:ext uri="{FF2B5EF4-FFF2-40B4-BE49-F238E27FC236}">
                  <a16:creationId xmlns:a16="http://schemas.microsoft.com/office/drawing/2014/main" id="{9822FAF0-1515-4DCE-8CE7-DBF72B2A7B9A}"/>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31690"/>
            <a:stretch/>
          </p:blipFill>
          <p:spPr>
            <a:xfrm>
              <a:off x="4549190" y="6438818"/>
              <a:ext cx="589432" cy="402638"/>
            </a:xfrm>
            <a:prstGeom prst="rect">
              <a:avLst/>
            </a:prstGeom>
          </p:spPr>
        </p:pic>
        <p:pic>
          <p:nvPicPr>
            <p:cNvPr id="98" name="Graphique 97" descr="Mur de briques avec un remplissage uni">
              <a:extLst>
                <a:ext uri="{FF2B5EF4-FFF2-40B4-BE49-F238E27FC236}">
                  <a16:creationId xmlns:a16="http://schemas.microsoft.com/office/drawing/2014/main" id="{D35CA215-CA0E-4E77-836D-C2099C61718D}"/>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31690"/>
            <a:stretch/>
          </p:blipFill>
          <p:spPr>
            <a:xfrm>
              <a:off x="4549190" y="6101329"/>
              <a:ext cx="589432" cy="402638"/>
            </a:xfrm>
            <a:prstGeom prst="rect">
              <a:avLst/>
            </a:prstGeom>
          </p:spPr>
        </p:pic>
        <p:pic>
          <p:nvPicPr>
            <p:cNvPr id="99" name="Graphique 98" descr="Mur de briques avec un remplissage uni">
              <a:extLst>
                <a:ext uri="{FF2B5EF4-FFF2-40B4-BE49-F238E27FC236}">
                  <a16:creationId xmlns:a16="http://schemas.microsoft.com/office/drawing/2014/main" id="{405BFAC2-FA4F-40E7-A271-D15CDDFA2A2C}"/>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31690"/>
            <a:stretch/>
          </p:blipFill>
          <p:spPr>
            <a:xfrm>
              <a:off x="4549190" y="5758481"/>
              <a:ext cx="589432" cy="402638"/>
            </a:xfrm>
            <a:prstGeom prst="rect">
              <a:avLst/>
            </a:prstGeom>
          </p:spPr>
        </p:pic>
        <p:pic>
          <p:nvPicPr>
            <p:cNvPr id="100" name="Graphique 99" descr="Mur de briques avec un remplissage uni">
              <a:extLst>
                <a:ext uri="{FF2B5EF4-FFF2-40B4-BE49-F238E27FC236}">
                  <a16:creationId xmlns:a16="http://schemas.microsoft.com/office/drawing/2014/main" id="{7B5CB492-4E6D-4AEF-89CA-616BC9187CA3}"/>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31690"/>
            <a:stretch/>
          </p:blipFill>
          <p:spPr>
            <a:xfrm>
              <a:off x="4549190" y="5420992"/>
              <a:ext cx="589432" cy="402638"/>
            </a:xfrm>
            <a:prstGeom prst="rect">
              <a:avLst/>
            </a:prstGeom>
          </p:spPr>
        </p:pic>
        <p:pic>
          <p:nvPicPr>
            <p:cNvPr id="101" name="Graphique 100" descr="Mur de briques avec un remplissage uni">
              <a:extLst>
                <a:ext uri="{FF2B5EF4-FFF2-40B4-BE49-F238E27FC236}">
                  <a16:creationId xmlns:a16="http://schemas.microsoft.com/office/drawing/2014/main" id="{D2D64D62-7BCB-4844-A29E-65B55F7285FC}"/>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31690"/>
            <a:stretch/>
          </p:blipFill>
          <p:spPr>
            <a:xfrm>
              <a:off x="4549190" y="5088353"/>
              <a:ext cx="589432" cy="402638"/>
            </a:xfrm>
            <a:prstGeom prst="rect">
              <a:avLst/>
            </a:prstGeom>
          </p:spPr>
        </p:pic>
        <p:pic>
          <p:nvPicPr>
            <p:cNvPr id="102" name="Graphique 101" descr="Mur de briques avec un remplissage uni">
              <a:extLst>
                <a:ext uri="{FF2B5EF4-FFF2-40B4-BE49-F238E27FC236}">
                  <a16:creationId xmlns:a16="http://schemas.microsoft.com/office/drawing/2014/main" id="{2277FE00-E442-4CF7-8C6B-09B55D5BFFF6}"/>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11793"/>
            <a:stretch/>
          </p:blipFill>
          <p:spPr>
            <a:xfrm>
              <a:off x="4549190" y="4633585"/>
              <a:ext cx="589432" cy="519918"/>
            </a:xfrm>
            <a:prstGeom prst="rect">
              <a:avLst/>
            </a:prstGeom>
          </p:spPr>
        </p:pic>
      </p:grpSp>
      <p:grpSp>
        <p:nvGrpSpPr>
          <p:cNvPr id="103" name="Groupe 102">
            <a:extLst>
              <a:ext uri="{FF2B5EF4-FFF2-40B4-BE49-F238E27FC236}">
                <a16:creationId xmlns:a16="http://schemas.microsoft.com/office/drawing/2014/main" id="{29D1985A-4456-48A0-AFB2-297F66DD9B87}"/>
              </a:ext>
            </a:extLst>
          </p:cNvPr>
          <p:cNvGrpSpPr/>
          <p:nvPr/>
        </p:nvGrpSpPr>
        <p:grpSpPr>
          <a:xfrm>
            <a:off x="364456" y="3692982"/>
            <a:ext cx="589432" cy="2207871"/>
            <a:chOff x="4549190" y="4633585"/>
            <a:chExt cx="589432" cy="2207871"/>
          </a:xfrm>
        </p:grpSpPr>
        <p:pic>
          <p:nvPicPr>
            <p:cNvPr id="104" name="Graphique 103" descr="Mur de briques avec un remplissage uni">
              <a:extLst>
                <a:ext uri="{FF2B5EF4-FFF2-40B4-BE49-F238E27FC236}">
                  <a16:creationId xmlns:a16="http://schemas.microsoft.com/office/drawing/2014/main" id="{613DAF50-95FD-4816-9D82-B915A285DC94}"/>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31690"/>
            <a:stretch/>
          </p:blipFill>
          <p:spPr>
            <a:xfrm>
              <a:off x="4549190" y="6438818"/>
              <a:ext cx="589432" cy="402638"/>
            </a:xfrm>
            <a:prstGeom prst="rect">
              <a:avLst/>
            </a:prstGeom>
          </p:spPr>
        </p:pic>
        <p:pic>
          <p:nvPicPr>
            <p:cNvPr id="105" name="Graphique 104" descr="Mur de briques avec un remplissage uni">
              <a:extLst>
                <a:ext uri="{FF2B5EF4-FFF2-40B4-BE49-F238E27FC236}">
                  <a16:creationId xmlns:a16="http://schemas.microsoft.com/office/drawing/2014/main" id="{19B5DFD2-2C1B-437D-B7BA-95FA99854EC8}"/>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31690"/>
            <a:stretch/>
          </p:blipFill>
          <p:spPr>
            <a:xfrm>
              <a:off x="4549190" y="6101329"/>
              <a:ext cx="589432" cy="402638"/>
            </a:xfrm>
            <a:prstGeom prst="rect">
              <a:avLst/>
            </a:prstGeom>
          </p:spPr>
        </p:pic>
        <p:pic>
          <p:nvPicPr>
            <p:cNvPr id="106" name="Graphique 105" descr="Mur de briques avec un remplissage uni">
              <a:extLst>
                <a:ext uri="{FF2B5EF4-FFF2-40B4-BE49-F238E27FC236}">
                  <a16:creationId xmlns:a16="http://schemas.microsoft.com/office/drawing/2014/main" id="{46EE626D-9CA9-4AA4-8799-981C3C14D753}"/>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31690"/>
            <a:stretch/>
          </p:blipFill>
          <p:spPr>
            <a:xfrm>
              <a:off x="4549190" y="5758481"/>
              <a:ext cx="589432" cy="402638"/>
            </a:xfrm>
            <a:prstGeom prst="rect">
              <a:avLst/>
            </a:prstGeom>
          </p:spPr>
        </p:pic>
        <p:pic>
          <p:nvPicPr>
            <p:cNvPr id="107" name="Graphique 106" descr="Mur de briques avec un remplissage uni">
              <a:extLst>
                <a:ext uri="{FF2B5EF4-FFF2-40B4-BE49-F238E27FC236}">
                  <a16:creationId xmlns:a16="http://schemas.microsoft.com/office/drawing/2014/main" id="{4DFB16B2-C026-44BF-9832-52741AC9FFE1}"/>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31690"/>
            <a:stretch/>
          </p:blipFill>
          <p:spPr>
            <a:xfrm>
              <a:off x="4549190" y="5420992"/>
              <a:ext cx="589432" cy="402638"/>
            </a:xfrm>
            <a:prstGeom prst="rect">
              <a:avLst/>
            </a:prstGeom>
          </p:spPr>
        </p:pic>
        <p:pic>
          <p:nvPicPr>
            <p:cNvPr id="108" name="Graphique 107" descr="Mur de briques avec un remplissage uni">
              <a:extLst>
                <a:ext uri="{FF2B5EF4-FFF2-40B4-BE49-F238E27FC236}">
                  <a16:creationId xmlns:a16="http://schemas.microsoft.com/office/drawing/2014/main" id="{C3687360-6A29-408E-8A86-198623C3D08D}"/>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31690"/>
            <a:stretch/>
          </p:blipFill>
          <p:spPr>
            <a:xfrm>
              <a:off x="4549190" y="5088353"/>
              <a:ext cx="589432" cy="402638"/>
            </a:xfrm>
            <a:prstGeom prst="rect">
              <a:avLst/>
            </a:prstGeom>
          </p:spPr>
        </p:pic>
        <p:pic>
          <p:nvPicPr>
            <p:cNvPr id="109" name="Graphique 108" descr="Mur de briques avec un remplissage uni">
              <a:extLst>
                <a:ext uri="{FF2B5EF4-FFF2-40B4-BE49-F238E27FC236}">
                  <a16:creationId xmlns:a16="http://schemas.microsoft.com/office/drawing/2014/main" id="{33EEFF45-7646-4077-8979-537DBCD18C82}"/>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11793"/>
            <a:stretch/>
          </p:blipFill>
          <p:spPr>
            <a:xfrm>
              <a:off x="4549190" y="4633585"/>
              <a:ext cx="589432" cy="519918"/>
            </a:xfrm>
            <a:prstGeom prst="rect">
              <a:avLst/>
            </a:prstGeom>
          </p:spPr>
        </p:pic>
      </p:grpSp>
      <p:sp>
        <p:nvSpPr>
          <p:cNvPr id="114" name="Rectangle 113">
            <a:extLst>
              <a:ext uri="{FF2B5EF4-FFF2-40B4-BE49-F238E27FC236}">
                <a16:creationId xmlns:a16="http://schemas.microsoft.com/office/drawing/2014/main" id="{85F510F6-3E65-45EA-8636-39AE577A2A18}"/>
              </a:ext>
            </a:extLst>
          </p:cNvPr>
          <p:cNvSpPr/>
          <p:nvPr/>
        </p:nvSpPr>
        <p:spPr>
          <a:xfrm>
            <a:off x="189175" y="3870051"/>
            <a:ext cx="571718" cy="561174"/>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sp>
        <p:nvSpPr>
          <p:cNvPr id="115" name="Rectangle 114">
            <a:extLst>
              <a:ext uri="{FF2B5EF4-FFF2-40B4-BE49-F238E27FC236}">
                <a16:creationId xmlns:a16="http://schemas.microsoft.com/office/drawing/2014/main" id="{84121BC2-F9D5-41C1-84CE-8DB2A3632E9F}"/>
              </a:ext>
            </a:extLst>
          </p:cNvPr>
          <p:cNvSpPr/>
          <p:nvPr/>
        </p:nvSpPr>
        <p:spPr>
          <a:xfrm>
            <a:off x="189175" y="4510764"/>
            <a:ext cx="571718" cy="561174"/>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sp>
        <p:nvSpPr>
          <p:cNvPr id="116" name="Rectangle 115">
            <a:extLst>
              <a:ext uri="{FF2B5EF4-FFF2-40B4-BE49-F238E27FC236}">
                <a16:creationId xmlns:a16="http://schemas.microsoft.com/office/drawing/2014/main" id="{9F8FA6DF-3714-492B-88D4-A5DADE841EFB}"/>
              </a:ext>
            </a:extLst>
          </p:cNvPr>
          <p:cNvSpPr/>
          <p:nvPr/>
        </p:nvSpPr>
        <p:spPr>
          <a:xfrm>
            <a:off x="194695" y="5208945"/>
            <a:ext cx="571718" cy="561174"/>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sp>
        <p:nvSpPr>
          <p:cNvPr id="117" name="Rectangle 116">
            <a:extLst>
              <a:ext uri="{FF2B5EF4-FFF2-40B4-BE49-F238E27FC236}">
                <a16:creationId xmlns:a16="http://schemas.microsoft.com/office/drawing/2014/main" id="{67FFA9E4-BE0D-47B5-BF4D-2EF51B02D09F}"/>
              </a:ext>
            </a:extLst>
          </p:cNvPr>
          <p:cNvSpPr/>
          <p:nvPr/>
        </p:nvSpPr>
        <p:spPr>
          <a:xfrm>
            <a:off x="1836152" y="3862030"/>
            <a:ext cx="571718" cy="561174"/>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sp>
        <p:nvSpPr>
          <p:cNvPr id="118" name="Rectangle 117">
            <a:extLst>
              <a:ext uri="{FF2B5EF4-FFF2-40B4-BE49-F238E27FC236}">
                <a16:creationId xmlns:a16="http://schemas.microsoft.com/office/drawing/2014/main" id="{19B3872D-71CB-487B-8350-5A218EE60909}"/>
              </a:ext>
            </a:extLst>
          </p:cNvPr>
          <p:cNvSpPr/>
          <p:nvPr/>
        </p:nvSpPr>
        <p:spPr>
          <a:xfrm>
            <a:off x="1836152" y="4502743"/>
            <a:ext cx="571718" cy="561174"/>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sp>
        <p:nvSpPr>
          <p:cNvPr id="119" name="Rectangle 118">
            <a:extLst>
              <a:ext uri="{FF2B5EF4-FFF2-40B4-BE49-F238E27FC236}">
                <a16:creationId xmlns:a16="http://schemas.microsoft.com/office/drawing/2014/main" id="{C988C821-0D0B-4E79-B35F-F023FC94A519}"/>
              </a:ext>
            </a:extLst>
          </p:cNvPr>
          <p:cNvSpPr/>
          <p:nvPr/>
        </p:nvSpPr>
        <p:spPr>
          <a:xfrm>
            <a:off x="1841672" y="5200924"/>
            <a:ext cx="571718" cy="561174"/>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sp>
        <p:nvSpPr>
          <p:cNvPr id="120" name="Rectangle 119">
            <a:extLst>
              <a:ext uri="{FF2B5EF4-FFF2-40B4-BE49-F238E27FC236}">
                <a16:creationId xmlns:a16="http://schemas.microsoft.com/office/drawing/2014/main" id="{68ED7F88-819F-4E89-9686-C43A91D4958A}"/>
              </a:ext>
            </a:extLst>
          </p:cNvPr>
          <p:cNvSpPr/>
          <p:nvPr/>
        </p:nvSpPr>
        <p:spPr>
          <a:xfrm>
            <a:off x="3398892" y="3846203"/>
            <a:ext cx="571718" cy="561174"/>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sp>
        <p:nvSpPr>
          <p:cNvPr id="121" name="Rectangle 120">
            <a:extLst>
              <a:ext uri="{FF2B5EF4-FFF2-40B4-BE49-F238E27FC236}">
                <a16:creationId xmlns:a16="http://schemas.microsoft.com/office/drawing/2014/main" id="{9EB1FF84-1E6B-4617-8BA4-36B3F72B19DD}"/>
              </a:ext>
            </a:extLst>
          </p:cNvPr>
          <p:cNvSpPr/>
          <p:nvPr/>
        </p:nvSpPr>
        <p:spPr>
          <a:xfrm>
            <a:off x="3398892" y="4486916"/>
            <a:ext cx="571718" cy="561174"/>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sp>
        <p:nvSpPr>
          <p:cNvPr id="122" name="Rectangle 121">
            <a:extLst>
              <a:ext uri="{FF2B5EF4-FFF2-40B4-BE49-F238E27FC236}">
                <a16:creationId xmlns:a16="http://schemas.microsoft.com/office/drawing/2014/main" id="{3B7B2605-5B51-4424-AC8D-4430D2118F74}"/>
              </a:ext>
            </a:extLst>
          </p:cNvPr>
          <p:cNvSpPr/>
          <p:nvPr/>
        </p:nvSpPr>
        <p:spPr>
          <a:xfrm>
            <a:off x="3404412" y="5185097"/>
            <a:ext cx="571718" cy="561174"/>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sp>
        <p:nvSpPr>
          <p:cNvPr id="123" name="Rectangle 122">
            <a:extLst>
              <a:ext uri="{FF2B5EF4-FFF2-40B4-BE49-F238E27FC236}">
                <a16:creationId xmlns:a16="http://schemas.microsoft.com/office/drawing/2014/main" id="{A4132FFE-31B1-41AB-BCF8-C01B25C41134}"/>
              </a:ext>
            </a:extLst>
          </p:cNvPr>
          <p:cNvSpPr/>
          <p:nvPr/>
        </p:nvSpPr>
        <p:spPr>
          <a:xfrm>
            <a:off x="5081627" y="3840122"/>
            <a:ext cx="571718" cy="561174"/>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sp>
        <p:nvSpPr>
          <p:cNvPr id="124" name="Rectangle 123">
            <a:extLst>
              <a:ext uri="{FF2B5EF4-FFF2-40B4-BE49-F238E27FC236}">
                <a16:creationId xmlns:a16="http://schemas.microsoft.com/office/drawing/2014/main" id="{B401ACD4-FADB-4303-984E-62E2ACA206F4}"/>
              </a:ext>
            </a:extLst>
          </p:cNvPr>
          <p:cNvSpPr/>
          <p:nvPr/>
        </p:nvSpPr>
        <p:spPr>
          <a:xfrm>
            <a:off x="5081627" y="4480835"/>
            <a:ext cx="571718" cy="561174"/>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sp>
        <p:nvSpPr>
          <p:cNvPr id="125" name="Rectangle 124">
            <a:extLst>
              <a:ext uri="{FF2B5EF4-FFF2-40B4-BE49-F238E27FC236}">
                <a16:creationId xmlns:a16="http://schemas.microsoft.com/office/drawing/2014/main" id="{09EDE1B0-22A3-4236-A82D-F940900C6A89}"/>
              </a:ext>
            </a:extLst>
          </p:cNvPr>
          <p:cNvSpPr/>
          <p:nvPr/>
        </p:nvSpPr>
        <p:spPr>
          <a:xfrm>
            <a:off x="5087147" y="5179016"/>
            <a:ext cx="571718" cy="561174"/>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sp>
        <p:nvSpPr>
          <p:cNvPr id="126" name="Rectangle 125">
            <a:extLst>
              <a:ext uri="{FF2B5EF4-FFF2-40B4-BE49-F238E27FC236}">
                <a16:creationId xmlns:a16="http://schemas.microsoft.com/office/drawing/2014/main" id="{9879F733-F1E6-4D45-B483-051C9E095EF9}"/>
              </a:ext>
            </a:extLst>
          </p:cNvPr>
          <p:cNvSpPr/>
          <p:nvPr/>
        </p:nvSpPr>
        <p:spPr>
          <a:xfrm>
            <a:off x="6654774" y="3834677"/>
            <a:ext cx="571718" cy="561174"/>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sp>
        <p:nvSpPr>
          <p:cNvPr id="127" name="Rectangle 126">
            <a:extLst>
              <a:ext uri="{FF2B5EF4-FFF2-40B4-BE49-F238E27FC236}">
                <a16:creationId xmlns:a16="http://schemas.microsoft.com/office/drawing/2014/main" id="{51F1D9BB-D150-4B3D-A54E-FDC7B2AC06F5}"/>
              </a:ext>
            </a:extLst>
          </p:cNvPr>
          <p:cNvSpPr/>
          <p:nvPr/>
        </p:nvSpPr>
        <p:spPr>
          <a:xfrm>
            <a:off x="6654774" y="4475390"/>
            <a:ext cx="571718" cy="561174"/>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sp>
        <p:nvSpPr>
          <p:cNvPr id="128" name="Rectangle 127">
            <a:extLst>
              <a:ext uri="{FF2B5EF4-FFF2-40B4-BE49-F238E27FC236}">
                <a16:creationId xmlns:a16="http://schemas.microsoft.com/office/drawing/2014/main" id="{3B3664FE-ADD0-4455-929C-56370758CF22}"/>
              </a:ext>
            </a:extLst>
          </p:cNvPr>
          <p:cNvSpPr/>
          <p:nvPr/>
        </p:nvSpPr>
        <p:spPr>
          <a:xfrm>
            <a:off x="6660294" y="5173571"/>
            <a:ext cx="571718" cy="561174"/>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sp>
        <p:nvSpPr>
          <p:cNvPr id="129" name="Rectangle 128">
            <a:extLst>
              <a:ext uri="{FF2B5EF4-FFF2-40B4-BE49-F238E27FC236}">
                <a16:creationId xmlns:a16="http://schemas.microsoft.com/office/drawing/2014/main" id="{1DF83E5B-A81F-4280-B05E-D7906AD28C86}"/>
              </a:ext>
            </a:extLst>
          </p:cNvPr>
          <p:cNvSpPr/>
          <p:nvPr/>
        </p:nvSpPr>
        <p:spPr>
          <a:xfrm>
            <a:off x="8356850" y="3819779"/>
            <a:ext cx="571718" cy="561174"/>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sp>
        <p:nvSpPr>
          <p:cNvPr id="130" name="Rectangle 129">
            <a:extLst>
              <a:ext uri="{FF2B5EF4-FFF2-40B4-BE49-F238E27FC236}">
                <a16:creationId xmlns:a16="http://schemas.microsoft.com/office/drawing/2014/main" id="{2B53725A-71E7-4D39-A4E8-6B2144CCE9A1}"/>
              </a:ext>
            </a:extLst>
          </p:cNvPr>
          <p:cNvSpPr/>
          <p:nvPr/>
        </p:nvSpPr>
        <p:spPr>
          <a:xfrm>
            <a:off x="8356850" y="4460492"/>
            <a:ext cx="571718" cy="561174"/>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sp>
        <p:nvSpPr>
          <p:cNvPr id="131" name="Rectangle 130">
            <a:extLst>
              <a:ext uri="{FF2B5EF4-FFF2-40B4-BE49-F238E27FC236}">
                <a16:creationId xmlns:a16="http://schemas.microsoft.com/office/drawing/2014/main" id="{0434B1DA-534F-4309-A21E-F97BF77631AC}"/>
              </a:ext>
            </a:extLst>
          </p:cNvPr>
          <p:cNvSpPr/>
          <p:nvPr/>
        </p:nvSpPr>
        <p:spPr>
          <a:xfrm>
            <a:off x="8362370" y="5158673"/>
            <a:ext cx="571718" cy="561174"/>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sp>
        <p:nvSpPr>
          <p:cNvPr id="132" name="Rectangle 131">
            <a:extLst>
              <a:ext uri="{FF2B5EF4-FFF2-40B4-BE49-F238E27FC236}">
                <a16:creationId xmlns:a16="http://schemas.microsoft.com/office/drawing/2014/main" id="{B9A43AA8-5C7A-44D2-AC72-D2BD2D8503DF}"/>
              </a:ext>
            </a:extLst>
          </p:cNvPr>
          <p:cNvSpPr/>
          <p:nvPr/>
        </p:nvSpPr>
        <p:spPr>
          <a:xfrm>
            <a:off x="9943500" y="3795128"/>
            <a:ext cx="571718" cy="561174"/>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sp>
        <p:nvSpPr>
          <p:cNvPr id="133" name="Rectangle 132">
            <a:extLst>
              <a:ext uri="{FF2B5EF4-FFF2-40B4-BE49-F238E27FC236}">
                <a16:creationId xmlns:a16="http://schemas.microsoft.com/office/drawing/2014/main" id="{1346A2F3-DC6D-44F3-BB5F-932D0FC96CC9}"/>
              </a:ext>
            </a:extLst>
          </p:cNvPr>
          <p:cNvSpPr/>
          <p:nvPr/>
        </p:nvSpPr>
        <p:spPr>
          <a:xfrm>
            <a:off x="9943500" y="4435841"/>
            <a:ext cx="571718" cy="561174"/>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sp>
        <p:nvSpPr>
          <p:cNvPr id="134" name="Rectangle 133">
            <a:extLst>
              <a:ext uri="{FF2B5EF4-FFF2-40B4-BE49-F238E27FC236}">
                <a16:creationId xmlns:a16="http://schemas.microsoft.com/office/drawing/2014/main" id="{096F8300-3915-425A-B9F1-168D7CBC78A9}"/>
              </a:ext>
            </a:extLst>
          </p:cNvPr>
          <p:cNvSpPr/>
          <p:nvPr/>
        </p:nvSpPr>
        <p:spPr>
          <a:xfrm>
            <a:off x="9949020" y="5134022"/>
            <a:ext cx="571718" cy="561174"/>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spTree>
    <p:extLst>
      <p:ext uri="{BB962C8B-B14F-4D97-AF65-F5344CB8AC3E}">
        <p14:creationId xmlns:p14="http://schemas.microsoft.com/office/powerpoint/2010/main" val="3555974910"/>
      </p:ext>
    </p:extLst>
  </p:cSld>
  <p:clrMapOvr>
    <a:masterClrMapping/>
  </p:clrMapOvr>
  <mc:AlternateContent xmlns:mc="http://schemas.openxmlformats.org/markup-compatibility/2006" xmlns:p14="http://schemas.microsoft.com/office/powerpoint/2010/main">
    <mc:Choice Requires="p14">
      <p:transition spd="slow" p14:dur="2000" advTm="39573"/>
    </mc:Choice>
    <mc:Fallback xmlns="">
      <p:transition spd="slow" advTm="39573"/>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lumMod val="65000"/>
          </a:schemeClr>
        </a:solid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183C4B0-E757-4B7A-990C-B7FA3D783740}"/>
              </a:ext>
            </a:extLst>
          </p:cNvPr>
          <p:cNvSpPr>
            <a:spLocks noGrp="1"/>
          </p:cNvSpPr>
          <p:nvPr>
            <p:ph type="title"/>
          </p:nvPr>
        </p:nvSpPr>
        <p:spPr>
          <a:xfrm>
            <a:off x="1115567" y="548640"/>
            <a:ext cx="10679895" cy="1179576"/>
          </a:xfrm>
        </p:spPr>
        <p:txBody>
          <a:bodyPr>
            <a:normAutofit fontScale="90000"/>
          </a:bodyPr>
          <a:lstStyle/>
          <a:p>
            <a:r>
              <a:rPr lang="en-US" dirty="0"/>
              <a:t>Exercise P11</a:t>
            </a:r>
            <a:br>
              <a:rPr lang="en-US" dirty="0"/>
            </a:br>
            <a:r>
              <a:rPr lang="en-US" dirty="0"/>
              <a:t>Identify ideas for Front Jumps</a:t>
            </a:r>
          </a:p>
        </p:txBody>
      </p:sp>
      <p:graphicFrame>
        <p:nvGraphicFramePr>
          <p:cNvPr id="32" name="Tableau 5">
            <a:extLst>
              <a:ext uri="{FF2B5EF4-FFF2-40B4-BE49-F238E27FC236}">
                <a16:creationId xmlns:a16="http://schemas.microsoft.com/office/drawing/2014/main" id="{9819AC0A-6196-48FD-9C7B-98B627D86996}"/>
              </a:ext>
            </a:extLst>
          </p:cNvPr>
          <p:cNvGraphicFramePr>
            <a:graphicFrameLocks noGrp="1"/>
          </p:cNvGraphicFramePr>
          <p:nvPr/>
        </p:nvGraphicFramePr>
        <p:xfrm>
          <a:off x="515806" y="5895720"/>
          <a:ext cx="11398926" cy="827280"/>
        </p:xfrm>
        <a:graphic>
          <a:graphicData uri="http://schemas.openxmlformats.org/drawingml/2006/table">
            <a:tbl>
              <a:tblPr firstRow="1" bandRow="1">
                <a:tableStyleId>{5C22544A-7EE6-4342-B048-85BDC9FD1C3A}</a:tableStyleId>
              </a:tblPr>
              <a:tblGrid>
                <a:gridCol w="1628418">
                  <a:extLst>
                    <a:ext uri="{9D8B030D-6E8A-4147-A177-3AD203B41FA5}">
                      <a16:colId xmlns:a16="http://schemas.microsoft.com/office/drawing/2014/main" val="1258243979"/>
                    </a:ext>
                  </a:extLst>
                </a:gridCol>
                <a:gridCol w="1628418">
                  <a:extLst>
                    <a:ext uri="{9D8B030D-6E8A-4147-A177-3AD203B41FA5}">
                      <a16:colId xmlns:a16="http://schemas.microsoft.com/office/drawing/2014/main" val="1079462814"/>
                    </a:ext>
                  </a:extLst>
                </a:gridCol>
                <a:gridCol w="1628418">
                  <a:extLst>
                    <a:ext uri="{9D8B030D-6E8A-4147-A177-3AD203B41FA5}">
                      <a16:colId xmlns:a16="http://schemas.microsoft.com/office/drawing/2014/main" val="3397691572"/>
                    </a:ext>
                  </a:extLst>
                </a:gridCol>
                <a:gridCol w="1628418">
                  <a:extLst>
                    <a:ext uri="{9D8B030D-6E8A-4147-A177-3AD203B41FA5}">
                      <a16:colId xmlns:a16="http://schemas.microsoft.com/office/drawing/2014/main" val="3075883050"/>
                    </a:ext>
                  </a:extLst>
                </a:gridCol>
                <a:gridCol w="1628418">
                  <a:extLst>
                    <a:ext uri="{9D8B030D-6E8A-4147-A177-3AD203B41FA5}">
                      <a16:colId xmlns:a16="http://schemas.microsoft.com/office/drawing/2014/main" val="1259412674"/>
                    </a:ext>
                  </a:extLst>
                </a:gridCol>
                <a:gridCol w="1628418">
                  <a:extLst>
                    <a:ext uri="{9D8B030D-6E8A-4147-A177-3AD203B41FA5}">
                      <a16:colId xmlns:a16="http://schemas.microsoft.com/office/drawing/2014/main" val="3392695109"/>
                    </a:ext>
                  </a:extLst>
                </a:gridCol>
                <a:gridCol w="1628418">
                  <a:extLst>
                    <a:ext uri="{9D8B030D-6E8A-4147-A177-3AD203B41FA5}">
                      <a16:colId xmlns:a16="http://schemas.microsoft.com/office/drawing/2014/main" val="2848032752"/>
                    </a:ext>
                  </a:extLst>
                </a:gridCol>
              </a:tblGrid>
              <a:tr h="827280">
                <a:tc>
                  <a:txBody>
                    <a:bodyPr/>
                    <a:lstStyle/>
                    <a:p>
                      <a:pPr algn="ctr"/>
                      <a:endParaRPr lang="en-US" sz="1400" dirty="0">
                        <a:solidFill>
                          <a:schemeClr val="tx1"/>
                        </a:solidFill>
                      </a:endParaRPr>
                    </a:p>
                  </a:txBody>
                  <a:tcP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400" dirty="0">
                        <a:solidFill>
                          <a:schemeClr val="tx1"/>
                        </a:solidFill>
                      </a:endParaRPr>
                    </a:p>
                  </a:txBody>
                  <a:tcPr>
                    <a:solidFill>
                      <a:schemeClr val="bg1">
                        <a:lumMod val="95000"/>
                      </a:schemeClr>
                    </a:solidFill>
                  </a:tcPr>
                </a:tc>
                <a:tc>
                  <a:txBody>
                    <a:bodyPr/>
                    <a:lstStyle/>
                    <a:p>
                      <a:pPr algn="ctr"/>
                      <a:endParaRPr lang="en-US" sz="1400" dirty="0">
                        <a:solidFill>
                          <a:schemeClr val="tx1"/>
                        </a:solidFill>
                      </a:endParaRPr>
                    </a:p>
                  </a:txBody>
                  <a:tcPr>
                    <a:solidFill>
                      <a:schemeClr val="accent1">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400" dirty="0">
                        <a:solidFill>
                          <a:schemeClr val="tx1"/>
                        </a:solidFill>
                      </a:endParaRPr>
                    </a:p>
                  </a:txBody>
                  <a:tcPr>
                    <a:solidFill>
                      <a:schemeClr val="accent1">
                        <a:lumMod val="40000"/>
                        <a:lumOff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400" dirty="0">
                        <a:solidFill>
                          <a:schemeClr val="tx1"/>
                        </a:solidFill>
                      </a:endParaRPr>
                    </a:p>
                  </a:txBody>
                  <a:tcPr>
                    <a:solidFill>
                      <a:schemeClr val="accent1">
                        <a:lumMod val="60000"/>
                        <a:lumOff val="4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400" dirty="0">
                        <a:solidFill>
                          <a:schemeClr val="bg1"/>
                        </a:solidFill>
                      </a:endParaRPr>
                    </a:p>
                  </a:txBody>
                  <a:tcPr>
                    <a:solidFill>
                      <a:schemeClr val="accent1">
                        <a:lumMod val="75000"/>
                      </a:schemeClr>
                    </a:solidFill>
                  </a:tcPr>
                </a:tc>
                <a:tc>
                  <a:txBody>
                    <a:bodyPr/>
                    <a:lstStyle/>
                    <a:p>
                      <a:pPr algn="ctr"/>
                      <a:endParaRPr lang="en-US" sz="1400" dirty="0">
                        <a:solidFill>
                          <a:schemeClr val="bg1"/>
                        </a:solidFill>
                      </a:endParaRPr>
                    </a:p>
                  </a:txBody>
                  <a:tcPr>
                    <a:solidFill>
                      <a:schemeClr val="accent1">
                        <a:lumMod val="50000"/>
                      </a:schemeClr>
                    </a:solidFill>
                  </a:tcPr>
                </a:tc>
                <a:extLst>
                  <a:ext uri="{0D108BD9-81ED-4DB2-BD59-A6C34878D82A}">
                    <a16:rowId xmlns:a16="http://schemas.microsoft.com/office/drawing/2014/main" val="3032128388"/>
                  </a:ext>
                </a:extLst>
              </a:tr>
            </a:tbl>
          </a:graphicData>
        </a:graphic>
      </p:graphicFrame>
      <p:sp>
        <p:nvSpPr>
          <p:cNvPr id="33" name="Rectangle 32">
            <a:extLst>
              <a:ext uri="{FF2B5EF4-FFF2-40B4-BE49-F238E27FC236}">
                <a16:creationId xmlns:a16="http://schemas.microsoft.com/office/drawing/2014/main" id="{9EF69306-9E8E-466E-B2BE-62A28ACB72F5}"/>
              </a:ext>
            </a:extLst>
          </p:cNvPr>
          <p:cNvSpPr/>
          <p:nvPr/>
        </p:nvSpPr>
        <p:spPr>
          <a:xfrm>
            <a:off x="5781593" y="6126116"/>
            <a:ext cx="706197" cy="386353"/>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r>
              <a:rPr lang="en-US" sz="800" dirty="0">
                <a:solidFill>
                  <a:schemeClr val="tx1"/>
                </a:solidFill>
              </a:rPr>
              <a:t>Level Name</a:t>
            </a:r>
          </a:p>
        </p:txBody>
      </p:sp>
      <p:sp>
        <p:nvSpPr>
          <p:cNvPr id="34" name="Rectangle 33">
            <a:extLst>
              <a:ext uri="{FF2B5EF4-FFF2-40B4-BE49-F238E27FC236}">
                <a16:creationId xmlns:a16="http://schemas.microsoft.com/office/drawing/2014/main" id="{C3574260-187B-4C1F-AADC-4DF803A8B6B8}"/>
              </a:ext>
            </a:extLst>
          </p:cNvPr>
          <p:cNvSpPr/>
          <p:nvPr/>
        </p:nvSpPr>
        <p:spPr>
          <a:xfrm>
            <a:off x="4178880" y="6126116"/>
            <a:ext cx="706197" cy="386353"/>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r>
              <a:rPr lang="en-US" sz="800" dirty="0">
                <a:solidFill>
                  <a:schemeClr val="tx1"/>
                </a:solidFill>
              </a:rPr>
              <a:t>Level Name</a:t>
            </a:r>
          </a:p>
        </p:txBody>
      </p:sp>
      <p:sp>
        <p:nvSpPr>
          <p:cNvPr id="35" name="Rectangle 34">
            <a:extLst>
              <a:ext uri="{FF2B5EF4-FFF2-40B4-BE49-F238E27FC236}">
                <a16:creationId xmlns:a16="http://schemas.microsoft.com/office/drawing/2014/main" id="{D6F6740A-D7F9-4E5C-9D88-F707BD3FFFFC}"/>
              </a:ext>
            </a:extLst>
          </p:cNvPr>
          <p:cNvSpPr/>
          <p:nvPr/>
        </p:nvSpPr>
        <p:spPr>
          <a:xfrm>
            <a:off x="2612958" y="6126116"/>
            <a:ext cx="706197" cy="386353"/>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r>
              <a:rPr lang="en-US" sz="800" dirty="0">
                <a:solidFill>
                  <a:schemeClr val="tx1"/>
                </a:solidFill>
              </a:rPr>
              <a:t>Level Name</a:t>
            </a:r>
          </a:p>
        </p:txBody>
      </p:sp>
      <p:sp>
        <p:nvSpPr>
          <p:cNvPr id="36" name="Rectangle 35">
            <a:extLst>
              <a:ext uri="{FF2B5EF4-FFF2-40B4-BE49-F238E27FC236}">
                <a16:creationId xmlns:a16="http://schemas.microsoft.com/office/drawing/2014/main" id="{7540182B-6063-4E55-824E-EA28FD099DB5}"/>
              </a:ext>
            </a:extLst>
          </p:cNvPr>
          <p:cNvSpPr/>
          <p:nvPr/>
        </p:nvSpPr>
        <p:spPr>
          <a:xfrm>
            <a:off x="1072509" y="6128793"/>
            <a:ext cx="706197" cy="386353"/>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r>
              <a:rPr lang="en-US" sz="800" dirty="0">
                <a:solidFill>
                  <a:schemeClr val="tx1"/>
                </a:solidFill>
              </a:rPr>
              <a:t>Level Name</a:t>
            </a:r>
          </a:p>
        </p:txBody>
      </p:sp>
      <p:sp>
        <p:nvSpPr>
          <p:cNvPr id="37" name="Rectangle 36">
            <a:extLst>
              <a:ext uri="{FF2B5EF4-FFF2-40B4-BE49-F238E27FC236}">
                <a16:creationId xmlns:a16="http://schemas.microsoft.com/office/drawing/2014/main" id="{B253E58E-801C-4A8E-84EB-638D539E9EE8}"/>
              </a:ext>
            </a:extLst>
          </p:cNvPr>
          <p:cNvSpPr/>
          <p:nvPr/>
        </p:nvSpPr>
        <p:spPr>
          <a:xfrm>
            <a:off x="10651832" y="6116820"/>
            <a:ext cx="706197" cy="386353"/>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r>
              <a:rPr lang="en-US" sz="800" dirty="0">
                <a:solidFill>
                  <a:schemeClr val="tx1"/>
                </a:solidFill>
              </a:rPr>
              <a:t>Level Name</a:t>
            </a:r>
          </a:p>
        </p:txBody>
      </p:sp>
      <p:sp>
        <p:nvSpPr>
          <p:cNvPr id="38" name="Rectangle 37">
            <a:extLst>
              <a:ext uri="{FF2B5EF4-FFF2-40B4-BE49-F238E27FC236}">
                <a16:creationId xmlns:a16="http://schemas.microsoft.com/office/drawing/2014/main" id="{98374EF3-5C9C-4EFA-8FAA-DE139ED7B516}"/>
              </a:ext>
            </a:extLst>
          </p:cNvPr>
          <p:cNvSpPr/>
          <p:nvPr/>
        </p:nvSpPr>
        <p:spPr>
          <a:xfrm>
            <a:off x="9049119" y="6116820"/>
            <a:ext cx="706197" cy="386353"/>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r>
              <a:rPr lang="en-US" sz="800" dirty="0">
                <a:solidFill>
                  <a:schemeClr val="tx1"/>
                </a:solidFill>
              </a:rPr>
              <a:t>Level Name</a:t>
            </a:r>
          </a:p>
        </p:txBody>
      </p:sp>
      <p:sp>
        <p:nvSpPr>
          <p:cNvPr id="39" name="Rectangle 38">
            <a:extLst>
              <a:ext uri="{FF2B5EF4-FFF2-40B4-BE49-F238E27FC236}">
                <a16:creationId xmlns:a16="http://schemas.microsoft.com/office/drawing/2014/main" id="{2F3760CC-DE20-4636-8334-AA30BC300616}"/>
              </a:ext>
            </a:extLst>
          </p:cNvPr>
          <p:cNvSpPr/>
          <p:nvPr/>
        </p:nvSpPr>
        <p:spPr>
          <a:xfrm>
            <a:off x="7483197" y="6116820"/>
            <a:ext cx="706197" cy="386353"/>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r>
              <a:rPr lang="en-US" sz="800" dirty="0">
                <a:solidFill>
                  <a:schemeClr val="tx1"/>
                </a:solidFill>
              </a:rPr>
              <a:t>Level Name</a:t>
            </a:r>
          </a:p>
        </p:txBody>
      </p:sp>
      <p:sp>
        <p:nvSpPr>
          <p:cNvPr id="114" name="Rectangle 113">
            <a:extLst>
              <a:ext uri="{FF2B5EF4-FFF2-40B4-BE49-F238E27FC236}">
                <a16:creationId xmlns:a16="http://schemas.microsoft.com/office/drawing/2014/main" id="{85F510F6-3E65-45EA-8636-39AE577A2A18}"/>
              </a:ext>
            </a:extLst>
          </p:cNvPr>
          <p:cNvSpPr/>
          <p:nvPr/>
        </p:nvSpPr>
        <p:spPr>
          <a:xfrm>
            <a:off x="614776" y="3673300"/>
            <a:ext cx="571718" cy="561174"/>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sp>
        <p:nvSpPr>
          <p:cNvPr id="115" name="Rectangle 114">
            <a:extLst>
              <a:ext uri="{FF2B5EF4-FFF2-40B4-BE49-F238E27FC236}">
                <a16:creationId xmlns:a16="http://schemas.microsoft.com/office/drawing/2014/main" id="{84121BC2-F9D5-41C1-84CE-8DB2A3632E9F}"/>
              </a:ext>
            </a:extLst>
          </p:cNvPr>
          <p:cNvSpPr/>
          <p:nvPr/>
        </p:nvSpPr>
        <p:spPr>
          <a:xfrm>
            <a:off x="614776" y="4314013"/>
            <a:ext cx="571718" cy="561174"/>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sp>
        <p:nvSpPr>
          <p:cNvPr id="116" name="Rectangle 115">
            <a:extLst>
              <a:ext uri="{FF2B5EF4-FFF2-40B4-BE49-F238E27FC236}">
                <a16:creationId xmlns:a16="http://schemas.microsoft.com/office/drawing/2014/main" id="{9F8FA6DF-3714-492B-88D4-A5DADE841EFB}"/>
              </a:ext>
            </a:extLst>
          </p:cNvPr>
          <p:cNvSpPr/>
          <p:nvPr/>
        </p:nvSpPr>
        <p:spPr>
          <a:xfrm>
            <a:off x="0" y="4033426"/>
            <a:ext cx="571718" cy="561174"/>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sp>
        <p:nvSpPr>
          <p:cNvPr id="117" name="Rectangle 116">
            <a:extLst>
              <a:ext uri="{FF2B5EF4-FFF2-40B4-BE49-F238E27FC236}">
                <a16:creationId xmlns:a16="http://schemas.microsoft.com/office/drawing/2014/main" id="{67FFA9E4-BE0D-47B5-BF4D-2EF51B02D09F}"/>
              </a:ext>
            </a:extLst>
          </p:cNvPr>
          <p:cNvSpPr/>
          <p:nvPr/>
        </p:nvSpPr>
        <p:spPr>
          <a:xfrm>
            <a:off x="2261753" y="3665279"/>
            <a:ext cx="571718" cy="561174"/>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sp>
        <p:nvSpPr>
          <p:cNvPr id="118" name="Rectangle 117">
            <a:extLst>
              <a:ext uri="{FF2B5EF4-FFF2-40B4-BE49-F238E27FC236}">
                <a16:creationId xmlns:a16="http://schemas.microsoft.com/office/drawing/2014/main" id="{19B3872D-71CB-487B-8350-5A218EE60909}"/>
              </a:ext>
            </a:extLst>
          </p:cNvPr>
          <p:cNvSpPr/>
          <p:nvPr/>
        </p:nvSpPr>
        <p:spPr>
          <a:xfrm>
            <a:off x="2261753" y="4305992"/>
            <a:ext cx="571718" cy="561174"/>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sp>
        <p:nvSpPr>
          <p:cNvPr id="119" name="Rectangle 118">
            <a:extLst>
              <a:ext uri="{FF2B5EF4-FFF2-40B4-BE49-F238E27FC236}">
                <a16:creationId xmlns:a16="http://schemas.microsoft.com/office/drawing/2014/main" id="{C988C821-0D0B-4E79-B35F-F023FC94A519}"/>
              </a:ext>
            </a:extLst>
          </p:cNvPr>
          <p:cNvSpPr/>
          <p:nvPr/>
        </p:nvSpPr>
        <p:spPr>
          <a:xfrm>
            <a:off x="1639238" y="4310389"/>
            <a:ext cx="571718" cy="561174"/>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sp>
        <p:nvSpPr>
          <p:cNvPr id="120" name="Rectangle 119">
            <a:extLst>
              <a:ext uri="{FF2B5EF4-FFF2-40B4-BE49-F238E27FC236}">
                <a16:creationId xmlns:a16="http://schemas.microsoft.com/office/drawing/2014/main" id="{68ED7F88-819F-4E89-9686-C43A91D4958A}"/>
              </a:ext>
            </a:extLst>
          </p:cNvPr>
          <p:cNvSpPr/>
          <p:nvPr/>
        </p:nvSpPr>
        <p:spPr>
          <a:xfrm>
            <a:off x="3824493" y="3649452"/>
            <a:ext cx="571718" cy="561174"/>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sp>
        <p:nvSpPr>
          <p:cNvPr id="121" name="Rectangle 120">
            <a:extLst>
              <a:ext uri="{FF2B5EF4-FFF2-40B4-BE49-F238E27FC236}">
                <a16:creationId xmlns:a16="http://schemas.microsoft.com/office/drawing/2014/main" id="{9EB1FF84-1E6B-4617-8BA4-36B3F72B19DD}"/>
              </a:ext>
            </a:extLst>
          </p:cNvPr>
          <p:cNvSpPr/>
          <p:nvPr/>
        </p:nvSpPr>
        <p:spPr>
          <a:xfrm>
            <a:off x="3824493" y="4290165"/>
            <a:ext cx="571718" cy="561174"/>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sp>
        <p:nvSpPr>
          <p:cNvPr id="122" name="Rectangle 121">
            <a:extLst>
              <a:ext uri="{FF2B5EF4-FFF2-40B4-BE49-F238E27FC236}">
                <a16:creationId xmlns:a16="http://schemas.microsoft.com/office/drawing/2014/main" id="{3B7B2605-5B51-4424-AC8D-4430D2118F74}"/>
              </a:ext>
            </a:extLst>
          </p:cNvPr>
          <p:cNvSpPr/>
          <p:nvPr/>
        </p:nvSpPr>
        <p:spPr>
          <a:xfrm>
            <a:off x="3225888" y="4184202"/>
            <a:ext cx="571718" cy="561174"/>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sp>
        <p:nvSpPr>
          <p:cNvPr id="123" name="Rectangle 122">
            <a:extLst>
              <a:ext uri="{FF2B5EF4-FFF2-40B4-BE49-F238E27FC236}">
                <a16:creationId xmlns:a16="http://schemas.microsoft.com/office/drawing/2014/main" id="{A4132FFE-31B1-41AB-BCF8-C01B25C41134}"/>
              </a:ext>
            </a:extLst>
          </p:cNvPr>
          <p:cNvSpPr/>
          <p:nvPr/>
        </p:nvSpPr>
        <p:spPr>
          <a:xfrm>
            <a:off x="5507228" y="3643371"/>
            <a:ext cx="571718" cy="561174"/>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sp>
        <p:nvSpPr>
          <p:cNvPr id="124" name="Rectangle 123">
            <a:extLst>
              <a:ext uri="{FF2B5EF4-FFF2-40B4-BE49-F238E27FC236}">
                <a16:creationId xmlns:a16="http://schemas.microsoft.com/office/drawing/2014/main" id="{B401ACD4-FADB-4303-984E-62E2ACA206F4}"/>
              </a:ext>
            </a:extLst>
          </p:cNvPr>
          <p:cNvSpPr/>
          <p:nvPr/>
        </p:nvSpPr>
        <p:spPr>
          <a:xfrm>
            <a:off x="5507228" y="4284084"/>
            <a:ext cx="571718" cy="561174"/>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sp>
        <p:nvSpPr>
          <p:cNvPr id="125" name="Rectangle 124">
            <a:extLst>
              <a:ext uri="{FF2B5EF4-FFF2-40B4-BE49-F238E27FC236}">
                <a16:creationId xmlns:a16="http://schemas.microsoft.com/office/drawing/2014/main" id="{09EDE1B0-22A3-4236-A82D-F940900C6A89}"/>
              </a:ext>
            </a:extLst>
          </p:cNvPr>
          <p:cNvSpPr/>
          <p:nvPr/>
        </p:nvSpPr>
        <p:spPr>
          <a:xfrm>
            <a:off x="4895120" y="4159551"/>
            <a:ext cx="571718" cy="561174"/>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sp>
        <p:nvSpPr>
          <p:cNvPr id="126" name="Rectangle 125">
            <a:extLst>
              <a:ext uri="{FF2B5EF4-FFF2-40B4-BE49-F238E27FC236}">
                <a16:creationId xmlns:a16="http://schemas.microsoft.com/office/drawing/2014/main" id="{9879F733-F1E6-4D45-B483-051C9E095EF9}"/>
              </a:ext>
            </a:extLst>
          </p:cNvPr>
          <p:cNvSpPr/>
          <p:nvPr/>
        </p:nvSpPr>
        <p:spPr>
          <a:xfrm>
            <a:off x="7080375" y="3637926"/>
            <a:ext cx="571718" cy="561174"/>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sp>
        <p:nvSpPr>
          <p:cNvPr id="127" name="Rectangle 126">
            <a:extLst>
              <a:ext uri="{FF2B5EF4-FFF2-40B4-BE49-F238E27FC236}">
                <a16:creationId xmlns:a16="http://schemas.microsoft.com/office/drawing/2014/main" id="{51F1D9BB-D150-4B3D-A54E-FDC7B2AC06F5}"/>
              </a:ext>
            </a:extLst>
          </p:cNvPr>
          <p:cNvSpPr/>
          <p:nvPr/>
        </p:nvSpPr>
        <p:spPr>
          <a:xfrm>
            <a:off x="7080375" y="4278639"/>
            <a:ext cx="571718" cy="561174"/>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sp>
        <p:nvSpPr>
          <p:cNvPr id="128" name="Rectangle 127">
            <a:extLst>
              <a:ext uri="{FF2B5EF4-FFF2-40B4-BE49-F238E27FC236}">
                <a16:creationId xmlns:a16="http://schemas.microsoft.com/office/drawing/2014/main" id="{3B3664FE-ADD0-4455-929C-56370758CF22}"/>
              </a:ext>
            </a:extLst>
          </p:cNvPr>
          <p:cNvSpPr/>
          <p:nvPr/>
        </p:nvSpPr>
        <p:spPr>
          <a:xfrm>
            <a:off x="6483802" y="4009578"/>
            <a:ext cx="571718" cy="561174"/>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sp>
        <p:nvSpPr>
          <p:cNvPr id="129" name="Rectangle 128">
            <a:extLst>
              <a:ext uri="{FF2B5EF4-FFF2-40B4-BE49-F238E27FC236}">
                <a16:creationId xmlns:a16="http://schemas.microsoft.com/office/drawing/2014/main" id="{1DF83E5B-A81F-4280-B05E-D7906AD28C86}"/>
              </a:ext>
            </a:extLst>
          </p:cNvPr>
          <p:cNvSpPr/>
          <p:nvPr/>
        </p:nvSpPr>
        <p:spPr>
          <a:xfrm>
            <a:off x="8782451" y="3623028"/>
            <a:ext cx="571718" cy="561174"/>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sp>
        <p:nvSpPr>
          <p:cNvPr id="130" name="Rectangle 129">
            <a:extLst>
              <a:ext uri="{FF2B5EF4-FFF2-40B4-BE49-F238E27FC236}">
                <a16:creationId xmlns:a16="http://schemas.microsoft.com/office/drawing/2014/main" id="{2B53725A-71E7-4D39-A4E8-6B2144CCE9A1}"/>
              </a:ext>
            </a:extLst>
          </p:cNvPr>
          <p:cNvSpPr/>
          <p:nvPr/>
        </p:nvSpPr>
        <p:spPr>
          <a:xfrm>
            <a:off x="8782451" y="4263741"/>
            <a:ext cx="571718" cy="561174"/>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sp>
        <p:nvSpPr>
          <p:cNvPr id="131" name="Rectangle 130">
            <a:extLst>
              <a:ext uri="{FF2B5EF4-FFF2-40B4-BE49-F238E27FC236}">
                <a16:creationId xmlns:a16="http://schemas.microsoft.com/office/drawing/2014/main" id="{0434B1DA-534F-4309-A21E-F97BF77631AC}"/>
              </a:ext>
            </a:extLst>
          </p:cNvPr>
          <p:cNvSpPr/>
          <p:nvPr/>
        </p:nvSpPr>
        <p:spPr>
          <a:xfrm>
            <a:off x="8170343" y="4091601"/>
            <a:ext cx="571718" cy="561174"/>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sp>
        <p:nvSpPr>
          <p:cNvPr id="132" name="Rectangle 131">
            <a:extLst>
              <a:ext uri="{FF2B5EF4-FFF2-40B4-BE49-F238E27FC236}">
                <a16:creationId xmlns:a16="http://schemas.microsoft.com/office/drawing/2014/main" id="{B9A43AA8-5C7A-44D2-AC72-D2BD2D8503DF}"/>
              </a:ext>
            </a:extLst>
          </p:cNvPr>
          <p:cNvSpPr/>
          <p:nvPr/>
        </p:nvSpPr>
        <p:spPr>
          <a:xfrm>
            <a:off x="10369101" y="3598377"/>
            <a:ext cx="571718" cy="561174"/>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sp>
        <p:nvSpPr>
          <p:cNvPr id="133" name="Rectangle 132">
            <a:extLst>
              <a:ext uri="{FF2B5EF4-FFF2-40B4-BE49-F238E27FC236}">
                <a16:creationId xmlns:a16="http://schemas.microsoft.com/office/drawing/2014/main" id="{1346A2F3-DC6D-44F3-BB5F-932D0FC96CC9}"/>
              </a:ext>
            </a:extLst>
          </p:cNvPr>
          <p:cNvSpPr/>
          <p:nvPr/>
        </p:nvSpPr>
        <p:spPr>
          <a:xfrm>
            <a:off x="10369101" y="4239090"/>
            <a:ext cx="571718" cy="561174"/>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sp>
        <p:nvSpPr>
          <p:cNvPr id="134" name="Rectangle 133">
            <a:extLst>
              <a:ext uri="{FF2B5EF4-FFF2-40B4-BE49-F238E27FC236}">
                <a16:creationId xmlns:a16="http://schemas.microsoft.com/office/drawing/2014/main" id="{096F8300-3915-425A-B9F1-168D7CBC78A9}"/>
              </a:ext>
            </a:extLst>
          </p:cNvPr>
          <p:cNvSpPr/>
          <p:nvPr/>
        </p:nvSpPr>
        <p:spPr>
          <a:xfrm>
            <a:off x="9739684" y="4091601"/>
            <a:ext cx="571718" cy="561174"/>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pic>
        <p:nvPicPr>
          <p:cNvPr id="81" name="Graphique 80" descr="Retour avec un remplissage uni">
            <a:extLst>
              <a:ext uri="{FF2B5EF4-FFF2-40B4-BE49-F238E27FC236}">
                <a16:creationId xmlns:a16="http://schemas.microsoft.com/office/drawing/2014/main" id="{4EB2A86F-A04F-4D36-8D0D-43B76848BAFA}"/>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1416422">
            <a:off x="1499041" y="4521339"/>
            <a:ext cx="1530819" cy="1530819"/>
          </a:xfrm>
          <a:prstGeom prst="rect">
            <a:avLst/>
          </a:prstGeom>
        </p:spPr>
      </p:pic>
      <p:pic>
        <p:nvPicPr>
          <p:cNvPr id="84" name="Graphique 83" descr="Retour avec un remplissage uni">
            <a:extLst>
              <a:ext uri="{FF2B5EF4-FFF2-40B4-BE49-F238E27FC236}">
                <a16:creationId xmlns:a16="http://schemas.microsoft.com/office/drawing/2014/main" id="{6BDE6BE5-82EE-4D31-A14B-62E25C9FC58D}"/>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1416422">
            <a:off x="3208882" y="4513446"/>
            <a:ext cx="1530819" cy="1530819"/>
          </a:xfrm>
          <a:prstGeom prst="rect">
            <a:avLst/>
          </a:prstGeom>
        </p:spPr>
      </p:pic>
      <p:pic>
        <p:nvPicPr>
          <p:cNvPr id="85" name="Graphique 84" descr="Retour avec un remplissage uni">
            <a:extLst>
              <a:ext uri="{FF2B5EF4-FFF2-40B4-BE49-F238E27FC236}">
                <a16:creationId xmlns:a16="http://schemas.microsoft.com/office/drawing/2014/main" id="{FE879A91-58D1-473E-BD07-4256D9D9266E}"/>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1416422">
            <a:off x="-27081" y="4513446"/>
            <a:ext cx="1530819" cy="1530819"/>
          </a:xfrm>
          <a:prstGeom prst="rect">
            <a:avLst/>
          </a:prstGeom>
        </p:spPr>
      </p:pic>
      <p:pic>
        <p:nvPicPr>
          <p:cNvPr id="86" name="Graphique 85" descr="Retour avec un remplissage uni">
            <a:extLst>
              <a:ext uri="{FF2B5EF4-FFF2-40B4-BE49-F238E27FC236}">
                <a16:creationId xmlns:a16="http://schemas.microsoft.com/office/drawing/2014/main" id="{8CA42EA2-1BC9-4893-972C-A1759CED8418}"/>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1416422">
            <a:off x="6337208" y="4537039"/>
            <a:ext cx="1530819" cy="1530819"/>
          </a:xfrm>
          <a:prstGeom prst="rect">
            <a:avLst/>
          </a:prstGeom>
        </p:spPr>
      </p:pic>
      <p:pic>
        <p:nvPicPr>
          <p:cNvPr id="88" name="Graphique 87" descr="Retour avec un remplissage uni">
            <a:extLst>
              <a:ext uri="{FF2B5EF4-FFF2-40B4-BE49-F238E27FC236}">
                <a16:creationId xmlns:a16="http://schemas.microsoft.com/office/drawing/2014/main" id="{0D698921-5EF6-4644-96AE-8D49EE2E39E7}"/>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1416422">
            <a:off x="8047049" y="4529146"/>
            <a:ext cx="1530819" cy="1530819"/>
          </a:xfrm>
          <a:prstGeom prst="rect">
            <a:avLst/>
          </a:prstGeom>
        </p:spPr>
      </p:pic>
      <p:pic>
        <p:nvPicPr>
          <p:cNvPr id="89" name="Graphique 88" descr="Retour avec un remplissage uni">
            <a:extLst>
              <a:ext uri="{FF2B5EF4-FFF2-40B4-BE49-F238E27FC236}">
                <a16:creationId xmlns:a16="http://schemas.microsoft.com/office/drawing/2014/main" id="{59C17064-B0F0-46B5-BFA0-280CE78FE3DA}"/>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1416422">
            <a:off x="4811086" y="4529146"/>
            <a:ext cx="1530819" cy="1530819"/>
          </a:xfrm>
          <a:prstGeom prst="rect">
            <a:avLst/>
          </a:prstGeom>
        </p:spPr>
      </p:pic>
      <p:pic>
        <p:nvPicPr>
          <p:cNvPr id="90" name="Graphique 89" descr="Retour avec un remplissage uni">
            <a:extLst>
              <a:ext uri="{FF2B5EF4-FFF2-40B4-BE49-F238E27FC236}">
                <a16:creationId xmlns:a16="http://schemas.microsoft.com/office/drawing/2014/main" id="{7222D05D-19E4-45C2-9C2C-F43FD0B6EB1B}"/>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1416422">
            <a:off x="9560487" y="4629519"/>
            <a:ext cx="1530819" cy="1530819"/>
          </a:xfrm>
          <a:prstGeom prst="rect">
            <a:avLst/>
          </a:prstGeom>
        </p:spPr>
      </p:pic>
    </p:spTree>
    <p:extLst>
      <p:ext uri="{BB962C8B-B14F-4D97-AF65-F5344CB8AC3E}">
        <p14:creationId xmlns:p14="http://schemas.microsoft.com/office/powerpoint/2010/main" val="3141478333"/>
      </p:ext>
    </p:extLst>
  </p:cSld>
  <p:clrMapOvr>
    <a:masterClrMapping/>
  </p:clrMapOvr>
  <mc:AlternateContent xmlns:mc="http://schemas.openxmlformats.org/markup-compatibility/2006" xmlns:p14="http://schemas.microsoft.com/office/powerpoint/2010/main">
    <mc:Choice Requires="p14">
      <p:transition spd="slow" p14:dur="2000" advTm="39573"/>
    </mc:Choice>
    <mc:Fallback xmlns="">
      <p:transition spd="slow" advTm="39573"/>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lumMod val="65000"/>
          </a:schemeClr>
        </a:solid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183C4B0-E757-4B7A-990C-B7FA3D783740}"/>
              </a:ext>
            </a:extLst>
          </p:cNvPr>
          <p:cNvSpPr>
            <a:spLocks noGrp="1"/>
          </p:cNvSpPr>
          <p:nvPr>
            <p:ph type="title"/>
          </p:nvPr>
        </p:nvSpPr>
        <p:spPr>
          <a:xfrm>
            <a:off x="1115567" y="548640"/>
            <a:ext cx="10679895" cy="1179576"/>
          </a:xfrm>
        </p:spPr>
        <p:txBody>
          <a:bodyPr>
            <a:normAutofit fontScale="90000"/>
          </a:bodyPr>
          <a:lstStyle/>
          <a:p>
            <a:r>
              <a:rPr lang="en-US" dirty="0"/>
              <a:t>Exercise P11</a:t>
            </a:r>
            <a:br>
              <a:rPr lang="en-US" dirty="0"/>
            </a:br>
            <a:r>
              <a:rPr lang="en-US" dirty="0"/>
              <a:t>Identify ideas for Rear Jumps</a:t>
            </a:r>
          </a:p>
        </p:txBody>
      </p:sp>
      <p:graphicFrame>
        <p:nvGraphicFramePr>
          <p:cNvPr id="32" name="Tableau 5">
            <a:extLst>
              <a:ext uri="{FF2B5EF4-FFF2-40B4-BE49-F238E27FC236}">
                <a16:creationId xmlns:a16="http://schemas.microsoft.com/office/drawing/2014/main" id="{9819AC0A-6196-48FD-9C7B-98B627D86996}"/>
              </a:ext>
            </a:extLst>
          </p:cNvPr>
          <p:cNvGraphicFramePr>
            <a:graphicFrameLocks noGrp="1"/>
          </p:cNvGraphicFramePr>
          <p:nvPr/>
        </p:nvGraphicFramePr>
        <p:xfrm>
          <a:off x="515806" y="5895720"/>
          <a:ext cx="11398926" cy="827280"/>
        </p:xfrm>
        <a:graphic>
          <a:graphicData uri="http://schemas.openxmlformats.org/drawingml/2006/table">
            <a:tbl>
              <a:tblPr firstRow="1" bandRow="1">
                <a:tableStyleId>{5C22544A-7EE6-4342-B048-85BDC9FD1C3A}</a:tableStyleId>
              </a:tblPr>
              <a:tblGrid>
                <a:gridCol w="1628418">
                  <a:extLst>
                    <a:ext uri="{9D8B030D-6E8A-4147-A177-3AD203B41FA5}">
                      <a16:colId xmlns:a16="http://schemas.microsoft.com/office/drawing/2014/main" val="1258243979"/>
                    </a:ext>
                  </a:extLst>
                </a:gridCol>
                <a:gridCol w="1628418">
                  <a:extLst>
                    <a:ext uri="{9D8B030D-6E8A-4147-A177-3AD203B41FA5}">
                      <a16:colId xmlns:a16="http://schemas.microsoft.com/office/drawing/2014/main" val="1079462814"/>
                    </a:ext>
                  </a:extLst>
                </a:gridCol>
                <a:gridCol w="1628418">
                  <a:extLst>
                    <a:ext uri="{9D8B030D-6E8A-4147-A177-3AD203B41FA5}">
                      <a16:colId xmlns:a16="http://schemas.microsoft.com/office/drawing/2014/main" val="3397691572"/>
                    </a:ext>
                  </a:extLst>
                </a:gridCol>
                <a:gridCol w="1628418">
                  <a:extLst>
                    <a:ext uri="{9D8B030D-6E8A-4147-A177-3AD203B41FA5}">
                      <a16:colId xmlns:a16="http://schemas.microsoft.com/office/drawing/2014/main" val="3075883050"/>
                    </a:ext>
                  </a:extLst>
                </a:gridCol>
                <a:gridCol w="1628418">
                  <a:extLst>
                    <a:ext uri="{9D8B030D-6E8A-4147-A177-3AD203B41FA5}">
                      <a16:colId xmlns:a16="http://schemas.microsoft.com/office/drawing/2014/main" val="1259412674"/>
                    </a:ext>
                  </a:extLst>
                </a:gridCol>
                <a:gridCol w="1628418">
                  <a:extLst>
                    <a:ext uri="{9D8B030D-6E8A-4147-A177-3AD203B41FA5}">
                      <a16:colId xmlns:a16="http://schemas.microsoft.com/office/drawing/2014/main" val="3392695109"/>
                    </a:ext>
                  </a:extLst>
                </a:gridCol>
                <a:gridCol w="1628418">
                  <a:extLst>
                    <a:ext uri="{9D8B030D-6E8A-4147-A177-3AD203B41FA5}">
                      <a16:colId xmlns:a16="http://schemas.microsoft.com/office/drawing/2014/main" val="2848032752"/>
                    </a:ext>
                  </a:extLst>
                </a:gridCol>
              </a:tblGrid>
              <a:tr h="827280">
                <a:tc>
                  <a:txBody>
                    <a:bodyPr/>
                    <a:lstStyle/>
                    <a:p>
                      <a:pPr algn="ctr"/>
                      <a:endParaRPr lang="en-US" sz="1400" dirty="0">
                        <a:solidFill>
                          <a:schemeClr val="tx1"/>
                        </a:solidFill>
                      </a:endParaRPr>
                    </a:p>
                  </a:txBody>
                  <a:tcP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400" dirty="0">
                        <a:solidFill>
                          <a:schemeClr val="tx1"/>
                        </a:solidFill>
                      </a:endParaRPr>
                    </a:p>
                  </a:txBody>
                  <a:tcPr>
                    <a:solidFill>
                      <a:schemeClr val="bg1">
                        <a:lumMod val="95000"/>
                      </a:schemeClr>
                    </a:solidFill>
                  </a:tcPr>
                </a:tc>
                <a:tc>
                  <a:txBody>
                    <a:bodyPr/>
                    <a:lstStyle/>
                    <a:p>
                      <a:pPr algn="ctr"/>
                      <a:endParaRPr lang="en-US" sz="1400" dirty="0">
                        <a:solidFill>
                          <a:schemeClr val="tx1"/>
                        </a:solidFill>
                      </a:endParaRPr>
                    </a:p>
                  </a:txBody>
                  <a:tcPr>
                    <a:solidFill>
                      <a:schemeClr val="accent1">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400" dirty="0">
                        <a:solidFill>
                          <a:schemeClr val="tx1"/>
                        </a:solidFill>
                      </a:endParaRPr>
                    </a:p>
                  </a:txBody>
                  <a:tcPr>
                    <a:solidFill>
                      <a:schemeClr val="accent1">
                        <a:lumMod val="40000"/>
                        <a:lumOff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400" dirty="0">
                        <a:solidFill>
                          <a:schemeClr val="tx1"/>
                        </a:solidFill>
                      </a:endParaRPr>
                    </a:p>
                  </a:txBody>
                  <a:tcPr>
                    <a:solidFill>
                      <a:schemeClr val="accent1">
                        <a:lumMod val="60000"/>
                        <a:lumOff val="4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400" dirty="0">
                        <a:solidFill>
                          <a:schemeClr val="bg1"/>
                        </a:solidFill>
                      </a:endParaRPr>
                    </a:p>
                  </a:txBody>
                  <a:tcPr>
                    <a:solidFill>
                      <a:schemeClr val="accent1">
                        <a:lumMod val="75000"/>
                      </a:schemeClr>
                    </a:solidFill>
                  </a:tcPr>
                </a:tc>
                <a:tc>
                  <a:txBody>
                    <a:bodyPr/>
                    <a:lstStyle/>
                    <a:p>
                      <a:pPr algn="ctr"/>
                      <a:endParaRPr lang="en-US" sz="1400" dirty="0">
                        <a:solidFill>
                          <a:schemeClr val="bg1"/>
                        </a:solidFill>
                      </a:endParaRPr>
                    </a:p>
                  </a:txBody>
                  <a:tcPr>
                    <a:solidFill>
                      <a:schemeClr val="accent1">
                        <a:lumMod val="50000"/>
                      </a:schemeClr>
                    </a:solidFill>
                  </a:tcPr>
                </a:tc>
                <a:extLst>
                  <a:ext uri="{0D108BD9-81ED-4DB2-BD59-A6C34878D82A}">
                    <a16:rowId xmlns:a16="http://schemas.microsoft.com/office/drawing/2014/main" val="3032128388"/>
                  </a:ext>
                </a:extLst>
              </a:tr>
            </a:tbl>
          </a:graphicData>
        </a:graphic>
      </p:graphicFrame>
      <p:sp>
        <p:nvSpPr>
          <p:cNvPr id="33" name="Rectangle 32">
            <a:extLst>
              <a:ext uri="{FF2B5EF4-FFF2-40B4-BE49-F238E27FC236}">
                <a16:creationId xmlns:a16="http://schemas.microsoft.com/office/drawing/2014/main" id="{9EF69306-9E8E-466E-B2BE-62A28ACB72F5}"/>
              </a:ext>
            </a:extLst>
          </p:cNvPr>
          <p:cNvSpPr/>
          <p:nvPr/>
        </p:nvSpPr>
        <p:spPr>
          <a:xfrm>
            <a:off x="5781593" y="6126116"/>
            <a:ext cx="706197" cy="386353"/>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r>
              <a:rPr lang="en-US" sz="800" dirty="0">
                <a:solidFill>
                  <a:schemeClr val="tx1"/>
                </a:solidFill>
              </a:rPr>
              <a:t>Level Name</a:t>
            </a:r>
          </a:p>
        </p:txBody>
      </p:sp>
      <p:sp>
        <p:nvSpPr>
          <p:cNvPr id="34" name="Rectangle 33">
            <a:extLst>
              <a:ext uri="{FF2B5EF4-FFF2-40B4-BE49-F238E27FC236}">
                <a16:creationId xmlns:a16="http://schemas.microsoft.com/office/drawing/2014/main" id="{C3574260-187B-4C1F-AADC-4DF803A8B6B8}"/>
              </a:ext>
            </a:extLst>
          </p:cNvPr>
          <p:cNvSpPr/>
          <p:nvPr/>
        </p:nvSpPr>
        <p:spPr>
          <a:xfrm>
            <a:off x="4178880" y="6126116"/>
            <a:ext cx="706197" cy="386353"/>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r>
              <a:rPr lang="en-US" sz="800" dirty="0">
                <a:solidFill>
                  <a:schemeClr val="tx1"/>
                </a:solidFill>
              </a:rPr>
              <a:t>Level Name</a:t>
            </a:r>
          </a:p>
        </p:txBody>
      </p:sp>
      <p:sp>
        <p:nvSpPr>
          <p:cNvPr id="35" name="Rectangle 34">
            <a:extLst>
              <a:ext uri="{FF2B5EF4-FFF2-40B4-BE49-F238E27FC236}">
                <a16:creationId xmlns:a16="http://schemas.microsoft.com/office/drawing/2014/main" id="{D6F6740A-D7F9-4E5C-9D88-F707BD3FFFFC}"/>
              </a:ext>
            </a:extLst>
          </p:cNvPr>
          <p:cNvSpPr/>
          <p:nvPr/>
        </p:nvSpPr>
        <p:spPr>
          <a:xfrm>
            <a:off x="2612958" y="6126116"/>
            <a:ext cx="706197" cy="386353"/>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r>
              <a:rPr lang="en-US" sz="800" dirty="0">
                <a:solidFill>
                  <a:schemeClr val="tx1"/>
                </a:solidFill>
              </a:rPr>
              <a:t>Level Name</a:t>
            </a:r>
          </a:p>
        </p:txBody>
      </p:sp>
      <p:sp>
        <p:nvSpPr>
          <p:cNvPr id="36" name="Rectangle 35">
            <a:extLst>
              <a:ext uri="{FF2B5EF4-FFF2-40B4-BE49-F238E27FC236}">
                <a16:creationId xmlns:a16="http://schemas.microsoft.com/office/drawing/2014/main" id="{7540182B-6063-4E55-824E-EA28FD099DB5}"/>
              </a:ext>
            </a:extLst>
          </p:cNvPr>
          <p:cNvSpPr/>
          <p:nvPr/>
        </p:nvSpPr>
        <p:spPr>
          <a:xfrm>
            <a:off x="1072509" y="6128793"/>
            <a:ext cx="706197" cy="386353"/>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r>
              <a:rPr lang="en-US" sz="800" dirty="0">
                <a:solidFill>
                  <a:schemeClr val="tx1"/>
                </a:solidFill>
              </a:rPr>
              <a:t>Level Name</a:t>
            </a:r>
          </a:p>
        </p:txBody>
      </p:sp>
      <p:sp>
        <p:nvSpPr>
          <p:cNvPr id="37" name="Rectangle 36">
            <a:extLst>
              <a:ext uri="{FF2B5EF4-FFF2-40B4-BE49-F238E27FC236}">
                <a16:creationId xmlns:a16="http://schemas.microsoft.com/office/drawing/2014/main" id="{B253E58E-801C-4A8E-84EB-638D539E9EE8}"/>
              </a:ext>
            </a:extLst>
          </p:cNvPr>
          <p:cNvSpPr/>
          <p:nvPr/>
        </p:nvSpPr>
        <p:spPr>
          <a:xfrm>
            <a:off x="10651832" y="6116820"/>
            <a:ext cx="706197" cy="386353"/>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r>
              <a:rPr lang="en-US" sz="800" dirty="0">
                <a:solidFill>
                  <a:schemeClr val="tx1"/>
                </a:solidFill>
              </a:rPr>
              <a:t>Level Name</a:t>
            </a:r>
          </a:p>
        </p:txBody>
      </p:sp>
      <p:sp>
        <p:nvSpPr>
          <p:cNvPr id="38" name="Rectangle 37">
            <a:extLst>
              <a:ext uri="{FF2B5EF4-FFF2-40B4-BE49-F238E27FC236}">
                <a16:creationId xmlns:a16="http://schemas.microsoft.com/office/drawing/2014/main" id="{98374EF3-5C9C-4EFA-8FAA-DE139ED7B516}"/>
              </a:ext>
            </a:extLst>
          </p:cNvPr>
          <p:cNvSpPr/>
          <p:nvPr/>
        </p:nvSpPr>
        <p:spPr>
          <a:xfrm>
            <a:off x="9049119" y="6116820"/>
            <a:ext cx="706197" cy="386353"/>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r>
              <a:rPr lang="en-US" sz="800" dirty="0">
                <a:solidFill>
                  <a:schemeClr val="tx1"/>
                </a:solidFill>
              </a:rPr>
              <a:t>Level Name</a:t>
            </a:r>
          </a:p>
        </p:txBody>
      </p:sp>
      <p:sp>
        <p:nvSpPr>
          <p:cNvPr id="39" name="Rectangle 38">
            <a:extLst>
              <a:ext uri="{FF2B5EF4-FFF2-40B4-BE49-F238E27FC236}">
                <a16:creationId xmlns:a16="http://schemas.microsoft.com/office/drawing/2014/main" id="{2F3760CC-DE20-4636-8334-AA30BC300616}"/>
              </a:ext>
            </a:extLst>
          </p:cNvPr>
          <p:cNvSpPr/>
          <p:nvPr/>
        </p:nvSpPr>
        <p:spPr>
          <a:xfrm>
            <a:off x="7483197" y="6116820"/>
            <a:ext cx="706197" cy="386353"/>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r>
              <a:rPr lang="en-US" sz="800" dirty="0">
                <a:solidFill>
                  <a:schemeClr val="tx1"/>
                </a:solidFill>
              </a:rPr>
              <a:t>Level Name</a:t>
            </a:r>
          </a:p>
        </p:txBody>
      </p:sp>
      <p:sp>
        <p:nvSpPr>
          <p:cNvPr id="114" name="Rectangle 113">
            <a:extLst>
              <a:ext uri="{FF2B5EF4-FFF2-40B4-BE49-F238E27FC236}">
                <a16:creationId xmlns:a16="http://schemas.microsoft.com/office/drawing/2014/main" id="{85F510F6-3E65-45EA-8636-39AE577A2A18}"/>
              </a:ext>
            </a:extLst>
          </p:cNvPr>
          <p:cNvSpPr/>
          <p:nvPr/>
        </p:nvSpPr>
        <p:spPr>
          <a:xfrm>
            <a:off x="614776" y="3673300"/>
            <a:ext cx="571718" cy="561174"/>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sp>
        <p:nvSpPr>
          <p:cNvPr id="115" name="Rectangle 114">
            <a:extLst>
              <a:ext uri="{FF2B5EF4-FFF2-40B4-BE49-F238E27FC236}">
                <a16:creationId xmlns:a16="http://schemas.microsoft.com/office/drawing/2014/main" id="{84121BC2-F9D5-41C1-84CE-8DB2A3632E9F}"/>
              </a:ext>
            </a:extLst>
          </p:cNvPr>
          <p:cNvSpPr/>
          <p:nvPr/>
        </p:nvSpPr>
        <p:spPr>
          <a:xfrm>
            <a:off x="614776" y="4314013"/>
            <a:ext cx="571718" cy="561174"/>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sp>
        <p:nvSpPr>
          <p:cNvPr id="116" name="Rectangle 115">
            <a:extLst>
              <a:ext uri="{FF2B5EF4-FFF2-40B4-BE49-F238E27FC236}">
                <a16:creationId xmlns:a16="http://schemas.microsoft.com/office/drawing/2014/main" id="{9F8FA6DF-3714-492B-88D4-A5DADE841EFB}"/>
              </a:ext>
            </a:extLst>
          </p:cNvPr>
          <p:cNvSpPr/>
          <p:nvPr/>
        </p:nvSpPr>
        <p:spPr>
          <a:xfrm>
            <a:off x="0" y="4033426"/>
            <a:ext cx="571718" cy="561174"/>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sp>
        <p:nvSpPr>
          <p:cNvPr id="117" name="Rectangle 116">
            <a:extLst>
              <a:ext uri="{FF2B5EF4-FFF2-40B4-BE49-F238E27FC236}">
                <a16:creationId xmlns:a16="http://schemas.microsoft.com/office/drawing/2014/main" id="{67FFA9E4-BE0D-47B5-BF4D-2EF51B02D09F}"/>
              </a:ext>
            </a:extLst>
          </p:cNvPr>
          <p:cNvSpPr/>
          <p:nvPr/>
        </p:nvSpPr>
        <p:spPr>
          <a:xfrm>
            <a:off x="2261753" y="3665279"/>
            <a:ext cx="571718" cy="561174"/>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sp>
        <p:nvSpPr>
          <p:cNvPr id="118" name="Rectangle 117">
            <a:extLst>
              <a:ext uri="{FF2B5EF4-FFF2-40B4-BE49-F238E27FC236}">
                <a16:creationId xmlns:a16="http://schemas.microsoft.com/office/drawing/2014/main" id="{19B3872D-71CB-487B-8350-5A218EE60909}"/>
              </a:ext>
            </a:extLst>
          </p:cNvPr>
          <p:cNvSpPr/>
          <p:nvPr/>
        </p:nvSpPr>
        <p:spPr>
          <a:xfrm>
            <a:off x="2261753" y="4305992"/>
            <a:ext cx="571718" cy="561174"/>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sp>
        <p:nvSpPr>
          <p:cNvPr id="119" name="Rectangle 118">
            <a:extLst>
              <a:ext uri="{FF2B5EF4-FFF2-40B4-BE49-F238E27FC236}">
                <a16:creationId xmlns:a16="http://schemas.microsoft.com/office/drawing/2014/main" id="{C988C821-0D0B-4E79-B35F-F023FC94A519}"/>
              </a:ext>
            </a:extLst>
          </p:cNvPr>
          <p:cNvSpPr/>
          <p:nvPr/>
        </p:nvSpPr>
        <p:spPr>
          <a:xfrm>
            <a:off x="1639238" y="4310389"/>
            <a:ext cx="571718" cy="561174"/>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sp>
        <p:nvSpPr>
          <p:cNvPr id="120" name="Rectangle 119">
            <a:extLst>
              <a:ext uri="{FF2B5EF4-FFF2-40B4-BE49-F238E27FC236}">
                <a16:creationId xmlns:a16="http://schemas.microsoft.com/office/drawing/2014/main" id="{68ED7F88-819F-4E89-9686-C43A91D4958A}"/>
              </a:ext>
            </a:extLst>
          </p:cNvPr>
          <p:cNvSpPr/>
          <p:nvPr/>
        </p:nvSpPr>
        <p:spPr>
          <a:xfrm>
            <a:off x="3824493" y="3649452"/>
            <a:ext cx="571718" cy="561174"/>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sp>
        <p:nvSpPr>
          <p:cNvPr id="121" name="Rectangle 120">
            <a:extLst>
              <a:ext uri="{FF2B5EF4-FFF2-40B4-BE49-F238E27FC236}">
                <a16:creationId xmlns:a16="http://schemas.microsoft.com/office/drawing/2014/main" id="{9EB1FF84-1E6B-4617-8BA4-36B3F72B19DD}"/>
              </a:ext>
            </a:extLst>
          </p:cNvPr>
          <p:cNvSpPr/>
          <p:nvPr/>
        </p:nvSpPr>
        <p:spPr>
          <a:xfrm>
            <a:off x="3824493" y="4290165"/>
            <a:ext cx="571718" cy="561174"/>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sp>
        <p:nvSpPr>
          <p:cNvPr id="122" name="Rectangle 121">
            <a:extLst>
              <a:ext uri="{FF2B5EF4-FFF2-40B4-BE49-F238E27FC236}">
                <a16:creationId xmlns:a16="http://schemas.microsoft.com/office/drawing/2014/main" id="{3B7B2605-5B51-4424-AC8D-4430D2118F74}"/>
              </a:ext>
            </a:extLst>
          </p:cNvPr>
          <p:cNvSpPr/>
          <p:nvPr/>
        </p:nvSpPr>
        <p:spPr>
          <a:xfrm>
            <a:off x="3225888" y="4184202"/>
            <a:ext cx="571718" cy="561174"/>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sp>
        <p:nvSpPr>
          <p:cNvPr id="123" name="Rectangle 122">
            <a:extLst>
              <a:ext uri="{FF2B5EF4-FFF2-40B4-BE49-F238E27FC236}">
                <a16:creationId xmlns:a16="http://schemas.microsoft.com/office/drawing/2014/main" id="{A4132FFE-31B1-41AB-BCF8-C01B25C41134}"/>
              </a:ext>
            </a:extLst>
          </p:cNvPr>
          <p:cNvSpPr/>
          <p:nvPr/>
        </p:nvSpPr>
        <p:spPr>
          <a:xfrm>
            <a:off x="5507228" y="3643371"/>
            <a:ext cx="571718" cy="561174"/>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sp>
        <p:nvSpPr>
          <p:cNvPr id="124" name="Rectangle 123">
            <a:extLst>
              <a:ext uri="{FF2B5EF4-FFF2-40B4-BE49-F238E27FC236}">
                <a16:creationId xmlns:a16="http://schemas.microsoft.com/office/drawing/2014/main" id="{B401ACD4-FADB-4303-984E-62E2ACA206F4}"/>
              </a:ext>
            </a:extLst>
          </p:cNvPr>
          <p:cNvSpPr/>
          <p:nvPr/>
        </p:nvSpPr>
        <p:spPr>
          <a:xfrm>
            <a:off x="5507228" y="4284084"/>
            <a:ext cx="571718" cy="561174"/>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sp>
        <p:nvSpPr>
          <p:cNvPr id="125" name="Rectangle 124">
            <a:extLst>
              <a:ext uri="{FF2B5EF4-FFF2-40B4-BE49-F238E27FC236}">
                <a16:creationId xmlns:a16="http://schemas.microsoft.com/office/drawing/2014/main" id="{09EDE1B0-22A3-4236-A82D-F940900C6A89}"/>
              </a:ext>
            </a:extLst>
          </p:cNvPr>
          <p:cNvSpPr/>
          <p:nvPr/>
        </p:nvSpPr>
        <p:spPr>
          <a:xfrm>
            <a:off x="4895120" y="4159551"/>
            <a:ext cx="571718" cy="561174"/>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sp>
        <p:nvSpPr>
          <p:cNvPr id="126" name="Rectangle 125">
            <a:extLst>
              <a:ext uri="{FF2B5EF4-FFF2-40B4-BE49-F238E27FC236}">
                <a16:creationId xmlns:a16="http://schemas.microsoft.com/office/drawing/2014/main" id="{9879F733-F1E6-4D45-B483-051C9E095EF9}"/>
              </a:ext>
            </a:extLst>
          </p:cNvPr>
          <p:cNvSpPr/>
          <p:nvPr/>
        </p:nvSpPr>
        <p:spPr>
          <a:xfrm>
            <a:off x="7080375" y="3637926"/>
            <a:ext cx="571718" cy="561174"/>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sp>
        <p:nvSpPr>
          <p:cNvPr id="127" name="Rectangle 126">
            <a:extLst>
              <a:ext uri="{FF2B5EF4-FFF2-40B4-BE49-F238E27FC236}">
                <a16:creationId xmlns:a16="http://schemas.microsoft.com/office/drawing/2014/main" id="{51F1D9BB-D150-4B3D-A54E-FDC7B2AC06F5}"/>
              </a:ext>
            </a:extLst>
          </p:cNvPr>
          <p:cNvSpPr/>
          <p:nvPr/>
        </p:nvSpPr>
        <p:spPr>
          <a:xfrm>
            <a:off x="7080375" y="4278639"/>
            <a:ext cx="571718" cy="561174"/>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sp>
        <p:nvSpPr>
          <p:cNvPr id="128" name="Rectangle 127">
            <a:extLst>
              <a:ext uri="{FF2B5EF4-FFF2-40B4-BE49-F238E27FC236}">
                <a16:creationId xmlns:a16="http://schemas.microsoft.com/office/drawing/2014/main" id="{3B3664FE-ADD0-4455-929C-56370758CF22}"/>
              </a:ext>
            </a:extLst>
          </p:cNvPr>
          <p:cNvSpPr/>
          <p:nvPr/>
        </p:nvSpPr>
        <p:spPr>
          <a:xfrm>
            <a:off x="6483802" y="4009578"/>
            <a:ext cx="571718" cy="561174"/>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sp>
        <p:nvSpPr>
          <p:cNvPr id="129" name="Rectangle 128">
            <a:extLst>
              <a:ext uri="{FF2B5EF4-FFF2-40B4-BE49-F238E27FC236}">
                <a16:creationId xmlns:a16="http://schemas.microsoft.com/office/drawing/2014/main" id="{1DF83E5B-A81F-4280-B05E-D7906AD28C86}"/>
              </a:ext>
            </a:extLst>
          </p:cNvPr>
          <p:cNvSpPr/>
          <p:nvPr/>
        </p:nvSpPr>
        <p:spPr>
          <a:xfrm>
            <a:off x="8782451" y="3623028"/>
            <a:ext cx="571718" cy="561174"/>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sp>
        <p:nvSpPr>
          <p:cNvPr id="130" name="Rectangle 129">
            <a:extLst>
              <a:ext uri="{FF2B5EF4-FFF2-40B4-BE49-F238E27FC236}">
                <a16:creationId xmlns:a16="http://schemas.microsoft.com/office/drawing/2014/main" id="{2B53725A-71E7-4D39-A4E8-6B2144CCE9A1}"/>
              </a:ext>
            </a:extLst>
          </p:cNvPr>
          <p:cNvSpPr/>
          <p:nvPr/>
        </p:nvSpPr>
        <p:spPr>
          <a:xfrm>
            <a:off x="8782451" y="4263741"/>
            <a:ext cx="571718" cy="561174"/>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sp>
        <p:nvSpPr>
          <p:cNvPr id="131" name="Rectangle 130">
            <a:extLst>
              <a:ext uri="{FF2B5EF4-FFF2-40B4-BE49-F238E27FC236}">
                <a16:creationId xmlns:a16="http://schemas.microsoft.com/office/drawing/2014/main" id="{0434B1DA-534F-4309-A21E-F97BF77631AC}"/>
              </a:ext>
            </a:extLst>
          </p:cNvPr>
          <p:cNvSpPr/>
          <p:nvPr/>
        </p:nvSpPr>
        <p:spPr>
          <a:xfrm>
            <a:off x="8170343" y="4091601"/>
            <a:ext cx="571718" cy="561174"/>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sp>
        <p:nvSpPr>
          <p:cNvPr id="132" name="Rectangle 131">
            <a:extLst>
              <a:ext uri="{FF2B5EF4-FFF2-40B4-BE49-F238E27FC236}">
                <a16:creationId xmlns:a16="http://schemas.microsoft.com/office/drawing/2014/main" id="{B9A43AA8-5C7A-44D2-AC72-D2BD2D8503DF}"/>
              </a:ext>
            </a:extLst>
          </p:cNvPr>
          <p:cNvSpPr/>
          <p:nvPr/>
        </p:nvSpPr>
        <p:spPr>
          <a:xfrm>
            <a:off x="10369101" y="3598377"/>
            <a:ext cx="571718" cy="561174"/>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sp>
        <p:nvSpPr>
          <p:cNvPr id="133" name="Rectangle 132">
            <a:extLst>
              <a:ext uri="{FF2B5EF4-FFF2-40B4-BE49-F238E27FC236}">
                <a16:creationId xmlns:a16="http://schemas.microsoft.com/office/drawing/2014/main" id="{1346A2F3-DC6D-44F3-BB5F-932D0FC96CC9}"/>
              </a:ext>
            </a:extLst>
          </p:cNvPr>
          <p:cNvSpPr/>
          <p:nvPr/>
        </p:nvSpPr>
        <p:spPr>
          <a:xfrm>
            <a:off x="10369101" y="4239090"/>
            <a:ext cx="571718" cy="561174"/>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sp>
        <p:nvSpPr>
          <p:cNvPr id="134" name="Rectangle 133">
            <a:extLst>
              <a:ext uri="{FF2B5EF4-FFF2-40B4-BE49-F238E27FC236}">
                <a16:creationId xmlns:a16="http://schemas.microsoft.com/office/drawing/2014/main" id="{096F8300-3915-425A-B9F1-168D7CBC78A9}"/>
              </a:ext>
            </a:extLst>
          </p:cNvPr>
          <p:cNvSpPr/>
          <p:nvPr/>
        </p:nvSpPr>
        <p:spPr>
          <a:xfrm>
            <a:off x="9739684" y="4091601"/>
            <a:ext cx="571718" cy="561174"/>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pic>
        <p:nvPicPr>
          <p:cNvPr id="40" name="Graphique 39" descr="Retour avec un remplissage uni">
            <a:extLst>
              <a:ext uri="{FF2B5EF4-FFF2-40B4-BE49-F238E27FC236}">
                <a16:creationId xmlns:a16="http://schemas.microsoft.com/office/drawing/2014/main" id="{021A4D40-BBDA-4105-9D3B-65183FFF8499}"/>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20495049" flipH="1">
            <a:off x="1340224" y="4688210"/>
            <a:ext cx="1559753" cy="1559753"/>
          </a:xfrm>
          <a:prstGeom prst="rect">
            <a:avLst/>
          </a:prstGeom>
        </p:spPr>
      </p:pic>
      <p:pic>
        <p:nvPicPr>
          <p:cNvPr id="41" name="Graphique 40" descr="Retour avec un remplissage uni">
            <a:extLst>
              <a:ext uri="{FF2B5EF4-FFF2-40B4-BE49-F238E27FC236}">
                <a16:creationId xmlns:a16="http://schemas.microsoft.com/office/drawing/2014/main" id="{5B78E609-72CD-4E29-87EE-1EBBCA154A2D}"/>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20495049" flipH="1">
            <a:off x="2777819" y="4700846"/>
            <a:ext cx="1559753" cy="1559753"/>
          </a:xfrm>
          <a:prstGeom prst="rect">
            <a:avLst/>
          </a:prstGeom>
        </p:spPr>
      </p:pic>
      <p:pic>
        <p:nvPicPr>
          <p:cNvPr id="42" name="Graphique 41" descr="Retour avec un remplissage uni">
            <a:extLst>
              <a:ext uri="{FF2B5EF4-FFF2-40B4-BE49-F238E27FC236}">
                <a16:creationId xmlns:a16="http://schemas.microsoft.com/office/drawing/2014/main" id="{742B8323-23ED-43D1-ADEB-A524A98A7FE1}"/>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20495049" flipH="1">
            <a:off x="4346870" y="4693870"/>
            <a:ext cx="1559753" cy="1559753"/>
          </a:xfrm>
          <a:prstGeom prst="rect">
            <a:avLst/>
          </a:prstGeom>
        </p:spPr>
      </p:pic>
      <p:pic>
        <p:nvPicPr>
          <p:cNvPr id="43" name="Graphique 42" descr="Retour avec un remplissage uni">
            <a:extLst>
              <a:ext uri="{FF2B5EF4-FFF2-40B4-BE49-F238E27FC236}">
                <a16:creationId xmlns:a16="http://schemas.microsoft.com/office/drawing/2014/main" id="{30D2DEB9-B8B4-4CB6-9AEC-00B289383860}"/>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20495049" flipH="1">
            <a:off x="-38504" y="4671223"/>
            <a:ext cx="1559753" cy="1559753"/>
          </a:xfrm>
          <a:prstGeom prst="rect">
            <a:avLst/>
          </a:prstGeom>
        </p:spPr>
      </p:pic>
      <p:pic>
        <p:nvPicPr>
          <p:cNvPr id="44" name="Graphique 43" descr="Retour avec un remplissage uni">
            <a:extLst>
              <a:ext uri="{FF2B5EF4-FFF2-40B4-BE49-F238E27FC236}">
                <a16:creationId xmlns:a16="http://schemas.microsoft.com/office/drawing/2014/main" id="{AD180A0F-0D11-414B-9CEA-667D7938F440}"/>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20495049" flipH="1">
            <a:off x="7468742" y="4701085"/>
            <a:ext cx="1559753" cy="1559753"/>
          </a:xfrm>
          <a:prstGeom prst="rect">
            <a:avLst/>
          </a:prstGeom>
        </p:spPr>
      </p:pic>
      <p:pic>
        <p:nvPicPr>
          <p:cNvPr id="45" name="Graphique 44" descr="Retour avec un remplissage uni">
            <a:extLst>
              <a:ext uri="{FF2B5EF4-FFF2-40B4-BE49-F238E27FC236}">
                <a16:creationId xmlns:a16="http://schemas.microsoft.com/office/drawing/2014/main" id="{5883B19B-998A-49F4-A61F-6C8E742EEBE1}"/>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20495049" flipH="1">
            <a:off x="8906337" y="4713721"/>
            <a:ext cx="1559753" cy="1559753"/>
          </a:xfrm>
          <a:prstGeom prst="rect">
            <a:avLst/>
          </a:prstGeom>
        </p:spPr>
      </p:pic>
      <p:pic>
        <p:nvPicPr>
          <p:cNvPr id="47" name="Graphique 46" descr="Retour avec un remplissage uni">
            <a:extLst>
              <a:ext uri="{FF2B5EF4-FFF2-40B4-BE49-F238E27FC236}">
                <a16:creationId xmlns:a16="http://schemas.microsoft.com/office/drawing/2014/main" id="{B2621E2B-E56A-4416-B76A-55A179D998ED}"/>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20495049" flipH="1">
            <a:off x="6090014" y="4684098"/>
            <a:ext cx="1559753" cy="1559753"/>
          </a:xfrm>
          <a:prstGeom prst="rect">
            <a:avLst/>
          </a:prstGeom>
        </p:spPr>
      </p:pic>
    </p:spTree>
    <p:extLst>
      <p:ext uri="{BB962C8B-B14F-4D97-AF65-F5344CB8AC3E}">
        <p14:creationId xmlns:p14="http://schemas.microsoft.com/office/powerpoint/2010/main" val="1613881779"/>
      </p:ext>
    </p:extLst>
  </p:cSld>
  <p:clrMapOvr>
    <a:masterClrMapping/>
  </p:clrMapOvr>
  <mc:AlternateContent xmlns:mc="http://schemas.openxmlformats.org/markup-compatibility/2006" xmlns:p14="http://schemas.microsoft.com/office/powerpoint/2010/main">
    <mc:Choice Requires="p14">
      <p:transition spd="slow" p14:dur="2000" advTm="39573"/>
    </mc:Choice>
    <mc:Fallback xmlns="">
      <p:transition spd="slow" advTm="39573"/>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lumMod val="75000"/>
          </a:schemeClr>
        </a:solidFill>
        <a:effectLst/>
      </p:bgPr>
    </p:bg>
    <p:spTree>
      <p:nvGrpSpPr>
        <p:cNvPr id="1" name=""/>
        <p:cNvGrpSpPr/>
        <p:nvPr/>
      </p:nvGrpSpPr>
      <p:grpSpPr>
        <a:xfrm>
          <a:off x="0" y="0"/>
          <a:ext cx="0" cy="0"/>
          <a:chOff x="0" y="0"/>
          <a:chExt cx="0" cy="0"/>
        </a:xfrm>
      </p:grpSpPr>
      <p:sp>
        <p:nvSpPr>
          <p:cNvPr id="5" name="Titre 4">
            <a:extLst>
              <a:ext uri="{FF2B5EF4-FFF2-40B4-BE49-F238E27FC236}">
                <a16:creationId xmlns:a16="http://schemas.microsoft.com/office/drawing/2014/main" id="{F8235C3D-F4E7-47EF-99B7-36395E9D8184}"/>
              </a:ext>
            </a:extLst>
          </p:cNvPr>
          <p:cNvSpPr>
            <a:spLocks noGrp="1"/>
          </p:cNvSpPr>
          <p:nvPr>
            <p:ph type="title"/>
          </p:nvPr>
        </p:nvSpPr>
        <p:spPr>
          <a:xfrm>
            <a:off x="1115568" y="539115"/>
            <a:ext cx="10168128" cy="1179576"/>
          </a:xfrm>
        </p:spPr>
        <p:txBody>
          <a:bodyPr>
            <a:normAutofit fontScale="90000"/>
          </a:bodyPr>
          <a:lstStyle/>
          <a:p>
            <a:r>
              <a:rPr lang="en-US" dirty="0"/>
              <a:t>Exercise P12</a:t>
            </a:r>
            <a:br>
              <a:rPr lang="en-US" dirty="0"/>
            </a:br>
            <a:r>
              <a:rPr lang="en-US" dirty="0"/>
              <a:t>Identify reasons why Link is not important, and why it is</a:t>
            </a:r>
          </a:p>
        </p:txBody>
      </p:sp>
      <p:grpSp>
        <p:nvGrpSpPr>
          <p:cNvPr id="10" name="Groupe 9">
            <a:extLst>
              <a:ext uri="{FF2B5EF4-FFF2-40B4-BE49-F238E27FC236}">
                <a16:creationId xmlns:a16="http://schemas.microsoft.com/office/drawing/2014/main" id="{2EF88D1D-E0B2-4FF2-88EF-5B7E566D8D79}"/>
              </a:ext>
            </a:extLst>
          </p:cNvPr>
          <p:cNvGrpSpPr/>
          <p:nvPr/>
        </p:nvGrpSpPr>
        <p:grpSpPr>
          <a:xfrm>
            <a:off x="2908671" y="3047085"/>
            <a:ext cx="4093664" cy="3518598"/>
            <a:chOff x="7088786" y="2986125"/>
            <a:chExt cx="4093664" cy="3518598"/>
          </a:xfrm>
        </p:grpSpPr>
        <p:pic>
          <p:nvPicPr>
            <p:cNvPr id="13" name="Graphique 12" descr="Femme DJ avec un remplissage uni">
              <a:extLst>
                <a:ext uri="{FF2B5EF4-FFF2-40B4-BE49-F238E27FC236}">
                  <a16:creationId xmlns:a16="http://schemas.microsoft.com/office/drawing/2014/main" id="{224F2A37-ECEF-4C0D-ADB5-00AE870454CD}"/>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088786" y="4526690"/>
              <a:ext cx="750396" cy="750396"/>
            </a:xfrm>
            <a:prstGeom prst="rect">
              <a:avLst/>
            </a:prstGeom>
          </p:spPr>
        </p:pic>
        <p:pic>
          <p:nvPicPr>
            <p:cNvPr id="15" name="Graphique 14" descr="Femme DJ avec un remplissage uni">
              <a:extLst>
                <a:ext uri="{FF2B5EF4-FFF2-40B4-BE49-F238E27FC236}">
                  <a16:creationId xmlns:a16="http://schemas.microsoft.com/office/drawing/2014/main" id="{66851860-1873-4A5E-B724-672BBF1EE340}"/>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227780" y="5255962"/>
              <a:ext cx="750396" cy="750396"/>
            </a:xfrm>
            <a:prstGeom prst="rect">
              <a:avLst/>
            </a:prstGeom>
          </p:spPr>
        </p:pic>
        <p:pic>
          <p:nvPicPr>
            <p:cNvPr id="16" name="Graphique 15" descr="Femme DJ avec un remplissage uni">
              <a:extLst>
                <a:ext uri="{FF2B5EF4-FFF2-40B4-BE49-F238E27FC236}">
                  <a16:creationId xmlns:a16="http://schemas.microsoft.com/office/drawing/2014/main" id="{4158EEFB-A16D-4C12-9868-C51618E1FC82}"/>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832243" y="5398088"/>
              <a:ext cx="750396" cy="750396"/>
            </a:xfrm>
            <a:prstGeom prst="rect">
              <a:avLst/>
            </a:prstGeom>
          </p:spPr>
        </p:pic>
        <p:pic>
          <p:nvPicPr>
            <p:cNvPr id="17" name="Graphique 16" descr="Femme DJ avec un remplissage uni">
              <a:extLst>
                <a:ext uri="{FF2B5EF4-FFF2-40B4-BE49-F238E27FC236}">
                  <a16:creationId xmlns:a16="http://schemas.microsoft.com/office/drawing/2014/main" id="{5BC227C2-D615-4F19-8A74-7D70C1B74DE2}"/>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707241" y="4685610"/>
              <a:ext cx="750396" cy="750396"/>
            </a:xfrm>
            <a:prstGeom prst="rect">
              <a:avLst/>
            </a:prstGeom>
          </p:spPr>
        </p:pic>
        <p:pic>
          <p:nvPicPr>
            <p:cNvPr id="18" name="Graphique 17" descr="Femme DJ avec un remplissage uni">
              <a:extLst>
                <a:ext uri="{FF2B5EF4-FFF2-40B4-BE49-F238E27FC236}">
                  <a16:creationId xmlns:a16="http://schemas.microsoft.com/office/drawing/2014/main" id="{D64FC978-8B8E-46FA-9A3F-9B5758D4C0EC}"/>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353733" y="5041849"/>
              <a:ext cx="750396" cy="750396"/>
            </a:xfrm>
            <a:prstGeom prst="rect">
              <a:avLst/>
            </a:prstGeom>
          </p:spPr>
        </p:pic>
        <p:pic>
          <p:nvPicPr>
            <p:cNvPr id="21" name="Graphique 20" descr="Femme DJ avec un remplissage uni">
              <a:extLst>
                <a:ext uri="{FF2B5EF4-FFF2-40B4-BE49-F238E27FC236}">
                  <a16:creationId xmlns:a16="http://schemas.microsoft.com/office/drawing/2014/main" id="{F27961AF-B500-4C0B-9986-95700F847F6E}"/>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398531" y="5754327"/>
              <a:ext cx="750396" cy="750396"/>
            </a:xfrm>
            <a:prstGeom prst="rect">
              <a:avLst/>
            </a:prstGeom>
          </p:spPr>
        </p:pic>
        <p:pic>
          <p:nvPicPr>
            <p:cNvPr id="23" name="Graphique 22" descr="Retour avec un remplissage uni">
              <a:extLst>
                <a:ext uri="{FF2B5EF4-FFF2-40B4-BE49-F238E27FC236}">
                  <a16:creationId xmlns:a16="http://schemas.microsoft.com/office/drawing/2014/main" id="{F4EB7807-75F1-45C4-A607-7B65B19EC714}"/>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2237069">
              <a:off x="7808957" y="4340927"/>
              <a:ext cx="1530819" cy="1530819"/>
            </a:xfrm>
            <a:prstGeom prst="rect">
              <a:avLst/>
            </a:prstGeom>
          </p:spPr>
        </p:pic>
        <p:pic>
          <p:nvPicPr>
            <p:cNvPr id="25" name="Graphique 24" descr="Retour avec un remplissage uni">
              <a:extLst>
                <a:ext uri="{FF2B5EF4-FFF2-40B4-BE49-F238E27FC236}">
                  <a16:creationId xmlns:a16="http://schemas.microsoft.com/office/drawing/2014/main" id="{5B6070F3-0577-4344-A850-8C52098FD271}"/>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20370922">
              <a:off x="7599495" y="3313234"/>
              <a:ext cx="1570460" cy="1570460"/>
            </a:xfrm>
            <a:prstGeom prst="rect">
              <a:avLst/>
            </a:prstGeom>
          </p:spPr>
        </p:pic>
        <p:pic>
          <p:nvPicPr>
            <p:cNvPr id="3" name="Graphique 2" descr="Disque optique avec un remplissage uni">
              <a:extLst>
                <a:ext uri="{FF2B5EF4-FFF2-40B4-BE49-F238E27FC236}">
                  <a16:creationId xmlns:a16="http://schemas.microsoft.com/office/drawing/2014/main" id="{492B0994-C496-46EC-B194-75F1D5DFC26A}"/>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9250041" y="3200858"/>
              <a:ext cx="914400" cy="914400"/>
            </a:xfrm>
            <a:prstGeom prst="rect">
              <a:avLst/>
            </a:prstGeom>
          </p:spPr>
        </p:pic>
        <p:pic>
          <p:nvPicPr>
            <p:cNvPr id="8" name="Graphique 7" descr="Gramophone avec un remplissage uni">
              <a:extLst>
                <a:ext uri="{FF2B5EF4-FFF2-40B4-BE49-F238E27FC236}">
                  <a16:creationId xmlns:a16="http://schemas.microsoft.com/office/drawing/2014/main" id="{D7FF2A64-D19E-4D19-91BF-BC5946B30B1B}"/>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10268050" y="2986125"/>
              <a:ext cx="914400" cy="914400"/>
            </a:xfrm>
            <a:prstGeom prst="rect">
              <a:avLst/>
            </a:prstGeom>
          </p:spPr>
        </p:pic>
      </p:grpSp>
      <p:sp>
        <p:nvSpPr>
          <p:cNvPr id="19" name="Rectangle 18">
            <a:extLst>
              <a:ext uri="{FF2B5EF4-FFF2-40B4-BE49-F238E27FC236}">
                <a16:creationId xmlns:a16="http://schemas.microsoft.com/office/drawing/2014/main" id="{457FBBC5-CB09-4463-A10C-0BDDE1BC2A15}"/>
              </a:ext>
            </a:extLst>
          </p:cNvPr>
          <p:cNvSpPr/>
          <p:nvPr/>
        </p:nvSpPr>
        <p:spPr>
          <a:xfrm>
            <a:off x="3386184" y="2548103"/>
            <a:ext cx="1016714" cy="997963"/>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r>
              <a:rPr lang="en-US" sz="1000" dirty="0">
                <a:solidFill>
                  <a:schemeClr val="tx1"/>
                </a:solidFill>
              </a:rPr>
              <a:t>Link is not important because…</a:t>
            </a:r>
          </a:p>
        </p:txBody>
      </p:sp>
      <p:sp>
        <p:nvSpPr>
          <p:cNvPr id="20" name="Rectangle 19">
            <a:extLst>
              <a:ext uri="{FF2B5EF4-FFF2-40B4-BE49-F238E27FC236}">
                <a16:creationId xmlns:a16="http://schemas.microsoft.com/office/drawing/2014/main" id="{B2D51FA9-F21B-4C40-AC9C-672BE14C62F4}"/>
              </a:ext>
            </a:extLst>
          </p:cNvPr>
          <p:cNvSpPr/>
          <p:nvPr/>
        </p:nvSpPr>
        <p:spPr>
          <a:xfrm>
            <a:off x="2249404" y="3220036"/>
            <a:ext cx="1016714" cy="997963"/>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r>
              <a:rPr lang="en-US" sz="1000" dirty="0">
                <a:solidFill>
                  <a:schemeClr val="tx1"/>
                </a:solidFill>
              </a:rPr>
              <a:t>Link is not important because…</a:t>
            </a:r>
          </a:p>
        </p:txBody>
      </p:sp>
      <p:sp>
        <p:nvSpPr>
          <p:cNvPr id="22" name="Rectangle 21">
            <a:extLst>
              <a:ext uri="{FF2B5EF4-FFF2-40B4-BE49-F238E27FC236}">
                <a16:creationId xmlns:a16="http://schemas.microsoft.com/office/drawing/2014/main" id="{7CADD6A9-74FE-410E-BBCE-447AC9D204D1}"/>
              </a:ext>
            </a:extLst>
          </p:cNvPr>
          <p:cNvSpPr/>
          <p:nvPr/>
        </p:nvSpPr>
        <p:spPr>
          <a:xfrm>
            <a:off x="4406149" y="2304054"/>
            <a:ext cx="1016714" cy="997963"/>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r>
              <a:rPr lang="en-US" sz="1000" dirty="0">
                <a:solidFill>
                  <a:schemeClr val="tx1"/>
                </a:solidFill>
              </a:rPr>
              <a:t>Link is not important because…</a:t>
            </a:r>
          </a:p>
        </p:txBody>
      </p:sp>
      <p:sp>
        <p:nvSpPr>
          <p:cNvPr id="24" name="Rectangle 23">
            <a:extLst>
              <a:ext uri="{FF2B5EF4-FFF2-40B4-BE49-F238E27FC236}">
                <a16:creationId xmlns:a16="http://schemas.microsoft.com/office/drawing/2014/main" id="{3068BA8A-8455-4049-A454-29704DB16830}"/>
              </a:ext>
            </a:extLst>
          </p:cNvPr>
          <p:cNvSpPr/>
          <p:nvPr/>
        </p:nvSpPr>
        <p:spPr>
          <a:xfrm>
            <a:off x="2253244" y="2146964"/>
            <a:ext cx="1016714" cy="997963"/>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r>
              <a:rPr lang="en-US" sz="1000" dirty="0">
                <a:solidFill>
                  <a:schemeClr val="tx1"/>
                </a:solidFill>
              </a:rPr>
              <a:t>Link is not important because…</a:t>
            </a:r>
          </a:p>
        </p:txBody>
      </p:sp>
      <p:sp>
        <p:nvSpPr>
          <p:cNvPr id="26" name="Rectangle 25">
            <a:extLst>
              <a:ext uri="{FF2B5EF4-FFF2-40B4-BE49-F238E27FC236}">
                <a16:creationId xmlns:a16="http://schemas.microsoft.com/office/drawing/2014/main" id="{E8A3DC57-8D67-4767-8DC9-897BEA822892}"/>
              </a:ext>
            </a:extLst>
          </p:cNvPr>
          <p:cNvSpPr/>
          <p:nvPr/>
        </p:nvSpPr>
        <p:spPr>
          <a:xfrm>
            <a:off x="3283869" y="5496966"/>
            <a:ext cx="1016714" cy="997963"/>
          </a:xfrm>
          <a:prstGeom prst="rect">
            <a:avLst/>
          </a:prstGeom>
          <a:solidFill>
            <a:srgbClr val="FF99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r>
              <a:rPr lang="en-US" sz="1000" dirty="0">
                <a:solidFill>
                  <a:schemeClr val="tx1"/>
                </a:solidFill>
              </a:rPr>
              <a:t>Link is important because…</a:t>
            </a:r>
          </a:p>
        </p:txBody>
      </p:sp>
      <p:sp>
        <p:nvSpPr>
          <p:cNvPr id="28" name="Rectangle 27">
            <a:extLst>
              <a:ext uri="{FF2B5EF4-FFF2-40B4-BE49-F238E27FC236}">
                <a16:creationId xmlns:a16="http://schemas.microsoft.com/office/drawing/2014/main" id="{ACE3B7D4-20F0-4B29-8C61-BCCCE0DEAC17}"/>
              </a:ext>
            </a:extLst>
          </p:cNvPr>
          <p:cNvSpPr/>
          <p:nvPr/>
        </p:nvSpPr>
        <p:spPr>
          <a:xfrm>
            <a:off x="2174544" y="5673179"/>
            <a:ext cx="1016714" cy="997963"/>
          </a:xfrm>
          <a:prstGeom prst="rect">
            <a:avLst/>
          </a:prstGeom>
          <a:solidFill>
            <a:srgbClr val="FF99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r>
              <a:rPr lang="en-US" sz="1000" dirty="0">
                <a:solidFill>
                  <a:schemeClr val="tx1"/>
                </a:solidFill>
              </a:rPr>
              <a:t>Link is important because…</a:t>
            </a:r>
          </a:p>
        </p:txBody>
      </p:sp>
      <p:sp>
        <p:nvSpPr>
          <p:cNvPr id="29" name="Rectangle 28">
            <a:extLst>
              <a:ext uri="{FF2B5EF4-FFF2-40B4-BE49-F238E27FC236}">
                <a16:creationId xmlns:a16="http://schemas.microsoft.com/office/drawing/2014/main" id="{5E64F268-F76C-4B6B-AAF5-09678CAB9F9B}"/>
              </a:ext>
            </a:extLst>
          </p:cNvPr>
          <p:cNvSpPr/>
          <p:nvPr/>
        </p:nvSpPr>
        <p:spPr>
          <a:xfrm>
            <a:off x="4222400" y="5895505"/>
            <a:ext cx="1016714" cy="997963"/>
          </a:xfrm>
          <a:prstGeom prst="rect">
            <a:avLst/>
          </a:prstGeom>
          <a:solidFill>
            <a:srgbClr val="FF99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r>
              <a:rPr lang="en-US" sz="1000" dirty="0">
                <a:solidFill>
                  <a:schemeClr val="tx1"/>
                </a:solidFill>
              </a:rPr>
              <a:t>Link is important because…</a:t>
            </a:r>
          </a:p>
        </p:txBody>
      </p:sp>
    </p:spTree>
    <p:extLst>
      <p:ext uri="{BB962C8B-B14F-4D97-AF65-F5344CB8AC3E}">
        <p14:creationId xmlns:p14="http://schemas.microsoft.com/office/powerpoint/2010/main" val="3615050057"/>
      </p:ext>
    </p:extLst>
  </p:cSld>
  <p:clrMapOvr>
    <a:masterClrMapping/>
  </p:clrMapOvr>
  <mc:AlternateContent xmlns:mc="http://schemas.openxmlformats.org/markup-compatibility/2006" xmlns:p14="http://schemas.microsoft.com/office/powerpoint/2010/main">
    <mc:Choice Requires="p14">
      <p:transition spd="slow" p14:dur="2000" advTm="80003"/>
    </mc:Choice>
    <mc:Fallback xmlns="">
      <p:transition spd="slow" advTm="80003"/>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lumMod val="75000"/>
          </a:schemeClr>
        </a:solidFill>
        <a:effectLst/>
      </p:bgPr>
    </p:bg>
    <p:spTree>
      <p:nvGrpSpPr>
        <p:cNvPr id="1" name=""/>
        <p:cNvGrpSpPr/>
        <p:nvPr/>
      </p:nvGrpSpPr>
      <p:grpSpPr>
        <a:xfrm>
          <a:off x="0" y="0"/>
          <a:ext cx="0" cy="0"/>
          <a:chOff x="0" y="0"/>
          <a:chExt cx="0" cy="0"/>
        </a:xfrm>
      </p:grpSpPr>
      <p:sp>
        <p:nvSpPr>
          <p:cNvPr id="5" name="Titre 4">
            <a:extLst>
              <a:ext uri="{FF2B5EF4-FFF2-40B4-BE49-F238E27FC236}">
                <a16:creationId xmlns:a16="http://schemas.microsoft.com/office/drawing/2014/main" id="{F8235C3D-F4E7-47EF-99B7-36395E9D8184}"/>
              </a:ext>
            </a:extLst>
          </p:cNvPr>
          <p:cNvSpPr>
            <a:spLocks noGrp="1"/>
          </p:cNvSpPr>
          <p:nvPr>
            <p:ph type="title"/>
          </p:nvPr>
        </p:nvSpPr>
        <p:spPr>
          <a:xfrm>
            <a:off x="1115568" y="539115"/>
            <a:ext cx="10168128" cy="1179576"/>
          </a:xfrm>
        </p:spPr>
        <p:txBody>
          <a:bodyPr>
            <a:normAutofit fontScale="90000"/>
          </a:bodyPr>
          <a:lstStyle/>
          <a:p>
            <a:r>
              <a:rPr lang="en-US" dirty="0"/>
              <a:t>Exercise P13</a:t>
            </a:r>
            <a:br>
              <a:rPr lang="en-US" dirty="0"/>
            </a:br>
            <a:r>
              <a:rPr lang="en-US" dirty="0"/>
              <a:t>Define what type of Links you want to foster, and key activities you prioritize</a:t>
            </a:r>
          </a:p>
        </p:txBody>
      </p:sp>
      <p:sp>
        <p:nvSpPr>
          <p:cNvPr id="19" name="Rectangle 18">
            <a:extLst>
              <a:ext uri="{FF2B5EF4-FFF2-40B4-BE49-F238E27FC236}">
                <a16:creationId xmlns:a16="http://schemas.microsoft.com/office/drawing/2014/main" id="{457FBBC5-CB09-4463-A10C-0BDDE1BC2A15}"/>
              </a:ext>
            </a:extLst>
          </p:cNvPr>
          <p:cNvSpPr/>
          <p:nvPr/>
        </p:nvSpPr>
        <p:spPr>
          <a:xfrm>
            <a:off x="370321" y="3169918"/>
            <a:ext cx="1016714" cy="997963"/>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r>
              <a:rPr lang="en-US" sz="1000" dirty="0">
                <a:solidFill>
                  <a:schemeClr val="tx1"/>
                </a:solidFill>
              </a:rPr>
              <a:t>Link in our community means…</a:t>
            </a:r>
          </a:p>
        </p:txBody>
      </p:sp>
      <p:sp>
        <p:nvSpPr>
          <p:cNvPr id="27" name="Rectangle 26">
            <a:extLst>
              <a:ext uri="{FF2B5EF4-FFF2-40B4-BE49-F238E27FC236}">
                <a16:creationId xmlns:a16="http://schemas.microsoft.com/office/drawing/2014/main" id="{42562FE6-B367-4E58-953B-87200BCD7A70}"/>
              </a:ext>
            </a:extLst>
          </p:cNvPr>
          <p:cNvSpPr/>
          <p:nvPr/>
        </p:nvSpPr>
        <p:spPr>
          <a:xfrm>
            <a:off x="1895392" y="3765884"/>
            <a:ext cx="1016714" cy="997963"/>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r>
              <a:rPr lang="en-US" sz="1000" dirty="0">
                <a:solidFill>
                  <a:schemeClr val="tx1"/>
                </a:solidFill>
              </a:rPr>
              <a:t>Example : Sharing emotions and problems</a:t>
            </a:r>
          </a:p>
        </p:txBody>
      </p:sp>
      <p:sp>
        <p:nvSpPr>
          <p:cNvPr id="30" name="Rectangle 29">
            <a:extLst>
              <a:ext uri="{FF2B5EF4-FFF2-40B4-BE49-F238E27FC236}">
                <a16:creationId xmlns:a16="http://schemas.microsoft.com/office/drawing/2014/main" id="{2E859119-D940-4FF5-BB1B-5F459F257A2B}"/>
              </a:ext>
            </a:extLst>
          </p:cNvPr>
          <p:cNvSpPr/>
          <p:nvPr/>
        </p:nvSpPr>
        <p:spPr>
          <a:xfrm>
            <a:off x="3077695" y="3765883"/>
            <a:ext cx="1016714" cy="997963"/>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1000" dirty="0">
              <a:solidFill>
                <a:schemeClr val="tx1"/>
              </a:solidFill>
            </a:endParaRPr>
          </a:p>
        </p:txBody>
      </p:sp>
      <p:sp>
        <p:nvSpPr>
          <p:cNvPr id="31" name="Rectangle 30">
            <a:extLst>
              <a:ext uri="{FF2B5EF4-FFF2-40B4-BE49-F238E27FC236}">
                <a16:creationId xmlns:a16="http://schemas.microsoft.com/office/drawing/2014/main" id="{805F560D-AE68-48FA-8B32-94E23EE1D328}"/>
              </a:ext>
            </a:extLst>
          </p:cNvPr>
          <p:cNvSpPr/>
          <p:nvPr/>
        </p:nvSpPr>
        <p:spPr>
          <a:xfrm>
            <a:off x="4302171" y="3765883"/>
            <a:ext cx="1016714" cy="997963"/>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1000" dirty="0">
              <a:solidFill>
                <a:schemeClr val="tx1"/>
              </a:solidFill>
            </a:endParaRPr>
          </a:p>
        </p:txBody>
      </p:sp>
      <p:sp>
        <p:nvSpPr>
          <p:cNvPr id="32" name="Rectangle 31">
            <a:extLst>
              <a:ext uri="{FF2B5EF4-FFF2-40B4-BE49-F238E27FC236}">
                <a16:creationId xmlns:a16="http://schemas.microsoft.com/office/drawing/2014/main" id="{D17E7AEE-3CED-4D2D-981F-ED95100C6B07}"/>
              </a:ext>
            </a:extLst>
          </p:cNvPr>
          <p:cNvSpPr/>
          <p:nvPr/>
        </p:nvSpPr>
        <p:spPr>
          <a:xfrm>
            <a:off x="2260011" y="4957811"/>
            <a:ext cx="1016714" cy="997963"/>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1000" dirty="0">
              <a:solidFill>
                <a:schemeClr val="tx1"/>
              </a:solidFill>
            </a:endParaRPr>
          </a:p>
        </p:txBody>
      </p:sp>
      <p:sp>
        <p:nvSpPr>
          <p:cNvPr id="33" name="Rectangle 32">
            <a:extLst>
              <a:ext uri="{FF2B5EF4-FFF2-40B4-BE49-F238E27FC236}">
                <a16:creationId xmlns:a16="http://schemas.microsoft.com/office/drawing/2014/main" id="{C9B829B2-101E-49D2-8272-679E8059AA77}"/>
              </a:ext>
            </a:extLst>
          </p:cNvPr>
          <p:cNvSpPr/>
          <p:nvPr/>
        </p:nvSpPr>
        <p:spPr>
          <a:xfrm>
            <a:off x="3481956" y="4957812"/>
            <a:ext cx="1016714" cy="997963"/>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1000" dirty="0">
              <a:solidFill>
                <a:schemeClr val="tx1"/>
              </a:solidFill>
            </a:endParaRPr>
          </a:p>
        </p:txBody>
      </p:sp>
      <p:sp>
        <p:nvSpPr>
          <p:cNvPr id="34" name="Rectangle 33">
            <a:extLst>
              <a:ext uri="{FF2B5EF4-FFF2-40B4-BE49-F238E27FC236}">
                <a16:creationId xmlns:a16="http://schemas.microsoft.com/office/drawing/2014/main" id="{D2215949-EF81-43E5-8874-880E15E33567}"/>
              </a:ext>
            </a:extLst>
          </p:cNvPr>
          <p:cNvSpPr/>
          <p:nvPr/>
        </p:nvSpPr>
        <p:spPr>
          <a:xfrm>
            <a:off x="4664259" y="4957811"/>
            <a:ext cx="1016714" cy="997963"/>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1000" dirty="0">
              <a:solidFill>
                <a:schemeClr val="tx1"/>
              </a:solidFill>
            </a:endParaRPr>
          </a:p>
        </p:txBody>
      </p:sp>
      <p:sp>
        <p:nvSpPr>
          <p:cNvPr id="35" name="Rectangle 34">
            <a:extLst>
              <a:ext uri="{FF2B5EF4-FFF2-40B4-BE49-F238E27FC236}">
                <a16:creationId xmlns:a16="http://schemas.microsoft.com/office/drawing/2014/main" id="{26AD0D1C-F051-44DF-86F9-590D9D5D3333}"/>
              </a:ext>
            </a:extLst>
          </p:cNvPr>
          <p:cNvSpPr/>
          <p:nvPr/>
        </p:nvSpPr>
        <p:spPr>
          <a:xfrm>
            <a:off x="5888735" y="4957811"/>
            <a:ext cx="1016714" cy="997963"/>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1000" dirty="0">
              <a:solidFill>
                <a:schemeClr val="tx1"/>
              </a:solidFill>
            </a:endParaRPr>
          </a:p>
        </p:txBody>
      </p:sp>
      <p:sp>
        <p:nvSpPr>
          <p:cNvPr id="36" name="Rectangle 35">
            <a:extLst>
              <a:ext uri="{FF2B5EF4-FFF2-40B4-BE49-F238E27FC236}">
                <a16:creationId xmlns:a16="http://schemas.microsoft.com/office/drawing/2014/main" id="{EF4E5FB8-B087-4876-B522-DDE060D44A0F}"/>
              </a:ext>
            </a:extLst>
          </p:cNvPr>
          <p:cNvSpPr/>
          <p:nvPr/>
        </p:nvSpPr>
        <p:spPr>
          <a:xfrm>
            <a:off x="878678" y="5629974"/>
            <a:ext cx="1016714" cy="997963"/>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1000" dirty="0">
              <a:solidFill>
                <a:schemeClr val="tx1"/>
              </a:solidFill>
            </a:endParaRPr>
          </a:p>
        </p:txBody>
      </p:sp>
      <p:sp>
        <p:nvSpPr>
          <p:cNvPr id="37" name="Rectangle 36">
            <a:extLst>
              <a:ext uri="{FF2B5EF4-FFF2-40B4-BE49-F238E27FC236}">
                <a16:creationId xmlns:a16="http://schemas.microsoft.com/office/drawing/2014/main" id="{E850C9AA-15B3-4F56-84E1-887717FBF177}"/>
              </a:ext>
            </a:extLst>
          </p:cNvPr>
          <p:cNvSpPr/>
          <p:nvPr/>
        </p:nvSpPr>
        <p:spPr>
          <a:xfrm>
            <a:off x="3590365" y="2452765"/>
            <a:ext cx="1016714" cy="997963"/>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1000" dirty="0">
              <a:solidFill>
                <a:schemeClr val="tx1"/>
              </a:solidFill>
            </a:endParaRPr>
          </a:p>
        </p:txBody>
      </p:sp>
      <p:sp>
        <p:nvSpPr>
          <p:cNvPr id="38" name="Rectangle 37">
            <a:extLst>
              <a:ext uri="{FF2B5EF4-FFF2-40B4-BE49-F238E27FC236}">
                <a16:creationId xmlns:a16="http://schemas.microsoft.com/office/drawing/2014/main" id="{BB1E24A1-722B-4CC8-B3B1-8C061ADED8C9}"/>
              </a:ext>
            </a:extLst>
          </p:cNvPr>
          <p:cNvSpPr/>
          <p:nvPr/>
        </p:nvSpPr>
        <p:spPr>
          <a:xfrm>
            <a:off x="2260011" y="2452765"/>
            <a:ext cx="1016714" cy="997963"/>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1000" dirty="0">
              <a:solidFill>
                <a:schemeClr val="tx1"/>
              </a:solidFill>
            </a:endParaRPr>
          </a:p>
        </p:txBody>
      </p:sp>
      <p:sp>
        <p:nvSpPr>
          <p:cNvPr id="39" name="Rectangle 38">
            <a:extLst>
              <a:ext uri="{FF2B5EF4-FFF2-40B4-BE49-F238E27FC236}">
                <a16:creationId xmlns:a16="http://schemas.microsoft.com/office/drawing/2014/main" id="{F0825111-8B01-4C16-B52F-83CF55086BBD}"/>
              </a:ext>
            </a:extLst>
          </p:cNvPr>
          <p:cNvSpPr/>
          <p:nvPr/>
        </p:nvSpPr>
        <p:spPr>
          <a:xfrm>
            <a:off x="4664259" y="2670937"/>
            <a:ext cx="1016714" cy="997963"/>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1000" dirty="0">
              <a:solidFill>
                <a:schemeClr val="tx1"/>
              </a:solidFill>
            </a:endParaRPr>
          </a:p>
        </p:txBody>
      </p:sp>
      <p:sp>
        <p:nvSpPr>
          <p:cNvPr id="40" name="Rectangle 39">
            <a:extLst>
              <a:ext uri="{FF2B5EF4-FFF2-40B4-BE49-F238E27FC236}">
                <a16:creationId xmlns:a16="http://schemas.microsoft.com/office/drawing/2014/main" id="{AA568054-7DE9-4718-9808-048A80956695}"/>
              </a:ext>
            </a:extLst>
          </p:cNvPr>
          <p:cNvSpPr/>
          <p:nvPr/>
        </p:nvSpPr>
        <p:spPr>
          <a:xfrm>
            <a:off x="5658979" y="3765883"/>
            <a:ext cx="1016714" cy="997963"/>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1000" dirty="0">
              <a:solidFill>
                <a:schemeClr val="tx1"/>
              </a:solidFill>
            </a:endParaRPr>
          </a:p>
        </p:txBody>
      </p:sp>
      <p:pic>
        <p:nvPicPr>
          <p:cNvPr id="41" name="Graphique 40" descr="Arts martiaux avec un remplissage uni">
            <a:extLst>
              <a:ext uri="{FF2B5EF4-FFF2-40B4-BE49-F238E27FC236}">
                <a16:creationId xmlns:a16="http://schemas.microsoft.com/office/drawing/2014/main" id="{1B657AC1-1EEA-485E-863E-ECC4D6543C76}"/>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732743" y="2237200"/>
            <a:ext cx="617428" cy="617428"/>
          </a:xfrm>
          <a:prstGeom prst="rect">
            <a:avLst/>
          </a:prstGeom>
        </p:spPr>
      </p:pic>
      <p:pic>
        <p:nvPicPr>
          <p:cNvPr id="42" name="Graphique 41" descr="Surf avec un remplissage uni">
            <a:extLst>
              <a:ext uri="{FF2B5EF4-FFF2-40B4-BE49-F238E27FC236}">
                <a16:creationId xmlns:a16="http://schemas.microsoft.com/office/drawing/2014/main" id="{435B8A9F-88B4-449D-A23A-32099DE80385}"/>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9166872" y="2545914"/>
            <a:ext cx="914400" cy="914400"/>
          </a:xfrm>
          <a:prstGeom prst="rect">
            <a:avLst/>
          </a:prstGeom>
        </p:spPr>
      </p:pic>
      <p:pic>
        <p:nvPicPr>
          <p:cNvPr id="43" name="Graphique 42" descr="Méditation avec un remplissage uni">
            <a:extLst>
              <a:ext uri="{FF2B5EF4-FFF2-40B4-BE49-F238E27FC236}">
                <a16:creationId xmlns:a16="http://schemas.microsoft.com/office/drawing/2014/main" id="{C36C685D-18C0-4BD2-92E9-309DDC88B630}"/>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0406514" y="2059551"/>
            <a:ext cx="914400" cy="914400"/>
          </a:xfrm>
          <a:prstGeom prst="rect">
            <a:avLst/>
          </a:prstGeom>
        </p:spPr>
      </p:pic>
      <p:sp>
        <p:nvSpPr>
          <p:cNvPr id="44" name="Rectangle 43">
            <a:extLst>
              <a:ext uri="{FF2B5EF4-FFF2-40B4-BE49-F238E27FC236}">
                <a16:creationId xmlns:a16="http://schemas.microsoft.com/office/drawing/2014/main" id="{505A72F2-BADB-41D3-93D5-E03B02237B53}"/>
              </a:ext>
            </a:extLst>
          </p:cNvPr>
          <p:cNvSpPr/>
          <p:nvPr/>
        </p:nvSpPr>
        <p:spPr>
          <a:xfrm>
            <a:off x="7637488" y="3429000"/>
            <a:ext cx="1016714" cy="997963"/>
          </a:xfrm>
          <a:prstGeom prst="rect">
            <a:avLst/>
          </a:prstGeom>
          <a:solidFill>
            <a:srgbClr val="FF99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r>
              <a:rPr lang="en-US" sz="1000" dirty="0">
                <a:solidFill>
                  <a:schemeClr val="tx1"/>
                </a:solidFill>
              </a:rPr>
              <a:t>Therefore, we will focus more on …</a:t>
            </a:r>
          </a:p>
        </p:txBody>
      </p:sp>
      <p:sp>
        <p:nvSpPr>
          <p:cNvPr id="45" name="Rectangle 44">
            <a:extLst>
              <a:ext uri="{FF2B5EF4-FFF2-40B4-BE49-F238E27FC236}">
                <a16:creationId xmlns:a16="http://schemas.microsoft.com/office/drawing/2014/main" id="{38546695-3F08-484C-81E7-AB26D28656CF}"/>
              </a:ext>
            </a:extLst>
          </p:cNvPr>
          <p:cNvSpPr/>
          <p:nvPr/>
        </p:nvSpPr>
        <p:spPr>
          <a:xfrm>
            <a:off x="9035459" y="3788555"/>
            <a:ext cx="1016714" cy="997963"/>
          </a:xfrm>
          <a:prstGeom prst="rect">
            <a:avLst/>
          </a:prstGeom>
          <a:solidFill>
            <a:srgbClr val="FF99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r>
              <a:rPr lang="en-US" sz="1000" dirty="0">
                <a:solidFill>
                  <a:schemeClr val="tx1"/>
                </a:solidFill>
              </a:rPr>
              <a:t>Example : Co-development sessions</a:t>
            </a:r>
          </a:p>
        </p:txBody>
      </p:sp>
      <p:sp>
        <p:nvSpPr>
          <p:cNvPr id="46" name="Rectangle 45">
            <a:extLst>
              <a:ext uri="{FF2B5EF4-FFF2-40B4-BE49-F238E27FC236}">
                <a16:creationId xmlns:a16="http://schemas.microsoft.com/office/drawing/2014/main" id="{7E83CB23-268C-421B-95F0-0CBE06141332}"/>
              </a:ext>
            </a:extLst>
          </p:cNvPr>
          <p:cNvSpPr/>
          <p:nvPr/>
        </p:nvSpPr>
        <p:spPr>
          <a:xfrm>
            <a:off x="10113666" y="3668899"/>
            <a:ext cx="1016714" cy="997963"/>
          </a:xfrm>
          <a:prstGeom prst="rect">
            <a:avLst/>
          </a:prstGeom>
          <a:solidFill>
            <a:srgbClr val="FF99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1000" dirty="0">
              <a:solidFill>
                <a:schemeClr val="tx1"/>
              </a:solidFill>
            </a:endParaRPr>
          </a:p>
        </p:txBody>
      </p:sp>
      <p:sp>
        <p:nvSpPr>
          <p:cNvPr id="47" name="Rectangle 46">
            <a:extLst>
              <a:ext uri="{FF2B5EF4-FFF2-40B4-BE49-F238E27FC236}">
                <a16:creationId xmlns:a16="http://schemas.microsoft.com/office/drawing/2014/main" id="{323A1E41-E481-4955-AFE0-7E2B4B9F6A7C}"/>
              </a:ext>
            </a:extLst>
          </p:cNvPr>
          <p:cNvSpPr/>
          <p:nvPr/>
        </p:nvSpPr>
        <p:spPr>
          <a:xfrm>
            <a:off x="8863943" y="4982484"/>
            <a:ext cx="1016714" cy="997963"/>
          </a:xfrm>
          <a:prstGeom prst="rect">
            <a:avLst/>
          </a:prstGeom>
          <a:solidFill>
            <a:srgbClr val="FF99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1000" dirty="0">
              <a:solidFill>
                <a:schemeClr val="tx1"/>
              </a:solidFill>
            </a:endParaRPr>
          </a:p>
        </p:txBody>
      </p:sp>
      <p:sp>
        <p:nvSpPr>
          <p:cNvPr id="48" name="Rectangle 47">
            <a:extLst>
              <a:ext uri="{FF2B5EF4-FFF2-40B4-BE49-F238E27FC236}">
                <a16:creationId xmlns:a16="http://schemas.microsoft.com/office/drawing/2014/main" id="{32DE377B-CBBE-4237-B503-CDCB1700428E}"/>
              </a:ext>
            </a:extLst>
          </p:cNvPr>
          <p:cNvSpPr/>
          <p:nvPr/>
        </p:nvSpPr>
        <p:spPr>
          <a:xfrm>
            <a:off x="10081272" y="4786518"/>
            <a:ext cx="1016714" cy="997963"/>
          </a:xfrm>
          <a:prstGeom prst="rect">
            <a:avLst/>
          </a:prstGeom>
          <a:solidFill>
            <a:srgbClr val="FF99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1000" dirty="0">
              <a:solidFill>
                <a:schemeClr val="tx1"/>
              </a:solidFill>
            </a:endParaRPr>
          </a:p>
        </p:txBody>
      </p:sp>
      <p:sp>
        <p:nvSpPr>
          <p:cNvPr id="49" name="Rectangle 48">
            <a:extLst>
              <a:ext uri="{FF2B5EF4-FFF2-40B4-BE49-F238E27FC236}">
                <a16:creationId xmlns:a16="http://schemas.microsoft.com/office/drawing/2014/main" id="{6FEEE825-98E8-4F34-ADA0-46B8A149D800}"/>
              </a:ext>
            </a:extLst>
          </p:cNvPr>
          <p:cNvSpPr/>
          <p:nvPr/>
        </p:nvSpPr>
        <p:spPr>
          <a:xfrm>
            <a:off x="9994198" y="5819903"/>
            <a:ext cx="1016714" cy="997963"/>
          </a:xfrm>
          <a:prstGeom prst="rect">
            <a:avLst/>
          </a:prstGeom>
          <a:solidFill>
            <a:srgbClr val="FF99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1000" dirty="0">
              <a:solidFill>
                <a:schemeClr val="tx1"/>
              </a:solidFill>
            </a:endParaRPr>
          </a:p>
        </p:txBody>
      </p:sp>
      <p:sp>
        <p:nvSpPr>
          <p:cNvPr id="50" name="Rectangle 49">
            <a:extLst>
              <a:ext uri="{FF2B5EF4-FFF2-40B4-BE49-F238E27FC236}">
                <a16:creationId xmlns:a16="http://schemas.microsoft.com/office/drawing/2014/main" id="{EC924D9A-3EA9-48AA-9BAB-424614EC71BD}"/>
              </a:ext>
            </a:extLst>
          </p:cNvPr>
          <p:cNvSpPr/>
          <p:nvPr/>
        </p:nvSpPr>
        <p:spPr>
          <a:xfrm>
            <a:off x="11124453" y="5510689"/>
            <a:ext cx="1016714" cy="997963"/>
          </a:xfrm>
          <a:prstGeom prst="rect">
            <a:avLst/>
          </a:prstGeom>
          <a:solidFill>
            <a:srgbClr val="FF99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1000" dirty="0">
              <a:solidFill>
                <a:schemeClr val="tx1"/>
              </a:solidFill>
            </a:endParaRPr>
          </a:p>
        </p:txBody>
      </p:sp>
    </p:spTree>
    <p:extLst>
      <p:ext uri="{BB962C8B-B14F-4D97-AF65-F5344CB8AC3E}">
        <p14:creationId xmlns:p14="http://schemas.microsoft.com/office/powerpoint/2010/main" val="715093020"/>
      </p:ext>
    </p:extLst>
  </p:cSld>
  <p:clrMapOvr>
    <a:masterClrMapping/>
  </p:clrMapOvr>
  <mc:AlternateContent xmlns:mc="http://schemas.openxmlformats.org/markup-compatibility/2006" xmlns:p14="http://schemas.microsoft.com/office/powerpoint/2010/main">
    <mc:Choice Requires="p14">
      <p:transition spd="slow" p14:dur="2000" advTm="80003"/>
    </mc:Choice>
    <mc:Fallback xmlns="">
      <p:transition spd="slow" advTm="80003"/>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lumMod val="75000"/>
          </a:schemeClr>
        </a:solidFill>
        <a:effectLst/>
      </p:bgPr>
    </p:bg>
    <p:spTree>
      <p:nvGrpSpPr>
        <p:cNvPr id="1" name=""/>
        <p:cNvGrpSpPr/>
        <p:nvPr/>
      </p:nvGrpSpPr>
      <p:grpSpPr>
        <a:xfrm>
          <a:off x="0" y="0"/>
          <a:ext cx="0" cy="0"/>
          <a:chOff x="0" y="0"/>
          <a:chExt cx="0" cy="0"/>
        </a:xfrm>
      </p:grpSpPr>
      <p:sp>
        <p:nvSpPr>
          <p:cNvPr id="5" name="Titre 4">
            <a:extLst>
              <a:ext uri="{FF2B5EF4-FFF2-40B4-BE49-F238E27FC236}">
                <a16:creationId xmlns:a16="http://schemas.microsoft.com/office/drawing/2014/main" id="{F8235C3D-F4E7-47EF-99B7-36395E9D8184}"/>
              </a:ext>
            </a:extLst>
          </p:cNvPr>
          <p:cNvSpPr>
            <a:spLocks noGrp="1"/>
          </p:cNvSpPr>
          <p:nvPr>
            <p:ph type="title"/>
          </p:nvPr>
        </p:nvSpPr>
        <p:spPr>
          <a:xfrm>
            <a:off x="1115568" y="539115"/>
            <a:ext cx="10168128" cy="1179576"/>
          </a:xfrm>
        </p:spPr>
        <p:txBody>
          <a:bodyPr>
            <a:normAutofit fontScale="90000"/>
          </a:bodyPr>
          <a:lstStyle/>
          <a:p>
            <a:r>
              <a:rPr lang="en-US" dirty="0"/>
              <a:t>Exercise P14</a:t>
            </a:r>
            <a:br>
              <a:rPr lang="en-US" dirty="0"/>
            </a:br>
            <a:r>
              <a:rPr lang="en-US" dirty="0"/>
              <a:t>Define how you will measure Link</a:t>
            </a:r>
          </a:p>
        </p:txBody>
      </p:sp>
      <p:pic>
        <p:nvPicPr>
          <p:cNvPr id="26" name="Graphique 25" descr="Liste contour">
            <a:extLst>
              <a:ext uri="{FF2B5EF4-FFF2-40B4-BE49-F238E27FC236}">
                <a16:creationId xmlns:a16="http://schemas.microsoft.com/office/drawing/2014/main" id="{7A82AD5B-F7F8-41F3-9CD7-B716B9504C8A}"/>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456761" y="5143811"/>
            <a:ext cx="472000" cy="472000"/>
          </a:xfrm>
          <a:prstGeom prst="rect">
            <a:avLst/>
          </a:prstGeom>
        </p:spPr>
      </p:pic>
      <p:pic>
        <p:nvPicPr>
          <p:cNvPr id="28" name="Graphique 27" descr="Calendrier mensuel avec un remplissage uni">
            <a:extLst>
              <a:ext uri="{FF2B5EF4-FFF2-40B4-BE49-F238E27FC236}">
                <a16:creationId xmlns:a16="http://schemas.microsoft.com/office/drawing/2014/main" id="{739AC029-C6F3-4973-B673-8DBB407E5871}"/>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398204" y="4579345"/>
            <a:ext cx="565209" cy="565209"/>
          </a:xfrm>
          <a:prstGeom prst="rect">
            <a:avLst/>
          </a:prstGeom>
        </p:spPr>
      </p:pic>
      <p:pic>
        <p:nvPicPr>
          <p:cNvPr id="29" name="Graphique 28" descr="Chat avec un remplissage uni">
            <a:extLst>
              <a:ext uri="{FF2B5EF4-FFF2-40B4-BE49-F238E27FC236}">
                <a16:creationId xmlns:a16="http://schemas.microsoft.com/office/drawing/2014/main" id="{91D7F379-D11D-4276-B886-BC0D8DDC9419}"/>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366506" y="4017089"/>
            <a:ext cx="652511" cy="652511"/>
          </a:xfrm>
          <a:prstGeom prst="rect">
            <a:avLst/>
          </a:prstGeom>
        </p:spPr>
      </p:pic>
      <p:pic>
        <p:nvPicPr>
          <p:cNvPr id="51" name="Graphique 50" descr="Réseaux sociaux avec un remplissage uni">
            <a:extLst>
              <a:ext uri="{FF2B5EF4-FFF2-40B4-BE49-F238E27FC236}">
                <a16:creationId xmlns:a16="http://schemas.microsoft.com/office/drawing/2014/main" id="{3509C81A-3A24-49CF-9E9F-26A4483717F4}"/>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1328036" y="3361623"/>
            <a:ext cx="652512" cy="652512"/>
          </a:xfrm>
          <a:prstGeom prst="rect">
            <a:avLst/>
          </a:prstGeom>
        </p:spPr>
      </p:pic>
      <p:pic>
        <p:nvPicPr>
          <p:cNvPr id="52" name="Graphique 51" descr="Intelligence artificielle avec un remplissage uni">
            <a:extLst>
              <a:ext uri="{FF2B5EF4-FFF2-40B4-BE49-F238E27FC236}">
                <a16:creationId xmlns:a16="http://schemas.microsoft.com/office/drawing/2014/main" id="{267606F7-16DB-4865-ACE8-5DB399163F55}"/>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1415331" y="5638332"/>
            <a:ext cx="565217" cy="565217"/>
          </a:xfrm>
          <a:prstGeom prst="rect">
            <a:avLst/>
          </a:prstGeom>
        </p:spPr>
      </p:pic>
      <p:sp>
        <p:nvSpPr>
          <p:cNvPr id="53" name="Rectangle 52">
            <a:extLst>
              <a:ext uri="{FF2B5EF4-FFF2-40B4-BE49-F238E27FC236}">
                <a16:creationId xmlns:a16="http://schemas.microsoft.com/office/drawing/2014/main" id="{DD3CDB51-D00C-4256-9ADC-AB0073EBCAF6}"/>
              </a:ext>
            </a:extLst>
          </p:cNvPr>
          <p:cNvSpPr/>
          <p:nvPr/>
        </p:nvSpPr>
        <p:spPr>
          <a:xfrm>
            <a:off x="2728511" y="3399981"/>
            <a:ext cx="1016714" cy="997963"/>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fontScale="92500"/>
          </a:bodyPr>
          <a:lstStyle/>
          <a:p>
            <a:pPr algn="ctr"/>
            <a:r>
              <a:rPr lang="en-US" sz="1000" dirty="0">
                <a:solidFill>
                  <a:schemeClr val="tx1"/>
                </a:solidFill>
              </a:rPr>
              <a:t>We will measure link in our community with the following indicators …</a:t>
            </a:r>
          </a:p>
        </p:txBody>
      </p:sp>
      <p:sp>
        <p:nvSpPr>
          <p:cNvPr id="54" name="Rectangle 53">
            <a:extLst>
              <a:ext uri="{FF2B5EF4-FFF2-40B4-BE49-F238E27FC236}">
                <a16:creationId xmlns:a16="http://schemas.microsoft.com/office/drawing/2014/main" id="{71505491-A196-465A-86E9-A3C0D1E4509E}"/>
              </a:ext>
            </a:extLst>
          </p:cNvPr>
          <p:cNvSpPr/>
          <p:nvPr/>
        </p:nvSpPr>
        <p:spPr>
          <a:xfrm>
            <a:off x="5435885" y="3995946"/>
            <a:ext cx="1016714" cy="997963"/>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1000" dirty="0">
              <a:solidFill>
                <a:schemeClr val="tx1"/>
              </a:solidFill>
            </a:endParaRPr>
          </a:p>
        </p:txBody>
      </p:sp>
      <p:sp>
        <p:nvSpPr>
          <p:cNvPr id="55" name="Rectangle 54">
            <a:extLst>
              <a:ext uri="{FF2B5EF4-FFF2-40B4-BE49-F238E27FC236}">
                <a16:creationId xmlns:a16="http://schemas.microsoft.com/office/drawing/2014/main" id="{614C1B9C-3F73-42E9-9274-0F7B0E043CE8}"/>
              </a:ext>
            </a:extLst>
          </p:cNvPr>
          <p:cNvSpPr/>
          <p:nvPr/>
        </p:nvSpPr>
        <p:spPr>
          <a:xfrm>
            <a:off x="6660361" y="3995946"/>
            <a:ext cx="1016714" cy="997963"/>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1000" dirty="0">
              <a:solidFill>
                <a:schemeClr val="tx1"/>
              </a:solidFill>
            </a:endParaRPr>
          </a:p>
        </p:txBody>
      </p:sp>
      <p:sp>
        <p:nvSpPr>
          <p:cNvPr id="56" name="Rectangle 55">
            <a:extLst>
              <a:ext uri="{FF2B5EF4-FFF2-40B4-BE49-F238E27FC236}">
                <a16:creationId xmlns:a16="http://schemas.microsoft.com/office/drawing/2014/main" id="{2D2FE93B-7398-478D-B573-7DD197905364}"/>
              </a:ext>
            </a:extLst>
          </p:cNvPr>
          <p:cNvSpPr/>
          <p:nvPr/>
        </p:nvSpPr>
        <p:spPr>
          <a:xfrm>
            <a:off x="4618201" y="5187874"/>
            <a:ext cx="1016714" cy="997963"/>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1000" dirty="0">
              <a:solidFill>
                <a:schemeClr val="tx1"/>
              </a:solidFill>
            </a:endParaRPr>
          </a:p>
        </p:txBody>
      </p:sp>
      <p:sp>
        <p:nvSpPr>
          <p:cNvPr id="57" name="Rectangle 56">
            <a:extLst>
              <a:ext uri="{FF2B5EF4-FFF2-40B4-BE49-F238E27FC236}">
                <a16:creationId xmlns:a16="http://schemas.microsoft.com/office/drawing/2014/main" id="{2F8EBB9C-D51B-42DA-BF1E-42A24443FCED}"/>
              </a:ext>
            </a:extLst>
          </p:cNvPr>
          <p:cNvSpPr/>
          <p:nvPr/>
        </p:nvSpPr>
        <p:spPr>
          <a:xfrm>
            <a:off x="5840146" y="5187875"/>
            <a:ext cx="1016714" cy="997963"/>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1000" dirty="0">
              <a:solidFill>
                <a:schemeClr val="tx1"/>
              </a:solidFill>
            </a:endParaRPr>
          </a:p>
        </p:txBody>
      </p:sp>
      <p:sp>
        <p:nvSpPr>
          <p:cNvPr id="58" name="Rectangle 57">
            <a:extLst>
              <a:ext uri="{FF2B5EF4-FFF2-40B4-BE49-F238E27FC236}">
                <a16:creationId xmlns:a16="http://schemas.microsoft.com/office/drawing/2014/main" id="{84086646-1064-4C94-BFDD-3D8C5003F287}"/>
              </a:ext>
            </a:extLst>
          </p:cNvPr>
          <p:cNvSpPr/>
          <p:nvPr/>
        </p:nvSpPr>
        <p:spPr>
          <a:xfrm>
            <a:off x="7022449" y="5187874"/>
            <a:ext cx="1016714" cy="997963"/>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1000" dirty="0">
              <a:solidFill>
                <a:schemeClr val="tx1"/>
              </a:solidFill>
            </a:endParaRPr>
          </a:p>
        </p:txBody>
      </p:sp>
      <p:sp>
        <p:nvSpPr>
          <p:cNvPr id="59" name="Rectangle 58">
            <a:extLst>
              <a:ext uri="{FF2B5EF4-FFF2-40B4-BE49-F238E27FC236}">
                <a16:creationId xmlns:a16="http://schemas.microsoft.com/office/drawing/2014/main" id="{6D50AA50-C2C7-4637-84D4-54DB10FE2892}"/>
              </a:ext>
            </a:extLst>
          </p:cNvPr>
          <p:cNvSpPr/>
          <p:nvPr/>
        </p:nvSpPr>
        <p:spPr>
          <a:xfrm>
            <a:off x="8246925" y="5187874"/>
            <a:ext cx="1016714" cy="997963"/>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1000" dirty="0">
              <a:solidFill>
                <a:schemeClr val="tx1"/>
              </a:solidFill>
            </a:endParaRPr>
          </a:p>
        </p:txBody>
      </p:sp>
      <p:sp>
        <p:nvSpPr>
          <p:cNvPr id="60" name="Rectangle 59">
            <a:extLst>
              <a:ext uri="{FF2B5EF4-FFF2-40B4-BE49-F238E27FC236}">
                <a16:creationId xmlns:a16="http://schemas.microsoft.com/office/drawing/2014/main" id="{F5CF8665-9AF4-4E92-B5C5-EA0A684DABD3}"/>
              </a:ext>
            </a:extLst>
          </p:cNvPr>
          <p:cNvSpPr/>
          <p:nvPr/>
        </p:nvSpPr>
        <p:spPr>
          <a:xfrm>
            <a:off x="4079077" y="3995945"/>
            <a:ext cx="1016714" cy="997963"/>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1000" dirty="0">
              <a:solidFill>
                <a:schemeClr val="tx1"/>
              </a:solidFill>
            </a:endParaRPr>
          </a:p>
        </p:txBody>
      </p:sp>
      <p:sp>
        <p:nvSpPr>
          <p:cNvPr id="61" name="Rectangle 60">
            <a:extLst>
              <a:ext uri="{FF2B5EF4-FFF2-40B4-BE49-F238E27FC236}">
                <a16:creationId xmlns:a16="http://schemas.microsoft.com/office/drawing/2014/main" id="{070CD0AF-0C55-4E68-8146-0FABC20863CA}"/>
              </a:ext>
            </a:extLst>
          </p:cNvPr>
          <p:cNvSpPr/>
          <p:nvPr/>
        </p:nvSpPr>
        <p:spPr>
          <a:xfrm>
            <a:off x="5948555" y="2682828"/>
            <a:ext cx="1016714" cy="997963"/>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1000" dirty="0">
              <a:solidFill>
                <a:schemeClr val="tx1"/>
              </a:solidFill>
            </a:endParaRPr>
          </a:p>
        </p:txBody>
      </p:sp>
      <p:sp>
        <p:nvSpPr>
          <p:cNvPr id="62" name="Rectangle 61">
            <a:extLst>
              <a:ext uri="{FF2B5EF4-FFF2-40B4-BE49-F238E27FC236}">
                <a16:creationId xmlns:a16="http://schemas.microsoft.com/office/drawing/2014/main" id="{19043640-6F29-4320-A0BE-1712855C0CE9}"/>
              </a:ext>
            </a:extLst>
          </p:cNvPr>
          <p:cNvSpPr/>
          <p:nvPr/>
        </p:nvSpPr>
        <p:spPr>
          <a:xfrm>
            <a:off x="4618201" y="2682828"/>
            <a:ext cx="1016714" cy="997963"/>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1000" dirty="0">
              <a:solidFill>
                <a:schemeClr val="tx1"/>
              </a:solidFill>
            </a:endParaRPr>
          </a:p>
        </p:txBody>
      </p:sp>
      <p:sp>
        <p:nvSpPr>
          <p:cNvPr id="63" name="Rectangle 62">
            <a:extLst>
              <a:ext uri="{FF2B5EF4-FFF2-40B4-BE49-F238E27FC236}">
                <a16:creationId xmlns:a16="http://schemas.microsoft.com/office/drawing/2014/main" id="{ACC5FABF-51E2-4F33-9313-F86DEA4C7F2C}"/>
              </a:ext>
            </a:extLst>
          </p:cNvPr>
          <p:cNvSpPr/>
          <p:nvPr/>
        </p:nvSpPr>
        <p:spPr>
          <a:xfrm>
            <a:off x="7022449" y="2901000"/>
            <a:ext cx="1016714" cy="997963"/>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1000" dirty="0">
              <a:solidFill>
                <a:schemeClr val="tx1"/>
              </a:solidFill>
            </a:endParaRPr>
          </a:p>
        </p:txBody>
      </p:sp>
      <p:sp>
        <p:nvSpPr>
          <p:cNvPr id="64" name="Rectangle 63">
            <a:extLst>
              <a:ext uri="{FF2B5EF4-FFF2-40B4-BE49-F238E27FC236}">
                <a16:creationId xmlns:a16="http://schemas.microsoft.com/office/drawing/2014/main" id="{4FC61BA5-99B9-42E8-BBCB-8871782994A0}"/>
              </a:ext>
            </a:extLst>
          </p:cNvPr>
          <p:cNvSpPr/>
          <p:nvPr/>
        </p:nvSpPr>
        <p:spPr>
          <a:xfrm>
            <a:off x="8017169" y="3995946"/>
            <a:ext cx="1016714" cy="997963"/>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1000" dirty="0">
              <a:solidFill>
                <a:schemeClr val="tx1"/>
              </a:solidFill>
            </a:endParaRPr>
          </a:p>
        </p:txBody>
      </p:sp>
    </p:spTree>
    <p:extLst>
      <p:ext uri="{BB962C8B-B14F-4D97-AF65-F5344CB8AC3E}">
        <p14:creationId xmlns:p14="http://schemas.microsoft.com/office/powerpoint/2010/main" val="1452946517"/>
      </p:ext>
    </p:extLst>
  </p:cSld>
  <p:clrMapOvr>
    <a:masterClrMapping/>
  </p:clrMapOvr>
  <mc:AlternateContent xmlns:mc="http://schemas.openxmlformats.org/markup-compatibility/2006" xmlns:p14="http://schemas.microsoft.com/office/powerpoint/2010/main">
    <mc:Choice Requires="p14">
      <p:transition spd="slow" p14:dur="2000" advTm="80003"/>
    </mc:Choice>
    <mc:Fallback xmlns="">
      <p:transition spd="slow" advTm="80003"/>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lumMod val="75000"/>
          </a:schemeClr>
        </a:solidFill>
        <a:effectLst/>
      </p:bgPr>
    </p:bg>
    <p:spTree>
      <p:nvGrpSpPr>
        <p:cNvPr id="1" name=""/>
        <p:cNvGrpSpPr/>
        <p:nvPr/>
      </p:nvGrpSpPr>
      <p:grpSpPr>
        <a:xfrm>
          <a:off x="0" y="0"/>
          <a:ext cx="0" cy="0"/>
          <a:chOff x="0" y="0"/>
          <a:chExt cx="0" cy="0"/>
        </a:xfrm>
      </p:grpSpPr>
      <p:sp>
        <p:nvSpPr>
          <p:cNvPr id="5" name="Titre 4">
            <a:extLst>
              <a:ext uri="{FF2B5EF4-FFF2-40B4-BE49-F238E27FC236}">
                <a16:creationId xmlns:a16="http://schemas.microsoft.com/office/drawing/2014/main" id="{F8235C3D-F4E7-47EF-99B7-36395E9D8184}"/>
              </a:ext>
            </a:extLst>
          </p:cNvPr>
          <p:cNvSpPr>
            <a:spLocks noGrp="1"/>
          </p:cNvSpPr>
          <p:nvPr>
            <p:ph type="title"/>
          </p:nvPr>
        </p:nvSpPr>
        <p:spPr>
          <a:xfrm>
            <a:off x="1115568" y="539115"/>
            <a:ext cx="10168128" cy="1179576"/>
          </a:xfrm>
        </p:spPr>
        <p:txBody>
          <a:bodyPr>
            <a:normAutofit fontScale="90000"/>
          </a:bodyPr>
          <a:lstStyle/>
          <a:p>
            <a:r>
              <a:rPr lang="en-US" dirty="0"/>
              <a:t>Challenge P16</a:t>
            </a:r>
            <a:br>
              <a:rPr lang="en-US" dirty="0"/>
            </a:br>
            <a:r>
              <a:rPr lang="en-US" dirty="0"/>
              <a:t>Choose your artefacts and display them on a timeline</a:t>
            </a:r>
          </a:p>
        </p:txBody>
      </p:sp>
      <p:sp>
        <p:nvSpPr>
          <p:cNvPr id="53" name="Rectangle 52">
            <a:extLst>
              <a:ext uri="{FF2B5EF4-FFF2-40B4-BE49-F238E27FC236}">
                <a16:creationId xmlns:a16="http://schemas.microsoft.com/office/drawing/2014/main" id="{DD3CDB51-D00C-4256-9ADC-AB0073EBCAF6}"/>
              </a:ext>
            </a:extLst>
          </p:cNvPr>
          <p:cNvSpPr/>
          <p:nvPr/>
        </p:nvSpPr>
        <p:spPr>
          <a:xfrm>
            <a:off x="352852" y="2629163"/>
            <a:ext cx="1016714" cy="997963"/>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r>
              <a:rPr lang="en-US" sz="1000" dirty="0">
                <a:solidFill>
                  <a:schemeClr val="tx1"/>
                </a:solidFill>
              </a:rPr>
              <a:t>WHAT : </a:t>
            </a:r>
          </a:p>
          <a:p>
            <a:pPr algn="ctr"/>
            <a:r>
              <a:rPr lang="en-US" sz="1000" dirty="0">
                <a:solidFill>
                  <a:schemeClr val="tx1"/>
                </a:solidFill>
              </a:rPr>
              <a:t>We will define / co-create the following artifacts</a:t>
            </a:r>
          </a:p>
        </p:txBody>
      </p:sp>
      <p:sp>
        <p:nvSpPr>
          <p:cNvPr id="54" name="Rectangle 53">
            <a:extLst>
              <a:ext uri="{FF2B5EF4-FFF2-40B4-BE49-F238E27FC236}">
                <a16:creationId xmlns:a16="http://schemas.microsoft.com/office/drawing/2014/main" id="{71505491-A196-465A-86E9-A3C0D1E4509E}"/>
              </a:ext>
            </a:extLst>
          </p:cNvPr>
          <p:cNvSpPr/>
          <p:nvPr/>
        </p:nvSpPr>
        <p:spPr>
          <a:xfrm>
            <a:off x="2047601" y="2780458"/>
            <a:ext cx="1016714" cy="997963"/>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1000" dirty="0">
              <a:solidFill>
                <a:schemeClr val="tx1"/>
              </a:solidFill>
            </a:endParaRPr>
          </a:p>
        </p:txBody>
      </p:sp>
      <p:sp>
        <p:nvSpPr>
          <p:cNvPr id="55" name="Rectangle 54">
            <a:extLst>
              <a:ext uri="{FF2B5EF4-FFF2-40B4-BE49-F238E27FC236}">
                <a16:creationId xmlns:a16="http://schemas.microsoft.com/office/drawing/2014/main" id="{614C1B9C-3F73-42E9-9274-0F7B0E043CE8}"/>
              </a:ext>
            </a:extLst>
          </p:cNvPr>
          <p:cNvSpPr/>
          <p:nvPr/>
        </p:nvSpPr>
        <p:spPr>
          <a:xfrm>
            <a:off x="7842664" y="2761142"/>
            <a:ext cx="1016714" cy="997963"/>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1000" dirty="0">
              <a:solidFill>
                <a:schemeClr val="tx1"/>
              </a:solidFill>
            </a:endParaRPr>
          </a:p>
        </p:txBody>
      </p:sp>
      <p:sp>
        <p:nvSpPr>
          <p:cNvPr id="56" name="Rectangle 55">
            <a:extLst>
              <a:ext uri="{FF2B5EF4-FFF2-40B4-BE49-F238E27FC236}">
                <a16:creationId xmlns:a16="http://schemas.microsoft.com/office/drawing/2014/main" id="{2D2FE93B-7398-478D-B573-7DD197905364}"/>
              </a:ext>
            </a:extLst>
          </p:cNvPr>
          <p:cNvSpPr/>
          <p:nvPr/>
        </p:nvSpPr>
        <p:spPr>
          <a:xfrm>
            <a:off x="345984" y="5139310"/>
            <a:ext cx="1016714" cy="997963"/>
          </a:xfrm>
          <a:prstGeom prst="rect">
            <a:avLst/>
          </a:prstGeom>
          <a:solidFill>
            <a:srgbClr val="FF99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r>
              <a:rPr lang="en-US" sz="1000" dirty="0">
                <a:solidFill>
                  <a:schemeClr val="tx1"/>
                </a:solidFill>
              </a:rPr>
              <a:t>WHEN: </a:t>
            </a:r>
          </a:p>
          <a:p>
            <a:pPr algn="ctr"/>
            <a:r>
              <a:rPr lang="en-US" sz="1000" dirty="0">
                <a:solidFill>
                  <a:schemeClr val="tx1"/>
                </a:solidFill>
              </a:rPr>
              <a:t>These artifact will be used when…</a:t>
            </a:r>
          </a:p>
        </p:txBody>
      </p:sp>
      <p:sp>
        <p:nvSpPr>
          <p:cNvPr id="58" name="Rectangle 57">
            <a:extLst>
              <a:ext uri="{FF2B5EF4-FFF2-40B4-BE49-F238E27FC236}">
                <a16:creationId xmlns:a16="http://schemas.microsoft.com/office/drawing/2014/main" id="{84086646-1064-4C94-BFDD-3D8C5003F287}"/>
              </a:ext>
            </a:extLst>
          </p:cNvPr>
          <p:cNvSpPr/>
          <p:nvPr/>
        </p:nvSpPr>
        <p:spPr>
          <a:xfrm>
            <a:off x="11067653" y="2815763"/>
            <a:ext cx="1016714" cy="997963"/>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1000" dirty="0">
              <a:solidFill>
                <a:schemeClr val="tx1"/>
              </a:solidFill>
            </a:endParaRPr>
          </a:p>
        </p:txBody>
      </p:sp>
      <p:sp>
        <p:nvSpPr>
          <p:cNvPr id="59" name="Rectangle 58">
            <a:extLst>
              <a:ext uri="{FF2B5EF4-FFF2-40B4-BE49-F238E27FC236}">
                <a16:creationId xmlns:a16="http://schemas.microsoft.com/office/drawing/2014/main" id="{6D50AA50-C2C7-4637-84D4-54DB10FE2892}"/>
              </a:ext>
            </a:extLst>
          </p:cNvPr>
          <p:cNvSpPr/>
          <p:nvPr/>
        </p:nvSpPr>
        <p:spPr>
          <a:xfrm>
            <a:off x="10002812" y="2855862"/>
            <a:ext cx="1016714" cy="997963"/>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1000" dirty="0">
              <a:solidFill>
                <a:schemeClr val="tx1"/>
              </a:solidFill>
            </a:endParaRPr>
          </a:p>
        </p:txBody>
      </p:sp>
      <p:sp>
        <p:nvSpPr>
          <p:cNvPr id="60" name="Rectangle 59">
            <a:extLst>
              <a:ext uri="{FF2B5EF4-FFF2-40B4-BE49-F238E27FC236}">
                <a16:creationId xmlns:a16="http://schemas.microsoft.com/office/drawing/2014/main" id="{F5CF8665-9AF4-4E92-B5C5-EA0A684DABD3}"/>
              </a:ext>
            </a:extLst>
          </p:cNvPr>
          <p:cNvSpPr/>
          <p:nvPr/>
        </p:nvSpPr>
        <p:spPr>
          <a:xfrm>
            <a:off x="3420382" y="2740359"/>
            <a:ext cx="1016714" cy="997963"/>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1000" dirty="0">
              <a:solidFill>
                <a:schemeClr val="tx1"/>
              </a:solidFill>
            </a:endParaRPr>
          </a:p>
        </p:txBody>
      </p:sp>
      <p:sp>
        <p:nvSpPr>
          <p:cNvPr id="61" name="Rectangle 60">
            <a:extLst>
              <a:ext uri="{FF2B5EF4-FFF2-40B4-BE49-F238E27FC236}">
                <a16:creationId xmlns:a16="http://schemas.microsoft.com/office/drawing/2014/main" id="{070CD0AF-0C55-4E68-8146-0FABC20863CA}"/>
              </a:ext>
            </a:extLst>
          </p:cNvPr>
          <p:cNvSpPr/>
          <p:nvPr/>
        </p:nvSpPr>
        <p:spPr>
          <a:xfrm>
            <a:off x="6756980" y="2762046"/>
            <a:ext cx="1016714" cy="997963"/>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1000" dirty="0">
              <a:solidFill>
                <a:schemeClr val="tx1"/>
              </a:solidFill>
            </a:endParaRPr>
          </a:p>
        </p:txBody>
      </p:sp>
      <p:sp>
        <p:nvSpPr>
          <p:cNvPr id="62" name="Rectangle 61">
            <a:extLst>
              <a:ext uri="{FF2B5EF4-FFF2-40B4-BE49-F238E27FC236}">
                <a16:creationId xmlns:a16="http://schemas.microsoft.com/office/drawing/2014/main" id="{19043640-6F29-4320-A0BE-1712855C0CE9}"/>
              </a:ext>
            </a:extLst>
          </p:cNvPr>
          <p:cNvSpPr/>
          <p:nvPr/>
        </p:nvSpPr>
        <p:spPr>
          <a:xfrm>
            <a:off x="4453433" y="2784331"/>
            <a:ext cx="1016714" cy="997963"/>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r>
              <a:rPr lang="en-US" sz="1000" dirty="0">
                <a:solidFill>
                  <a:schemeClr val="tx1"/>
                </a:solidFill>
              </a:rPr>
              <a:t>Example : Community Charter</a:t>
            </a:r>
          </a:p>
        </p:txBody>
      </p:sp>
      <p:sp>
        <p:nvSpPr>
          <p:cNvPr id="63" name="Rectangle 62">
            <a:extLst>
              <a:ext uri="{FF2B5EF4-FFF2-40B4-BE49-F238E27FC236}">
                <a16:creationId xmlns:a16="http://schemas.microsoft.com/office/drawing/2014/main" id="{ACC5FABF-51E2-4F33-9313-F86DEA4C7F2C}"/>
              </a:ext>
            </a:extLst>
          </p:cNvPr>
          <p:cNvSpPr/>
          <p:nvPr/>
        </p:nvSpPr>
        <p:spPr>
          <a:xfrm>
            <a:off x="5682516" y="2762046"/>
            <a:ext cx="1016714" cy="997963"/>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1000" dirty="0">
              <a:solidFill>
                <a:schemeClr val="tx1"/>
              </a:solidFill>
            </a:endParaRPr>
          </a:p>
        </p:txBody>
      </p:sp>
      <p:sp>
        <p:nvSpPr>
          <p:cNvPr id="64" name="Rectangle 63">
            <a:extLst>
              <a:ext uri="{FF2B5EF4-FFF2-40B4-BE49-F238E27FC236}">
                <a16:creationId xmlns:a16="http://schemas.microsoft.com/office/drawing/2014/main" id="{4FC61BA5-99B9-42E8-BBCB-8871782994A0}"/>
              </a:ext>
            </a:extLst>
          </p:cNvPr>
          <p:cNvSpPr/>
          <p:nvPr/>
        </p:nvSpPr>
        <p:spPr>
          <a:xfrm>
            <a:off x="8928348" y="2855862"/>
            <a:ext cx="1016714" cy="997963"/>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1000" dirty="0">
              <a:solidFill>
                <a:schemeClr val="tx1"/>
              </a:solidFill>
            </a:endParaRPr>
          </a:p>
        </p:txBody>
      </p:sp>
      <p:sp>
        <p:nvSpPr>
          <p:cNvPr id="20" name="Rectangle 19">
            <a:extLst>
              <a:ext uri="{FF2B5EF4-FFF2-40B4-BE49-F238E27FC236}">
                <a16:creationId xmlns:a16="http://schemas.microsoft.com/office/drawing/2014/main" id="{528FEB71-A01A-4C27-B81F-E2B65721B435}"/>
              </a:ext>
            </a:extLst>
          </p:cNvPr>
          <p:cNvSpPr/>
          <p:nvPr/>
        </p:nvSpPr>
        <p:spPr>
          <a:xfrm>
            <a:off x="4177624" y="5233734"/>
            <a:ext cx="1016714" cy="997963"/>
          </a:xfrm>
          <a:prstGeom prst="rect">
            <a:avLst/>
          </a:prstGeom>
          <a:solidFill>
            <a:srgbClr val="FF99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r>
              <a:rPr lang="en-US" sz="1000" dirty="0">
                <a:solidFill>
                  <a:schemeClr val="tx1"/>
                </a:solidFill>
              </a:rPr>
              <a:t>Example : </a:t>
            </a:r>
          </a:p>
          <a:p>
            <a:pPr algn="ctr"/>
            <a:r>
              <a:rPr lang="en-US" sz="1000" dirty="0">
                <a:solidFill>
                  <a:schemeClr val="tx1"/>
                </a:solidFill>
              </a:rPr>
              <a:t>When we reach 50</a:t>
            </a:r>
          </a:p>
        </p:txBody>
      </p:sp>
      <p:sp>
        <p:nvSpPr>
          <p:cNvPr id="22" name="Rectangle 21">
            <a:extLst>
              <a:ext uri="{FF2B5EF4-FFF2-40B4-BE49-F238E27FC236}">
                <a16:creationId xmlns:a16="http://schemas.microsoft.com/office/drawing/2014/main" id="{0B5F3A94-8C55-4FB1-92EC-F2D8C1FB6CBA}"/>
              </a:ext>
            </a:extLst>
          </p:cNvPr>
          <p:cNvSpPr/>
          <p:nvPr/>
        </p:nvSpPr>
        <p:spPr>
          <a:xfrm>
            <a:off x="1651361" y="5154457"/>
            <a:ext cx="1016714" cy="997963"/>
          </a:xfrm>
          <a:prstGeom prst="rect">
            <a:avLst/>
          </a:prstGeom>
          <a:solidFill>
            <a:srgbClr val="FF99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1000" dirty="0">
              <a:solidFill>
                <a:schemeClr val="tx1"/>
              </a:solidFill>
            </a:endParaRPr>
          </a:p>
        </p:txBody>
      </p:sp>
      <p:sp>
        <p:nvSpPr>
          <p:cNvPr id="23" name="Rectangle 22">
            <a:extLst>
              <a:ext uri="{FF2B5EF4-FFF2-40B4-BE49-F238E27FC236}">
                <a16:creationId xmlns:a16="http://schemas.microsoft.com/office/drawing/2014/main" id="{9557E1C1-2EA8-442B-80D9-FB7724592565}"/>
              </a:ext>
            </a:extLst>
          </p:cNvPr>
          <p:cNvSpPr/>
          <p:nvPr/>
        </p:nvSpPr>
        <p:spPr>
          <a:xfrm>
            <a:off x="7628512" y="5182747"/>
            <a:ext cx="1016714" cy="997963"/>
          </a:xfrm>
          <a:prstGeom prst="rect">
            <a:avLst/>
          </a:prstGeom>
          <a:solidFill>
            <a:srgbClr val="FF99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1000" dirty="0">
              <a:solidFill>
                <a:schemeClr val="tx1"/>
              </a:solidFill>
            </a:endParaRPr>
          </a:p>
        </p:txBody>
      </p:sp>
      <p:sp>
        <p:nvSpPr>
          <p:cNvPr id="24" name="Rectangle 23">
            <a:extLst>
              <a:ext uri="{FF2B5EF4-FFF2-40B4-BE49-F238E27FC236}">
                <a16:creationId xmlns:a16="http://schemas.microsoft.com/office/drawing/2014/main" id="{CE0410D8-A29F-4534-8CD3-6E19662388DD}"/>
              </a:ext>
            </a:extLst>
          </p:cNvPr>
          <p:cNvSpPr/>
          <p:nvPr/>
        </p:nvSpPr>
        <p:spPr>
          <a:xfrm>
            <a:off x="11067653" y="5182747"/>
            <a:ext cx="1016714" cy="997963"/>
          </a:xfrm>
          <a:prstGeom prst="rect">
            <a:avLst/>
          </a:prstGeom>
          <a:solidFill>
            <a:srgbClr val="FF99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1000" dirty="0">
              <a:solidFill>
                <a:schemeClr val="tx1"/>
              </a:solidFill>
            </a:endParaRPr>
          </a:p>
        </p:txBody>
      </p:sp>
      <p:sp>
        <p:nvSpPr>
          <p:cNvPr id="25" name="Rectangle 24">
            <a:extLst>
              <a:ext uri="{FF2B5EF4-FFF2-40B4-BE49-F238E27FC236}">
                <a16:creationId xmlns:a16="http://schemas.microsoft.com/office/drawing/2014/main" id="{21ED4452-A7F4-4ADB-94AA-489EF5A554B5}"/>
              </a:ext>
            </a:extLst>
          </p:cNvPr>
          <p:cNvSpPr/>
          <p:nvPr/>
        </p:nvSpPr>
        <p:spPr>
          <a:xfrm>
            <a:off x="9799880" y="5229861"/>
            <a:ext cx="1016714" cy="997963"/>
          </a:xfrm>
          <a:prstGeom prst="rect">
            <a:avLst/>
          </a:prstGeom>
          <a:solidFill>
            <a:srgbClr val="FF99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1000" dirty="0">
              <a:solidFill>
                <a:schemeClr val="tx1"/>
              </a:solidFill>
            </a:endParaRPr>
          </a:p>
        </p:txBody>
      </p:sp>
      <p:sp>
        <p:nvSpPr>
          <p:cNvPr id="27" name="Rectangle 26">
            <a:extLst>
              <a:ext uri="{FF2B5EF4-FFF2-40B4-BE49-F238E27FC236}">
                <a16:creationId xmlns:a16="http://schemas.microsoft.com/office/drawing/2014/main" id="{2962342A-D353-4CA1-AB74-974744C11C9A}"/>
              </a:ext>
            </a:extLst>
          </p:cNvPr>
          <p:cNvSpPr/>
          <p:nvPr/>
        </p:nvSpPr>
        <p:spPr>
          <a:xfrm>
            <a:off x="3024142" y="5114358"/>
            <a:ext cx="1016714" cy="997963"/>
          </a:xfrm>
          <a:prstGeom prst="rect">
            <a:avLst/>
          </a:prstGeom>
          <a:solidFill>
            <a:srgbClr val="FF99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1000" dirty="0">
              <a:solidFill>
                <a:schemeClr val="tx1"/>
              </a:solidFill>
            </a:endParaRPr>
          </a:p>
        </p:txBody>
      </p:sp>
      <p:sp>
        <p:nvSpPr>
          <p:cNvPr id="30" name="Rectangle 29">
            <a:extLst>
              <a:ext uri="{FF2B5EF4-FFF2-40B4-BE49-F238E27FC236}">
                <a16:creationId xmlns:a16="http://schemas.microsoft.com/office/drawing/2014/main" id="{7018463C-4F4A-44EA-9B29-30A246672FED}"/>
              </a:ext>
            </a:extLst>
          </p:cNvPr>
          <p:cNvSpPr/>
          <p:nvPr/>
        </p:nvSpPr>
        <p:spPr>
          <a:xfrm>
            <a:off x="6510428" y="5182747"/>
            <a:ext cx="1016714" cy="997963"/>
          </a:xfrm>
          <a:prstGeom prst="rect">
            <a:avLst/>
          </a:prstGeom>
          <a:solidFill>
            <a:srgbClr val="FF99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1000" dirty="0">
              <a:solidFill>
                <a:schemeClr val="tx1"/>
              </a:solidFill>
            </a:endParaRPr>
          </a:p>
        </p:txBody>
      </p:sp>
      <p:sp>
        <p:nvSpPr>
          <p:cNvPr id="31" name="Rectangle 30">
            <a:extLst>
              <a:ext uri="{FF2B5EF4-FFF2-40B4-BE49-F238E27FC236}">
                <a16:creationId xmlns:a16="http://schemas.microsoft.com/office/drawing/2014/main" id="{568ECA1C-F30A-4C6E-B717-A92504F005F9}"/>
              </a:ext>
            </a:extLst>
          </p:cNvPr>
          <p:cNvSpPr/>
          <p:nvPr/>
        </p:nvSpPr>
        <p:spPr>
          <a:xfrm>
            <a:off x="5344026" y="5136045"/>
            <a:ext cx="1016714" cy="997963"/>
          </a:xfrm>
          <a:prstGeom prst="rect">
            <a:avLst/>
          </a:prstGeom>
          <a:solidFill>
            <a:srgbClr val="FF99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1000" dirty="0">
              <a:solidFill>
                <a:schemeClr val="tx1"/>
              </a:solidFill>
            </a:endParaRPr>
          </a:p>
        </p:txBody>
      </p:sp>
      <p:sp>
        <p:nvSpPr>
          <p:cNvPr id="32" name="Rectangle 31">
            <a:extLst>
              <a:ext uri="{FF2B5EF4-FFF2-40B4-BE49-F238E27FC236}">
                <a16:creationId xmlns:a16="http://schemas.microsoft.com/office/drawing/2014/main" id="{EB76401B-DEA1-4F7C-98AA-B36FA079A24F}"/>
              </a:ext>
            </a:extLst>
          </p:cNvPr>
          <p:cNvSpPr/>
          <p:nvPr/>
        </p:nvSpPr>
        <p:spPr>
          <a:xfrm>
            <a:off x="8714196" y="5229861"/>
            <a:ext cx="1016714" cy="997963"/>
          </a:xfrm>
          <a:prstGeom prst="rect">
            <a:avLst/>
          </a:prstGeom>
          <a:solidFill>
            <a:srgbClr val="FF99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1000" dirty="0">
              <a:solidFill>
                <a:schemeClr val="tx1"/>
              </a:solidFill>
            </a:endParaRPr>
          </a:p>
        </p:txBody>
      </p:sp>
      <p:cxnSp>
        <p:nvCxnSpPr>
          <p:cNvPr id="3" name="Connecteur droit avec flèche 2">
            <a:extLst>
              <a:ext uri="{FF2B5EF4-FFF2-40B4-BE49-F238E27FC236}">
                <a16:creationId xmlns:a16="http://schemas.microsoft.com/office/drawing/2014/main" id="{9824880B-6B3E-4320-895E-25317EF4827D}"/>
              </a:ext>
            </a:extLst>
          </p:cNvPr>
          <p:cNvCxnSpPr>
            <a:cxnSpLocks/>
          </p:cNvCxnSpPr>
          <p:nvPr/>
        </p:nvCxnSpPr>
        <p:spPr>
          <a:xfrm>
            <a:off x="476902" y="4494998"/>
            <a:ext cx="11463688" cy="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pic>
        <p:nvPicPr>
          <p:cNvPr id="33" name="Graphique 32" descr="Rose des vents avec un remplissage uni">
            <a:extLst>
              <a:ext uri="{FF2B5EF4-FFF2-40B4-BE49-F238E27FC236}">
                <a16:creationId xmlns:a16="http://schemas.microsoft.com/office/drawing/2014/main" id="{F488F6C8-AD7A-4530-B310-8AA8206826A3}"/>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9265" y="1589567"/>
            <a:ext cx="288782" cy="288782"/>
          </a:xfrm>
          <a:prstGeom prst="rect">
            <a:avLst/>
          </a:prstGeom>
        </p:spPr>
      </p:pic>
      <p:pic>
        <p:nvPicPr>
          <p:cNvPr id="34" name="Graphique 33" descr="Carnet d'adresses avec un remplissage uni">
            <a:extLst>
              <a:ext uri="{FF2B5EF4-FFF2-40B4-BE49-F238E27FC236}">
                <a16:creationId xmlns:a16="http://schemas.microsoft.com/office/drawing/2014/main" id="{69599D7C-730D-45E1-BD7F-F57A9B347B67}"/>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89264" y="1087722"/>
            <a:ext cx="297103" cy="297103"/>
          </a:xfrm>
          <a:prstGeom prst="rect">
            <a:avLst/>
          </a:prstGeom>
        </p:spPr>
      </p:pic>
      <p:pic>
        <p:nvPicPr>
          <p:cNvPr id="35" name="Graphique 34" descr="Chiot avec un remplissage uni">
            <a:extLst>
              <a:ext uri="{FF2B5EF4-FFF2-40B4-BE49-F238E27FC236}">
                <a16:creationId xmlns:a16="http://schemas.microsoft.com/office/drawing/2014/main" id="{ED1667D0-483F-40A0-8440-26DD6BE67F74}"/>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71498" y="1858542"/>
            <a:ext cx="395213" cy="395213"/>
          </a:xfrm>
          <a:prstGeom prst="rect">
            <a:avLst/>
          </a:prstGeom>
        </p:spPr>
      </p:pic>
      <p:pic>
        <p:nvPicPr>
          <p:cNvPr id="36" name="Graphique 35" descr="Faire défiler contour">
            <a:extLst>
              <a:ext uri="{FF2B5EF4-FFF2-40B4-BE49-F238E27FC236}">
                <a16:creationId xmlns:a16="http://schemas.microsoft.com/office/drawing/2014/main" id="{4016910D-D571-41B3-97D5-37F7C886802E}"/>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116461" y="125226"/>
            <a:ext cx="247136" cy="247136"/>
          </a:xfrm>
          <a:prstGeom prst="rect">
            <a:avLst/>
          </a:prstGeom>
        </p:spPr>
      </p:pic>
      <p:pic>
        <p:nvPicPr>
          <p:cNvPr id="37" name="Graphique 36" descr="Pyramide avec un remplissage uni">
            <a:extLst>
              <a:ext uri="{FF2B5EF4-FFF2-40B4-BE49-F238E27FC236}">
                <a16:creationId xmlns:a16="http://schemas.microsoft.com/office/drawing/2014/main" id="{0A70F38E-759C-4042-8309-14CE6F962010}"/>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89264" y="2198193"/>
            <a:ext cx="307746" cy="307746"/>
          </a:xfrm>
          <a:prstGeom prst="rect">
            <a:avLst/>
          </a:prstGeom>
        </p:spPr>
      </p:pic>
      <p:pic>
        <p:nvPicPr>
          <p:cNvPr id="38" name="Graphique 37" descr="Presse-papiers vérifié avec un remplissage uni">
            <a:extLst>
              <a:ext uri="{FF2B5EF4-FFF2-40B4-BE49-F238E27FC236}">
                <a16:creationId xmlns:a16="http://schemas.microsoft.com/office/drawing/2014/main" id="{2C73DFC3-F626-4F15-8794-D7395276BE0A}"/>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140483" y="539115"/>
            <a:ext cx="257244" cy="257244"/>
          </a:xfrm>
          <a:prstGeom prst="rect">
            <a:avLst/>
          </a:prstGeom>
        </p:spPr>
      </p:pic>
    </p:spTree>
    <p:extLst>
      <p:ext uri="{BB962C8B-B14F-4D97-AF65-F5344CB8AC3E}">
        <p14:creationId xmlns:p14="http://schemas.microsoft.com/office/powerpoint/2010/main" val="2199730876"/>
      </p:ext>
    </p:extLst>
  </p:cSld>
  <p:clrMapOvr>
    <a:masterClrMapping/>
  </p:clrMapOvr>
  <mc:AlternateContent xmlns:mc="http://schemas.openxmlformats.org/markup-compatibility/2006" xmlns:p14="http://schemas.microsoft.com/office/powerpoint/2010/main">
    <mc:Choice Requires="p14">
      <p:transition spd="slow" p14:dur="2000" advTm="80003"/>
    </mc:Choice>
    <mc:Fallback xmlns="">
      <p:transition spd="slow" advTm="80003"/>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1">
            <a:lumMod val="65000"/>
          </a:schemeClr>
        </a:solidFill>
        <a:effectLst/>
      </p:bgPr>
    </p:bg>
    <p:spTree>
      <p:nvGrpSpPr>
        <p:cNvPr id="1" name=""/>
        <p:cNvGrpSpPr/>
        <p:nvPr/>
      </p:nvGrpSpPr>
      <p:grpSpPr>
        <a:xfrm>
          <a:off x="0" y="0"/>
          <a:ext cx="0" cy="0"/>
          <a:chOff x="0" y="0"/>
          <a:chExt cx="0" cy="0"/>
        </a:xfrm>
      </p:grpSpPr>
      <p:sp>
        <p:nvSpPr>
          <p:cNvPr id="5" name="Titre 4">
            <a:extLst>
              <a:ext uri="{FF2B5EF4-FFF2-40B4-BE49-F238E27FC236}">
                <a16:creationId xmlns:a16="http://schemas.microsoft.com/office/drawing/2014/main" id="{F8235C3D-F4E7-47EF-99B7-36395E9D8184}"/>
              </a:ext>
            </a:extLst>
          </p:cNvPr>
          <p:cNvSpPr>
            <a:spLocks noGrp="1"/>
          </p:cNvSpPr>
          <p:nvPr>
            <p:ph type="title"/>
          </p:nvPr>
        </p:nvSpPr>
        <p:spPr>
          <a:xfrm>
            <a:off x="1115568" y="539115"/>
            <a:ext cx="10168128" cy="1179576"/>
          </a:xfrm>
        </p:spPr>
        <p:txBody>
          <a:bodyPr>
            <a:noAutofit/>
          </a:bodyPr>
          <a:lstStyle/>
          <a:p>
            <a:r>
              <a:rPr lang="en-US" sz="2800" dirty="0"/>
              <a:t>Exercise P19</a:t>
            </a:r>
            <a:br>
              <a:rPr lang="en-US" sz="2800" dirty="0"/>
            </a:br>
            <a:r>
              <a:rPr lang="en-US" sz="2800" dirty="0"/>
              <a:t>Identify elements that will influence Link in your Community</a:t>
            </a:r>
            <a:br>
              <a:rPr lang="en-US" sz="2800" dirty="0"/>
            </a:br>
            <a:r>
              <a:rPr lang="en-US" sz="2800" dirty="0"/>
              <a:t>Identify how you will exploit or compensate them</a:t>
            </a:r>
          </a:p>
        </p:txBody>
      </p:sp>
      <p:sp>
        <p:nvSpPr>
          <p:cNvPr id="53" name="Rectangle 52">
            <a:extLst>
              <a:ext uri="{FF2B5EF4-FFF2-40B4-BE49-F238E27FC236}">
                <a16:creationId xmlns:a16="http://schemas.microsoft.com/office/drawing/2014/main" id="{DD3CDB51-D00C-4256-9ADC-AB0073EBCAF6}"/>
              </a:ext>
            </a:extLst>
          </p:cNvPr>
          <p:cNvSpPr/>
          <p:nvPr/>
        </p:nvSpPr>
        <p:spPr>
          <a:xfrm>
            <a:off x="504703" y="2349781"/>
            <a:ext cx="1016714" cy="997963"/>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lnSpcReduction="10000"/>
          </a:bodyPr>
          <a:lstStyle/>
          <a:p>
            <a:pPr algn="ctr"/>
            <a:r>
              <a:rPr lang="en-US" sz="1000" dirty="0">
                <a:solidFill>
                  <a:schemeClr val="tx1"/>
                </a:solidFill>
              </a:rPr>
              <a:t>WHAT will increase Link no matter what we do as Community Boosters</a:t>
            </a:r>
          </a:p>
        </p:txBody>
      </p:sp>
      <p:sp>
        <p:nvSpPr>
          <p:cNvPr id="54" name="Rectangle 53">
            <a:extLst>
              <a:ext uri="{FF2B5EF4-FFF2-40B4-BE49-F238E27FC236}">
                <a16:creationId xmlns:a16="http://schemas.microsoft.com/office/drawing/2014/main" id="{71505491-A196-465A-86E9-A3C0D1E4509E}"/>
              </a:ext>
            </a:extLst>
          </p:cNvPr>
          <p:cNvSpPr/>
          <p:nvPr/>
        </p:nvSpPr>
        <p:spPr>
          <a:xfrm>
            <a:off x="2047601" y="2227698"/>
            <a:ext cx="1016714" cy="997963"/>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1000" dirty="0">
              <a:solidFill>
                <a:schemeClr val="tx1"/>
              </a:solidFill>
            </a:endParaRPr>
          </a:p>
        </p:txBody>
      </p:sp>
      <p:sp>
        <p:nvSpPr>
          <p:cNvPr id="55" name="Rectangle 54">
            <a:extLst>
              <a:ext uri="{FF2B5EF4-FFF2-40B4-BE49-F238E27FC236}">
                <a16:creationId xmlns:a16="http://schemas.microsoft.com/office/drawing/2014/main" id="{614C1B9C-3F73-42E9-9274-0F7B0E043CE8}"/>
              </a:ext>
            </a:extLst>
          </p:cNvPr>
          <p:cNvSpPr/>
          <p:nvPr/>
        </p:nvSpPr>
        <p:spPr>
          <a:xfrm>
            <a:off x="7842664" y="2208382"/>
            <a:ext cx="1016714" cy="997963"/>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1000" dirty="0">
              <a:solidFill>
                <a:schemeClr val="tx1"/>
              </a:solidFill>
            </a:endParaRPr>
          </a:p>
        </p:txBody>
      </p:sp>
      <p:sp>
        <p:nvSpPr>
          <p:cNvPr id="56" name="Rectangle 55">
            <a:extLst>
              <a:ext uri="{FF2B5EF4-FFF2-40B4-BE49-F238E27FC236}">
                <a16:creationId xmlns:a16="http://schemas.microsoft.com/office/drawing/2014/main" id="{2D2FE93B-7398-478D-B573-7DD197905364}"/>
              </a:ext>
            </a:extLst>
          </p:cNvPr>
          <p:cNvSpPr/>
          <p:nvPr/>
        </p:nvSpPr>
        <p:spPr>
          <a:xfrm>
            <a:off x="392139" y="5518914"/>
            <a:ext cx="1016714" cy="997963"/>
          </a:xfrm>
          <a:prstGeom prst="rect">
            <a:avLst/>
          </a:prstGeom>
          <a:solidFill>
            <a:srgbClr val="FF99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lnSpcReduction="10000"/>
          </a:bodyPr>
          <a:lstStyle/>
          <a:p>
            <a:pPr algn="ctr"/>
            <a:r>
              <a:rPr lang="en-US" sz="1000" dirty="0">
                <a:solidFill>
                  <a:schemeClr val="tx1"/>
                </a:solidFill>
              </a:rPr>
              <a:t>WHAT will decrease Link no matter what we do as Community Boosters</a:t>
            </a:r>
          </a:p>
        </p:txBody>
      </p:sp>
      <p:sp>
        <p:nvSpPr>
          <p:cNvPr id="58" name="Rectangle 57">
            <a:extLst>
              <a:ext uri="{FF2B5EF4-FFF2-40B4-BE49-F238E27FC236}">
                <a16:creationId xmlns:a16="http://schemas.microsoft.com/office/drawing/2014/main" id="{84086646-1064-4C94-BFDD-3D8C5003F287}"/>
              </a:ext>
            </a:extLst>
          </p:cNvPr>
          <p:cNvSpPr/>
          <p:nvPr/>
        </p:nvSpPr>
        <p:spPr>
          <a:xfrm>
            <a:off x="11067653" y="2263003"/>
            <a:ext cx="1016714" cy="997963"/>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1000" dirty="0">
              <a:solidFill>
                <a:schemeClr val="tx1"/>
              </a:solidFill>
            </a:endParaRPr>
          </a:p>
        </p:txBody>
      </p:sp>
      <p:sp>
        <p:nvSpPr>
          <p:cNvPr id="59" name="Rectangle 58">
            <a:extLst>
              <a:ext uri="{FF2B5EF4-FFF2-40B4-BE49-F238E27FC236}">
                <a16:creationId xmlns:a16="http://schemas.microsoft.com/office/drawing/2014/main" id="{6D50AA50-C2C7-4637-84D4-54DB10FE2892}"/>
              </a:ext>
            </a:extLst>
          </p:cNvPr>
          <p:cNvSpPr/>
          <p:nvPr/>
        </p:nvSpPr>
        <p:spPr>
          <a:xfrm>
            <a:off x="10002812" y="2303102"/>
            <a:ext cx="1016714" cy="997963"/>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1000" dirty="0">
              <a:solidFill>
                <a:schemeClr val="tx1"/>
              </a:solidFill>
            </a:endParaRPr>
          </a:p>
        </p:txBody>
      </p:sp>
      <p:sp>
        <p:nvSpPr>
          <p:cNvPr id="60" name="Rectangle 59">
            <a:extLst>
              <a:ext uri="{FF2B5EF4-FFF2-40B4-BE49-F238E27FC236}">
                <a16:creationId xmlns:a16="http://schemas.microsoft.com/office/drawing/2014/main" id="{F5CF8665-9AF4-4E92-B5C5-EA0A684DABD3}"/>
              </a:ext>
            </a:extLst>
          </p:cNvPr>
          <p:cNvSpPr/>
          <p:nvPr/>
        </p:nvSpPr>
        <p:spPr>
          <a:xfrm>
            <a:off x="3420382" y="2187599"/>
            <a:ext cx="1016714" cy="997963"/>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1000" dirty="0">
              <a:solidFill>
                <a:schemeClr val="tx1"/>
              </a:solidFill>
            </a:endParaRPr>
          </a:p>
        </p:txBody>
      </p:sp>
      <p:sp>
        <p:nvSpPr>
          <p:cNvPr id="61" name="Rectangle 60">
            <a:extLst>
              <a:ext uri="{FF2B5EF4-FFF2-40B4-BE49-F238E27FC236}">
                <a16:creationId xmlns:a16="http://schemas.microsoft.com/office/drawing/2014/main" id="{070CD0AF-0C55-4E68-8146-0FABC20863CA}"/>
              </a:ext>
            </a:extLst>
          </p:cNvPr>
          <p:cNvSpPr/>
          <p:nvPr/>
        </p:nvSpPr>
        <p:spPr>
          <a:xfrm>
            <a:off x="6756980" y="2209286"/>
            <a:ext cx="1016714" cy="997963"/>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1000" dirty="0">
              <a:solidFill>
                <a:schemeClr val="tx1"/>
              </a:solidFill>
            </a:endParaRPr>
          </a:p>
        </p:txBody>
      </p:sp>
      <p:sp>
        <p:nvSpPr>
          <p:cNvPr id="62" name="Rectangle 61">
            <a:extLst>
              <a:ext uri="{FF2B5EF4-FFF2-40B4-BE49-F238E27FC236}">
                <a16:creationId xmlns:a16="http://schemas.microsoft.com/office/drawing/2014/main" id="{19043640-6F29-4320-A0BE-1712855C0CE9}"/>
              </a:ext>
            </a:extLst>
          </p:cNvPr>
          <p:cNvSpPr/>
          <p:nvPr/>
        </p:nvSpPr>
        <p:spPr>
          <a:xfrm>
            <a:off x="4453433" y="2231571"/>
            <a:ext cx="1016714" cy="997963"/>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r>
              <a:rPr lang="en-US" sz="1000" dirty="0">
                <a:solidFill>
                  <a:schemeClr val="tx1"/>
                </a:solidFill>
              </a:rPr>
              <a:t>Example : Christmas holidays</a:t>
            </a:r>
          </a:p>
        </p:txBody>
      </p:sp>
      <p:sp>
        <p:nvSpPr>
          <p:cNvPr id="63" name="Rectangle 62">
            <a:extLst>
              <a:ext uri="{FF2B5EF4-FFF2-40B4-BE49-F238E27FC236}">
                <a16:creationId xmlns:a16="http://schemas.microsoft.com/office/drawing/2014/main" id="{ACC5FABF-51E2-4F33-9313-F86DEA4C7F2C}"/>
              </a:ext>
            </a:extLst>
          </p:cNvPr>
          <p:cNvSpPr/>
          <p:nvPr/>
        </p:nvSpPr>
        <p:spPr>
          <a:xfrm>
            <a:off x="5682516" y="2209286"/>
            <a:ext cx="1016714" cy="997963"/>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1000" dirty="0">
              <a:solidFill>
                <a:schemeClr val="tx1"/>
              </a:solidFill>
            </a:endParaRPr>
          </a:p>
        </p:txBody>
      </p:sp>
      <p:sp>
        <p:nvSpPr>
          <p:cNvPr id="64" name="Rectangle 63">
            <a:extLst>
              <a:ext uri="{FF2B5EF4-FFF2-40B4-BE49-F238E27FC236}">
                <a16:creationId xmlns:a16="http://schemas.microsoft.com/office/drawing/2014/main" id="{4FC61BA5-99B9-42E8-BBCB-8871782994A0}"/>
              </a:ext>
            </a:extLst>
          </p:cNvPr>
          <p:cNvSpPr/>
          <p:nvPr/>
        </p:nvSpPr>
        <p:spPr>
          <a:xfrm>
            <a:off x="8928348" y="2303102"/>
            <a:ext cx="1016714" cy="997963"/>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1000" dirty="0">
              <a:solidFill>
                <a:schemeClr val="tx1"/>
              </a:solidFill>
            </a:endParaRPr>
          </a:p>
        </p:txBody>
      </p:sp>
      <p:sp>
        <p:nvSpPr>
          <p:cNvPr id="20" name="Rectangle 19">
            <a:extLst>
              <a:ext uri="{FF2B5EF4-FFF2-40B4-BE49-F238E27FC236}">
                <a16:creationId xmlns:a16="http://schemas.microsoft.com/office/drawing/2014/main" id="{528FEB71-A01A-4C27-B81F-E2B65721B435}"/>
              </a:ext>
            </a:extLst>
          </p:cNvPr>
          <p:cNvSpPr/>
          <p:nvPr/>
        </p:nvSpPr>
        <p:spPr>
          <a:xfrm>
            <a:off x="2902816" y="5634418"/>
            <a:ext cx="1016714" cy="997963"/>
          </a:xfrm>
          <a:prstGeom prst="rect">
            <a:avLst/>
          </a:prstGeom>
          <a:solidFill>
            <a:srgbClr val="FF99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r>
              <a:rPr lang="en-US" sz="1000" dirty="0">
                <a:solidFill>
                  <a:schemeClr val="tx1"/>
                </a:solidFill>
              </a:rPr>
              <a:t>Example : </a:t>
            </a:r>
          </a:p>
          <a:p>
            <a:pPr algn="ctr"/>
            <a:r>
              <a:rPr lang="en-US" sz="1000" dirty="0">
                <a:solidFill>
                  <a:schemeClr val="tx1"/>
                </a:solidFill>
              </a:rPr>
              <a:t>Recent Conflict between managers</a:t>
            </a:r>
          </a:p>
        </p:txBody>
      </p:sp>
      <p:sp>
        <p:nvSpPr>
          <p:cNvPr id="22" name="Rectangle 21">
            <a:extLst>
              <a:ext uri="{FF2B5EF4-FFF2-40B4-BE49-F238E27FC236}">
                <a16:creationId xmlns:a16="http://schemas.microsoft.com/office/drawing/2014/main" id="{0B5F3A94-8C55-4FB1-92EC-F2D8C1FB6CBA}"/>
              </a:ext>
            </a:extLst>
          </p:cNvPr>
          <p:cNvSpPr/>
          <p:nvPr/>
        </p:nvSpPr>
        <p:spPr>
          <a:xfrm>
            <a:off x="1647413" y="5559014"/>
            <a:ext cx="1016714" cy="997963"/>
          </a:xfrm>
          <a:prstGeom prst="rect">
            <a:avLst/>
          </a:prstGeom>
          <a:solidFill>
            <a:srgbClr val="FF99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1000" dirty="0">
              <a:solidFill>
                <a:schemeClr val="tx1"/>
              </a:solidFill>
            </a:endParaRPr>
          </a:p>
        </p:txBody>
      </p:sp>
      <p:sp>
        <p:nvSpPr>
          <p:cNvPr id="23" name="Rectangle 22">
            <a:extLst>
              <a:ext uri="{FF2B5EF4-FFF2-40B4-BE49-F238E27FC236}">
                <a16:creationId xmlns:a16="http://schemas.microsoft.com/office/drawing/2014/main" id="{9557E1C1-2EA8-442B-80D9-FB7724592565}"/>
              </a:ext>
            </a:extLst>
          </p:cNvPr>
          <p:cNvSpPr/>
          <p:nvPr/>
        </p:nvSpPr>
        <p:spPr>
          <a:xfrm>
            <a:off x="7624564" y="5587304"/>
            <a:ext cx="1016714" cy="997963"/>
          </a:xfrm>
          <a:prstGeom prst="rect">
            <a:avLst/>
          </a:prstGeom>
          <a:solidFill>
            <a:srgbClr val="FF99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1000" dirty="0">
              <a:solidFill>
                <a:schemeClr val="tx1"/>
              </a:solidFill>
            </a:endParaRPr>
          </a:p>
        </p:txBody>
      </p:sp>
      <p:sp>
        <p:nvSpPr>
          <p:cNvPr id="24" name="Rectangle 23">
            <a:extLst>
              <a:ext uri="{FF2B5EF4-FFF2-40B4-BE49-F238E27FC236}">
                <a16:creationId xmlns:a16="http://schemas.microsoft.com/office/drawing/2014/main" id="{CE0410D8-A29F-4534-8CD3-6E19662388DD}"/>
              </a:ext>
            </a:extLst>
          </p:cNvPr>
          <p:cNvSpPr/>
          <p:nvPr/>
        </p:nvSpPr>
        <p:spPr>
          <a:xfrm>
            <a:off x="11063705" y="5587304"/>
            <a:ext cx="1016714" cy="997963"/>
          </a:xfrm>
          <a:prstGeom prst="rect">
            <a:avLst/>
          </a:prstGeom>
          <a:solidFill>
            <a:srgbClr val="FF99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1000" dirty="0">
              <a:solidFill>
                <a:schemeClr val="tx1"/>
              </a:solidFill>
            </a:endParaRPr>
          </a:p>
        </p:txBody>
      </p:sp>
      <p:sp>
        <p:nvSpPr>
          <p:cNvPr id="25" name="Rectangle 24">
            <a:extLst>
              <a:ext uri="{FF2B5EF4-FFF2-40B4-BE49-F238E27FC236}">
                <a16:creationId xmlns:a16="http://schemas.microsoft.com/office/drawing/2014/main" id="{21ED4452-A7F4-4ADB-94AA-489EF5A554B5}"/>
              </a:ext>
            </a:extLst>
          </p:cNvPr>
          <p:cNvSpPr/>
          <p:nvPr/>
        </p:nvSpPr>
        <p:spPr>
          <a:xfrm>
            <a:off x="9795932" y="5634418"/>
            <a:ext cx="1016714" cy="997963"/>
          </a:xfrm>
          <a:prstGeom prst="rect">
            <a:avLst/>
          </a:prstGeom>
          <a:solidFill>
            <a:srgbClr val="FF99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1000" dirty="0">
              <a:solidFill>
                <a:schemeClr val="tx1"/>
              </a:solidFill>
            </a:endParaRPr>
          </a:p>
        </p:txBody>
      </p:sp>
      <p:sp>
        <p:nvSpPr>
          <p:cNvPr id="30" name="Rectangle 29">
            <a:extLst>
              <a:ext uri="{FF2B5EF4-FFF2-40B4-BE49-F238E27FC236}">
                <a16:creationId xmlns:a16="http://schemas.microsoft.com/office/drawing/2014/main" id="{7018463C-4F4A-44EA-9B29-30A246672FED}"/>
              </a:ext>
            </a:extLst>
          </p:cNvPr>
          <p:cNvSpPr/>
          <p:nvPr/>
        </p:nvSpPr>
        <p:spPr>
          <a:xfrm>
            <a:off x="6506480" y="5587304"/>
            <a:ext cx="1016714" cy="997963"/>
          </a:xfrm>
          <a:prstGeom prst="rect">
            <a:avLst/>
          </a:prstGeom>
          <a:solidFill>
            <a:srgbClr val="FF99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1000" dirty="0">
              <a:solidFill>
                <a:schemeClr val="tx1"/>
              </a:solidFill>
            </a:endParaRPr>
          </a:p>
        </p:txBody>
      </p:sp>
      <p:sp>
        <p:nvSpPr>
          <p:cNvPr id="31" name="Rectangle 30">
            <a:extLst>
              <a:ext uri="{FF2B5EF4-FFF2-40B4-BE49-F238E27FC236}">
                <a16:creationId xmlns:a16="http://schemas.microsoft.com/office/drawing/2014/main" id="{568ECA1C-F30A-4C6E-B717-A92504F005F9}"/>
              </a:ext>
            </a:extLst>
          </p:cNvPr>
          <p:cNvSpPr/>
          <p:nvPr/>
        </p:nvSpPr>
        <p:spPr>
          <a:xfrm>
            <a:off x="5340078" y="5540602"/>
            <a:ext cx="1016714" cy="997963"/>
          </a:xfrm>
          <a:prstGeom prst="rect">
            <a:avLst/>
          </a:prstGeom>
          <a:solidFill>
            <a:srgbClr val="FF99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1000" dirty="0">
              <a:solidFill>
                <a:schemeClr val="tx1"/>
              </a:solidFill>
            </a:endParaRPr>
          </a:p>
        </p:txBody>
      </p:sp>
      <p:sp>
        <p:nvSpPr>
          <p:cNvPr id="32" name="Rectangle 31">
            <a:extLst>
              <a:ext uri="{FF2B5EF4-FFF2-40B4-BE49-F238E27FC236}">
                <a16:creationId xmlns:a16="http://schemas.microsoft.com/office/drawing/2014/main" id="{EB76401B-DEA1-4F7C-98AA-B36FA079A24F}"/>
              </a:ext>
            </a:extLst>
          </p:cNvPr>
          <p:cNvSpPr/>
          <p:nvPr/>
        </p:nvSpPr>
        <p:spPr>
          <a:xfrm>
            <a:off x="8710248" y="5634418"/>
            <a:ext cx="1016714" cy="997963"/>
          </a:xfrm>
          <a:prstGeom prst="rect">
            <a:avLst/>
          </a:prstGeom>
          <a:solidFill>
            <a:srgbClr val="FF99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1000" dirty="0">
              <a:solidFill>
                <a:schemeClr val="tx1"/>
              </a:solidFill>
            </a:endParaRPr>
          </a:p>
        </p:txBody>
      </p:sp>
      <p:pic>
        <p:nvPicPr>
          <p:cNvPr id="39" name="Graphique 38" descr="Arbre de Noël avec un remplissage uni">
            <a:extLst>
              <a:ext uri="{FF2B5EF4-FFF2-40B4-BE49-F238E27FC236}">
                <a16:creationId xmlns:a16="http://schemas.microsoft.com/office/drawing/2014/main" id="{4940053C-EA5F-46D4-88E9-C0A6D304027F}"/>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733190" y="2728362"/>
            <a:ext cx="457200" cy="457200"/>
          </a:xfrm>
          <a:prstGeom prst="rect">
            <a:avLst/>
          </a:prstGeom>
        </p:spPr>
      </p:pic>
      <p:pic>
        <p:nvPicPr>
          <p:cNvPr id="40" name="Graphique 39" descr="Calendrier mensuel avec un remplissage uni">
            <a:extLst>
              <a:ext uri="{FF2B5EF4-FFF2-40B4-BE49-F238E27FC236}">
                <a16:creationId xmlns:a16="http://schemas.microsoft.com/office/drawing/2014/main" id="{8019EB62-A4AA-474D-9E48-76ABF60CF004}"/>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91847" y="630208"/>
            <a:ext cx="339055" cy="339055"/>
          </a:xfrm>
          <a:prstGeom prst="rect">
            <a:avLst/>
          </a:prstGeom>
        </p:spPr>
      </p:pic>
      <p:pic>
        <p:nvPicPr>
          <p:cNvPr id="41" name="Graphique 40" descr="Explosion avec un remplissage uni">
            <a:extLst>
              <a:ext uri="{FF2B5EF4-FFF2-40B4-BE49-F238E27FC236}">
                <a16:creationId xmlns:a16="http://schemas.microsoft.com/office/drawing/2014/main" id="{64E2C4DA-8FB1-4B45-9E6E-AFD26E4443A3}"/>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91846" y="957108"/>
            <a:ext cx="339056" cy="339056"/>
          </a:xfrm>
          <a:prstGeom prst="rect">
            <a:avLst/>
          </a:prstGeom>
        </p:spPr>
      </p:pic>
      <p:pic>
        <p:nvPicPr>
          <p:cNvPr id="42" name="Graphique 41" descr="Micro de radio avec un remplissage uni">
            <a:extLst>
              <a:ext uri="{FF2B5EF4-FFF2-40B4-BE49-F238E27FC236}">
                <a16:creationId xmlns:a16="http://schemas.microsoft.com/office/drawing/2014/main" id="{BA377D2A-35DD-47C0-AC31-18F915DD404C}"/>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91846" y="1440113"/>
            <a:ext cx="287672" cy="287672"/>
          </a:xfrm>
          <a:prstGeom prst="rect">
            <a:avLst/>
          </a:prstGeom>
        </p:spPr>
      </p:pic>
      <p:pic>
        <p:nvPicPr>
          <p:cNvPr id="43" name="Graphique 42" descr="Souriant avec un visage et des cœurs avec remplissage uni avec un remplissage uni">
            <a:extLst>
              <a:ext uri="{FF2B5EF4-FFF2-40B4-BE49-F238E27FC236}">
                <a16:creationId xmlns:a16="http://schemas.microsoft.com/office/drawing/2014/main" id="{DA3D21F1-A6F8-46D2-B8D1-0D741F3B910A}"/>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104466" y="1759083"/>
            <a:ext cx="287673" cy="287673"/>
          </a:xfrm>
          <a:prstGeom prst="rect">
            <a:avLst/>
          </a:prstGeom>
        </p:spPr>
      </p:pic>
      <p:pic>
        <p:nvPicPr>
          <p:cNvPr id="44" name="Graphique 43" descr="Guitare avec un remplissage uni">
            <a:extLst>
              <a:ext uri="{FF2B5EF4-FFF2-40B4-BE49-F238E27FC236}">
                <a16:creationId xmlns:a16="http://schemas.microsoft.com/office/drawing/2014/main" id="{EE943A91-116A-44A7-A079-41AC8E45EC4D}"/>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91845" y="2035104"/>
            <a:ext cx="339057" cy="339057"/>
          </a:xfrm>
          <a:prstGeom prst="rect">
            <a:avLst/>
          </a:prstGeom>
        </p:spPr>
      </p:pic>
      <p:pic>
        <p:nvPicPr>
          <p:cNvPr id="45" name="Graphique 44" descr="Explosion avec un remplissage uni">
            <a:extLst>
              <a:ext uri="{FF2B5EF4-FFF2-40B4-BE49-F238E27FC236}">
                <a16:creationId xmlns:a16="http://schemas.microsoft.com/office/drawing/2014/main" id="{DD8BC4E4-70F2-4B54-860D-B58286B29B2F}"/>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3614959" y="6313539"/>
            <a:ext cx="339056" cy="339056"/>
          </a:xfrm>
          <a:prstGeom prst="rect">
            <a:avLst/>
          </a:prstGeom>
        </p:spPr>
      </p:pic>
      <p:sp>
        <p:nvSpPr>
          <p:cNvPr id="46" name="Rectangle 45">
            <a:extLst>
              <a:ext uri="{FF2B5EF4-FFF2-40B4-BE49-F238E27FC236}">
                <a16:creationId xmlns:a16="http://schemas.microsoft.com/office/drawing/2014/main" id="{5E119DAC-0486-4992-B4B5-5EA460B5E124}"/>
              </a:ext>
            </a:extLst>
          </p:cNvPr>
          <p:cNvSpPr/>
          <p:nvPr/>
        </p:nvSpPr>
        <p:spPr>
          <a:xfrm>
            <a:off x="4443006" y="3297211"/>
            <a:ext cx="1016714" cy="997963"/>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r>
              <a:rPr lang="en-US" sz="1000" dirty="0">
                <a:solidFill>
                  <a:schemeClr val="tx1"/>
                </a:solidFill>
              </a:rPr>
              <a:t>Example : Organize a Christmas party</a:t>
            </a:r>
          </a:p>
        </p:txBody>
      </p:sp>
      <p:sp>
        <p:nvSpPr>
          <p:cNvPr id="47" name="Rectangle 46">
            <a:extLst>
              <a:ext uri="{FF2B5EF4-FFF2-40B4-BE49-F238E27FC236}">
                <a16:creationId xmlns:a16="http://schemas.microsoft.com/office/drawing/2014/main" id="{3919DF0D-5501-4088-86B9-08C40604B47A}"/>
              </a:ext>
            </a:extLst>
          </p:cNvPr>
          <p:cNvSpPr/>
          <p:nvPr/>
        </p:nvSpPr>
        <p:spPr>
          <a:xfrm>
            <a:off x="504703" y="3466672"/>
            <a:ext cx="1016714" cy="828501"/>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r>
              <a:rPr lang="en-US" sz="1000" dirty="0">
                <a:solidFill>
                  <a:schemeClr val="tx1"/>
                </a:solidFill>
              </a:rPr>
              <a:t>HOW we can exploit this positive influence</a:t>
            </a:r>
          </a:p>
        </p:txBody>
      </p:sp>
      <p:sp>
        <p:nvSpPr>
          <p:cNvPr id="48" name="Rectangle 47">
            <a:extLst>
              <a:ext uri="{FF2B5EF4-FFF2-40B4-BE49-F238E27FC236}">
                <a16:creationId xmlns:a16="http://schemas.microsoft.com/office/drawing/2014/main" id="{5728880C-2EA6-4636-9568-AC30FFA4F234}"/>
              </a:ext>
            </a:extLst>
          </p:cNvPr>
          <p:cNvSpPr/>
          <p:nvPr/>
        </p:nvSpPr>
        <p:spPr>
          <a:xfrm>
            <a:off x="430902" y="4483840"/>
            <a:ext cx="1016714" cy="828501"/>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r>
              <a:rPr lang="en-US" sz="1000" dirty="0">
                <a:solidFill>
                  <a:schemeClr val="tx1"/>
                </a:solidFill>
              </a:rPr>
              <a:t>HOW we can compensate the negative influence</a:t>
            </a:r>
          </a:p>
        </p:txBody>
      </p:sp>
      <p:sp>
        <p:nvSpPr>
          <p:cNvPr id="49" name="Rectangle 48">
            <a:extLst>
              <a:ext uri="{FF2B5EF4-FFF2-40B4-BE49-F238E27FC236}">
                <a16:creationId xmlns:a16="http://schemas.microsoft.com/office/drawing/2014/main" id="{B9A87F42-6699-452F-A37F-C45075A42E23}"/>
              </a:ext>
            </a:extLst>
          </p:cNvPr>
          <p:cNvSpPr/>
          <p:nvPr/>
        </p:nvSpPr>
        <p:spPr>
          <a:xfrm>
            <a:off x="2902816" y="4568778"/>
            <a:ext cx="1016714" cy="828501"/>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lnSpcReduction="10000"/>
          </a:bodyPr>
          <a:lstStyle/>
          <a:p>
            <a:pPr algn="ctr"/>
            <a:r>
              <a:rPr lang="en-US" sz="1000" dirty="0">
                <a:solidFill>
                  <a:schemeClr val="tx1"/>
                </a:solidFill>
              </a:rPr>
              <a:t>Example : Mix teams from the two conflictual managers</a:t>
            </a:r>
          </a:p>
        </p:txBody>
      </p:sp>
      <p:sp>
        <p:nvSpPr>
          <p:cNvPr id="50" name="Rectangle 49">
            <a:extLst>
              <a:ext uri="{FF2B5EF4-FFF2-40B4-BE49-F238E27FC236}">
                <a16:creationId xmlns:a16="http://schemas.microsoft.com/office/drawing/2014/main" id="{97D5A985-7E64-493E-84C3-FEEE7F838AE7}"/>
              </a:ext>
            </a:extLst>
          </p:cNvPr>
          <p:cNvSpPr/>
          <p:nvPr/>
        </p:nvSpPr>
        <p:spPr>
          <a:xfrm>
            <a:off x="5340078" y="4554890"/>
            <a:ext cx="1016714" cy="828501"/>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1000" dirty="0">
              <a:solidFill>
                <a:schemeClr val="tx1"/>
              </a:solidFill>
            </a:endParaRPr>
          </a:p>
        </p:txBody>
      </p:sp>
      <p:sp>
        <p:nvSpPr>
          <p:cNvPr id="51" name="Rectangle 50">
            <a:extLst>
              <a:ext uri="{FF2B5EF4-FFF2-40B4-BE49-F238E27FC236}">
                <a16:creationId xmlns:a16="http://schemas.microsoft.com/office/drawing/2014/main" id="{D6AB9ECA-2BD6-4E13-A54F-1302DA609654}"/>
              </a:ext>
            </a:extLst>
          </p:cNvPr>
          <p:cNvSpPr/>
          <p:nvPr/>
        </p:nvSpPr>
        <p:spPr>
          <a:xfrm>
            <a:off x="6602343" y="4524845"/>
            <a:ext cx="1016714" cy="828501"/>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1000" dirty="0">
              <a:solidFill>
                <a:schemeClr val="tx1"/>
              </a:solidFill>
            </a:endParaRPr>
          </a:p>
        </p:txBody>
      </p:sp>
      <p:sp>
        <p:nvSpPr>
          <p:cNvPr id="52" name="Rectangle 51">
            <a:extLst>
              <a:ext uri="{FF2B5EF4-FFF2-40B4-BE49-F238E27FC236}">
                <a16:creationId xmlns:a16="http://schemas.microsoft.com/office/drawing/2014/main" id="{26CAA597-4AE8-4A95-9456-E29E5D4B5B35}"/>
              </a:ext>
            </a:extLst>
          </p:cNvPr>
          <p:cNvSpPr/>
          <p:nvPr/>
        </p:nvSpPr>
        <p:spPr>
          <a:xfrm>
            <a:off x="7762321" y="4554890"/>
            <a:ext cx="1016714" cy="828501"/>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1000" dirty="0">
              <a:solidFill>
                <a:schemeClr val="tx1"/>
              </a:solidFill>
            </a:endParaRPr>
          </a:p>
        </p:txBody>
      </p:sp>
      <p:sp>
        <p:nvSpPr>
          <p:cNvPr id="57" name="Rectangle 56">
            <a:extLst>
              <a:ext uri="{FF2B5EF4-FFF2-40B4-BE49-F238E27FC236}">
                <a16:creationId xmlns:a16="http://schemas.microsoft.com/office/drawing/2014/main" id="{23763A9F-8BA2-497D-A016-2F669330DEFB}"/>
              </a:ext>
            </a:extLst>
          </p:cNvPr>
          <p:cNvSpPr/>
          <p:nvPr/>
        </p:nvSpPr>
        <p:spPr>
          <a:xfrm>
            <a:off x="8900463" y="4680403"/>
            <a:ext cx="1016714" cy="828501"/>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1000" dirty="0">
              <a:solidFill>
                <a:schemeClr val="tx1"/>
              </a:solidFill>
            </a:endParaRPr>
          </a:p>
        </p:txBody>
      </p:sp>
      <p:sp>
        <p:nvSpPr>
          <p:cNvPr id="65" name="Rectangle 64">
            <a:extLst>
              <a:ext uri="{FF2B5EF4-FFF2-40B4-BE49-F238E27FC236}">
                <a16:creationId xmlns:a16="http://schemas.microsoft.com/office/drawing/2014/main" id="{6311EF3B-4A9E-4243-BC86-7BACBCF86D20}"/>
              </a:ext>
            </a:extLst>
          </p:cNvPr>
          <p:cNvSpPr/>
          <p:nvPr/>
        </p:nvSpPr>
        <p:spPr>
          <a:xfrm>
            <a:off x="10037144" y="4564900"/>
            <a:ext cx="1016714" cy="828501"/>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1000" dirty="0">
              <a:solidFill>
                <a:schemeClr val="tx1"/>
              </a:solidFill>
            </a:endParaRPr>
          </a:p>
        </p:txBody>
      </p:sp>
      <p:sp>
        <p:nvSpPr>
          <p:cNvPr id="66" name="Rectangle 65">
            <a:extLst>
              <a:ext uri="{FF2B5EF4-FFF2-40B4-BE49-F238E27FC236}">
                <a16:creationId xmlns:a16="http://schemas.microsoft.com/office/drawing/2014/main" id="{03787CAF-BDE6-49B7-B9FC-C770A6D1EC01}"/>
              </a:ext>
            </a:extLst>
          </p:cNvPr>
          <p:cNvSpPr/>
          <p:nvPr/>
        </p:nvSpPr>
        <p:spPr>
          <a:xfrm>
            <a:off x="11175286" y="4690413"/>
            <a:ext cx="1016714" cy="828501"/>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1000" dirty="0">
              <a:solidFill>
                <a:schemeClr val="tx1"/>
              </a:solidFill>
            </a:endParaRPr>
          </a:p>
        </p:txBody>
      </p:sp>
      <p:sp>
        <p:nvSpPr>
          <p:cNvPr id="67" name="Rectangle 66">
            <a:extLst>
              <a:ext uri="{FF2B5EF4-FFF2-40B4-BE49-F238E27FC236}">
                <a16:creationId xmlns:a16="http://schemas.microsoft.com/office/drawing/2014/main" id="{BC4C2237-9332-4083-8AE5-2FD8946F236E}"/>
              </a:ext>
            </a:extLst>
          </p:cNvPr>
          <p:cNvSpPr/>
          <p:nvPr/>
        </p:nvSpPr>
        <p:spPr>
          <a:xfrm>
            <a:off x="4059994" y="5587304"/>
            <a:ext cx="1016714" cy="997963"/>
          </a:xfrm>
          <a:prstGeom prst="rect">
            <a:avLst/>
          </a:prstGeom>
          <a:solidFill>
            <a:srgbClr val="FF99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1000" dirty="0">
              <a:solidFill>
                <a:schemeClr val="tx1"/>
              </a:solidFill>
            </a:endParaRPr>
          </a:p>
        </p:txBody>
      </p:sp>
      <p:sp>
        <p:nvSpPr>
          <p:cNvPr id="68" name="Rectangle 67">
            <a:extLst>
              <a:ext uri="{FF2B5EF4-FFF2-40B4-BE49-F238E27FC236}">
                <a16:creationId xmlns:a16="http://schemas.microsoft.com/office/drawing/2014/main" id="{3C44CC34-3AE3-4248-A572-D7D79DA34F9A}"/>
              </a:ext>
            </a:extLst>
          </p:cNvPr>
          <p:cNvSpPr/>
          <p:nvPr/>
        </p:nvSpPr>
        <p:spPr>
          <a:xfrm>
            <a:off x="4059994" y="4601592"/>
            <a:ext cx="1016714" cy="828501"/>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1000" dirty="0">
              <a:solidFill>
                <a:schemeClr val="tx1"/>
              </a:solidFill>
            </a:endParaRPr>
          </a:p>
        </p:txBody>
      </p:sp>
      <p:sp>
        <p:nvSpPr>
          <p:cNvPr id="69" name="Rectangle 68">
            <a:extLst>
              <a:ext uri="{FF2B5EF4-FFF2-40B4-BE49-F238E27FC236}">
                <a16:creationId xmlns:a16="http://schemas.microsoft.com/office/drawing/2014/main" id="{E85244F0-7F97-4D7B-B8D9-237B30281170}"/>
              </a:ext>
            </a:extLst>
          </p:cNvPr>
          <p:cNvSpPr/>
          <p:nvPr/>
        </p:nvSpPr>
        <p:spPr>
          <a:xfrm>
            <a:off x="5794802" y="3320809"/>
            <a:ext cx="1016714" cy="997963"/>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1000" dirty="0">
              <a:solidFill>
                <a:schemeClr val="tx1"/>
              </a:solidFill>
            </a:endParaRPr>
          </a:p>
        </p:txBody>
      </p:sp>
      <p:sp>
        <p:nvSpPr>
          <p:cNvPr id="70" name="Rectangle 69">
            <a:extLst>
              <a:ext uri="{FF2B5EF4-FFF2-40B4-BE49-F238E27FC236}">
                <a16:creationId xmlns:a16="http://schemas.microsoft.com/office/drawing/2014/main" id="{C9AA5DA2-FBBA-4A51-A1B8-7F01A52032F1}"/>
              </a:ext>
            </a:extLst>
          </p:cNvPr>
          <p:cNvSpPr/>
          <p:nvPr/>
        </p:nvSpPr>
        <p:spPr>
          <a:xfrm>
            <a:off x="6992416" y="3398409"/>
            <a:ext cx="1016714" cy="997963"/>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1000" dirty="0">
              <a:solidFill>
                <a:schemeClr val="tx1"/>
              </a:solidFill>
            </a:endParaRPr>
          </a:p>
        </p:txBody>
      </p:sp>
      <p:sp>
        <p:nvSpPr>
          <p:cNvPr id="71" name="Rectangle 70">
            <a:extLst>
              <a:ext uri="{FF2B5EF4-FFF2-40B4-BE49-F238E27FC236}">
                <a16:creationId xmlns:a16="http://schemas.microsoft.com/office/drawing/2014/main" id="{7BFEE8C9-3522-4490-A1DE-7C5DCACFF15B}"/>
              </a:ext>
            </a:extLst>
          </p:cNvPr>
          <p:cNvSpPr/>
          <p:nvPr/>
        </p:nvSpPr>
        <p:spPr>
          <a:xfrm>
            <a:off x="8132921" y="3375058"/>
            <a:ext cx="1016714" cy="997963"/>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1000" dirty="0">
              <a:solidFill>
                <a:schemeClr val="tx1"/>
              </a:solidFill>
            </a:endParaRPr>
          </a:p>
        </p:txBody>
      </p:sp>
      <p:sp>
        <p:nvSpPr>
          <p:cNvPr id="72" name="Rectangle 71">
            <a:extLst>
              <a:ext uri="{FF2B5EF4-FFF2-40B4-BE49-F238E27FC236}">
                <a16:creationId xmlns:a16="http://schemas.microsoft.com/office/drawing/2014/main" id="{73A55558-F0B7-428B-A146-76C5B00E6759}"/>
              </a:ext>
            </a:extLst>
          </p:cNvPr>
          <p:cNvSpPr/>
          <p:nvPr/>
        </p:nvSpPr>
        <p:spPr>
          <a:xfrm>
            <a:off x="9330535" y="3398409"/>
            <a:ext cx="1016714" cy="997963"/>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1000" dirty="0">
              <a:solidFill>
                <a:schemeClr val="tx1"/>
              </a:solidFill>
            </a:endParaRPr>
          </a:p>
        </p:txBody>
      </p:sp>
      <p:sp>
        <p:nvSpPr>
          <p:cNvPr id="73" name="Rectangle 72">
            <a:extLst>
              <a:ext uri="{FF2B5EF4-FFF2-40B4-BE49-F238E27FC236}">
                <a16:creationId xmlns:a16="http://schemas.microsoft.com/office/drawing/2014/main" id="{784C14B5-2CEE-4B66-9D83-2855D288D825}"/>
              </a:ext>
            </a:extLst>
          </p:cNvPr>
          <p:cNvSpPr/>
          <p:nvPr/>
        </p:nvSpPr>
        <p:spPr>
          <a:xfrm>
            <a:off x="10570009" y="3375058"/>
            <a:ext cx="1016714" cy="997963"/>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1000" dirty="0">
              <a:solidFill>
                <a:schemeClr val="tx1"/>
              </a:solidFill>
            </a:endParaRPr>
          </a:p>
        </p:txBody>
      </p:sp>
      <p:sp>
        <p:nvSpPr>
          <p:cNvPr id="74" name="Rectangle 73">
            <a:extLst>
              <a:ext uri="{FF2B5EF4-FFF2-40B4-BE49-F238E27FC236}">
                <a16:creationId xmlns:a16="http://schemas.microsoft.com/office/drawing/2014/main" id="{9A085310-6616-4E37-B14D-FD77EFED4796}"/>
              </a:ext>
            </a:extLst>
          </p:cNvPr>
          <p:cNvSpPr/>
          <p:nvPr/>
        </p:nvSpPr>
        <p:spPr>
          <a:xfrm>
            <a:off x="1970687" y="3308605"/>
            <a:ext cx="1016714" cy="997963"/>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1000" dirty="0">
              <a:solidFill>
                <a:schemeClr val="tx1"/>
              </a:solidFill>
            </a:endParaRPr>
          </a:p>
        </p:txBody>
      </p:sp>
      <p:sp>
        <p:nvSpPr>
          <p:cNvPr id="75" name="Rectangle 74">
            <a:extLst>
              <a:ext uri="{FF2B5EF4-FFF2-40B4-BE49-F238E27FC236}">
                <a16:creationId xmlns:a16="http://schemas.microsoft.com/office/drawing/2014/main" id="{CABF921C-3CDC-454D-A509-EFB0DB3382A2}"/>
              </a:ext>
            </a:extLst>
          </p:cNvPr>
          <p:cNvSpPr/>
          <p:nvPr/>
        </p:nvSpPr>
        <p:spPr>
          <a:xfrm>
            <a:off x="3168301" y="3386205"/>
            <a:ext cx="1016714" cy="997963"/>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1000" dirty="0">
              <a:solidFill>
                <a:schemeClr val="tx1"/>
              </a:solidFill>
            </a:endParaRPr>
          </a:p>
        </p:txBody>
      </p:sp>
      <p:sp>
        <p:nvSpPr>
          <p:cNvPr id="76" name="Rectangle 75">
            <a:extLst>
              <a:ext uri="{FF2B5EF4-FFF2-40B4-BE49-F238E27FC236}">
                <a16:creationId xmlns:a16="http://schemas.microsoft.com/office/drawing/2014/main" id="{590341A3-6726-4E38-BC5F-D72D3BFBE712}"/>
              </a:ext>
            </a:extLst>
          </p:cNvPr>
          <p:cNvSpPr/>
          <p:nvPr/>
        </p:nvSpPr>
        <p:spPr>
          <a:xfrm>
            <a:off x="1730131" y="4554889"/>
            <a:ext cx="1016714" cy="828501"/>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1000" dirty="0">
              <a:solidFill>
                <a:schemeClr val="tx1"/>
              </a:solidFill>
            </a:endParaRPr>
          </a:p>
        </p:txBody>
      </p:sp>
    </p:spTree>
    <p:extLst>
      <p:ext uri="{BB962C8B-B14F-4D97-AF65-F5344CB8AC3E}">
        <p14:creationId xmlns:p14="http://schemas.microsoft.com/office/powerpoint/2010/main" val="856575240"/>
      </p:ext>
    </p:extLst>
  </p:cSld>
  <p:clrMapOvr>
    <a:masterClrMapping/>
  </p:clrMapOvr>
  <mc:AlternateContent xmlns:mc="http://schemas.openxmlformats.org/markup-compatibility/2006" xmlns:p14="http://schemas.microsoft.com/office/powerpoint/2010/main">
    <mc:Choice Requires="p14">
      <p:transition spd="slow" p14:dur="2000" advTm="80003"/>
    </mc:Choice>
    <mc:Fallback xmlns="">
      <p:transition spd="slow" advTm="80003"/>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1">
            <a:lumMod val="65000"/>
          </a:schemeClr>
        </a:solidFill>
        <a:effectLst/>
      </p:bgPr>
    </p:bg>
    <p:spTree>
      <p:nvGrpSpPr>
        <p:cNvPr id="1" name=""/>
        <p:cNvGrpSpPr/>
        <p:nvPr/>
      </p:nvGrpSpPr>
      <p:grpSpPr>
        <a:xfrm>
          <a:off x="0" y="0"/>
          <a:ext cx="0" cy="0"/>
          <a:chOff x="0" y="0"/>
          <a:chExt cx="0" cy="0"/>
        </a:xfrm>
      </p:grpSpPr>
      <p:sp>
        <p:nvSpPr>
          <p:cNvPr id="5" name="Titre 4">
            <a:extLst>
              <a:ext uri="{FF2B5EF4-FFF2-40B4-BE49-F238E27FC236}">
                <a16:creationId xmlns:a16="http://schemas.microsoft.com/office/drawing/2014/main" id="{F8235C3D-F4E7-47EF-99B7-36395E9D8184}"/>
              </a:ext>
            </a:extLst>
          </p:cNvPr>
          <p:cNvSpPr>
            <a:spLocks noGrp="1"/>
          </p:cNvSpPr>
          <p:nvPr>
            <p:ph type="title"/>
          </p:nvPr>
        </p:nvSpPr>
        <p:spPr>
          <a:xfrm>
            <a:off x="1115568" y="539115"/>
            <a:ext cx="10168128" cy="1179576"/>
          </a:xfrm>
        </p:spPr>
        <p:txBody>
          <a:bodyPr>
            <a:noAutofit/>
          </a:bodyPr>
          <a:lstStyle/>
          <a:p>
            <a:r>
              <a:rPr lang="en-US" sz="2800" dirty="0"/>
              <a:t>Exercise P20</a:t>
            </a:r>
            <a:br>
              <a:rPr lang="en-US" sz="2800" dirty="0"/>
            </a:br>
            <a:r>
              <a:rPr lang="en-US" sz="2800" dirty="0"/>
              <a:t>Identify ethical questions and propose answers</a:t>
            </a:r>
          </a:p>
        </p:txBody>
      </p:sp>
      <p:sp>
        <p:nvSpPr>
          <p:cNvPr id="53" name="Rectangle 52">
            <a:extLst>
              <a:ext uri="{FF2B5EF4-FFF2-40B4-BE49-F238E27FC236}">
                <a16:creationId xmlns:a16="http://schemas.microsoft.com/office/drawing/2014/main" id="{DD3CDB51-D00C-4256-9ADC-AB0073EBCAF6}"/>
              </a:ext>
            </a:extLst>
          </p:cNvPr>
          <p:cNvSpPr/>
          <p:nvPr/>
        </p:nvSpPr>
        <p:spPr>
          <a:xfrm>
            <a:off x="504703" y="2349781"/>
            <a:ext cx="1016714" cy="997963"/>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r>
              <a:rPr lang="en-US" sz="1000" dirty="0">
                <a:solidFill>
                  <a:schemeClr val="tx1"/>
                </a:solidFill>
              </a:rPr>
              <a:t>Ethical question</a:t>
            </a:r>
          </a:p>
        </p:txBody>
      </p:sp>
      <p:sp>
        <p:nvSpPr>
          <p:cNvPr id="54" name="Rectangle 53">
            <a:extLst>
              <a:ext uri="{FF2B5EF4-FFF2-40B4-BE49-F238E27FC236}">
                <a16:creationId xmlns:a16="http://schemas.microsoft.com/office/drawing/2014/main" id="{71505491-A196-465A-86E9-A3C0D1E4509E}"/>
              </a:ext>
            </a:extLst>
          </p:cNvPr>
          <p:cNvSpPr/>
          <p:nvPr/>
        </p:nvSpPr>
        <p:spPr>
          <a:xfrm>
            <a:off x="2047601" y="2227698"/>
            <a:ext cx="1016714" cy="997963"/>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r>
              <a:rPr lang="en-US" sz="1000" dirty="0">
                <a:solidFill>
                  <a:schemeClr val="tx1"/>
                </a:solidFill>
              </a:rPr>
              <a:t>Example : How will we manage privacy ?</a:t>
            </a:r>
          </a:p>
        </p:txBody>
      </p:sp>
      <p:sp>
        <p:nvSpPr>
          <p:cNvPr id="56" name="Rectangle 55">
            <a:extLst>
              <a:ext uri="{FF2B5EF4-FFF2-40B4-BE49-F238E27FC236}">
                <a16:creationId xmlns:a16="http://schemas.microsoft.com/office/drawing/2014/main" id="{2D2FE93B-7398-478D-B573-7DD197905364}"/>
              </a:ext>
            </a:extLst>
          </p:cNvPr>
          <p:cNvSpPr/>
          <p:nvPr/>
        </p:nvSpPr>
        <p:spPr>
          <a:xfrm>
            <a:off x="392139" y="5518914"/>
            <a:ext cx="1016714" cy="997963"/>
          </a:xfrm>
          <a:prstGeom prst="rect">
            <a:avLst/>
          </a:prstGeom>
          <a:solidFill>
            <a:srgbClr val="FF99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r>
              <a:rPr lang="en-US" sz="1000" dirty="0">
                <a:solidFill>
                  <a:schemeClr val="tx1"/>
                </a:solidFill>
              </a:rPr>
              <a:t>Solution </a:t>
            </a:r>
          </a:p>
        </p:txBody>
      </p:sp>
      <p:sp>
        <p:nvSpPr>
          <p:cNvPr id="22" name="Rectangle 21">
            <a:extLst>
              <a:ext uri="{FF2B5EF4-FFF2-40B4-BE49-F238E27FC236}">
                <a16:creationId xmlns:a16="http://schemas.microsoft.com/office/drawing/2014/main" id="{0B5F3A94-8C55-4FB1-92EC-F2D8C1FB6CBA}"/>
              </a:ext>
            </a:extLst>
          </p:cNvPr>
          <p:cNvSpPr/>
          <p:nvPr/>
        </p:nvSpPr>
        <p:spPr>
          <a:xfrm>
            <a:off x="1782167" y="4520951"/>
            <a:ext cx="1016714" cy="997963"/>
          </a:xfrm>
          <a:prstGeom prst="rect">
            <a:avLst/>
          </a:prstGeom>
          <a:solidFill>
            <a:srgbClr val="FF99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fontScale="92500"/>
          </a:bodyPr>
          <a:lstStyle/>
          <a:p>
            <a:pPr algn="ctr"/>
            <a:r>
              <a:rPr lang="en-US" sz="1000" dirty="0">
                <a:solidFill>
                  <a:schemeClr val="tx1"/>
                </a:solidFill>
              </a:rPr>
              <a:t>Example : </a:t>
            </a:r>
          </a:p>
          <a:p>
            <a:pPr algn="ctr"/>
            <a:endParaRPr lang="en-US" sz="1000" dirty="0">
              <a:solidFill>
                <a:schemeClr val="tx1"/>
              </a:solidFill>
            </a:endParaRPr>
          </a:p>
          <a:p>
            <a:pPr algn="ctr"/>
            <a:r>
              <a:rPr lang="en-US" sz="1000" dirty="0">
                <a:solidFill>
                  <a:schemeClr val="tx1"/>
                </a:solidFill>
              </a:rPr>
              <a:t>Idea : allow all users to delete their account, remind them</a:t>
            </a:r>
          </a:p>
        </p:txBody>
      </p:sp>
      <p:sp>
        <p:nvSpPr>
          <p:cNvPr id="77" name="Rectangle 76">
            <a:extLst>
              <a:ext uri="{FF2B5EF4-FFF2-40B4-BE49-F238E27FC236}">
                <a16:creationId xmlns:a16="http://schemas.microsoft.com/office/drawing/2014/main" id="{DA6E9BC9-C07D-45DB-B731-2B6AC3868F67}"/>
              </a:ext>
            </a:extLst>
          </p:cNvPr>
          <p:cNvSpPr/>
          <p:nvPr/>
        </p:nvSpPr>
        <p:spPr>
          <a:xfrm>
            <a:off x="7647098" y="5770566"/>
            <a:ext cx="1016714" cy="997963"/>
          </a:xfrm>
          <a:prstGeom prst="rect">
            <a:avLst/>
          </a:prstGeom>
          <a:solidFill>
            <a:srgbClr val="FF99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1000" dirty="0">
              <a:solidFill>
                <a:schemeClr val="tx1"/>
              </a:solidFill>
            </a:endParaRPr>
          </a:p>
        </p:txBody>
      </p:sp>
      <p:sp>
        <p:nvSpPr>
          <p:cNvPr id="78" name="Rectangle 77">
            <a:extLst>
              <a:ext uri="{FF2B5EF4-FFF2-40B4-BE49-F238E27FC236}">
                <a16:creationId xmlns:a16="http://schemas.microsoft.com/office/drawing/2014/main" id="{697CC666-66F8-4199-94F2-E71BCAB344A1}"/>
              </a:ext>
            </a:extLst>
          </p:cNvPr>
          <p:cNvSpPr/>
          <p:nvPr/>
        </p:nvSpPr>
        <p:spPr>
          <a:xfrm>
            <a:off x="10964994" y="5770566"/>
            <a:ext cx="1016714" cy="997963"/>
          </a:xfrm>
          <a:prstGeom prst="rect">
            <a:avLst/>
          </a:prstGeom>
          <a:solidFill>
            <a:srgbClr val="FF99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1000" dirty="0">
              <a:solidFill>
                <a:schemeClr val="tx1"/>
              </a:solidFill>
            </a:endParaRPr>
          </a:p>
        </p:txBody>
      </p:sp>
      <p:sp>
        <p:nvSpPr>
          <p:cNvPr id="79" name="Rectangle 78">
            <a:extLst>
              <a:ext uri="{FF2B5EF4-FFF2-40B4-BE49-F238E27FC236}">
                <a16:creationId xmlns:a16="http://schemas.microsoft.com/office/drawing/2014/main" id="{BC986993-793D-4505-B000-7D3EED2CEFBE}"/>
              </a:ext>
            </a:extLst>
          </p:cNvPr>
          <p:cNvSpPr/>
          <p:nvPr/>
        </p:nvSpPr>
        <p:spPr>
          <a:xfrm>
            <a:off x="9818466" y="5817680"/>
            <a:ext cx="1016714" cy="997963"/>
          </a:xfrm>
          <a:prstGeom prst="rect">
            <a:avLst/>
          </a:prstGeom>
          <a:solidFill>
            <a:srgbClr val="FF99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1000" dirty="0">
              <a:solidFill>
                <a:schemeClr val="tx1"/>
              </a:solidFill>
            </a:endParaRPr>
          </a:p>
        </p:txBody>
      </p:sp>
      <p:sp>
        <p:nvSpPr>
          <p:cNvPr id="80" name="Rectangle 79">
            <a:extLst>
              <a:ext uri="{FF2B5EF4-FFF2-40B4-BE49-F238E27FC236}">
                <a16:creationId xmlns:a16="http://schemas.microsoft.com/office/drawing/2014/main" id="{C660B1FD-4449-4B84-AD65-851732BC19FB}"/>
              </a:ext>
            </a:extLst>
          </p:cNvPr>
          <p:cNvSpPr/>
          <p:nvPr/>
        </p:nvSpPr>
        <p:spPr>
          <a:xfrm>
            <a:off x="6529014" y="5770566"/>
            <a:ext cx="1016714" cy="997963"/>
          </a:xfrm>
          <a:prstGeom prst="rect">
            <a:avLst/>
          </a:prstGeom>
          <a:solidFill>
            <a:srgbClr val="FF99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1000" dirty="0">
              <a:solidFill>
                <a:schemeClr val="tx1"/>
              </a:solidFill>
            </a:endParaRPr>
          </a:p>
        </p:txBody>
      </p:sp>
      <p:sp>
        <p:nvSpPr>
          <p:cNvPr id="81" name="Rectangle 80">
            <a:extLst>
              <a:ext uri="{FF2B5EF4-FFF2-40B4-BE49-F238E27FC236}">
                <a16:creationId xmlns:a16="http://schemas.microsoft.com/office/drawing/2014/main" id="{2AE4597B-4B66-4D44-B8B4-A2742FEDC1A1}"/>
              </a:ext>
            </a:extLst>
          </p:cNvPr>
          <p:cNvSpPr/>
          <p:nvPr/>
        </p:nvSpPr>
        <p:spPr>
          <a:xfrm>
            <a:off x="5424473" y="5723864"/>
            <a:ext cx="1016714" cy="997963"/>
          </a:xfrm>
          <a:prstGeom prst="rect">
            <a:avLst/>
          </a:prstGeom>
          <a:solidFill>
            <a:srgbClr val="FF99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1000" dirty="0">
              <a:solidFill>
                <a:schemeClr val="tx1"/>
              </a:solidFill>
            </a:endParaRPr>
          </a:p>
        </p:txBody>
      </p:sp>
      <p:sp>
        <p:nvSpPr>
          <p:cNvPr id="82" name="Rectangle 81">
            <a:extLst>
              <a:ext uri="{FF2B5EF4-FFF2-40B4-BE49-F238E27FC236}">
                <a16:creationId xmlns:a16="http://schemas.microsoft.com/office/drawing/2014/main" id="{8C3012CE-5938-455C-9F46-9FC7D7B688CE}"/>
              </a:ext>
            </a:extLst>
          </p:cNvPr>
          <p:cNvSpPr/>
          <p:nvPr/>
        </p:nvSpPr>
        <p:spPr>
          <a:xfrm>
            <a:off x="8732782" y="5817680"/>
            <a:ext cx="1016714" cy="997963"/>
          </a:xfrm>
          <a:prstGeom prst="rect">
            <a:avLst/>
          </a:prstGeom>
          <a:solidFill>
            <a:srgbClr val="FF99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1000" dirty="0">
              <a:solidFill>
                <a:schemeClr val="tx1"/>
              </a:solidFill>
            </a:endParaRPr>
          </a:p>
        </p:txBody>
      </p:sp>
      <p:sp>
        <p:nvSpPr>
          <p:cNvPr id="83" name="Rectangle 82">
            <a:extLst>
              <a:ext uri="{FF2B5EF4-FFF2-40B4-BE49-F238E27FC236}">
                <a16:creationId xmlns:a16="http://schemas.microsoft.com/office/drawing/2014/main" id="{FA65D5F0-39FE-4E71-9D71-36C0E730D110}"/>
              </a:ext>
            </a:extLst>
          </p:cNvPr>
          <p:cNvSpPr/>
          <p:nvPr/>
        </p:nvSpPr>
        <p:spPr>
          <a:xfrm>
            <a:off x="2876312" y="4520950"/>
            <a:ext cx="1016714" cy="997963"/>
          </a:xfrm>
          <a:prstGeom prst="rect">
            <a:avLst/>
          </a:prstGeom>
          <a:solidFill>
            <a:srgbClr val="FF99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lnSpcReduction="10000"/>
          </a:bodyPr>
          <a:lstStyle/>
          <a:p>
            <a:pPr algn="ctr"/>
            <a:r>
              <a:rPr lang="en-US" sz="1000" dirty="0">
                <a:solidFill>
                  <a:schemeClr val="tx1"/>
                </a:solidFill>
              </a:rPr>
              <a:t>Example : </a:t>
            </a:r>
          </a:p>
          <a:p>
            <a:pPr algn="ctr"/>
            <a:endParaRPr lang="en-US" sz="1000" dirty="0">
              <a:solidFill>
                <a:schemeClr val="tx1"/>
              </a:solidFill>
            </a:endParaRPr>
          </a:p>
          <a:p>
            <a:pPr algn="ctr"/>
            <a:r>
              <a:rPr lang="en-US" sz="1000" dirty="0">
                <a:solidFill>
                  <a:schemeClr val="tx1"/>
                </a:solidFill>
              </a:rPr>
              <a:t>Use nicknames instead of  real names</a:t>
            </a:r>
          </a:p>
        </p:txBody>
      </p:sp>
      <p:sp>
        <p:nvSpPr>
          <p:cNvPr id="84" name="Rectangle 83">
            <a:extLst>
              <a:ext uri="{FF2B5EF4-FFF2-40B4-BE49-F238E27FC236}">
                <a16:creationId xmlns:a16="http://schemas.microsoft.com/office/drawing/2014/main" id="{8E698183-558C-4A38-BCB1-0ECCBF231BD8}"/>
              </a:ext>
            </a:extLst>
          </p:cNvPr>
          <p:cNvSpPr/>
          <p:nvPr/>
        </p:nvSpPr>
        <p:spPr>
          <a:xfrm>
            <a:off x="7553906" y="2430133"/>
            <a:ext cx="1016714" cy="997963"/>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1000" dirty="0">
              <a:solidFill>
                <a:schemeClr val="tx1"/>
              </a:solidFill>
            </a:endParaRPr>
          </a:p>
        </p:txBody>
      </p:sp>
      <p:sp>
        <p:nvSpPr>
          <p:cNvPr id="85" name="Rectangle 84">
            <a:extLst>
              <a:ext uri="{FF2B5EF4-FFF2-40B4-BE49-F238E27FC236}">
                <a16:creationId xmlns:a16="http://schemas.microsoft.com/office/drawing/2014/main" id="{4DBC74E0-91A4-4FCE-BE23-B14D4DCC42DC}"/>
              </a:ext>
            </a:extLst>
          </p:cNvPr>
          <p:cNvSpPr/>
          <p:nvPr/>
        </p:nvSpPr>
        <p:spPr>
          <a:xfrm>
            <a:off x="10778895" y="2484754"/>
            <a:ext cx="1016714" cy="997963"/>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1000" dirty="0">
              <a:solidFill>
                <a:schemeClr val="tx1"/>
              </a:solidFill>
            </a:endParaRPr>
          </a:p>
        </p:txBody>
      </p:sp>
      <p:sp>
        <p:nvSpPr>
          <p:cNvPr id="86" name="Rectangle 85">
            <a:extLst>
              <a:ext uri="{FF2B5EF4-FFF2-40B4-BE49-F238E27FC236}">
                <a16:creationId xmlns:a16="http://schemas.microsoft.com/office/drawing/2014/main" id="{69799E5A-2204-49C1-86A3-D7C0A668A10E}"/>
              </a:ext>
            </a:extLst>
          </p:cNvPr>
          <p:cNvSpPr/>
          <p:nvPr/>
        </p:nvSpPr>
        <p:spPr>
          <a:xfrm>
            <a:off x="9714054" y="2524853"/>
            <a:ext cx="1016714" cy="997963"/>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1000" dirty="0">
              <a:solidFill>
                <a:schemeClr val="tx1"/>
              </a:solidFill>
            </a:endParaRPr>
          </a:p>
        </p:txBody>
      </p:sp>
      <p:sp>
        <p:nvSpPr>
          <p:cNvPr id="87" name="Rectangle 86">
            <a:extLst>
              <a:ext uri="{FF2B5EF4-FFF2-40B4-BE49-F238E27FC236}">
                <a16:creationId xmlns:a16="http://schemas.microsoft.com/office/drawing/2014/main" id="{2AFA76D6-608D-4C84-A106-E85BBC4590DA}"/>
              </a:ext>
            </a:extLst>
          </p:cNvPr>
          <p:cNvSpPr/>
          <p:nvPr/>
        </p:nvSpPr>
        <p:spPr>
          <a:xfrm>
            <a:off x="6468222" y="2431037"/>
            <a:ext cx="1016714" cy="997963"/>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1000" dirty="0">
              <a:solidFill>
                <a:schemeClr val="tx1"/>
              </a:solidFill>
            </a:endParaRPr>
          </a:p>
        </p:txBody>
      </p:sp>
      <p:sp>
        <p:nvSpPr>
          <p:cNvPr id="88" name="Rectangle 87">
            <a:extLst>
              <a:ext uri="{FF2B5EF4-FFF2-40B4-BE49-F238E27FC236}">
                <a16:creationId xmlns:a16="http://schemas.microsoft.com/office/drawing/2014/main" id="{0C3BCACA-BF2A-483B-B0C4-BD5E1A04BC4E}"/>
              </a:ext>
            </a:extLst>
          </p:cNvPr>
          <p:cNvSpPr/>
          <p:nvPr/>
        </p:nvSpPr>
        <p:spPr>
          <a:xfrm>
            <a:off x="5393758" y="2431037"/>
            <a:ext cx="1016714" cy="997963"/>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1000" dirty="0">
              <a:solidFill>
                <a:schemeClr val="tx1"/>
              </a:solidFill>
            </a:endParaRPr>
          </a:p>
        </p:txBody>
      </p:sp>
      <p:sp>
        <p:nvSpPr>
          <p:cNvPr id="89" name="Rectangle 88">
            <a:extLst>
              <a:ext uri="{FF2B5EF4-FFF2-40B4-BE49-F238E27FC236}">
                <a16:creationId xmlns:a16="http://schemas.microsoft.com/office/drawing/2014/main" id="{A1F4B596-3ED6-4A9E-A44B-52CE774CF8F5}"/>
              </a:ext>
            </a:extLst>
          </p:cNvPr>
          <p:cNvSpPr/>
          <p:nvPr/>
        </p:nvSpPr>
        <p:spPr>
          <a:xfrm>
            <a:off x="8639590" y="2524853"/>
            <a:ext cx="1016714" cy="997963"/>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1000" dirty="0">
              <a:solidFill>
                <a:schemeClr val="tx1"/>
              </a:solidFill>
            </a:endParaRPr>
          </a:p>
        </p:txBody>
      </p:sp>
      <p:sp>
        <p:nvSpPr>
          <p:cNvPr id="90" name="Rectangle 89">
            <a:extLst>
              <a:ext uri="{FF2B5EF4-FFF2-40B4-BE49-F238E27FC236}">
                <a16:creationId xmlns:a16="http://schemas.microsoft.com/office/drawing/2014/main" id="{B492F888-5B69-4235-8F03-A21B6F56B9EC}"/>
              </a:ext>
            </a:extLst>
          </p:cNvPr>
          <p:cNvSpPr/>
          <p:nvPr/>
        </p:nvSpPr>
        <p:spPr>
          <a:xfrm>
            <a:off x="6723291" y="3495138"/>
            <a:ext cx="1016714" cy="997963"/>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1000" dirty="0">
              <a:solidFill>
                <a:schemeClr val="tx1"/>
              </a:solidFill>
            </a:endParaRPr>
          </a:p>
        </p:txBody>
      </p:sp>
      <p:sp>
        <p:nvSpPr>
          <p:cNvPr id="91" name="Rectangle 90">
            <a:extLst>
              <a:ext uri="{FF2B5EF4-FFF2-40B4-BE49-F238E27FC236}">
                <a16:creationId xmlns:a16="http://schemas.microsoft.com/office/drawing/2014/main" id="{6083B102-1D5E-4194-93FE-1AC9720045AF}"/>
              </a:ext>
            </a:extLst>
          </p:cNvPr>
          <p:cNvSpPr/>
          <p:nvPr/>
        </p:nvSpPr>
        <p:spPr>
          <a:xfrm>
            <a:off x="9948280" y="3549759"/>
            <a:ext cx="1016714" cy="997963"/>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1000" dirty="0">
              <a:solidFill>
                <a:schemeClr val="tx1"/>
              </a:solidFill>
            </a:endParaRPr>
          </a:p>
        </p:txBody>
      </p:sp>
      <p:sp>
        <p:nvSpPr>
          <p:cNvPr id="92" name="Rectangle 91">
            <a:extLst>
              <a:ext uri="{FF2B5EF4-FFF2-40B4-BE49-F238E27FC236}">
                <a16:creationId xmlns:a16="http://schemas.microsoft.com/office/drawing/2014/main" id="{03C2B812-C4B5-42B3-9C9B-ED2CB678B739}"/>
              </a:ext>
            </a:extLst>
          </p:cNvPr>
          <p:cNvSpPr/>
          <p:nvPr/>
        </p:nvSpPr>
        <p:spPr>
          <a:xfrm>
            <a:off x="8883439" y="3589858"/>
            <a:ext cx="1016714" cy="997963"/>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1000" dirty="0">
              <a:solidFill>
                <a:schemeClr val="tx1"/>
              </a:solidFill>
            </a:endParaRPr>
          </a:p>
        </p:txBody>
      </p:sp>
      <p:sp>
        <p:nvSpPr>
          <p:cNvPr id="93" name="Rectangle 92">
            <a:extLst>
              <a:ext uri="{FF2B5EF4-FFF2-40B4-BE49-F238E27FC236}">
                <a16:creationId xmlns:a16="http://schemas.microsoft.com/office/drawing/2014/main" id="{A1E267F3-E697-45C4-AA83-C145221840DF}"/>
              </a:ext>
            </a:extLst>
          </p:cNvPr>
          <p:cNvSpPr/>
          <p:nvPr/>
        </p:nvSpPr>
        <p:spPr>
          <a:xfrm>
            <a:off x="5637607" y="3496042"/>
            <a:ext cx="1016714" cy="997963"/>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1000" dirty="0">
              <a:solidFill>
                <a:schemeClr val="tx1"/>
              </a:solidFill>
            </a:endParaRPr>
          </a:p>
        </p:txBody>
      </p:sp>
      <p:sp>
        <p:nvSpPr>
          <p:cNvPr id="94" name="Rectangle 93">
            <a:extLst>
              <a:ext uri="{FF2B5EF4-FFF2-40B4-BE49-F238E27FC236}">
                <a16:creationId xmlns:a16="http://schemas.microsoft.com/office/drawing/2014/main" id="{E2610A1B-40A7-4876-8EE0-8DC4873F4B9A}"/>
              </a:ext>
            </a:extLst>
          </p:cNvPr>
          <p:cNvSpPr/>
          <p:nvPr/>
        </p:nvSpPr>
        <p:spPr>
          <a:xfrm>
            <a:off x="4563143" y="3496042"/>
            <a:ext cx="1016714" cy="997963"/>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1000" dirty="0">
              <a:solidFill>
                <a:schemeClr val="tx1"/>
              </a:solidFill>
            </a:endParaRPr>
          </a:p>
        </p:txBody>
      </p:sp>
      <p:sp>
        <p:nvSpPr>
          <p:cNvPr id="95" name="Rectangle 94">
            <a:extLst>
              <a:ext uri="{FF2B5EF4-FFF2-40B4-BE49-F238E27FC236}">
                <a16:creationId xmlns:a16="http://schemas.microsoft.com/office/drawing/2014/main" id="{041976D6-F5B1-4547-B729-4C96B0677096}"/>
              </a:ext>
            </a:extLst>
          </p:cNvPr>
          <p:cNvSpPr/>
          <p:nvPr/>
        </p:nvSpPr>
        <p:spPr>
          <a:xfrm>
            <a:off x="7808975" y="3589858"/>
            <a:ext cx="1016714" cy="997963"/>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1000" dirty="0">
              <a:solidFill>
                <a:schemeClr val="tx1"/>
              </a:solidFill>
            </a:endParaRPr>
          </a:p>
        </p:txBody>
      </p:sp>
      <p:sp>
        <p:nvSpPr>
          <p:cNvPr id="96" name="Rectangle 95">
            <a:extLst>
              <a:ext uri="{FF2B5EF4-FFF2-40B4-BE49-F238E27FC236}">
                <a16:creationId xmlns:a16="http://schemas.microsoft.com/office/drawing/2014/main" id="{6084C97A-EDCB-4C3C-8D2D-07679D13AFD1}"/>
              </a:ext>
            </a:extLst>
          </p:cNvPr>
          <p:cNvSpPr/>
          <p:nvPr/>
        </p:nvSpPr>
        <p:spPr>
          <a:xfrm>
            <a:off x="6847130" y="4613255"/>
            <a:ext cx="1016714" cy="997963"/>
          </a:xfrm>
          <a:prstGeom prst="rect">
            <a:avLst/>
          </a:prstGeom>
          <a:solidFill>
            <a:srgbClr val="FF99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1000" dirty="0">
              <a:solidFill>
                <a:schemeClr val="tx1"/>
              </a:solidFill>
            </a:endParaRPr>
          </a:p>
        </p:txBody>
      </p:sp>
      <p:sp>
        <p:nvSpPr>
          <p:cNvPr id="97" name="Rectangle 96">
            <a:extLst>
              <a:ext uri="{FF2B5EF4-FFF2-40B4-BE49-F238E27FC236}">
                <a16:creationId xmlns:a16="http://schemas.microsoft.com/office/drawing/2014/main" id="{679735C9-8727-4D5F-8D5E-2507B127E1BF}"/>
              </a:ext>
            </a:extLst>
          </p:cNvPr>
          <p:cNvSpPr/>
          <p:nvPr/>
        </p:nvSpPr>
        <p:spPr>
          <a:xfrm>
            <a:off x="10165026" y="4613255"/>
            <a:ext cx="1016714" cy="997963"/>
          </a:xfrm>
          <a:prstGeom prst="rect">
            <a:avLst/>
          </a:prstGeom>
          <a:solidFill>
            <a:srgbClr val="FF99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1000" dirty="0">
              <a:solidFill>
                <a:schemeClr val="tx1"/>
              </a:solidFill>
            </a:endParaRPr>
          </a:p>
        </p:txBody>
      </p:sp>
      <p:sp>
        <p:nvSpPr>
          <p:cNvPr id="98" name="Rectangle 97">
            <a:extLst>
              <a:ext uri="{FF2B5EF4-FFF2-40B4-BE49-F238E27FC236}">
                <a16:creationId xmlns:a16="http://schemas.microsoft.com/office/drawing/2014/main" id="{BCE57F40-EA4A-44B9-979E-5A060731D648}"/>
              </a:ext>
            </a:extLst>
          </p:cNvPr>
          <p:cNvSpPr/>
          <p:nvPr/>
        </p:nvSpPr>
        <p:spPr>
          <a:xfrm>
            <a:off x="9018498" y="4660369"/>
            <a:ext cx="1016714" cy="997963"/>
          </a:xfrm>
          <a:prstGeom prst="rect">
            <a:avLst/>
          </a:prstGeom>
          <a:solidFill>
            <a:srgbClr val="FF99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1000" dirty="0">
              <a:solidFill>
                <a:schemeClr val="tx1"/>
              </a:solidFill>
            </a:endParaRPr>
          </a:p>
        </p:txBody>
      </p:sp>
      <p:sp>
        <p:nvSpPr>
          <p:cNvPr id="99" name="Rectangle 98">
            <a:extLst>
              <a:ext uri="{FF2B5EF4-FFF2-40B4-BE49-F238E27FC236}">
                <a16:creationId xmlns:a16="http://schemas.microsoft.com/office/drawing/2014/main" id="{C895D0B0-4C49-4090-BA60-FDA6097A9C4B}"/>
              </a:ext>
            </a:extLst>
          </p:cNvPr>
          <p:cNvSpPr/>
          <p:nvPr/>
        </p:nvSpPr>
        <p:spPr>
          <a:xfrm>
            <a:off x="5729046" y="4613255"/>
            <a:ext cx="1016714" cy="997963"/>
          </a:xfrm>
          <a:prstGeom prst="rect">
            <a:avLst/>
          </a:prstGeom>
          <a:solidFill>
            <a:srgbClr val="FF99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1000" dirty="0">
              <a:solidFill>
                <a:schemeClr val="tx1"/>
              </a:solidFill>
            </a:endParaRPr>
          </a:p>
        </p:txBody>
      </p:sp>
      <p:sp>
        <p:nvSpPr>
          <p:cNvPr id="100" name="Rectangle 99">
            <a:extLst>
              <a:ext uri="{FF2B5EF4-FFF2-40B4-BE49-F238E27FC236}">
                <a16:creationId xmlns:a16="http://schemas.microsoft.com/office/drawing/2014/main" id="{09C334F5-D7DE-4AE4-A76E-118533130EF1}"/>
              </a:ext>
            </a:extLst>
          </p:cNvPr>
          <p:cNvSpPr/>
          <p:nvPr/>
        </p:nvSpPr>
        <p:spPr>
          <a:xfrm>
            <a:off x="4624505" y="4566553"/>
            <a:ext cx="1016714" cy="997963"/>
          </a:xfrm>
          <a:prstGeom prst="rect">
            <a:avLst/>
          </a:prstGeom>
          <a:solidFill>
            <a:srgbClr val="FF99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1000" dirty="0">
              <a:solidFill>
                <a:schemeClr val="tx1"/>
              </a:solidFill>
            </a:endParaRPr>
          </a:p>
        </p:txBody>
      </p:sp>
      <p:sp>
        <p:nvSpPr>
          <p:cNvPr id="101" name="Rectangle 100">
            <a:extLst>
              <a:ext uri="{FF2B5EF4-FFF2-40B4-BE49-F238E27FC236}">
                <a16:creationId xmlns:a16="http://schemas.microsoft.com/office/drawing/2014/main" id="{9AE8A1FE-5922-467F-90D4-AC2CB2799C5B}"/>
              </a:ext>
            </a:extLst>
          </p:cNvPr>
          <p:cNvSpPr/>
          <p:nvPr/>
        </p:nvSpPr>
        <p:spPr>
          <a:xfrm>
            <a:off x="7932814" y="4660369"/>
            <a:ext cx="1016714" cy="997963"/>
          </a:xfrm>
          <a:prstGeom prst="rect">
            <a:avLst/>
          </a:prstGeom>
          <a:solidFill>
            <a:srgbClr val="FF99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1000" dirty="0">
              <a:solidFill>
                <a:schemeClr val="tx1"/>
              </a:solidFill>
            </a:endParaRPr>
          </a:p>
        </p:txBody>
      </p:sp>
    </p:spTree>
    <p:extLst>
      <p:ext uri="{BB962C8B-B14F-4D97-AF65-F5344CB8AC3E}">
        <p14:creationId xmlns:p14="http://schemas.microsoft.com/office/powerpoint/2010/main" val="4211869983"/>
      </p:ext>
    </p:extLst>
  </p:cSld>
  <p:clrMapOvr>
    <a:masterClrMapping/>
  </p:clrMapOvr>
  <mc:AlternateContent xmlns:mc="http://schemas.openxmlformats.org/markup-compatibility/2006" xmlns:p14="http://schemas.microsoft.com/office/powerpoint/2010/main">
    <mc:Choice Requires="p14">
      <p:transition spd="slow" p14:dur="2000" advTm="80003"/>
    </mc:Choice>
    <mc:Fallback xmlns="">
      <p:transition spd="slow" advTm="80003"/>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8D06CE56-3881-4ADA-8CEF-D18B02C242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857544" y="346791"/>
            <a:ext cx="146304"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 name="Rectangle 12">
            <a:extLst>
              <a:ext uri="{FF2B5EF4-FFF2-40B4-BE49-F238E27FC236}">
                <a16:creationId xmlns:a16="http://schemas.microsoft.com/office/drawing/2014/main" id="{79F3C543-62EC-4433-9C93-A2CD8764E9B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78652" y="4501201"/>
            <a:ext cx="11034696" cy="18288"/>
          </a:xfrm>
          <a:prstGeom prst="rect">
            <a:avLst/>
          </a:prstGeom>
          <a:solidFill>
            <a:schemeClr val="tx2">
              <a:lumMod val="25000"/>
              <a:lumOff val="7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5" name="Rectangle 14">
            <a:extLst>
              <a:ext uri="{FF2B5EF4-FFF2-40B4-BE49-F238E27FC236}">
                <a16:creationId xmlns:a16="http://schemas.microsoft.com/office/drawing/2014/main" id="{5A59F003-E00A-43F9-91DC-CC54E3B874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descr="Hot air balloons above the clouds">
            <a:extLst>
              <a:ext uri="{FF2B5EF4-FFF2-40B4-BE49-F238E27FC236}">
                <a16:creationId xmlns:a16="http://schemas.microsoft.com/office/drawing/2014/main" id="{FADB3AC0-9DB2-47AD-A057-993D13840BD3}"/>
              </a:ext>
            </a:extLst>
          </p:cNvPr>
          <p:cNvPicPr>
            <a:picLocks noChangeAspect="1"/>
          </p:cNvPicPr>
          <p:nvPr/>
        </p:nvPicPr>
        <p:blipFill rotWithShape="1">
          <a:blip r:embed="rId2"/>
          <a:srcRect t="15730"/>
          <a:stretch/>
        </p:blipFill>
        <p:spPr>
          <a:xfrm>
            <a:off x="20" y="10"/>
            <a:ext cx="12191981" cy="6857990"/>
          </a:xfrm>
          <a:prstGeom prst="rect">
            <a:avLst/>
          </a:prstGeom>
        </p:spPr>
      </p:pic>
      <p:sp>
        <p:nvSpPr>
          <p:cNvPr id="17" name="Rectangle 16">
            <a:extLst>
              <a:ext uri="{FF2B5EF4-FFF2-40B4-BE49-F238E27FC236}">
                <a16:creationId xmlns:a16="http://schemas.microsoft.com/office/drawing/2014/main" id="{D74A4382-E3AD-430A-9A1F-DFA3E0E77A7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3799868" y="-1534136"/>
            <a:ext cx="4592270" cy="12192001"/>
          </a:xfrm>
          <a:prstGeom prst="rect">
            <a:avLst/>
          </a:prstGeom>
          <a:gradFill>
            <a:gsLst>
              <a:gs pos="35000">
                <a:schemeClr val="tx1">
                  <a:alpha val="46000"/>
                </a:schemeClr>
              </a:gs>
              <a:gs pos="21000">
                <a:schemeClr val="tx1">
                  <a:alpha val="30000"/>
                </a:schemeClr>
              </a:gs>
              <a:gs pos="0">
                <a:schemeClr val="tx1">
                  <a:alpha val="0"/>
                </a:schemeClr>
              </a:gs>
              <a:gs pos="100000">
                <a:schemeClr val="tx1">
                  <a:alpha val="80000"/>
                </a:schemeClr>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re 3">
            <a:extLst>
              <a:ext uri="{FF2B5EF4-FFF2-40B4-BE49-F238E27FC236}">
                <a16:creationId xmlns:a16="http://schemas.microsoft.com/office/drawing/2014/main" id="{708637B1-3A8B-482F-A37B-3197A6CA7FFB}"/>
              </a:ext>
            </a:extLst>
          </p:cNvPr>
          <p:cNvSpPr>
            <a:spLocks noGrp="1"/>
          </p:cNvSpPr>
          <p:nvPr>
            <p:ph type="title"/>
          </p:nvPr>
        </p:nvSpPr>
        <p:spPr>
          <a:xfrm>
            <a:off x="404553" y="3091928"/>
            <a:ext cx="9078562" cy="2387600"/>
          </a:xfrm>
        </p:spPr>
        <p:txBody>
          <a:bodyPr vert="horz" lIns="91440" tIns="45720" rIns="91440" bIns="45720" rtlCol="0" anchor="b">
            <a:normAutofit/>
          </a:bodyPr>
          <a:lstStyle/>
          <a:p>
            <a:r>
              <a:rPr lang="en-US">
                <a:solidFill>
                  <a:schemeClr val="bg1"/>
                </a:solidFill>
              </a:rPr>
              <a:t>Going further</a:t>
            </a:r>
          </a:p>
        </p:txBody>
      </p:sp>
      <p:sp>
        <p:nvSpPr>
          <p:cNvPr id="5" name="Espace réservé du texte 4">
            <a:extLst>
              <a:ext uri="{FF2B5EF4-FFF2-40B4-BE49-F238E27FC236}">
                <a16:creationId xmlns:a16="http://schemas.microsoft.com/office/drawing/2014/main" id="{D245C8CD-D54E-4C77-A3D9-E9BB082BE36E}"/>
              </a:ext>
            </a:extLst>
          </p:cNvPr>
          <p:cNvSpPr>
            <a:spLocks noGrp="1"/>
          </p:cNvSpPr>
          <p:nvPr>
            <p:ph type="body" idx="1"/>
          </p:nvPr>
        </p:nvSpPr>
        <p:spPr>
          <a:xfrm>
            <a:off x="404553" y="5551469"/>
            <a:ext cx="9078562" cy="592975"/>
          </a:xfrm>
        </p:spPr>
        <p:txBody>
          <a:bodyPr vert="horz" lIns="91440" tIns="45720" rIns="91440" bIns="45720" rtlCol="0" anchor="ctr">
            <a:normAutofit fontScale="92500"/>
          </a:bodyPr>
          <a:lstStyle/>
          <a:p>
            <a:r>
              <a:rPr lang="en-US" sz="2800" dirty="0">
                <a:solidFill>
                  <a:schemeClr val="bg1"/>
                </a:solidFill>
              </a:rPr>
              <a:t>To infinity and beyond current knowledge and know-how</a:t>
            </a:r>
          </a:p>
        </p:txBody>
      </p:sp>
    </p:spTree>
    <p:extLst>
      <p:ext uri="{BB962C8B-B14F-4D97-AF65-F5344CB8AC3E}">
        <p14:creationId xmlns:p14="http://schemas.microsoft.com/office/powerpoint/2010/main" val="168356505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3BECCEF-CA1E-4A28-BF48-916766C3DCB0}"/>
              </a:ext>
            </a:extLst>
          </p:cNvPr>
          <p:cNvSpPr>
            <a:spLocks noGrp="1"/>
          </p:cNvSpPr>
          <p:nvPr>
            <p:ph type="title"/>
          </p:nvPr>
        </p:nvSpPr>
        <p:spPr/>
        <p:txBody>
          <a:bodyPr/>
          <a:lstStyle/>
          <a:p>
            <a:r>
              <a:rPr lang="en-US"/>
              <a:t>Going Further</a:t>
            </a:r>
          </a:p>
        </p:txBody>
      </p:sp>
      <p:sp>
        <p:nvSpPr>
          <p:cNvPr id="3" name="Espace réservé du contenu 2">
            <a:extLst>
              <a:ext uri="{FF2B5EF4-FFF2-40B4-BE49-F238E27FC236}">
                <a16:creationId xmlns:a16="http://schemas.microsoft.com/office/drawing/2014/main" id="{51C9C311-14E4-46AF-93B3-939309100315}"/>
              </a:ext>
            </a:extLst>
          </p:cNvPr>
          <p:cNvSpPr>
            <a:spLocks noGrp="1"/>
          </p:cNvSpPr>
          <p:nvPr>
            <p:ph idx="1"/>
          </p:nvPr>
        </p:nvSpPr>
        <p:spPr>
          <a:xfrm>
            <a:off x="1115568" y="2478024"/>
            <a:ext cx="7380362" cy="2972865"/>
          </a:xfrm>
        </p:spPr>
        <p:txBody>
          <a:bodyPr>
            <a:normAutofit/>
          </a:bodyPr>
          <a:lstStyle/>
          <a:p>
            <a:pPr marL="0" indent="0">
              <a:buNone/>
            </a:pPr>
            <a:r>
              <a:rPr lang="en-US" sz="2000"/>
              <a:t>Other courses</a:t>
            </a:r>
          </a:p>
          <a:p>
            <a:r>
              <a:rPr lang="en-US" sz="2000"/>
              <a:t>Viral Transformation Concepts : Understanding the Viral approach to learning and knowledge sharing</a:t>
            </a:r>
          </a:p>
          <a:p>
            <a:r>
              <a:rPr lang="en-US" sz="2000"/>
              <a:t>#OSG Method Basics : Overview of the #OSG method</a:t>
            </a:r>
          </a:p>
          <a:p>
            <a:r>
              <a:rPr lang="en-US" sz="2000"/>
              <a:t>Setting up #OSG method in your Community in 10 steps : How to Start #OSG for your Community !</a:t>
            </a:r>
          </a:p>
        </p:txBody>
      </p:sp>
    </p:spTree>
    <p:extLst>
      <p:ext uri="{BB962C8B-B14F-4D97-AF65-F5344CB8AC3E}">
        <p14:creationId xmlns:p14="http://schemas.microsoft.com/office/powerpoint/2010/main" val="273309734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7" name="Picture 6" descr="Network connection abstract against a white background">
            <a:extLst>
              <a:ext uri="{FF2B5EF4-FFF2-40B4-BE49-F238E27FC236}">
                <a16:creationId xmlns:a16="http://schemas.microsoft.com/office/drawing/2014/main" id="{2AE5FF30-1F1F-4AFE-A7CB-D5209F386DA5}"/>
              </a:ext>
            </a:extLst>
          </p:cNvPr>
          <p:cNvPicPr>
            <a:picLocks noChangeAspect="1"/>
          </p:cNvPicPr>
          <p:nvPr/>
        </p:nvPicPr>
        <p:blipFill rotWithShape="1">
          <a:blip r:embed="rId2"/>
          <a:srcRect t="15730"/>
          <a:stretch/>
        </p:blipFill>
        <p:spPr>
          <a:xfrm>
            <a:off x="-3047" y="10"/>
            <a:ext cx="12191999" cy="6857990"/>
          </a:xfrm>
          <a:prstGeom prst="rect">
            <a:avLst/>
          </a:prstGeom>
        </p:spPr>
      </p:pic>
      <p:sp>
        <p:nvSpPr>
          <p:cNvPr id="4" name="Titre 3">
            <a:extLst>
              <a:ext uri="{FF2B5EF4-FFF2-40B4-BE49-F238E27FC236}">
                <a16:creationId xmlns:a16="http://schemas.microsoft.com/office/drawing/2014/main" id="{7B77F2C7-0AEA-4C62-93AE-41454A6B95D2}"/>
              </a:ext>
            </a:extLst>
          </p:cNvPr>
          <p:cNvSpPr>
            <a:spLocks noGrp="1"/>
          </p:cNvSpPr>
          <p:nvPr>
            <p:ph type="title"/>
          </p:nvPr>
        </p:nvSpPr>
        <p:spPr>
          <a:xfrm>
            <a:off x="565062" y="1509693"/>
            <a:ext cx="4576105" cy="3286242"/>
          </a:xfrm>
          <a:effectLst>
            <a:outerShdw blurRad="50800" dist="38100" dir="2700000" algn="tl" rotWithShape="0">
              <a:prstClr val="black">
                <a:alpha val="40000"/>
              </a:prstClr>
            </a:outerShdw>
          </a:effectLst>
        </p:spPr>
        <p:txBody>
          <a:bodyPr>
            <a:normAutofit/>
          </a:bodyPr>
          <a:lstStyle/>
          <a:p>
            <a:pPr algn="ctr"/>
            <a:r>
              <a:rPr lang="fr-FR" sz="8000">
                <a:solidFill>
                  <a:srgbClr val="EC7B2B"/>
                </a:solidFill>
              </a:rPr>
              <a:t>Viral</a:t>
            </a:r>
            <a:r>
              <a:rPr lang="fr-FR" sz="4400">
                <a:solidFill>
                  <a:srgbClr val="3494BA"/>
                </a:solidFill>
              </a:rPr>
              <a:t> Transformation</a:t>
            </a:r>
            <a:br>
              <a:rPr lang="fr-FR" sz="4400">
                <a:solidFill>
                  <a:srgbClr val="3494BA"/>
                </a:solidFill>
              </a:rPr>
            </a:br>
            <a:r>
              <a:rPr lang="fr-FR" sz="4400">
                <a:solidFill>
                  <a:srgbClr val="3494BA"/>
                </a:solidFill>
              </a:rPr>
              <a:t>Concepts</a:t>
            </a:r>
          </a:p>
        </p:txBody>
      </p:sp>
      <p:sp>
        <p:nvSpPr>
          <p:cNvPr id="5" name="Sous-titre 4">
            <a:extLst>
              <a:ext uri="{FF2B5EF4-FFF2-40B4-BE49-F238E27FC236}">
                <a16:creationId xmlns:a16="http://schemas.microsoft.com/office/drawing/2014/main" id="{CBD6BEA6-B40F-4B11-A1A9-6986684C0947}"/>
              </a:ext>
            </a:extLst>
          </p:cNvPr>
          <p:cNvSpPr>
            <a:spLocks noGrp="1"/>
          </p:cNvSpPr>
          <p:nvPr>
            <p:ph idx="1"/>
          </p:nvPr>
        </p:nvSpPr>
        <p:spPr>
          <a:xfrm>
            <a:off x="7427166" y="522515"/>
            <a:ext cx="4500341" cy="5612363"/>
          </a:xfrm>
          <a:solidFill>
            <a:srgbClr val="FFFFFF"/>
          </a:solidFill>
          <a:effectLst>
            <a:outerShdw blurRad="50800" dist="38100" dir="2700000" algn="tl" rotWithShape="0">
              <a:prstClr val="black">
                <a:alpha val="40000"/>
              </a:prstClr>
            </a:outerShdw>
          </a:effectLst>
        </p:spPr>
        <p:txBody>
          <a:bodyPr>
            <a:normAutofit/>
          </a:bodyPr>
          <a:lstStyle/>
          <a:p>
            <a:pPr marL="0" indent="0" algn="ctr">
              <a:buNone/>
            </a:pPr>
            <a:r>
              <a:rPr lang="en-US" sz="1800"/>
              <a:t>Course pitch and content summary</a:t>
            </a:r>
          </a:p>
          <a:p>
            <a:pPr marL="0" indent="0" algn="ctr">
              <a:buNone/>
            </a:pPr>
            <a:endParaRPr lang="en-US" sz="1800"/>
          </a:p>
          <a:p>
            <a:pPr marL="0" indent="0">
              <a:buNone/>
            </a:pPr>
            <a:r>
              <a:rPr lang="en-US" sz="1800"/>
              <a:t>Viral transformation is a new way of thinking large scale education and formal training. Discovers what are the big ideas, inspirations and concepts that you can adapt afterwards in your organization.</a:t>
            </a:r>
          </a:p>
          <a:p>
            <a:pPr marL="0" indent="0">
              <a:buNone/>
            </a:pPr>
            <a:endParaRPr lang="en-US" sz="1800"/>
          </a:p>
          <a:p>
            <a:pPr marL="0" indent="0">
              <a:buNone/>
            </a:pPr>
            <a:r>
              <a:rPr lang="en-US" sz="1800"/>
              <a:t>What is Viral Transformation ? </a:t>
            </a:r>
          </a:p>
          <a:p>
            <a:pPr marL="0" indent="0">
              <a:buNone/>
            </a:pPr>
            <a:r>
              <a:rPr lang="en-US" sz="1800"/>
              <a:t>Why foster Viral Transformation ?</a:t>
            </a:r>
          </a:p>
          <a:p>
            <a:pPr marL="0" indent="0">
              <a:buNone/>
            </a:pPr>
            <a:r>
              <a:rPr lang="en-US" sz="1800"/>
              <a:t>How do we foster Viral Transformation ?</a:t>
            </a:r>
          </a:p>
          <a:p>
            <a:pPr marL="0" indent="0">
              <a:buNone/>
            </a:pPr>
            <a:r>
              <a:rPr lang="en-US" sz="1800"/>
              <a:t>Models &amp; Examples</a:t>
            </a:r>
          </a:p>
          <a:p>
            <a:pPr marL="0" indent="0">
              <a:buNone/>
            </a:pPr>
            <a:r>
              <a:rPr lang="en-US" sz="1800"/>
              <a:t>Factors of Viral Transformation</a:t>
            </a:r>
          </a:p>
          <a:p>
            <a:pPr marL="0" indent="0">
              <a:buNone/>
            </a:pPr>
            <a:endParaRPr lang="en-US" sz="1800"/>
          </a:p>
        </p:txBody>
      </p:sp>
    </p:spTree>
    <p:extLst>
      <p:ext uri="{BB962C8B-B14F-4D97-AF65-F5344CB8AC3E}">
        <p14:creationId xmlns:p14="http://schemas.microsoft.com/office/powerpoint/2010/main" val="4206554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7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5A59F003-E00A-43F9-91DC-CC54E3B874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descr="Sphere of mesh and nodes">
            <a:extLst>
              <a:ext uri="{FF2B5EF4-FFF2-40B4-BE49-F238E27FC236}">
                <a16:creationId xmlns:a16="http://schemas.microsoft.com/office/drawing/2014/main" id="{49ED67BB-69C1-44F8-88B6-D2679B89438B}"/>
              </a:ext>
            </a:extLst>
          </p:cNvPr>
          <p:cNvPicPr>
            <a:picLocks noChangeAspect="1"/>
          </p:cNvPicPr>
          <p:nvPr/>
        </p:nvPicPr>
        <p:blipFill rotWithShape="1">
          <a:blip r:embed="rId2"/>
          <a:srcRect t="2677" b="22323"/>
          <a:stretch/>
        </p:blipFill>
        <p:spPr>
          <a:xfrm>
            <a:off x="19" y="10"/>
            <a:ext cx="12191981" cy="6857990"/>
          </a:xfrm>
          <a:prstGeom prst="rect">
            <a:avLst/>
          </a:prstGeom>
        </p:spPr>
      </p:pic>
      <p:sp>
        <p:nvSpPr>
          <p:cNvPr id="13" name="Rectangle 12">
            <a:extLst>
              <a:ext uri="{FF2B5EF4-FFF2-40B4-BE49-F238E27FC236}">
                <a16:creationId xmlns:a16="http://schemas.microsoft.com/office/drawing/2014/main" id="{D74A4382-E3AD-430A-9A1F-DFA3E0E77A7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3799868" y="-1534136"/>
            <a:ext cx="4592270" cy="12192001"/>
          </a:xfrm>
          <a:prstGeom prst="rect">
            <a:avLst/>
          </a:prstGeom>
          <a:gradFill>
            <a:gsLst>
              <a:gs pos="35000">
                <a:schemeClr val="tx1">
                  <a:alpha val="46000"/>
                </a:schemeClr>
              </a:gs>
              <a:gs pos="21000">
                <a:schemeClr val="tx1">
                  <a:alpha val="30000"/>
                </a:schemeClr>
              </a:gs>
              <a:gs pos="0">
                <a:schemeClr val="tx1">
                  <a:alpha val="0"/>
                </a:schemeClr>
              </a:gs>
              <a:gs pos="100000">
                <a:schemeClr val="tx1">
                  <a:alpha val="80000"/>
                </a:schemeClr>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re 3">
            <a:extLst>
              <a:ext uri="{FF2B5EF4-FFF2-40B4-BE49-F238E27FC236}">
                <a16:creationId xmlns:a16="http://schemas.microsoft.com/office/drawing/2014/main" id="{38EC4C68-3C3D-4473-BFA0-FF6C6E21956C}"/>
              </a:ext>
            </a:extLst>
          </p:cNvPr>
          <p:cNvSpPr>
            <a:spLocks noGrp="1"/>
          </p:cNvSpPr>
          <p:nvPr>
            <p:ph type="ctrTitle"/>
          </p:nvPr>
        </p:nvSpPr>
        <p:spPr>
          <a:xfrm>
            <a:off x="404553" y="242196"/>
            <a:ext cx="9078562" cy="974045"/>
          </a:xfrm>
        </p:spPr>
        <p:txBody>
          <a:bodyPr anchor="t">
            <a:normAutofit fontScale="90000"/>
          </a:bodyPr>
          <a:lstStyle/>
          <a:p>
            <a:r>
              <a:rPr lang="en-US" sz="6600">
                <a:solidFill>
                  <a:schemeClr val="bg1"/>
                </a:solidFill>
              </a:rPr>
              <a:t>#OSG Method Basics</a:t>
            </a:r>
          </a:p>
        </p:txBody>
      </p:sp>
      <p:sp>
        <p:nvSpPr>
          <p:cNvPr id="5" name="Sous-titre 4">
            <a:extLst>
              <a:ext uri="{FF2B5EF4-FFF2-40B4-BE49-F238E27FC236}">
                <a16:creationId xmlns:a16="http://schemas.microsoft.com/office/drawing/2014/main" id="{7C997A9C-DEAD-40DF-B0DA-8B19368A31C4}"/>
              </a:ext>
            </a:extLst>
          </p:cNvPr>
          <p:cNvSpPr>
            <a:spLocks noGrp="1"/>
          </p:cNvSpPr>
          <p:nvPr>
            <p:ph type="subTitle" idx="1"/>
          </p:nvPr>
        </p:nvSpPr>
        <p:spPr>
          <a:xfrm>
            <a:off x="404553" y="1583150"/>
            <a:ext cx="9078562" cy="4542442"/>
          </a:xfrm>
        </p:spPr>
        <p:txBody>
          <a:bodyPr anchor="t">
            <a:normAutofit fontScale="70000" lnSpcReduction="20000"/>
          </a:bodyPr>
          <a:lstStyle/>
          <a:p>
            <a:r>
              <a:rPr lang="en-US">
                <a:solidFill>
                  <a:schemeClr val="bg1"/>
                </a:solidFill>
              </a:rPr>
              <a:t>Course pitch and content summary</a:t>
            </a:r>
          </a:p>
          <a:p>
            <a:endParaRPr lang="en-US">
              <a:solidFill>
                <a:schemeClr val="bg1"/>
              </a:solidFill>
            </a:endParaRPr>
          </a:p>
          <a:p>
            <a:r>
              <a:rPr lang="en-US">
                <a:solidFill>
                  <a:schemeClr val="bg1"/>
                </a:solidFill>
              </a:rPr>
              <a:t>The #OSG Method is a framework to help Communities grow in numbers, engagement, by developing their knowledge sharing power, using Viral learning as a mindset and Engagement levels as a backbone. Discover the big ideas behind the method used in large, small, profit and non-profit organizations for their Communities development.</a:t>
            </a:r>
          </a:p>
          <a:p>
            <a:endParaRPr lang="en-US">
              <a:solidFill>
                <a:schemeClr val="bg1"/>
              </a:solidFill>
            </a:endParaRPr>
          </a:p>
          <a:p>
            <a:pPr marL="514350" indent="-514350">
              <a:buFont typeface="+mj-lt"/>
              <a:buAutoNum type="arabicPeriod"/>
            </a:pPr>
            <a:r>
              <a:rPr lang="en-US">
                <a:solidFill>
                  <a:schemeClr val="bg1"/>
                </a:solidFill>
              </a:rPr>
              <a:t>History and goal of #OSG Method</a:t>
            </a:r>
          </a:p>
          <a:p>
            <a:pPr marL="514350" indent="-514350">
              <a:buFont typeface="+mj-lt"/>
              <a:buAutoNum type="arabicPeriod"/>
            </a:pPr>
            <a:r>
              <a:rPr lang="en-US">
                <a:solidFill>
                  <a:schemeClr val="bg1"/>
                </a:solidFill>
              </a:rPr>
              <a:t>Value-focused stories, ideas and tools</a:t>
            </a:r>
          </a:p>
          <a:p>
            <a:pPr marL="514350" indent="-514350">
              <a:buFont typeface="+mj-lt"/>
              <a:buAutoNum type="arabicPeriod"/>
            </a:pPr>
            <a:r>
              <a:rPr lang="en-US">
                <a:solidFill>
                  <a:schemeClr val="bg1"/>
                </a:solidFill>
              </a:rPr>
              <a:t>People-focused stories, ideas and tools</a:t>
            </a:r>
          </a:p>
          <a:p>
            <a:pPr marL="514350" indent="-514350">
              <a:buFont typeface="+mj-lt"/>
              <a:buAutoNum type="arabicPeriod"/>
            </a:pPr>
            <a:r>
              <a:rPr lang="en-US">
                <a:solidFill>
                  <a:schemeClr val="bg1"/>
                </a:solidFill>
              </a:rPr>
              <a:t>Content-focused stories, ideas and tools</a:t>
            </a:r>
          </a:p>
          <a:p>
            <a:endParaRPr lang="en-US">
              <a:solidFill>
                <a:schemeClr val="bg1"/>
              </a:solidFill>
            </a:endParaRPr>
          </a:p>
          <a:p>
            <a:endParaRPr lang="en-US">
              <a:solidFill>
                <a:schemeClr val="bg1"/>
              </a:solidFill>
            </a:endParaRPr>
          </a:p>
          <a:p>
            <a:endParaRPr lang="en-US">
              <a:solidFill>
                <a:schemeClr val="bg1"/>
              </a:solidFill>
            </a:endParaRPr>
          </a:p>
          <a:p>
            <a:endParaRPr lang="en-US">
              <a:solidFill>
                <a:schemeClr val="bg1"/>
              </a:solidFill>
            </a:endParaRPr>
          </a:p>
          <a:p>
            <a:endParaRPr lang="en-US">
              <a:solidFill>
                <a:schemeClr val="bg1"/>
              </a:solidFill>
            </a:endParaRPr>
          </a:p>
        </p:txBody>
      </p:sp>
    </p:spTree>
    <p:extLst>
      <p:ext uri="{BB962C8B-B14F-4D97-AF65-F5344CB8AC3E}">
        <p14:creationId xmlns:p14="http://schemas.microsoft.com/office/powerpoint/2010/main" val="39774103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7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2" descr="Gros plan des molécules d’une goutte d’eau">
            <a:extLst>
              <a:ext uri="{FF2B5EF4-FFF2-40B4-BE49-F238E27FC236}">
                <a16:creationId xmlns:a16="http://schemas.microsoft.com/office/drawing/2014/main" id="{0418C0E0-9EA4-42DF-AE10-F35388770EF6}"/>
              </a:ext>
            </a:extLst>
          </p:cNvPr>
          <p:cNvPicPr>
            <a:picLocks noChangeAspect="1"/>
          </p:cNvPicPr>
          <p:nvPr/>
        </p:nvPicPr>
        <p:blipFill rotWithShape="1">
          <a:blip r:embed="rId2">
            <a:extLst>
              <a:ext uri="{28A0092B-C50C-407E-A947-70E740481C1C}">
                <a14:useLocalDpi xmlns:a14="http://schemas.microsoft.com/office/drawing/2010/main" val="0"/>
              </a:ext>
            </a:extLst>
          </a:blip>
          <a:srcRect t="15813" r="1104" b="10014"/>
          <a:stretch/>
        </p:blipFill>
        <p:spPr>
          <a:xfrm>
            <a:off x="-1" y="0"/>
            <a:ext cx="12192002" cy="6858000"/>
          </a:xfrm>
          <a:prstGeom prst="rect">
            <a:avLst/>
          </a:prstGeom>
        </p:spPr>
      </p:pic>
      <p:sp>
        <p:nvSpPr>
          <p:cNvPr id="4" name="Titre 3">
            <a:extLst>
              <a:ext uri="{FF2B5EF4-FFF2-40B4-BE49-F238E27FC236}">
                <a16:creationId xmlns:a16="http://schemas.microsoft.com/office/drawing/2014/main" id="{38EC4C68-3C3D-4473-BFA0-FF6C6E21956C}"/>
              </a:ext>
            </a:extLst>
          </p:cNvPr>
          <p:cNvSpPr>
            <a:spLocks noGrp="1"/>
          </p:cNvSpPr>
          <p:nvPr>
            <p:ph type="ctrTitle"/>
          </p:nvPr>
        </p:nvSpPr>
        <p:spPr>
          <a:xfrm>
            <a:off x="404552" y="304340"/>
            <a:ext cx="11787447" cy="974044"/>
          </a:xfrm>
        </p:spPr>
        <p:txBody>
          <a:bodyPr anchor="t">
            <a:normAutofit fontScale="90000"/>
          </a:bodyPr>
          <a:lstStyle/>
          <a:p>
            <a:r>
              <a:rPr lang="en-US" sz="6600"/>
              <a:t>Setting up #OSG in 5 steps</a:t>
            </a:r>
          </a:p>
        </p:txBody>
      </p:sp>
      <p:sp>
        <p:nvSpPr>
          <p:cNvPr id="5" name="Sous-titre 4">
            <a:extLst>
              <a:ext uri="{FF2B5EF4-FFF2-40B4-BE49-F238E27FC236}">
                <a16:creationId xmlns:a16="http://schemas.microsoft.com/office/drawing/2014/main" id="{7C997A9C-DEAD-40DF-B0DA-8B19368A31C4}"/>
              </a:ext>
            </a:extLst>
          </p:cNvPr>
          <p:cNvSpPr>
            <a:spLocks noGrp="1"/>
          </p:cNvSpPr>
          <p:nvPr>
            <p:ph type="subTitle" idx="1"/>
          </p:nvPr>
        </p:nvSpPr>
        <p:spPr>
          <a:xfrm>
            <a:off x="475575" y="1512130"/>
            <a:ext cx="9078562" cy="5041530"/>
          </a:xfrm>
          <a:solidFill>
            <a:srgbClr val="FFFFFF">
              <a:alpha val="80000"/>
            </a:srgbClr>
          </a:solidFill>
        </p:spPr>
        <p:txBody>
          <a:bodyPr anchor="ctr">
            <a:normAutofit fontScale="70000" lnSpcReduction="20000"/>
          </a:bodyPr>
          <a:lstStyle/>
          <a:p>
            <a:r>
              <a:rPr lang="en-US"/>
              <a:t>Course pitch and content summary</a:t>
            </a:r>
          </a:p>
          <a:p>
            <a:r>
              <a:rPr lang="en-US"/>
              <a:t>#OSG method is made to be implemented, practiced, applied, learned and understood. This course help you set up #OSG method for your Community in 5 easy steps</a:t>
            </a:r>
          </a:p>
          <a:p>
            <a:pPr marL="514350" indent="-514350">
              <a:buFont typeface="+mj-lt"/>
              <a:buAutoNum type="arabicPeriod"/>
            </a:pPr>
            <a:endParaRPr lang="en-US" b="1"/>
          </a:p>
          <a:p>
            <a:pPr marL="514350" indent="-514350">
              <a:buFont typeface="+mj-lt"/>
              <a:buAutoNum type="arabicPeriod"/>
            </a:pPr>
            <a:r>
              <a:rPr lang="en-US" b="1"/>
              <a:t>Overview : </a:t>
            </a:r>
            <a:r>
              <a:rPr lang="en-US"/>
              <a:t>Framing what you want first, </a:t>
            </a:r>
            <a:endParaRPr lang="en-US" b="1"/>
          </a:p>
          <a:p>
            <a:pPr marL="514350" indent="-514350">
              <a:buFont typeface="+mj-lt"/>
              <a:buAutoNum type="arabicPeriod"/>
            </a:pPr>
            <a:r>
              <a:rPr lang="en-US" b="1"/>
              <a:t>Value : </a:t>
            </a:r>
            <a:r>
              <a:rPr lang="en-US"/>
              <a:t>Set up value targeting process , improvement process,  promotion processes</a:t>
            </a:r>
          </a:p>
          <a:p>
            <a:pPr marL="514350" indent="-514350">
              <a:buFont typeface="+mj-lt"/>
              <a:buAutoNum type="arabicPeriod"/>
            </a:pPr>
            <a:r>
              <a:rPr lang="en-US" b="1"/>
              <a:t>Members : </a:t>
            </a:r>
            <a:r>
              <a:rPr lang="en-US"/>
              <a:t>Defining, promoting, and following up #OpenSeriousPath</a:t>
            </a:r>
          </a:p>
          <a:p>
            <a:pPr marL="514350" indent="-514350">
              <a:buFont typeface="+mj-lt"/>
              <a:buAutoNum type="arabicPeriod"/>
            </a:pPr>
            <a:r>
              <a:rPr lang="en-US" b="1"/>
              <a:t>Content : </a:t>
            </a:r>
            <a:r>
              <a:rPr lang="en-US"/>
              <a:t>Increase the range, easiness to share, and lasting power of your content</a:t>
            </a:r>
          </a:p>
          <a:p>
            <a:pPr marL="514350" indent="-514350">
              <a:buFont typeface="+mj-lt"/>
              <a:buAutoNum type="arabicPeriod"/>
            </a:pPr>
            <a:r>
              <a:rPr lang="en-US" b="1"/>
              <a:t>Further development</a:t>
            </a:r>
            <a:r>
              <a:rPr lang="en-US"/>
              <a:t> : Foster virtuous circles, Keep on innovating</a:t>
            </a:r>
          </a:p>
        </p:txBody>
      </p:sp>
    </p:spTree>
    <p:extLst>
      <p:ext uri="{BB962C8B-B14F-4D97-AF65-F5344CB8AC3E}">
        <p14:creationId xmlns:p14="http://schemas.microsoft.com/office/powerpoint/2010/main" val="16031469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7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tags/tag1.xml><?xml version="1.0" encoding="utf-8"?>
<p:tagLst xmlns:a="http://schemas.openxmlformats.org/drawingml/2006/main" xmlns:r="http://schemas.openxmlformats.org/officeDocument/2006/relationships" xmlns:p="http://schemas.openxmlformats.org/presentationml/2006/main">
  <p:tag name="TIMING" val="|11.2|18.6|32.1|23.8|19.2|10.9|19.5|15|5.3|2.2|8.1"/>
</p:tagLst>
</file>

<file path=ppt/tags/tag2.xml><?xml version="1.0" encoding="utf-8"?>
<p:tagLst xmlns:a="http://schemas.openxmlformats.org/drawingml/2006/main" xmlns:r="http://schemas.openxmlformats.org/officeDocument/2006/relationships" xmlns:p="http://schemas.openxmlformats.org/presentationml/2006/main">
  <p:tag name="TIMING" val="|4.1|8.7|22.3|22.9|23.2|27|26.1|16.5|47|33.1"/>
</p:tagLst>
</file>

<file path=ppt/theme/theme1.xml><?xml version="1.0" encoding="utf-8"?>
<a:theme xmlns:a="http://schemas.openxmlformats.org/drawingml/2006/main" name="AccentBoxVTI">
  <a:themeElements>
    <a:clrScheme name="Bleu vert">
      <a:dk1>
        <a:sysClr val="windowText" lastClr="000000"/>
      </a:dk1>
      <a:lt1>
        <a:sysClr val="window" lastClr="FFFFFF"/>
      </a:lt1>
      <a:dk2>
        <a:srgbClr val="373545"/>
      </a:dk2>
      <a:lt2>
        <a:srgbClr val="CEDBE6"/>
      </a:lt2>
      <a:accent1>
        <a:srgbClr val="3494BA"/>
      </a:accent1>
      <a:accent2>
        <a:srgbClr val="58B6C0"/>
      </a:accent2>
      <a:accent3>
        <a:srgbClr val="75BDA7"/>
      </a:accent3>
      <a:accent4>
        <a:srgbClr val="7A8C8E"/>
      </a:accent4>
      <a:accent5>
        <a:srgbClr val="84ACB6"/>
      </a:accent5>
      <a:accent6>
        <a:srgbClr val="2683C6"/>
      </a:accent6>
      <a:hlink>
        <a:srgbClr val="6B9F25"/>
      </a:hlink>
      <a:folHlink>
        <a:srgbClr val="9F6715"/>
      </a:folHlink>
    </a:clrScheme>
    <a:fontScheme name="Avenir">
      <a:majorFont>
        <a:latin typeface="Avenir Next LT Pro"/>
        <a:ea typeface=""/>
        <a:cs typeface=""/>
      </a:majorFont>
      <a:minorFont>
        <a:latin typeface="Avenir Next L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AccentBoxVTI" id="{9F778A78-DC9A-453A-A82D-A75CAD503E15}" vid="{EA961113-7CC4-4569-8A6A-7BC2C1E2F401}"/>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39</TotalTime>
  <Words>2212</Words>
  <Application>Microsoft Office PowerPoint</Application>
  <PresentationFormat>Grand écran</PresentationFormat>
  <Paragraphs>329</Paragraphs>
  <Slides>36</Slides>
  <Notes>2</Notes>
  <HiddenSlides>0</HiddenSlides>
  <MMClips>0</MMClips>
  <ScaleCrop>false</ScaleCrop>
  <HeadingPairs>
    <vt:vector size="6" baseType="variant">
      <vt:variant>
        <vt:lpstr>Polices utilisées</vt:lpstr>
      </vt:variant>
      <vt:variant>
        <vt:i4>3</vt:i4>
      </vt:variant>
      <vt:variant>
        <vt:lpstr>Thème</vt:lpstr>
      </vt:variant>
      <vt:variant>
        <vt:i4>1</vt:i4>
      </vt:variant>
      <vt:variant>
        <vt:lpstr>Titres des diapositives</vt:lpstr>
      </vt:variant>
      <vt:variant>
        <vt:i4>36</vt:i4>
      </vt:variant>
    </vt:vector>
  </HeadingPairs>
  <TitlesOfParts>
    <vt:vector size="40" baseType="lpstr">
      <vt:lpstr>Arial</vt:lpstr>
      <vt:lpstr>Avenir Next LT Pro</vt:lpstr>
      <vt:lpstr>Calibri</vt:lpstr>
      <vt:lpstr>AccentBoxVTI</vt:lpstr>
      <vt:lpstr>End of Course</vt:lpstr>
      <vt:lpstr>Summary</vt:lpstr>
      <vt:lpstr>Take-aways</vt:lpstr>
      <vt:lpstr>Summary :  List of Corporate Community Challenges 1/2</vt:lpstr>
      <vt:lpstr>Summary List of Corporate Community Challenges 2/2</vt:lpstr>
      <vt:lpstr>Limits </vt:lpstr>
      <vt:lpstr>Exercises</vt:lpstr>
      <vt:lpstr>Présentation PowerPoint</vt:lpstr>
      <vt:lpstr>Exercise #C2 Brainstorm ideas on how you would get clicks on your Community content</vt:lpstr>
      <vt:lpstr>Exercise #C4 Define or select content format for your Community Content, include next moves</vt:lpstr>
      <vt:lpstr>Exercise #C5 Brainstorm actions for reach or for engagement in your current Community</vt:lpstr>
      <vt:lpstr>Exercise #C6 :  Identify content walls, current stop points</vt:lpstr>
      <vt:lpstr>Exercise #C8 List what you will create and what you will curate</vt:lpstr>
      <vt:lpstr>Exercise #V1 Locate the value of your Corporate community Write down your Community activities in each quadrant </vt:lpstr>
      <vt:lpstr>Exercise #V2 Write down how you would exploit the momentum of key value you create</vt:lpstr>
      <vt:lpstr>Exercise #V3  Identify another Community with which you have borders. Write down your possibilities </vt:lpstr>
      <vt:lpstr>Exercise #P1 Identify expectations</vt:lpstr>
      <vt:lpstr>Exercise #P2 Brainstorm Community performance indicators</vt:lpstr>
      <vt:lpstr>Exercise #P4 List reasons for disengagement and ideas for engagement</vt:lpstr>
      <vt:lpstr>Exercise #P4, 5, 6 Outline engagement levels, then time investment profiles, give &amp; take, activities and content for each level</vt:lpstr>
      <vt:lpstr>Exercise P9 Represent your Engagement Target (copy paste for numbers)</vt:lpstr>
      <vt:lpstr>Exercise P10 Identify your engagement Rear walls</vt:lpstr>
      <vt:lpstr>Exercise P10 Identify your engagement Front walls</vt:lpstr>
      <vt:lpstr>Exercise P11 Identify ideas for Front Jumps</vt:lpstr>
      <vt:lpstr>Exercise P11 Identify ideas for Rear Jumps</vt:lpstr>
      <vt:lpstr>Exercise P12 Identify reasons why Link is not important, and why it is</vt:lpstr>
      <vt:lpstr>Exercise P13 Define what type of Links you want to foster, and key activities you prioritize</vt:lpstr>
      <vt:lpstr>Exercise P14 Define how you will measure Link</vt:lpstr>
      <vt:lpstr>Challenge P16 Choose your artefacts and display them on a timeline</vt:lpstr>
      <vt:lpstr>Exercise P19 Identify elements that will influence Link in your Community Identify how you will exploit or compensate them</vt:lpstr>
      <vt:lpstr>Exercise P20 Identify ethical questions and propose answers</vt:lpstr>
      <vt:lpstr>Going further</vt:lpstr>
      <vt:lpstr>Going Further</vt:lpstr>
      <vt:lpstr>Viral Transformation Concepts</vt:lpstr>
      <vt:lpstr>#OSG Method Basics</vt:lpstr>
      <vt:lpstr>Setting up #OSG in 5 steps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Intégrer la méthode #OSG dans une communauté</dc:title>
  <dc:creator>Alexandre Quach</dc:creator>
  <cp:lastModifiedBy>Alexandre Quach</cp:lastModifiedBy>
  <cp:revision>1</cp:revision>
  <dcterms:created xsi:type="dcterms:W3CDTF">2020-12-16T10:05:09Z</dcterms:created>
  <dcterms:modified xsi:type="dcterms:W3CDTF">2021-03-24T22:04:51Z</dcterms:modified>
</cp:coreProperties>
</file>