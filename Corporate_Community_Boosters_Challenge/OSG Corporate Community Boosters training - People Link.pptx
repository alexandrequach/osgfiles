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9"/>
  </p:notesMasterIdLst>
  <p:sldIdLst>
    <p:sldId id="481" r:id="rId2"/>
    <p:sldId id="502" r:id="rId3"/>
    <p:sldId id="492" r:id="rId4"/>
    <p:sldId id="503" r:id="rId5"/>
    <p:sldId id="491" r:id="rId6"/>
    <p:sldId id="504" r:id="rId7"/>
    <p:sldId id="493" r:id="rId8"/>
    <p:sldId id="480" r:id="rId9"/>
    <p:sldId id="489" r:id="rId10"/>
    <p:sldId id="499" r:id="rId11"/>
    <p:sldId id="500" r:id="rId12"/>
    <p:sldId id="501" r:id="rId13"/>
    <p:sldId id="508" r:id="rId14"/>
    <p:sldId id="509" r:id="rId15"/>
    <p:sldId id="510" r:id="rId16"/>
    <p:sldId id="490" r:id="rId17"/>
    <p:sldId id="494" r:id="rId18"/>
    <p:sldId id="495" r:id="rId19"/>
    <p:sldId id="523" r:id="rId20"/>
    <p:sldId id="524" r:id="rId21"/>
    <p:sldId id="525" r:id="rId22"/>
    <p:sldId id="496" r:id="rId23"/>
    <p:sldId id="497" r:id="rId24"/>
    <p:sldId id="498" r:id="rId25"/>
    <p:sldId id="521" r:id="rId26"/>
    <p:sldId id="519" r:id="rId27"/>
    <p:sldId id="520" r:id="rId2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3494BA"/>
    <a:srgbClr val="7FC1DB"/>
    <a:srgbClr val="FFFFFF"/>
    <a:srgbClr val="AAD6E7"/>
    <a:srgbClr val="F2F2F2"/>
    <a:srgbClr val="D4EAF3"/>
    <a:srgbClr val="FFFF00"/>
    <a:srgbClr val="FFC000"/>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137DE-C7E3-43C1-9C59-74E8EA0FC59A}" v="1" dt="2021-03-22T21:16:10.61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96357" autoAdjust="0"/>
  </p:normalViewPr>
  <p:slideViewPr>
    <p:cSldViewPr snapToGrid="0">
      <p:cViewPr varScale="1">
        <p:scale>
          <a:sx n="110" d="100"/>
          <a:sy n="110" d="100"/>
        </p:scale>
        <p:origin x="3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5F4137DE-C7E3-43C1-9C59-74E8EA0FC59A}"/>
    <pc:docChg chg="modSld">
      <pc:chgData name="Alexandre Quach" userId="7bb690c8a6e028e4" providerId="LiveId" clId="{5F4137DE-C7E3-43C1-9C59-74E8EA0FC59A}" dt="2021-03-22T21:16:10.616" v="0"/>
      <pc:docMkLst>
        <pc:docMk/>
      </pc:docMkLst>
      <pc:sldChg chg="delSp modAnim">
        <pc:chgData name="Alexandre Quach" userId="7bb690c8a6e028e4" providerId="LiveId" clId="{5F4137DE-C7E3-43C1-9C59-74E8EA0FC59A}" dt="2021-03-22T21:16:10.616" v="0"/>
        <pc:sldMkLst>
          <pc:docMk/>
          <pc:sldMk cId="870964818" sldId="480"/>
        </pc:sldMkLst>
        <pc:picChg chg="del">
          <ac:chgData name="Alexandre Quach" userId="7bb690c8a6e028e4" providerId="LiveId" clId="{5F4137DE-C7E3-43C1-9C59-74E8EA0FC59A}" dt="2021-03-22T21:16:10.616" v="0"/>
          <ac:picMkLst>
            <pc:docMk/>
            <pc:sldMk cId="870964818" sldId="480"/>
            <ac:picMk id="2" creationId="{99A15924-1D0F-46DF-B895-E288FEE1CA51}"/>
          </ac:picMkLst>
        </pc:picChg>
      </pc:sldChg>
      <pc:sldChg chg="delSp modAnim">
        <pc:chgData name="Alexandre Quach" userId="7bb690c8a6e028e4" providerId="LiveId" clId="{5F4137DE-C7E3-43C1-9C59-74E8EA0FC59A}" dt="2021-03-22T21:16:10.616" v="0"/>
        <pc:sldMkLst>
          <pc:docMk/>
          <pc:sldMk cId="924330635" sldId="481"/>
        </pc:sldMkLst>
        <pc:picChg chg="del">
          <ac:chgData name="Alexandre Quach" userId="7bb690c8a6e028e4" providerId="LiveId" clId="{5F4137DE-C7E3-43C1-9C59-74E8EA0FC59A}" dt="2021-03-22T21:16:10.616" v="0"/>
          <ac:picMkLst>
            <pc:docMk/>
            <pc:sldMk cId="924330635" sldId="481"/>
            <ac:picMk id="13" creationId="{B487DB40-CE63-4474-A7C4-FF590C9B3329}"/>
          </ac:picMkLst>
        </pc:picChg>
      </pc:sldChg>
      <pc:sldChg chg="delSp modAnim">
        <pc:chgData name="Alexandre Quach" userId="7bb690c8a6e028e4" providerId="LiveId" clId="{5F4137DE-C7E3-43C1-9C59-74E8EA0FC59A}" dt="2021-03-22T21:16:10.616" v="0"/>
        <pc:sldMkLst>
          <pc:docMk/>
          <pc:sldMk cId="2806881451" sldId="489"/>
        </pc:sldMkLst>
        <pc:picChg chg="del">
          <ac:chgData name="Alexandre Quach" userId="7bb690c8a6e028e4" providerId="LiveId" clId="{5F4137DE-C7E3-43C1-9C59-74E8EA0FC59A}" dt="2021-03-22T21:16:10.616" v="0"/>
          <ac:picMkLst>
            <pc:docMk/>
            <pc:sldMk cId="2806881451" sldId="489"/>
            <ac:picMk id="16" creationId="{9C875588-1214-4783-B0B8-1AA32F9CE3E8}"/>
          </ac:picMkLst>
        </pc:picChg>
      </pc:sldChg>
      <pc:sldChg chg="delSp modAnim">
        <pc:chgData name="Alexandre Quach" userId="7bb690c8a6e028e4" providerId="LiveId" clId="{5F4137DE-C7E3-43C1-9C59-74E8EA0FC59A}" dt="2021-03-22T21:16:10.616" v="0"/>
        <pc:sldMkLst>
          <pc:docMk/>
          <pc:sldMk cId="2199560318" sldId="490"/>
        </pc:sldMkLst>
        <pc:picChg chg="del">
          <ac:chgData name="Alexandre Quach" userId="7bb690c8a6e028e4" providerId="LiveId" clId="{5F4137DE-C7E3-43C1-9C59-74E8EA0FC59A}" dt="2021-03-22T21:16:10.616" v="0"/>
          <ac:picMkLst>
            <pc:docMk/>
            <pc:sldMk cId="2199560318" sldId="490"/>
            <ac:picMk id="2" creationId="{91F5A34E-945B-4CD4-86F8-0C4A18A7C56C}"/>
          </ac:picMkLst>
        </pc:picChg>
      </pc:sldChg>
      <pc:sldChg chg="delSp modAnim">
        <pc:chgData name="Alexandre Quach" userId="7bb690c8a6e028e4" providerId="LiveId" clId="{5F4137DE-C7E3-43C1-9C59-74E8EA0FC59A}" dt="2021-03-22T21:16:10.616" v="0"/>
        <pc:sldMkLst>
          <pc:docMk/>
          <pc:sldMk cId="1823049472" sldId="491"/>
        </pc:sldMkLst>
        <pc:picChg chg="del">
          <ac:chgData name="Alexandre Quach" userId="7bb690c8a6e028e4" providerId="LiveId" clId="{5F4137DE-C7E3-43C1-9C59-74E8EA0FC59A}" dt="2021-03-22T21:16:10.616" v="0"/>
          <ac:picMkLst>
            <pc:docMk/>
            <pc:sldMk cId="1823049472" sldId="491"/>
            <ac:picMk id="12" creationId="{82C11562-17A1-486C-A121-53BDCB84580E}"/>
          </ac:picMkLst>
        </pc:picChg>
      </pc:sldChg>
      <pc:sldChg chg="delSp modAnim">
        <pc:chgData name="Alexandre Quach" userId="7bb690c8a6e028e4" providerId="LiveId" clId="{5F4137DE-C7E3-43C1-9C59-74E8EA0FC59A}" dt="2021-03-22T21:16:10.616" v="0"/>
        <pc:sldMkLst>
          <pc:docMk/>
          <pc:sldMk cId="3066056492" sldId="492"/>
        </pc:sldMkLst>
        <pc:picChg chg="del">
          <ac:chgData name="Alexandre Quach" userId="7bb690c8a6e028e4" providerId="LiveId" clId="{5F4137DE-C7E3-43C1-9C59-74E8EA0FC59A}" dt="2021-03-22T21:16:10.616" v="0"/>
          <ac:picMkLst>
            <pc:docMk/>
            <pc:sldMk cId="3066056492" sldId="492"/>
            <ac:picMk id="3" creationId="{CA4E1A57-700C-4690-A5A7-F4DDFC775EC9}"/>
          </ac:picMkLst>
        </pc:picChg>
      </pc:sldChg>
      <pc:sldChg chg="delSp modAnim">
        <pc:chgData name="Alexandre Quach" userId="7bb690c8a6e028e4" providerId="LiveId" clId="{5F4137DE-C7E3-43C1-9C59-74E8EA0FC59A}" dt="2021-03-22T21:16:10.616" v="0"/>
        <pc:sldMkLst>
          <pc:docMk/>
          <pc:sldMk cId="946478979" sldId="493"/>
        </pc:sldMkLst>
        <pc:picChg chg="del">
          <ac:chgData name="Alexandre Quach" userId="7bb690c8a6e028e4" providerId="LiveId" clId="{5F4137DE-C7E3-43C1-9C59-74E8EA0FC59A}" dt="2021-03-22T21:16:10.616" v="0"/>
          <ac:picMkLst>
            <pc:docMk/>
            <pc:sldMk cId="946478979" sldId="493"/>
            <ac:picMk id="2" creationId="{12D7336F-5D45-4D9E-8EA3-C9C98F1AFD66}"/>
          </ac:picMkLst>
        </pc:picChg>
      </pc:sldChg>
      <pc:sldChg chg="delSp modAnim">
        <pc:chgData name="Alexandre Quach" userId="7bb690c8a6e028e4" providerId="LiveId" clId="{5F4137DE-C7E3-43C1-9C59-74E8EA0FC59A}" dt="2021-03-22T21:16:10.616" v="0"/>
        <pc:sldMkLst>
          <pc:docMk/>
          <pc:sldMk cId="3316358123" sldId="494"/>
        </pc:sldMkLst>
        <pc:picChg chg="del">
          <ac:chgData name="Alexandre Quach" userId="7bb690c8a6e028e4" providerId="LiveId" clId="{5F4137DE-C7E3-43C1-9C59-74E8EA0FC59A}" dt="2021-03-22T21:16:10.616" v="0"/>
          <ac:picMkLst>
            <pc:docMk/>
            <pc:sldMk cId="3316358123" sldId="494"/>
            <ac:picMk id="2" creationId="{7BB3E1BF-20FA-40E7-AE82-2EB1AF5A664D}"/>
          </ac:picMkLst>
        </pc:picChg>
      </pc:sldChg>
      <pc:sldChg chg="delSp modAnim">
        <pc:chgData name="Alexandre Quach" userId="7bb690c8a6e028e4" providerId="LiveId" clId="{5F4137DE-C7E3-43C1-9C59-74E8EA0FC59A}" dt="2021-03-22T21:16:10.616" v="0"/>
        <pc:sldMkLst>
          <pc:docMk/>
          <pc:sldMk cId="775793011" sldId="495"/>
        </pc:sldMkLst>
        <pc:picChg chg="del">
          <ac:chgData name="Alexandre Quach" userId="7bb690c8a6e028e4" providerId="LiveId" clId="{5F4137DE-C7E3-43C1-9C59-74E8EA0FC59A}" dt="2021-03-22T21:16:10.616" v="0"/>
          <ac:picMkLst>
            <pc:docMk/>
            <pc:sldMk cId="775793011" sldId="495"/>
            <ac:picMk id="3" creationId="{109B37CA-AD33-4BE6-A1B6-02B7F53A33D1}"/>
          </ac:picMkLst>
        </pc:picChg>
      </pc:sldChg>
      <pc:sldChg chg="delSp modAnim">
        <pc:chgData name="Alexandre Quach" userId="7bb690c8a6e028e4" providerId="LiveId" clId="{5F4137DE-C7E3-43C1-9C59-74E8EA0FC59A}" dt="2021-03-22T21:16:10.616" v="0"/>
        <pc:sldMkLst>
          <pc:docMk/>
          <pc:sldMk cId="2419902817" sldId="496"/>
        </pc:sldMkLst>
        <pc:picChg chg="del">
          <ac:chgData name="Alexandre Quach" userId="7bb690c8a6e028e4" providerId="LiveId" clId="{5F4137DE-C7E3-43C1-9C59-74E8EA0FC59A}" dt="2021-03-22T21:16:10.616" v="0"/>
          <ac:picMkLst>
            <pc:docMk/>
            <pc:sldMk cId="2419902817" sldId="496"/>
            <ac:picMk id="2" creationId="{A649CFDA-CCB6-4EFC-8771-611F165275C5}"/>
          </ac:picMkLst>
        </pc:picChg>
      </pc:sldChg>
      <pc:sldChg chg="delSp modAnim">
        <pc:chgData name="Alexandre Quach" userId="7bb690c8a6e028e4" providerId="LiveId" clId="{5F4137DE-C7E3-43C1-9C59-74E8EA0FC59A}" dt="2021-03-22T21:16:10.616" v="0"/>
        <pc:sldMkLst>
          <pc:docMk/>
          <pc:sldMk cId="878993556" sldId="497"/>
        </pc:sldMkLst>
        <pc:picChg chg="del">
          <ac:chgData name="Alexandre Quach" userId="7bb690c8a6e028e4" providerId="LiveId" clId="{5F4137DE-C7E3-43C1-9C59-74E8EA0FC59A}" dt="2021-03-22T21:16:10.616" v="0"/>
          <ac:picMkLst>
            <pc:docMk/>
            <pc:sldMk cId="878993556" sldId="497"/>
            <ac:picMk id="2" creationId="{C42D59C0-79AB-4B7D-AF48-AA491EC8DE3C}"/>
          </ac:picMkLst>
        </pc:picChg>
      </pc:sldChg>
      <pc:sldChg chg="delSp modAnim">
        <pc:chgData name="Alexandre Quach" userId="7bb690c8a6e028e4" providerId="LiveId" clId="{5F4137DE-C7E3-43C1-9C59-74E8EA0FC59A}" dt="2021-03-22T21:16:10.616" v="0"/>
        <pc:sldMkLst>
          <pc:docMk/>
          <pc:sldMk cId="1218343139" sldId="498"/>
        </pc:sldMkLst>
        <pc:picChg chg="del">
          <ac:chgData name="Alexandre Quach" userId="7bb690c8a6e028e4" providerId="LiveId" clId="{5F4137DE-C7E3-43C1-9C59-74E8EA0FC59A}" dt="2021-03-22T21:16:10.616" v="0"/>
          <ac:picMkLst>
            <pc:docMk/>
            <pc:sldMk cId="1218343139" sldId="498"/>
            <ac:picMk id="3" creationId="{FC3F98EB-E44D-4299-87C0-E518DEB4D750}"/>
          </ac:picMkLst>
        </pc:picChg>
      </pc:sldChg>
      <pc:sldChg chg="delSp modAnim">
        <pc:chgData name="Alexandre Quach" userId="7bb690c8a6e028e4" providerId="LiveId" clId="{5F4137DE-C7E3-43C1-9C59-74E8EA0FC59A}" dt="2021-03-22T21:16:10.616" v="0"/>
        <pc:sldMkLst>
          <pc:docMk/>
          <pc:sldMk cId="4192709660" sldId="499"/>
        </pc:sldMkLst>
        <pc:picChg chg="del">
          <ac:chgData name="Alexandre Quach" userId="7bb690c8a6e028e4" providerId="LiveId" clId="{5F4137DE-C7E3-43C1-9C59-74E8EA0FC59A}" dt="2021-03-22T21:16:10.616" v="0"/>
          <ac:picMkLst>
            <pc:docMk/>
            <pc:sldMk cId="4192709660" sldId="499"/>
            <ac:picMk id="2" creationId="{6E73BB6C-7FDE-4D2F-A32C-85593083F5D7}"/>
          </ac:picMkLst>
        </pc:picChg>
      </pc:sldChg>
      <pc:sldChg chg="delSp modAnim">
        <pc:chgData name="Alexandre Quach" userId="7bb690c8a6e028e4" providerId="LiveId" clId="{5F4137DE-C7E3-43C1-9C59-74E8EA0FC59A}" dt="2021-03-22T21:16:10.616" v="0"/>
        <pc:sldMkLst>
          <pc:docMk/>
          <pc:sldMk cId="3463308650" sldId="500"/>
        </pc:sldMkLst>
        <pc:picChg chg="del">
          <ac:chgData name="Alexandre Quach" userId="7bb690c8a6e028e4" providerId="LiveId" clId="{5F4137DE-C7E3-43C1-9C59-74E8EA0FC59A}" dt="2021-03-22T21:16:10.616" v="0"/>
          <ac:picMkLst>
            <pc:docMk/>
            <pc:sldMk cId="3463308650" sldId="500"/>
            <ac:picMk id="2" creationId="{D5F97E32-6EEB-4CF0-9D26-10C162A7D896}"/>
          </ac:picMkLst>
        </pc:picChg>
      </pc:sldChg>
      <pc:sldChg chg="delSp modAnim">
        <pc:chgData name="Alexandre Quach" userId="7bb690c8a6e028e4" providerId="LiveId" clId="{5F4137DE-C7E3-43C1-9C59-74E8EA0FC59A}" dt="2021-03-22T21:16:10.616" v="0"/>
        <pc:sldMkLst>
          <pc:docMk/>
          <pc:sldMk cId="1143591960" sldId="501"/>
        </pc:sldMkLst>
        <pc:picChg chg="del">
          <ac:chgData name="Alexandre Quach" userId="7bb690c8a6e028e4" providerId="LiveId" clId="{5F4137DE-C7E3-43C1-9C59-74E8EA0FC59A}" dt="2021-03-22T21:16:10.616" v="0"/>
          <ac:picMkLst>
            <pc:docMk/>
            <pc:sldMk cId="1143591960" sldId="501"/>
            <ac:picMk id="148" creationId="{19B9BEF2-336A-450A-A4D4-312DD7D70FDA}"/>
          </ac:picMkLst>
        </pc:picChg>
      </pc:sldChg>
      <pc:sldChg chg="delSp modAnim">
        <pc:chgData name="Alexandre Quach" userId="7bb690c8a6e028e4" providerId="LiveId" clId="{5F4137DE-C7E3-43C1-9C59-74E8EA0FC59A}" dt="2021-03-22T21:16:10.616" v="0"/>
        <pc:sldMkLst>
          <pc:docMk/>
          <pc:sldMk cId="4077820678" sldId="502"/>
        </pc:sldMkLst>
        <pc:picChg chg="del">
          <ac:chgData name="Alexandre Quach" userId="7bb690c8a6e028e4" providerId="LiveId" clId="{5F4137DE-C7E3-43C1-9C59-74E8EA0FC59A}" dt="2021-03-22T21:16:10.616" v="0"/>
          <ac:picMkLst>
            <pc:docMk/>
            <pc:sldMk cId="4077820678" sldId="502"/>
            <ac:picMk id="4" creationId="{980CB03A-B0D3-4162-AD5F-4A341016BD3E}"/>
          </ac:picMkLst>
        </pc:picChg>
      </pc:sldChg>
      <pc:sldChg chg="delSp modAnim">
        <pc:chgData name="Alexandre Quach" userId="7bb690c8a6e028e4" providerId="LiveId" clId="{5F4137DE-C7E3-43C1-9C59-74E8EA0FC59A}" dt="2021-03-22T21:16:10.616" v="0"/>
        <pc:sldMkLst>
          <pc:docMk/>
          <pc:sldMk cId="3463725539" sldId="503"/>
        </pc:sldMkLst>
        <pc:picChg chg="del">
          <ac:chgData name="Alexandre Quach" userId="7bb690c8a6e028e4" providerId="LiveId" clId="{5F4137DE-C7E3-43C1-9C59-74E8EA0FC59A}" dt="2021-03-22T21:16:10.616" v="0"/>
          <ac:picMkLst>
            <pc:docMk/>
            <pc:sldMk cId="3463725539" sldId="503"/>
            <ac:picMk id="2" creationId="{43978A25-3837-4A68-AAD2-B1F751A1DB49}"/>
          </ac:picMkLst>
        </pc:picChg>
      </pc:sldChg>
      <pc:sldChg chg="delSp modAnim">
        <pc:chgData name="Alexandre Quach" userId="7bb690c8a6e028e4" providerId="LiveId" clId="{5F4137DE-C7E3-43C1-9C59-74E8EA0FC59A}" dt="2021-03-22T21:16:10.616" v="0"/>
        <pc:sldMkLst>
          <pc:docMk/>
          <pc:sldMk cId="2624674639" sldId="504"/>
        </pc:sldMkLst>
        <pc:picChg chg="del">
          <ac:chgData name="Alexandre Quach" userId="7bb690c8a6e028e4" providerId="LiveId" clId="{5F4137DE-C7E3-43C1-9C59-74E8EA0FC59A}" dt="2021-03-22T21:16:10.616" v="0"/>
          <ac:picMkLst>
            <pc:docMk/>
            <pc:sldMk cId="2624674639" sldId="504"/>
            <ac:picMk id="14" creationId="{7A146068-B3F3-4F52-80E1-B2282FA9586C}"/>
          </ac:picMkLst>
        </pc:picChg>
      </pc:sldChg>
      <pc:sldChg chg="delSp modAnim">
        <pc:chgData name="Alexandre Quach" userId="7bb690c8a6e028e4" providerId="LiveId" clId="{5F4137DE-C7E3-43C1-9C59-74E8EA0FC59A}" dt="2021-03-22T21:16:10.616" v="0"/>
        <pc:sldMkLst>
          <pc:docMk/>
          <pc:sldMk cId="540883885" sldId="508"/>
        </pc:sldMkLst>
        <pc:picChg chg="del">
          <ac:chgData name="Alexandre Quach" userId="7bb690c8a6e028e4" providerId="LiveId" clId="{5F4137DE-C7E3-43C1-9C59-74E8EA0FC59A}" dt="2021-03-22T21:16:10.616" v="0"/>
          <ac:picMkLst>
            <pc:docMk/>
            <pc:sldMk cId="540883885" sldId="508"/>
            <ac:picMk id="2" creationId="{13043EEA-B2CB-41DD-8BAE-EA05F6B456F0}"/>
          </ac:picMkLst>
        </pc:picChg>
      </pc:sldChg>
      <pc:sldChg chg="delSp modAnim">
        <pc:chgData name="Alexandre Quach" userId="7bb690c8a6e028e4" providerId="LiveId" clId="{5F4137DE-C7E3-43C1-9C59-74E8EA0FC59A}" dt="2021-03-22T21:16:10.616" v="0"/>
        <pc:sldMkLst>
          <pc:docMk/>
          <pc:sldMk cId="2730593959" sldId="509"/>
        </pc:sldMkLst>
        <pc:picChg chg="del">
          <ac:chgData name="Alexandre Quach" userId="7bb690c8a6e028e4" providerId="LiveId" clId="{5F4137DE-C7E3-43C1-9C59-74E8EA0FC59A}" dt="2021-03-22T21:16:10.616" v="0"/>
          <ac:picMkLst>
            <pc:docMk/>
            <pc:sldMk cId="2730593959" sldId="509"/>
            <ac:picMk id="2" creationId="{AE1353E5-6BF7-4611-9375-F9696CEC8E4B}"/>
          </ac:picMkLst>
        </pc:picChg>
      </pc:sldChg>
      <pc:sldChg chg="delSp modAnim">
        <pc:chgData name="Alexandre Quach" userId="7bb690c8a6e028e4" providerId="LiveId" clId="{5F4137DE-C7E3-43C1-9C59-74E8EA0FC59A}" dt="2021-03-22T21:16:10.616" v="0"/>
        <pc:sldMkLst>
          <pc:docMk/>
          <pc:sldMk cId="82733608" sldId="510"/>
        </pc:sldMkLst>
        <pc:picChg chg="del">
          <ac:chgData name="Alexandre Quach" userId="7bb690c8a6e028e4" providerId="LiveId" clId="{5F4137DE-C7E3-43C1-9C59-74E8EA0FC59A}" dt="2021-03-22T21:16:10.616" v="0"/>
          <ac:picMkLst>
            <pc:docMk/>
            <pc:sldMk cId="82733608" sldId="510"/>
            <ac:picMk id="3" creationId="{C3C62190-1039-4866-9445-6CC1F12B2583}"/>
          </ac:picMkLst>
        </pc:picChg>
      </pc:sldChg>
      <pc:sldChg chg="delSp modAnim">
        <pc:chgData name="Alexandre Quach" userId="7bb690c8a6e028e4" providerId="LiveId" clId="{5F4137DE-C7E3-43C1-9C59-74E8EA0FC59A}" dt="2021-03-22T21:16:10.616" v="0"/>
        <pc:sldMkLst>
          <pc:docMk/>
          <pc:sldMk cId="1674458932" sldId="519"/>
        </pc:sldMkLst>
        <pc:picChg chg="del">
          <ac:chgData name="Alexandre Quach" userId="7bb690c8a6e028e4" providerId="LiveId" clId="{5F4137DE-C7E3-43C1-9C59-74E8EA0FC59A}" dt="2021-03-22T21:16:10.616" v="0"/>
          <ac:picMkLst>
            <pc:docMk/>
            <pc:sldMk cId="1674458932" sldId="519"/>
            <ac:picMk id="2" creationId="{33D5E364-465A-4C8B-BACA-FA7A28098671}"/>
          </ac:picMkLst>
        </pc:picChg>
      </pc:sldChg>
      <pc:sldChg chg="delSp modAnim">
        <pc:chgData name="Alexandre Quach" userId="7bb690c8a6e028e4" providerId="LiveId" clId="{5F4137DE-C7E3-43C1-9C59-74E8EA0FC59A}" dt="2021-03-22T21:16:10.616" v="0"/>
        <pc:sldMkLst>
          <pc:docMk/>
          <pc:sldMk cId="145481779" sldId="520"/>
        </pc:sldMkLst>
        <pc:picChg chg="del">
          <ac:chgData name="Alexandre Quach" userId="7bb690c8a6e028e4" providerId="LiveId" clId="{5F4137DE-C7E3-43C1-9C59-74E8EA0FC59A}" dt="2021-03-22T21:16:10.616" v="0"/>
          <ac:picMkLst>
            <pc:docMk/>
            <pc:sldMk cId="145481779" sldId="520"/>
            <ac:picMk id="2" creationId="{408F9E50-C2C5-4B0C-ADB2-AEC49AE2FDA7}"/>
          </ac:picMkLst>
        </pc:picChg>
      </pc:sldChg>
      <pc:sldChg chg="delSp modAnim">
        <pc:chgData name="Alexandre Quach" userId="7bb690c8a6e028e4" providerId="LiveId" clId="{5F4137DE-C7E3-43C1-9C59-74E8EA0FC59A}" dt="2021-03-22T21:16:10.616" v="0"/>
        <pc:sldMkLst>
          <pc:docMk/>
          <pc:sldMk cId="3028754848" sldId="521"/>
        </pc:sldMkLst>
        <pc:picChg chg="del">
          <ac:chgData name="Alexandre Quach" userId="7bb690c8a6e028e4" providerId="LiveId" clId="{5F4137DE-C7E3-43C1-9C59-74E8EA0FC59A}" dt="2021-03-22T21:16:10.616" v="0"/>
          <ac:picMkLst>
            <pc:docMk/>
            <pc:sldMk cId="3028754848" sldId="521"/>
            <ac:picMk id="2" creationId="{57C31B64-C46E-454A-845A-8D927DF16F07}"/>
          </ac:picMkLst>
        </pc:picChg>
      </pc:sldChg>
      <pc:sldChg chg="delSp modAnim">
        <pc:chgData name="Alexandre Quach" userId="7bb690c8a6e028e4" providerId="LiveId" clId="{5F4137DE-C7E3-43C1-9C59-74E8EA0FC59A}" dt="2021-03-22T21:16:10.616" v="0"/>
        <pc:sldMkLst>
          <pc:docMk/>
          <pc:sldMk cId="3588673319" sldId="523"/>
        </pc:sldMkLst>
        <pc:picChg chg="del">
          <ac:chgData name="Alexandre Quach" userId="7bb690c8a6e028e4" providerId="LiveId" clId="{5F4137DE-C7E3-43C1-9C59-74E8EA0FC59A}" dt="2021-03-22T21:16:10.616" v="0"/>
          <ac:picMkLst>
            <pc:docMk/>
            <pc:sldMk cId="3588673319" sldId="523"/>
            <ac:picMk id="2" creationId="{D54A10A8-8018-4EA6-8E73-C08784913157}"/>
          </ac:picMkLst>
        </pc:picChg>
      </pc:sldChg>
      <pc:sldChg chg="delSp modAnim">
        <pc:chgData name="Alexandre Quach" userId="7bb690c8a6e028e4" providerId="LiveId" clId="{5F4137DE-C7E3-43C1-9C59-74E8EA0FC59A}" dt="2021-03-22T21:16:10.616" v="0"/>
        <pc:sldMkLst>
          <pc:docMk/>
          <pc:sldMk cId="3597820285" sldId="524"/>
        </pc:sldMkLst>
        <pc:picChg chg="del">
          <ac:chgData name="Alexandre Quach" userId="7bb690c8a6e028e4" providerId="LiveId" clId="{5F4137DE-C7E3-43C1-9C59-74E8EA0FC59A}" dt="2021-03-22T21:16:10.616" v="0"/>
          <ac:picMkLst>
            <pc:docMk/>
            <pc:sldMk cId="3597820285" sldId="524"/>
            <ac:picMk id="3" creationId="{B809BCBD-40F1-4362-8C37-118E283A6B12}"/>
          </ac:picMkLst>
        </pc:picChg>
      </pc:sldChg>
      <pc:sldChg chg="delSp modAnim">
        <pc:chgData name="Alexandre Quach" userId="7bb690c8a6e028e4" providerId="LiveId" clId="{5F4137DE-C7E3-43C1-9C59-74E8EA0FC59A}" dt="2021-03-22T21:16:10.616" v="0"/>
        <pc:sldMkLst>
          <pc:docMk/>
          <pc:sldMk cId="3561692369" sldId="525"/>
        </pc:sldMkLst>
        <pc:picChg chg="del">
          <ac:chgData name="Alexandre Quach" userId="7bb690c8a6e028e4" providerId="LiveId" clId="{5F4137DE-C7E3-43C1-9C59-74E8EA0FC59A}" dt="2021-03-22T21:16:10.616" v="0"/>
          <ac:picMkLst>
            <pc:docMk/>
            <pc:sldMk cId="3561692369" sldId="525"/>
            <ac:picMk id="2" creationId="{0B7F4FB8-F657-4FDA-BBD9-8C454BA293E7}"/>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Colonne1</c:v>
                </c:pt>
              </c:strCache>
            </c:strRef>
          </c:tx>
          <c:spPr>
            <a:ln w="28575" cap="rnd">
              <a:solidFill>
                <a:schemeClr val="accent1"/>
              </a:solidFill>
              <a:round/>
            </a:ln>
            <a:effectLst/>
          </c:spPr>
          <c:marker>
            <c:symbol val="none"/>
          </c:marker>
          <c:cat>
            <c:strRef>
              <c:f>Feuil1!$A$2:$A$5</c:f>
              <c:strCache>
                <c:ptCount val="4"/>
                <c:pt idx="0">
                  <c:v>Closeness</c:v>
                </c:pt>
                <c:pt idx="1">
                  <c:v>Help</c:v>
                </c:pt>
                <c:pt idx="2">
                  <c:v>Acceptance</c:v>
                </c:pt>
                <c:pt idx="3">
                  <c:v>Safety</c:v>
                </c:pt>
              </c:strCache>
            </c:strRef>
          </c:cat>
          <c:val>
            <c:numRef>
              <c:f>Feuil1!$B$2:$B$5</c:f>
              <c:numCache>
                <c:formatCode>General</c:formatCode>
                <c:ptCount val="4"/>
                <c:pt idx="0">
                  <c:v>32</c:v>
                </c:pt>
                <c:pt idx="1">
                  <c:v>32</c:v>
                </c:pt>
                <c:pt idx="2">
                  <c:v>32</c:v>
                </c:pt>
                <c:pt idx="3">
                  <c:v>32</c:v>
                </c:pt>
              </c:numCache>
            </c:numRef>
          </c:val>
          <c:extLst>
            <c:ext xmlns:c16="http://schemas.microsoft.com/office/drawing/2014/chart" uri="{C3380CC4-5D6E-409C-BE32-E72D297353CC}">
              <c16:uniqueId val="{00000000-188E-4DC0-AFBB-87F7A82D48B6}"/>
            </c:ext>
          </c:extLst>
        </c:ser>
        <c:dLbls>
          <c:showLegendKey val="0"/>
          <c:showVal val="0"/>
          <c:showCatName val="0"/>
          <c:showSerName val="0"/>
          <c:showPercent val="0"/>
          <c:showBubbleSize val="0"/>
        </c:dLbls>
        <c:axId val="1528955935"/>
        <c:axId val="1528951775"/>
      </c:radarChart>
      <c:catAx>
        <c:axId val="1528955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fr-FR"/>
          </a:p>
        </c:txPr>
        <c:crossAx val="1528951775"/>
        <c:crosses val="autoZero"/>
        <c:auto val="1"/>
        <c:lblAlgn val="ctr"/>
        <c:lblOffset val="100"/>
        <c:noMultiLvlLbl val="0"/>
      </c:catAx>
      <c:valAx>
        <c:axId val="152895177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289559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Colonne1</c:v>
                </c:pt>
              </c:strCache>
            </c:strRef>
          </c:tx>
          <c:spPr>
            <a:ln w="28575" cap="rnd">
              <a:solidFill>
                <a:schemeClr val="accent1"/>
              </a:solidFill>
              <a:round/>
            </a:ln>
            <a:effectLst/>
          </c:spPr>
          <c:marker>
            <c:symbol val="none"/>
          </c:marker>
          <c:cat>
            <c:strRef>
              <c:f>Feuil1!$A$2:$A$5</c:f>
              <c:strCache>
                <c:ptCount val="4"/>
                <c:pt idx="0">
                  <c:v>Closeness</c:v>
                </c:pt>
                <c:pt idx="1">
                  <c:v>Help</c:v>
                </c:pt>
                <c:pt idx="2">
                  <c:v>Acceptance</c:v>
                </c:pt>
                <c:pt idx="3">
                  <c:v>Safety</c:v>
                </c:pt>
              </c:strCache>
            </c:strRef>
          </c:cat>
          <c:val>
            <c:numRef>
              <c:f>Feuil1!$B$2:$B$5</c:f>
              <c:numCache>
                <c:formatCode>General</c:formatCode>
                <c:ptCount val="4"/>
                <c:pt idx="0">
                  <c:v>32</c:v>
                </c:pt>
                <c:pt idx="1">
                  <c:v>32</c:v>
                </c:pt>
                <c:pt idx="2">
                  <c:v>32</c:v>
                </c:pt>
                <c:pt idx="3">
                  <c:v>32</c:v>
                </c:pt>
              </c:numCache>
            </c:numRef>
          </c:val>
          <c:extLst>
            <c:ext xmlns:c16="http://schemas.microsoft.com/office/drawing/2014/chart" uri="{C3380CC4-5D6E-409C-BE32-E72D297353CC}">
              <c16:uniqueId val="{00000000-7C50-4473-9E74-FF99BFDF1DCB}"/>
            </c:ext>
          </c:extLst>
        </c:ser>
        <c:dLbls>
          <c:showLegendKey val="0"/>
          <c:showVal val="0"/>
          <c:showCatName val="0"/>
          <c:showSerName val="0"/>
          <c:showPercent val="0"/>
          <c:showBubbleSize val="0"/>
        </c:dLbls>
        <c:axId val="1528955935"/>
        <c:axId val="1528951775"/>
      </c:radarChart>
      <c:catAx>
        <c:axId val="1528955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fr-FR"/>
          </a:p>
        </c:txPr>
        <c:crossAx val="1528951775"/>
        <c:crosses val="autoZero"/>
        <c:auto val="1"/>
        <c:lblAlgn val="ctr"/>
        <c:lblOffset val="100"/>
        <c:noMultiLvlLbl val="0"/>
      </c:catAx>
      <c:valAx>
        <c:axId val="152895177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289559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image" Target="../media/image25.png"/></Relationships>
</file>

<file path=ppt/drawings/_rels/drawing2.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image" Target="../media/image25.png"/></Relationships>
</file>

<file path=ppt/drawings/drawing1.xml><?xml version="1.0" encoding="utf-8"?>
<c:userShapes xmlns:c="http://schemas.openxmlformats.org/drawingml/2006/chart">
  <cdr:relSizeAnchor xmlns:cdr="http://schemas.openxmlformats.org/drawingml/2006/chartDrawing">
    <cdr:from>
      <cdr:x>0.33768</cdr:x>
      <cdr:y>0.85443</cdr:y>
    </cdr:from>
    <cdr:to>
      <cdr:x>0.42888</cdr:x>
      <cdr:y>1</cdr:y>
    </cdr:to>
    <cdr:pic>
      <cdr:nvPicPr>
        <cdr:cNvPr id="4" name="Graphique 1" descr="Commentaire, J’aime avec un remplissage uni">
          <a:extLst xmlns:a="http://schemas.openxmlformats.org/drawingml/2006/main">
            <a:ext uri="{FF2B5EF4-FFF2-40B4-BE49-F238E27FC236}">
              <a16:creationId xmlns:a16="http://schemas.microsoft.com/office/drawing/2014/main" id="{EECFFAB4-8BD4-4FD0-957B-CBF70C370D35}"/>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xmlns:a="http://schemas.openxmlformats.org/drawingml/2006/main">
          <a:fillRect/>
        </a:stretch>
      </cdr:blipFill>
      <cdr:spPr>
        <a:xfrm xmlns:a="http://schemas.openxmlformats.org/drawingml/2006/main">
          <a:off x="1974850" y="3130867"/>
          <a:ext cx="533400" cy="533400"/>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0.31188</cdr:x>
      <cdr:y>0.85443</cdr:y>
    </cdr:from>
    <cdr:to>
      <cdr:x>0.40308</cdr:x>
      <cdr:y>1</cdr:y>
    </cdr:to>
    <cdr:pic>
      <cdr:nvPicPr>
        <cdr:cNvPr id="4" name="Graphique 1" descr="Commentaire, J’aime avec un remplissage uni">
          <a:extLst xmlns:a="http://schemas.openxmlformats.org/drawingml/2006/main">
            <a:ext uri="{FF2B5EF4-FFF2-40B4-BE49-F238E27FC236}">
              <a16:creationId xmlns:a16="http://schemas.microsoft.com/office/drawing/2014/main" id="{EECFFAB4-8BD4-4FD0-957B-CBF70C370D35}"/>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xmlns:a="http://schemas.openxmlformats.org/drawingml/2006/main">
          <a:fillRect/>
        </a:stretch>
      </cdr:blipFill>
      <cdr:spPr>
        <a:xfrm xmlns:a="http://schemas.openxmlformats.org/drawingml/2006/main">
          <a:off x="1425108" y="2446207"/>
          <a:ext cx="416733" cy="416762"/>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22/03/2021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a:t>
            </a:fld>
            <a:endParaRPr lang="fr-FR"/>
          </a:p>
        </p:txBody>
      </p:sp>
    </p:spTree>
    <p:extLst>
      <p:ext uri="{BB962C8B-B14F-4D97-AF65-F5344CB8AC3E}">
        <p14:creationId xmlns:p14="http://schemas.microsoft.com/office/powerpoint/2010/main" val="669099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a:t>
            </a:fld>
            <a:endParaRPr lang="fr-FR"/>
          </a:p>
        </p:txBody>
      </p:sp>
    </p:spTree>
    <p:extLst>
      <p:ext uri="{BB962C8B-B14F-4D97-AF65-F5344CB8AC3E}">
        <p14:creationId xmlns:p14="http://schemas.microsoft.com/office/powerpoint/2010/main" val="4276937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a:t>
            </a:fld>
            <a:endParaRPr lang="fr-FR"/>
          </a:p>
        </p:txBody>
      </p:sp>
    </p:spTree>
    <p:extLst>
      <p:ext uri="{BB962C8B-B14F-4D97-AF65-F5344CB8AC3E}">
        <p14:creationId xmlns:p14="http://schemas.microsoft.com/office/powerpoint/2010/main" val="713285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12</a:t>
            </a:fld>
            <a:endParaRPr lang="fr-FR"/>
          </a:p>
        </p:txBody>
      </p:sp>
    </p:spTree>
    <p:extLst>
      <p:ext uri="{BB962C8B-B14F-4D97-AF65-F5344CB8AC3E}">
        <p14:creationId xmlns:p14="http://schemas.microsoft.com/office/powerpoint/2010/main" val="65627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15</a:t>
            </a:fld>
            <a:endParaRPr lang="fr-FR"/>
          </a:p>
        </p:txBody>
      </p:sp>
    </p:spTree>
    <p:extLst>
      <p:ext uri="{BB962C8B-B14F-4D97-AF65-F5344CB8AC3E}">
        <p14:creationId xmlns:p14="http://schemas.microsoft.com/office/powerpoint/2010/main" val="2313073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18</a:t>
            </a:fld>
            <a:endParaRPr lang="fr-FR"/>
          </a:p>
        </p:txBody>
      </p:sp>
    </p:spTree>
    <p:extLst>
      <p:ext uri="{BB962C8B-B14F-4D97-AF65-F5344CB8AC3E}">
        <p14:creationId xmlns:p14="http://schemas.microsoft.com/office/powerpoint/2010/main" val="4006164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24</a:t>
            </a:fld>
            <a:endParaRPr lang="fr-FR"/>
          </a:p>
        </p:txBody>
      </p:sp>
    </p:spTree>
    <p:extLst>
      <p:ext uri="{BB962C8B-B14F-4D97-AF65-F5344CB8AC3E}">
        <p14:creationId xmlns:p14="http://schemas.microsoft.com/office/powerpoint/2010/main" val="3220615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3/22/2021</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3/22/2021</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svg"/><Relationship Id="rId7"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4.svg"/><Relationship Id="rId4" Type="http://schemas.openxmlformats.org/officeDocument/2006/relationships/image" Target="../media/image6.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hart" Target="../charts/chart1.xml"/><Relationship Id="rId7" Type="http://schemas.openxmlformats.org/officeDocument/2006/relationships/image" Target="../media/image30.svg"/><Relationship Id="rId2" Type="http://schemas.openxmlformats.org/officeDocument/2006/relationships/hyperlink" Target="https://files.eric.ed.gov/fulltext/ED542465.pdf" TargetMode="Externa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32.sv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hart" Target="../charts/chart2.xml"/><Relationship Id="rId7" Type="http://schemas.openxmlformats.org/officeDocument/2006/relationships/image" Target="../media/image30.sv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32.sv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svg"/><Relationship Id="rId3" Type="http://schemas.openxmlformats.org/officeDocument/2006/relationships/image" Target="../media/image16.svg"/><Relationship Id="rId7" Type="http://schemas.openxmlformats.org/officeDocument/2006/relationships/image" Target="../media/image34.svg"/><Relationship Id="rId12" Type="http://schemas.openxmlformats.org/officeDocument/2006/relationships/image" Target="../media/image39.png"/><Relationship Id="rId17" Type="http://schemas.openxmlformats.org/officeDocument/2006/relationships/image" Target="../media/image44.svg"/><Relationship Id="rId2" Type="http://schemas.openxmlformats.org/officeDocument/2006/relationships/image" Target="../media/image15.png"/><Relationship Id="rId16"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image" Target="../media/image38.svg"/><Relationship Id="rId5" Type="http://schemas.openxmlformats.org/officeDocument/2006/relationships/image" Target="../media/image18.svg"/><Relationship Id="rId15" Type="http://schemas.openxmlformats.org/officeDocument/2006/relationships/image" Target="../media/image42.svg"/><Relationship Id="rId10" Type="http://schemas.openxmlformats.org/officeDocument/2006/relationships/image" Target="../media/image37.png"/><Relationship Id="rId4" Type="http://schemas.openxmlformats.org/officeDocument/2006/relationships/image" Target="../media/image17.png"/><Relationship Id="rId9" Type="http://schemas.openxmlformats.org/officeDocument/2006/relationships/image" Target="../media/image36.svg"/><Relationship Id="rId14" Type="http://schemas.openxmlformats.org/officeDocument/2006/relationships/image" Target="../media/image41.png"/></Relationships>
</file>

<file path=ppt/slides/_rels/slide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svg"/><Relationship Id="rId18" Type="http://schemas.openxmlformats.org/officeDocument/2006/relationships/image" Target="../media/image61.png"/><Relationship Id="rId3" Type="http://schemas.openxmlformats.org/officeDocument/2006/relationships/image" Target="../media/image46.svg"/><Relationship Id="rId21" Type="http://schemas.openxmlformats.org/officeDocument/2006/relationships/image" Target="../media/image64.svg"/><Relationship Id="rId7" Type="http://schemas.openxmlformats.org/officeDocument/2006/relationships/image" Target="../media/image50.svg"/><Relationship Id="rId12" Type="http://schemas.openxmlformats.org/officeDocument/2006/relationships/image" Target="../media/image55.png"/><Relationship Id="rId17" Type="http://schemas.openxmlformats.org/officeDocument/2006/relationships/image" Target="../media/image60.svg"/><Relationship Id="rId2" Type="http://schemas.openxmlformats.org/officeDocument/2006/relationships/image" Target="../media/image45.png"/><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svg"/><Relationship Id="rId5" Type="http://schemas.openxmlformats.org/officeDocument/2006/relationships/image" Target="../media/image48.svg"/><Relationship Id="rId15" Type="http://schemas.openxmlformats.org/officeDocument/2006/relationships/image" Target="../media/image58.svg"/><Relationship Id="rId10" Type="http://schemas.openxmlformats.org/officeDocument/2006/relationships/image" Target="../media/image53.png"/><Relationship Id="rId19" Type="http://schemas.openxmlformats.org/officeDocument/2006/relationships/image" Target="../media/image62.svg"/><Relationship Id="rId4" Type="http://schemas.openxmlformats.org/officeDocument/2006/relationships/image" Target="../media/image47.png"/><Relationship Id="rId9" Type="http://schemas.openxmlformats.org/officeDocument/2006/relationships/image" Target="../media/image52.svg"/><Relationship Id="rId14" Type="http://schemas.openxmlformats.org/officeDocument/2006/relationships/image" Target="../media/image57.png"/></Relationships>
</file>

<file path=ppt/slides/_rels/slide9.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18" Type="http://schemas.openxmlformats.org/officeDocument/2006/relationships/image" Target="../media/image60.svg"/><Relationship Id="rId3" Type="http://schemas.openxmlformats.org/officeDocument/2006/relationships/image" Target="../media/image45.png"/><Relationship Id="rId21" Type="http://schemas.openxmlformats.org/officeDocument/2006/relationships/image" Target="../media/image63.png"/><Relationship Id="rId7" Type="http://schemas.openxmlformats.org/officeDocument/2006/relationships/image" Target="../media/image49.png"/><Relationship Id="rId12" Type="http://schemas.openxmlformats.org/officeDocument/2006/relationships/image" Target="../media/image54.svg"/><Relationship Id="rId17" Type="http://schemas.openxmlformats.org/officeDocument/2006/relationships/image" Target="../media/image59.png"/><Relationship Id="rId2" Type="http://schemas.openxmlformats.org/officeDocument/2006/relationships/notesSlide" Target="../notesSlides/notesSlide3.xml"/><Relationship Id="rId16" Type="http://schemas.openxmlformats.org/officeDocument/2006/relationships/image" Target="../media/image58.svg"/><Relationship Id="rId20" Type="http://schemas.openxmlformats.org/officeDocument/2006/relationships/image" Target="../media/image62.svg"/><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png"/><Relationship Id="rId10" Type="http://schemas.openxmlformats.org/officeDocument/2006/relationships/image" Target="../media/image52.svg"/><Relationship Id="rId19" Type="http://schemas.openxmlformats.org/officeDocument/2006/relationships/image" Target="../media/image61.png"/><Relationship Id="rId4" Type="http://schemas.openxmlformats.org/officeDocument/2006/relationships/image" Target="../media/image46.svg"/><Relationship Id="rId9" Type="http://schemas.openxmlformats.org/officeDocument/2006/relationships/image" Target="../media/image51.png"/><Relationship Id="rId14" Type="http://schemas.openxmlformats.org/officeDocument/2006/relationships/image" Target="../media/image56.svg"/><Relationship Id="rId22" Type="http://schemas.openxmlformats.org/officeDocument/2006/relationships/image" Target="../media/image64.svg"/></Relationships>
</file>

<file path=ppt/slides/_rels/slide10.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3.xml"/><Relationship Id="rId5" Type="http://schemas.openxmlformats.org/officeDocument/2006/relationships/image" Target="../media/image16.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svg"/><Relationship Id="rId3" Type="http://schemas.openxmlformats.org/officeDocument/2006/relationships/hyperlink" Target="https://en.wikipedia.org/wiki/Ringelmann_effect" TargetMode="External"/><Relationship Id="rId7" Type="http://schemas.openxmlformats.org/officeDocument/2006/relationships/image" Target="../media/image70.svg"/><Relationship Id="rId12" Type="http://schemas.openxmlformats.org/officeDocument/2006/relationships/image" Target="../media/image75.png"/><Relationship Id="rId2" Type="http://schemas.openxmlformats.org/officeDocument/2006/relationships/hyperlink" Target="https://en.wikipedia.org/wiki/Dunbar%27s_number" TargetMode="External"/><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svg"/><Relationship Id="rId5" Type="http://schemas.openxmlformats.org/officeDocument/2006/relationships/image" Target="../media/image68.svg"/><Relationship Id="rId15" Type="http://schemas.openxmlformats.org/officeDocument/2006/relationships/image" Target="../media/image78.sv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svg"/><Relationship Id="rId14" Type="http://schemas.openxmlformats.org/officeDocument/2006/relationships/image" Target="../media/image77.png"/></Relationships>
</file>

<file path=ppt/slides/_rels/slide12.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77.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6.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0.sv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svg"/><Relationship Id="rId4" Type="http://schemas.openxmlformats.org/officeDocument/2006/relationships/image" Target="../media/image68.svg"/><Relationship Id="rId9" Type="http://schemas.openxmlformats.org/officeDocument/2006/relationships/image" Target="../media/image73.png"/><Relationship Id="rId14" Type="http://schemas.openxmlformats.org/officeDocument/2006/relationships/image" Target="../media/image78.svg"/></Relationships>
</file>

<file path=ppt/slides/_rels/slide13.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86.svg"/><Relationship Id="rId13" Type="http://schemas.openxmlformats.org/officeDocument/2006/relationships/image" Target="../media/image91.png"/><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image" Target="../media/image90.svg"/><Relationship Id="rId2" Type="http://schemas.openxmlformats.org/officeDocument/2006/relationships/hyperlink" Target="https://en.wikipedia.org/wiki/Sapiens:_A_Brief_History_of_Humankind" TargetMode="External"/><Relationship Id="rId1" Type="http://schemas.openxmlformats.org/officeDocument/2006/relationships/slideLayout" Target="../slideLayouts/slideLayout2.xml"/><Relationship Id="rId6" Type="http://schemas.openxmlformats.org/officeDocument/2006/relationships/image" Target="../media/image84.svg"/><Relationship Id="rId11" Type="http://schemas.openxmlformats.org/officeDocument/2006/relationships/image" Target="../media/image89.png"/><Relationship Id="rId5" Type="http://schemas.openxmlformats.org/officeDocument/2006/relationships/image" Target="../media/image83.png"/><Relationship Id="rId10" Type="http://schemas.openxmlformats.org/officeDocument/2006/relationships/image" Target="../media/image88.svg"/><Relationship Id="rId4" Type="http://schemas.openxmlformats.org/officeDocument/2006/relationships/image" Target="../media/image82.svg"/><Relationship Id="rId9" Type="http://schemas.openxmlformats.org/officeDocument/2006/relationships/image" Target="../media/image87.png"/><Relationship Id="rId14" Type="http://schemas.openxmlformats.org/officeDocument/2006/relationships/image" Target="../media/image92.svg"/></Relationships>
</file>

<file path=ppt/slides/_rels/slide15.xml.rels><?xml version="1.0" encoding="UTF-8" standalone="yes"?>
<Relationships xmlns="http://schemas.openxmlformats.org/package/2006/relationships"><Relationship Id="rId8" Type="http://schemas.openxmlformats.org/officeDocument/2006/relationships/image" Target="../media/image86.svg"/><Relationship Id="rId13" Type="http://schemas.openxmlformats.org/officeDocument/2006/relationships/image" Target="../media/image91.png"/><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image" Target="../media/image90.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4.svg"/><Relationship Id="rId11" Type="http://schemas.openxmlformats.org/officeDocument/2006/relationships/image" Target="../media/image89.png"/><Relationship Id="rId5" Type="http://schemas.openxmlformats.org/officeDocument/2006/relationships/image" Target="../media/image83.png"/><Relationship Id="rId10" Type="http://schemas.openxmlformats.org/officeDocument/2006/relationships/image" Target="../media/image88.svg"/><Relationship Id="rId4" Type="http://schemas.openxmlformats.org/officeDocument/2006/relationships/image" Target="../media/image82.svg"/><Relationship Id="rId9" Type="http://schemas.openxmlformats.org/officeDocument/2006/relationships/image" Target="../media/image87.png"/><Relationship Id="rId14" Type="http://schemas.openxmlformats.org/officeDocument/2006/relationships/image" Target="../media/image92.svg"/></Relationships>
</file>

<file path=ppt/slides/_rels/slide16.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3.xml"/><Relationship Id="rId5" Type="http://schemas.openxmlformats.org/officeDocument/2006/relationships/image" Target="../media/image16.sv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svg"/><Relationship Id="rId7" Type="http://schemas.openxmlformats.org/officeDocument/2006/relationships/image" Target="../media/image98.sv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svg"/><Relationship Id="rId4" Type="http://schemas.openxmlformats.org/officeDocument/2006/relationships/image" Target="../media/image95.png"/><Relationship Id="rId9" Type="http://schemas.openxmlformats.org/officeDocument/2006/relationships/image" Target="../media/image100.svg"/></Relationships>
</file>

<file path=ppt/slides/_rels/slide18.xml.rels><?xml version="1.0" encoding="UTF-8" standalone="yes"?>
<Relationships xmlns="http://schemas.openxmlformats.org/package/2006/relationships"><Relationship Id="rId8" Type="http://schemas.openxmlformats.org/officeDocument/2006/relationships/image" Target="../media/image98.sv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96.svg"/><Relationship Id="rId5" Type="http://schemas.openxmlformats.org/officeDocument/2006/relationships/image" Target="../media/image95.png"/><Relationship Id="rId10" Type="http://schemas.openxmlformats.org/officeDocument/2006/relationships/image" Target="../media/image100.svg"/><Relationship Id="rId4" Type="http://schemas.openxmlformats.org/officeDocument/2006/relationships/image" Target="../media/image94.svg"/><Relationship Id="rId9" Type="http://schemas.openxmlformats.org/officeDocument/2006/relationships/image" Target="../media/image99.png"/></Relationships>
</file>

<file path=ppt/slides/_rels/slide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102.svg"/><Relationship Id="rId4" Type="http://schemas.openxmlformats.org/officeDocument/2006/relationships/image" Target="../media/image101.png"/></Relationships>
</file>

<file path=ppt/slides/_rels/slide20.xml.rels><?xml version="1.0" encoding="UTF-8" standalone="yes"?>
<Relationships xmlns="http://schemas.openxmlformats.org/package/2006/relationships"><Relationship Id="rId13" Type="http://schemas.openxmlformats.org/officeDocument/2006/relationships/image" Target="../media/image112.svg"/><Relationship Id="rId18" Type="http://schemas.openxmlformats.org/officeDocument/2006/relationships/image" Target="../media/image117.png"/><Relationship Id="rId26" Type="http://schemas.openxmlformats.org/officeDocument/2006/relationships/image" Target="../media/image125.png"/><Relationship Id="rId3" Type="http://schemas.openxmlformats.org/officeDocument/2006/relationships/image" Target="../media/image16.svg"/><Relationship Id="rId21" Type="http://schemas.openxmlformats.org/officeDocument/2006/relationships/image" Target="../media/image120.svg"/><Relationship Id="rId34" Type="http://schemas.openxmlformats.org/officeDocument/2006/relationships/image" Target="../media/image133.png"/><Relationship Id="rId7" Type="http://schemas.openxmlformats.org/officeDocument/2006/relationships/image" Target="../media/image106.svg"/><Relationship Id="rId12" Type="http://schemas.openxmlformats.org/officeDocument/2006/relationships/image" Target="../media/image111.png"/><Relationship Id="rId17" Type="http://schemas.openxmlformats.org/officeDocument/2006/relationships/image" Target="../media/image116.svg"/><Relationship Id="rId25" Type="http://schemas.openxmlformats.org/officeDocument/2006/relationships/image" Target="../media/image124.svg"/><Relationship Id="rId33" Type="http://schemas.openxmlformats.org/officeDocument/2006/relationships/image" Target="../media/image132.svg"/><Relationship Id="rId2" Type="http://schemas.openxmlformats.org/officeDocument/2006/relationships/image" Target="../media/image15.png"/><Relationship Id="rId16" Type="http://schemas.openxmlformats.org/officeDocument/2006/relationships/image" Target="../media/image115.png"/><Relationship Id="rId20" Type="http://schemas.openxmlformats.org/officeDocument/2006/relationships/image" Target="../media/image119.png"/><Relationship Id="rId29" Type="http://schemas.openxmlformats.org/officeDocument/2006/relationships/image" Target="../media/image128.svg"/><Relationship Id="rId1" Type="http://schemas.openxmlformats.org/officeDocument/2006/relationships/slideLayout" Target="../slideLayouts/slideLayout2.xml"/><Relationship Id="rId6" Type="http://schemas.openxmlformats.org/officeDocument/2006/relationships/image" Target="../media/image105.png"/><Relationship Id="rId11" Type="http://schemas.openxmlformats.org/officeDocument/2006/relationships/image" Target="../media/image110.svg"/><Relationship Id="rId24" Type="http://schemas.openxmlformats.org/officeDocument/2006/relationships/image" Target="../media/image123.png"/><Relationship Id="rId32" Type="http://schemas.openxmlformats.org/officeDocument/2006/relationships/image" Target="../media/image131.png"/><Relationship Id="rId5" Type="http://schemas.openxmlformats.org/officeDocument/2006/relationships/image" Target="../media/image104.svg"/><Relationship Id="rId15" Type="http://schemas.openxmlformats.org/officeDocument/2006/relationships/image" Target="../media/image114.svg"/><Relationship Id="rId23" Type="http://schemas.openxmlformats.org/officeDocument/2006/relationships/image" Target="../media/image122.svg"/><Relationship Id="rId28" Type="http://schemas.openxmlformats.org/officeDocument/2006/relationships/image" Target="../media/image127.png"/><Relationship Id="rId10" Type="http://schemas.openxmlformats.org/officeDocument/2006/relationships/image" Target="../media/image109.png"/><Relationship Id="rId19" Type="http://schemas.openxmlformats.org/officeDocument/2006/relationships/image" Target="../media/image118.svg"/><Relationship Id="rId31" Type="http://schemas.openxmlformats.org/officeDocument/2006/relationships/image" Target="../media/image130.svg"/><Relationship Id="rId4" Type="http://schemas.openxmlformats.org/officeDocument/2006/relationships/image" Target="../media/image103.png"/><Relationship Id="rId9" Type="http://schemas.openxmlformats.org/officeDocument/2006/relationships/image" Target="../media/image108.svg"/><Relationship Id="rId14" Type="http://schemas.openxmlformats.org/officeDocument/2006/relationships/image" Target="../media/image113.png"/><Relationship Id="rId22" Type="http://schemas.openxmlformats.org/officeDocument/2006/relationships/image" Target="../media/image121.png"/><Relationship Id="rId27" Type="http://schemas.openxmlformats.org/officeDocument/2006/relationships/image" Target="../media/image126.svg"/><Relationship Id="rId30" Type="http://schemas.openxmlformats.org/officeDocument/2006/relationships/image" Target="../media/image129.png"/><Relationship Id="rId35" Type="http://schemas.openxmlformats.org/officeDocument/2006/relationships/image" Target="../media/image134.svg"/><Relationship Id="rId8" Type="http://schemas.openxmlformats.org/officeDocument/2006/relationships/image" Target="../media/image107.png"/></Relationships>
</file>

<file path=ppt/slides/_rels/slide21.xml.rels><?xml version="1.0" encoding="UTF-8" standalone="yes"?>
<Relationships xmlns="http://schemas.openxmlformats.org/package/2006/relationships"><Relationship Id="rId13" Type="http://schemas.openxmlformats.org/officeDocument/2006/relationships/image" Target="../media/image110.svg"/><Relationship Id="rId18" Type="http://schemas.openxmlformats.org/officeDocument/2006/relationships/image" Target="../media/image115.png"/><Relationship Id="rId26" Type="http://schemas.openxmlformats.org/officeDocument/2006/relationships/image" Target="../media/image123.png"/><Relationship Id="rId3" Type="http://schemas.openxmlformats.org/officeDocument/2006/relationships/image" Target="../media/image16.svg"/><Relationship Id="rId21" Type="http://schemas.openxmlformats.org/officeDocument/2006/relationships/image" Target="../media/image118.svg"/><Relationship Id="rId34" Type="http://schemas.openxmlformats.org/officeDocument/2006/relationships/image" Target="../media/image131.png"/><Relationship Id="rId7" Type="http://schemas.openxmlformats.org/officeDocument/2006/relationships/image" Target="../media/image106.svg"/><Relationship Id="rId12" Type="http://schemas.openxmlformats.org/officeDocument/2006/relationships/image" Target="../media/image109.png"/><Relationship Id="rId17" Type="http://schemas.openxmlformats.org/officeDocument/2006/relationships/image" Target="../media/image114.svg"/><Relationship Id="rId25" Type="http://schemas.openxmlformats.org/officeDocument/2006/relationships/image" Target="../media/image122.svg"/><Relationship Id="rId33" Type="http://schemas.openxmlformats.org/officeDocument/2006/relationships/image" Target="../media/image130.svg"/><Relationship Id="rId2" Type="http://schemas.openxmlformats.org/officeDocument/2006/relationships/image" Target="../media/image15.png"/><Relationship Id="rId16" Type="http://schemas.openxmlformats.org/officeDocument/2006/relationships/image" Target="../media/image113.png"/><Relationship Id="rId20" Type="http://schemas.openxmlformats.org/officeDocument/2006/relationships/image" Target="../media/image117.png"/><Relationship Id="rId29" Type="http://schemas.openxmlformats.org/officeDocument/2006/relationships/image" Target="../media/image126.svg"/><Relationship Id="rId1" Type="http://schemas.openxmlformats.org/officeDocument/2006/relationships/slideLayout" Target="../slideLayouts/slideLayout6.xml"/><Relationship Id="rId6" Type="http://schemas.openxmlformats.org/officeDocument/2006/relationships/image" Target="../media/image105.png"/><Relationship Id="rId11" Type="http://schemas.openxmlformats.org/officeDocument/2006/relationships/image" Target="../media/image134.svg"/><Relationship Id="rId24" Type="http://schemas.openxmlformats.org/officeDocument/2006/relationships/image" Target="../media/image121.png"/><Relationship Id="rId32" Type="http://schemas.openxmlformats.org/officeDocument/2006/relationships/image" Target="../media/image129.png"/><Relationship Id="rId5" Type="http://schemas.openxmlformats.org/officeDocument/2006/relationships/image" Target="../media/image104.svg"/><Relationship Id="rId15" Type="http://schemas.openxmlformats.org/officeDocument/2006/relationships/image" Target="../media/image112.svg"/><Relationship Id="rId23" Type="http://schemas.openxmlformats.org/officeDocument/2006/relationships/image" Target="../media/image120.svg"/><Relationship Id="rId28" Type="http://schemas.openxmlformats.org/officeDocument/2006/relationships/image" Target="../media/image125.png"/><Relationship Id="rId10" Type="http://schemas.openxmlformats.org/officeDocument/2006/relationships/image" Target="../media/image133.png"/><Relationship Id="rId19" Type="http://schemas.openxmlformats.org/officeDocument/2006/relationships/image" Target="../media/image116.svg"/><Relationship Id="rId31" Type="http://schemas.openxmlformats.org/officeDocument/2006/relationships/image" Target="../media/image128.svg"/><Relationship Id="rId4" Type="http://schemas.openxmlformats.org/officeDocument/2006/relationships/image" Target="../media/image103.png"/><Relationship Id="rId9" Type="http://schemas.openxmlformats.org/officeDocument/2006/relationships/image" Target="../media/image108.svg"/><Relationship Id="rId14" Type="http://schemas.openxmlformats.org/officeDocument/2006/relationships/image" Target="../media/image111.png"/><Relationship Id="rId22" Type="http://schemas.openxmlformats.org/officeDocument/2006/relationships/image" Target="../media/image119.png"/><Relationship Id="rId27" Type="http://schemas.openxmlformats.org/officeDocument/2006/relationships/image" Target="../media/image124.svg"/><Relationship Id="rId30" Type="http://schemas.openxmlformats.org/officeDocument/2006/relationships/image" Target="../media/image127.png"/><Relationship Id="rId35" Type="http://schemas.openxmlformats.org/officeDocument/2006/relationships/image" Target="../media/image132.svg"/><Relationship Id="rId8" Type="http://schemas.openxmlformats.org/officeDocument/2006/relationships/image" Target="../media/image107.png"/></Relationships>
</file>

<file path=ppt/slides/_rels/slide22.xml.rels><?xml version="1.0" encoding="UTF-8" standalone="yes"?>
<Relationships xmlns="http://schemas.openxmlformats.org/package/2006/relationships"><Relationship Id="rId3" Type="http://schemas.openxmlformats.org/officeDocument/2006/relationships/image" Target="../media/image136.svg"/><Relationship Id="rId2" Type="http://schemas.openxmlformats.org/officeDocument/2006/relationships/image" Target="../media/image135.png"/><Relationship Id="rId1" Type="http://schemas.openxmlformats.org/officeDocument/2006/relationships/slideLayout" Target="../slideLayouts/slideLayout3.xml"/><Relationship Id="rId5" Type="http://schemas.openxmlformats.org/officeDocument/2006/relationships/image" Target="../media/image138.svg"/><Relationship Id="rId4" Type="http://schemas.openxmlformats.org/officeDocument/2006/relationships/image" Target="../media/image137.png"/></Relationships>
</file>

<file path=ppt/slides/_rels/slide23.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150.svg"/><Relationship Id="rId3" Type="http://schemas.openxmlformats.org/officeDocument/2006/relationships/image" Target="../media/image140.svg"/><Relationship Id="rId7" Type="http://schemas.openxmlformats.org/officeDocument/2006/relationships/image" Target="../media/image144.svg"/><Relationship Id="rId12" Type="http://schemas.openxmlformats.org/officeDocument/2006/relationships/image" Target="../media/image149.png"/><Relationship Id="rId2"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43.png"/><Relationship Id="rId11" Type="http://schemas.openxmlformats.org/officeDocument/2006/relationships/image" Target="../media/image148.svg"/><Relationship Id="rId5" Type="http://schemas.openxmlformats.org/officeDocument/2006/relationships/image" Target="../media/image142.svg"/><Relationship Id="rId10" Type="http://schemas.openxmlformats.org/officeDocument/2006/relationships/image" Target="../media/image147.png"/><Relationship Id="rId4" Type="http://schemas.openxmlformats.org/officeDocument/2006/relationships/image" Target="../media/image141.png"/><Relationship Id="rId9" Type="http://schemas.openxmlformats.org/officeDocument/2006/relationships/image" Target="../media/image146.svg"/></Relationships>
</file>

<file path=ppt/slides/_rels/slide24.xml.rels><?xml version="1.0" encoding="UTF-8" standalone="yes"?>
<Relationships xmlns="http://schemas.openxmlformats.org/package/2006/relationships"><Relationship Id="rId8" Type="http://schemas.openxmlformats.org/officeDocument/2006/relationships/image" Target="../media/image144.svg"/><Relationship Id="rId13" Type="http://schemas.openxmlformats.org/officeDocument/2006/relationships/image" Target="../media/image149.png"/><Relationship Id="rId3" Type="http://schemas.openxmlformats.org/officeDocument/2006/relationships/image" Target="../media/image139.png"/><Relationship Id="rId7" Type="http://schemas.openxmlformats.org/officeDocument/2006/relationships/image" Target="../media/image143.png"/><Relationship Id="rId12" Type="http://schemas.openxmlformats.org/officeDocument/2006/relationships/image" Target="../media/image148.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42.svg"/><Relationship Id="rId11" Type="http://schemas.openxmlformats.org/officeDocument/2006/relationships/image" Target="../media/image147.png"/><Relationship Id="rId5" Type="http://schemas.openxmlformats.org/officeDocument/2006/relationships/image" Target="../media/image141.png"/><Relationship Id="rId10" Type="http://schemas.openxmlformats.org/officeDocument/2006/relationships/image" Target="../media/image146.svg"/><Relationship Id="rId4" Type="http://schemas.openxmlformats.org/officeDocument/2006/relationships/image" Target="../media/image140.svg"/><Relationship Id="rId9" Type="http://schemas.openxmlformats.org/officeDocument/2006/relationships/image" Target="../media/image145.png"/><Relationship Id="rId14" Type="http://schemas.openxmlformats.org/officeDocument/2006/relationships/image" Target="../media/image150.svg"/></Relationships>
</file>

<file path=ppt/slides/_rels/slide2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152.svg"/><Relationship Id="rId4" Type="http://schemas.openxmlformats.org/officeDocument/2006/relationships/image" Target="../media/image151.png"/></Relationships>
</file>

<file path=ppt/slides/_rels/slide26.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4.svg"/><Relationship Id="rId3" Type="http://schemas.openxmlformats.org/officeDocument/2006/relationships/image" Target="../media/image154.svg"/><Relationship Id="rId7" Type="http://schemas.openxmlformats.org/officeDocument/2006/relationships/image" Target="../media/image158.svg"/><Relationship Id="rId12" Type="http://schemas.openxmlformats.org/officeDocument/2006/relationships/image" Target="../media/image163.png"/><Relationship Id="rId2"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57.png"/><Relationship Id="rId11" Type="http://schemas.openxmlformats.org/officeDocument/2006/relationships/image" Target="../media/image162.svg"/><Relationship Id="rId5" Type="http://schemas.openxmlformats.org/officeDocument/2006/relationships/image" Target="../media/image156.sv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svg"/></Relationships>
</file>

<file path=ppt/slides/_rels/slide27.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4.svg"/><Relationship Id="rId3" Type="http://schemas.openxmlformats.org/officeDocument/2006/relationships/image" Target="../media/image154.svg"/><Relationship Id="rId7" Type="http://schemas.openxmlformats.org/officeDocument/2006/relationships/image" Target="../media/image158.svg"/><Relationship Id="rId12" Type="http://schemas.openxmlformats.org/officeDocument/2006/relationships/image" Target="../media/image163.png"/><Relationship Id="rId2" Type="http://schemas.openxmlformats.org/officeDocument/2006/relationships/image" Target="../media/image153.png"/><Relationship Id="rId1" Type="http://schemas.openxmlformats.org/officeDocument/2006/relationships/slideLayout" Target="../slideLayouts/slideLayout6.xml"/><Relationship Id="rId6" Type="http://schemas.openxmlformats.org/officeDocument/2006/relationships/image" Target="../media/image157.png"/><Relationship Id="rId11" Type="http://schemas.openxmlformats.org/officeDocument/2006/relationships/image" Target="../media/image162.svg"/><Relationship Id="rId5" Type="http://schemas.openxmlformats.org/officeDocument/2006/relationships/image" Target="../media/image156.sv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pic>
        <p:nvPicPr>
          <p:cNvPr id="7" name="Graphique 6" descr="Employée de bureau avec un remplissage uni">
            <a:extLst>
              <a:ext uri="{FF2B5EF4-FFF2-40B4-BE49-F238E27FC236}">
                <a16:creationId xmlns:a16="http://schemas.microsoft.com/office/drawing/2014/main" id="{2C933C7A-4F4C-4286-9823-56C7FBE607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46406" y="3211831"/>
            <a:ext cx="1383965" cy="1383965"/>
          </a:xfrm>
          <a:prstGeom prst="rect">
            <a:avLst/>
          </a:prstGeom>
        </p:spPr>
      </p:pic>
      <p:pic>
        <p:nvPicPr>
          <p:cNvPr id="8" name="Graphique 7" descr="Femme agricultrice avec un remplissage uni">
            <a:extLst>
              <a:ext uri="{FF2B5EF4-FFF2-40B4-BE49-F238E27FC236}">
                <a16:creationId xmlns:a16="http://schemas.microsoft.com/office/drawing/2014/main" id="{791885E1-7515-45CB-9E4F-60DAF2C605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5518" y="4676485"/>
            <a:ext cx="1015639" cy="1015639"/>
          </a:xfrm>
          <a:prstGeom prst="rect">
            <a:avLst/>
          </a:prstGeom>
        </p:spPr>
      </p:pic>
      <p:pic>
        <p:nvPicPr>
          <p:cNvPr id="9" name="Graphique 8" descr="Femme DJ avec un remplissage uni">
            <a:extLst>
              <a:ext uri="{FF2B5EF4-FFF2-40B4-BE49-F238E27FC236}">
                <a16:creationId xmlns:a16="http://schemas.microsoft.com/office/drawing/2014/main" id="{1C0F143C-2797-4032-8373-B36E918873A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8854" y="3550054"/>
            <a:ext cx="1015638" cy="1015638"/>
          </a:xfrm>
          <a:prstGeom prst="rect">
            <a:avLst/>
          </a:prstGeom>
        </p:spPr>
      </p:pic>
      <p:pic>
        <p:nvPicPr>
          <p:cNvPr id="10" name="Graphique 9" descr="Retour avec un remplissage uni">
            <a:extLst>
              <a:ext uri="{FF2B5EF4-FFF2-40B4-BE49-F238E27FC236}">
                <a16:creationId xmlns:a16="http://schemas.microsoft.com/office/drawing/2014/main" id="{D6578A0E-D76D-40CD-88AC-3E6B20C2864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416422">
            <a:off x="2523277" y="3064895"/>
            <a:ext cx="1530819" cy="1530819"/>
          </a:xfrm>
          <a:prstGeom prst="rect">
            <a:avLst/>
          </a:prstGeom>
        </p:spPr>
      </p:pic>
      <p:pic>
        <p:nvPicPr>
          <p:cNvPr id="11" name="Graphique 10" descr="Retour avec un remplissage uni">
            <a:extLst>
              <a:ext uri="{FF2B5EF4-FFF2-40B4-BE49-F238E27FC236}">
                <a16:creationId xmlns:a16="http://schemas.microsoft.com/office/drawing/2014/main" id="{C79A2D0A-5F35-473E-BD13-B509172E760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9347402" flipH="1">
            <a:off x="4229190" y="4099983"/>
            <a:ext cx="1525264" cy="1530819"/>
          </a:xfrm>
          <a:prstGeom prst="rect">
            <a:avLst/>
          </a:prstGeom>
        </p:spPr>
      </p:pic>
      <p:sp>
        <p:nvSpPr>
          <p:cNvPr id="2" name="Bulle narrative : ronde 1">
            <a:extLst>
              <a:ext uri="{FF2B5EF4-FFF2-40B4-BE49-F238E27FC236}">
                <a16:creationId xmlns:a16="http://schemas.microsoft.com/office/drawing/2014/main" id="{7E40416F-F001-49CA-89A7-35C1F427BFD8}"/>
              </a:ext>
            </a:extLst>
          </p:cNvPr>
          <p:cNvSpPr/>
          <p:nvPr/>
        </p:nvSpPr>
        <p:spPr>
          <a:xfrm>
            <a:off x="1183962" y="2541759"/>
            <a:ext cx="3159438" cy="1015638"/>
          </a:xfrm>
          <a:prstGeom prst="wedgeEllipseCallout">
            <a:avLst>
              <a:gd name="adj1" fmla="val -10041"/>
              <a:gd name="adj2" fmla="val 7215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want to join more community activities because I know cool people doing it !</a:t>
            </a:r>
          </a:p>
        </p:txBody>
      </p:sp>
      <p:sp>
        <p:nvSpPr>
          <p:cNvPr id="14" name="Phylactère : pensées 13">
            <a:extLst>
              <a:ext uri="{FF2B5EF4-FFF2-40B4-BE49-F238E27FC236}">
                <a16:creationId xmlns:a16="http://schemas.microsoft.com/office/drawing/2014/main" id="{6E360328-3C11-4977-A143-4349D4596270}"/>
              </a:ext>
            </a:extLst>
          </p:cNvPr>
          <p:cNvSpPr/>
          <p:nvPr/>
        </p:nvSpPr>
        <p:spPr>
          <a:xfrm>
            <a:off x="4223260" y="3464394"/>
            <a:ext cx="3159438" cy="1015638"/>
          </a:xfrm>
          <a:prstGeom prst="cloudCallout">
            <a:avLst>
              <a:gd name="adj1" fmla="val 7807"/>
              <a:gd name="adj2" fmla="val 6906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I’m leaving because my friends left</a:t>
            </a:r>
          </a:p>
        </p:txBody>
      </p:sp>
      <p:sp>
        <p:nvSpPr>
          <p:cNvPr id="15" name="Bulle narrative : ronde 14">
            <a:extLst>
              <a:ext uri="{FF2B5EF4-FFF2-40B4-BE49-F238E27FC236}">
                <a16:creationId xmlns:a16="http://schemas.microsoft.com/office/drawing/2014/main" id="{70D11DBD-1A82-4F6F-A9AF-B817A72A202F}"/>
              </a:ext>
            </a:extLst>
          </p:cNvPr>
          <p:cNvSpPr/>
          <p:nvPr/>
        </p:nvSpPr>
        <p:spPr>
          <a:xfrm>
            <a:off x="7446406" y="2465123"/>
            <a:ext cx="3159438" cy="746708"/>
          </a:xfrm>
          <a:prstGeom prst="wedgeEllipseCallout">
            <a:avLst>
              <a:gd name="adj1" fmla="val -18559"/>
              <a:gd name="adj2" fmla="val 6465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I’m not really staying for the activities, but mostly for people.</a:t>
            </a:r>
          </a:p>
        </p:txBody>
      </p:sp>
      <p:pic>
        <p:nvPicPr>
          <p:cNvPr id="6" name="Graphique 5" descr="Centre d’appels avec un remplissage uni">
            <a:extLst>
              <a:ext uri="{FF2B5EF4-FFF2-40B4-BE49-F238E27FC236}">
                <a16:creationId xmlns:a16="http://schemas.microsoft.com/office/drawing/2014/main" id="{D417164E-64FA-4507-A086-DCF68CF68CB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05835" y="4948009"/>
            <a:ext cx="1185730" cy="1185730"/>
          </a:xfrm>
          <a:prstGeom prst="rect">
            <a:avLst/>
          </a:prstGeom>
        </p:spPr>
      </p:pic>
      <p:sp>
        <p:nvSpPr>
          <p:cNvPr id="16" name="Bulle narrative : ronde 15">
            <a:extLst>
              <a:ext uri="{FF2B5EF4-FFF2-40B4-BE49-F238E27FC236}">
                <a16:creationId xmlns:a16="http://schemas.microsoft.com/office/drawing/2014/main" id="{A34D3C01-21DD-4DA5-94F7-21C1FB421045}"/>
              </a:ext>
            </a:extLst>
          </p:cNvPr>
          <p:cNvSpPr/>
          <p:nvPr/>
        </p:nvSpPr>
        <p:spPr>
          <a:xfrm>
            <a:off x="9068720" y="3464394"/>
            <a:ext cx="2278684" cy="1445155"/>
          </a:xfrm>
          <a:prstGeom prst="wedgeEllipseCallout">
            <a:avLst>
              <a:gd name="adj1" fmla="val -18559"/>
              <a:gd name="adj2" fmla="val 6465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Links and people are not the number one motivation to me, I’m in this community because of the activity</a:t>
            </a:r>
          </a:p>
        </p:txBody>
      </p:sp>
    </p:spTree>
    <p:extLst>
      <p:ext uri="{BB962C8B-B14F-4D97-AF65-F5344CB8AC3E}">
        <p14:creationId xmlns:p14="http://schemas.microsoft.com/office/powerpoint/2010/main" val="924330635"/>
      </p:ext>
    </p:extLst>
  </p:cSld>
  <p:clrMapOvr>
    <a:masterClrMapping/>
  </p:clrMapOvr>
  <mc:AlternateContent xmlns:mc="http://schemas.openxmlformats.org/markup-compatibility/2006" xmlns:p14="http://schemas.microsoft.com/office/powerpoint/2010/main">
    <mc:Choice Requires="p14">
      <p:transition spd="slow" p14:dur="2000" advTm="41514"/>
    </mc:Choice>
    <mc:Fallback xmlns="">
      <p:transition spd="slow" advTm="4151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Challenge P12</a:t>
            </a:r>
            <a:br>
              <a:rPr lang="en-US" dirty="0"/>
            </a:br>
            <a:r>
              <a:rPr lang="en-US" dirty="0"/>
              <a:t>Look beyond Individual Engagement : </a:t>
            </a:r>
            <a:br>
              <a:rPr lang="en-US" dirty="0"/>
            </a:br>
            <a:r>
              <a:rPr lang="en-US" dirty="0"/>
              <a:t>Assess the importance of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467867" y="2102548"/>
            <a:ext cx="5799767" cy="3831527"/>
          </a:xfrm>
        </p:spPr>
        <p:txBody>
          <a:bodyPr>
            <a:normAutofit fontScale="62500" lnSpcReduction="20000"/>
          </a:bodyPr>
          <a:lstStyle/>
          <a:p>
            <a:pPr marL="0" indent="0">
              <a:buNone/>
            </a:pPr>
            <a:r>
              <a:rPr lang="en-US" dirty="0"/>
              <a:t>Link, here used as a word for “</a:t>
            </a:r>
            <a:r>
              <a:rPr lang="en-US" i="1" dirty="0"/>
              <a:t>quality of relationship between two members</a:t>
            </a:r>
            <a:r>
              <a:rPr lang="en-US" dirty="0"/>
              <a:t>”, can often (but not always) be mentioned as a key engagement factor in a Community.</a:t>
            </a:r>
          </a:p>
          <a:p>
            <a:pPr marL="0" indent="0">
              <a:buNone/>
            </a:pPr>
            <a:endParaRPr lang="en-US" dirty="0"/>
          </a:p>
          <a:p>
            <a:pPr marL="0" indent="0">
              <a:buNone/>
            </a:pPr>
            <a:r>
              <a:rPr lang="en-US" dirty="0"/>
              <a:t>Increase, Decrease, or Resilience of an average Engagement level in a Community can be strongly or weakly correlated to link between members. </a:t>
            </a:r>
          </a:p>
          <a:p>
            <a:pPr marL="0" indent="0">
              <a:buNone/>
            </a:pPr>
            <a:endParaRPr lang="en-US" dirty="0"/>
          </a:p>
          <a:p>
            <a:pPr marL="0" indent="0">
              <a:buNone/>
            </a:pPr>
            <a:r>
              <a:rPr lang="en-US" dirty="0"/>
              <a:t>One additional challenge for Community boosters is to identify how much “link” is important in Community Engagement. This data will help prioritize or design community activities.</a:t>
            </a:r>
          </a:p>
          <a:p>
            <a:pPr marL="0" indent="0">
              <a:buNone/>
            </a:pPr>
            <a:endParaRPr lang="en-US" dirty="0"/>
          </a:p>
          <a:p>
            <a:pPr marL="0" indent="0">
              <a:buNone/>
            </a:pPr>
            <a:endParaRPr lang="en-US" dirty="0"/>
          </a:p>
        </p:txBody>
      </p:sp>
      <p:grpSp>
        <p:nvGrpSpPr>
          <p:cNvPr id="10" name="Groupe 9">
            <a:extLst>
              <a:ext uri="{FF2B5EF4-FFF2-40B4-BE49-F238E27FC236}">
                <a16:creationId xmlns:a16="http://schemas.microsoft.com/office/drawing/2014/main" id="{2EF88D1D-E0B2-4FF2-88EF-5B7E566D8D79}"/>
              </a:ext>
            </a:extLst>
          </p:cNvPr>
          <p:cNvGrpSpPr/>
          <p:nvPr/>
        </p:nvGrpSpPr>
        <p:grpSpPr>
          <a:xfrm>
            <a:off x="7088786" y="2986125"/>
            <a:ext cx="4093664" cy="3518598"/>
            <a:chOff x="7088786" y="2986125"/>
            <a:chExt cx="4093664" cy="3518598"/>
          </a:xfrm>
        </p:grpSpPr>
        <p:pic>
          <p:nvPicPr>
            <p:cNvPr id="13" name="Graphique 12" descr="Femme DJ avec un remplissage uni">
              <a:extLst>
                <a:ext uri="{FF2B5EF4-FFF2-40B4-BE49-F238E27FC236}">
                  <a16:creationId xmlns:a16="http://schemas.microsoft.com/office/drawing/2014/main" id="{224F2A37-ECEF-4C0D-ADB5-00AE870454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8786" y="4526690"/>
              <a:ext cx="750396" cy="750396"/>
            </a:xfrm>
            <a:prstGeom prst="rect">
              <a:avLst/>
            </a:prstGeom>
          </p:spPr>
        </p:pic>
        <p:pic>
          <p:nvPicPr>
            <p:cNvPr id="15" name="Graphique 14" descr="Femme DJ avec un remplissage uni">
              <a:extLst>
                <a:ext uri="{FF2B5EF4-FFF2-40B4-BE49-F238E27FC236}">
                  <a16:creationId xmlns:a16="http://schemas.microsoft.com/office/drawing/2014/main" id="{66851860-1873-4A5E-B724-672BBF1EE3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7780" y="5255962"/>
              <a:ext cx="750396" cy="750396"/>
            </a:xfrm>
            <a:prstGeom prst="rect">
              <a:avLst/>
            </a:prstGeom>
          </p:spPr>
        </p:pic>
        <p:pic>
          <p:nvPicPr>
            <p:cNvPr id="16" name="Graphique 15" descr="Femme DJ avec un remplissage uni">
              <a:extLst>
                <a:ext uri="{FF2B5EF4-FFF2-40B4-BE49-F238E27FC236}">
                  <a16:creationId xmlns:a16="http://schemas.microsoft.com/office/drawing/2014/main" id="{4158EEFB-A16D-4C12-9868-C51618E1FC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2243" y="5398088"/>
              <a:ext cx="750396" cy="750396"/>
            </a:xfrm>
            <a:prstGeom prst="rect">
              <a:avLst/>
            </a:prstGeom>
          </p:spPr>
        </p:pic>
        <p:pic>
          <p:nvPicPr>
            <p:cNvPr id="17" name="Graphique 16" descr="Femme DJ avec un remplissage uni">
              <a:extLst>
                <a:ext uri="{FF2B5EF4-FFF2-40B4-BE49-F238E27FC236}">
                  <a16:creationId xmlns:a16="http://schemas.microsoft.com/office/drawing/2014/main" id="{5BC227C2-D615-4F19-8A74-7D70C1B74D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7241" y="4685610"/>
              <a:ext cx="750396" cy="750396"/>
            </a:xfrm>
            <a:prstGeom prst="rect">
              <a:avLst/>
            </a:prstGeom>
          </p:spPr>
        </p:pic>
        <p:pic>
          <p:nvPicPr>
            <p:cNvPr id="18" name="Graphique 17" descr="Femme DJ avec un remplissage uni">
              <a:extLst>
                <a:ext uri="{FF2B5EF4-FFF2-40B4-BE49-F238E27FC236}">
                  <a16:creationId xmlns:a16="http://schemas.microsoft.com/office/drawing/2014/main" id="{D64FC978-8B8E-46FA-9A3F-9B5758D4C0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53733" y="5041849"/>
              <a:ext cx="750396" cy="750396"/>
            </a:xfrm>
            <a:prstGeom prst="rect">
              <a:avLst/>
            </a:prstGeom>
          </p:spPr>
        </p:pic>
        <p:pic>
          <p:nvPicPr>
            <p:cNvPr id="21" name="Graphique 20" descr="Femme DJ avec un remplissage uni">
              <a:extLst>
                <a:ext uri="{FF2B5EF4-FFF2-40B4-BE49-F238E27FC236}">
                  <a16:creationId xmlns:a16="http://schemas.microsoft.com/office/drawing/2014/main" id="{F27961AF-B500-4C0B-9986-95700F847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98531" y="5754327"/>
              <a:ext cx="750396" cy="750396"/>
            </a:xfrm>
            <a:prstGeom prst="rect">
              <a:avLst/>
            </a:prstGeom>
          </p:spPr>
        </p:pic>
        <p:pic>
          <p:nvPicPr>
            <p:cNvPr id="23" name="Graphique 22" descr="Retour avec un remplissage uni">
              <a:extLst>
                <a:ext uri="{FF2B5EF4-FFF2-40B4-BE49-F238E27FC236}">
                  <a16:creationId xmlns:a16="http://schemas.microsoft.com/office/drawing/2014/main" id="{F4EB7807-75F1-45C4-A607-7B65B19EC7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237069">
              <a:off x="7808957" y="4340927"/>
              <a:ext cx="1530819" cy="1530819"/>
            </a:xfrm>
            <a:prstGeom prst="rect">
              <a:avLst/>
            </a:prstGeom>
          </p:spPr>
        </p:pic>
        <p:pic>
          <p:nvPicPr>
            <p:cNvPr id="25" name="Graphique 24" descr="Retour avec un remplissage uni">
              <a:extLst>
                <a:ext uri="{FF2B5EF4-FFF2-40B4-BE49-F238E27FC236}">
                  <a16:creationId xmlns:a16="http://schemas.microsoft.com/office/drawing/2014/main" id="{5B6070F3-0577-4344-A850-8C52098FD2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370922">
              <a:off x="7599495" y="3313234"/>
              <a:ext cx="1570460" cy="1570460"/>
            </a:xfrm>
            <a:prstGeom prst="rect">
              <a:avLst/>
            </a:prstGeom>
          </p:spPr>
        </p:pic>
        <p:pic>
          <p:nvPicPr>
            <p:cNvPr id="3" name="Graphique 2" descr="Disque optique avec un remplissage uni">
              <a:extLst>
                <a:ext uri="{FF2B5EF4-FFF2-40B4-BE49-F238E27FC236}">
                  <a16:creationId xmlns:a16="http://schemas.microsoft.com/office/drawing/2014/main" id="{492B0994-C496-46EC-B194-75F1D5DFC2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50041" y="3200858"/>
              <a:ext cx="914400" cy="914400"/>
            </a:xfrm>
            <a:prstGeom prst="rect">
              <a:avLst/>
            </a:prstGeom>
          </p:spPr>
        </p:pic>
        <p:pic>
          <p:nvPicPr>
            <p:cNvPr id="8" name="Graphique 7" descr="Gramophone avec un remplissage uni">
              <a:extLst>
                <a:ext uri="{FF2B5EF4-FFF2-40B4-BE49-F238E27FC236}">
                  <a16:creationId xmlns:a16="http://schemas.microsoft.com/office/drawing/2014/main" id="{D7FF2A64-D19E-4D19-91BF-BC5946B30B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68050" y="2986125"/>
              <a:ext cx="914400" cy="914400"/>
            </a:xfrm>
            <a:prstGeom prst="rect">
              <a:avLst/>
            </a:prstGeom>
          </p:spPr>
        </p:pic>
      </p:grpSp>
      <p:sp>
        <p:nvSpPr>
          <p:cNvPr id="27" name="Espace réservé du contenu 5">
            <a:extLst>
              <a:ext uri="{FF2B5EF4-FFF2-40B4-BE49-F238E27FC236}">
                <a16:creationId xmlns:a16="http://schemas.microsoft.com/office/drawing/2014/main" id="{6B76FBE8-8B44-404A-9263-D3E03517DEA3}"/>
              </a:ext>
            </a:extLst>
          </p:cNvPr>
          <p:cNvSpPr txBox="1">
            <a:spLocks/>
          </p:cNvSpPr>
          <p:nvPr/>
        </p:nvSpPr>
        <p:spPr>
          <a:xfrm>
            <a:off x="7088786" y="2331310"/>
            <a:ext cx="4637457" cy="7503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Engagement related to content vs engagement related to link</a:t>
            </a:r>
          </a:p>
          <a:p>
            <a:pPr marL="0" indent="0" algn="ctr">
              <a:buFont typeface="Arial" panose="020B0604020202020204" pitchFamily="34" charset="0"/>
              <a:buNone/>
            </a:pPr>
            <a:endParaRPr lang="en-US" sz="1800" dirty="0"/>
          </a:p>
        </p:txBody>
      </p:sp>
    </p:spTree>
    <p:extLst>
      <p:ext uri="{BB962C8B-B14F-4D97-AF65-F5344CB8AC3E}">
        <p14:creationId xmlns:p14="http://schemas.microsoft.com/office/powerpoint/2010/main" val="4077820678"/>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lnSpcReduction="1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lnSpcReduction="10000"/>
          </a:bodyPr>
          <a:lstStyle/>
          <a:p>
            <a:pPr marL="0" indent="0">
              <a:buNone/>
            </a:pPr>
            <a:r>
              <a:rPr lang="en-US" noProof="1"/>
              <a:t>What would you say about the importance of links between members in your Community (for your members) ?</a:t>
            </a:r>
          </a:p>
          <a:p>
            <a:pPr marL="0" indent="0">
              <a:buNone/>
            </a:pPr>
            <a:endParaRPr lang="en-US" noProof="1"/>
          </a:p>
          <a:p>
            <a:pPr marL="0" indent="0">
              <a:buNone/>
            </a:pPr>
            <a:r>
              <a:rPr lang="en-US" noProof="1"/>
              <a:t>How strongly is link correlated to engagement ? What examples do you have ?</a:t>
            </a:r>
          </a:p>
          <a:p>
            <a:pPr marL="0" indent="0">
              <a:buNone/>
            </a:pPr>
            <a:endParaRPr lang="en-US" noProof="1"/>
          </a:p>
        </p:txBody>
      </p:sp>
      <p:grpSp>
        <p:nvGrpSpPr>
          <p:cNvPr id="14" name="Groupe 13">
            <a:extLst>
              <a:ext uri="{FF2B5EF4-FFF2-40B4-BE49-F238E27FC236}">
                <a16:creationId xmlns:a16="http://schemas.microsoft.com/office/drawing/2014/main" id="{AF4B810C-0209-4172-ACE6-A747E23BB076}"/>
              </a:ext>
            </a:extLst>
          </p:cNvPr>
          <p:cNvGrpSpPr/>
          <p:nvPr/>
        </p:nvGrpSpPr>
        <p:grpSpPr>
          <a:xfrm>
            <a:off x="1415955" y="2565813"/>
            <a:ext cx="4093664" cy="3518598"/>
            <a:chOff x="7088786" y="2986125"/>
            <a:chExt cx="4093664" cy="3518598"/>
          </a:xfrm>
        </p:grpSpPr>
        <p:pic>
          <p:nvPicPr>
            <p:cNvPr id="15" name="Graphique 14" descr="Femme DJ avec un remplissage uni">
              <a:extLst>
                <a:ext uri="{FF2B5EF4-FFF2-40B4-BE49-F238E27FC236}">
                  <a16:creationId xmlns:a16="http://schemas.microsoft.com/office/drawing/2014/main" id="{C4E59C2A-ED92-4A5C-9525-A37FE78A77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88786" y="4526690"/>
              <a:ext cx="750396" cy="750396"/>
            </a:xfrm>
            <a:prstGeom prst="rect">
              <a:avLst/>
            </a:prstGeom>
          </p:spPr>
        </p:pic>
        <p:pic>
          <p:nvPicPr>
            <p:cNvPr id="16" name="Graphique 15" descr="Femme DJ avec un remplissage uni">
              <a:extLst>
                <a:ext uri="{FF2B5EF4-FFF2-40B4-BE49-F238E27FC236}">
                  <a16:creationId xmlns:a16="http://schemas.microsoft.com/office/drawing/2014/main" id="{28FDCF15-2336-43C9-B563-F90D3F0875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27780" y="5255962"/>
              <a:ext cx="750396" cy="750396"/>
            </a:xfrm>
            <a:prstGeom prst="rect">
              <a:avLst/>
            </a:prstGeom>
          </p:spPr>
        </p:pic>
        <p:pic>
          <p:nvPicPr>
            <p:cNvPr id="17" name="Graphique 16" descr="Femme DJ avec un remplissage uni">
              <a:extLst>
                <a:ext uri="{FF2B5EF4-FFF2-40B4-BE49-F238E27FC236}">
                  <a16:creationId xmlns:a16="http://schemas.microsoft.com/office/drawing/2014/main" id="{7290659A-90B7-4356-AC64-E88D0DF6D2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32243" y="5398088"/>
              <a:ext cx="750396" cy="750396"/>
            </a:xfrm>
            <a:prstGeom prst="rect">
              <a:avLst/>
            </a:prstGeom>
          </p:spPr>
        </p:pic>
        <p:pic>
          <p:nvPicPr>
            <p:cNvPr id="18" name="Graphique 17" descr="Femme DJ avec un remplissage uni">
              <a:extLst>
                <a:ext uri="{FF2B5EF4-FFF2-40B4-BE49-F238E27FC236}">
                  <a16:creationId xmlns:a16="http://schemas.microsoft.com/office/drawing/2014/main" id="{C7EFC0DE-DD6B-4546-9BFD-3CC45A4BFA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07241" y="4685610"/>
              <a:ext cx="750396" cy="750396"/>
            </a:xfrm>
            <a:prstGeom prst="rect">
              <a:avLst/>
            </a:prstGeom>
          </p:spPr>
        </p:pic>
        <p:pic>
          <p:nvPicPr>
            <p:cNvPr id="19" name="Graphique 18" descr="Femme DJ avec un remplissage uni">
              <a:extLst>
                <a:ext uri="{FF2B5EF4-FFF2-40B4-BE49-F238E27FC236}">
                  <a16:creationId xmlns:a16="http://schemas.microsoft.com/office/drawing/2014/main" id="{CFC9B7CF-F360-4659-9082-A5468E98C6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53733" y="5041849"/>
              <a:ext cx="750396" cy="750396"/>
            </a:xfrm>
            <a:prstGeom prst="rect">
              <a:avLst/>
            </a:prstGeom>
          </p:spPr>
        </p:pic>
        <p:pic>
          <p:nvPicPr>
            <p:cNvPr id="20" name="Graphique 19" descr="Femme DJ avec un remplissage uni">
              <a:extLst>
                <a:ext uri="{FF2B5EF4-FFF2-40B4-BE49-F238E27FC236}">
                  <a16:creationId xmlns:a16="http://schemas.microsoft.com/office/drawing/2014/main" id="{1C0396ED-798A-47EF-98FD-6134233492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98531" y="5754327"/>
              <a:ext cx="750396" cy="750396"/>
            </a:xfrm>
            <a:prstGeom prst="rect">
              <a:avLst/>
            </a:prstGeom>
          </p:spPr>
        </p:pic>
        <p:pic>
          <p:nvPicPr>
            <p:cNvPr id="21" name="Graphique 20" descr="Retour avec un remplissage uni">
              <a:extLst>
                <a:ext uri="{FF2B5EF4-FFF2-40B4-BE49-F238E27FC236}">
                  <a16:creationId xmlns:a16="http://schemas.microsoft.com/office/drawing/2014/main" id="{D7CCF461-015C-492F-8406-F62D3DE3CD7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237069">
              <a:off x="7808957" y="4340927"/>
              <a:ext cx="1530819" cy="1530819"/>
            </a:xfrm>
            <a:prstGeom prst="rect">
              <a:avLst/>
            </a:prstGeom>
          </p:spPr>
        </p:pic>
        <p:pic>
          <p:nvPicPr>
            <p:cNvPr id="22" name="Graphique 21" descr="Retour avec un remplissage uni">
              <a:extLst>
                <a:ext uri="{FF2B5EF4-FFF2-40B4-BE49-F238E27FC236}">
                  <a16:creationId xmlns:a16="http://schemas.microsoft.com/office/drawing/2014/main" id="{6490C20F-C373-415E-B1DF-BBE4C02845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0370922">
              <a:off x="7599495" y="3313234"/>
              <a:ext cx="1570460" cy="1570460"/>
            </a:xfrm>
            <a:prstGeom prst="rect">
              <a:avLst/>
            </a:prstGeom>
          </p:spPr>
        </p:pic>
        <p:pic>
          <p:nvPicPr>
            <p:cNvPr id="23" name="Graphique 22" descr="Disque optique avec un remplissage uni">
              <a:extLst>
                <a:ext uri="{FF2B5EF4-FFF2-40B4-BE49-F238E27FC236}">
                  <a16:creationId xmlns:a16="http://schemas.microsoft.com/office/drawing/2014/main" id="{FB650AF3-B211-406C-9FB5-C854CC4B0F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50041" y="3200858"/>
              <a:ext cx="914400" cy="914400"/>
            </a:xfrm>
            <a:prstGeom prst="rect">
              <a:avLst/>
            </a:prstGeom>
          </p:spPr>
        </p:pic>
        <p:pic>
          <p:nvPicPr>
            <p:cNvPr id="24" name="Graphique 23" descr="Gramophone avec un remplissage uni">
              <a:extLst>
                <a:ext uri="{FF2B5EF4-FFF2-40B4-BE49-F238E27FC236}">
                  <a16:creationId xmlns:a16="http://schemas.microsoft.com/office/drawing/2014/main" id="{FA0FF17A-5D24-4FD4-B948-222620DAC17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68050" y="2986125"/>
              <a:ext cx="914400" cy="914400"/>
            </a:xfrm>
            <a:prstGeom prst="rect">
              <a:avLst/>
            </a:prstGeom>
          </p:spPr>
        </p:pic>
      </p:grpSp>
    </p:spTree>
    <p:extLst>
      <p:ext uri="{BB962C8B-B14F-4D97-AF65-F5344CB8AC3E}">
        <p14:creationId xmlns:p14="http://schemas.microsoft.com/office/powerpoint/2010/main" val="3066056492"/>
      </p:ext>
    </p:extLst>
  </p:cSld>
  <p:clrMapOvr>
    <a:masterClrMapping/>
  </p:clrMapOvr>
  <mc:AlternateContent xmlns:mc="http://schemas.openxmlformats.org/markup-compatibility/2006" xmlns:p14="http://schemas.microsoft.com/office/powerpoint/2010/main">
    <mc:Choice Requires="p14">
      <p:transition spd="slow" p14:dur="2000" advTm="31636"/>
    </mc:Choice>
    <mc:Fallback xmlns="">
      <p:transition spd="slow" advTm="3163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13" name="Espace réservé du contenu 3">
            <a:extLst>
              <a:ext uri="{FF2B5EF4-FFF2-40B4-BE49-F238E27FC236}">
                <a16:creationId xmlns:a16="http://schemas.microsoft.com/office/drawing/2014/main" id="{740AB4D5-BB37-4C6A-A2E1-5837CCBD83B6}"/>
              </a:ext>
            </a:extLst>
          </p:cNvPr>
          <p:cNvSpPr txBox="1">
            <a:spLocks/>
          </p:cNvSpPr>
          <p:nvPr/>
        </p:nvSpPr>
        <p:spPr>
          <a:xfrm>
            <a:off x="1115568" y="2478024"/>
            <a:ext cx="10168128" cy="3694176"/>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a:t>
            </a:r>
            <a:endParaRPr lang="en-US" dirty="0"/>
          </a:p>
        </p:txBody>
      </p:sp>
      <p:sp>
        <p:nvSpPr>
          <p:cNvPr id="16" name="Bulle narrative : ronde 15">
            <a:extLst>
              <a:ext uri="{FF2B5EF4-FFF2-40B4-BE49-F238E27FC236}">
                <a16:creationId xmlns:a16="http://schemas.microsoft.com/office/drawing/2014/main" id="{0B24E32D-DBBE-40D4-B8E2-1D09B228F06F}"/>
              </a:ext>
            </a:extLst>
          </p:cNvPr>
          <p:cNvSpPr/>
          <p:nvPr/>
        </p:nvSpPr>
        <p:spPr>
          <a:xfrm>
            <a:off x="1189608" y="2486060"/>
            <a:ext cx="3010239" cy="1605311"/>
          </a:xfrm>
          <a:prstGeom prst="wedgeEllipseCallout">
            <a:avLst>
              <a:gd name="adj1" fmla="val -16187"/>
              <a:gd name="adj2" fmla="val 100237"/>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Link cannot be forced with hard tasks or boring talks; it must be natural and emerge through happiness and leisure moments. </a:t>
            </a:r>
          </a:p>
          <a:p>
            <a:pPr marL="0" indent="0" algn="ctr">
              <a:buNone/>
            </a:pPr>
            <a:endParaRPr lang="en-US" sz="1100" dirty="0">
              <a:solidFill>
                <a:schemeClr val="tx1"/>
              </a:solidFill>
            </a:endParaRPr>
          </a:p>
          <a:p>
            <a:pPr marL="0" indent="0" algn="ctr">
              <a:buNone/>
            </a:pPr>
            <a:r>
              <a:rPr lang="en-US" sz="1100" dirty="0">
                <a:solidFill>
                  <a:schemeClr val="tx1"/>
                </a:solidFill>
              </a:rPr>
              <a:t>Please organize more fun moments !</a:t>
            </a:r>
          </a:p>
        </p:txBody>
      </p:sp>
      <p:sp>
        <p:nvSpPr>
          <p:cNvPr id="17" name="Bulle narrative : ronde 16">
            <a:extLst>
              <a:ext uri="{FF2B5EF4-FFF2-40B4-BE49-F238E27FC236}">
                <a16:creationId xmlns:a16="http://schemas.microsoft.com/office/drawing/2014/main" id="{1E1F88DC-C730-4D82-8D4F-D5D96DE7B02C}"/>
              </a:ext>
            </a:extLst>
          </p:cNvPr>
          <p:cNvSpPr/>
          <p:nvPr/>
        </p:nvSpPr>
        <p:spPr>
          <a:xfrm>
            <a:off x="8008279" y="2486060"/>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Link is not about actions, whether fun or challenging, but mostly built through values and life goals. </a:t>
            </a:r>
          </a:p>
          <a:p>
            <a:pPr algn="ctr"/>
            <a:endParaRPr lang="en-US" sz="1100" dirty="0">
              <a:solidFill>
                <a:schemeClr val="tx1"/>
              </a:solidFill>
            </a:endParaRPr>
          </a:p>
          <a:p>
            <a:pPr algn="ctr"/>
            <a:r>
              <a:rPr lang="en-US" sz="1100" dirty="0">
                <a:solidFill>
                  <a:schemeClr val="tx1"/>
                </a:solidFill>
              </a:rPr>
              <a:t>Please organize more moments of expression</a:t>
            </a:r>
          </a:p>
        </p:txBody>
      </p:sp>
      <p:cxnSp>
        <p:nvCxnSpPr>
          <p:cNvPr id="19" name="Connecteur droit 18">
            <a:extLst>
              <a:ext uri="{FF2B5EF4-FFF2-40B4-BE49-F238E27FC236}">
                <a16:creationId xmlns:a16="http://schemas.microsoft.com/office/drawing/2014/main" id="{AFDA6A00-855B-41EC-A487-6F542A2950FB}"/>
              </a:ext>
            </a:extLst>
          </p:cNvPr>
          <p:cNvCxnSpPr/>
          <p:nvPr/>
        </p:nvCxnSpPr>
        <p:spPr>
          <a:xfrm flipH="1">
            <a:off x="3257861" y="2490895"/>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0" name="Connecteur droit 19">
            <a:extLst>
              <a:ext uri="{FF2B5EF4-FFF2-40B4-BE49-F238E27FC236}">
                <a16:creationId xmlns:a16="http://schemas.microsoft.com/office/drawing/2014/main" id="{7D457B4C-4D33-4DF4-8F8E-84C4AA387CE3}"/>
              </a:ext>
            </a:extLst>
          </p:cNvPr>
          <p:cNvCxnSpPr>
            <a:cxnSpLocks/>
          </p:cNvCxnSpPr>
          <p:nvPr/>
        </p:nvCxnSpPr>
        <p:spPr>
          <a:xfrm>
            <a:off x="7396192" y="2490895"/>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1" name="Connecteur droit 20">
            <a:extLst>
              <a:ext uri="{FF2B5EF4-FFF2-40B4-BE49-F238E27FC236}">
                <a16:creationId xmlns:a16="http://schemas.microsoft.com/office/drawing/2014/main" id="{8AF3DD70-6FA0-4906-8FDF-648D4F93355D}"/>
              </a:ext>
            </a:extLst>
          </p:cNvPr>
          <p:cNvCxnSpPr>
            <a:cxnSpLocks/>
          </p:cNvCxnSpPr>
          <p:nvPr/>
        </p:nvCxnSpPr>
        <p:spPr>
          <a:xfrm flipH="1">
            <a:off x="3994951" y="4509855"/>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22" name="Bulle narrative : ronde 21">
            <a:extLst>
              <a:ext uri="{FF2B5EF4-FFF2-40B4-BE49-F238E27FC236}">
                <a16:creationId xmlns:a16="http://schemas.microsoft.com/office/drawing/2014/main" id="{9734721F-C741-48E0-893F-20659FD38CAC}"/>
              </a:ext>
            </a:extLst>
          </p:cNvPr>
          <p:cNvSpPr/>
          <p:nvPr/>
        </p:nvSpPr>
        <p:spPr>
          <a:xfrm>
            <a:off x="5343064" y="4584207"/>
            <a:ext cx="2788738" cy="803985"/>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Now, what should be the next activity ?</a:t>
            </a:r>
          </a:p>
        </p:txBody>
      </p:sp>
      <p:grpSp>
        <p:nvGrpSpPr>
          <p:cNvPr id="23" name="Groupe 22">
            <a:extLst>
              <a:ext uri="{FF2B5EF4-FFF2-40B4-BE49-F238E27FC236}">
                <a16:creationId xmlns:a16="http://schemas.microsoft.com/office/drawing/2014/main" id="{3F28431A-6557-4B22-BE1F-240672C416D7}"/>
              </a:ext>
            </a:extLst>
          </p:cNvPr>
          <p:cNvGrpSpPr/>
          <p:nvPr/>
        </p:nvGrpSpPr>
        <p:grpSpPr>
          <a:xfrm>
            <a:off x="3804229" y="4824494"/>
            <a:ext cx="1983159" cy="1565406"/>
            <a:chOff x="2192955" y="4690073"/>
            <a:chExt cx="1983159" cy="1565406"/>
          </a:xfrm>
        </p:grpSpPr>
        <p:pic>
          <p:nvPicPr>
            <p:cNvPr id="24" name="Graphique 23" descr="Personne confuse avec un remplissage uni">
              <a:extLst>
                <a:ext uri="{FF2B5EF4-FFF2-40B4-BE49-F238E27FC236}">
                  <a16:creationId xmlns:a16="http://schemas.microsoft.com/office/drawing/2014/main" id="{ED7E6B2D-7A29-4F9C-A76F-CA858280A8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2192955" y="4838194"/>
              <a:ext cx="1983159" cy="1417285"/>
            </a:xfrm>
            <a:prstGeom prst="rect">
              <a:avLst/>
            </a:prstGeom>
          </p:spPr>
        </p:pic>
        <p:pic>
          <p:nvPicPr>
            <p:cNvPr id="25" name="Graphique 24" descr="Visage grimaçant et transpirant avec remplissage uni avec un remplissage uni">
              <a:extLst>
                <a:ext uri="{FF2B5EF4-FFF2-40B4-BE49-F238E27FC236}">
                  <a16:creationId xmlns:a16="http://schemas.microsoft.com/office/drawing/2014/main" id="{F429031D-57DA-48B4-8ABF-35E86DDB02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1472" y="4690073"/>
              <a:ext cx="803985" cy="803985"/>
            </a:xfrm>
            <a:prstGeom prst="rect">
              <a:avLst/>
            </a:prstGeom>
          </p:spPr>
        </p:pic>
      </p:grpSp>
      <p:sp>
        <p:nvSpPr>
          <p:cNvPr id="26" name="ZoneTexte 25">
            <a:extLst>
              <a:ext uri="{FF2B5EF4-FFF2-40B4-BE49-F238E27FC236}">
                <a16:creationId xmlns:a16="http://schemas.microsoft.com/office/drawing/2014/main" id="{B3530770-4596-4FBC-A790-5D7CB7356CC1}"/>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
        <p:nvSpPr>
          <p:cNvPr id="27" name="Bulle narrative : ronde 26">
            <a:extLst>
              <a:ext uri="{FF2B5EF4-FFF2-40B4-BE49-F238E27FC236}">
                <a16:creationId xmlns:a16="http://schemas.microsoft.com/office/drawing/2014/main" id="{3A63C69A-5882-4181-9ACB-8267EA081FCA}"/>
              </a:ext>
            </a:extLst>
          </p:cNvPr>
          <p:cNvSpPr/>
          <p:nvPr/>
        </p:nvSpPr>
        <p:spPr>
          <a:xfrm>
            <a:off x="4402746" y="2486060"/>
            <a:ext cx="3516136" cy="1165176"/>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Link is not built with fun or talks, but mostly through challenging moments that are faced together.</a:t>
            </a:r>
          </a:p>
          <a:p>
            <a:pPr algn="ctr"/>
            <a:endParaRPr lang="en-US" sz="1100" dirty="0">
              <a:solidFill>
                <a:schemeClr val="tx1"/>
              </a:solidFill>
            </a:endParaRPr>
          </a:p>
          <a:p>
            <a:pPr algn="ctr"/>
            <a:r>
              <a:rPr lang="en-US" sz="1100" dirty="0">
                <a:solidFill>
                  <a:schemeClr val="tx1"/>
                </a:solidFill>
              </a:rPr>
              <a:t>Please organize more collective challenges !</a:t>
            </a:r>
          </a:p>
        </p:txBody>
      </p:sp>
      <p:pic>
        <p:nvPicPr>
          <p:cNvPr id="6" name="Graphique 5" descr="Arts martiaux avec un remplissage uni">
            <a:extLst>
              <a:ext uri="{FF2B5EF4-FFF2-40B4-BE49-F238E27FC236}">
                <a16:creationId xmlns:a16="http://schemas.microsoft.com/office/drawing/2014/main" id="{B033F001-80F3-4187-A1A7-3A14FD43E7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87388" y="3792682"/>
            <a:ext cx="617428" cy="617428"/>
          </a:xfrm>
          <a:prstGeom prst="rect">
            <a:avLst/>
          </a:prstGeom>
        </p:spPr>
      </p:pic>
      <p:pic>
        <p:nvPicPr>
          <p:cNvPr id="29" name="Graphique 28" descr="Surf avec un remplissage uni">
            <a:extLst>
              <a:ext uri="{FF2B5EF4-FFF2-40B4-BE49-F238E27FC236}">
                <a16:creationId xmlns:a16="http://schemas.microsoft.com/office/drawing/2014/main" id="{A14C06F1-F017-42E2-B162-BF259B82CD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39064" y="4891728"/>
            <a:ext cx="914400" cy="914400"/>
          </a:xfrm>
          <a:prstGeom prst="rect">
            <a:avLst/>
          </a:prstGeom>
        </p:spPr>
      </p:pic>
      <p:pic>
        <p:nvPicPr>
          <p:cNvPr id="33" name="Graphique 32" descr="Méditation avec un remplissage uni">
            <a:extLst>
              <a:ext uri="{FF2B5EF4-FFF2-40B4-BE49-F238E27FC236}">
                <a16:creationId xmlns:a16="http://schemas.microsoft.com/office/drawing/2014/main" id="{9A4243B8-B44A-4723-AA28-69FB0A71759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51579" y="4714079"/>
            <a:ext cx="914400" cy="914400"/>
          </a:xfrm>
          <a:prstGeom prst="rect">
            <a:avLst/>
          </a:prstGeom>
        </p:spPr>
      </p:pic>
    </p:spTree>
    <p:extLst>
      <p:ext uri="{BB962C8B-B14F-4D97-AF65-F5344CB8AC3E}">
        <p14:creationId xmlns:p14="http://schemas.microsoft.com/office/powerpoint/2010/main" val="3463725539"/>
      </p:ext>
    </p:extLst>
  </p:cSld>
  <p:clrMapOvr>
    <a:masterClrMapping/>
  </p:clrMapOvr>
  <mc:AlternateContent xmlns:mc="http://schemas.openxmlformats.org/markup-compatibility/2006" xmlns:p14="http://schemas.microsoft.com/office/powerpoint/2010/main">
    <mc:Choice Requires="p14">
      <p:transition spd="slow" p14:dur="2000" advTm="59374"/>
    </mc:Choice>
    <mc:Fallback xmlns="">
      <p:transition spd="slow" advTm="5937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Challenge P13</a:t>
            </a:r>
            <a:br>
              <a:rPr lang="en-US" dirty="0"/>
            </a:br>
            <a:r>
              <a:rPr lang="en-US" dirty="0"/>
              <a:t>Choose how you define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467868" y="2102548"/>
            <a:ext cx="5132832" cy="3831527"/>
          </a:xfrm>
        </p:spPr>
        <p:txBody>
          <a:bodyPr>
            <a:normAutofit fontScale="55000" lnSpcReduction="20000"/>
          </a:bodyPr>
          <a:lstStyle/>
          <a:p>
            <a:pPr marL="0" indent="0">
              <a:buNone/>
            </a:pPr>
            <a:r>
              <a:rPr lang="en-US" dirty="0"/>
              <a:t>There are many ways to define “Link” in a Community. The definition is often difficult to measure and can vary among members. </a:t>
            </a:r>
          </a:p>
          <a:p>
            <a:pPr marL="0" indent="0">
              <a:buNone/>
            </a:pPr>
            <a:r>
              <a:rPr lang="en-US" dirty="0"/>
              <a:t>The Community Boosters are responsible for choosing and organizing activities in the Community. Therefore, the definition of “Link” by Community Boosters will drive the type of Link that is fostered in the Community. </a:t>
            </a:r>
          </a:p>
          <a:p>
            <a:pPr marL="0" indent="0">
              <a:buNone/>
            </a:pPr>
            <a:r>
              <a:rPr lang="en-US" dirty="0"/>
              <a:t>In Communities where link is important and strongly related to engagement level, the type of link that is fostered has higher chances to engage members sharing the same definition, than members who define “link” differently.</a:t>
            </a:r>
          </a:p>
          <a:p>
            <a:pPr marL="0" indent="0">
              <a:buNone/>
            </a:pPr>
            <a:r>
              <a:rPr lang="en-US" dirty="0"/>
              <a:t>Here is an example of one way to define link, using a scale of Friendship quality that identified 4 dimensions : Safety, Help, Closeness and Acceptance.</a:t>
            </a:r>
          </a:p>
        </p:txBody>
      </p:sp>
      <p:sp>
        <p:nvSpPr>
          <p:cNvPr id="7" name="ZoneTexte 6">
            <a:extLst>
              <a:ext uri="{FF2B5EF4-FFF2-40B4-BE49-F238E27FC236}">
                <a16:creationId xmlns:a16="http://schemas.microsoft.com/office/drawing/2014/main" id="{3DD87356-C3F6-4304-86D4-0806190F30BF}"/>
              </a:ext>
            </a:extLst>
          </p:cNvPr>
          <p:cNvSpPr txBox="1"/>
          <p:nvPr/>
        </p:nvSpPr>
        <p:spPr>
          <a:xfrm>
            <a:off x="363093" y="6281380"/>
            <a:ext cx="11180064" cy="430887"/>
          </a:xfrm>
          <a:prstGeom prst="rect">
            <a:avLst/>
          </a:prstGeom>
          <a:noFill/>
        </p:spPr>
        <p:txBody>
          <a:bodyPr wrap="square">
            <a:spAutoFit/>
          </a:bodyPr>
          <a:lstStyle/>
          <a:p>
            <a:r>
              <a:rPr lang="en-US" sz="1100" dirty="0">
                <a:hlinkClick r:id="rId2"/>
              </a:rPr>
              <a:t>Source Study: Friendship Quality Scale: Conceptualization, Development and Validation https://files.eric.ed.gov/fulltext/ED542465.pdf</a:t>
            </a:r>
            <a:endParaRPr lang="en-US" sz="1100" dirty="0"/>
          </a:p>
          <a:p>
            <a:endParaRPr lang="en-US" sz="1100" dirty="0"/>
          </a:p>
        </p:txBody>
      </p:sp>
      <p:graphicFrame>
        <p:nvGraphicFramePr>
          <p:cNvPr id="9" name="Graphique 8">
            <a:extLst>
              <a:ext uri="{FF2B5EF4-FFF2-40B4-BE49-F238E27FC236}">
                <a16:creationId xmlns:a16="http://schemas.microsoft.com/office/drawing/2014/main" id="{72B45122-4D56-4154-90F1-7B4A5D0D98C5}"/>
              </a:ext>
            </a:extLst>
          </p:cNvPr>
          <p:cNvGraphicFramePr/>
          <p:nvPr>
            <p:extLst>
              <p:ext uri="{D42A27DB-BD31-4B8C-83A1-F6EECF244321}">
                <p14:modId xmlns:p14="http://schemas.microsoft.com/office/powerpoint/2010/main" val="1399847479"/>
              </p:ext>
            </p:extLst>
          </p:nvPr>
        </p:nvGraphicFramePr>
        <p:xfrm>
          <a:off x="5953125" y="2167902"/>
          <a:ext cx="5848350" cy="3664267"/>
        </p:xfrm>
        <a:graphic>
          <a:graphicData uri="http://schemas.openxmlformats.org/drawingml/2006/chart">
            <c:chart xmlns:c="http://schemas.openxmlformats.org/drawingml/2006/chart" xmlns:r="http://schemas.openxmlformats.org/officeDocument/2006/relationships" r:id="rId3"/>
          </a:graphicData>
        </a:graphic>
      </p:graphicFrame>
      <p:pic>
        <p:nvPicPr>
          <p:cNvPr id="11" name="Graphique 10" descr="Questions avec un remplissage uni">
            <a:extLst>
              <a:ext uri="{FF2B5EF4-FFF2-40B4-BE49-F238E27FC236}">
                <a16:creationId xmlns:a16="http://schemas.microsoft.com/office/drawing/2014/main" id="{9B0D3734-3519-4E7D-9F41-E81EB6D9E6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66882" y="3528547"/>
            <a:ext cx="676275" cy="676275"/>
          </a:xfrm>
          <a:prstGeom prst="rect">
            <a:avLst/>
          </a:prstGeom>
        </p:spPr>
      </p:pic>
      <p:pic>
        <p:nvPicPr>
          <p:cNvPr id="14" name="Graphique 13" descr="Bouclier coche avec un remplissage uni">
            <a:extLst>
              <a:ext uri="{FF2B5EF4-FFF2-40B4-BE49-F238E27FC236}">
                <a16:creationId xmlns:a16="http://schemas.microsoft.com/office/drawing/2014/main" id="{FC7EB4D9-79E1-47DA-8A91-9690F7EFA3E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96025" y="3671422"/>
            <a:ext cx="533400" cy="533400"/>
          </a:xfrm>
          <a:prstGeom prst="rect">
            <a:avLst/>
          </a:prstGeom>
        </p:spPr>
      </p:pic>
      <p:sp>
        <p:nvSpPr>
          <p:cNvPr id="19" name="ZoneTexte 18">
            <a:extLst>
              <a:ext uri="{FF2B5EF4-FFF2-40B4-BE49-F238E27FC236}">
                <a16:creationId xmlns:a16="http://schemas.microsoft.com/office/drawing/2014/main" id="{D59D424D-5875-4AF7-BF0B-E2682E1F6F4F}"/>
              </a:ext>
            </a:extLst>
          </p:cNvPr>
          <p:cNvSpPr txBox="1"/>
          <p:nvPr/>
        </p:nvSpPr>
        <p:spPr>
          <a:xfrm>
            <a:off x="6034088" y="2328176"/>
            <a:ext cx="5943599" cy="276551"/>
          </a:xfrm>
          <a:prstGeom prst="rect">
            <a:avLst/>
          </a:prstGeom>
          <a:noFill/>
        </p:spPr>
        <p:txBody>
          <a:bodyPr wrap="square">
            <a:spAutoFit/>
          </a:bodyPr>
          <a:lstStyle/>
          <a:p>
            <a:pPr algn="ctr"/>
            <a:r>
              <a:rPr lang="en-US" sz="1197" dirty="0">
                <a:solidFill>
                  <a:schemeClr val="tx1">
                    <a:lumMod val="65000"/>
                    <a:lumOff val="35000"/>
                  </a:schemeClr>
                </a:solidFill>
              </a:rPr>
              <a:t>To  what  extent are  members attached  to their friend(s) (among members)</a:t>
            </a:r>
          </a:p>
        </p:txBody>
      </p:sp>
      <p:sp>
        <p:nvSpPr>
          <p:cNvPr id="20" name="ZoneTexte 19">
            <a:extLst>
              <a:ext uri="{FF2B5EF4-FFF2-40B4-BE49-F238E27FC236}">
                <a16:creationId xmlns:a16="http://schemas.microsoft.com/office/drawing/2014/main" id="{7A555A9D-821B-4F80-8BFB-4AE122EEDA6F}"/>
              </a:ext>
            </a:extLst>
          </p:cNvPr>
          <p:cNvSpPr txBox="1"/>
          <p:nvPr/>
        </p:nvSpPr>
        <p:spPr>
          <a:xfrm>
            <a:off x="6015038" y="4173766"/>
            <a:ext cx="1628774" cy="1197636"/>
          </a:xfrm>
          <a:prstGeom prst="rect">
            <a:avLst/>
          </a:prstGeom>
          <a:noFill/>
        </p:spPr>
        <p:txBody>
          <a:bodyPr wrap="square">
            <a:spAutoFit/>
          </a:bodyPr>
          <a:lstStyle/>
          <a:p>
            <a:r>
              <a:rPr lang="en-US" sz="1197" dirty="0">
                <a:solidFill>
                  <a:schemeClr val="tx1">
                    <a:lumMod val="65000"/>
                    <a:lumOff val="35000"/>
                  </a:schemeClr>
                </a:solidFill>
              </a:rPr>
              <a:t>To   what   extent   are members’ confidence  and  trusts  relied  on  his  or her friend(s) (among members).</a:t>
            </a:r>
          </a:p>
        </p:txBody>
      </p:sp>
      <p:sp>
        <p:nvSpPr>
          <p:cNvPr id="22" name="ZoneTexte 21">
            <a:extLst>
              <a:ext uri="{FF2B5EF4-FFF2-40B4-BE49-F238E27FC236}">
                <a16:creationId xmlns:a16="http://schemas.microsoft.com/office/drawing/2014/main" id="{C1607E39-5AFE-481B-A99A-3372CF7D8C9F}"/>
              </a:ext>
            </a:extLst>
          </p:cNvPr>
          <p:cNvSpPr txBox="1"/>
          <p:nvPr/>
        </p:nvSpPr>
        <p:spPr>
          <a:xfrm>
            <a:off x="6296025" y="5764424"/>
            <a:ext cx="4762501" cy="460767"/>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dirty="0"/>
              <a:t>To    what    extent  are members  accepted   by  their friend (among members)  either  socially or    emotionally.</a:t>
            </a:r>
          </a:p>
        </p:txBody>
      </p:sp>
      <p:sp>
        <p:nvSpPr>
          <p:cNvPr id="24" name="ZoneTexte 23">
            <a:extLst>
              <a:ext uri="{FF2B5EF4-FFF2-40B4-BE49-F238E27FC236}">
                <a16:creationId xmlns:a16="http://schemas.microsoft.com/office/drawing/2014/main" id="{063A9A0D-99F6-4392-9DC1-9A795FC94B40}"/>
              </a:ext>
            </a:extLst>
          </p:cNvPr>
          <p:cNvSpPr txBox="1"/>
          <p:nvPr/>
        </p:nvSpPr>
        <p:spPr>
          <a:xfrm>
            <a:off x="10239374" y="4221300"/>
            <a:ext cx="1914526" cy="1381853"/>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dirty="0"/>
              <a:t>The  extent  to  which    members  will      offer   their   mutual   help   to  their friend(s) (among other members)  who  are  having  Community-related problems.</a:t>
            </a:r>
          </a:p>
        </p:txBody>
      </p:sp>
      <p:pic>
        <p:nvPicPr>
          <p:cNvPr id="26" name="Graphique 25" descr="Réussite du groupe avec un remplissage uni">
            <a:extLst>
              <a:ext uri="{FF2B5EF4-FFF2-40B4-BE49-F238E27FC236}">
                <a16:creationId xmlns:a16="http://schemas.microsoft.com/office/drawing/2014/main" id="{47C0928B-2069-48D4-A2BA-3A086551403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88603" y="1694593"/>
            <a:ext cx="577394" cy="577394"/>
          </a:xfrm>
          <a:prstGeom prst="rect">
            <a:avLst/>
          </a:prstGeom>
        </p:spPr>
      </p:pic>
    </p:spTree>
    <p:extLst>
      <p:ext uri="{BB962C8B-B14F-4D97-AF65-F5344CB8AC3E}">
        <p14:creationId xmlns:p14="http://schemas.microsoft.com/office/powerpoint/2010/main" val="1823049472"/>
      </p:ext>
    </p:extLst>
  </p:cSld>
  <p:clrMapOvr>
    <a:masterClrMapping/>
  </p:clrMapOvr>
  <mc:AlternateContent xmlns:mc="http://schemas.openxmlformats.org/markup-compatibility/2006" xmlns:p14="http://schemas.microsoft.com/office/powerpoint/2010/main">
    <mc:Choice Requires="p14">
      <p:transition spd="slow" p14:dur="2000" advTm="100714"/>
    </mc:Choice>
    <mc:Fallback xmlns="">
      <p:transition spd="slow" advTm="10071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a:bodyPr>
          <a:lstStyle/>
          <a:p>
            <a:pPr marL="0" indent="0">
              <a:buNone/>
            </a:pPr>
            <a:r>
              <a:rPr lang="en-US" noProof="1"/>
              <a:t>How do you define “link” between  members in your Community ? </a:t>
            </a:r>
          </a:p>
          <a:p>
            <a:pPr marL="0" indent="0">
              <a:buNone/>
            </a:pPr>
            <a:endParaRPr lang="en-US" noProof="1"/>
          </a:p>
          <a:p>
            <a:pPr marL="0" indent="0">
              <a:buNone/>
            </a:pPr>
            <a:r>
              <a:rPr lang="en-US" noProof="1"/>
              <a:t>What “link creating” actions have you organized or fostered in your Community ? </a:t>
            </a:r>
          </a:p>
        </p:txBody>
      </p:sp>
      <p:grpSp>
        <p:nvGrpSpPr>
          <p:cNvPr id="3" name="Groupe 2">
            <a:extLst>
              <a:ext uri="{FF2B5EF4-FFF2-40B4-BE49-F238E27FC236}">
                <a16:creationId xmlns:a16="http://schemas.microsoft.com/office/drawing/2014/main" id="{2F7BA728-84AF-4318-BD10-5EA91818209C}"/>
              </a:ext>
            </a:extLst>
          </p:cNvPr>
          <p:cNvGrpSpPr/>
          <p:nvPr/>
        </p:nvGrpSpPr>
        <p:grpSpPr>
          <a:xfrm>
            <a:off x="1208532" y="2416048"/>
            <a:ext cx="4844796" cy="3554689"/>
            <a:chOff x="908304" y="1710747"/>
            <a:chExt cx="6200775" cy="4549588"/>
          </a:xfrm>
        </p:grpSpPr>
        <p:graphicFrame>
          <p:nvGraphicFramePr>
            <p:cNvPr id="6" name="Graphique 5">
              <a:extLst>
                <a:ext uri="{FF2B5EF4-FFF2-40B4-BE49-F238E27FC236}">
                  <a16:creationId xmlns:a16="http://schemas.microsoft.com/office/drawing/2014/main" id="{BE93EF8D-5C0F-420C-B110-5D54542F0BBE}"/>
                </a:ext>
              </a:extLst>
            </p:cNvPr>
            <p:cNvGraphicFramePr/>
            <p:nvPr/>
          </p:nvGraphicFramePr>
          <p:xfrm>
            <a:off x="908304" y="2191111"/>
            <a:ext cx="5848350" cy="3664267"/>
          </p:xfrm>
          <a:graphic>
            <a:graphicData uri="http://schemas.openxmlformats.org/drawingml/2006/chart">
              <c:chart xmlns:c="http://schemas.openxmlformats.org/drawingml/2006/chart" xmlns:r="http://schemas.openxmlformats.org/officeDocument/2006/relationships" r:id="rId3"/>
            </a:graphicData>
          </a:graphic>
        </p:graphicFrame>
        <p:pic>
          <p:nvPicPr>
            <p:cNvPr id="7" name="Graphique 6" descr="Questions avec un remplissage uni">
              <a:extLst>
                <a:ext uri="{FF2B5EF4-FFF2-40B4-BE49-F238E27FC236}">
                  <a16:creationId xmlns:a16="http://schemas.microsoft.com/office/drawing/2014/main" id="{BF37A850-2A4A-4592-BF7E-BCE3791BDB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22061" y="3551756"/>
              <a:ext cx="676275" cy="676275"/>
            </a:xfrm>
            <a:prstGeom prst="rect">
              <a:avLst/>
            </a:prstGeom>
          </p:spPr>
        </p:pic>
        <p:pic>
          <p:nvPicPr>
            <p:cNvPr id="8" name="Graphique 7" descr="Bouclier coche avec un remplissage uni">
              <a:extLst>
                <a:ext uri="{FF2B5EF4-FFF2-40B4-BE49-F238E27FC236}">
                  <a16:creationId xmlns:a16="http://schemas.microsoft.com/office/drawing/2014/main" id="{E6F447D0-1570-4F3B-8DCE-6A1E7E32D7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51204" y="3694631"/>
              <a:ext cx="533400" cy="533400"/>
            </a:xfrm>
            <a:prstGeom prst="rect">
              <a:avLst/>
            </a:prstGeom>
          </p:spPr>
        </p:pic>
        <p:sp>
          <p:nvSpPr>
            <p:cNvPr id="9" name="ZoneTexte 8">
              <a:extLst>
                <a:ext uri="{FF2B5EF4-FFF2-40B4-BE49-F238E27FC236}">
                  <a16:creationId xmlns:a16="http://schemas.microsoft.com/office/drawing/2014/main" id="{7BBAFB0A-1B13-4C66-9387-55F66207ABC1}"/>
                </a:ext>
              </a:extLst>
            </p:cNvPr>
            <p:cNvSpPr txBox="1"/>
            <p:nvPr/>
          </p:nvSpPr>
          <p:spPr>
            <a:xfrm>
              <a:off x="989267" y="2432658"/>
              <a:ext cx="5943599" cy="295438"/>
            </a:xfrm>
            <a:prstGeom prst="rect">
              <a:avLst/>
            </a:prstGeom>
            <a:noFill/>
          </p:spPr>
          <p:txBody>
            <a:bodyPr wrap="square">
              <a:spAutoFit/>
            </a:bodyPr>
            <a:lstStyle/>
            <a:p>
              <a:pPr algn="ctr"/>
              <a:r>
                <a:rPr lang="en-US" sz="900" dirty="0">
                  <a:solidFill>
                    <a:schemeClr val="tx1">
                      <a:lumMod val="65000"/>
                      <a:lumOff val="35000"/>
                    </a:schemeClr>
                  </a:solidFill>
                </a:rPr>
                <a:t>To  what  extent are  members attached  to their friend(s) (among members)</a:t>
              </a:r>
            </a:p>
          </p:txBody>
        </p:sp>
        <p:sp>
          <p:nvSpPr>
            <p:cNvPr id="10" name="ZoneTexte 9">
              <a:extLst>
                <a:ext uri="{FF2B5EF4-FFF2-40B4-BE49-F238E27FC236}">
                  <a16:creationId xmlns:a16="http://schemas.microsoft.com/office/drawing/2014/main" id="{2E03D4B5-8742-4B74-B4C5-47AC85BCA266}"/>
                </a:ext>
              </a:extLst>
            </p:cNvPr>
            <p:cNvSpPr txBox="1"/>
            <p:nvPr/>
          </p:nvSpPr>
          <p:spPr>
            <a:xfrm>
              <a:off x="908305" y="4262642"/>
              <a:ext cx="1628773" cy="1181755"/>
            </a:xfrm>
            <a:prstGeom prst="rect">
              <a:avLst/>
            </a:prstGeom>
            <a:noFill/>
          </p:spPr>
          <p:txBody>
            <a:bodyPr wrap="square">
              <a:spAutoFit/>
            </a:bodyPr>
            <a:lstStyle/>
            <a:p>
              <a:r>
                <a:rPr lang="en-US" sz="900" dirty="0">
                  <a:solidFill>
                    <a:schemeClr val="tx1">
                      <a:lumMod val="65000"/>
                      <a:lumOff val="35000"/>
                    </a:schemeClr>
                  </a:solidFill>
                </a:rPr>
                <a:t>To   what   extent   are members’ confidence  and  trusts  relied  on  his  or her friend(s) (among members).</a:t>
              </a:r>
            </a:p>
          </p:txBody>
        </p:sp>
        <p:sp>
          <p:nvSpPr>
            <p:cNvPr id="11" name="ZoneTexte 10">
              <a:extLst>
                <a:ext uri="{FF2B5EF4-FFF2-40B4-BE49-F238E27FC236}">
                  <a16:creationId xmlns:a16="http://schemas.microsoft.com/office/drawing/2014/main" id="{57580C4F-5F25-476A-B5F7-D145A0794781}"/>
                </a:ext>
              </a:extLst>
            </p:cNvPr>
            <p:cNvSpPr txBox="1"/>
            <p:nvPr/>
          </p:nvSpPr>
          <p:spPr>
            <a:xfrm>
              <a:off x="1251204" y="5787633"/>
              <a:ext cx="4762501" cy="472702"/>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sz="900" dirty="0"/>
                <a:t>To    what    extent  are members  accepted   by  their friend (among members)  either  socially or    emotionally.</a:t>
              </a:r>
            </a:p>
          </p:txBody>
        </p:sp>
        <p:sp>
          <p:nvSpPr>
            <p:cNvPr id="12" name="ZoneTexte 11">
              <a:extLst>
                <a:ext uri="{FF2B5EF4-FFF2-40B4-BE49-F238E27FC236}">
                  <a16:creationId xmlns:a16="http://schemas.microsoft.com/office/drawing/2014/main" id="{4AE8A2F7-5871-4E7F-B5F8-15DBA282F14E}"/>
                </a:ext>
              </a:extLst>
            </p:cNvPr>
            <p:cNvSpPr txBox="1"/>
            <p:nvPr/>
          </p:nvSpPr>
          <p:spPr>
            <a:xfrm>
              <a:off x="5194554" y="4244509"/>
              <a:ext cx="1914525" cy="1359017"/>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sz="900" dirty="0"/>
                <a:t>The  extent  to  which    members  will      offer   their   mutual   help   to  their friend(s) (among other members)  who  are  having  Community-related problems.</a:t>
              </a:r>
            </a:p>
          </p:txBody>
        </p:sp>
        <p:pic>
          <p:nvPicPr>
            <p:cNvPr id="13" name="Graphique 12" descr="Réussite du groupe avec un remplissage uni">
              <a:extLst>
                <a:ext uri="{FF2B5EF4-FFF2-40B4-BE49-F238E27FC236}">
                  <a16:creationId xmlns:a16="http://schemas.microsoft.com/office/drawing/2014/main" id="{48BD9DEC-A5C3-4AFB-B0E0-DB35FBC544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50361" y="1710747"/>
              <a:ext cx="577394" cy="577394"/>
            </a:xfrm>
            <a:prstGeom prst="rect">
              <a:avLst/>
            </a:prstGeom>
          </p:spPr>
        </p:pic>
      </p:grpSp>
    </p:spTree>
    <p:extLst>
      <p:ext uri="{BB962C8B-B14F-4D97-AF65-F5344CB8AC3E}">
        <p14:creationId xmlns:p14="http://schemas.microsoft.com/office/powerpoint/2010/main" val="2624674639"/>
      </p:ext>
    </p:extLst>
  </p:cSld>
  <p:clrMapOvr>
    <a:masterClrMapping/>
  </p:clrMapOvr>
  <mc:AlternateContent xmlns:mc="http://schemas.openxmlformats.org/markup-compatibility/2006" xmlns:p14="http://schemas.microsoft.com/office/powerpoint/2010/main">
    <mc:Choice Requires="p14">
      <p:transition spd="slow" p14:dur="2000" advTm="21099"/>
    </mc:Choice>
    <mc:Fallback xmlns="">
      <p:transition spd="slow" advTm="2109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20" name="Bulle narrative : ronde 19">
            <a:extLst>
              <a:ext uri="{FF2B5EF4-FFF2-40B4-BE49-F238E27FC236}">
                <a16:creationId xmlns:a16="http://schemas.microsoft.com/office/drawing/2014/main" id="{9EABB860-F992-47D9-BCFE-583033EAFC49}"/>
              </a:ext>
            </a:extLst>
          </p:cNvPr>
          <p:cNvSpPr/>
          <p:nvPr/>
        </p:nvSpPr>
        <p:spPr>
          <a:xfrm>
            <a:off x="1535145" y="2714352"/>
            <a:ext cx="2793827" cy="1165175"/>
          </a:xfrm>
          <a:prstGeom prst="wedgeEllipseCallout">
            <a:avLst>
              <a:gd name="adj1" fmla="val -26428"/>
              <a:gd name="adj2" fmla="val 11378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Members are divided and the Community is scattering, you must do something !</a:t>
            </a:r>
          </a:p>
        </p:txBody>
      </p:sp>
      <p:sp>
        <p:nvSpPr>
          <p:cNvPr id="21" name="Bulle narrative : ronde 20">
            <a:extLst>
              <a:ext uri="{FF2B5EF4-FFF2-40B4-BE49-F238E27FC236}">
                <a16:creationId xmlns:a16="http://schemas.microsoft.com/office/drawing/2014/main" id="{EC48B35B-33AD-446A-9BF4-C582F2524DB9}"/>
              </a:ext>
            </a:extLst>
          </p:cNvPr>
          <p:cNvSpPr/>
          <p:nvPr/>
        </p:nvSpPr>
        <p:spPr>
          <a:xfrm>
            <a:off x="8008279" y="2486060"/>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I’m glad about what has been achieved with the Community. </a:t>
            </a:r>
          </a:p>
          <a:p>
            <a:pPr algn="ctr"/>
            <a:endParaRPr lang="en-US" sz="1100" dirty="0">
              <a:solidFill>
                <a:schemeClr val="tx1"/>
              </a:solidFill>
            </a:endParaRPr>
          </a:p>
          <a:p>
            <a:pPr algn="ctr"/>
            <a:r>
              <a:rPr lang="en-US" sz="1100" dirty="0">
                <a:solidFill>
                  <a:schemeClr val="tx1"/>
                </a:solidFill>
              </a:rPr>
              <a:t>You must feel proud, don’t you ?</a:t>
            </a:r>
          </a:p>
        </p:txBody>
      </p:sp>
      <p:sp>
        <p:nvSpPr>
          <p:cNvPr id="22" name="Bulle narrative : ronde 21">
            <a:extLst>
              <a:ext uri="{FF2B5EF4-FFF2-40B4-BE49-F238E27FC236}">
                <a16:creationId xmlns:a16="http://schemas.microsoft.com/office/drawing/2014/main" id="{D20F5ED7-368B-4C28-8AE6-AD285126F849}"/>
              </a:ext>
            </a:extLst>
          </p:cNvPr>
          <p:cNvSpPr/>
          <p:nvPr/>
        </p:nvSpPr>
        <p:spPr>
          <a:xfrm>
            <a:off x="4844613" y="2486060"/>
            <a:ext cx="2640535" cy="984399"/>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So, how’s the community building up ? </a:t>
            </a:r>
          </a:p>
          <a:p>
            <a:pPr algn="ctr"/>
            <a:endParaRPr lang="en-US" sz="1100" dirty="0">
              <a:solidFill>
                <a:schemeClr val="tx1"/>
              </a:solidFill>
            </a:endParaRPr>
          </a:p>
          <a:p>
            <a:pPr algn="ctr"/>
            <a:r>
              <a:rPr lang="en-US" sz="1100" dirty="0">
                <a:solidFill>
                  <a:schemeClr val="tx1"/>
                </a:solidFill>
              </a:rPr>
              <a:t>Any clues on the tightness of the collective ?</a:t>
            </a:r>
          </a:p>
        </p:txBody>
      </p:sp>
      <p:cxnSp>
        <p:nvCxnSpPr>
          <p:cNvPr id="23" name="Connecteur droit 22">
            <a:extLst>
              <a:ext uri="{FF2B5EF4-FFF2-40B4-BE49-F238E27FC236}">
                <a16:creationId xmlns:a16="http://schemas.microsoft.com/office/drawing/2014/main" id="{A2FE4CCB-0CC5-46C8-A1F1-2A2B66942F49}"/>
              </a:ext>
            </a:extLst>
          </p:cNvPr>
          <p:cNvCxnSpPr/>
          <p:nvPr/>
        </p:nvCxnSpPr>
        <p:spPr>
          <a:xfrm flipH="1">
            <a:off x="3257861" y="2490895"/>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4" name="Connecteur droit 23">
            <a:extLst>
              <a:ext uri="{FF2B5EF4-FFF2-40B4-BE49-F238E27FC236}">
                <a16:creationId xmlns:a16="http://schemas.microsoft.com/office/drawing/2014/main" id="{C82E6531-3026-4BE6-AC8E-BD6118A4F3F1}"/>
              </a:ext>
            </a:extLst>
          </p:cNvPr>
          <p:cNvCxnSpPr>
            <a:cxnSpLocks/>
          </p:cNvCxnSpPr>
          <p:nvPr/>
        </p:nvCxnSpPr>
        <p:spPr>
          <a:xfrm>
            <a:off x="7396192" y="2490895"/>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5" name="Connecteur droit 24">
            <a:extLst>
              <a:ext uri="{FF2B5EF4-FFF2-40B4-BE49-F238E27FC236}">
                <a16:creationId xmlns:a16="http://schemas.microsoft.com/office/drawing/2014/main" id="{2A727D42-A841-4771-A38A-9295F84D4633}"/>
              </a:ext>
            </a:extLst>
          </p:cNvPr>
          <p:cNvCxnSpPr>
            <a:cxnSpLocks/>
          </p:cNvCxnSpPr>
          <p:nvPr/>
        </p:nvCxnSpPr>
        <p:spPr>
          <a:xfrm flipH="1">
            <a:off x="3994951" y="4509855"/>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26" name="Bulle narrative : ronde 25">
            <a:extLst>
              <a:ext uri="{FF2B5EF4-FFF2-40B4-BE49-F238E27FC236}">
                <a16:creationId xmlns:a16="http://schemas.microsoft.com/office/drawing/2014/main" id="{C4E29EDC-0B2C-47F1-B5C1-384D604B8BCC}"/>
              </a:ext>
            </a:extLst>
          </p:cNvPr>
          <p:cNvSpPr/>
          <p:nvPr/>
        </p:nvSpPr>
        <p:spPr>
          <a:xfrm>
            <a:off x="5343064" y="4839823"/>
            <a:ext cx="2788738" cy="548369"/>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Well…</a:t>
            </a:r>
          </a:p>
        </p:txBody>
      </p:sp>
      <p:grpSp>
        <p:nvGrpSpPr>
          <p:cNvPr id="27" name="Groupe 26">
            <a:extLst>
              <a:ext uri="{FF2B5EF4-FFF2-40B4-BE49-F238E27FC236}">
                <a16:creationId xmlns:a16="http://schemas.microsoft.com/office/drawing/2014/main" id="{BDADBE43-27FE-4508-BC1E-AE63D76A103D}"/>
              </a:ext>
            </a:extLst>
          </p:cNvPr>
          <p:cNvGrpSpPr/>
          <p:nvPr/>
        </p:nvGrpSpPr>
        <p:grpSpPr>
          <a:xfrm>
            <a:off x="3804229" y="4824494"/>
            <a:ext cx="1983159" cy="1565406"/>
            <a:chOff x="2192955" y="4690073"/>
            <a:chExt cx="1983159" cy="1565406"/>
          </a:xfrm>
        </p:grpSpPr>
        <p:pic>
          <p:nvPicPr>
            <p:cNvPr id="28" name="Graphique 27" descr="Personne confuse avec un remplissage uni">
              <a:extLst>
                <a:ext uri="{FF2B5EF4-FFF2-40B4-BE49-F238E27FC236}">
                  <a16:creationId xmlns:a16="http://schemas.microsoft.com/office/drawing/2014/main" id="{B01000B5-5619-4AC9-9FE8-184A5F808D8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2192955" y="4838194"/>
              <a:ext cx="1983159" cy="1417285"/>
            </a:xfrm>
            <a:prstGeom prst="rect">
              <a:avLst/>
            </a:prstGeom>
          </p:spPr>
        </p:pic>
        <p:pic>
          <p:nvPicPr>
            <p:cNvPr id="29" name="Graphique 28" descr="Visage grimaçant et transpirant avec remplissage uni avec un remplissage uni">
              <a:extLst>
                <a:ext uri="{FF2B5EF4-FFF2-40B4-BE49-F238E27FC236}">
                  <a16:creationId xmlns:a16="http://schemas.microsoft.com/office/drawing/2014/main" id="{BA525321-F8A2-4C5C-8239-10D6CEB487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1472" y="4690073"/>
              <a:ext cx="803985" cy="803985"/>
            </a:xfrm>
            <a:prstGeom prst="rect">
              <a:avLst/>
            </a:prstGeom>
          </p:spPr>
        </p:pic>
      </p:grpSp>
      <p:sp>
        <p:nvSpPr>
          <p:cNvPr id="30" name="ZoneTexte 29">
            <a:extLst>
              <a:ext uri="{FF2B5EF4-FFF2-40B4-BE49-F238E27FC236}">
                <a16:creationId xmlns:a16="http://schemas.microsoft.com/office/drawing/2014/main" id="{F258D50A-61F3-4262-8406-11CDF45B1EA0}"/>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3" name="Graphique 2" descr="Badge point d’interrogation avec un remplissage uni">
            <a:extLst>
              <a:ext uri="{FF2B5EF4-FFF2-40B4-BE49-F238E27FC236}">
                <a16:creationId xmlns:a16="http://schemas.microsoft.com/office/drawing/2014/main" id="{7731298B-1349-4DBE-BEBC-2D9168E4F28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09711" y="3405263"/>
            <a:ext cx="914400" cy="914400"/>
          </a:xfrm>
          <a:prstGeom prst="rect">
            <a:avLst/>
          </a:prstGeom>
        </p:spPr>
      </p:pic>
      <p:pic>
        <p:nvPicPr>
          <p:cNvPr id="38" name="Graphique 37" descr="Signe pouce en haut avec un remplissage uni">
            <a:extLst>
              <a:ext uri="{FF2B5EF4-FFF2-40B4-BE49-F238E27FC236}">
                <a16:creationId xmlns:a16="http://schemas.microsoft.com/office/drawing/2014/main" id="{C782932E-62B7-430C-A3E4-D9A59B61EEE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47295" y="4971928"/>
            <a:ext cx="914400" cy="914400"/>
          </a:xfrm>
          <a:prstGeom prst="rect">
            <a:avLst/>
          </a:prstGeom>
        </p:spPr>
      </p:pic>
      <p:pic>
        <p:nvPicPr>
          <p:cNvPr id="40" name="Graphique 39" descr="Visage surpris à remplissage uni avec un remplissage uni">
            <a:extLst>
              <a:ext uri="{FF2B5EF4-FFF2-40B4-BE49-F238E27FC236}">
                <a16:creationId xmlns:a16="http://schemas.microsoft.com/office/drawing/2014/main" id="{000FFBFB-D3C9-432A-A49D-F12EC6D56FD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39964" y="4623939"/>
            <a:ext cx="914400" cy="914400"/>
          </a:xfrm>
          <a:prstGeom prst="rect">
            <a:avLst/>
          </a:prstGeom>
        </p:spPr>
      </p:pic>
      <p:pic>
        <p:nvPicPr>
          <p:cNvPr id="42" name="Graphique 41" descr="Visage moustachu avec remplissage solide avec un remplissage uni">
            <a:extLst>
              <a:ext uri="{FF2B5EF4-FFF2-40B4-BE49-F238E27FC236}">
                <a16:creationId xmlns:a16="http://schemas.microsoft.com/office/drawing/2014/main" id="{E7187830-1BF9-4469-9135-DA8BD6C6C4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551504" y="3623346"/>
            <a:ext cx="914400" cy="914400"/>
          </a:xfrm>
          <a:prstGeom prst="rect">
            <a:avLst/>
          </a:prstGeom>
        </p:spPr>
      </p:pic>
      <p:pic>
        <p:nvPicPr>
          <p:cNvPr id="44" name="Graphique 43" descr="Visage portant des lunettes de soleil à remplissage uni avec un remplissage uni">
            <a:extLst>
              <a:ext uri="{FF2B5EF4-FFF2-40B4-BE49-F238E27FC236}">
                <a16:creationId xmlns:a16="http://schemas.microsoft.com/office/drawing/2014/main" id="{DEF129DF-781A-42A9-AA30-99A7793C06E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19059" y="4909450"/>
            <a:ext cx="914400" cy="914400"/>
          </a:xfrm>
          <a:prstGeom prst="rect">
            <a:avLst/>
          </a:prstGeom>
        </p:spPr>
      </p:pic>
      <p:pic>
        <p:nvPicPr>
          <p:cNvPr id="46" name="Graphique 45" descr="Sirène avec un remplissage uni">
            <a:extLst>
              <a:ext uri="{FF2B5EF4-FFF2-40B4-BE49-F238E27FC236}">
                <a16:creationId xmlns:a16="http://schemas.microsoft.com/office/drawing/2014/main" id="{A1551ADC-2130-44FE-9A7C-A7ACF0C20F8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421921" y="4166064"/>
            <a:ext cx="914400" cy="914400"/>
          </a:xfrm>
          <a:prstGeom prst="rect">
            <a:avLst/>
          </a:prstGeom>
        </p:spPr>
      </p:pic>
    </p:spTree>
    <p:extLst>
      <p:ext uri="{BB962C8B-B14F-4D97-AF65-F5344CB8AC3E}">
        <p14:creationId xmlns:p14="http://schemas.microsoft.com/office/powerpoint/2010/main" val="946478979"/>
      </p:ext>
    </p:extLst>
  </p:cSld>
  <p:clrMapOvr>
    <a:masterClrMapping/>
  </p:clrMapOvr>
  <mc:AlternateContent xmlns:mc="http://schemas.openxmlformats.org/markup-compatibility/2006" xmlns:p14="http://schemas.microsoft.com/office/powerpoint/2010/main">
    <mc:Choice Requires="p14">
      <p:transition spd="slow" p14:dur="2000" advTm="42881"/>
    </mc:Choice>
    <mc:Fallback xmlns="">
      <p:transition spd="slow" advTm="4288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P14</a:t>
            </a:r>
            <a:br>
              <a:rPr lang="en-US" dirty="0"/>
            </a:br>
            <a:r>
              <a:rPr lang="en-US" dirty="0"/>
              <a:t>Measure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920260" y="2460269"/>
            <a:ext cx="4980432" cy="3694176"/>
          </a:xfrm>
        </p:spPr>
        <p:txBody>
          <a:bodyPr>
            <a:normAutofit/>
          </a:bodyPr>
          <a:lstStyle/>
          <a:p>
            <a:pPr marL="0" indent="0">
              <a:buNone/>
            </a:pPr>
            <a:r>
              <a:rPr lang="en-US" sz="1400" dirty="0"/>
              <a:t>Gathering data about level of link can be challenging for Community boosters. Here is a short list of usual difficulties : </a:t>
            </a:r>
          </a:p>
          <a:p>
            <a:pPr>
              <a:buFontTx/>
              <a:buChar char="-"/>
            </a:pPr>
            <a:r>
              <a:rPr lang="en-US" sz="1400" dirty="0"/>
              <a:t>Declarative bias </a:t>
            </a:r>
          </a:p>
          <a:p>
            <a:pPr>
              <a:buFontTx/>
              <a:buChar char="-"/>
            </a:pPr>
            <a:r>
              <a:rPr lang="en-US" sz="1400" dirty="0"/>
              <a:t>Difficulty to frame questions and measurement procedure about link</a:t>
            </a:r>
          </a:p>
          <a:p>
            <a:pPr>
              <a:buFontTx/>
              <a:buChar char="-"/>
            </a:pPr>
            <a:r>
              <a:rPr lang="en-US" sz="1400" dirty="0"/>
              <a:t>Difficulty to get the information frequently from all members</a:t>
            </a:r>
          </a:p>
          <a:p>
            <a:pPr>
              <a:buFontTx/>
              <a:buChar char="-"/>
            </a:pPr>
            <a:r>
              <a:rPr lang="en-US" sz="1400" dirty="0"/>
              <a:t>Difficulty to gather and interpret weak signals</a:t>
            </a:r>
          </a:p>
          <a:p>
            <a:pPr>
              <a:buFontTx/>
              <a:buChar char="-"/>
            </a:pPr>
            <a:r>
              <a:rPr lang="en-US" sz="1400" dirty="0"/>
              <a:t>Unclear legal or ethical limits of Privacy </a:t>
            </a:r>
          </a:p>
          <a:p>
            <a:pPr>
              <a:buFontTx/>
              <a:buChar char="-"/>
            </a:pPr>
            <a:endParaRPr lang="en-US" sz="1400" dirty="0"/>
          </a:p>
          <a:p>
            <a:pPr>
              <a:buFontTx/>
              <a:buChar char="-"/>
            </a:pPr>
            <a:endParaRPr lang="en-US" sz="1400" dirty="0"/>
          </a:p>
          <a:p>
            <a:pPr marL="0" indent="0">
              <a:buNone/>
            </a:pPr>
            <a:endParaRPr lang="en-US" sz="1400" dirty="0"/>
          </a:p>
        </p:txBody>
      </p:sp>
      <p:sp>
        <p:nvSpPr>
          <p:cNvPr id="4" name="Espace réservé du contenu 5">
            <a:extLst>
              <a:ext uri="{FF2B5EF4-FFF2-40B4-BE49-F238E27FC236}">
                <a16:creationId xmlns:a16="http://schemas.microsoft.com/office/drawing/2014/main" id="{1259ED1F-22AE-4B07-83A4-7747CD932909}"/>
              </a:ext>
            </a:extLst>
          </p:cNvPr>
          <p:cNvSpPr txBox="1">
            <a:spLocks/>
          </p:cNvSpPr>
          <p:nvPr/>
        </p:nvSpPr>
        <p:spPr>
          <a:xfrm>
            <a:off x="6303264" y="2460269"/>
            <a:ext cx="4980432" cy="3694176"/>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Depending on what tools are available for Community Boosters, measuring link with real data can become a major challenge. Here are some examples of ways and indicators on link measurement : </a:t>
            </a:r>
          </a:p>
          <a:p>
            <a:pPr>
              <a:buFontTx/>
              <a:buChar char="-"/>
            </a:pPr>
            <a:r>
              <a:rPr lang="en-US" sz="1400" b="1" dirty="0"/>
              <a:t>Social network platform:</a:t>
            </a:r>
            <a:r>
              <a:rPr lang="en-US" sz="1400" dirty="0"/>
              <a:t> Number of “connections” within the Community per member </a:t>
            </a:r>
          </a:p>
          <a:p>
            <a:pPr>
              <a:buFontTx/>
              <a:buChar char="-"/>
            </a:pPr>
            <a:r>
              <a:rPr lang="en-US" sz="1400" b="1" dirty="0"/>
              <a:t>Chat tools : </a:t>
            </a:r>
            <a:r>
              <a:rPr lang="en-US" sz="1400" dirty="0"/>
              <a:t>Frequency of discussion, Diversity and average involvement of chatters, “Depth” of discussions</a:t>
            </a:r>
          </a:p>
          <a:p>
            <a:pPr>
              <a:buFontTx/>
              <a:buChar char="-"/>
            </a:pPr>
            <a:r>
              <a:rPr lang="en-US" sz="1400" b="1" dirty="0"/>
              <a:t>Event management tools : </a:t>
            </a:r>
            <a:r>
              <a:rPr lang="en-US" sz="1400" dirty="0"/>
              <a:t>Number of times an average member meets the same people in event</a:t>
            </a:r>
          </a:p>
          <a:p>
            <a:pPr>
              <a:buFontTx/>
              <a:buChar char="-"/>
            </a:pPr>
            <a:r>
              <a:rPr lang="en-US" sz="1400" b="1" dirty="0"/>
              <a:t>Polls</a:t>
            </a:r>
            <a:r>
              <a:rPr lang="en-US" sz="1400" dirty="0"/>
              <a:t> : Answers on various questions about links</a:t>
            </a:r>
          </a:p>
          <a:p>
            <a:pPr>
              <a:buFontTx/>
              <a:buChar char="-"/>
            </a:pPr>
            <a:r>
              <a:rPr lang="en-US" sz="1400" b="1" dirty="0"/>
              <a:t>“Feeling” </a:t>
            </a:r>
            <a:r>
              <a:rPr lang="en-US" sz="1400" dirty="0"/>
              <a:t>and interpretation by Community Boosters or by Key members of the Community</a:t>
            </a:r>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marL="0" indent="0">
              <a:buFont typeface="Arial" panose="020B0604020202020204" pitchFamily="34" charset="0"/>
              <a:buNone/>
            </a:pPr>
            <a:endParaRPr lang="en-US" sz="1400" dirty="0"/>
          </a:p>
        </p:txBody>
      </p:sp>
      <p:pic>
        <p:nvPicPr>
          <p:cNvPr id="3" name="Graphique 2" descr="Liste contour">
            <a:extLst>
              <a:ext uri="{FF2B5EF4-FFF2-40B4-BE49-F238E27FC236}">
                <a16:creationId xmlns:a16="http://schemas.microsoft.com/office/drawing/2014/main" id="{CD7F5133-CAB5-4EE8-A4F7-CFB4BCC67B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67262" y="5211188"/>
            <a:ext cx="472000" cy="472000"/>
          </a:xfrm>
          <a:prstGeom prst="rect">
            <a:avLst/>
          </a:prstGeom>
        </p:spPr>
      </p:pic>
      <p:pic>
        <p:nvPicPr>
          <p:cNvPr id="8" name="Graphique 7" descr="Calendrier mensuel avec un remplissage uni">
            <a:extLst>
              <a:ext uri="{FF2B5EF4-FFF2-40B4-BE49-F238E27FC236}">
                <a16:creationId xmlns:a16="http://schemas.microsoft.com/office/drawing/2014/main" id="{F0D3E329-9FB2-4F89-BE3A-599C504106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08705" y="4646722"/>
            <a:ext cx="565209" cy="565209"/>
          </a:xfrm>
          <a:prstGeom prst="rect">
            <a:avLst/>
          </a:prstGeom>
        </p:spPr>
      </p:pic>
      <p:pic>
        <p:nvPicPr>
          <p:cNvPr id="10" name="Graphique 9" descr="Chat avec un remplissage uni">
            <a:extLst>
              <a:ext uri="{FF2B5EF4-FFF2-40B4-BE49-F238E27FC236}">
                <a16:creationId xmlns:a16="http://schemas.microsoft.com/office/drawing/2014/main" id="{36CD5CF3-B135-4002-BA54-CEC39759422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77007" y="4084466"/>
            <a:ext cx="652511" cy="652511"/>
          </a:xfrm>
          <a:prstGeom prst="rect">
            <a:avLst/>
          </a:prstGeom>
        </p:spPr>
      </p:pic>
      <p:pic>
        <p:nvPicPr>
          <p:cNvPr id="12" name="Graphique 11" descr="Réseaux sociaux avec un remplissage uni">
            <a:extLst>
              <a:ext uri="{FF2B5EF4-FFF2-40B4-BE49-F238E27FC236}">
                <a16:creationId xmlns:a16="http://schemas.microsoft.com/office/drawing/2014/main" id="{8AFD9431-4AC5-400C-AFEC-F4592219F2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38537" y="3429000"/>
            <a:ext cx="652512" cy="652512"/>
          </a:xfrm>
          <a:prstGeom prst="rect">
            <a:avLst/>
          </a:prstGeom>
        </p:spPr>
      </p:pic>
      <p:pic>
        <p:nvPicPr>
          <p:cNvPr id="14" name="Graphique 13" descr="Intelligence artificielle avec un remplissage uni">
            <a:extLst>
              <a:ext uri="{FF2B5EF4-FFF2-40B4-BE49-F238E27FC236}">
                <a16:creationId xmlns:a16="http://schemas.microsoft.com/office/drawing/2014/main" id="{9178E2F8-C914-460D-BD43-76F7FDA8A73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25832" y="5705709"/>
            <a:ext cx="565217" cy="565217"/>
          </a:xfrm>
          <a:prstGeom prst="rect">
            <a:avLst/>
          </a:prstGeom>
        </p:spPr>
      </p:pic>
      <p:pic>
        <p:nvPicPr>
          <p:cNvPr id="16" name="Graphique 15" descr="Bulle de discussion avec un remplissage uni">
            <a:extLst>
              <a:ext uri="{FF2B5EF4-FFF2-40B4-BE49-F238E27FC236}">
                <a16:creationId xmlns:a16="http://schemas.microsoft.com/office/drawing/2014/main" id="{0C3F0A15-A82F-40CD-B1D0-621BD692320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2077" y="3199307"/>
            <a:ext cx="519338" cy="519338"/>
          </a:xfrm>
          <a:prstGeom prst="rect">
            <a:avLst/>
          </a:prstGeom>
        </p:spPr>
      </p:pic>
      <p:pic>
        <p:nvPicPr>
          <p:cNvPr id="18" name="Graphique 17" descr="Public cible avec un remplissage uni">
            <a:extLst>
              <a:ext uri="{FF2B5EF4-FFF2-40B4-BE49-F238E27FC236}">
                <a16:creationId xmlns:a16="http://schemas.microsoft.com/office/drawing/2014/main" id="{1660A985-A809-46FF-A876-98D791FEDD8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8966" y="4136640"/>
            <a:ext cx="519338" cy="519338"/>
          </a:xfrm>
          <a:prstGeom prst="rect">
            <a:avLst/>
          </a:prstGeom>
        </p:spPr>
      </p:pic>
      <p:pic>
        <p:nvPicPr>
          <p:cNvPr id="20" name="Graphique 19" descr="Mille avec un remplissage uni">
            <a:extLst>
              <a:ext uri="{FF2B5EF4-FFF2-40B4-BE49-F238E27FC236}">
                <a16:creationId xmlns:a16="http://schemas.microsoft.com/office/drawing/2014/main" id="{6053B493-1549-410E-9932-8CD5A30F003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81814" y="3648364"/>
            <a:ext cx="426490" cy="426490"/>
          </a:xfrm>
          <a:prstGeom prst="rect">
            <a:avLst/>
          </a:prstGeom>
        </p:spPr>
      </p:pic>
      <p:pic>
        <p:nvPicPr>
          <p:cNvPr id="22" name="Graphique 21" descr="Antenne parabolique avec un remplissage uni">
            <a:extLst>
              <a:ext uri="{FF2B5EF4-FFF2-40B4-BE49-F238E27FC236}">
                <a16:creationId xmlns:a16="http://schemas.microsoft.com/office/drawing/2014/main" id="{3C17D245-E154-42DB-A303-1CDEF5704D2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82332" y="4685216"/>
            <a:ext cx="525972" cy="525972"/>
          </a:xfrm>
          <a:prstGeom prst="rect">
            <a:avLst/>
          </a:prstGeom>
        </p:spPr>
      </p:pic>
      <p:pic>
        <p:nvPicPr>
          <p:cNvPr id="24" name="Graphique 23" descr="Caméra de sécurité avec un remplissage uni">
            <a:extLst>
              <a:ext uri="{FF2B5EF4-FFF2-40B4-BE49-F238E27FC236}">
                <a16:creationId xmlns:a16="http://schemas.microsoft.com/office/drawing/2014/main" id="{F739E97A-AA7D-4D9B-8052-A0740E34E01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536" y="5174861"/>
            <a:ext cx="519338" cy="519338"/>
          </a:xfrm>
          <a:prstGeom prst="rect">
            <a:avLst/>
          </a:prstGeom>
        </p:spPr>
      </p:pic>
    </p:spTree>
    <p:extLst>
      <p:ext uri="{BB962C8B-B14F-4D97-AF65-F5344CB8AC3E}">
        <p14:creationId xmlns:p14="http://schemas.microsoft.com/office/powerpoint/2010/main" val="870964818"/>
      </p:ext>
    </p:extLst>
  </p:cSld>
  <p:clrMapOvr>
    <a:masterClrMapping/>
  </p:clrMapOvr>
  <mc:AlternateContent xmlns:mc="http://schemas.openxmlformats.org/markup-compatibility/2006" xmlns:p14="http://schemas.microsoft.com/office/powerpoint/2010/main">
    <mc:Choice Requires="p14">
      <p:transition spd="slow" p14:dur="2000" advTm="124042"/>
    </mc:Choice>
    <mc:Fallback xmlns="">
      <p:transition spd="slow" advTm="12404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Do you measure link in your Community ? How ? </a:t>
            </a:r>
          </a:p>
          <a:p>
            <a:pPr marL="0" indent="0">
              <a:buNone/>
            </a:pPr>
            <a:endParaRPr lang="en-US" noProof="1"/>
          </a:p>
          <a:p>
            <a:pPr marL="0" indent="0">
              <a:buNone/>
            </a:pPr>
            <a:r>
              <a:rPr lang="en-US" noProof="1"/>
              <a:t>What are your difficulties ? What indicators have you used ?</a:t>
            </a:r>
          </a:p>
        </p:txBody>
      </p:sp>
      <p:pic>
        <p:nvPicPr>
          <p:cNvPr id="6" name="Graphique 5" descr="Liste contour">
            <a:extLst>
              <a:ext uri="{FF2B5EF4-FFF2-40B4-BE49-F238E27FC236}">
                <a16:creationId xmlns:a16="http://schemas.microsoft.com/office/drawing/2014/main" id="{F2CBCF52-C0F8-4383-80A4-FEA9A38794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9686" y="4643018"/>
            <a:ext cx="472000" cy="472000"/>
          </a:xfrm>
          <a:prstGeom prst="rect">
            <a:avLst/>
          </a:prstGeom>
        </p:spPr>
      </p:pic>
      <p:pic>
        <p:nvPicPr>
          <p:cNvPr id="7" name="Graphique 6" descr="Calendrier mensuel avec un remplissage uni">
            <a:extLst>
              <a:ext uri="{FF2B5EF4-FFF2-40B4-BE49-F238E27FC236}">
                <a16:creationId xmlns:a16="http://schemas.microsoft.com/office/drawing/2014/main" id="{40F22337-CB2D-4731-A3E1-92467D1BE9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91129" y="4078552"/>
            <a:ext cx="565209" cy="565209"/>
          </a:xfrm>
          <a:prstGeom prst="rect">
            <a:avLst/>
          </a:prstGeom>
        </p:spPr>
      </p:pic>
      <p:pic>
        <p:nvPicPr>
          <p:cNvPr id="8" name="Graphique 7" descr="Chat avec un remplissage uni">
            <a:extLst>
              <a:ext uri="{FF2B5EF4-FFF2-40B4-BE49-F238E27FC236}">
                <a16:creationId xmlns:a16="http://schemas.microsoft.com/office/drawing/2014/main" id="{9DC61A7B-B221-499A-A076-976E94B27F0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59431" y="3516296"/>
            <a:ext cx="652511" cy="652511"/>
          </a:xfrm>
          <a:prstGeom prst="rect">
            <a:avLst/>
          </a:prstGeom>
        </p:spPr>
      </p:pic>
      <p:pic>
        <p:nvPicPr>
          <p:cNvPr id="9" name="Graphique 8" descr="Réseaux sociaux avec un remplissage uni">
            <a:extLst>
              <a:ext uri="{FF2B5EF4-FFF2-40B4-BE49-F238E27FC236}">
                <a16:creationId xmlns:a16="http://schemas.microsoft.com/office/drawing/2014/main" id="{F9882675-55A8-4FD5-A0B0-43975B7BBD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20961" y="2860830"/>
            <a:ext cx="652512" cy="652512"/>
          </a:xfrm>
          <a:prstGeom prst="rect">
            <a:avLst/>
          </a:prstGeom>
        </p:spPr>
      </p:pic>
      <p:pic>
        <p:nvPicPr>
          <p:cNvPr id="10" name="Graphique 9" descr="Intelligence artificielle avec un remplissage uni">
            <a:extLst>
              <a:ext uri="{FF2B5EF4-FFF2-40B4-BE49-F238E27FC236}">
                <a16:creationId xmlns:a16="http://schemas.microsoft.com/office/drawing/2014/main" id="{C3EC0FF8-8DBB-414B-9199-8E0A52FC7AF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108256" y="5137539"/>
            <a:ext cx="565217" cy="565217"/>
          </a:xfrm>
          <a:prstGeom prst="rect">
            <a:avLst/>
          </a:prstGeom>
        </p:spPr>
      </p:pic>
      <p:grpSp>
        <p:nvGrpSpPr>
          <p:cNvPr id="3" name="Groupe 2">
            <a:extLst>
              <a:ext uri="{FF2B5EF4-FFF2-40B4-BE49-F238E27FC236}">
                <a16:creationId xmlns:a16="http://schemas.microsoft.com/office/drawing/2014/main" id="{E0E2916E-EB3C-4510-9C92-6E8665681A97}"/>
              </a:ext>
            </a:extLst>
          </p:cNvPr>
          <p:cNvGrpSpPr/>
          <p:nvPr/>
        </p:nvGrpSpPr>
        <p:grpSpPr>
          <a:xfrm>
            <a:off x="1986624" y="2672863"/>
            <a:ext cx="735316" cy="2643616"/>
            <a:chOff x="1993642" y="3169331"/>
            <a:chExt cx="539746" cy="1940500"/>
          </a:xfrm>
        </p:grpSpPr>
        <p:pic>
          <p:nvPicPr>
            <p:cNvPr id="11" name="Graphique 10" descr="Bulle de discussion avec un remplissage uni">
              <a:extLst>
                <a:ext uri="{FF2B5EF4-FFF2-40B4-BE49-F238E27FC236}">
                  <a16:creationId xmlns:a16="http://schemas.microsoft.com/office/drawing/2014/main" id="{CAD6C1A1-4F12-4930-AF20-F5A610C3E47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99331" y="3169331"/>
              <a:ext cx="519338" cy="519338"/>
            </a:xfrm>
            <a:prstGeom prst="rect">
              <a:avLst/>
            </a:prstGeom>
          </p:spPr>
        </p:pic>
        <p:pic>
          <p:nvPicPr>
            <p:cNvPr id="12" name="Graphique 11" descr="Public cible avec un remplissage uni">
              <a:extLst>
                <a:ext uri="{FF2B5EF4-FFF2-40B4-BE49-F238E27FC236}">
                  <a16:creationId xmlns:a16="http://schemas.microsoft.com/office/drawing/2014/main" id="{99114F50-2261-4060-919F-A99E222DF94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993642" y="4064520"/>
              <a:ext cx="519338" cy="519338"/>
            </a:xfrm>
            <a:prstGeom prst="rect">
              <a:avLst/>
            </a:prstGeom>
          </p:spPr>
        </p:pic>
        <p:pic>
          <p:nvPicPr>
            <p:cNvPr id="13" name="Graphique 12" descr="Mille avec un remplissage uni">
              <a:extLst>
                <a:ext uri="{FF2B5EF4-FFF2-40B4-BE49-F238E27FC236}">
                  <a16:creationId xmlns:a16="http://schemas.microsoft.com/office/drawing/2014/main" id="{B09B59CF-392A-4418-9A12-FD93F1CCD6E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099068" y="3618388"/>
              <a:ext cx="426490" cy="426490"/>
            </a:xfrm>
            <a:prstGeom prst="rect">
              <a:avLst/>
            </a:prstGeom>
          </p:spPr>
        </p:pic>
        <p:pic>
          <p:nvPicPr>
            <p:cNvPr id="14" name="Graphique 13" descr="Antenne parabolique avec un remplissage uni">
              <a:extLst>
                <a:ext uri="{FF2B5EF4-FFF2-40B4-BE49-F238E27FC236}">
                  <a16:creationId xmlns:a16="http://schemas.microsoft.com/office/drawing/2014/main" id="{CDA78795-117E-42FC-91CC-B301E6B8051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07416" y="4583859"/>
              <a:ext cx="525972" cy="525972"/>
            </a:xfrm>
            <a:prstGeom prst="rect">
              <a:avLst/>
            </a:prstGeom>
          </p:spPr>
        </p:pic>
      </p:grpSp>
      <p:pic>
        <p:nvPicPr>
          <p:cNvPr id="15" name="Graphique 14" descr="Caméra de sécurité avec un remplissage uni">
            <a:extLst>
              <a:ext uri="{FF2B5EF4-FFF2-40B4-BE49-F238E27FC236}">
                <a16:creationId xmlns:a16="http://schemas.microsoft.com/office/drawing/2014/main" id="{42D11031-6715-4ABD-841B-FF53F4477D1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022543" y="5295163"/>
            <a:ext cx="699397" cy="699397"/>
          </a:xfrm>
          <a:prstGeom prst="rect">
            <a:avLst/>
          </a:prstGeom>
        </p:spPr>
      </p:pic>
    </p:spTree>
    <p:extLst>
      <p:ext uri="{BB962C8B-B14F-4D97-AF65-F5344CB8AC3E}">
        <p14:creationId xmlns:p14="http://schemas.microsoft.com/office/powerpoint/2010/main" val="2806881451"/>
      </p:ext>
    </p:extLst>
  </p:cSld>
  <p:clrMapOvr>
    <a:masterClrMapping/>
  </p:clrMapOvr>
  <mc:AlternateContent xmlns:mc="http://schemas.openxmlformats.org/markup-compatibility/2006" xmlns:p14="http://schemas.microsoft.com/office/powerpoint/2010/main">
    <mc:Choice Requires="p14">
      <p:transition spd="slow" p14:dur="2000" advTm="19982"/>
    </mc:Choice>
    <mc:Fallback xmlns="">
      <p:transition spd="slow" advTm="1998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 </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4" name="Bulle narrative : ronde 3">
            <a:extLst>
              <a:ext uri="{FF2B5EF4-FFF2-40B4-BE49-F238E27FC236}">
                <a16:creationId xmlns:a16="http://schemas.microsoft.com/office/drawing/2014/main" id="{F7CBFFCA-537E-4DCC-8563-36BA9CAF9325}"/>
              </a:ext>
            </a:extLst>
          </p:cNvPr>
          <p:cNvSpPr/>
          <p:nvPr/>
        </p:nvSpPr>
        <p:spPr>
          <a:xfrm>
            <a:off x="4112901" y="2478023"/>
            <a:ext cx="6797756" cy="2227141"/>
          </a:xfrm>
          <a:prstGeom prst="wedgeEllipseCallout">
            <a:avLst>
              <a:gd name="adj1" fmla="val -49762"/>
              <a:gd name="adj2" fmla="val 41623"/>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We have more and more people, which is good. We look like we have more capacity, but people don’t get as much involved as before.</a:t>
            </a:r>
          </a:p>
        </p:txBody>
      </p:sp>
      <p:pic>
        <p:nvPicPr>
          <p:cNvPr id="3" name="Graphique 2" descr="Visage plaidant avec remplissage uni avec un remplissage uni">
            <a:extLst>
              <a:ext uri="{FF2B5EF4-FFF2-40B4-BE49-F238E27FC236}">
                <a16:creationId xmlns:a16="http://schemas.microsoft.com/office/drawing/2014/main" id="{15193913-840B-41ED-8CDB-BC92DED634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4326" y="3804546"/>
            <a:ext cx="1238575" cy="1238575"/>
          </a:xfrm>
          <a:prstGeom prst="rect">
            <a:avLst/>
          </a:prstGeom>
        </p:spPr>
      </p:pic>
      <p:pic>
        <p:nvPicPr>
          <p:cNvPr id="9" name="Graphique 8" descr="Personne confuse avec un remplissage uni">
            <a:extLst>
              <a:ext uri="{FF2B5EF4-FFF2-40B4-BE49-F238E27FC236}">
                <a16:creationId xmlns:a16="http://schemas.microsoft.com/office/drawing/2014/main" id="{27F48BF2-E0FF-4340-88D4-C3BFDEBE540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825" t="19961" r="14911" b="49785"/>
          <a:stretch/>
        </p:blipFill>
        <p:spPr>
          <a:xfrm>
            <a:off x="2055328" y="4889541"/>
            <a:ext cx="2876573" cy="1238575"/>
          </a:xfrm>
          <a:prstGeom prst="rect">
            <a:avLst/>
          </a:prstGeom>
        </p:spPr>
      </p:pic>
    </p:spTree>
    <p:extLst>
      <p:ext uri="{BB962C8B-B14F-4D97-AF65-F5344CB8AC3E}">
        <p14:creationId xmlns:p14="http://schemas.microsoft.com/office/powerpoint/2010/main" val="4192709660"/>
      </p:ext>
    </p:extLst>
  </p:cSld>
  <p:clrMapOvr>
    <a:masterClrMapping/>
  </p:clrMapOvr>
  <mc:AlternateContent xmlns:mc="http://schemas.openxmlformats.org/markup-compatibility/2006" xmlns:p14="http://schemas.microsoft.com/office/powerpoint/2010/main">
    <mc:Choice Requires="p14">
      <p:transition spd="slow" p14:dur="2000" advTm="14177"/>
    </mc:Choice>
    <mc:Fallback xmlns="">
      <p:transition spd="slow" advTm="1417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P15</a:t>
            </a:r>
            <a:br>
              <a:rPr lang="en-US" dirty="0"/>
            </a:br>
            <a:r>
              <a:rPr lang="en-US" dirty="0"/>
              <a:t>Understand how link, Numbers and Engagement work together (or not !)</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619685" y="2456984"/>
            <a:ext cx="4980432" cy="3694176"/>
          </a:xfrm>
        </p:spPr>
        <p:txBody>
          <a:bodyPr>
            <a:normAutofit fontScale="47500" lnSpcReduction="20000"/>
          </a:bodyPr>
          <a:lstStyle/>
          <a:p>
            <a:pPr marL="0" indent="0">
              <a:buNone/>
            </a:pPr>
            <a:r>
              <a:rPr lang="en-US" dirty="0"/>
              <a:t>The lower the number of members in a Community, the higher the chances for members to be linked to each other through accumulated direct interactions.</a:t>
            </a:r>
          </a:p>
          <a:p>
            <a:pPr marL="0" indent="0">
              <a:buNone/>
            </a:pPr>
            <a:r>
              <a:rPr lang="en-US" dirty="0"/>
              <a:t>The higher the number, the lower the “average link to members” (if not compensated). </a:t>
            </a:r>
          </a:p>
          <a:p>
            <a:pPr marL="0" indent="0">
              <a:buNone/>
            </a:pPr>
            <a:r>
              <a:rPr lang="en-US" dirty="0"/>
              <a:t>This variation can cause various damageable effects or increase existing effects like Ringelmann effect (decrease of engagement relatively to group size), or like loss of sense of Belonging.</a:t>
            </a:r>
          </a:p>
          <a:p>
            <a:pPr marL="0" indent="0">
              <a:buNone/>
            </a:pPr>
            <a:r>
              <a:rPr lang="en-US" dirty="0"/>
              <a:t>Engagement level can also sometimes increase with additional members, as more members can increase trust, and unlocks more economies of scale and therefore to more potential of actions.</a:t>
            </a:r>
          </a:p>
          <a:p>
            <a:pPr marL="0" indent="0">
              <a:buNone/>
            </a:pPr>
            <a:r>
              <a:rPr lang="en-US" dirty="0"/>
              <a:t>Reading more :</a:t>
            </a:r>
          </a:p>
          <a:p>
            <a:pPr marL="0" indent="0">
              <a:buNone/>
            </a:pPr>
            <a:r>
              <a:rPr lang="en-US" dirty="0">
                <a:hlinkClick r:id="rId2"/>
              </a:rPr>
              <a:t>https://en.wikipedia.org/wiki/Dunbar%27s_number</a:t>
            </a:r>
            <a:endParaRPr lang="en-US" dirty="0"/>
          </a:p>
          <a:p>
            <a:pPr marL="0" indent="0">
              <a:buNone/>
            </a:pPr>
            <a:r>
              <a:rPr lang="en-US" dirty="0">
                <a:hlinkClick r:id="rId3"/>
              </a:rPr>
              <a:t>https://en.wikipedia.org/wiki/Ringelmann_effect</a:t>
            </a:r>
            <a:endParaRPr lang="en-US" dirty="0"/>
          </a:p>
          <a:p>
            <a:pPr marL="0" indent="0">
              <a:buNone/>
            </a:pPr>
            <a:endParaRPr lang="en-US" dirty="0"/>
          </a:p>
        </p:txBody>
      </p:sp>
      <p:grpSp>
        <p:nvGrpSpPr>
          <p:cNvPr id="112" name="Groupe 111">
            <a:extLst>
              <a:ext uri="{FF2B5EF4-FFF2-40B4-BE49-F238E27FC236}">
                <a16:creationId xmlns:a16="http://schemas.microsoft.com/office/drawing/2014/main" id="{B0972ADF-E4F9-45F2-9811-C14508DDA168}"/>
              </a:ext>
            </a:extLst>
          </p:cNvPr>
          <p:cNvGrpSpPr/>
          <p:nvPr/>
        </p:nvGrpSpPr>
        <p:grpSpPr>
          <a:xfrm>
            <a:off x="8149053" y="2355683"/>
            <a:ext cx="1410759" cy="725155"/>
            <a:chOff x="6328736" y="2387478"/>
            <a:chExt cx="2753121" cy="1415152"/>
          </a:xfrm>
        </p:grpSpPr>
        <p:grpSp>
          <p:nvGrpSpPr>
            <p:cNvPr id="113" name="Groupe 112">
              <a:extLst>
                <a:ext uri="{FF2B5EF4-FFF2-40B4-BE49-F238E27FC236}">
                  <a16:creationId xmlns:a16="http://schemas.microsoft.com/office/drawing/2014/main" id="{31D790AF-9E0E-4E24-B8FC-12AC50BD48DB}"/>
                </a:ext>
              </a:extLst>
            </p:cNvPr>
            <p:cNvGrpSpPr/>
            <p:nvPr/>
          </p:nvGrpSpPr>
          <p:grpSpPr>
            <a:xfrm>
              <a:off x="6696168" y="2394887"/>
              <a:ext cx="2385689" cy="1407743"/>
              <a:chOff x="6305550" y="2323866"/>
              <a:chExt cx="3104825" cy="1832090"/>
            </a:xfrm>
            <a:solidFill>
              <a:srgbClr val="EC7B2B"/>
            </a:solidFill>
          </p:grpSpPr>
          <p:cxnSp>
            <p:nvCxnSpPr>
              <p:cNvPr id="130" name="Connecteur droit 129">
                <a:extLst>
                  <a:ext uri="{FF2B5EF4-FFF2-40B4-BE49-F238E27FC236}">
                    <a16:creationId xmlns:a16="http://schemas.microsoft.com/office/drawing/2014/main" id="{F49D2676-B222-47D6-8AA7-4DA6AD1BFEAE}"/>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Groupe 130">
                <a:extLst>
                  <a:ext uri="{FF2B5EF4-FFF2-40B4-BE49-F238E27FC236}">
                    <a16:creationId xmlns:a16="http://schemas.microsoft.com/office/drawing/2014/main" id="{BBEE6B82-2380-42AA-AB15-25EC76552D94}"/>
                  </a:ext>
                </a:extLst>
              </p:cNvPr>
              <p:cNvGrpSpPr/>
              <p:nvPr/>
            </p:nvGrpSpPr>
            <p:grpSpPr>
              <a:xfrm>
                <a:off x="8533701" y="2323866"/>
                <a:ext cx="876674" cy="1832090"/>
                <a:chOff x="8451151" y="2336566"/>
                <a:chExt cx="876674" cy="1832090"/>
              </a:xfrm>
              <a:grpFill/>
            </p:grpSpPr>
            <p:sp>
              <p:nvSpPr>
                <p:cNvPr id="132" name="Ellipse 131">
                  <a:extLst>
                    <a:ext uri="{FF2B5EF4-FFF2-40B4-BE49-F238E27FC236}">
                      <a16:creationId xmlns:a16="http://schemas.microsoft.com/office/drawing/2014/main" id="{8132F88F-AE04-4670-A675-20D0DFC22366}"/>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 coins arrondis 132">
                  <a:extLst>
                    <a:ext uri="{FF2B5EF4-FFF2-40B4-BE49-F238E27FC236}">
                      <a16:creationId xmlns:a16="http://schemas.microsoft.com/office/drawing/2014/main" id="{97DC8EF0-E634-48B6-9692-2BA1135C77F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 coins arrondis 133">
                  <a:extLst>
                    <a:ext uri="{FF2B5EF4-FFF2-40B4-BE49-F238E27FC236}">
                      <a16:creationId xmlns:a16="http://schemas.microsoft.com/office/drawing/2014/main" id="{80C315E7-588E-4499-9AB9-78E0E4518CA9}"/>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 coins arrondis 134">
                  <a:extLst>
                    <a:ext uri="{FF2B5EF4-FFF2-40B4-BE49-F238E27FC236}">
                      <a16:creationId xmlns:a16="http://schemas.microsoft.com/office/drawing/2014/main" id="{B003CE37-A53B-4F2E-A76A-1C8699F40936}"/>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 coins arrondis 135">
                  <a:extLst>
                    <a:ext uri="{FF2B5EF4-FFF2-40B4-BE49-F238E27FC236}">
                      <a16:creationId xmlns:a16="http://schemas.microsoft.com/office/drawing/2014/main" id="{304C638B-BE9B-49FA-AF3F-82664C919F47}"/>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 coins arrondis 136">
                  <a:extLst>
                    <a:ext uri="{FF2B5EF4-FFF2-40B4-BE49-F238E27FC236}">
                      <a16:creationId xmlns:a16="http://schemas.microsoft.com/office/drawing/2014/main" id="{E5818D50-BE7C-40D1-9D2E-F63F84AEDB9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 coins arrondis 137">
                  <a:extLst>
                    <a:ext uri="{FF2B5EF4-FFF2-40B4-BE49-F238E27FC236}">
                      <a16:creationId xmlns:a16="http://schemas.microsoft.com/office/drawing/2014/main" id="{4F9B3919-6059-4E32-835F-FE4DAC99BB6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14" name="Groupe 113">
              <a:extLst>
                <a:ext uri="{FF2B5EF4-FFF2-40B4-BE49-F238E27FC236}">
                  <a16:creationId xmlns:a16="http://schemas.microsoft.com/office/drawing/2014/main" id="{3BAE8B2C-26D2-4C31-BE95-12987CE69C7D}"/>
                </a:ext>
              </a:extLst>
            </p:cNvPr>
            <p:cNvGrpSpPr/>
            <p:nvPr/>
          </p:nvGrpSpPr>
          <p:grpSpPr>
            <a:xfrm flipH="1">
              <a:off x="7037722" y="2394205"/>
              <a:ext cx="667094" cy="1407743"/>
              <a:chOff x="8451151" y="2336566"/>
              <a:chExt cx="876674" cy="1832090"/>
            </a:xfrm>
          </p:grpSpPr>
          <p:sp>
            <p:nvSpPr>
              <p:cNvPr id="123" name="Ellipse 122">
                <a:extLst>
                  <a:ext uri="{FF2B5EF4-FFF2-40B4-BE49-F238E27FC236}">
                    <a16:creationId xmlns:a16="http://schemas.microsoft.com/office/drawing/2014/main" id="{E2C49BDC-DC80-4A57-9A23-0082863738C0}"/>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 coins arrondis 123">
                <a:extLst>
                  <a:ext uri="{FF2B5EF4-FFF2-40B4-BE49-F238E27FC236}">
                    <a16:creationId xmlns:a16="http://schemas.microsoft.com/office/drawing/2014/main" id="{F3606318-6968-46C5-9A02-B645E01F4875}"/>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 coins arrondis 124">
                <a:extLst>
                  <a:ext uri="{FF2B5EF4-FFF2-40B4-BE49-F238E27FC236}">
                    <a16:creationId xmlns:a16="http://schemas.microsoft.com/office/drawing/2014/main" id="{10DC0601-C6EA-4356-84C6-2E10F91F5851}"/>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 coins arrondis 125">
                <a:extLst>
                  <a:ext uri="{FF2B5EF4-FFF2-40B4-BE49-F238E27FC236}">
                    <a16:creationId xmlns:a16="http://schemas.microsoft.com/office/drawing/2014/main" id="{FDD1A7B4-D8A4-4815-BE21-1AF781276089}"/>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 coins arrondis 126">
                <a:extLst>
                  <a:ext uri="{FF2B5EF4-FFF2-40B4-BE49-F238E27FC236}">
                    <a16:creationId xmlns:a16="http://schemas.microsoft.com/office/drawing/2014/main" id="{76A9A5C6-F06E-4D94-B3FD-6CDC1AC8B521}"/>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 coins arrondis 127">
                <a:extLst>
                  <a:ext uri="{FF2B5EF4-FFF2-40B4-BE49-F238E27FC236}">
                    <a16:creationId xmlns:a16="http://schemas.microsoft.com/office/drawing/2014/main" id="{F8544D3C-6C19-488B-BA99-46DB041BC502}"/>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 coins arrondis 128">
                <a:extLst>
                  <a:ext uri="{FF2B5EF4-FFF2-40B4-BE49-F238E27FC236}">
                    <a16:creationId xmlns:a16="http://schemas.microsoft.com/office/drawing/2014/main" id="{0D8EFC81-CDED-4DEB-AFC2-87379F51850F}"/>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5" name="Groupe 114">
              <a:extLst>
                <a:ext uri="{FF2B5EF4-FFF2-40B4-BE49-F238E27FC236}">
                  <a16:creationId xmlns:a16="http://schemas.microsoft.com/office/drawing/2014/main" id="{4535D6CF-5F7F-4FCB-AF31-3E42EF98E0B8}"/>
                </a:ext>
              </a:extLst>
            </p:cNvPr>
            <p:cNvGrpSpPr/>
            <p:nvPr/>
          </p:nvGrpSpPr>
          <p:grpSpPr>
            <a:xfrm flipH="1">
              <a:off x="6328736" y="2387478"/>
              <a:ext cx="667094" cy="1407743"/>
              <a:chOff x="8451151" y="2336566"/>
              <a:chExt cx="876674" cy="1832090"/>
            </a:xfrm>
          </p:grpSpPr>
          <p:sp>
            <p:nvSpPr>
              <p:cNvPr id="116" name="Ellipse 115">
                <a:extLst>
                  <a:ext uri="{FF2B5EF4-FFF2-40B4-BE49-F238E27FC236}">
                    <a16:creationId xmlns:a16="http://schemas.microsoft.com/office/drawing/2014/main" id="{DEAE438F-F417-4EEB-B918-67591475471E}"/>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 coins arrondis 116">
                <a:extLst>
                  <a:ext uri="{FF2B5EF4-FFF2-40B4-BE49-F238E27FC236}">
                    <a16:creationId xmlns:a16="http://schemas.microsoft.com/office/drawing/2014/main" id="{390645B3-2EE5-4F5C-8C48-E5A7AF6881EF}"/>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 coins arrondis 117">
                <a:extLst>
                  <a:ext uri="{FF2B5EF4-FFF2-40B4-BE49-F238E27FC236}">
                    <a16:creationId xmlns:a16="http://schemas.microsoft.com/office/drawing/2014/main" id="{532187B3-2FA5-49C9-AB4E-A5AD59FF1FEA}"/>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 coins arrondis 118">
                <a:extLst>
                  <a:ext uri="{FF2B5EF4-FFF2-40B4-BE49-F238E27FC236}">
                    <a16:creationId xmlns:a16="http://schemas.microsoft.com/office/drawing/2014/main" id="{0BB3D754-9BC4-4B8B-B057-2B690649DE39}"/>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 coins arrondis 119">
                <a:extLst>
                  <a:ext uri="{FF2B5EF4-FFF2-40B4-BE49-F238E27FC236}">
                    <a16:creationId xmlns:a16="http://schemas.microsoft.com/office/drawing/2014/main" id="{3B959914-6C6D-4878-AC87-9249BE1D5210}"/>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 coins arrondis 120">
                <a:extLst>
                  <a:ext uri="{FF2B5EF4-FFF2-40B4-BE49-F238E27FC236}">
                    <a16:creationId xmlns:a16="http://schemas.microsoft.com/office/drawing/2014/main" id="{DF9FB7B0-22F5-4D82-9FAF-78E3A346B5E2}"/>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 coins arrondis 121">
                <a:extLst>
                  <a:ext uri="{FF2B5EF4-FFF2-40B4-BE49-F238E27FC236}">
                    <a16:creationId xmlns:a16="http://schemas.microsoft.com/office/drawing/2014/main" id="{541107A0-271B-43EA-B4BD-5638E5B90D0A}"/>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82" name="Groupe 181">
            <a:extLst>
              <a:ext uri="{FF2B5EF4-FFF2-40B4-BE49-F238E27FC236}">
                <a16:creationId xmlns:a16="http://schemas.microsoft.com/office/drawing/2014/main" id="{839B0E2F-0F79-47EB-A293-ABF5D95A1707}"/>
              </a:ext>
            </a:extLst>
          </p:cNvPr>
          <p:cNvGrpSpPr/>
          <p:nvPr/>
        </p:nvGrpSpPr>
        <p:grpSpPr>
          <a:xfrm>
            <a:off x="7133979" y="3280656"/>
            <a:ext cx="3267516" cy="743606"/>
            <a:chOff x="6992179" y="3623834"/>
            <a:chExt cx="3267516" cy="743606"/>
          </a:xfrm>
        </p:grpSpPr>
        <p:cxnSp>
          <p:nvCxnSpPr>
            <p:cNvPr id="14" name="Connecteur droit 13">
              <a:extLst>
                <a:ext uri="{FF2B5EF4-FFF2-40B4-BE49-F238E27FC236}">
                  <a16:creationId xmlns:a16="http://schemas.microsoft.com/office/drawing/2014/main" id="{81DEEA10-E467-45EA-AA17-CC8526C0B17D}"/>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e 17">
              <a:extLst>
                <a:ext uri="{FF2B5EF4-FFF2-40B4-BE49-F238E27FC236}">
                  <a16:creationId xmlns:a16="http://schemas.microsoft.com/office/drawing/2014/main" id="{BC7FD72D-41A5-4CDF-9CD2-BBB0A701A97C}"/>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19" name="Ellipse 18">
                <a:extLst>
                  <a:ext uri="{FF2B5EF4-FFF2-40B4-BE49-F238E27FC236}">
                    <a16:creationId xmlns:a16="http://schemas.microsoft.com/office/drawing/2014/main" id="{8A93D910-490A-4FDE-962F-3916043044C9}"/>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A296EEE6-0B38-4A82-B418-FFF1D91F6F1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F5B69D5E-00FD-4591-8F6D-BA1DC4C206EC}"/>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32634EA8-CD9D-4446-B4A2-ABD1357D1A8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389C765D-1ECF-4815-8FB0-8468D1FD5F4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coins arrondis 23">
                <a:extLst>
                  <a:ext uri="{FF2B5EF4-FFF2-40B4-BE49-F238E27FC236}">
                    <a16:creationId xmlns:a16="http://schemas.microsoft.com/office/drawing/2014/main" id="{28180179-F7CC-4C52-A99F-6ABBA456B9C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5EE0C4C2-A559-4AD1-8FAE-F188B7CC52CD}"/>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9" name="Groupe 28">
              <a:extLst>
                <a:ext uri="{FF2B5EF4-FFF2-40B4-BE49-F238E27FC236}">
                  <a16:creationId xmlns:a16="http://schemas.microsoft.com/office/drawing/2014/main" id="{EC9E0438-BA6A-4E90-B946-349BE8E99F1A}"/>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30" name="Ellipse 29">
                <a:extLst>
                  <a:ext uri="{FF2B5EF4-FFF2-40B4-BE49-F238E27FC236}">
                    <a16:creationId xmlns:a16="http://schemas.microsoft.com/office/drawing/2014/main" id="{99296567-2AA0-4830-B002-57C4D6840D6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 coins arrondis 30">
                <a:extLst>
                  <a:ext uri="{FF2B5EF4-FFF2-40B4-BE49-F238E27FC236}">
                    <a16:creationId xmlns:a16="http://schemas.microsoft.com/office/drawing/2014/main" id="{4643E2E4-1756-4FC9-8214-243C0E5F884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 coins arrondis 31">
                <a:extLst>
                  <a:ext uri="{FF2B5EF4-FFF2-40B4-BE49-F238E27FC236}">
                    <a16:creationId xmlns:a16="http://schemas.microsoft.com/office/drawing/2014/main" id="{E8DF4199-EBE6-463D-B21E-076F6A581156}"/>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 coins arrondis 32">
                <a:extLst>
                  <a:ext uri="{FF2B5EF4-FFF2-40B4-BE49-F238E27FC236}">
                    <a16:creationId xmlns:a16="http://schemas.microsoft.com/office/drawing/2014/main" id="{9575FD3A-D014-448C-BC7D-1D04CB7165A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 coins arrondis 33">
                <a:extLst>
                  <a:ext uri="{FF2B5EF4-FFF2-40B4-BE49-F238E27FC236}">
                    <a16:creationId xmlns:a16="http://schemas.microsoft.com/office/drawing/2014/main" id="{76CA52F7-1E30-42AD-BD93-84ABCBF171C8}"/>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500937BB-CABD-487F-8FCE-2F9E4580CB5A}"/>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 coins arrondis 35">
                <a:extLst>
                  <a:ext uri="{FF2B5EF4-FFF2-40B4-BE49-F238E27FC236}">
                    <a16:creationId xmlns:a16="http://schemas.microsoft.com/office/drawing/2014/main" id="{57EA4F69-6EC6-467A-B530-A83982D2D37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6" name="Groupe 85">
              <a:extLst>
                <a:ext uri="{FF2B5EF4-FFF2-40B4-BE49-F238E27FC236}">
                  <a16:creationId xmlns:a16="http://schemas.microsoft.com/office/drawing/2014/main" id="{676C4854-0C1E-486C-9530-D5477B240EE6}"/>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87" name="Ellipse 86">
                <a:extLst>
                  <a:ext uri="{FF2B5EF4-FFF2-40B4-BE49-F238E27FC236}">
                    <a16:creationId xmlns:a16="http://schemas.microsoft.com/office/drawing/2014/main" id="{125E733E-26F4-4537-B464-B3AFD7F09CF0}"/>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 coins arrondis 87">
                <a:extLst>
                  <a:ext uri="{FF2B5EF4-FFF2-40B4-BE49-F238E27FC236}">
                    <a16:creationId xmlns:a16="http://schemas.microsoft.com/office/drawing/2014/main" id="{A19B9315-9387-4771-9426-DC89AF9E1C5F}"/>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 coins arrondis 88">
                <a:extLst>
                  <a:ext uri="{FF2B5EF4-FFF2-40B4-BE49-F238E27FC236}">
                    <a16:creationId xmlns:a16="http://schemas.microsoft.com/office/drawing/2014/main" id="{E879B694-3E8B-4AA5-B664-266D8AB89945}"/>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 coins arrondis 89">
                <a:extLst>
                  <a:ext uri="{FF2B5EF4-FFF2-40B4-BE49-F238E27FC236}">
                    <a16:creationId xmlns:a16="http://schemas.microsoft.com/office/drawing/2014/main" id="{85836979-8EB7-4717-A379-21124A3417E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 coins arrondis 90">
                <a:extLst>
                  <a:ext uri="{FF2B5EF4-FFF2-40B4-BE49-F238E27FC236}">
                    <a16:creationId xmlns:a16="http://schemas.microsoft.com/office/drawing/2014/main" id="{583FA8CF-0889-4664-A07D-63A7EE7FBB0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 coins arrondis 91">
                <a:extLst>
                  <a:ext uri="{FF2B5EF4-FFF2-40B4-BE49-F238E27FC236}">
                    <a16:creationId xmlns:a16="http://schemas.microsoft.com/office/drawing/2014/main" id="{1B52294C-62B7-4C76-8E9D-61A351BFCA92}"/>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 coins arrondis 92">
                <a:extLst>
                  <a:ext uri="{FF2B5EF4-FFF2-40B4-BE49-F238E27FC236}">
                    <a16:creationId xmlns:a16="http://schemas.microsoft.com/office/drawing/2014/main" id="{ABD88F7D-7CB4-42FA-97C6-916E7CE7192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1" name="Groupe 140">
              <a:extLst>
                <a:ext uri="{FF2B5EF4-FFF2-40B4-BE49-F238E27FC236}">
                  <a16:creationId xmlns:a16="http://schemas.microsoft.com/office/drawing/2014/main" id="{CD279F03-6A8E-4BA0-9900-C26C358F89E0}"/>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142" name="Ellipse 141">
                <a:extLst>
                  <a:ext uri="{FF2B5EF4-FFF2-40B4-BE49-F238E27FC236}">
                    <a16:creationId xmlns:a16="http://schemas.microsoft.com/office/drawing/2014/main" id="{4AF4DF2C-6786-4CA0-9B44-BD4C687186B6}"/>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 coins arrondis 142">
                <a:extLst>
                  <a:ext uri="{FF2B5EF4-FFF2-40B4-BE49-F238E27FC236}">
                    <a16:creationId xmlns:a16="http://schemas.microsoft.com/office/drawing/2014/main" id="{5D9B95D1-1A03-4B48-975E-245554AD4D5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 coins arrondis 143">
                <a:extLst>
                  <a:ext uri="{FF2B5EF4-FFF2-40B4-BE49-F238E27FC236}">
                    <a16:creationId xmlns:a16="http://schemas.microsoft.com/office/drawing/2014/main" id="{3421CD81-740F-4171-8771-F3922AB4C9E0}"/>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 coins arrondis 144">
                <a:extLst>
                  <a:ext uri="{FF2B5EF4-FFF2-40B4-BE49-F238E27FC236}">
                    <a16:creationId xmlns:a16="http://schemas.microsoft.com/office/drawing/2014/main" id="{825B9491-01D3-4094-9785-F4FED5228326}"/>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 coins arrondis 145">
                <a:extLst>
                  <a:ext uri="{FF2B5EF4-FFF2-40B4-BE49-F238E27FC236}">
                    <a16:creationId xmlns:a16="http://schemas.microsoft.com/office/drawing/2014/main" id="{07219E98-D801-4E4A-9BFC-7A71637C4CD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 coins arrondis 146">
                <a:extLst>
                  <a:ext uri="{FF2B5EF4-FFF2-40B4-BE49-F238E27FC236}">
                    <a16:creationId xmlns:a16="http://schemas.microsoft.com/office/drawing/2014/main" id="{65A07FC3-715C-4878-B6A8-3F63652621B9}"/>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 coins arrondis 147">
                <a:extLst>
                  <a:ext uri="{FF2B5EF4-FFF2-40B4-BE49-F238E27FC236}">
                    <a16:creationId xmlns:a16="http://schemas.microsoft.com/office/drawing/2014/main" id="{3D651D79-96C1-4E38-97E3-7A4A1BDB1792}"/>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9" name="Groupe 148">
              <a:extLst>
                <a:ext uri="{FF2B5EF4-FFF2-40B4-BE49-F238E27FC236}">
                  <a16:creationId xmlns:a16="http://schemas.microsoft.com/office/drawing/2014/main" id="{8538E4AD-6F00-41C2-814D-636635B64FC3}"/>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150" name="Ellipse 149">
                <a:extLst>
                  <a:ext uri="{FF2B5EF4-FFF2-40B4-BE49-F238E27FC236}">
                    <a16:creationId xmlns:a16="http://schemas.microsoft.com/office/drawing/2014/main" id="{442BF277-2A2E-4DFF-AF86-2F7B77ACF28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 coins arrondis 150">
                <a:extLst>
                  <a:ext uri="{FF2B5EF4-FFF2-40B4-BE49-F238E27FC236}">
                    <a16:creationId xmlns:a16="http://schemas.microsoft.com/office/drawing/2014/main" id="{B43F1417-6D47-4FE3-9996-2FB9E964491C}"/>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 coins arrondis 151">
                <a:extLst>
                  <a:ext uri="{FF2B5EF4-FFF2-40B4-BE49-F238E27FC236}">
                    <a16:creationId xmlns:a16="http://schemas.microsoft.com/office/drawing/2014/main" id="{7D6BCF2F-9FF9-4C0B-A6EC-826C864952D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 coins arrondis 152">
                <a:extLst>
                  <a:ext uri="{FF2B5EF4-FFF2-40B4-BE49-F238E27FC236}">
                    <a16:creationId xmlns:a16="http://schemas.microsoft.com/office/drawing/2014/main" id="{86FB660D-B052-4A24-BDEB-C9DE3E86C34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 coins arrondis 153">
                <a:extLst>
                  <a:ext uri="{FF2B5EF4-FFF2-40B4-BE49-F238E27FC236}">
                    <a16:creationId xmlns:a16="http://schemas.microsoft.com/office/drawing/2014/main" id="{7CADE2AE-264A-40E4-B446-D4FDE638628C}"/>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 coins arrondis 154">
                <a:extLst>
                  <a:ext uri="{FF2B5EF4-FFF2-40B4-BE49-F238E27FC236}">
                    <a16:creationId xmlns:a16="http://schemas.microsoft.com/office/drawing/2014/main" id="{228F378A-7CAC-4E91-BAB6-1412D34F611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 coins arrondis 155">
                <a:extLst>
                  <a:ext uri="{FF2B5EF4-FFF2-40B4-BE49-F238E27FC236}">
                    <a16:creationId xmlns:a16="http://schemas.microsoft.com/office/drawing/2014/main" id="{35A2AA9E-6153-47BF-A467-D0FF1A719123}"/>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8" name="Groupe 157">
              <a:extLst>
                <a:ext uri="{FF2B5EF4-FFF2-40B4-BE49-F238E27FC236}">
                  <a16:creationId xmlns:a16="http://schemas.microsoft.com/office/drawing/2014/main" id="{60143AD4-AACB-46D8-91B5-EFBE802ABBE3}"/>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159" name="Ellipse 158">
                <a:extLst>
                  <a:ext uri="{FF2B5EF4-FFF2-40B4-BE49-F238E27FC236}">
                    <a16:creationId xmlns:a16="http://schemas.microsoft.com/office/drawing/2014/main" id="{F4AAFB6A-3FA0-4DA9-9F49-59E03C444813}"/>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 coins arrondis 159">
                <a:extLst>
                  <a:ext uri="{FF2B5EF4-FFF2-40B4-BE49-F238E27FC236}">
                    <a16:creationId xmlns:a16="http://schemas.microsoft.com/office/drawing/2014/main" id="{88226567-B4EB-408F-9774-205EDB3177C0}"/>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 coins arrondis 160">
                <a:extLst>
                  <a:ext uri="{FF2B5EF4-FFF2-40B4-BE49-F238E27FC236}">
                    <a16:creationId xmlns:a16="http://schemas.microsoft.com/office/drawing/2014/main" id="{AAB4EC06-AB79-47AA-884B-638455EC5D3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 coins arrondis 161">
                <a:extLst>
                  <a:ext uri="{FF2B5EF4-FFF2-40B4-BE49-F238E27FC236}">
                    <a16:creationId xmlns:a16="http://schemas.microsoft.com/office/drawing/2014/main" id="{BED5F0C9-9FE0-4A78-8E6C-788CCB96609A}"/>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 coins arrondis 162">
                <a:extLst>
                  <a:ext uri="{FF2B5EF4-FFF2-40B4-BE49-F238E27FC236}">
                    <a16:creationId xmlns:a16="http://schemas.microsoft.com/office/drawing/2014/main" id="{9486E52C-53E7-459D-A5D1-0642CEF2049D}"/>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 coins arrondis 163">
                <a:extLst>
                  <a:ext uri="{FF2B5EF4-FFF2-40B4-BE49-F238E27FC236}">
                    <a16:creationId xmlns:a16="http://schemas.microsoft.com/office/drawing/2014/main" id="{318C9E5C-3F38-4A44-ACA1-47ED4D555C3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 coins arrondis 164">
                <a:extLst>
                  <a:ext uri="{FF2B5EF4-FFF2-40B4-BE49-F238E27FC236}">
                    <a16:creationId xmlns:a16="http://schemas.microsoft.com/office/drawing/2014/main" id="{A92C5B73-E74A-4C1D-BFDC-D17BB76CB7CA}"/>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6" name="Groupe 165">
              <a:extLst>
                <a:ext uri="{FF2B5EF4-FFF2-40B4-BE49-F238E27FC236}">
                  <a16:creationId xmlns:a16="http://schemas.microsoft.com/office/drawing/2014/main" id="{A3A360A5-0DA3-46F3-B63E-C6B21A213446}"/>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167" name="Ellipse 166">
                <a:extLst>
                  <a:ext uri="{FF2B5EF4-FFF2-40B4-BE49-F238E27FC236}">
                    <a16:creationId xmlns:a16="http://schemas.microsoft.com/office/drawing/2014/main" id="{11DA7C32-F9C2-48BB-B7C4-1B92107EC58E}"/>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 coins arrondis 167">
                <a:extLst>
                  <a:ext uri="{FF2B5EF4-FFF2-40B4-BE49-F238E27FC236}">
                    <a16:creationId xmlns:a16="http://schemas.microsoft.com/office/drawing/2014/main" id="{4CE72374-F492-4544-9EDE-925FA39596B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 coins arrondis 168">
                <a:extLst>
                  <a:ext uri="{FF2B5EF4-FFF2-40B4-BE49-F238E27FC236}">
                    <a16:creationId xmlns:a16="http://schemas.microsoft.com/office/drawing/2014/main" id="{62C88FBC-90CA-4D18-9B73-E5CC724E55B2}"/>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 coins arrondis 169">
                <a:extLst>
                  <a:ext uri="{FF2B5EF4-FFF2-40B4-BE49-F238E27FC236}">
                    <a16:creationId xmlns:a16="http://schemas.microsoft.com/office/drawing/2014/main" id="{557925AB-9933-4BDE-888C-572D83FD4AFB}"/>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 coins arrondis 170">
                <a:extLst>
                  <a:ext uri="{FF2B5EF4-FFF2-40B4-BE49-F238E27FC236}">
                    <a16:creationId xmlns:a16="http://schemas.microsoft.com/office/drawing/2014/main" id="{251F258F-0AD3-40B7-8860-92B0A03B4C2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 coins arrondis 171">
                <a:extLst>
                  <a:ext uri="{FF2B5EF4-FFF2-40B4-BE49-F238E27FC236}">
                    <a16:creationId xmlns:a16="http://schemas.microsoft.com/office/drawing/2014/main" id="{B3D79143-5F88-42A4-82D6-09572C12E3C6}"/>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 coins arrondis 172">
                <a:extLst>
                  <a:ext uri="{FF2B5EF4-FFF2-40B4-BE49-F238E27FC236}">
                    <a16:creationId xmlns:a16="http://schemas.microsoft.com/office/drawing/2014/main" id="{B836965A-626F-4655-BD75-03620D34EB9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74" name="Groupe 173">
              <a:extLst>
                <a:ext uri="{FF2B5EF4-FFF2-40B4-BE49-F238E27FC236}">
                  <a16:creationId xmlns:a16="http://schemas.microsoft.com/office/drawing/2014/main" id="{4935BDCA-AAE5-49C7-A916-BCD5E86BFA8C}"/>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175" name="Ellipse 174">
                <a:extLst>
                  <a:ext uri="{FF2B5EF4-FFF2-40B4-BE49-F238E27FC236}">
                    <a16:creationId xmlns:a16="http://schemas.microsoft.com/office/drawing/2014/main" id="{FA44082F-6A0E-4AC0-8C6A-3E8B3DED1362}"/>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Rectangle : coins arrondis 175">
                <a:extLst>
                  <a:ext uri="{FF2B5EF4-FFF2-40B4-BE49-F238E27FC236}">
                    <a16:creationId xmlns:a16="http://schemas.microsoft.com/office/drawing/2014/main" id="{72EDA664-3EFF-4C15-9616-1F94E6F4BBE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7" name="Rectangle : coins arrondis 176">
                <a:extLst>
                  <a:ext uri="{FF2B5EF4-FFF2-40B4-BE49-F238E27FC236}">
                    <a16:creationId xmlns:a16="http://schemas.microsoft.com/office/drawing/2014/main" id="{CFD3A280-6D8D-4102-9A76-F0EBCCA27442}"/>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8" name="Rectangle : coins arrondis 177">
                <a:extLst>
                  <a:ext uri="{FF2B5EF4-FFF2-40B4-BE49-F238E27FC236}">
                    <a16:creationId xmlns:a16="http://schemas.microsoft.com/office/drawing/2014/main" id="{3B23EEDF-33C1-4527-B77C-97150D30B151}"/>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9" name="Rectangle : coins arrondis 178">
                <a:extLst>
                  <a:ext uri="{FF2B5EF4-FFF2-40B4-BE49-F238E27FC236}">
                    <a16:creationId xmlns:a16="http://schemas.microsoft.com/office/drawing/2014/main" id="{D3251080-8DCC-4E01-9CCD-F17014FBF96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Rectangle : coins arrondis 179">
                <a:extLst>
                  <a:ext uri="{FF2B5EF4-FFF2-40B4-BE49-F238E27FC236}">
                    <a16:creationId xmlns:a16="http://schemas.microsoft.com/office/drawing/2014/main" id="{C4E9D0CA-2C72-422E-B075-A53023783C3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 coins arrondis 180">
                <a:extLst>
                  <a:ext uri="{FF2B5EF4-FFF2-40B4-BE49-F238E27FC236}">
                    <a16:creationId xmlns:a16="http://schemas.microsoft.com/office/drawing/2014/main" id="{6C69FE96-953A-442F-8249-CF99B8AE9711}"/>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184" name="ZoneTexte 183">
            <a:extLst>
              <a:ext uri="{FF2B5EF4-FFF2-40B4-BE49-F238E27FC236}">
                <a16:creationId xmlns:a16="http://schemas.microsoft.com/office/drawing/2014/main" id="{ED113EF2-398B-4E4F-9EAC-7F344E8658C8}"/>
              </a:ext>
            </a:extLst>
          </p:cNvPr>
          <p:cNvSpPr txBox="1"/>
          <p:nvPr/>
        </p:nvSpPr>
        <p:spPr>
          <a:xfrm>
            <a:off x="9519678" y="2456984"/>
            <a:ext cx="2124550" cy="400110"/>
          </a:xfrm>
          <a:prstGeom prst="rect">
            <a:avLst/>
          </a:prstGeom>
          <a:noFill/>
        </p:spPr>
        <p:txBody>
          <a:bodyPr wrap="square">
            <a:spAutoFit/>
          </a:bodyPr>
          <a:lstStyle/>
          <a:p>
            <a:pPr marL="0" indent="0" algn="ctr">
              <a:buNone/>
            </a:pPr>
            <a:r>
              <a:rPr lang="en-US" sz="1000" b="1" dirty="0">
                <a:solidFill>
                  <a:srgbClr val="EC7B2B"/>
                </a:solidFill>
              </a:rPr>
              <a:t>Average engagement 100%* Max engagement</a:t>
            </a:r>
          </a:p>
        </p:txBody>
      </p:sp>
      <p:sp>
        <p:nvSpPr>
          <p:cNvPr id="185" name="ZoneTexte 184">
            <a:extLst>
              <a:ext uri="{FF2B5EF4-FFF2-40B4-BE49-F238E27FC236}">
                <a16:creationId xmlns:a16="http://schemas.microsoft.com/office/drawing/2014/main" id="{31502A26-8C50-4923-BBC1-9E065B4F6121}"/>
              </a:ext>
            </a:extLst>
          </p:cNvPr>
          <p:cNvSpPr txBox="1"/>
          <p:nvPr/>
        </p:nvSpPr>
        <p:spPr>
          <a:xfrm>
            <a:off x="6157403" y="2478024"/>
            <a:ext cx="2124550" cy="400110"/>
          </a:xfrm>
          <a:prstGeom prst="rect">
            <a:avLst/>
          </a:prstGeom>
          <a:noFill/>
        </p:spPr>
        <p:txBody>
          <a:bodyPr wrap="square">
            <a:spAutoFit/>
          </a:bodyPr>
          <a:lstStyle/>
          <a:p>
            <a:pPr marL="0" indent="0" algn="ctr">
              <a:buNone/>
            </a:pPr>
            <a:r>
              <a:rPr lang="en-US" sz="1000" b="1" dirty="0">
                <a:solidFill>
                  <a:srgbClr val="3494BA"/>
                </a:solidFill>
              </a:rPr>
              <a:t>Average engagement 80%* Max engagement</a:t>
            </a:r>
          </a:p>
        </p:txBody>
      </p:sp>
      <p:sp>
        <p:nvSpPr>
          <p:cNvPr id="186" name="ZoneTexte 185">
            <a:extLst>
              <a:ext uri="{FF2B5EF4-FFF2-40B4-BE49-F238E27FC236}">
                <a16:creationId xmlns:a16="http://schemas.microsoft.com/office/drawing/2014/main" id="{80E403B8-00C6-4477-A590-0521DB01459F}"/>
              </a:ext>
            </a:extLst>
          </p:cNvPr>
          <p:cNvSpPr txBox="1"/>
          <p:nvPr/>
        </p:nvSpPr>
        <p:spPr>
          <a:xfrm>
            <a:off x="10329786" y="3355786"/>
            <a:ext cx="1688033" cy="400110"/>
          </a:xfrm>
          <a:prstGeom prst="rect">
            <a:avLst/>
          </a:prstGeom>
          <a:noFill/>
        </p:spPr>
        <p:txBody>
          <a:bodyPr wrap="square">
            <a:spAutoFit/>
          </a:bodyPr>
          <a:lstStyle/>
          <a:p>
            <a:pPr marL="0" indent="0" algn="ctr">
              <a:buNone/>
            </a:pPr>
            <a:r>
              <a:rPr lang="en-US" sz="1000" b="1" dirty="0">
                <a:solidFill>
                  <a:srgbClr val="7FC1DB"/>
                </a:solidFill>
              </a:rPr>
              <a:t>Average engagement 60%* Max engagement</a:t>
            </a:r>
          </a:p>
        </p:txBody>
      </p:sp>
      <p:sp>
        <p:nvSpPr>
          <p:cNvPr id="187" name="ZoneTexte 186">
            <a:extLst>
              <a:ext uri="{FF2B5EF4-FFF2-40B4-BE49-F238E27FC236}">
                <a16:creationId xmlns:a16="http://schemas.microsoft.com/office/drawing/2014/main" id="{B1D34024-933B-4F16-8C3F-92DA60F55A45}"/>
              </a:ext>
            </a:extLst>
          </p:cNvPr>
          <p:cNvSpPr txBox="1"/>
          <p:nvPr/>
        </p:nvSpPr>
        <p:spPr>
          <a:xfrm>
            <a:off x="6096000" y="3326295"/>
            <a:ext cx="972732" cy="707886"/>
          </a:xfrm>
          <a:prstGeom prst="rect">
            <a:avLst/>
          </a:prstGeom>
          <a:noFill/>
        </p:spPr>
        <p:txBody>
          <a:bodyPr wrap="square">
            <a:spAutoFit/>
          </a:bodyPr>
          <a:lstStyle/>
          <a:p>
            <a:pPr marL="0" indent="0" algn="ctr">
              <a:buNone/>
            </a:pPr>
            <a:r>
              <a:rPr lang="en-US" sz="1000" b="1" dirty="0">
                <a:solidFill>
                  <a:srgbClr val="7FC1DB"/>
                </a:solidFill>
              </a:rPr>
              <a:t>Average engagement 40%* Max engagement</a:t>
            </a:r>
          </a:p>
        </p:txBody>
      </p:sp>
      <p:sp>
        <p:nvSpPr>
          <p:cNvPr id="188" name="ZoneTexte 187">
            <a:extLst>
              <a:ext uri="{FF2B5EF4-FFF2-40B4-BE49-F238E27FC236}">
                <a16:creationId xmlns:a16="http://schemas.microsoft.com/office/drawing/2014/main" id="{F809CCBC-6D87-4DC4-ACEB-B4FBA53A9EDD}"/>
              </a:ext>
            </a:extLst>
          </p:cNvPr>
          <p:cNvSpPr txBox="1"/>
          <p:nvPr/>
        </p:nvSpPr>
        <p:spPr>
          <a:xfrm>
            <a:off x="10246832" y="3908509"/>
            <a:ext cx="2073727" cy="707886"/>
          </a:xfrm>
          <a:prstGeom prst="rect">
            <a:avLst/>
          </a:prstGeom>
          <a:noFill/>
        </p:spPr>
        <p:txBody>
          <a:bodyPr wrap="square">
            <a:spAutoFit/>
          </a:bodyPr>
          <a:lstStyle/>
          <a:p>
            <a:pPr marL="0" indent="0" algn="ctr">
              <a:buNone/>
            </a:pPr>
            <a:r>
              <a:rPr lang="en-US" sz="1000" b="1" dirty="0"/>
              <a:t>*Example numbers to represent Ringelmann effect, not actual numbers ! (will depend on context)</a:t>
            </a:r>
          </a:p>
        </p:txBody>
      </p:sp>
      <p:grpSp>
        <p:nvGrpSpPr>
          <p:cNvPr id="354" name="Groupe 353">
            <a:extLst>
              <a:ext uri="{FF2B5EF4-FFF2-40B4-BE49-F238E27FC236}">
                <a16:creationId xmlns:a16="http://schemas.microsoft.com/office/drawing/2014/main" id="{0ACA620E-9CB5-4F1A-8D45-73447FE265A1}"/>
              </a:ext>
            </a:extLst>
          </p:cNvPr>
          <p:cNvGrpSpPr/>
          <p:nvPr/>
        </p:nvGrpSpPr>
        <p:grpSpPr>
          <a:xfrm>
            <a:off x="7255777" y="4460175"/>
            <a:ext cx="1872265" cy="2321512"/>
            <a:chOff x="7255777" y="4460175"/>
            <a:chExt cx="1872265" cy="2321512"/>
          </a:xfrm>
        </p:grpSpPr>
        <p:grpSp>
          <p:nvGrpSpPr>
            <p:cNvPr id="264" name="Groupe 263">
              <a:extLst>
                <a:ext uri="{FF2B5EF4-FFF2-40B4-BE49-F238E27FC236}">
                  <a16:creationId xmlns:a16="http://schemas.microsoft.com/office/drawing/2014/main" id="{C1A560E7-029D-4B84-AE91-EBFC958BD816}"/>
                </a:ext>
              </a:extLst>
            </p:cNvPr>
            <p:cNvGrpSpPr/>
            <p:nvPr/>
          </p:nvGrpSpPr>
          <p:grpSpPr>
            <a:xfrm>
              <a:off x="7758949" y="4460175"/>
              <a:ext cx="467174" cy="2321512"/>
              <a:chOff x="5505731" y="2278810"/>
              <a:chExt cx="805216" cy="4001328"/>
            </a:xfrm>
          </p:grpSpPr>
          <p:sp>
            <p:nvSpPr>
              <p:cNvPr id="335" name="Flèche : haut 334">
                <a:extLst>
                  <a:ext uri="{FF2B5EF4-FFF2-40B4-BE49-F238E27FC236}">
                    <a16:creationId xmlns:a16="http://schemas.microsoft.com/office/drawing/2014/main" id="{032725E8-70BA-46E9-809A-75EBFEE4CE2C}"/>
                  </a:ext>
                </a:extLst>
              </p:cNvPr>
              <p:cNvSpPr/>
              <p:nvPr/>
            </p:nvSpPr>
            <p:spPr>
              <a:xfrm>
                <a:off x="5522638" y="2278810"/>
                <a:ext cx="763479" cy="400132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Flèche : droite 335">
                <a:extLst>
                  <a:ext uri="{FF2B5EF4-FFF2-40B4-BE49-F238E27FC236}">
                    <a16:creationId xmlns:a16="http://schemas.microsoft.com/office/drawing/2014/main" id="{0AB45004-4EAC-4844-96F2-A9BBAB4D01F3}"/>
                  </a:ext>
                </a:extLst>
              </p:cNvPr>
              <p:cNvSpPr/>
              <p:nvPr/>
            </p:nvSpPr>
            <p:spPr>
              <a:xfrm rot="16200000">
                <a:off x="5435604" y="2348939"/>
                <a:ext cx="945470"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66" name="Groupe 265">
              <a:extLst>
                <a:ext uri="{FF2B5EF4-FFF2-40B4-BE49-F238E27FC236}">
                  <a16:creationId xmlns:a16="http://schemas.microsoft.com/office/drawing/2014/main" id="{ECDC1215-90E6-44A4-9F74-11BE16762567}"/>
                </a:ext>
              </a:extLst>
            </p:cNvPr>
            <p:cNvGrpSpPr/>
            <p:nvPr/>
          </p:nvGrpSpPr>
          <p:grpSpPr>
            <a:xfrm>
              <a:off x="7255777" y="4630952"/>
              <a:ext cx="488763" cy="2094621"/>
              <a:chOff x="4837615" y="2636554"/>
              <a:chExt cx="845887" cy="3625095"/>
            </a:xfrm>
          </p:grpSpPr>
          <p:pic>
            <p:nvPicPr>
              <p:cNvPr id="299" name="Graphique 298" descr="Groupe avec un remplissage uni">
                <a:extLst>
                  <a:ext uri="{FF2B5EF4-FFF2-40B4-BE49-F238E27FC236}">
                    <a16:creationId xmlns:a16="http://schemas.microsoft.com/office/drawing/2014/main" id="{1D7E889D-64B8-492C-B0F1-3BC880493F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56046" y="5088344"/>
                <a:ext cx="647223" cy="647223"/>
              </a:xfrm>
              <a:prstGeom prst="rect">
                <a:avLst/>
              </a:prstGeom>
            </p:spPr>
          </p:pic>
          <p:grpSp>
            <p:nvGrpSpPr>
              <p:cNvPr id="300" name="Groupe 299">
                <a:extLst>
                  <a:ext uri="{FF2B5EF4-FFF2-40B4-BE49-F238E27FC236}">
                    <a16:creationId xmlns:a16="http://schemas.microsoft.com/office/drawing/2014/main" id="{AB5AE2A4-1F67-44CC-AA34-C493E750F08C}"/>
                  </a:ext>
                </a:extLst>
              </p:cNvPr>
              <p:cNvGrpSpPr/>
              <p:nvPr/>
            </p:nvGrpSpPr>
            <p:grpSpPr>
              <a:xfrm>
                <a:off x="4975742" y="3936790"/>
                <a:ext cx="649373" cy="408529"/>
                <a:chOff x="6989470" y="1452253"/>
                <a:chExt cx="2968717" cy="1867662"/>
              </a:xfrm>
              <a:solidFill>
                <a:srgbClr val="ED7D31"/>
              </a:solidFill>
            </p:grpSpPr>
            <p:pic>
              <p:nvPicPr>
                <p:cNvPr id="328" name="Graphique 327" descr="Groupe de personnes avec un remplissage uni">
                  <a:extLst>
                    <a:ext uri="{FF2B5EF4-FFF2-40B4-BE49-F238E27FC236}">
                      <a16:creationId xmlns:a16="http://schemas.microsoft.com/office/drawing/2014/main" id="{A8FA10CD-7721-46F6-99A9-FDE7CF7BA2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29" name="Graphique 328" descr="Groupe de personnes avec un remplissage uni">
                  <a:extLst>
                    <a:ext uri="{FF2B5EF4-FFF2-40B4-BE49-F238E27FC236}">
                      <a16:creationId xmlns:a16="http://schemas.microsoft.com/office/drawing/2014/main" id="{2BAB2971-0BF7-4B16-BEF0-A9F046752B4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30" name="Graphique 329" descr="Groupe de personnes avec un remplissage uni">
                  <a:extLst>
                    <a:ext uri="{FF2B5EF4-FFF2-40B4-BE49-F238E27FC236}">
                      <a16:creationId xmlns:a16="http://schemas.microsoft.com/office/drawing/2014/main" id="{F92E5B65-A3C6-486B-A3B8-F61A77AB026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31" name="Graphique 330" descr="Groupe de personnes avec un remplissage uni">
                  <a:extLst>
                    <a:ext uri="{FF2B5EF4-FFF2-40B4-BE49-F238E27FC236}">
                      <a16:creationId xmlns:a16="http://schemas.microsoft.com/office/drawing/2014/main" id="{410E55E1-D2AE-4F2C-B89A-009D1D8945A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32" name="Graphique 331" descr="Groupe de personnes avec un remplissage uni">
                  <a:extLst>
                    <a:ext uri="{FF2B5EF4-FFF2-40B4-BE49-F238E27FC236}">
                      <a16:creationId xmlns:a16="http://schemas.microsoft.com/office/drawing/2014/main" id="{D3006D0E-74E0-416C-892C-ED4D2504EF9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01" name="Groupe 300">
                <a:extLst>
                  <a:ext uri="{FF2B5EF4-FFF2-40B4-BE49-F238E27FC236}">
                    <a16:creationId xmlns:a16="http://schemas.microsoft.com/office/drawing/2014/main" id="{84F57E6F-CD35-4F10-B277-F407B2916CEF}"/>
                  </a:ext>
                </a:extLst>
              </p:cNvPr>
              <p:cNvGrpSpPr/>
              <p:nvPr/>
            </p:nvGrpSpPr>
            <p:grpSpPr>
              <a:xfrm>
                <a:off x="4837615" y="3259715"/>
                <a:ext cx="845887" cy="552586"/>
                <a:chOff x="560346" y="5288117"/>
                <a:chExt cx="522960" cy="341630"/>
              </a:xfrm>
              <a:solidFill>
                <a:srgbClr val="ED7D31"/>
              </a:solidFill>
            </p:grpSpPr>
            <p:grpSp>
              <p:nvGrpSpPr>
                <p:cNvPr id="310" name="Groupe 309">
                  <a:extLst>
                    <a:ext uri="{FF2B5EF4-FFF2-40B4-BE49-F238E27FC236}">
                      <a16:creationId xmlns:a16="http://schemas.microsoft.com/office/drawing/2014/main" id="{E9686DCB-A864-428A-956E-A523A88904AF}"/>
                    </a:ext>
                  </a:extLst>
                </p:cNvPr>
                <p:cNvGrpSpPr/>
                <p:nvPr/>
              </p:nvGrpSpPr>
              <p:grpSpPr>
                <a:xfrm>
                  <a:off x="560346" y="5458956"/>
                  <a:ext cx="271479" cy="170791"/>
                  <a:chOff x="6989470" y="1452253"/>
                  <a:chExt cx="2968717" cy="1867662"/>
                </a:xfrm>
                <a:grpFill/>
              </p:grpSpPr>
              <p:pic>
                <p:nvPicPr>
                  <p:cNvPr id="323" name="Graphique 322" descr="Groupe de personnes avec un remplissage uni">
                    <a:extLst>
                      <a:ext uri="{FF2B5EF4-FFF2-40B4-BE49-F238E27FC236}">
                        <a16:creationId xmlns:a16="http://schemas.microsoft.com/office/drawing/2014/main" id="{E2A04DFF-F35D-4F87-9D5C-6F7CB89133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24" name="Graphique 323" descr="Groupe de personnes avec un remplissage uni">
                    <a:extLst>
                      <a:ext uri="{FF2B5EF4-FFF2-40B4-BE49-F238E27FC236}">
                        <a16:creationId xmlns:a16="http://schemas.microsoft.com/office/drawing/2014/main" id="{E1BE387A-A015-44F2-B821-A6712EDC532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25" name="Graphique 324" descr="Groupe de personnes avec un remplissage uni">
                    <a:extLst>
                      <a:ext uri="{FF2B5EF4-FFF2-40B4-BE49-F238E27FC236}">
                        <a16:creationId xmlns:a16="http://schemas.microsoft.com/office/drawing/2014/main" id="{92FA8648-5BC5-4E64-9306-4AD4944FC7D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26" name="Graphique 325" descr="Groupe de personnes avec un remplissage uni">
                    <a:extLst>
                      <a:ext uri="{FF2B5EF4-FFF2-40B4-BE49-F238E27FC236}">
                        <a16:creationId xmlns:a16="http://schemas.microsoft.com/office/drawing/2014/main" id="{1D594115-B701-479E-8BBB-E8D4C73F52C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27" name="Graphique 326" descr="Groupe de personnes avec un remplissage uni">
                    <a:extLst>
                      <a:ext uri="{FF2B5EF4-FFF2-40B4-BE49-F238E27FC236}">
                        <a16:creationId xmlns:a16="http://schemas.microsoft.com/office/drawing/2014/main" id="{4FD9FB17-E890-405A-AFDF-C43526B1746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11" name="Groupe 310">
                  <a:extLst>
                    <a:ext uri="{FF2B5EF4-FFF2-40B4-BE49-F238E27FC236}">
                      <a16:creationId xmlns:a16="http://schemas.microsoft.com/office/drawing/2014/main" id="{91259E8C-5730-4111-B815-550F524BFE9A}"/>
                    </a:ext>
                  </a:extLst>
                </p:cNvPr>
                <p:cNvGrpSpPr/>
                <p:nvPr/>
              </p:nvGrpSpPr>
              <p:grpSpPr>
                <a:xfrm>
                  <a:off x="811827" y="5457524"/>
                  <a:ext cx="271479" cy="170791"/>
                  <a:chOff x="6989470" y="1452253"/>
                  <a:chExt cx="2968717" cy="1867662"/>
                </a:xfrm>
                <a:grpFill/>
              </p:grpSpPr>
              <p:pic>
                <p:nvPicPr>
                  <p:cNvPr id="318" name="Graphique 317" descr="Groupe de personnes avec un remplissage uni">
                    <a:extLst>
                      <a:ext uri="{FF2B5EF4-FFF2-40B4-BE49-F238E27FC236}">
                        <a16:creationId xmlns:a16="http://schemas.microsoft.com/office/drawing/2014/main" id="{F0419B9B-7A68-4D6F-824A-666D63BB8B9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19" name="Graphique 318" descr="Groupe de personnes avec un remplissage uni">
                    <a:extLst>
                      <a:ext uri="{FF2B5EF4-FFF2-40B4-BE49-F238E27FC236}">
                        <a16:creationId xmlns:a16="http://schemas.microsoft.com/office/drawing/2014/main" id="{B6686164-38A6-4E09-B006-D6572DB0B86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20" name="Graphique 319" descr="Groupe de personnes avec un remplissage uni">
                    <a:extLst>
                      <a:ext uri="{FF2B5EF4-FFF2-40B4-BE49-F238E27FC236}">
                        <a16:creationId xmlns:a16="http://schemas.microsoft.com/office/drawing/2014/main" id="{9FDE1158-8FC4-4AC2-A20A-33A5DCA5555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21" name="Graphique 320" descr="Groupe de personnes avec un remplissage uni">
                    <a:extLst>
                      <a:ext uri="{FF2B5EF4-FFF2-40B4-BE49-F238E27FC236}">
                        <a16:creationId xmlns:a16="http://schemas.microsoft.com/office/drawing/2014/main" id="{6DC4C038-5CD1-42F5-BFEA-C7E482D5CAC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22" name="Graphique 321" descr="Groupe de personnes avec un remplissage uni">
                    <a:extLst>
                      <a:ext uri="{FF2B5EF4-FFF2-40B4-BE49-F238E27FC236}">
                        <a16:creationId xmlns:a16="http://schemas.microsoft.com/office/drawing/2014/main" id="{4B60D37E-91DC-486C-9CE3-1376BC5DA05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12" name="Groupe 311">
                  <a:extLst>
                    <a:ext uri="{FF2B5EF4-FFF2-40B4-BE49-F238E27FC236}">
                      <a16:creationId xmlns:a16="http://schemas.microsoft.com/office/drawing/2014/main" id="{6AF9D1E0-82A0-4F33-96A4-0046ED019821}"/>
                    </a:ext>
                  </a:extLst>
                </p:cNvPr>
                <p:cNvGrpSpPr/>
                <p:nvPr/>
              </p:nvGrpSpPr>
              <p:grpSpPr>
                <a:xfrm>
                  <a:off x="714070" y="5288117"/>
                  <a:ext cx="271479" cy="170791"/>
                  <a:chOff x="6989470" y="1452253"/>
                  <a:chExt cx="2968717" cy="1867662"/>
                </a:xfrm>
                <a:grpFill/>
              </p:grpSpPr>
              <p:pic>
                <p:nvPicPr>
                  <p:cNvPr id="313" name="Graphique 312" descr="Groupe de personnes avec un remplissage uni">
                    <a:extLst>
                      <a:ext uri="{FF2B5EF4-FFF2-40B4-BE49-F238E27FC236}">
                        <a16:creationId xmlns:a16="http://schemas.microsoft.com/office/drawing/2014/main" id="{024912E2-30F3-48A3-B88A-6B326063C5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14" name="Graphique 313" descr="Groupe de personnes avec un remplissage uni">
                    <a:extLst>
                      <a:ext uri="{FF2B5EF4-FFF2-40B4-BE49-F238E27FC236}">
                        <a16:creationId xmlns:a16="http://schemas.microsoft.com/office/drawing/2014/main" id="{26F1E7EC-2F5D-41C8-B6E3-A331AF32BF0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15" name="Graphique 314" descr="Groupe de personnes avec un remplissage uni">
                    <a:extLst>
                      <a:ext uri="{FF2B5EF4-FFF2-40B4-BE49-F238E27FC236}">
                        <a16:creationId xmlns:a16="http://schemas.microsoft.com/office/drawing/2014/main" id="{91697FC2-B74B-4537-8569-C32C5F1ADA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16" name="Graphique 315" descr="Groupe de personnes avec un remplissage uni">
                    <a:extLst>
                      <a:ext uri="{FF2B5EF4-FFF2-40B4-BE49-F238E27FC236}">
                        <a16:creationId xmlns:a16="http://schemas.microsoft.com/office/drawing/2014/main" id="{D68C19AC-2391-4223-854E-98DD10D4735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17" name="Graphique 316" descr="Groupe de personnes avec un remplissage uni">
                    <a:extLst>
                      <a:ext uri="{FF2B5EF4-FFF2-40B4-BE49-F238E27FC236}">
                        <a16:creationId xmlns:a16="http://schemas.microsoft.com/office/drawing/2014/main" id="{8C6BFCDE-9E18-44B4-B476-B2CD93A0007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grpSp>
            <p:nvGrpSpPr>
              <p:cNvPr id="302" name="Groupe 301">
                <a:extLst>
                  <a:ext uri="{FF2B5EF4-FFF2-40B4-BE49-F238E27FC236}">
                    <a16:creationId xmlns:a16="http://schemas.microsoft.com/office/drawing/2014/main" id="{36768D25-5FAA-44E0-BF23-EB71D3D76DC6}"/>
                  </a:ext>
                </a:extLst>
              </p:cNvPr>
              <p:cNvGrpSpPr/>
              <p:nvPr/>
            </p:nvGrpSpPr>
            <p:grpSpPr>
              <a:xfrm>
                <a:off x="4857500" y="4401967"/>
                <a:ext cx="795834" cy="685354"/>
                <a:chOff x="580554" y="3987276"/>
                <a:chExt cx="555788" cy="478632"/>
              </a:xfrm>
              <a:solidFill>
                <a:srgbClr val="ED7D31"/>
              </a:solidFill>
            </p:grpSpPr>
            <p:pic>
              <p:nvPicPr>
                <p:cNvPr id="307" name="Graphique 306" descr="Groupe avec un remplissage uni">
                  <a:extLst>
                    <a:ext uri="{FF2B5EF4-FFF2-40B4-BE49-F238E27FC236}">
                      <a16:creationId xmlns:a16="http://schemas.microsoft.com/office/drawing/2014/main" id="{CAFFFAB8-9B95-402C-BBA3-89FDCEA4C2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308" name="Graphique 307" descr="Groupe avec un remplissage uni">
                  <a:extLst>
                    <a:ext uri="{FF2B5EF4-FFF2-40B4-BE49-F238E27FC236}">
                      <a16:creationId xmlns:a16="http://schemas.microsoft.com/office/drawing/2014/main" id="{02EADE47-9130-4631-B9C1-D9A0B30074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309" name="Graphique 308" descr="Groupe avec un remplissage uni">
                  <a:extLst>
                    <a:ext uri="{FF2B5EF4-FFF2-40B4-BE49-F238E27FC236}">
                      <a16:creationId xmlns:a16="http://schemas.microsoft.com/office/drawing/2014/main" id="{F97972E1-7C37-4666-AB22-031C65D74D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pic>
            <p:nvPicPr>
              <p:cNvPr id="303" name="Graphique 302" descr="Personne confuse avec un remplissage uni">
                <a:extLst>
                  <a:ext uri="{FF2B5EF4-FFF2-40B4-BE49-F238E27FC236}">
                    <a16:creationId xmlns:a16="http://schemas.microsoft.com/office/drawing/2014/main" id="{1D11313A-EFB9-4756-899C-936BC44328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30473" y="5737362"/>
                <a:ext cx="524287" cy="524287"/>
              </a:xfrm>
              <a:prstGeom prst="rect">
                <a:avLst/>
              </a:prstGeom>
            </p:spPr>
          </p:pic>
          <p:grpSp>
            <p:nvGrpSpPr>
              <p:cNvPr id="304" name="Groupe 303">
                <a:extLst>
                  <a:ext uri="{FF2B5EF4-FFF2-40B4-BE49-F238E27FC236}">
                    <a16:creationId xmlns:a16="http://schemas.microsoft.com/office/drawing/2014/main" id="{55A8882E-F264-4DDA-8399-B24FF5906F0B}"/>
                  </a:ext>
                </a:extLst>
              </p:cNvPr>
              <p:cNvGrpSpPr/>
              <p:nvPr/>
            </p:nvGrpSpPr>
            <p:grpSpPr>
              <a:xfrm>
                <a:off x="5046941" y="2636554"/>
                <a:ext cx="550624" cy="593160"/>
                <a:chOff x="5046941" y="2636554"/>
                <a:chExt cx="550624" cy="593160"/>
              </a:xfrm>
            </p:grpSpPr>
            <p:pic>
              <p:nvPicPr>
                <p:cNvPr id="305" name="Graphique 304" descr="Monde avec un remplissage uni">
                  <a:extLst>
                    <a:ext uri="{FF2B5EF4-FFF2-40B4-BE49-F238E27FC236}">
                      <a16:creationId xmlns:a16="http://schemas.microsoft.com/office/drawing/2014/main" id="{7963C927-476A-4C99-ADD6-4D9E7F076E5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06" name="Graphique 305" descr="Monde avec un remplissage uni">
                  <a:extLst>
                    <a:ext uri="{FF2B5EF4-FFF2-40B4-BE49-F238E27FC236}">
                      <a16:creationId xmlns:a16="http://schemas.microsoft.com/office/drawing/2014/main" id="{969A4996-8775-4D21-BCD9-E8C2C393067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cxnSp>
          <p:nvCxnSpPr>
            <p:cNvPr id="338" name="Connecteur droit 337">
              <a:extLst>
                <a:ext uri="{FF2B5EF4-FFF2-40B4-BE49-F238E27FC236}">
                  <a16:creationId xmlns:a16="http://schemas.microsoft.com/office/drawing/2014/main" id="{9301B023-29F3-4C3A-94BE-43D6A4B9EDE8}"/>
                </a:ext>
              </a:extLst>
            </p:cNvPr>
            <p:cNvCxnSpPr>
              <a:cxnSpLocks/>
            </p:cNvCxnSpPr>
            <p:nvPr/>
          </p:nvCxnSpPr>
          <p:spPr>
            <a:xfrm flipV="1">
              <a:off x="7509020" y="534896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1" name="Connecteur droit 340">
              <a:extLst>
                <a:ext uri="{FF2B5EF4-FFF2-40B4-BE49-F238E27FC236}">
                  <a16:creationId xmlns:a16="http://schemas.microsoft.com/office/drawing/2014/main" id="{065882FE-55DF-46F2-9345-CA6E31A5C273}"/>
                </a:ext>
              </a:extLst>
            </p:cNvPr>
            <p:cNvCxnSpPr>
              <a:cxnSpLocks/>
            </p:cNvCxnSpPr>
            <p:nvPr/>
          </p:nvCxnSpPr>
          <p:spPr>
            <a:xfrm flipV="1">
              <a:off x="7509020" y="495448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2" name="Connecteur droit 341">
              <a:extLst>
                <a:ext uri="{FF2B5EF4-FFF2-40B4-BE49-F238E27FC236}">
                  <a16:creationId xmlns:a16="http://schemas.microsoft.com/office/drawing/2014/main" id="{40F1DB51-92E9-464B-A1A2-225897D785BB}"/>
                </a:ext>
              </a:extLst>
            </p:cNvPr>
            <p:cNvCxnSpPr>
              <a:cxnSpLocks/>
            </p:cNvCxnSpPr>
            <p:nvPr/>
          </p:nvCxnSpPr>
          <p:spPr>
            <a:xfrm flipV="1">
              <a:off x="7503297" y="604700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3" name="Connecteur droit 342">
              <a:extLst>
                <a:ext uri="{FF2B5EF4-FFF2-40B4-BE49-F238E27FC236}">
                  <a16:creationId xmlns:a16="http://schemas.microsoft.com/office/drawing/2014/main" id="{992C9830-839A-46CC-B027-41C44071AB42}"/>
                </a:ext>
              </a:extLst>
            </p:cNvPr>
            <p:cNvCxnSpPr>
              <a:cxnSpLocks/>
            </p:cNvCxnSpPr>
            <p:nvPr/>
          </p:nvCxnSpPr>
          <p:spPr>
            <a:xfrm flipV="1">
              <a:off x="7503297" y="565251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5" name="Connecteur droit 344">
              <a:extLst>
                <a:ext uri="{FF2B5EF4-FFF2-40B4-BE49-F238E27FC236}">
                  <a16:creationId xmlns:a16="http://schemas.microsoft.com/office/drawing/2014/main" id="{F055FC8A-414A-42B4-A29E-922E5BA00D69}"/>
                </a:ext>
              </a:extLst>
            </p:cNvPr>
            <p:cNvCxnSpPr>
              <a:cxnSpLocks/>
            </p:cNvCxnSpPr>
            <p:nvPr/>
          </p:nvCxnSpPr>
          <p:spPr>
            <a:xfrm flipV="1">
              <a:off x="7503297" y="641640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348" name="Graphique 347" descr="Verrou en forme de cœur avec un remplissage uni">
              <a:extLst>
                <a:ext uri="{FF2B5EF4-FFF2-40B4-BE49-F238E27FC236}">
                  <a16:creationId xmlns:a16="http://schemas.microsoft.com/office/drawing/2014/main" id="{F798A754-A52F-4B75-BC92-780930DC1C0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12985" y="6280113"/>
              <a:ext cx="293990" cy="293990"/>
            </a:xfrm>
            <a:prstGeom prst="rect">
              <a:avLst/>
            </a:prstGeom>
          </p:spPr>
        </p:pic>
        <p:pic>
          <p:nvPicPr>
            <p:cNvPr id="349" name="Graphique 348" descr="Verrou en forme de cœur avec un remplissage uni">
              <a:extLst>
                <a:ext uri="{FF2B5EF4-FFF2-40B4-BE49-F238E27FC236}">
                  <a16:creationId xmlns:a16="http://schemas.microsoft.com/office/drawing/2014/main" id="{B2DD9E4E-7F09-4BC1-99CC-B1E3508137D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0578" y="5905459"/>
              <a:ext cx="293990" cy="293990"/>
            </a:xfrm>
            <a:prstGeom prst="rect">
              <a:avLst/>
            </a:prstGeom>
          </p:spPr>
        </p:pic>
        <p:pic>
          <p:nvPicPr>
            <p:cNvPr id="350" name="Graphique 349" descr="Verrou en forme de cœur avec un remplissage uni">
              <a:extLst>
                <a:ext uri="{FF2B5EF4-FFF2-40B4-BE49-F238E27FC236}">
                  <a16:creationId xmlns:a16="http://schemas.microsoft.com/office/drawing/2014/main" id="{51F7464A-F56F-4CCD-9638-7C2F0EDF50C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6459" y="5524004"/>
              <a:ext cx="293990" cy="293990"/>
            </a:xfrm>
            <a:prstGeom prst="rect">
              <a:avLst/>
            </a:prstGeom>
          </p:spPr>
        </p:pic>
        <p:pic>
          <p:nvPicPr>
            <p:cNvPr id="351" name="Graphique 350" descr="Verrou en forme de cœur avec un remplissage uni">
              <a:extLst>
                <a:ext uri="{FF2B5EF4-FFF2-40B4-BE49-F238E27FC236}">
                  <a16:creationId xmlns:a16="http://schemas.microsoft.com/office/drawing/2014/main" id="{298E109F-D609-4B66-9E91-649F404FCFE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34052" y="5149350"/>
              <a:ext cx="293990" cy="293990"/>
            </a:xfrm>
            <a:prstGeom prst="rect">
              <a:avLst/>
            </a:prstGeom>
          </p:spPr>
        </p:pic>
        <p:pic>
          <p:nvPicPr>
            <p:cNvPr id="352" name="Graphique 351" descr="Verrou en forme de cœur avec un remplissage uni">
              <a:extLst>
                <a:ext uri="{FF2B5EF4-FFF2-40B4-BE49-F238E27FC236}">
                  <a16:creationId xmlns:a16="http://schemas.microsoft.com/office/drawing/2014/main" id="{5E3F065E-1052-4099-9F2D-B200B9D9A6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0578" y="4791958"/>
              <a:ext cx="293990" cy="293990"/>
            </a:xfrm>
            <a:prstGeom prst="rect">
              <a:avLst/>
            </a:prstGeom>
          </p:spPr>
        </p:pic>
      </p:grpSp>
      <p:sp>
        <p:nvSpPr>
          <p:cNvPr id="353" name="ZoneTexte 352">
            <a:extLst>
              <a:ext uri="{FF2B5EF4-FFF2-40B4-BE49-F238E27FC236}">
                <a16:creationId xmlns:a16="http://schemas.microsoft.com/office/drawing/2014/main" id="{B094F844-F15E-40DB-ADCB-0085EB482E0F}"/>
              </a:ext>
            </a:extLst>
          </p:cNvPr>
          <p:cNvSpPr txBox="1"/>
          <p:nvPr/>
        </p:nvSpPr>
        <p:spPr>
          <a:xfrm>
            <a:off x="9247502" y="5423647"/>
            <a:ext cx="2073727" cy="553998"/>
          </a:xfrm>
          <a:prstGeom prst="rect">
            <a:avLst/>
          </a:prstGeom>
          <a:noFill/>
        </p:spPr>
        <p:txBody>
          <a:bodyPr wrap="square">
            <a:spAutoFit/>
          </a:bodyPr>
          <a:lstStyle/>
          <a:p>
            <a:pPr marL="0" indent="0" algn="ctr">
              <a:buNone/>
            </a:pPr>
            <a:r>
              <a:rPr lang="en-US" sz="1000" b="1" dirty="0"/>
              <a:t>Every level of critical mass unlocks new opportunities thanks to economies of scales </a:t>
            </a:r>
          </a:p>
        </p:txBody>
      </p:sp>
    </p:spTree>
    <p:extLst>
      <p:ext uri="{BB962C8B-B14F-4D97-AF65-F5344CB8AC3E}">
        <p14:creationId xmlns:p14="http://schemas.microsoft.com/office/powerpoint/2010/main" val="3463308650"/>
      </p:ext>
    </p:extLst>
  </p:cSld>
  <p:clrMapOvr>
    <a:masterClrMapping/>
  </p:clrMapOvr>
  <mc:AlternateContent xmlns:mc="http://schemas.openxmlformats.org/markup-compatibility/2006" xmlns:p14="http://schemas.microsoft.com/office/powerpoint/2010/main">
    <mc:Choice Requires="p14">
      <p:transition spd="slow" p14:dur="2000" advTm="150511"/>
    </mc:Choice>
    <mc:Fallback xmlns="">
      <p:transition spd="slow" advTm="15051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Did you witness your Community grow in Numbers ? </a:t>
            </a:r>
          </a:p>
          <a:p>
            <a:pPr marL="0" indent="0">
              <a:buNone/>
            </a:pPr>
            <a:endParaRPr lang="en-US" noProof="1"/>
          </a:p>
          <a:p>
            <a:pPr marL="0" indent="0">
              <a:buNone/>
            </a:pPr>
            <a:r>
              <a:rPr lang="en-US" noProof="1"/>
              <a:t>Have you observed any effects on engagement when it grew in numbers ?</a:t>
            </a:r>
          </a:p>
          <a:p>
            <a:pPr marL="0" indent="0">
              <a:buNone/>
            </a:pPr>
            <a:endParaRPr lang="en-US" noProof="1"/>
          </a:p>
          <a:p>
            <a:pPr marL="0" indent="0">
              <a:buNone/>
            </a:pPr>
            <a:r>
              <a:rPr lang="en-US" noProof="1"/>
              <a:t>What strategies have you developed to compensate negative effects, or to amplify positive effects of growing on engagement ?</a:t>
            </a:r>
          </a:p>
        </p:txBody>
      </p:sp>
      <p:grpSp>
        <p:nvGrpSpPr>
          <p:cNvPr id="3" name="Groupe 2">
            <a:extLst>
              <a:ext uri="{FF2B5EF4-FFF2-40B4-BE49-F238E27FC236}">
                <a16:creationId xmlns:a16="http://schemas.microsoft.com/office/drawing/2014/main" id="{53C46862-79F0-4A57-B62E-1EA046CC5818}"/>
              </a:ext>
            </a:extLst>
          </p:cNvPr>
          <p:cNvGrpSpPr/>
          <p:nvPr/>
        </p:nvGrpSpPr>
        <p:grpSpPr>
          <a:xfrm>
            <a:off x="2239387" y="2631514"/>
            <a:ext cx="2250217" cy="1117761"/>
            <a:chOff x="1664835" y="2613848"/>
            <a:chExt cx="3267516" cy="1623089"/>
          </a:xfrm>
        </p:grpSpPr>
        <p:grpSp>
          <p:nvGrpSpPr>
            <p:cNvPr id="6" name="Groupe 5">
              <a:extLst>
                <a:ext uri="{FF2B5EF4-FFF2-40B4-BE49-F238E27FC236}">
                  <a16:creationId xmlns:a16="http://schemas.microsoft.com/office/drawing/2014/main" id="{69056F69-F4D2-477C-AC4D-14DB4DC56D19}"/>
                </a:ext>
              </a:extLst>
            </p:cNvPr>
            <p:cNvGrpSpPr/>
            <p:nvPr/>
          </p:nvGrpSpPr>
          <p:grpSpPr>
            <a:xfrm>
              <a:off x="2653156" y="2613848"/>
              <a:ext cx="1410759" cy="725155"/>
              <a:chOff x="6328736" y="2387478"/>
              <a:chExt cx="2753121" cy="1415152"/>
            </a:xfrm>
          </p:grpSpPr>
          <p:grpSp>
            <p:nvGrpSpPr>
              <p:cNvPr id="7" name="Groupe 6">
                <a:extLst>
                  <a:ext uri="{FF2B5EF4-FFF2-40B4-BE49-F238E27FC236}">
                    <a16:creationId xmlns:a16="http://schemas.microsoft.com/office/drawing/2014/main" id="{C0DBF1E6-9C46-42D1-B8E6-A7C4D0DEF15B}"/>
                  </a:ext>
                </a:extLst>
              </p:cNvPr>
              <p:cNvGrpSpPr/>
              <p:nvPr/>
            </p:nvGrpSpPr>
            <p:grpSpPr>
              <a:xfrm>
                <a:off x="6696168" y="2394887"/>
                <a:ext cx="2385689" cy="1407743"/>
                <a:chOff x="6305550" y="2323866"/>
                <a:chExt cx="3104825" cy="1832090"/>
              </a:xfrm>
              <a:solidFill>
                <a:srgbClr val="EC7B2B"/>
              </a:solidFill>
            </p:grpSpPr>
            <p:cxnSp>
              <p:nvCxnSpPr>
                <p:cNvPr id="24" name="Connecteur droit 23">
                  <a:extLst>
                    <a:ext uri="{FF2B5EF4-FFF2-40B4-BE49-F238E27FC236}">
                      <a16:creationId xmlns:a16="http://schemas.microsoft.com/office/drawing/2014/main" id="{652FC88F-2ACD-4FCF-9582-C1F598C268F5}"/>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e 24">
                  <a:extLst>
                    <a:ext uri="{FF2B5EF4-FFF2-40B4-BE49-F238E27FC236}">
                      <a16:creationId xmlns:a16="http://schemas.microsoft.com/office/drawing/2014/main" id="{B01EFE4C-0F13-42F8-B960-680B4F45431E}"/>
                    </a:ext>
                  </a:extLst>
                </p:cNvPr>
                <p:cNvGrpSpPr/>
                <p:nvPr/>
              </p:nvGrpSpPr>
              <p:grpSpPr>
                <a:xfrm>
                  <a:off x="8533701" y="2323866"/>
                  <a:ext cx="876674" cy="1832090"/>
                  <a:chOff x="8451151" y="2336566"/>
                  <a:chExt cx="876674" cy="1832090"/>
                </a:xfrm>
                <a:grpFill/>
              </p:grpSpPr>
              <p:sp>
                <p:nvSpPr>
                  <p:cNvPr id="26" name="Ellipse 25">
                    <a:extLst>
                      <a:ext uri="{FF2B5EF4-FFF2-40B4-BE49-F238E27FC236}">
                        <a16:creationId xmlns:a16="http://schemas.microsoft.com/office/drawing/2014/main" id="{076819D2-1502-4F3B-AB2B-9A57EA8A6E58}"/>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 coins arrondis 26">
                    <a:extLst>
                      <a:ext uri="{FF2B5EF4-FFF2-40B4-BE49-F238E27FC236}">
                        <a16:creationId xmlns:a16="http://schemas.microsoft.com/office/drawing/2014/main" id="{4C81032B-E081-48EF-924D-960F4B60196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 coins arrondis 27">
                    <a:extLst>
                      <a:ext uri="{FF2B5EF4-FFF2-40B4-BE49-F238E27FC236}">
                        <a16:creationId xmlns:a16="http://schemas.microsoft.com/office/drawing/2014/main" id="{5725DF5A-86FF-4A49-A230-196CFCA6392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 coins arrondis 28">
                    <a:extLst>
                      <a:ext uri="{FF2B5EF4-FFF2-40B4-BE49-F238E27FC236}">
                        <a16:creationId xmlns:a16="http://schemas.microsoft.com/office/drawing/2014/main" id="{67B55CF3-63DA-4CA6-B27F-D05058EBBD4B}"/>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 coins arrondis 29">
                    <a:extLst>
                      <a:ext uri="{FF2B5EF4-FFF2-40B4-BE49-F238E27FC236}">
                        <a16:creationId xmlns:a16="http://schemas.microsoft.com/office/drawing/2014/main" id="{3E3D061A-36D1-49CF-8385-E0A477020908}"/>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 coins arrondis 30">
                    <a:extLst>
                      <a:ext uri="{FF2B5EF4-FFF2-40B4-BE49-F238E27FC236}">
                        <a16:creationId xmlns:a16="http://schemas.microsoft.com/office/drawing/2014/main" id="{E951FD2B-AE3D-4069-99D8-94522EF03FB4}"/>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 coins arrondis 31">
                    <a:extLst>
                      <a:ext uri="{FF2B5EF4-FFF2-40B4-BE49-F238E27FC236}">
                        <a16:creationId xmlns:a16="http://schemas.microsoft.com/office/drawing/2014/main" id="{48F0CB73-51F9-4514-AD07-CC22D65203E4}"/>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8" name="Groupe 7">
                <a:extLst>
                  <a:ext uri="{FF2B5EF4-FFF2-40B4-BE49-F238E27FC236}">
                    <a16:creationId xmlns:a16="http://schemas.microsoft.com/office/drawing/2014/main" id="{C1ECB20B-147E-4435-9787-619D1967364A}"/>
                  </a:ext>
                </a:extLst>
              </p:cNvPr>
              <p:cNvGrpSpPr/>
              <p:nvPr/>
            </p:nvGrpSpPr>
            <p:grpSpPr>
              <a:xfrm flipH="1">
                <a:off x="7037722" y="2394205"/>
                <a:ext cx="667094" cy="1407743"/>
                <a:chOff x="8451151" y="2336566"/>
                <a:chExt cx="876674" cy="1832090"/>
              </a:xfrm>
            </p:grpSpPr>
            <p:sp>
              <p:nvSpPr>
                <p:cNvPr id="17" name="Ellipse 16">
                  <a:extLst>
                    <a:ext uri="{FF2B5EF4-FFF2-40B4-BE49-F238E27FC236}">
                      <a16:creationId xmlns:a16="http://schemas.microsoft.com/office/drawing/2014/main" id="{FD79F610-CAA5-4D55-BCE9-8CF17105A1C1}"/>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04AB1068-3913-4CBC-92A6-86FF8479DAF0}"/>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D19D6751-644A-402E-94C2-0507A08796C5}"/>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5ECA1163-795D-44F9-A674-4801B9F91406}"/>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16230F06-E3EC-499D-8EF6-9BEA481A39E7}"/>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13B7AD94-084F-4DC5-A712-C123DC091B94}"/>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739E579A-F3D0-4D4A-9AB5-3275A1C76874}"/>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9" name="Groupe 8">
                <a:extLst>
                  <a:ext uri="{FF2B5EF4-FFF2-40B4-BE49-F238E27FC236}">
                    <a16:creationId xmlns:a16="http://schemas.microsoft.com/office/drawing/2014/main" id="{49A44C40-B04C-483F-8B2D-81E4BE72D70A}"/>
                  </a:ext>
                </a:extLst>
              </p:cNvPr>
              <p:cNvGrpSpPr/>
              <p:nvPr/>
            </p:nvGrpSpPr>
            <p:grpSpPr>
              <a:xfrm flipH="1">
                <a:off x="6328736" y="2387478"/>
                <a:ext cx="667094" cy="1407743"/>
                <a:chOff x="8451151" y="2336566"/>
                <a:chExt cx="876674" cy="1832090"/>
              </a:xfrm>
            </p:grpSpPr>
            <p:sp>
              <p:nvSpPr>
                <p:cNvPr id="10" name="Ellipse 9">
                  <a:extLst>
                    <a:ext uri="{FF2B5EF4-FFF2-40B4-BE49-F238E27FC236}">
                      <a16:creationId xmlns:a16="http://schemas.microsoft.com/office/drawing/2014/main" id="{E93C7F2A-AB7B-4058-B4F5-E7A2E7B31CD2}"/>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05D714EC-B00F-49E0-A5E0-F2377BFE6219}"/>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009D1888-806C-4388-BF77-5CF5700342C8}"/>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D090CA7F-CC1C-44B0-AA26-F4F25BA62325}"/>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4AC5AD06-B224-4D6D-AE55-45BA3450A26F}"/>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66F88C49-4153-4001-B895-A0D681F8B635}"/>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DF691ADB-E7F2-4C27-BBD5-D023120B7228}"/>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893124D7-547D-4A93-9C0B-8F5619F2C24B}"/>
                </a:ext>
              </a:extLst>
            </p:cNvPr>
            <p:cNvGrpSpPr/>
            <p:nvPr/>
          </p:nvGrpSpPr>
          <p:grpSpPr>
            <a:xfrm>
              <a:off x="1664835" y="3493331"/>
              <a:ext cx="3267516" cy="743606"/>
              <a:chOff x="6992179" y="3623834"/>
              <a:chExt cx="3267516" cy="743606"/>
            </a:xfrm>
          </p:grpSpPr>
          <p:cxnSp>
            <p:nvCxnSpPr>
              <p:cNvPr id="34" name="Connecteur droit 33">
                <a:extLst>
                  <a:ext uri="{FF2B5EF4-FFF2-40B4-BE49-F238E27FC236}">
                    <a16:creationId xmlns:a16="http://schemas.microsoft.com/office/drawing/2014/main" id="{49E69B7C-3F7A-4734-B4BE-33036BF4BDC8}"/>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5" name="Groupe 34">
                <a:extLst>
                  <a:ext uri="{FF2B5EF4-FFF2-40B4-BE49-F238E27FC236}">
                    <a16:creationId xmlns:a16="http://schemas.microsoft.com/office/drawing/2014/main" id="{072A5A9A-D771-4733-9648-146D4B66E21D}"/>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92" name="Ellipse 91">
                  <a:extLst>
                    <a:ext uri="{FF2B5EF4-FFF2-40B4-BE49-F238E27FC236}">
                      <a16:creationId xmlns:a16="http://schemas.microsoft.com/office/drawing/2014/main" id="{94862317-4B05-4D8D-9097-C8C144810032}"/>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 coins arrondis 92">
                  <a:extLst>
                    <a:ext uri="{FF2B5EF4-FFF2-40B4-BE49-F238E27FC236}">
                      <a16:creationId xmlns:a16="http://schemas.microsoft.com/office/drawing/2014/main" id="{5C0828B1-E49B-4E11-BCE3-1ED95F62D262}"/>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 coins arrondis 93">
                  <a:extLst>
                    <a:ext uri="{FF2B5EF4-FFF2-40B4-BE49-F238E27FC236}">
                      <a16:creationId xmlns:a16="http://schemas.microsoft.com/office/drawing/2014/main" id="{8762B07F-525D-43B0-A63C-F498A1039B1F}"/>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 coins arrondis 94">
                  <a:extLst>
                    <a:ext uri="{FF2B5EF4-FFF2-40B4-BE49-F238E27FC236}">
                      <a16:creationId xmlns:a16="http://schemas.microsoft.com/office/drawing/2014/main" id="{679752E0-71C3-4EF3-92A3-D8355518FFA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 coins arrondis 95">
                  <a:extLst>
                    <a:ext uri="{FF2B5EF4-FFF2-40B4-BE49-F238E27FC236}">
                      <a16:creationId xmlns:a16="http://schemas.microsoft.com/office/drawing/2014/main" id="{EEB7EB94-AC7F-4404-9389-F95AB81814B4}"/>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 coins arrondis 96">
                  <a:extLst>
                    <a:ext uri="{FF2B5EF4-FFF2-40B4-BE49-F238E27FC236}">
                      <a16:creationId xmlns:a16="http://schemas.microsoft.com/office/drawing/2014/main" id="{DF606822-2427-4D5D-8103-4AE6E8D14D0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 coins arrondis 97">
                  <a:extLst>
                    <a:ext uri="{FF2B5EF4-FFF2-40B4-BE49-F238E27FC236}">
                      <a16:creationId xmlns:a16="http://schemas.microsoft.com/office/drawing/2014/main" id="{823E8DBD-B0BA-4575-8A4B-2F5AC19DF94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6" name="Groupe 35">
                <a:extLst>
                  <a:ext uri="{FF2B5EF4-FFF2-40B4-BE49-F238E27FC236}">
                    <a16:creationId xmlns:a16="http://schemas.microsoft.com/office/drawing/2014/main" id="{FC77150E-0105-4875-8D8B-EF51D551D24D}"/>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85" name="Ellipse 84">
                  <a:extLst>
                    <a:ext uri="{FF2B5EF4-FFF2-40B4-BE49-F238E27FC236}">
                      <a16:creationId xmlns:a16="http://schemas.microsoft.com/office/drawing/2014/main" id="{666706BA-7477-4F47-ACE1-A82779CC5DE1}"/>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 coins arrondis 85">
                  <a:extLst>
                    <a:ext uri="{FF2B5EF4-FFF2-40B4-BE49-F238E27FC236}">
                      <a16:creationId xmlns:a16="http://schemas.microsoft.com/office/drawing/2014/main" id="{2104F9DC-1CDE-4B43-8D56-948FA4FC67C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 coins arrondis 86">
                  <a:extLst>
                    <a:ext uri="{FF2B5EF4-FFF2-40B4-BE49-F238E27FC236}">
                      <a16:creationId xmlns:a16="http://schemas.microsoft.com/office/drawing/2014/main" id="{65822A07-31D3-4456-A091-FB15F6ABFA09}"/>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 coins arrondis 87">
                  <a:extLst>
                    <a:ext uri="{FF2B5EF4-FFF2-40B4-BE49-F238E27FC236}">
                      <a16:creationId xmlns:a16="http://schemas.microsoft.com/office/drawing/2014/main" id="{DCA4CD16-5262-4BF8-A7F5-9789D5097B2D}"/>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 coins arrondis 88">
                  <a:extLst>
                    <a:ext uri="{FF2B5EF4-FFF2-40B4-BE49-F238E27FC236}">
                      <a16:creationId xmlns:a16="http://schemas.microsoft.com/office/drawing/2014/main" id="{9F257C32-7695-4514-9586-DAD767FD0D9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 coins arrondis 89">
                  <a:extLst>
                    <a:ext uri="{FF2B5EF4-FFF2-40B4-BE49-F238E27FC236}">
                      <a16:creationId xmlns:a16="http://schemas.microsoft.com/office/drawing/2014/main" id="{7676F8D8-8E7A-4DF5-B94C-53A52122BB0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 coins arrondis 90">
                  <a:extLst>
                    <a:ext uri="{FF2B5EF4-FFF2-40B4-BE49-F238E27FC236}">
                      <a16:creationId xmlns:a16="http://schemas.microsoft.com/office/drawing/2014/main" id="{7DC3BD92-2652-4337-B13A-7EBF9BBC0518}"/>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7" name="Groupe 36">
                <a:extLst>
                  <a:ext uri="{FF2B5EF4-FFF2-40B4-BE49-F238E27FC236}">
                    <a16:creationId xmlns:a16="http://schemas.microsoft.com/office/drawing/2014/main" id="{296E76DE-8FD7-40B8-8E96-AD04375A1CF6}"/>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78" name="Ellipse 77">
                  <a:extLst>
                    <a:ext uri="{FF2B5EF4-FFF2-40B4-BE49-F238E27FC236}">
                      <a16:creationId xmlns:a16="http://schemas.microsoft.com/office/drawing/2014/main" id="{5F45366D-4B18-4FC4-B2C9-4D683F7E11C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 coins arrondis 78">
                  <a:extLst>
                    <a:ext uri="{FF2B5EF4-FFF2-40B4-BE49-F238E27FC236}">
                      <a16:creationId xmlns:a16="http://schemas.microsoft.com/office/drawing/2014/main" id="{29F915D9-1927-4DFA-BBBA-0190456ED38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 coins arrondis 79">
                  <a:extLst>
                    <a:ext uri="{FF2B5EF4-FFF2-40B4-BE49-F238E27FC236}">
                      <a16:creationId xmlns:a16="http://schemas.microsoft.com/office/drawing/2014/main" id="{C428A06F-3615-467A-A95B-31E7553F28F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 coins arrondis 80">
                  <a:extLst>
                    <a:ext uri="{FF2B5EF4-FFF2-40B4-BE49-F238E27FC236}">
                      <a16:creationId xmlns:a16="http://schemas.microsoft.com/office/drawing/2014/main" id="{13F0D616-19BC-4A8B-AFB0-AE909CCF87D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 coins arrondis 81">
                  <a:extLst>
                    <a:ext uri="{FF2B5EF4-FFF2-40B4-BE49-F238E27FC236}">
                      <a16:creationId xmlns:a16="http://schemas.microsoft.com/office/drawing/2014/main" id="{D29C1B79-884E-4FD4-8921-EE75992C085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 coins arrondis 82">
                  <a:extLst>
                    <a:ext uri="{FF2B5EF4-FFF2-40B4-BE49-F238E27FC236}">
                      <a16:creationId xmlns:a16="http://schemas.microsoft.com/office/drawing/2014/main" id="{E9489598-CA14-4DCD-A025-DE901E206A24}"/>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 coins arrondis 83">
                  <a:extLst>
                    <a:ext uri="{FF2B5EF4-FFF2-40B4-BE49-F238E27FC236}">
                      <a16:creationId xmlns:a16="http://schemas.microsoft.com/office/drawing/2014/main" id="{0927EF40-A567-4FD2-A02D-E0E59F6960C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8" name="Groupe 37">
                <a:extLst>
                  <a:ext uri="{FF2B5EF4-FFF2-40B4-BE49-F238E27FC236}">
                    <a16:creationId xmlns:a16="http://schemas.microsoft.com/office/drawing/2014/main" id="{42017D04-4CBD-4179-AB06-E339C0345104}"/>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71" name="Ellipse 70">
                  <a:extLst>
                    <a:ext uri="{FF2B5EF4-FFF2-40B4-BE49-F238E27FC236}">
                      <a16:creationId xmlns:a16="http://schemas.microsoft.com/office/drawing/2014/main" id="{D42BE086-AF60-4638-BA67-45F22A250F3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 coins arrondis 71">
                  <a:extLst>
                    <a:ext uri="{FF2B5EF4-FFF2-40B4-BE49-F238E27FC236}">
                      <a16:creationId xmlns:a16="http://schemas.microsoft.com/office/drawing/2014/main" id="{FB6F0BB9-8421-4DA0-AE65-09A5F0CAC6ED}"/>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 coins arrondis 72">
                  <a:extLst>
                    <a:ext uri="{FF2B5EF4-FFF2-40B4-BE49-F238E27FC236}">
                      <a16:creationId xmlns:a16="http://schemas.microsoft.com/office/drawing/2014/main" id="{93C8E453-9DC8-41C1-BE5C-69A9D2FC5681}"/>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 coins arrondis 73">
                  <a:extLst>
                    <a:ext uri="{FF2B5EF4-FFF2-40B4-BE49-F238E27FC236}">
                      <a16:creationId xmlns:a16="http://schemas.microsoft.com/office/drawing/2014/main" id="{8F6BA154-F5AB-4620-B6A8-1E0E72BB7829}"/>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 coins arrondis 74">
                  <a:extLst>
                    <a:ext uri="{FF2B5EF4-FFF2-40B4-BE49-F238E27FC236}">
                      <a16:creationId xmlns:a16="http://schemas.microsoft.com/office/drawing/2014/main" id="{890B41D2-47AB-4E00-997D-74EB60BC855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 coins arrondis 75">
                  <a:extLst>
                    <a:ext uri="{FF2B5EF4-FFF2-40B4-BE49-F238E27FC236}">
                      <a16:creationId xmlns:a16="http://schemas.microsoft.com/office/drawing/2014/main" id="{456708AC-82A4-4E6D-BEB1-78D9B05E6A33}"/>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 coins arrondis 76">
                  <a:extLst>
                    <a:ext uri="{FF2B5EF4-FFF2-40B4-BE49-F238E27FC236}">
                      <a16:creationId xmlns:a16="http://schemas.microsoft.com/office/drawing/2014/main" id="{55CDC2FA-7019-46C0-9ADF-AF19380B7BA1}"/>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9" name="Groupe 38">
                <a:extLst>
                  <a:ext uri="{FF2B5EF4-FFF2-40B4-BE49-F238E27FC236}">
                    <a16:creationId xmlns:a16="http://schemas.microsoft.com/office/drawing/2014/main" id="{8577A301-5474-4F96-BECA-524C8A46301B}"/>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64" name="Ellipse 63">
                  <a:extLst>
                    <a:ext uri="{FF2B5EF4-FFF2-40B4-BE49-F238E27FC236}">
                      <a16:creationId xmlns:a16="http://schemas.microsoft.com/office/drawing/2014/main" id="{7937EE0C-9CF8-46C1-86BE-365B4D6BE4A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 coins arrondis 64">
                  <a:extLst>
                    <a:ext uri="{FF2B5EF4-FFF2-40B4-BE49-F238E27FC236}">
                      <a16:creationId xmlns:a16="http://schemas.microsoft.com/office/drawing/2014/main" id="{E77D3B18-A5AC-438D-A21B-6DB5F4B071C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 coins arrondis 65">
                  <a:extLst>
                    <a:ext uri="{FF2B5EF4-FFF2-40B4-BE49-F238E27FC236}">
                      <a16:creationId xmlns:a16="http://schemas.microsoft.com/office/drawing/2014/main" id="{59C8962E-02E8-41B5-A798-C6C63BAB011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 coins arrondis 66">
                  <a:extLst>
                    <a:ext uri="{FF2B5EF4-FFF2-40B4-BE49-F238E27FC236}">
                      <a16:creationId xmlns:a16="http://schemas.microsoft.com/office/drawing/2014/main" id="{6F3112D9-6CA9-4DCA-98E4-62FC31710501}"/>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 coins arrondis 67">
                  <a:extLst>
                    <a:ext uri="{FF2B5EF4-FFF2-40B4-BE49-F238E27FC236}">
                      <a16:creationId xmlns:a16="http://schemas.microsoft.com/office/drawing/2014/main" id="{400A5EAE-808C-4F0D-ACB0-747402741CD6}"/>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 coins arrondis 68">
                  <a:extLst>
                    <a:ext uri="{FF2B5EF4-FFF2-40B4-BE49-F238E27FC236}">
                      <a16:creationId xmlns:a16="http://schemas.microsoft.com/office/drawing/2014/main" id="{314A93B4-C1CF-4B89-9A39-44C6FECCDA1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 coins arrondis 69">
                  <a:extLst>
                    <a:ext uri="{FF2B5EF4-FFF2-40B4-BE49-F238E27FC236}">
                      <a16:creationId xmlns:a16="http://schemas.microsoft.com/office/drawing/2014/main" id="{3CD5AC3A-557F-48A8-96A5-C9AEA0BFCAE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0" name="Groupe 39">
                <a:extLst>
                  <a:ext uri="{FF2B5EF4-FFF2-40B4-BE49-F238E27FC236}">
                    <a16:creationId xmlns:a16="http://schemas.microsoft.com/office/drawing/2014/main" id="{B6B10215-48A2-4C98-8003-5FE4CCE768BF}"/>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57" name="Ellipse 56">
                  <a:extLst>
                    <a:ext uri="{FF2B5EF4-FFF2-40B4-BE49-F238E27FC236}">
                      <a16:creationId xmlns:a16="http://schemas.microsoft.com/office/drawing/2014/main" id="{C516D7D4-DAC6-49AF-86AC-E803357EC0C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 coins arrondis 57">
                  <a:extLst>
                    <a:ext uri="{FF2B5EF4-FFF2-40B4-BE49-F238E27FC236}">
                      <a16:creationId xmlns:a16="http://schemas.microsoft.com/office/drawing/2014/main" id="{2083120E-181C-4B72-B146-AB3555AC3A8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 coins arrondis 58">
                  <a:extLst>
                    <a:ext uri="{FF2B5EF4-FFF2-40B4-BE49-F238E27FC236}">
                      <a16:creationId xmlns:a16="http://schemas.microsoft.com/office/drawing/2014/main" id="{F14BC02F-49D3-410F-946C-7F40FF2F1FDA}"/>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 coins arrondis 59">
                  <a:extLst>
                    <a:ext uri="{FF2B5EF4-FFF2-40B4-BE49-F238E27FC236}">
                      <a16:creationId xmlns:a16="http://schemas.microsoft.com/office/drawing/2014/main" id="{9C5D0878-1852-4CEE-AA6D-6194EE230DE4}"/>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 coins arrondis 60">
                  <a:extLst>
                    <a:ext uri="{FF2B5EF4-FFF2-40B4-BE49-F238E27FC236}">
                      <a16:creationId xmlns:a16="http://schemas.microsoft.com/office/drawing/2014/main" id="{71D8F7AD-7F92-409B-9D16-F517C19A4F4B}"/>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 coins arrondis 61">
                  <a:extLst>
                    <a:ext uri="{FF2B5EF4-FFF2-40B4-BE49-F238E27FC236}">
                      <a16:creationId xmlns:a16="http://schemas.microsoft.com/office/drawing/2014/main" id="{E5670BE9-89D4-4499-89C8-61AB74605468}"/>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 coins arrondis 62">
                  <a:extLst>
                    <a:ext uri="{FF2B5EF4-FFF2-40B4-BE49-F238E27FC236}">
                      <a16:creationId xmlns:a16="http://schemas.microsoft.com/office/drawing/2014/main" id="{89FC1ECE-862A-4FEB-BE68-3768550A101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1" name="Groupe 40">
                <a:extLst>
                  <a:ext uri="{FF2B5EF4-FFF2-40B4-BE49-F238E27FC236}">
                    <a16:creationId xmlns:a16="http://schemas.microsoft.com/office/drawing/2014/main" id="{4F6CE869-7874-409E-B66C-708E7D737DBF}"/>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50" name="Ellipse 49">
                  <a:extLst>
                    <a:ext uri="{FF2B5EF4-FFF2-40B4-BE49-F238E27FC236}">
                      <a16:creationId xmlns:a16="http://schemas.microsoft.com/office/drawing/2014/main" id="{3E99EDD9-7315-43EA-BF24-A6C121943734}"/>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 coins arrondis 50">
                  <a:extLst>
                    <a:ext uri="{FF2B5EF4-FFF2-40B4-BE49-F238E27FC236}">
                      <a16:creationId xmlns:a16="http://schemas.microsoft.com/office/drawing/2014/main" id="{7825CC9B-923E-42D1-8013-E0221944F0C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 coins arrondis 51">
                  <a:extLst>
                    <a:ext uri="{FF2B5EF4-FFF2-40B4-BE49-F238E27FC236}">
                      <a16:creationId xmlns:a16="http://schemas.microsoft.com/office/drawing/2014/main" id="{0C5D8E78-618F-4CC7-BDD5-8D23C160757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 coins arrondis 52">
                  <a:extLst>
                    <a:ext uri="{FF2B5EF4-FFF2-40B4-BE49-F238E27FC236}">
                      <a16:creationId xmlns:a16="http://schemas.microsoft.com/office/drawing/2014/main" id="{EEF3A219-6E5B-41E7-85DC-49BEDBAB1FD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 coins arrondis 53">
                  <a:extLst>
                    <a:ext uri="{FF2B5EF4-FFF2-40B4-BE49-F238E27FC236}">
                      <a16:creationId xmlns:a16="http://schemas.microsoft.com/office/drawing/2014/main" id="{4A5FD226-4109-4E5A-8CC4-536ECAAAF51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11F92099-2AAE-4635-817E-4A4B3A8845E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 coins arrondis 55">
                  <a:extLst>
                    <a:ext uri="{FF2B5EF4-FFF2-40B4-BE49-F238E27FC236}">
                      <a16:creationId xmlns:a16="http://schemas.microsoft.com/office/drawing/2014/main" id="{0D465523-86AD-45FB-8400-EEC41F3E023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2" name="Groupe 41">
                <a:extLst>
                  <a:ext uri="{FF2B5EF4-FFF2-40B4-BE49-F238E27FC236}">
                    <a16:creationId xmlns:a16="http://schemas.microsoft.com/office/drawing/2014/main" id="{A558F605-1731-4490-98E5-092D006B8733}"/>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43" name="Ellipse 42">
                  <a:extLst>
                    <a:ext uri="{FF2B5EF4-FFF2-40B4-BE49-F238E27FC236}">
                      <a16:creationId xmlns:a16="http://schemas.microsoft.com/office/drawing/2014/main" id="{FD44E70F-50A8-4AF4-86AA-FE40651890C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 coins arrondis 43">
                  <a:extLst>
                    <a:ext uri="{FF2B5EF4-FFF2-40B4-BE49-F238E27FC236}">
                      <a16:creationId xmlns:a16="http://schemas.microsoft.com/office/drawing/2014/main" id="{DE77A0AA-C27A-424F-BFE2-8064760B7AE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76682EAD-38B3-404A-ACAE-C651D60C594D}"/>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 coins arrondis 45">
                  <a:extLst>
                    <a:ext uri="{FF2B5EF4-FFF2-40B4-BE49-F238E27FC236}">
                      <a16:creationId xmlns:a16="http://schemas.microsoft.com/office/drawing/2014/main" id="{43702342-62BE-47B4-BD81-CEC576DCD96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 coins arrondis 46">
                  <a:extLst>
                    <a:ext uri="{FF2B5EF4-FFF2-40B4-BE49-F238E27FC236}">
                      <a16:creationId xmlns:a16="http://schemas.microsoft.com/office/drawing/2014/main" id="{E7C22DF6-DD06-487D-A260-F373456EB93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 coins arrondis 47">
                  <a:extLst>
                    <a:ext uri="{FF2B5EF4-FFF2-40B4-BE49-F238E27FC236}">
                      <a16:creationId xmlns:a16="http://schemas.microsoft.com/office/drawing/2014/main" id="{EE6C225F-6E1F-4A41-B799-46841F590E78}"/>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 coins arrondis 48">
                  <a:extLst>
                    <a:ext uri="{FF2B5EF4-FFF2-40B4-BE49-F238E27FC236}">
                      <a16:creationId xmlns:a16="http://schemas.microsoft.com/office/drawing/2014/main" id="{FFCEACE7-B8A0-46EC-AE55-CA30082AF750}"/>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grpSp>
        <p:nvGrpSpPr>
          <p:cNvPr id="99" name="Groupe 98">
            <a:extLst>
              <a:ext uri="{FF2B5EF4-FFF2-40B4-BE49-F238E27FC236}">
                <a16:creationId xmlns:a16="http://schemas.microsoft.com/office/drawing/2014/main" id="{3542F291-E447-4926-81D7-9480AC08CAEA}"/>
              </a:ext>
            </a:extLst>
          </p:cNvPr>
          <p:cNvGrpSpPr/>
          <p:nvPr/>
        </p:nvGrpSpPr>
        <p:grpSpPr>
          <a:xfrm>
            <a:off x="2550784" y="4080206"/>
            <a:ext cx="1570042" cy="1946771"/>
            <a:chOff x="7255777" y="4460175"/>
            <a:chExt cx="1872265" cy="2321512"/>
          </a:xfrm>
        </p:grpSpPr>
        <p:grpSp>
          <p:nvGrpSpPr>
            <p:cNvPr id="100" name="Groupe 99">
              <a:extLst>
                <a:ext uri="{FF2B5EF4-FFF2-40B4-BE49-F238E27FC236}">
                  <a16:creationId xmlns:a16="http://schemas.microsoft.com/office/drawing/2014/main" id="{ED605420-82F8-48FE-91A5-212784674AFF}"/>
                </a:ext>
              </a:extLst>
            </p:cNvPr>
            <p:cNvGrpSpPr/>
            <p:nvPr/>
          </p:nvGrpSpPr>
          <p:grpSpPr>
            <a:xfrm>
              <a:off x="7758949" y="4460175"/>
              <a:ext cx="467174" cy="2321512"/>
              <a:chOff x="5505731" y="2278810"/>
              <a:chExt cx="805216" cy="4001328"/>
            </a:xfrm>
          </p:grpSpPr>
          <p:sp>
            <p:nvSpPr>
              <p:cNvPr id="146" name="Flèche : haut 145">
                <a:extLst>
                  <a:ext uri="{FF2B5EF4-FFF2-40B4-BE49-F238E27FC236}">
                    <a16:creationId xmlns:a16="http://schemas.microsoft.com/office/drawing/2014/main" id="{C60EB62D-CB0F-41F1-BE39-09A17FE5D826}"/>
                  </a:ext>
                </a:extLst>
              </p:cNvPr>
              <p:cNvSpPr/>
              <p:nvPr/>
            </p:nvSpPr>
            <p:spPr>
              <a:xfrm>
                <a:off x="5522638" y="2278810"/>
                <a:ext cx="763479" cy="400132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lèche : droite 146">
                <a:extLst>
                  <a:ext uri="{FF2B5EF4-FFF2-40B4-BE49-F238E27FC236}">
                    <a16:creationId xmlns:a16="http://schemas.microsoft.com/office/drawing/2014/main" id="{FF822B0F-ECA2-4896-9F2E-4842620445C0}"/>
                  </a:ext>
                </a:extLst>
              </p:cNvPr>
              <p:cNvSpPr/>
              <p:nvPr/>
            </p:nvSpPr>
            <p:spPr>
              <a:xfrm rot="16200000">
                <a:off x="5435604" y="2348939"/>
                <a:ext cx="945470"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01" name="Groupe 100">
              <a:extLst>
                <a:ext uri="{FF2B5EF4-FFF2-40B4-BE49-F238E27FC236}">
                  <a16:creationId xmlns:a16="http://schemas.microsoft.com/office/drawing/2014/main" id="{1E2C2FF0-F46A-42DD-A4B3-93BC671E27A5}"/>
                </a:ext>
              </a:extLst>
            </p:cNvPr>
            <p:cNvGrpSpPr/>
            <p:nvPr/>
          </p:nvGrpSpPr>
          <p:grpSpPr>
            <a:xfrm>
              <a:off x="7255777" y="4630952"/>
              <a:ext cx="488763" cy="2094621"/>
              <a:chOff x="4837615" y="2636554"/>
              <a:chExt cx="845887" cy="3625095"/>
            </a:xfrm>
          </p:grpSpPr>
          <p:pic>
            <p:nvPicPr>
              <p:cNvPr id="112" name="Graphique 111" descr="Groupe avec un remplissage uni">
                <a:extLst>
                  <a:ext uri="{FF2B5EF4-FFF2-40B4-BE49-F238E27FC236}">
                    <a16:creationId xmlns:a16="http://schemas.microsoft.com/office/drawing/2014/main" id="{5DEE4279-03E8-4D66-BB37-603B5D7305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56046" y="5088344"/>
                <a:ext cx="647223" cy="647223"/>
              </a:xfrm>
              <a:prstGeom prst="rect">
                <a:avLst/>
              </a:prstGeom>
            </p:spPr>
          </p:pic>
          <p:grpSp>
            <p:nvGrpSpPr>
              <p:cNvPr id="113" name="Groupe 112">
                <a:extLst>
                  <a:ext uri="{FF2B5EF4-FFF2-40B4-BE49-F238E27FC236}">
                    <a16:creationId xmlns:a16="http://schemas.microsoft.com/office/drawing/2014/main" id="{D7B2C9D3-A2CB-4EED-A31B-D8AE639D2D3A}"/>
                  </a:ext>
                </a:extLst>
              </p:cNvPr>
              <p:cNvGrpSpPr/>
              <p:nvPr/>
            </p:nvGrpSpPr>
            <p:grpSpPr>
              <a:xfrm>
                <a:off x="4975742" y="3936790"/>
                <a:ext cx="649373" cy="408529"/>
                <a:chOff x="6989470" y="1452253"/>
                <a:chExt cx="2968717" cy="1867662"/>
              </a:xfrm>
              <a:solidFill>
                <a:srgbClr val="ED7D31"/>
              </a:solidFill>
            </p:grpSpPr>
            <p:pic>
              <p:nvPicPr>
                <p:cNvPr id="141" name="Graphique 140" descr="Groupe de personnes avec un remplissage uni">
                  <a:extLst>
                    <a:ext uri="{FF2B5EF4-FFF2-40B4-BE49-F238E27FC236}">
                      <a16:creationId xmlns:a16="http://schemas.microsoft.com/office/drawing/2014/main" id="{51912E65-9927-462B-878F-B2105F0407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42" name="Graphique 141" descr="Groupe de personnes avec un remplissage uni">
                  <a:extLst>
                    <a:ext uri="{FF2B5EF4-FFF2-40B4-BE49-F238E27FC236}">
                      <a16:creationId xmlns:a16="http://schemas.microsoft.com/office/drawing/2014/main" id="{0F5CA3BB-3E19-4BF0-A269-01C82945EC5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43" name="Graphique 142" descr="Groupe de personnes avec un remplissage uni">
                  <a:extLst>
                    <a:ext uri="{FF2B5EF4-FFF2-40B4-BE49-F238E27FC236}">
                      <a16:creationId xmlns:a16="http://schemas.microsoft.com/office/drawing/2014/main" id="{8B6FA8B9-9303-4931-B514-FDB274DCD71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4" name="Graphique 143" descr="Groupe de personnes avec un remplissage uni">
                  <a:extLst>
                    <a:ext uri="{FF2B5EF4-FFF2-40B4-BE49-F238E27FC236}">
                      <a16:creationId xmlns:a16="http://schemas.microsoft.com/office/drawing/2014/main" id="{DD7D3E28-8CE7-4ECB-B75C-C713D772255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45" name="Graphique 144" descr="Groupe de personnes avec un remplissage uni">
                  <a:extLst>
                    <a:ext uri="{FF2B5EF4-FFF2-40B4-BE49-F238E27FC236}">
                      <a16:creationId xmlns:a16="http://schemas.microsoft.com/office/drawing/2014/main" id="{6C5C536E-0D49-4200-ABD6-1768297D9AB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4" name="Groupe 113">
                <a:extLst>
                  <a:ext uri="{FF2B5EF4-FFF2-40B4-BE49-F238E27FC236}">
                    <a16:creationId xmlns:a16="http://schemas.microsoft.com/office/drawing/2014/main" id="{360E2031-A7EA-47DC-8691-4AA96B5049C1}"/>
                  </a:ext>
                </a:extLst>
              </p:cNvPr>
              <p:cNvGrpSpPr/>
              <p:nvPr/>
            </p:nvGrpSpPr>
            <p:grpSpPr>
              <a:xfrm>
                <a:off x="4837615" y="3259715"/>
                <a:ext cx="845887" cy="552586"/>
                <a:chOff x="560346" y="5288117"/>
                <a:chExt cx="522960" cy="341630"/>
              </a:xfrm>
              <a:solidFill>
                <a:srgbClr val="ED7D31"/>
              </a:solidFill>
            </p:grpSpPr>
            <p:grpSp>
              <p:nvGrpSpPr>
                <p:cNvPr id="123" name="Groupe 122">
                  <a:extLst>
                    <a:ext uri="{FF2B5EF4-FFF2-40B4-BE49-F238E27FC236}">
                      <a16:creationId xmlns:a16="http://schemas.microsoft.com/office/drawing/2014/main" id="{D3FF8732-5096-4518-82AC-F44C05635EEC}"/>
                    </a:ext>
                  </a:extLst>
                </p:cNvPr>
                <p:cNvGrpSpPr/>
                <p:nvPr/>
              </p:nvGrpSpPr>
              <p:grpSpPr>
                <a:xfrm>
                  <a:off x="560346" y="5458956"/>
                  <a:ext cx="271479" cy="170791"/>
                  <a:chOff x="6989470" y="1452253"/>
                  <a:chExt cx="2968717" cy="1867662"/>
                </a:xfrm>
                <a:grpFill/>
              </p:grpSpPr>
              <p:pic>
                <p:nvPicPr>
                  <p:cNvPr id="136" name="Graphique 135" descr="Groupe de personnes avec un remplissage uni">
                    <a:extLst>
                      <a:ext uri="{FF2B5EF4-FFF2-40B4-BE49-F238E27FC236}">
                        <a16:creationId xmlns:a16="http://schemas.microsoft.com/office/drawing/2014/main" id="{6BCD8BB3-3B48-474D-93AF-77C72BEB9D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37" name="Graphique 136" descr="Groupe de personnes avec un remplissage uni">
                    <a:extLst>
                      <a:ext uri="{FF2B5EF4-FFF2-40B4-BE49-F238E27FC236}">
                        <a16:creationId xmlns:a16="http://schemas.microsoft.com/office/drawing/2014/main" id="{1143A6F8-91AA-4222-8A1F-5FEBC2C4C87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38" name="Graphique 137" descr="Groupe de personnes avec un remplissage uni">
                    <a:extLst>
                      <a:ext uri="{FF2B5EF4-FFF2-40B4-BE49-F238E27FC236}">
                        <a16:creationId xmlns:a16="http://schemas.microsoft.com/office/drawing/2014/main" id="{A4FB3209-EDA9-46A4-A3A5-2CDE16B9934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9" name="Graphique 138" descr="Groupe de personnes avec un remplissage uni">
                    <a:extLst>
                      <a:ext uri="{FF2B5EF4-FFF2-40B4-BE49-F238E27FC236}">
                        <a16:creationId xmlns:a16="http://schemas.microsoft.com/office/drawing/2014/main" id="{3CD68872-8CB3-4050-9179-8C516FC6A70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40" name="Graphique 139" descr="Groupe de personnes avec un remplissage uni">
                    <a:extLst>
                      <a:ext uri="{FF2B5EF4-FFF2-40B4-BE49-F238E27FC236}">
                        <a16:creationId xmlns:a16="http://schemas.microsoft.com/office/drawing/2014/main" id="{8A191906-5A20-4059-A083-A882832FC9F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24" name="Groupe 123">
                  <a:extLst>
                    <a:ext uri="{FF2B5EF4-FFF2-40B4-BE49-F238E27FC236}">
                      <a16:creationId xmlns:a16="http://schemas.microsoft.com/office/drawing/2014/main" id="{3621AD61-53A8-41A2-9973-532F00A63CBF}"/>
                    </a:ext>
                  </a:extLst>
                </p:cNvPr>
                <p:cNvGrpSpPr/>
                <p:nvPr/>
              </p:nvGrpSpPr>
              <p:grpSpPr>
                <a:xfrm>
                  <a:off x="811827" y="5457524"/>
                  <a:ext cx="271479" cy="170791"/>
                  <a:chOff x="6989470" y="1452253"/>
                  <a:chExt cx="2968717" cy="1867662"/>
                </a:xfrm>
                <a:grpFill/>
              </p:grpSpPr>
              <p:pic>
                <p:nvPicPr>
                  <p:cNvPr id="131" name="Graphique 130" descr="Groupe de personnes avec un remplissage uni">
                    <a:extLst>
                      <a:ext uri="{FF2B5EF4-FFF2-40B4-BE49-F238E27FC236}">
                        <a16:creationId xmlns:a16="http://schemas.microsoft.com/office/drawing/2014/main" id="{B84318ED-7A68-4D0A-8FF1-A4D962D327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32" name="Graphique 131" descr="Groupe de personnes avec un remplissage uni">
                    <a:extLst>
                      <a:ext uri="{FF2B5EF4-FFF2-40B4-BE49-F238E27FC236}">
                        <a16:creationId xmlns:a16="http://schemas.microsoft.com/office/drawing/2014/main" id="{AAD37B99-CDEE-4FA0-BBA2-D1AB437A45A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33" name="Graphique 132" descr="Groupe de personnes avec un remplissage uni">
                    <a:extLst>
                      <a:ext uri="{FF2B5EF4-FFF2-40B4-BE49-F238E27FC236}">
                        <a16:creationId xmlns:a16="http://schemas.microsoft.com/office/drawing/2014/main" id="{64564327-4AB8-47C8-B265-676EB7A2DBF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4" name="Graphique 133" descr="Groupe de personnes avec un remplissage uni">
                    <a:extLst>
                      <a:ext uri="{FF2B5EF4-FFF2-40B4-BE49-F238E27FC236}">
                        <a16:creationId xmlns:a16="http://schemas.microsoft.com/office/drawing/2014/main" id="{BA665E25-538C-437E-99B3-4B6E18084F2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35" name="Graphique 134" descr="Groupe de personnes avec un remplissage uni">
                    <a:extLst>
                      <a:ext uri="{FF2B5EF4-FFF2-40B4-BE49-F238E27FC236}">
                        <a16:creationId xmlns:a16="http://schemas.microsoft.com/office/drawing/2014/main" id="{4FEA916E-40E4-447F-8F5B-17174BAE41A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25" name="Groupe 124">
                  <a:extLst>
                    <a:ext uri="{FF2B5EF4-FFF2-40B4-BE49-F238E27FC236}">
                      <a16:creationId xmlns:a16="http://schemas.microsoft.com/office/drawing/2014/main" id="{8EC6A771-8F26-4252-86C8-8284A62BB47F}"/>
                    </a:ext>
                  </a:extLst>
                </p:cNvPr>
                <p:cNvGrpSpPr/>
                <p:nvPr/>
              </p:nvGrpSpPr>
              <p:grpSpPr>
                <a:xfrm>
                  <a:off x="714070" y="5288117"/>
                  <a:ext cx="271479" cy="170791"/>
                  <a:chOff x="6989470" y="1452253"/>
                  <a:chExt cx="2968717" cy="1867662"/>
                </a:xfrm>
                <a:grpFill/>
              </p:grpSpPr>
              <p:pic>
                <p:nvPicPr>
                  <p:cNvPr id="126" name="Graphique 125" descr="Groupe de personnes avec un remplissage uni">
                    <a:extLst>
                      <a:ext uri="{FF2B5EF4-FFF2-40B4-BE49-F238E27FC236}">
                        <a16:creationId xmlns:a16="http://schemas.microsoft.com/office/drawing/2014/main" id="{E7BEA925-7620-4AD7-BEFD-4AE730BE8E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27" name="Graphique 126" descr="Groupe de personnes avec un remplissage uni">
                    <a:extLst>
                      <a:ext uri="{FF2B5EF4-FFF2-40B4-BE49-F238E27FC236}">
                        <a16:creationId xmlns:a16="http://schemas.microsoft.com/office/drawing/2014/main" id="{35987391-BBBE-41E1-8146-2CD65C1F7DE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28" name="Graphique 127" descr="Groupe de personnes avec un remplissage uni">
                    <a:extLst>
                      <a:ext uri="{FF2B5EF4-FFF2-40B4-BE49-F238E27FC236}">
                        <a16:creationId xmlns:a16="http://schemas.microsoft.com/office/drawing/2014/main" id="{D201E695-1A30-4C60-B1CD-43BDBF274628}"/>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9" name="Graphique 128" descr="Groupe de personnes avec un remplissage uni">
                    <a:extLst>
                      <a:ext uri="{FF2B5EF4-FFF2-40B4-BE49-F238E27FC236}">
                        <a16:creationId xmlns:a16="http://schemas.microsoft.com/office/drawing/2014/main" id="{63142094-D8A2-400C-A980-5FD1FA13D07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30" name="Graphique 129" descr="Groupe de personnes avec un remplissage uni">
                    <a:extLst>
                      <a:ext uri="{FF2B5EF4-FFF2-40B4-BE49-F238E27FC236}">
                        <a16:creationId xmlns:a16="http://schemas.microsoft.com/office/drawing/2014/main" id="{7ADA249B-E542-4F08-A0A5-D386BECFD8F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0E931292-B5A4-488D-94BB-0244E75DDEC0}"/>
                  </a:ext>
                </a:extLst>
              </p:cNvPr>
              <p:cNvGrpSpPr/>
              <p:nvPr/>
            </p:nvGrpSpPr>
            <p:grpSpPr>
              <a:xfrm>
                <a:off x="4857500" y="4401967"/>
                <a:ext cx="795834" cy="685354"/>
                <a:chOff x="580554" y="3987276"/>
                <a:chExt cx="555788" cy="478632"/>
              </a:xfrm>
              <a:solidFill>
                <a:srgbClr val="ED7D31"/>
              </a:solidFill>
            </p:grpSpPr>
            <p:pic>
              <p:nvPicPr>
                <p:cNvPr id="120" name="Graphique 119" descr="Groupe avec un remplissage uni">
                  <a:extLst>
                    <a:ext uri="{FF2B5EF4-FFF2-40B4-BE49-F238E27FC236}">
                      <a16:creationId xmlns:a16="http://schemas.microsoft.com/office/drawing/2014/main" id="{4B075DE7-417D-4BC0-A394-D43888F4C1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6167" y="3987276"/>
                  <a:ext cx="285305" cy="285305"/>
                </a:xfrm>
                <a:prstGeom prst="rect">
                  <a:avLst/>
                </a:prstGeom>
              </p:spPr>
            </p:pic>
            <p:pic>
              <p:nvPicPr>
                <p:cNvPr id="121" name="Graphique 120" descr="Groupe avec un remplissage uni">
                  <a:extLst>
                    <a:ext uri="{FF2B5EF4-FFF2-40B4-BE49-F238E27FC236}">
                      <a16:creationId xmlns:a16="http://schemas.microsoft.com/office/drawing/2014/main" id="{F051264F-84F2-4726-BEBD-345D3D3385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554" y="4180603"/>
                  <a:ext cx="285305" cy="285305"/>
                </a:xfrm>
                <a:prstGeom prst="rect">
                  <a:avLst/>
                </a:prstGeom>
              </p:spPr>
            </p:pic>
            <p:pic>
              <p:nvPicPr>
                <p:cNvPr id="122" name="Graphique 121" descr="Groupe avec un remplissage uni">
                  <a:extLst>
                    <a:ext uri="{FF2B5EF4-FFF2-40B4-BE49-F238E27FC236}">
                      <a16:creationId xmlns:a16="http://schemas.microsoft.com/office/drawing/2014/main" id="{3C909120-5DF4-4F2A-A962-217B2003CEB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1037" y="4180602"/>
                  <a:ext cx="285305" cy="285305"/>
                </a:xfrm>
                <a:prstGeom prst="rect">
                  <a:avLst/>
                </a:prstGeom>
              </p:spPr>
            </p:pic>
          </p:grpSp>
          <p:pic>
            <p:nvPicPr>
              <p:cNvPr id="116" name="Graphique 115" descr="Personne confuse avec un remplissage uni">
                <a:extLst>
                  <a:ext uri="{FF2B5EF4-FFF2-40B4-BE49-F238E27FC236}">
                    <a16:creationId xmlns:a16="http://schemas.microsoft.com/office/drawing/2014/main" id="{6577C69A-A5DD-4C48-8B1B-E00ADF4E2B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0473" y="5737362"/>
                <a:ext cx="524287" cy="524287"/>
              </a:xfrm>
              <a:prstGeom prst="rect">
                <a:avLst/>
              </a:prstGeom>
            </p:spPr>
          </p:pic>
          <p:grpSp>
            <p:nvGrpSpPr>
              <p:cNvPr id="117" name="Groupe 116">
                <a:extLst>
                  <a:ext uri="{FF2B5EF4-FFF2-40B4-BE49-F238E27FC236}">
                    <a16:creationId xmlns:a16="http://schemas.microsoft.com/office/drawing/2014/main" id="{75089EA6-AA82-45EA-AAAC-7E36538EB1AD}"/>
                  </a:ext>
                </a:extLst>
              </p:cNvPr>
              <p:cNvGrpSpPr/>
              <p:nvPr/>
            </p:nvGrpSpPr>
            <p:grpSpPr>
              <a:xfrm>
                <a:off x="5046941" y="2636554"/>
                <a:ext cx="550624" cy="593160"/>
                <a:chOff x="5046941" y="2636554"/>
                <a:chExt cx="550624" cy="593160"/>
              </a:xfrm>
            </p:grpSpPr>
            <p:pic>
              <p:nvPicPr>
                <p:cNvPr id="118" name="Graphique 117" descr="Monde avec un remplissage uni">
                  <a:extLst>
                    <a:ext uri="{FF2B5EF4-FFF2-40B4-BE49-F238E27FC236}">
                      <a16:creationId xmlns:a16="http://schemas.microsoft.com/office/drawing/2014/main" id="{7858451C-619E-42EA-B397-25EC45E678B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173" r="-1"/>
                <a:stretch/>
              </p:blipFill>
              <p:spPr>
                <a:xfrm>
                  <a:off x="5046941" y="2636554"/>
                  <a:ext cx="550624" cy="593160"/>
                </a:xfrm>
                <a:prstGeom prst="rect">
                  <a:avLst/>
                </a:prstGeom>
              </p:spPr>
            </p:pic>
            <p:pic>
              <p:nvPicPr>
                <p:cNvPr id="119" name="Graphique 118" descr="Monde avec un remplissage uni">
                  <a:extLst>
                    <a:ext uri="{FF2B5EF4-FFF2-40B4-BE49-F238E27FC236}">
                      <a16:creationId xmlns:a16="http://schemas.microsoft.com/office/drawing/2014/main" id="{DA4B72D1-4987-4C75-AC32-8C36889FE35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29716" t="30008" r="27849" b="30408"/>
                <a:stretch/>
              </p:blipFill>
              <p:spPr>
                <a:xfrm>
                  <a:off x="5180657" y="2809632"/>
                  <a:ext cx="251709" cy="234792"/>
                </a:xfrm>
                <a:prstGeom prst="rect">
                  <a:avLst/>
                </a:prstGeom>
              </p:spPr>
            </p:pic>
          </p:grpSp>
        </p:grpSp>
        <p:cxnSp>
          <p:nvCxnSpPr>
            <p:cNvPr id="102" name="Connecteur droit 101">
              <a:extLst>
                <a:ext uri="{FF2B5EF4-FFF2-40B4-BE49-F238E27FC236}">
                  <a16:creationId xmlns:a16="http://schemas.microsoft.com/office/drawing/2014/main" id="{7D0CBB33-33FC-457A-8EE2-D3379F4C41A0}"/>
                </a:ext>
              </a:extLst>
            </p:cNvPr>
            <p:cNvCxnSpPr>
              <a:cxnSpLocks/>
            </p:cNvCxnSpPr>
            <p:nvPr/>
          </p:nvCxnSpPr>
          <p:spPr>
            <a:xfrm flipV="1">
              <a:off x="7509020" y="534896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3" name="Connecteur droit 102">
              <a:extLst>
                <a:ext uri="{FF2B5EF4-FFF2-40B4-BE49-F238E27FC236}">
                  <a16:creationId xmlns:a16="http://schemas.microsoft.com/office/drawing/2014/main" id="{62A0FA6E-365B-40CF-9E48-7B9326402761}"/>
                </a:ext>
              </a:extLst>
            </p:cNvPr>
            <p:cNvCxnSpPr>
              <a:cxnSpLocks/>
            </p:cNvCxnSpPr>
            <p:nvPr/>
          </p:nvCxnSpPr>
          <p:spPr>
            <a:xfrm flipV="1">
              <a:off x="7509020" y="495448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4" name="Connecteur droit 103">
              <a:extLst>
                <a:ext uri="{FF2B5EF4-FFF2-40B4-BE49-F238E27FC236}">
                  <a16:creationId xmlns:a16="http://schemas.microsoft.com/office/drawing/2014/main" id="{AF9DE449-A9A2-452E-A8BC-68EFDF4BD36E}"/>
                </a:ext>
              </a:extLst>
            </p:cNvPr>
            <p:cNvCxnSpPr>
              <a:cxnSpLocks/>
            </p:cNvCxnSpPr>
            <p:nvPr/>
          </p:nvCxnSpPr>
          <p:spPr>
            <a:xfrm flipV="1">
              <a:off x="7503297" y="604700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05FA8DF2-2A0A-4617-ACEA-7E605A6BB2EA}"/>
                </a:ext>
              </a:extLst>
            </p:cNvPr>
            <p:cNvCxnSpPr>
              <a:cxnSpLocks/>
            </p:cNvCxnSpPr>
            <p:nvPr/>
          </p:nvCxnSpPr>
          <p:spPr>
            <a:xfrm flipV="1">
              <a:off x="7503297" y="565251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DDEE742B-740E-4350-9420-F8263F95F46B}"/>
                </a:ext>
              </a:extLst>
            </p:cNvPr>
            <p:cNvCxnSpPr>
              <a:cxnSpLocks/>
            </p:cNvCxnSpPr>
            <p:nvPr/>
          </p:nvCxnSpPr>
          <p:spPr>
            <a:xfrm flipV="1">
              <a:off x="7503297" y="641640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107" name="Graphique 106" descr="Verrou en forme de cœur avec un remplissage uni">
              <a:extLst>
                <a:ext uri="{FF2B5EF4-FFF2-40B4-BE49-F238E27FC236}">
                  <a16:creationId xmlns:a16="http://schemas.microsoft.com/office/drawing/2014/main" id="{9B32BF95-2584-4EC3-B490-103256F3DB3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12985" y="6280113"/>
              <a:ext cx="293990" cy="293990"/>
            </a:xfrm>
            <a:prstGeom prst="rect">
              <a:avLst/>
            </a:prstGeom>
          </p:spPr>
        </p:pic>
        <p:pic>
          <p:nvPicPr>
            <p:cNvPr id="108" name="Graphique 107" descr="Verrou en forme de cœur avec un remplissage uni">
              <a:extLst>
                <a:ext uri="{FF2B5EF4-FFF2-40B4-BE49-F238E27FC236}">
                  <a16:creationId xmlns:a16="http://schemas.microsoft.com/office/drawing/2014/main" id="{4D40971D-423F-4744-B38A-CDDF9F4D3B6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0578" y="5905459"/>
              <a:ext cx="293990" cy="293990"/>
            </a:xfrm>
            <a:prstGeom prst="rect">
              <a:avLst/>
            </a:prstGeom>
          </p:spPr>
        </p:pic>
        <p:pic>
          <p:nvPicPr>
            <p:cNvPr id="109" name="Graphique 108" descr="Verrou en forme de cœur avec un remplissage uni">
              <a:extLst>
                <a:ext uri="{FF2B5EF4-FFF2-40B4-BE49-F238E27FC236}">
                  <a16:creationId xmlns:a16="http://schemas.microsoft.com/office/drawing/2014/main" id="{7B6E9B58-4625-40A3-884C-6CC884B6E07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6459" y="5524004"/>
              <a:ext cx="293990" cy="293990"/>
            </a:xfrm>
            <a:prstGeom prst="rect">
              <a:avLst/>
            </a:prstGeom>
          </p:spPr>
        </p:pic>
        <p:pic>
          <p:nvPicPr>
            <p:cNvPr id="110" name="Graphique 109" descr="Verrou en forme de cœur avec un remplissage uni">
              <a:extLst>
                <a:ext uri="{FF2B5EF4-FFF2-40B4-BE49-F238E27FC236}">
                  <a16:creationId xmlns:a16="http://schemas.microsoft.com/office/drawing/2014/main" id="{128D7871-009D-4043-A787-1F957BDA43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34052" y="5149350"/>
              <a:ext cx="293990" cy="293990"/>
            </a:xfrm>
            <a:prstGeom prst="rect">
              <a:avLst/>
            </a:prstGeom>
          </p:spPr>
        </p:pic>
        <p:pic>
          <p:nvPicPr>
            <p:cNvPr id="111" name="Graphique 110" descr="Verrou en forme de cœur avec un remplissage uni">
              <a:extLst>
                <a:ext uri="{FF2B5EF4-FFF2-40B4-BE49-F238E27FC236}">
                  <a16:creationId xmlns:a16="http://schemas.microsoft.com/office/drawing/2014/main" id="{141D0374-07F2-4245-9078-DA53FA6E3B5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0578" y="4791958"/>
              <a:ext cx="293990" cy="293990"/>
            </a:xfrm>
            <a:prstGeom prst="rect">
              <a:avLst/>
            </a:prstGeom>
          </p:spPr>
        </p:pic>
      </p:grpSp>
    </p:spTree>
    <p:extLst>
      <p:ext uri="{BB962C8B-B14F-4D97-AF65-F5344CB8AC3E}">
        <p14:creationId xmlns:p14="http://schemas.microsoft.com/office/powerpoint/2010/main" val="1143591960"/>
      </p:ext>
    </p:extLst>
  </p:cSld>
  <p:clrMapOvr>
    <a:masterClrMapping/>
  </p:clrMapOvr>
  <mc:AlternateContent xmlns:mc="http://schemas.openxmlformats.org/markup-compatibility/2006" xmlns:p14="http://schemas.microsoft.com/office/powerpoint/2010/main">
    <mc:Choice Requires="p14">
      <p:transition spd="slow" p14:dur="2000" advTm="44400"/>
    </mc:Choice>
    <mc:Fallback xmlns="">
      <p:transition spd="slow" advTm="444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 </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7" name="Bulle narrative : ronde 6">
            <a:extLst>
              <a:ext uri="{FF2B5EF4-FFF2-40B4-BE49-F238E27FC236}">
                <a16:creationId xmlns:a16="http://schemas.microsoft.com/office/drawing/2014/main" id="{7DFDC217-C744-4121-B187-450777A48718}"/>
              </a:ext>
            </a:extLst>
          </p:cNvPr>
          <p:cNvSpPr/>
          <p:nvPr/>
        </p:nvSpPr>
        <p:spPr>
          <a:xfrm>
            <a:off x="2050743" y="2610035"/>
            <a:ext cx="6010182" cy="2539014"/>
          </a:xfrm>
          <a:prstGeom prst="wedgeEllipseCallout">
            <a:avLst>
              <a:gd name="adj1" fmla="val 60378"/>
              <a:gd name="adj2" fmla="val 2708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The Community used to feel like a family, now it became unpersonal. </a:t>
            </a:r>
          </a:p>
          <a:p>
            <a:pPr algn="ctr"/>
            <a:endParaRPr lang="en-US" sz="1800" dirty="0">
              <a:solidFill>
                <a:schemeClr val="tx1"/>
              </a:solidFill>
            </a:endParaRPr>
          </a:p>
          <a:p>
            <a:pPr algn="ctr"/>
            <a:r>
              <a:rPr lang="en-US" dirty="0">
                <a:solidFill>
                  <a:schemeClr val="tx1"/>
                </a:solidFill>
              </a:rPr>
              <a:t>On top of that, some of my friends have left. </a:t>
            </a:r>
            <a:r>
              <a:rPr lang="en-US" sz="1800" dirty="0">
                <a:solidFill>
                  <a:schemeClr val="tx1"/>
                </a:solidFill>
              </a:rPr>
              <a:t>I don’t know anybody now, and I am less motivated than before.</a:t>
            </a:r>
            <a:endParaRPr lang="en-US" dirty="0">
              <a:solidFill>
                <a:schemeClr val="tx1"/>
              </a:solidFill>
            </a:endParaRPr>
          </a:p>
        </p:txBody>
      </p:sp>
      <p:pic>
        <p:nvPicPr>
          <p:cNvPr id="3" name="Graphique 2" descr="Visage confus avec remplissage solide avec un remplissage uni">
            <a:extLst>
              <a:ext uri="{FF2B5EF4-FFF2-40B4-BE49-F238E27FC236}">
                <a16:creationId xmlns:a16="http://schemas.microsoft.com/office/drawing/2014/main" id="{B708B6D4-2659-46F5-90FD-3F1D2AF81D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34062" y="3907796"/>
            <a:ext cx="1604482" cy="1604482"/>
          </a:xfrm>
          <a:prstGeom prst="rect">
            <a:avLst/>
          </a:prstGeom>
        </p:spPr>
      </p:pic>
    </p:spTree>
    <p:extLst>
      <p:ext uri="{BB962C8B-B14F-4D97-AF65-F5344CB8AC3E}">
        <p14:creationId xmlns:p14="http://schemas.microsoft.com/office/powerpoint/2010/main" val="540883885"/>
      </p:ext>
    </p:extLst>
  </p:cSld>
  <p:clrMapOvr>
    <a:masterClrMapping/>
  </p:clrMapOvr>
  <mc:AlternateContent xmlns:mc="http://schemas.openxmlformats.org/markup-compatibility/2006" xmlns:p14="http://schemas.microsoft.com/office/powerpoint/2010/main">
    <mc:Choice Requires="p14">
      <p:transition spd="slow" p14:dur="2000" advTm="19281"/>
    </mc:Choice>
    <mc:Fallback xmlns="">
      <p:transition spd="slow" advTm="1928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P16</a:t>
            </a:r>
            <a:br>
              <a:rPr lang="en-US" dirty="0"/>
            </a:br>
            <a:r>
              <a:rPr lang="en-US" dirty="0"/>
              <a:t>Build Link through common identity</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795971" y="2407003"/>
            <a:ext cx="4980432" cy="4251250"/>
          </a:xfrm>
        </p:spPr>
        <p:txBody>
          <a:bodyPr>
            <a:normAutofit fontScale="70000" lnSpcReduction="20000"/>
          </a:bodyPr>
          <a:lstStyle/>
          <a:p>
            <a:pPr marL="0" indent="0">
              <a:buNone/>
            </a:pPr>
            <a:r>
              <a:rPr lang="en-US" sz="2000" dirty="0"/>
              <a:t>As number of members increases, feeling of closeness and link can decrease.</a:t>
            </a:r>
          </a:p>
          <a:p>
            <a:pPr marL="0" indent="0">
              <a:buNone/>
            </a:pPr>
            <a:r>
              <a:rPr lang="en-US" sz="2000" dirty="0"/>
              <a:t>To decrease the time for two members to feel related to each other, Community Boosters can choose to build a common culture,  which facilitates interaction by creating references and trust.</a:t>
            </a:r>
          </a:p>
          <a:p>
            <a:pPr marL="0" indent="0">
              <a:buNone/>
            </a:pPr>
            <a:r>
              <a:rPr lang="en-US" sz="2000" dirty="0"/>
              <a:t>This Community identity can be anchored in Artifacts. </a:t>
            </a:r>
          </a:p>
          <a:p>
            <a:pPr marL="0" indent="0">
              <a:buNone/>
            </a:pPr>
            <a:r>
              <a:rPr lang="en-US" sz="2000" dirty="0"/>
              <a:t>Community Booster must balance the cost of learning the culture (which increases the entry and onboarding cost to the Community), the interest of setting up culture for engagement. </a:t>
            </a:r>
          </a:p>
          <a:p>
            <a:pPr marL="0" indent="0">
              <a:buNone/>
            </a:pPr>
            <a:r>
              <a:rPr lang="en-US" sz="2000" dirty="0"/>
              <a:t>Community Boosters must also decide about the organic generation of culture (fostering, directing, slowing it).</a:t>
            </a:r>
          </a:p>
          <a:p>
            <a:pPr marL="0" indent="0">
              <a:buNone/>
            </a:pPr>
            <a:r>
              <a:rPr lang="en-US" sz="2000" dirty="0">
                <a:hlinkClick r:id="rId2"/>
              </a:rPr>
              <a:t>https://en.wikipedia.org/wiki/Sapiens:_A_Brief_History_of_Humankind</a:t>
            </a:r>
            <a:endParaRPr lang="en-US" sz="2000" dirty="0"/>
          </a:p>
        </p:txBody>
      </p:sp>
      <p:sp>
        <p:nvSpPr>
          <p:cNvPr id="4" name="Espace réservé du contenu 5">
            <a:extLst>
              <a:ext uri="{FF2B5EF4-FFF2-40B4-BE49-F238E27FC236}">
                <a16:creationId xmlns:a16="http://schemas.microsoft.com/office/drawing/2014/main" id="{9C533733-0F93-415C-B124-8BB859D7BB6C}"/>
              </a:ext>
            </a:extLst>
          </p:cNvPr>
          <p:cNvSpPr txBox="1">
            <a:spLocks/>
          </p:cNvSpPr>
          <p:nvPr/>
        </p:nvSpPr>
        <p:spPr>
          <a:xfrm>
            <a:off x="6587230" y="2478024"/>
            <a:ext cx="4592833" cy="36941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Example of Community artifacts : </a:t>
            </a:r>
          </a:p>
          <a:p>
            <a:pPr>
              <a:buFontTx/>
              <a:buChar char="-"/>
            </a:pPr>
            <a:r>
              <a:rPr lang="en-US" sz="1800" dirty="0"/>
              <a:t>Community Manifesto</a:t>
            </a:r>
          </a:p>
          <a:p>
            <a:pPr>
              <a:buFontTx/>
              <a:buChar char="-"/>
            </a:pPr>
            <a:r>
              <a:rPr lang="en-US" sz="1800" dirty="0"/>
              <a:t>Community Charter</a:t>
            </a:r>
          </a:p>
          <a:p>
            <a:pPr>
              <a:buFontTx/>
              <a:buChar char="-"/>
            </a:pPr>
            <a:r>
              <a:rPr lang="en-US" sz="1800" dirty="0"/>
              <a:t>Name of the Community &amp; Common name for Community Members</a:t>
            </a:r>
          </a:p>
          <a:p>
            <a:pPr>
              <a:buFontTx/>
              <a:buChar char="-"/>
            </a:pPr>
            <a:r>
              <a:rPr lang="en-US" sz="1800" dirty="0"/>
              <a:t>Community values</a:t>
            </a:r>
          </a:p>
          <a:p>
            <a:pPr>
              <a:buFontTx/>
              <a:buChar char="-"/>
            </a:pPr>
            <a:r>
              <a:rPr lang="en-US" sz="1800" dirty="0"/>
              <a:t>Community Mascot or fictional characters representing community identity</a:t>
            </a:r>
          </a:p>
          <a:p>
            <a:pPr>
              <a:buFontTx/>
              <a:buChar char="-"/>
            </a:pPr>
            <a:r>
              <a:rPr lang="en-US" sz="1800" dirty="0"/>
              <a:t>Community common story telling</a:t>
            </a:r>
          </a:p>
          <a:p>
            <a:pPr>
              <a:buFontTx/>
              <a:buChar char="-"/>
            </a:pPr>
            <a:endParaRPr lang="en-US" sz="1800" dirty="0"/>
          </a:p>
        </p:txBody>
      </p:sp>
      <p:pic>
        <p:nvPicPr>
          <p:cNvPr id="3" name="Graphique 2" descr="Rose des vents avec un remplissage uni">
            <a:extLst>
              <a:ext uri="{FF2B5EF4-FFF2-40B4-BE49-F238E27FC236}">
                <a16:creationId xmlns:a16="http://schemas.microsoft.com/office/drawing/2014/main" id="{0FA9C5CE-C5A0-471C-B858-279B6F5830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17082" y="4249118"/>
            <a:ext cx="497059" cy="497059"/>
          </a:xfrm>
          <a:prstGeom prst="rect">
            <a:avLst/>
          </a:prstGeom>
        </p:spPr>
      </p:pic>
      <p:pic>
        <p:nvPicPr>
          <p:cNvPr id="12" name="Graphique 11" descr="Carnet d'adresses avec un remplissage uni">
            <a:extLst>
              <a:ext uri="{FF2B5EF4-FFF2-40B4-BE49-F238E27FC236}">
                <a16:creationId xmlns:a16="http://schemas.microsoft.com/office/drawing/2014/main" id="{CFD8E648-04B7-4C1F-8B4A-B3003B6964F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17082" y="3747274"/>
            <a:ext cx="511381" cy="511381"/>
          </a:xfrm>
          <a:prstGeom prst="rect">
            <a:avLst/>
          </a:prstGeom>
        </p:spPr>
      </p:pic>
      <p:pic>
        <p:nvPicPr>
          <p:cNvPr id="14" name="Graphique 13" descr="Chiot avec un remplissage uni">
            <a:extLst>
              <a:ext uri="{FF2B5EF4-FFF2-40B4-BE49-F238E27FC236}">
                <a16:creationId xmlns:a16="http://schemas.microsoft.com/office/drawing/2014/main" id="{2D7A3CEA-7C65-4072-B264-F11F2DE8101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55508" y="4668337"/>
            <a:ext cx="680251" cy="680251"/>
          </a:xfrm>
          <a:prstGeom prst="rect">
            <a:avLst/>
          </a:prstGeom>
        </p:spPr>
      </p:pic>
      <p:pic>
        <p:nvPicPr>
          <p:cNvPr id="16" name="Graphique 15" descr="Faire défiler contour">
            <a:extLst>
              <a:ext uri="{FF2B5EF4-FFF2-40B4-BE49-F238E27FC236}">
                <a16:creationId xmlns:a16="http://schemas.microsoft.com/office/drawing/2014/main" id="{85A9DE2F-1BD1-45EB-9CEA-1FEC511A733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44279" y="2784778"/>
            <a:ext cx="425376" cy="425376"/>
          </a:xfrm>
          <a:prstGeom prst="rect">
            <a:avLst/>
          </a:prstGeom>
        </p:spPr>
      </p:pic>
      <p:pic>
        <p:nvPicPr>
          <p:cNvPr id="18" name="Graphique 17" descr="Pyramide avec un remplissage uni">
            <a:extLst>
              <a:ext uri="{FF2B5EF4-FFF2-40B4-BE49-F238E27FC236}">
                <a16:creationId xmlns:a16="http://schemas.microsoft.com/office/drawing/2014/main" id="{5C23E3E9-5F37-473D-B097-6AC050C46C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230783" y="5601025"/>
            <a:ext cx="529700" cy="529700"/>
          </a:xfrm>
          <a:prstGeom prst="rect">
            <a:avLst/>
          </a:prstGeom>
        </p:spPr>
      </p:pic>
      <p:pic>
        <p:nvPicPr>
          <p:cNvPr id="20" name="Graphique 19" descr="Presse-papiers vérifié avec un remplissage uni">
            <a:extLst>
              <a:ext uri="{FF2B5EF4-FFF2-40B4-BE49-F238E27FC236}">
                <a16:creationId xmlns:a16="http://schemas.microsoft.com/office/drawing/2014/main" id="{BA99F86C-DF0A-4AE1-BBD4-7DAB45A0E3C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68300" y="3198666"/>
            <a:ext cx="442775" cy="442775"/>
          </a:xfrm>
          <a:prstGeom prst="rect">
            <a:avLst/>
          </a:prstGeom>
        </p:spPr>
      </p:pic>
    </p:spTree>
    <p:extLst>
      <p:ext uri="{BB962C8B-B14F-4D97-AF65-F5344CB8AC3E}">
        <p14:creationId xmlns:p14="http://schemas.microsoft.com/office/powerpoint/2010/main" val="2730593959"/>
      </p:ext>
    </p:extLst>
  </p:cSld>
  <p:clrMapOvr>
    <a:masterClrMapping/>
  </p:clrMapOvr>
  <mc:AlternateContent xmlns:mc="http://schemas.openxmlformats.org/markup-compatibility/2006" xmlns:p14="http://schemas.microsoft.com/office/powerpoint/2010/main">
    <mc:Choice Requires="p14">
      <p:transition spd="slow" p14:dur="2000" advTm="170850"/>
    </mc:Choice>
    <mc:Fallback xmlns="">
      <p:transition spd="slow" advTm="17085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What are your Community Artifacts ? </a:t>
            </a:r>
          </a:p>
          <a:p>
            <a:pPr marL="0" indent="0">
              <a:buNone/>
            </a:pPr>
            <a:r>
              <a:rPr lang="en-US" noProof="1"/>
              <a:t>In which order have you defined them ?</a:t>
            </a:r>
          </a:p>
          <a:p>
            <a:pPr marL="0" indent="0">
              <a:buNone/>
            </a:pPr>
            <a:r>
              <a:rPr lang="en-US" noProof="1"/>
              <a:t>How does it help your members ? How does it hinder new entrants ?</a:t>
            </a:r>
          </a:p>
        </p:txBody>
      </p:sp>
      <p:pic>
        <p:nvPicPr>
          <p:cNvPr id="6" name="Graphique 5" descr="Rose des vents avec un remplissage uni">
            <a:extLst>
              <a:ext uri="{FF2B5EF4-FFF2-40B4-BE49-F238E27FC236}">
                <a16:creationId xmlns:a16="http://schemas.microsoft.com/office/drawing/2014/main" id="{AFED68E4-6F33-4B95-8F11-C5260BCD282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28157" y="4080442"/>
            <a:ext cx="497059" cy="497059"/>
          </a:xfrm>
          <a:prstGeom prst="rect">
            <a:avLst/>
          </a:prstGeom>
        </p:spPr>
      </p:pic>
      <p:pic>
        <p:nvPicPr>
          <p:cNvPr id="7" name="Graphique 6" descr="Carnet d'adresses avec un remplissage uni">
            <a:extLst>
              <a:ext uri="{FF2B5EF4-FFF2-40B4-BE49-F238E27FC236}">
                <a16:creationId xmlns:a16="http://schemas.microsoft.com/office/drawing/2014/main" id="{EFEDEBF0-E793-43CF-B489-9BA517C26C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28157" y="3578598"/>
            <a:ext cx="511381" cy="511381"/>
          </a:xfrm>
          <a:prstGeom prst="rect">
            <a:avLst/>
          </a:prstGeom>
        </p:spPr>
      </p:pic>
      <p:pic>
        <p:nvPicPr>
          <p:cNvPr id="8" name="Graphique 7" descr="Chiot avec un remplissage uni">
            <a:extLst>
              <a:ext uri="{FF2B5EF4-FFF2-40B4-BE49-F238E27FC236}">
                <a16:creationId xmlns:a16="http://schemas.microsoft.com/office/drawing/2014/main" id="{1B27475D-BFCD-43B3-83E2-FBB0C22E2D9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66583" y="4499661"/>
            <a:ext cx="680251" cy="680251"/>
          </a:xfrm>
          <a:prstGeom prst="rect">
            <a:avLst/>
          </a:prstGeom>
        </p:spPr>
      </p:pic>
      <p:pic>
        <p:nvPicPr>
          <p:cNvPr id="9" name="Graphique 8" descr="Faire défiler contour">
            <a:extLst>
              <a:ext uri="{FF2B5EF4-FFF2-40B4-BE49-F238E27FC236}">
                <a16:creationId xmlns:a16="http://schemas.microsoft.com/office/drawing/2014/main" id="{E1517E36-E468-432D-BE29-2B7003E9D47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55354" y="2616102"/>
            <a:ext cx="425376" cy="425376"/>
          </a:xfrm>
          <a:prstGeom prst="rect">
            <a:avLst/>
          </a:prstGeom>
        </p:spPr>
      </p:pic>
      <p:pic>
        <p:nvPicPr>
          <p:cNvPr id="10" name="Graphique 9" descr="Pyramide avec un remplissage uni">
            <a:extLst>
              <a:ext uri="{FF2B5EF4-FFF2-40B4-BE49-F238E27FC236}">
                <a16:creationId xmlns:a16="http://schemas.microsoft.com/office/drawing/2014/main" id="{302DAFD7-B9A9-4066-AA4F-4EE7EE51807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41858" y="5179912"/>
            <a:ext cx="529700" cy="529700"/>
          </a:xfrm>
          <a:prstGeom prst="rect">
            <a:avLst/>
          </a:prstGeom>
        </p:spPr>
      </p:pic>
      <p:pic>
        <p:nvPicPr>
          <p:cNvPr id="11" name="Graphique 10" descr="Presse-papiers vérifié avec un remplissage uni">
            <a:extLst>
              <a:ext uri="{FF2B5EF4-FFF2-40B4-BE49-F238E27FC236}">
                <a16:creationId xmlns:a16="http://schemas.microsoft.com/office/drawing/2014/main" id="{883E75D3-896E-4DA8-B5B3-C42205C504E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79375" y="3029990"/>
            <a:ext cx="442775" cy="442775"/>
          </a:xfrm>
          <a:prstGeom prst="rect">
            <a:avLst/>
          </a:prstGeom>
        </p:spPr>
      </p:pic>
    </p:spTree>
    <p:extLst>
      <p:ext uri="{BB962C8B-B14F-4D97-AF65-F5344CB8AC3E}">
        <p14:creationId xmlns:p14="http://schemas.microsoft.com/office/powerpoint/2010/main" val="82733608"/>
      </p:ext>
    </p:extLst>
  </p:cSld>
  <p:clrMapOvr>
    <a:masterClrMapping/>
  </p:clrMapOvr>
  <mc:AlternateContent xmlns:mc="http://schemas.openxmlformats.org/markup-compatibility/2006" xmlns:p14="http://schemas.microsoft.com/office/powerpoint/2010/main">
    <mc:Choice Requires="p14">
      <p:transition spd="slow" p14:dur="2000" advTm="39689"/>
    </mc:Choice>
    <mc:Fallback xmlns="">
      <p:transition spd="slow" advTm="3968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2D0727B8-DB3F-4BD3-9EE5-F28BDE885371}"/>
              </a:ext>
            </a:extLst>
          </p:cNvPr>
          <p:cNvSpPr/>
          <p:nvPr/>
        </p:nvSpPr>
        <p:spPr>
          <a:xfrm>
            <a:off x="4112901" y="2478023"/>
            <a:ext cx="6797756" cy="2227141"/>
          </a:xfrm>
          <a:prstGeom prst="wedgeEllipseCallout">
            <a:avLst>
              <a:gd name="adj1" fmla="val -49762"/>
              <a:gd name="adj2" fmla="val 41623"/>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All Community links depend on me, I’m the only one keeping people together.</a:t>
            </a:r>
          </a:p>
        </p:txBody>
      </p:sp>
      <p:pic>
        <p:nvPicPr>
          <p:cNvPr id="7" name="Graphique 6" descr="Visage plaidant avec remplissage uni avec un remplissage uni">
            <a:extLst>
              <a:ext uri="{FF2B5EF4-FFF2-40B4-BE49-F238E27FC236}">
                <a16:creationId xmlns:a16="http://schemas.microsoft.com/office/drawing/2014/main" id="{61E71214-A6A6-4EF5-97D9-1E5A37F2A1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4326" y="3804546"/>
            <a:ext cx="1238575" cy="1238575"/>
          </a:xfrm>
          <a:prstGeom prst="rect">
            <a:avLst/>
          </a:prstGeom>
        </p:spPr>
      </p:pic>
      <p:pic>
        <p:nvPicPr>
          <p:cNvPr id="8" name="Graphique 7" descr="Personne confuse avec un remplissage uni">
            <a:extLst>
              <a:ext uri="{FF2B5EF4-FFF2-40B4-BE49-F238E27FC236}">
                <a16:creationId xmlns:a16="http://schemas.microsoft.com/office/drawing/2014/main" id="{7631FF3F-0FE8-45E9-83DC-7F817761D82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825" t="19961" r="14911" b="49785"/>
          <a:stretch/>
        </p:blipFill>
        <p:spPr>
          <a:xfrm>
            <a:off x="2055328" y="4889541"/>
            <a:ext cx="2876573" cy="1238575"/>
          </a:xfrm>
          <a:prstGeom prst="rect">
            <a:avLst/>
          </a:prstGeom>
        </p:spPr>
      </p:pic>
    </p:spTree>
    <p:extLst>
      <p:ext uri="{BB962C8B-B14F-4D97-AF65-F5344CB8AC3E}">
        <p14:creationId xmlns:p14="http://schemas.microsoft.com/office/powerpoint/2010/main" val="2199560318"/>
      </p:ext>
    </p:extLst>
  </p:cSld>
  <p:clrMapOvr>
    <a:masterClrMapping/>
  </p:clrMapOvr>
  <mc:AlternateContent xmlns:mc="http://schemas.openxmlformats.org/markup-compatibility/2006" xmlns:p14="http://schemas.microsoft.com/office/powerpoint/2010/main">
    <mc:Choice Requires="p14">
      <p:transition spd="slow" p14:dur="2000" advTm="15102"/>
    </mc:Choice>
    <mc:Fallback xmlns="">
      <p:transition spd="slow" advTm="1510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P17</a:t>
            </a:r>
            <a:br>
              <a:rPr lang="en-US" dirty="0"/>
            </a:br>
            <a:r>
              <a:rPr lang="en-US" dirty="0"/>
              <a:t>Identify patterns in your Link architecture</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694328" y="2406104"/>
            <a:ext cx="3371645" cy="3694176"/>
          </a:xfrm>
        </p:spPr>
        <p:txBody>
          <a:bodyPr>
            <a:normAutofit/>
          </a:bodyPr>
          <a:lstStyle/>
          <a:p>
            <a:pPr marL="0" indent="0">
              <a:buNone/>
            </a:pPr>
            <a:r>
              <a:rPr lang="en-US" sz="1400" dirty="0"/>
              <a:t>Link architecture is an overview of how links are distributed in your Community (between which members).</a:t>
            </a:r>
          </a:p>
          <a:p>
            <a:pPr marL="0" indent="0">
              <a:buNone/>
            </a:pPr>
            <a:endParaRPr lang="en-US" sz="1400" dirty="0"/>
          </a:p>
          <a:p>
            <a:pPr marL="0" indent="0">
              <a:buNone/>
            </a:pPr>
            <a:r>
              <a:rPr lang="en-US" sz="1400" dirty="0"/>
              <a:t>Link Architectures evolve over time and can be represented with approximate patterns. </a:t>
            </a:r>
          </a:p>
          <a:p>
            <a:pPr marL="0" indent="0">
              <a:buNone/>
            </a:pPr>
            <a:endParaRPr lang="en-US" sz="1400" dirty="0"/>
          </a:p>
          <a:p>
            <a:pPr marL="0" indent="0">
              <a:buNone/>
            </a:pPr>
            <a:r>
              <a:rPr lang="en-US" sz="1400" dirty="0"/>
              <a:t>Patterns can be used to define a target Link architecture and a link building strategy by Community Boosters</a:t>
            </a:r>
          </a:p>
        </p:txBody>
      </p:sp>
      <p:sp>
        <p:nvSpPr>
          <p:cNvPr id="4" name="Espace réservé du contenu 5">
            <a:extLst>
              <a:ext uri="{FF2B5EF4-FFF2-40B4-BE49-F238E27FC236}">
                <a16:creationId xmlns:a16="http://schemas.microsoft.com/office/drawing/2014/main" id="{0E6199FD-014E-4504-A935-0E5BC744F247}"/>
              </a:ext>
            </a:extLst>
          </p:cNvPr>
          <p:cNvSpPr txBox="1">
            <a:spLocks/>
          </p:cNvSpPr>
          <p:nvPr/>
        </p:nvSpPr>
        <p:spPr>
          <a:xfrm>
            <a:off x="7692516" y="2174219"/>
            <a:ext cx="4193204" cy="434850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Example patterns</a:t>
            </a:r>
          </a:p>
          <a:p>
            <a:pPr marL="0" indent="0">
              <a:buFont typeface="Arial" panose="020B0604020202020204" pitchFamily="34" charset="0"/>
              <a:buNone/>
            </a:pPr>
            <a:r>
              <a:rPr lang="en-US" sz="1400" b="1" dirty="0"/>
              <a:t>Core &amp; Followers pattern:</a:t>
            </a:r>
            <a:r>
              <a:rPr lang="en-US" sz="1400" dirty="0"/>
              <a:t> Most members are not linked to each other; a very small core of the community is followed by a throng of followers. This pattern is closer to Fan Communities of Content providers (Youtubers, Streamers, Influencers…). </a:t>
            </a:r>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b="1" dirty="0"/>
              <a:t>Pyramid pattern : </a:t>
            </a:r>
            <a:r>
              <a:rPr lang="en-US" sz="1400" dirty="0"/>
              <a:t>Members are linked only to a small group of other members, among which a local group leader, who is in turn linked to other group leaders in another small group, etc. This pattern is closer to some large companies, providing strong local link with the cost of broader sense of belonging.</a:t>
            </a:r>
            <a:endParaRPr lang="en-US" sz="1400" b="1" dirty="0"/>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b="1" dirty="0"/>
              <a:t>Fabric pattern : </a:t>
            </a:r>
            <a:r>
              <a:rPr lang="en-US" sz="1400" dirty="0"/>
              <a:t>Members are all linked to other members in local small groups, but groups are interwoven so that access no member can really prevent access to other members. This pattern is closer to business networks.</a:t>
            </a:r>
          </a:p>
        </p:txBody>
      </p:sp>
      <p:grpSp>
        <p:nvGrpSpPr>
          <p:cNvPr id="60" name="Groupe 59">
            <a:extLst>
              <a:ext uri="{FF2B5EF4-FFF2-40B4-BE49-F238E27FC236}">
                <a16:creationId xmlns:a16="http://schemas.microsoft.com/office/drawing/2014/main" id="{E324D5BD-BC31-468A-B0D2-0FF0ED2A942A}"/>
              </a:ext>
            </a:extLst>
          </p:cNvPr>
          <p:cNvGrpSpPr/>
          <p:nvPr/>
        </p:nvGrpSpPr>
        <p:grpSpPr>
          <a:xfrm>
            <a:off x="5964176" y="2108759"/>
            <a:ext cx="1588490" cy="1306864"/>
            <a:chOff x="5468385" y="2437161"/>
            <a:chExt cx="1588490" cy="1306864"/>
          </a:xfrm>
        </p:grpSpPr>
        <p:grpSp>
          <p:nvGrpSpPr>
            <p:cNvPr id="26" name="Groupe 25">
              <a:extLst>
                <a:ext uri="{FF2B5EF4-FFF2-40B4-BE49-F238E27FC236}">
                  <a16:creationId xmlns:a16="http://schemas.microsoft.com/office/drawing/2014/main" id="{D2A58A96-9BE1-4240-89A1-E671CBAB91F9}"/>
                </a:ext>
              </a:extLst>
            </p:cNvPr>
            <p:cNvGrpSpPr/>
            <p:nvPr/>
          </p:nvGrpSpPr>
          <p:grpSpPr>
            <a:xfrm>
              <a:off x="5958602" y="2814201"/>
              <a:ext cx="482060" cy="476703"/>
              <a:chOff x="5958602" y="2814201"/>
              <a:chExt cx="482060" cy="476703"/>
            </a:xfrm>
          </p:grpSpPr>
          <p:sp>
            <p:nvSpPr>
              <p:cNvPr id="24" name="Ellipse 23">
                <a:extLst>
                  <a:ext uri="{FF2B5EF4-FFF2-40B4-BE49-F238E27FC236}">
                    <a16:creationId xmlns:a16="http://schemas.microsoft.com/office/drawing/2014/main" id="{5A6B1450-4CF5-4B69-B15D-125859256AD8}"/>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Utilisateur avec un remplissage uni">
                <a:extLst>
                  <a:ext uri="{FF2B5EF4-FFF2-40B4-BE49-F238E27FC236}">
                    <a16:creationId xmlns:a16="http://schemas.microsoft.com/office/drawing/2014/main" id="{7898A309-3FE9-4273-98BA-B76AB3D001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8602" y="3001738"/>
                <a:ext cx="187537" cy="187537"/>
              </a:xfrm>
              <a:prstGeom prst="rect">
                <a:avLst/>
              </a:prstGeom>
            </p:spPr>
          </p:pic>
          <p:pic>
            <p:nvPicPr>
              <p:cNvPr id="7" name="Graphique 6" descr="Utilisateur avec un remplissage uni">
                <a:extLst>
                  <a:ext uri="{FF2B5EF4-FFF2-40B4-BE49-F238E27FC236}">
                    <a16:creationId xmlns:a16="http://schemas.microsoft.com/office/drawing/2014/main" id="{AC662756-6DC6-4497-A9A1-853A35C022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5754" y="2814201"/>
                <a:ext cx="187537" cy="187537"/>
              </a:xfrm>
              <a:prstGeom prst="rect">
                <a:avLst/>
              </a:prstGeom>
            </p:spPr>
          </p:pic>
          <p:pic>
            <p:nvPicPr>
              <p:cNvPr id="8" name="Graphique 7" descr="Utilisateur avec un remplissage uni">
                <a:extLst>
                  <a:ext uri="{FF2B5EF4-FFF2-40B4-BE49-F238E27FC236}">
                    <a16:creationId xmlns:a16="http://schemas.microsoft.com/office/drawing/2014/main" id="{642DEDA0-4DB0-4417-92C3-23B273F5D2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3125" y="3001738"/>
                <a:ext cx="187537" cy="187537"/>
              </a:xfrm>
              <a:prstGeom prst="rect">
                <a:avLst/>
              </a:prstGeom>
            </p:spPr>
          </p:pic>
          <p:cxnSp>
            <p:nvCxnSpPr>
              <p:cNvPr id="10" name="Connecteur droit 9">
                <a:extLst>
                  <a:ext uri="{FF2B5EF4-FFF2-40B4-BE49-F238E27FC236}">
                    <a16:creationId xmlns:a16="http://schemas.microsoft.com/office/drawing/2014/main" id="{F89B0A4F-76F0-414D-9CEC-8C39D37F3D9F}"/>
                  </a:ext>
                </a:extLst>
              </p:cNvPr>
              <p:cNvCxnSpPr>
                <a:cxnSpLocks/>
                <a:stCxn id="3" idx="3"/>
                <a:endCxn id="7"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14C9873E-3C5E-48F5-A0E8-E25AFAB4D139}"/>
                  </a:ext>
                </a:extLst>
              </p:cNvPr>
              <p:cNvCxnSpPr>
                <a:cxnSpLocks/>
                <a:stCxn id="3" idx="3"/>
                <a:endCxn id="8"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C38EEBAE-23B9-44BE-8FDB-B3E249CA552E}"/>
                  </a:ext>
                </a:extLst>
              </p:cNvPr>
              <p:cNvCxnSpPr>
                <a:cxnSpLocks/>
                <a:stCxn id="7" idx="2"/>
                <a:endCxn id="8"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5" name="Graphique 24" descr="Utilisateur avec un remplissage uni">
              <a:extLst>
                <a:ext uri="{FF2B5EF4-FFF2-40B4-BE49-F238E27FC236}">
                  <a16:creationId xmlns:a16="http://schemas.microsoft.com/office/drawing/2014/main" id="{310C86E3-1313-4C0C-BF04-5317E55377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6324" y="3376812"/>
              <a:ext cx="187537" cy="187537"/>
            </a:xfrm>
            <a:prstGeom prst="rect">
              <a:avLst/>
            </a:prstGeom>
          </p:spPr>
        </p:pic>
        <p:pic>
          <p:nvPicPr>
            <p:cNvPr id="27" name="Graphique 26" descr="Utilisateur avec un remplissage uni">
              <a:extLst>
                <a:ext uri="{FF2B5EF4-FFF2-40B4-BE49-F238E27FC236}">
                  <a16:creationId xmlns:a16="http://schemas.microsoft.com/office/drawing/2014/main" id="{9DFE3E30-48B1-4DDB-8950-BE40FA5C76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53125" y="3556488"/>
              <a:ext cx="187537" cy="187537"/>
            </a:xfrm>
            <a:prstGeom prst="rect">
              <a:avLst/>
            </a:prstGeom>
          </p:spPr>
        </p:pic>
        <p:pic>
          <p:nvPicPr>
            <p:cNvPr id="28" name="Graphique 27" descr="Utilisateur avec un remplissage uni">
              <a:extLst>
                <a:ext uri="{FF2B5EF4-FFF2-40B4-BE49-F238E27FC236}">
                  <a16:creationId xmlns:a16="http://schemas.microsoft.com/office/drawing/2014/main" id="{1A9ADE0A-F33B-46AD-AAEE-E2B4331806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30815" y="3267322"/>
              <a:ext cx="187537" cy="187537"/>
            </a:xfrm>
            <a:prstGeom prst="rect">
              <a:avLst/>
            </a:prstGeom>
          </p:spPr>
        </p:pic>
        <p:pic>
          <p:nvPicPr>
            <p:cNvPr id="29" name="Graphique 28" descr="Utilisateur avec un remplissage uni">
              <a:extLst>
                <a:ext uri="{FF2B5EF4-FFF2-40B4-BE49-F238E27FC236}">
                  <a16:creationId xmlns:a16="http://schemas.microsoft.com/office/drawing/2014/main" id="{74A4B7B7-011D-4EF5-9C8F-C259BF3A09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7616" y="3446998"/>
              <a:ext cx="187537" cy="187537"/>
            </a:xfrm>
            <a:prstGeom prst="rect">
              <a:avLst/>
            </a:prstGeom>
          </p:spPr>
        </p:pic>
        <p:pic>
          <p:nvPicPr>
            <p:cNvPr id="30" name="Graphique 29" descr="Utilisateur avec un remplissage uni">
              <a:extLst>
                <a:ext uri="{FF2B5EF4-FFF2-40B4-BE49-F238E27FC236}">
                  <a16:creationId xmlns:a16="http://schemas.microsoft.com/office/drawing/2014/main" id="{F7F0A368-DA87-49E6-B470-C9B7AE1AAF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0662" y="3138461"/>
              <a:ext cx="187537" cy="187537"/>
            </a:xfrm>
            <a:prstGeom prst="rect">
              <a:avLst/>
            </a:prstGeom>
          </p:spPr>
        </p:pic>
        <p:pic>
          <p:nvPicPr>
            <p:cNvPr id="31" name="Graphique 30" descr="Utilisateur avec un remplissage uni">
              <a:extLst>
                <a:ext uri="{FF2B5EF4-FFF2-40B4-BE49-F238E27FC236}">
                  <a16:creationId xmlns:a16="http://schemas.microsoft.com/office/drawing/2014/main" id="{472EEEDF-F0A9-4601-9B64-8B7C9D84551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7463" y="3318137"/>
              <a:ext cx="187537" cy="187537"/>
            </a:xfrm>
            <a:prstGeom prst="rect">
              <a:avLst/>
            </a:prstGeom>
          </p:spPr>
        </p:pic>
        <p:pic>
          <p:nvPicPr>
            <p:cNvPr id="32" name="Graphique 31" descr="Utilisateur avec un remplissage uni">
              <a:extLst>
                <a:ext uri="{FF2B5EF4-FFF2-40B4-BE49-F238E27FC236}">
                  <a16:creationId xmlns:a16="http://schemas.microsoft.com/office/drawing/2014/main" id="{4FE39CDF-B79D-41B3-8861-12B688F98F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1954" y="3208647"/>
              <a:ext cx="187537" cy="187537"/>
            </a:xfrm>
            <a:prstGeom prst="rect">
              <a:avLst/>
            </a:prstGeom>
          </p:spPr>
        </p:pic>
        <p:pic>
          <p:nvPicPr>
            <p:cNvPr id="33" name="Graphique 32" descr="Utilisateur avec un remplissage uni">
              <a:extLst>
                <a:ext uri="{FF2B5EF4-FFF2-40B4-BE49-F238E27FC236}">
                  <a16:creationId xmlns:a16="http://schemas.microsoft.com/office/drawing/2014/main" id="{8B3F8684-7C4B-4A1E-B25C-FC2356C159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2073" y="3358814"/>
              <a:ext cx="187537" cy="187537"/>
            </a:xfrm>
            <a:prstGeom prst="rect">
              <a:avLst/>
            </a:prstGeom>
          </p:spPr>
        </p:pic>
        <p:pic>
          <p:nvPicPr>
            <p:cNvPr id="34" name="Graphique 33" descr="Utilisateur avec un remplissage uni">
              <a:extLst>
                <a:ext uri="{FF2B5EF4-FFF2-40B4-BE49-F238E27FC236}">
                  <a16:creationId xmlns:a16="http://schemas.microsoft.com/office/drawing/2014/main" id="{2D3BC319-FF05-46D2-98BF-CEF2426A13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63365" y="3429000"/>
              <a:ext cx="187537" cy="187537"/>
            </a:xfrm>
            <a:prstGeom prst="rect">
              <a:avLst/>
            </a:prstGeom>
          </p:spPr>
        </p:pic>
        <p:pic>
          <p:nvPicPr>
            <p:cNvPr id="35" name="Graphique 34" descr="Utilisateur avec un remplissage uni">
              <a:extLst>
                <a:ext uri="{FF2B5EF4-FFF2-40B4-BE49-F238E27FC236}">
                  <a16:creationId xmlns:a16="http://schemas.microsoft.com/office/drawing/2014/main" id="{AE56263C-E1FF-4C7B-A395-50B6B4A2E6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73212" y="3300139"/>
              <a:ext cx="187537" cy="187537"/>
            </a:xfrm>
            <a:prstGeom prst="rect">
              <a:avLst/>
            </a:prstGeom>
          </p:spPr>
        </p:pic>
        <p:pic>
          <p:nvPicPr>
            <p:cNvPr id="36" name="Graphique 35" descr="Utilisateur avec un remplissage uni">
              <a:extLst>
                <a:ext uri="{FF2B5EF4-FFF2-40B4-BE49-F238E27FC236}">
                  <a16:creationId xmlns:a16="http://schemas.microsoft.com/office/drawing/2014/main" id="{3D8A6E1A-4269-435C-8B8E-B1C75A292D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7415" y="3272906"/>
              <a:ext cx="187537" cy="187537"/>
            </a:xfrm>
            <a:prstGeom prst="rect">
              <a:avLst/>
            </a:prstGeom>
          </p:spPr>
        </p:pic>
        <p:pic>
          <p:nvPicPr>
            <p:cNvPr id="37" name="Graphique 36" descr="Utilisateur avec un remplissage uni">
              <a:extLst>
                <a:ext uri="{FF2B5EF4-FFF2-40B4-BE49-F238E27FC236}">
                  <a16:creationId xmlns:a16="http://schemas.microsoft.com/office/drawing/2014/main" id="{A3950C37-8E54-4D37-9F01-FCA314FE65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906" y="3163416"/>
              <a:ext cx="187537" cy="187537"/>
            </a:xfrm>
            <a:prstGeom prst="rect">
              <a:avLst/>
            </a:prstGeom>
          </p:spPr>
        </p:pic>
        <p:pic>
          <p:nvPicPr>
            <p:cNvPr id="38" name="Graphique 37" descr="Utilisateur avec un remplissage uni">
              <a:extLst>
                <a:ext uri="{FF2B5EF4-FFF2-40B4-BE49-F238E27FC236}">
                  <a16:creationId xmlns:a16="http://schemas.microsoft.com/office/drawing/2014/main" id="{1AAFBDC4-B7E8-4F9D-82C6-DBDC351EAF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1691" y="2987670"/>
              <a:ext cx="187537" cy="187537"/>
            </a:xfrm>
            <a:prstGeom prst="rect">
              <a:avLst/>
            </a:prstGeom>
          </p:spPr>
        </p:pic>
        <p:pic>
          <p:nvPicPr>
            <p:cNvPr id="39" name="Graphique 38" descr="Utilisateur avec un remplissage uni">
              <a:extLst>
                <a:ext uri="{FF2B5EF4-FFF2-40B4-BE49-F238E27FC236}">
                  <a16:creationId xmlns:a16="http://schemas.microsoft.com/office/drawing/2014/main" id="{13716DD1-21C6-408D-B422-F68B548368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88519" y="2808305"/>
              <a:ext cx="187537" cy="187537"/>
            </a:xfrm>
            <a:prstGeom prst="rect">
              <a:avLst/>
            </a:prstGeom>
          </p:spPr>
        </p:pic>
        <p:pic>
          <p:nvPicPr>
            <p:cNvPr id="40" name="Graphique 39" descr="Utilisateur avec un remplissage uni">
              <a:extLst>
                <a:ext uri="{FF2B5EF4-FFF2-40B4-BE49-F238E27FC236}">
                  <a16:creationId xmlns:a16="http://schemas.microsoft.com/office/drawing/2014/main" id="{D279BBC3-38E8-464B-A071-8FBD322E01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43861" y="2722397"/>
              <a:ext cx="187537" cy="187537"/>
            </a:xfrm>
            <a:prstGeom prst="rect">
              <a:avLst/>
            </a:prstGeom>
          </p:spPr>
        </p:pic>
        <p:pic>
          <p:nvPicPr>
            <p:cNvPr id="41" name="Graphique 40" descr="Utilisateur avec un remplissage uni">
              <a:extLst>
                <a:ext uri="{FF2B5EF4-FFF2-40B4-BE49-F238E27FC236}">
                  <a16:creationId xmlns:a16="http://schemas.microsoft.com/office/drawing/2014/main" id="{519562B7-BF39-4DA9-87BE-23A8CA94335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8352" y="2612907"/>
              <a:ext cx="187537" cy="187537"/>
            </a:xfrm>
            <a:prstGeom prst="rect">
              <a:avLst/>
            </a:prstGeom>
          </p:spPr>
        </p:pic>
        <p:pic>
          <p:nvPicPr>
            <p:cNvPr id="42" name="Graphique 41" descr="Utilisateur avec un remplissage uni">
              <a:extLst>
                <a:ext uri="{FF2B5EF4-FFF2-40B4-BE49-F238E27FC236}">
                  <a16:creationId xmlns:a16="http://schemas.microsoft.com/office/drawing/2014/main" id="{42CADB23-2FC6-4587-B6BD-58DBEA3E0E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98137" y="2437161"/>
              <a:ext cx="187537" cy="187537"/>
            </a:xfrm>
            <a:prstGeom prst="rect">
              <a:avLst/>
            </a:prstGeom>
          </p:spPr>
        </p:pic>
        <p:pic>
          <p:nvPicPr>
            <p:cNvPr id="43" name="Graphique 42" descr="Utilisateur avec un remplissage uni">
              <a:extLst>
                <a:ext uri="{FF2B5EF4-FFF2-40B4-BE49-F238E27FC236}">
                  <a16:creationId xmlns:a16="http://schemas.microsoft.com/office/drawing/2014/main" id="{881F4E35-2F7E-4FF6-9557-2A06F851F1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8826" y="2580060"/>
              <a:ext cx="187537" cy="187537"/>
            </a:xfrm>
            <a:prstGeom prst="rect">
              <a:avLst/>
            </a:prstGeom>
          </p:spPr>
        </p:pic>
        <p:pic>
          <p:nvPicPr>
            <p:cNvPr id="44" name="Graphique 43" descr="Utilisateur avec un remplissage uni">
              <a:extLst>
                <a:ext uri="{FF2B5EF4-FFF2-40B4-BE49-F238E27FC236}">
                  <a16:creationId xmlns:a16="http://schemas.microsoft.com/office/drawing/2014/main" id="{B0DEB394-9BB9-49E9-B536-CAAC4C0EAE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317" y="2470570"/>
              <a:ext cx="187537" cy="187537"/>
            </a:xfrm>
            <a:prstGeom prst="rect">
              <a:avLst/>
            </a:prstGeom>
          </p:spPr>
        </p:pic>
        <p:pic>
          <p:nvPicPr>
            <p:cNvPr id="45" name="Graphique 44" descr="Utilisateur avec un remplissage uni">
              <a:extLst>
                <a:ext uri="{FF2B5EF4-FFF2-40B4-BE49-F238E27FC236}">
                  <a16:creationId xmlns:a16="http://schemas.microsoft.com/office/drawing/2014/main" id="{5BC123E1-DA05-4BB2-88CF-68716B4912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80118" y="2650246"/>
              <a:ext cx="187537" cy="187537"/>
            </a:xfrm>
            <a:prstGeom prst="rect">
              <a:avLst/>
            </a:prstGeom>
          </p:spPr>
        </p:pic>
        <p:pic>
          <p:nvPicPr>
            <p:cNvPr id="46" name="Graphique 45" descr="Utilisateur avec un remplissage uni">
              <a:extLst>
                <a:ext uri="{FF2B5EF4-FFF2-40B4-BE49-F238E27FC236}">
                  <a16:creationId xmlns:a16="http://schemas.microsoft.com/office/drawing/2014/main" id="{B54267A8-E269-43F3-A7D7-954FFA904F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89965" y="2521385"/>
              <a:ext cx="187537" cy="187537"/>
            </a:xfrm>
            <a:prstGeom prst="rect">
              <a:avLst/>
            </a:prstGeom>
          </p:spPr>
        </p:pic>
        <p:pic>
          <p:nvPicPr>
            <p:cNvPr id="47" name="Graphique 46" descr="Utilisateur avec un remplissage uni">
              <a:extLst>
                <a:ext uri="{FF2B5EF4-FFF2-40B4-BE49-F238E27FC236}">
                  <a16:creationId xmlns:a16="http://schemas.microsoft.com/office/drawing/2014/main" id="{549A6D2A-98AE-4833-BCA1-0C06C164A9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54575" y="2562062"/>
              <a:ext cx="187537" cy="187537"/>
            </a:xfrm>
            <a:prstGeom prst="rect">
              <a:avLst/>
            </a:prstGeom>
          </p:spPr>
        </p:pic>
        <p:pic>
          <p:nvPicPr>
            <p:cNvPr id="48" name="Graphique 47" descr="Utilisateur avec un remplissage uni">
              <a:extLst>
                <a:ext uri="{FF2B5EF4-FFF2-40B4-BE49-F238E27FC236}">
                  <a16:creationId xmlns:a16="http://schemas.microsoft.com/office/drawing/2014/main" id="{787B8A6F-7141-460C-96FA-B4865A644A1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85867" y="2632248"/>
              <a:ext cx="187537" cy="187537"/>
            </a:xfrm>
            <a:prstGeom prst="rect">
              <a:avLst/>
            </a:prstGeom>
          </p:spPr>
        </p:pic>
        <p:pic>
          <p:nvPicPr>
            <p:cNvPr id="49" name="Graphique 48" descr="Utilisateur avec un remplissage uni">
              <a:extLst>
                <a:ext uri="{FF2B5EF4-FFF2-40B4-BE49-F238E27FC236}">
                  <a16:creationId xmlns:a16="http://schemas.microsoft.com/office/drawing/2014/main" id="{C63F787B-C9AB-419C-839D-99F3127244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95714" y="2503387"/>
              <a:ext cx="187537" cy="187537"/>
            </a:xfrm>
            <a:prstGeom prst="rect">
              <a:avLst/>
            </a:prstGeom>
          </p:spPr>
        </p:pic>
        <p:pic>
          <p:nvPicPr>
            <p:cNvPr id="50" name="Graphique 49" descr="Utilisateur avec un remplissage uni">
              <a:extLst>
                <a:ext uri="{FF2B5EF4-FFF2-40B4-BE49-F238E27FC236}">
                  <a16:creationId xmlns:a16="http://schemas.microsoft.com/office/drawing/2014/main" id="{BA38C3FF-A81E-44BA-A036-AC012DAFD3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9917" y="2476154"/>
              <a:ext cx="187537" cy="187537"/>
            </a:xfrm>
            <a:prstGeom prst="rect">
              <a:avLst/>
            </a:prstGeom>
          </p:spPr>
        </p:pic>
        <p:pic>
          <p:nvPicPr>
            <p:cNvPr id="51" name="Graphique 50" descr="Utilisateur avec un remplissage uni">
              <a:extLst>
                <a:ext uri="{FF2B5EF4-FFF2-40B4-BE49-F238E27FC236}">
                  <a16:creationId xmlns:a16="http://schemas.microsoft.com/office/drawing/2014/main" id="{7997E0CC-3A03-4ABA-81CA-3618D560ED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28199" y="2984133"/>
              <a:ext cx="187537" cy="187537"/>
            </a:xfrm>
            <a:prstGeom prst="rect">
              <a:avLst/>
            </a:prstGeom>
          </p:spPr>
        </p:pic>
        <p:pic>
          <p:nvPicPr>
            <p:cNvPr id="52" name="Graphique 51" descr="Utilisateur avec un remplissage uni">
              <a:extLst>
                <a:ext uri="{FF2B5EF4-FFF2-40B4-BE49-F238E27FC236}">
                  <a16:creationId xmlns:a16="http://schemas.microsoft.com/office/drawing/2014/main" id="{394E3DE8-2A75-44E0-B4EF-2265AC5874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2690" y="2874643"/>
              <a:ext cx="187537" cy="187537"/>
            </a:xfrm>
            <a:prstGeom prst="rect">
              <a:avLst/>
            </a:prstGeom>
          </p:spPr>
        </p:pic>
        <p:pic>
          <p:nvPicPr>
            <p:cNvPr id="53" name="Graphique 52" descr="Utilisateur avec un remplissage uni">
              <a:extLst>
                <a:ext uri="{FF2B5EF4-FFF2-40B4-BE49-F238E27FC236}">
                  <a16:creationId xmlns:a16="http://schemas.microsoft.com/office/drawing/2014/main" id="{27DB7A51-5105-45DC-BBD6-D95343495B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59491" y="3054319"/>
              <a:ext cx="187537" cy="187537"/>
            </a:xfrm>
            <a:prstGeom prst="rect">
              <a:avLst/>
            </a:prstGeom>
          </p:spPr>
        </p:pic>
        <p:pic>
          <p:nvPicPr>
            <p:cNvPr id="54" name="Graphique 53" descr="Utilisateur avec un remplissage uni">
              <a:extLst>
                <a:ext uri="{FF2B5EF4-FFF2-40B4-BE49-F238E27FC236}">
                  <a16:creationId xmlns:a16="http://schemas.microsoft.com/office/drawing/2014/main" id="{52EDF8FD-A3C6-461B-9B81-59E597BFFC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69338" y="2925458"/>
              <a:ext cx="187537" cy="187537"/>
            </a:xfrm>
            <a:prstGeom prst="rect">
              <a:avLst/>
            </a:prstGeom>
          </p:spPr>
        </p:pic>
        <p:pic>
          <p:nvPicPr>
            <p:cNvPr id="55" name="Graphique 54" descr="Utilisateur avec un remplissage uni">
              <a:extLst>
                <a:ext uri="{FF2B5EF4-FFF2-40B4-BE49-F238E27FC236}">
                  <a16:creationId xmlns:a16="http://schemas.microsoft.com/office/drawing/2014/main" id="{9ACFC7D0-53C1-4FCA-B64F-44FC5D3C02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6499" y="2960551"/>
              <a:ext cx="187537" cy="187537"/>
            </a:xfrm>
            <a:prstGeom prst="rect">
              <a:avLst/>
            </a:prstGeom>
          </p:spPr>
        </p:pic>
        <p:pic>
          <p:nvPicPr>
            <p:cNvPr id="56" name="Graphique 55" descr="Utilisateur avec un remplissage uni">
              <a:extLst>
                <a:ext uri="{FF2B5EF4-FFF2-40B4-BE49-F238E27FC236}">
                  <a16:creationId xmlns:a16="http://schemas.microsoft.com/office/drawing/2014/main" id="{CBA2EC0F-77A2-4CF1-9CFD-0CBA634BB9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6346" y="2831690"/>
              <a:ext cx="187537" cy="187537"/>
            </a:xfrm>
            <a:prstGeom prst="rect">
              <a:avLst/>
            </a:prstGeom>
          </p:spPr>
        </p:pic>
        <p:pic>
          <p:nvPicPr>
            <p:cNvPr id="57" name="Graphique 56" descr="Utilisateur avec un remplissage uni">
              <a:extLst>
                <a:ext uri="{FF2B5EF4-FFF2-40B4-BE49-F238E27FC236}">
                  <a16:creationId xmlns:a16="http://schemas.microsoft.com/office/drawing/2014/main" id="{3445010F-180B-4C0F-916F-A065E9E6C0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68385" y="2867011"/>
              <a:ext cx="187537" cy="187537"/>
            </a:xfrm>
            <a:prstGeom prst="rect">
              <a:avLst/>
            </a:prstGeom>
          </p:spPr>
        </p:pic>
        <p:pic>
          <p:nvPicPr>
            <p:cNvPr id="58" name="Graphique 57" descr="Utilisateur avec un remplissage uni">
              <a:extLst>
                <a:ext uri="{FF2B5EF4-FFF2-40B4-BE49-F238E27FC236}">
                  <a16:creationId xmlns:a16="http://schemas.microsoft.com/office/drawing/2014/main" id="{E3179B91-9784-40F5-83FB-460CDD3F645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5186" y="3046687"/>
              <a:ext cx="187537" cy="187537"/>
            </a:xfrm>
            <a:prstGeom prst="rect">
              <a:avLst/>
            </a:prstGeom>
          </p:spPr>
        </p:pic>
        <p:pic>
          <p:nvPicPr>
            <p:cNvPr id="59" name="Graphique 58" descr="Utilisateur avec un remplissage uni">
              <a:extLst>
                <a:ext uri="{FF2B5EF4-FFF2-40B4-BE49-F238E27FC236}">
                  <a16:creationId xmlns:a16="http://schemas.microsoft.com/office/drawing/2014/main" id="{E7D0F820-9867-4578-A1A7-F82F5DC577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99677" y="2937197"/>
              <a:ext cx="187537" cy="187537"/>
            </a:xfrm>
            <a:prstGeom prst="rect">
              <a:avLst/>
            </a:prstGeom>
          </p:spPr>
        </p:pic>
      </p:grpSp>
      <p:grpSp>
        <p:nvGrpSpPr>
          <p:cNvPr id="340" name="Groupe 339">
            <a:extLst>
              <a:ext uri="{FF2B5EF4-FFF2-40B4-BE49-F238E27FC236}">
                <a16:creationId xmlns:a16="http://schemas.microsoft.com/office/drawing/2014/main" id="{C5AFC965-BCFE-4653-A8AE-BB8BCDBE0980}"/>
              </a:ext>
            </a:extLst>
          </p:cNvPr>
          <p:cNvGrpSpPr/>
          <p:nvPr/>
        </p:nvGrpSpPr>
        <p:grpSpPr>
          <a:xfrm>
            <a:off x="5672418" y="3554724"/>
            <a:ext cx="1858254" cy="1562480"/>
            <a:chOff x="5672245" y="3646729"/>
            <a:chExt cx="1858254" cy="1562480"/>
          </a:xfrm>
        </p:grpSpPr>
        <p:grpSp>
          <p:nvGrpSpPr>
            <p:cNvPr id="141" name="Groupe 140">
              <a:extLst>
                <a:ext uri="{FF2B5EF4-FFF2-40B4-BE49-F238E27FC236}">
                  <a16:creationId xmlns:a16="http://schemas.microsoft.com/office/drawing/2014/main" id="{1A629D5E-CA3F-4930-B9E8-C0707D221531}"/>
                </a:ext>
              </a:extLst>
            </p:cNvPr>
            <p:cNvGrpSpPr/>
            <p:nvPr/>
          </p:nvGrpSpPr>
          <p:grpSpPr>
            <a:xfrm>
              <a:off x="6396090" y="3646729"/>
              <a:ext cx="558608" cy="428625"/>
              <a:chOff x="6495179" y="4021931"/>
              <a:chExt cx="558608" cy="428625"/>
            </a:xfrm>
          </p:grpSpPr>
          <p:pic>
            <p:nvPicPr>
              <p:cNvPr id="61" name="Graphique 60" descr="Utilisateur avec un remplissage uni">
                <a:extLst>
                  <a:ext uri="{FF2B5EF4-FFF2-40B4-BE49-F238E27FC236}">
                    <a16:creationId xmlns:a16="http://schemas.microsoft.com/office/drawing/2014/main" id="{6A33E799-F8C4-4293-998C-8EEA526B75D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95179" y="4222610"/>
                <a:ext cx="126206" cy="142875"/>
              </a:xfrm>
              <a:prstGeom prst="rect">
                <a:avLst/>
              </a:prstGeom>
            </p:spPr>
          </p:pic>
          <p:pic>
            <p:nvPicPr>
              <p:cNvPr id="65" name="Graphique 64" descr="Utilisateur avec un remplissage uni">
                <a:extLst>
                  <a:ext uri="{FF2B5EF4-FFF2-40B4-BE49-F238E27FC236}">
                    <a16:creationId xmlns:a16="http://schemas.microsoft.com/office/drawing/2014/main" id="{DA520C8F-1D87-4614-9BA5-2A857387D72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27581" y="4164805"/>
                <a:ext cx="126206" cy="142875"/>
              </a:xfrm>
              <a:prstGeom prst="rect">
                <a:avLst/>
              </a:prstGeom>
            </p:spPr>
          </p:pic>
          <p:pic>
            <p:nvPicPr>
              <p:cNvPr id="66" name="Graphique 65" descr="Utilisateur avec un remplissage uni">
                <a:extLst>
                  <a:ext uri="{FF2B5EF4-FFF2-40B4-BE49-F238E27FC236}">
                    <a16:creationId xmlns:a16="http://schemas.microsoft.com/office/drawing/2014/main" id="{EB53B5DA-2732-4BE1-9848-743377C16A9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94952" y="4307681"/>
                <a:ext cx="126206" cy="142875"/>
              </a:xfrm>
              <a:prstGeom prst="rect">
                <a:avLst/>
              </a:prstGeom>
            </p:spPr>
          </p:pic>
          <p:pic>
            <p:nvPicPr>
              <p:cNvPr id="67" name="Graphique 66" descr="Utilisateur avec un remplissage uni">
                <a:extLst>
                  <a:ext uri="{FF2B5EF4-FFF2-40B4-BE49-F238E27FC236}">
                    <a16:creationId xmlns:a16="http://schemas.microsoft.com/office/drawing/2014/main" id="{3DFCFF0A-58A3-4093-A2C2-B6167E4BB4B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1375" y="4021931"/>
                <a:ext cx="126206" cy="142875"/>
              </a:xfrm>
              <a:prstGeom prst="rect">
                <a:avLst/>
              </a:prstGeom>
            </p:spPr>
          </p:pic>
          <p:cxnSp>
            <p:nvCxnSpPr>
              <p:cNvPr id="69" name="Connecteur droit 68">
                <a:extLst>
                  <a:ext uri="{FF2B5EF4-FFF2-40B4-BE49-F238E27FC236}">
                    <a16:creationId xmlns:a16="http://schemas.microsoft.com/office/drawing/2014/main" id="{3979D62B-0CD5-475E-9E92-A773A7447F2B}"/>
                  </a:ext>
                </a:extLst>
              </p:cNvPr>
              <p:cNvCxnSpPr>
                <a:stCxn id="67" idx="2"/>
                <a:endCxn id="66"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8D9F4B16-0597-4705-8D3B-D6D5CB9EBD58}"/>
                  </a:ext>
                </a:extLst>
              </p:cNvPr>
              <p:cNvCxnSpPr>
                <a:cxnSpLocks/>
                <a:stCxn id="65" idx="1"/>
                <a:endCxn id="61"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4B0D9E8D-76C9-4CA8-8FCE-B70CB59FA235}"/>
                  </a:ext>
                </a:extLst>
              </p:cNvPr>
              <p:cNvCxnSpPr>
                <a:cxnSpLocks/>
                <a:stCxn id="67" idx="2"/>
                <a:endCxn id="65"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D2CB22BD-3AA2-4861-A1FB-5188D3FEDBF4}"/>
                  </a:ext>
                </a:extLst>
              </p:cNvPr>
              <p:cNvCxnSpPr>
                <a:cxnSpLocks/>
                <a:stCxn id="66" idx="0"/>
                <a:endCxn id="65"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25BC3CD8-70C9-415F-B012-D9A9E9BBD831}"/>
                  </a:ext>
                </a:extLst>
              </p:cNvPr>
              <p:cNvCxnSpPr>
                <a:cxnSpLocks/>
                <a:stCxn id="66" idx="0"/>
                <a:endCxn id="61"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0B5D6D8B-A338-4E3D-B988-E1501FDEF572}"/>
                  </a:ext>
                </a:extLst>
              </p:cNvPr>
              <p:cNvCxnSpPr>
                <a:cxnSpLocks/>
                <a:stCxn id="67" idx="2"/>
                <a:endCxn id="61"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3" name="Groupe 142">
              <a:extLst>
                <a:ext uri="{FF2B5EF4-FFF2-40B4-BE49-F238E27FC236}">
                  <a16:creationId xmlns:a16="http://schemas.microsoft.com/office/drawing/2014/main" id="{136504FA-EAD3-4FC8-A107-522F7671A759}"/>
                </a:ext>
              </a:extLst>
            </p:cNvPr>
            <p:cNvGrpSpPr/>
            <p:nvPr/>
          </p:nvGrpSpPr>
          <p:grpSpPr>
            <a:xfrm>
              <a:off x="6928840" y="4396781"/>
              <a:ext cx="601659" cy="306706"/>
              <a:chOff x="6448876" y="5104829"/>
              <a:chExt cx="601659" cy="306706"/>
            </a:xfrm>
          </p:grpSpPr>
          <p:pic>
            <p:nvPicPr>
              <p:cNvPr id="98" name="Graphique 97" descr="Utilisateur avec un remplissage uni">
                <a:extLst>
                  <a:ext uri="{FF2B5EF4-FFF2-40B4-BE49-F238E27FC236}">
                    <a16:creationId xmlns:a16="http://schemas.microsoft.com/office/drawing/2014/main" id="{826422EC-FAE4-47E7-ACDD-19E7C812948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48876" y="5104829"/>
                <a:ext cx="126206" cy="142875"/>
              </a:xfrm>
              <a:prstGeom prst="rect">
                <a:avLst/>
              </a:prstGeom>
            </p:spPr>
          </p:pic>
          <p:pic>
            <p:nvPicPr>
              <p:cNvPr id="99" name="Graphique 98" descr="Utilisateur avec un remplissage uni">
                <a:extLst>
                  <a:ext uri="{FF2B5EF4-FFF2-40B4-BE49-F238E27FC236}">
                    <a16:creationId xmlns:a16="http://schemas.microsoft.com/office/drawing/2014/main" id="{2A485203-1B4A-4DCF-9FB7-C6A8E5A1973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24329" y="5190444"/>
                <a:ext cx="126206" cy="142875"/>
              </a:xfrm>
              <a:prstGeom prst="rect">
                <a:avLst/>
              </a:prstGeom>
            </p:spPr>
          </p:pic>
          <p:pic>
            <p:nvPicPr>
              <p:cNvPr id="100" name="Graphique 99" descr="Utilisateur avec un remplissage uni">
                <a:extLst>
                  <a:ext uri="{FF2B5EF4-FFF2-40B4-BE49-F238E27FC236}">
                    <a16:creationId xmlns:a16="http://schemas.microsoft.com/office/drawing/2014/main" id="{DA25047F-0959-4577-ABAD-145BBF26070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21376" y="5268660"/>
                <a:ext cx="126206" cy="142875"/>
              </a:xfrm>
              <a:prstGeom prst="rect">
                <a:avLst/>
              </a:prstGeom>
            </p:spPr>
          </p:pic>
          <p:cxnSp>
            <p:nvCxnSpPr>
              <p:cNvPr id="103" name="Connecteur droit 102">
                <a:extLst>
                  <a:ext uri="{FF2B5EF4-FFF2-40B4-BE49-F238E27FC236}">
                    <a16:creationId xmlns:a16="http://schemas.microsoft.com/office/drawing/2014/main" id="{23F16D40-750F-4E14-BAE7-8DFE951891D5}"/>
                  </a:ext>
                </a:extLst>
              </p:cNvPr>
              <p:cNvCxnSpPr>
                <a:cxnSpLocks/>
                <a:stCxn id="99" idx="1"/>
                <a:endCxn id="98" idx="3"/>
              </p:cNvCxnSpPr>
              <p:nvPr/>
            </p:nvCxnSpPr>
            <p:spPr>
              <a:xfrm flipH="1" flipV="1">
                <a:off x="6575082" y="5176267"/>
                <a:ext cx="349247" cy="85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16059526-7072-4A80-9AF2-B92388AD6FAC}"/>
                  </a:ext>
                </a:extLst>
              </p:cNvPr>
              <p:cNvCxnSpPr>
                <a:cxnSpLocks/>
                <a:stCxn id="100" idx="0"/>
                <a:endCxn id="99" idx="1"/>
              </p:cNvCxnSpPr>
              <p:nvPr/>
            </p:nvCxnSpPr>
            <p:spPr>
              <a:xfrm flipV="1">
                <a:off x="6784479" y="5261882"/>
                <a:ext cx="139850" cy="6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07C31111-F96C-407E-A5C5-43A45B7EB829}"/>
                  </a:ext>
                </a:extLst>
              </p:cNvPr>
              <p:cNvCxnSpPr>
                <a:cxnSpLocks/>
                <a:stCxn id="100" idx="0"/>
                <a:endCxn id="98" idx="3"/>
              </p:cNvCxnSpPr>
              <p:nvPr/>
            </p:nvCxnSpPr>
            <p:spPr>
              <a:xfrm flipH="1" flipV="1">
                <a:off x="6575082" y="5176267"/>
                <a:ext cx="209397" cy="9239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2" name="Groupe 141">
              <a:extLst>
                <a:ext uri="{FF2B5EF4-FFF2-40B4-BE49-F238E27FC236}">
                  <a16:creationId xmlns:a16="http://schemas.microsoft.com/office/drawing/2014/main" id="{55629FB7-58BE-4C61-B0C6-3BFEC240EE8D}"/>
                </a:ext>
              </a:extLst>
            </p:cNvPr>
            <p:cNvGrpSpPr/>
            <p:nvPr/>
          </p:nvGrpSpPr>
          <p:grpSpPr>
            <a:xfrm>
              <a:off x="6843061" y="3949255"/>
              <a:ext cx="631706" cy="445842"/>
              <a:chOff x="6428428" y="4530096"/>
              <a:chExt cx="631706" cy="445842"/>
            </a:xfrm>
          </p:grpSpPr>
          <p:pic>
            <p:nvPicPr>
              <p:cNvPr id="88" name="Graphique 87" descr="Utilisateur avec un remplissage uni">
                <a:extLst>
                  <a:ext uri="{FF2B5EF4-FFF2-40B4-BE49-F238E27FC236}">
                    <a16:creationId xmlns:a16="http://schemas.microsoft.com/office/drawing/2014/main" id="{EC5D443A-58E7-4FEF-8099-9482B98B74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28428" y="4725905"/>
                <a:ext cx="126206" cy="142875"/>
              </a:xfrm>
              <a:prstGeom prst="rect">
                <a:avLst/>
              </a:prstGeom>
            </p:spPr>
          </p:pic>
          <p:pic>
            <p:nvPicPr>
              <p:cNvPr id="89" name="Graphique 88" descr="Utilisateur avec un remplissage uni">
                <a:extLst>
                  <a:ext uri="{FF2B5EF4-FFF2-40B4-BE49-F238E27FC236}">
                    <a16:creationId xmlns:a16="http://schemas.microsoft.com/office/drawing/2014/main" id="{A37EB9F3-41AC-40C4-8419-B9269747523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33928" y="4690187"/>
                <a:ext cx="126206" cy="142875"/>
              </a:xfrm>
              <a:prstGeom prst="rect">
                <a:avLst/>
              </a:prstGeom>
            </p:spPr>
          </p:pic>
          <p:pic>
            <p:nvPicPr>
              <p:cNvPr id="90" name="Graphique 89" descr="Utilisateur avec un remplissage uni">
                <a:extLst>
                  <a:ext uri="{FF2B5EF4-FFF2-40B4-BE49-F238E27FC236}">
                    <a16:creationId xmlns:a16="http://schemas.microsoft.com/office/drawing/2014/main" id="{3C052EAA-1FD8-4C1D-A820-E3FA628E2EE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1299" y="4833063"/>
                <a:ext cx="126206" cy="142875"/>
              </a:xfrm>
              <a:prstGeom prst="rect">
                <a:avLst/>
              </a:prstGeom>
            </p:spPr>
          </p:pic>
          <p:pic>
            <p:nvPicPr>
              <p:cNvPr id="91" name="Graphique 90" descr="Utilisateur avec un remplissage uni">
                <a:extLst>
                  <a:ext uri="{FF2B5EF4-FFF2-40B4-BE49-F238E27FC236}">
                    <a16:creationId xmlns:a16="http://schemas.microsoft.com/office/drawing/2014/main" id="{E1284417-557D-4898-842D-6A14B468D56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7722" y="4547313"/>
                <a:ext cx="126206" cy="142875"/>
              </a:xfrm>
              <a:prstGeom prst="rect">
                <a:avLst/>
              </a:prstGeom>
            </p:spPr>
          </p:pic>
          <p:cxnSp>
            <p:nvCxnSpPr>
              <p:cNvPr id="92" name="Connecteur droit 91">
                <a:extLst>
                  <a:ext uri="{FF2B5EF4-FFF2-40B4-BE49-F238E27FC236}">
                    <a16:creationId xmlns:a16="http://schemas.microsoft.com/office/drawing/2014/main" id="{CDF756B2-F77F-4527-B416-20370E0F3AAD}"/>
                  </a:ext>
                </a:extLst>
              </p:cNvPr>
              <p:cNvCxnSpPr>
                <a:stCxn id="91" idx="2"/>
                <a:endCxn id="90"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461C811E-3734-43E1-9E0D-AB62D45A5A26}"/>
                  </a:ext>
                </a:extLst>
              </p:cNvPr>
              <p:cNvCxnSpPr>
                <a:cxnSpLocks/>
                <a:stCxn id="89" idx="1"/>
                <a:endCxn id="88"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7526F01A-6570-4BC4-B36E-E2454ED1AB6C}"/>
                  </a:ext>
                </a:extLst>
              </p:cNvPr>
              <p:cNvCxnSpPr>
                <a:cxnSpLocks/>
                <a:stCxn id="91" idx="2"/>
                <a:endCxn id="89"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9274C93D-C30D-449E-957D-6066D6605771}"/>
                  </a:ext>
                </a:extLst>
              </p:cNvPr>
              <p:cNvCxnSpPr>
                <a:cxnSpLocks/>
                <a:stCxn id="90" idx="0"/>
                <a:endCxn id="89"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D3524025-0499-4455-B885-ADB1EC75F156}"/>
                  </a:ext>
                </a:extLst>
              </p:cNvPr>
              <p:cNvCxnSpPr>
                <a:cxnSpLocks/>
                <a:stCxn id="90" idx="0"/>
                <a:endCxn id="88"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658C7AC0-8C84-474E-B797-5F49057C0178}"/>
                  </a:ext>
                </a:extLst>
              </p:cNvPr>
              <p:cNvCxnSpPr>
                <a:cxnSpLocks/>
                <a:stCxn id="91" idx="2"/>
                <a:endCxn id="88"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108" name="Graphique 107" descr="Utilisateur avec un remplissage uni">
                <a:extLst>
                  <a:ext uri="{FF2B5EF4-FFF2-40B4-BE49-F238E27FC236}">
                    <a16:creationId xmlns:a16="http://schemas.microsoft.com/office/drawing/2014/main" id="{01C6C476-0AF6-4549-A62E-8A185917260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654461" y="4530096"/>
                <a:ext cx="126206" cy="142875"/>
              </a:xfrm>
              <a:prstGeom prst="rect">
                <a:avLst/>
              </a:prstGeom>
            </p:spPr>
          </p:pic>
          <p:cxnSp>
            <p:nvCxnSpPr>
              <p:cNvPr id="109" name="Connecteur droit 108">
                <a:extLst>
                  <a:ext uri="{FF2B5EF4-FFF2-40B4-BE49-F238E27FC236}">
                    <a16:creationId xmlns:a16="http://schemas.microsoft.com/office/drawing/2014/main" id="{2FB8A052-A474-43C7-8477-5167933932E8}"/>
                  </a:ext>
                </a:extLst>
              </p:cNvPr>
              <p:cNvCxnSpPr>
                <a:cxnSpLocks/>
                <a:stCxn id="108" idx="2"/>
                <a:endCxn id="88"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5D6F795C-C9E9-4544-B761-F4904C213186}"/>
                  </a:ext>
                </a:extLst>
              </p:cNvPr>
              <p:cNvCxnSpPr>
                <a:cxnSpLocks/>
                <a:stCxn id="108" idx="2"/>
                <a:endCxn id="90"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637767CB-B302-4E82-B0B0-AAC975055293}"/>
                  </a:ext>
                </a:extLst>
              </p:cNvPr>
              <p:cNvCxnSpPr>
                <a:cxnSpLocks/>
                <a:stCxn id="91" idx="2"/>
                <a:endCxn id="108"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Connecteur droit 117">
                <a:extLst>
                  <a:ext uri="{FF2B5EF4-FFF2-40B4-BE49-F238E27FC236}">
                    <a16:creationId xmlns:a16="http://schemas.microsoft.com/office/drawing/2014/main" id="{AEE9E0A0-A134-4E7F-A510-49B782D0496B}"/>
                  </a:ext>
                </a:extLst>
              </p:cNvPr>
              <p:cNvCxnSpPr>
                <a:cxnSpLocks/>
                <a:stCxn id="89" idx="1"/>
                <a:endCxn id="108"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22" name="Graphique 121" descr="Utilisateur avec un remplissage uni">
              <a:extLst>
                <a:ext uri="{FF2B5EF4-FFF2-40B4-BE49-F238E27FC236}">
                  <a16:creationId xmlns:a16="http://schemas.microsoft.com/office/drawing/2014/main" id="{32A5A71D-1E7F-4DD2-A11B-2F6C417657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81522" y="4216501"/>
              <a:ext cx="126206" cy="142875"/>
            </a:xfrm>
            <a:prstGeom prst="rect">
              <a:avLst/>
            </a:prstGeom>
          </p:spPr>
        </p:pic>
        <p:cxnSp>
          <p:nvCxnSpPr>
            <p:cNvPr id="132" name="Connecteur droit 131">
              <a:extLst>
                <a:ext uri="{FF2B5EF4-FFF2-40B4-BE49-F238E27FC236}">
                  <a16:creationId xmlns:a16="http://schemas.microsoft.com/office/drawing/2014/main" id="{C5E1A763-887F-494F-8D00-629AD3EF36A9}"/>
                </a:ext>
              </a:extLst>
            </p:cNvPr>
            <p:cNvCxnSpPr>
              <a:cxnSpLocks/>
              <a:stCxn id="61" idx="1"/>
              <a:endCxn id="122" idx="3"/>
            </p:cNvCxnSpPr>
            <p:nvPr/>
          </p:nvCxnSpPr>
          <p:spPr>
            <a:xfrm>
              <a:off x="6396090" y="3918846"/>
              <a:ext cx="111638" cy="369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Connecteur droit 134">
              <a:extLst>
                <a:ext uri="{FF2B5EF4-FFF2-40B4-BE49-F238E27FC236}">
                  <a16:creationId xmlns:a16="http://schemas.microsoft.com/office/drawing/2014/main" id="{F436882A-77B3-419C-B3E3-DAA5AAE6B0BF}"/>
                </a:ext>
              </a:extLst>
            </p:cNvPr>
            <p:cNvCxnSpPr>
              <a:cxnSpLocks/>
              <a:stCxn id="88" idx="1"/>
              <a:endCxn id="122" idx="3"/>
            </p:cNvCxnSpPr>
            <p:nvPr/>
          </p:nvCxnSpPr>
          <p:spPr>
            <a:xfrm flipH="1">
              <a:off x="6507728" y="4216502"/>
              <a:ext cx="33533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8B69C1DF-4293-44E0-AD10-7CC4FAA84AF6}"/>
                </a:ext>
              </a:extLst>
            </p:cNvPr>
            <p:cNvCxnSpPr>
              <a:cxnSpLocks/>
              <a:stCxn id="98" idx="1"/>
              <a:endCxn id="122" idx="3"/>
            </p:cNvCxnSpPr>
            <p:nvPr/>
          </p:nvCxnSpPr>
          <p:spPr>
            <a:xfrm flipH="1" flipV="1">
              <a:off x="6507728" y="4287939"/>
              <a:ext cx="421112" cy="180280"/>
            </a:xfrm>
            <a:prstGeom prst="line">
              <a:avLst/>
            </a:prstGeom>
          </p:spPr>
          <p:style>
            <a:lnRef idx="1">
              <a:schemeClr val="accent1"/>
            </a:lnRef>
            <a:fillRef idx="0">
              <a:schemeClr val="accent1"/>
            </a:fillRef>
            <a:effectRef idx="0">
              <a:schemeClr val="accent1"/>
            </a:effectRef>
            <a:fontRef idx="minor">
              <a:schemeClr val="tx1"/>
            </a:fontRef>
          </p:style>
        </p:cxnSp>
        <p:pic>
          <p:nvPicPr>
            <p:cNvPr id="147" name="Graphique 146" descr="Utilisateur avec un remplissage uni">
              <a:extLst>
                <a:ext uri="{FF2B5EF4-FFF2-40B4-BE49-F238E27FC236}">
                  <a16:creationId xmlns:a16="http://schemas.microsoft.com/office/drawing/2014/main" id="{F7A8D688-3AF7-4643-A5F9-1572029CD3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89889" y="4524939"/>
              <a:ext cx="126206" cy="142875"/>
            </a:xfrm>
            <a:prstGeom prst="rect">
              <a:avLst/>
            </a:prstGeom>
          </p:spPr>
        </p:pic>
        <p:grpSp>
          <p:nvGrpSpPr>
            <p:cNvPr id="148" name="Groupe 147">
              <a:extLst>
                <a:ext uri="{FF2B5EF4-FFF2-40B4-BE49-F238E27FC236}">
                  <a16:creationId xmlns:a16="http://schemas.microsoft.com/office/drawing/2014/main" id="{2FA42C37-07BD-4E29-9BCE-4AC08DB69AF8}"/>
                </a:ext>
              </a:extLst>
            </p:cNvPr>
            <p:cNvGrpSpPr/>
            <p:nvPr/>
          </p:nvGrpSpPr>
          <p:grpSpPr>
            <a:xfrm>
              <a:off x="6390010" y="4567872"/>
              <a:ext cx="390004" cy="294767"/>
              <a:chOff x="6448876" y="5033391"/>
              <a:chExt cx="390004" cy="294767"/>
            </a:xfrm>
          </p:grpSpPr>
          <p:pic>
            <p:nvPicPr>
              <p:cNvPr id="149" name="Graphique 148" descr="Utilisateur avec un remplissage uni">
                <a:extLst>
                  <a:ext uri="{FF2B5EF4-FFF2-40B4-BE49-F238E27FC236}">
                    <a16:creationId xmlns:a16="http://schemas.microsoft.com/office/drawing/2014/main" id="{CEDB74E7-6B1D-4800-BCA9-623294578AA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48876" y="5104829"/>
                <a:ext cx="126206" cy="142875"/>
              </a:xfrm>
              <a:prstGeom prst="rect">
                <a:avLst/>
              </a:prstGeom>
            </p:spPr>
          </p:pic>
          <p:pic>
            <p:nvPicPr>
              <p:cNvPr id="150" name="Graphique 149" descr="Utilisateur avec un remplissage uni">
                <a:extLst>
                  <a:ext uri="{FF2B5EF4-FFF2-40B4-BE49-F238E27FC236}">
                    <a16:creationId xmlns:a16="http://schemas.microsoft.com/office/drawing/2014/main" id="{BD567230-0DE6-4493-B35D-B85139A8060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685741" y="5033391"/>
                <a:ext cx="126206" cy="142875"/>
              </a:xfrm>
              <a:prstGeom prst="rect">
                <a:avLst/>
              </a:prstGeom>
            </p:spPr>
          </p:pic>
          <p:pic>
            <p:nvPicPr>
              <p:cNvPr id="151" name="Graphique 150" descr="Utilisateur avec un remplissage uni">
                <a:extLst>
                  <a:ext uri="{FF2B5EF4-FFF2-40B4-BE49-F238E27FC236}">
                    <a16:creationId xmlns:a16="http://schemas.microsoft.com/office/drawing/2014/main" id="{360C22F2-95AD-4EF4-B8E3-8CA67B05A1D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12674" y="5185283"/>
                <a:ext cx="126206" cy="142875"/>
              </a:xfrm>
              <a:prstGeom prst="rect">
                <a:avLst/>
              </a:prstGeom>
            </p:spPr>
          </p:pic>
          <p:cxnSp>
            <p:nvCxnSpPr>
              <p:cNvPr id="152" name="Connecteur droit 151">
                <a:extLst>
                  <a:ext uri="{FF2B5EF4-FFF2-40B4-BE49-F238E27FC236}">
                    <a16:creationId xmlns:a16="http://schemas.microsoft.com/office/drawing/2014/main" id="{EBBE853E-1854-4EF3-B90E-42BAB1142979}"/>
                  </a:ext>
                </a:extLst>
              </p:cNvPr>
              <p:cNvCxnSpPr>
                <a:cxnSpLocks/>
                <a:stCxn id="150" idx="1"/>
                <a:endCxn id="149" idx="3"/>
              </p:cNvCxnSpPr>
              <p:nvPr/>
            </p:nvCxnSpPr>
            <p:spPr>
              <a:xfrm flipH="1">
                <a:off x="6575082" y="5104829"/>
                <a:ext cx="11065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C2CB2545-939D-4AF7-8578-945101B6680D}"/>
                  </a:ext>
                </a:extLst>
              </p:cNvPr>
              <p:cNvCxnSpPr>
                <a:cxnSpLocks/>
                <a:stCxn id="151" idx="0"/>
                <a:endCxn id="150" idx="1"/>
              </p:cNvCxnSpPr>
              <p:nvPr/>
            </p:nvCxnSpPr>
            <p:spPr>
              <a:xfrm flipH="1" flipV="1">
                <a:off x="6685741" y="5104829"/>
                <a:ext cx="90036" cy="80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4FE3F96B-3446-451A-B764-0E82DAEBEB3C}"/>
                  </a:ext>
                </a:extLst>
              </p:cNvPr>
              <p:cNvCxnSpPr>
                <a:cxnSpLocks/>
                <a:stCxn id="151" idx="0"/>
                <a:endCxn id="149" idx="3"/>
              </p:cNvCxnSpPr>
              <p:nvPr/>
            </p:nvCxnSpPr>
            <p:spPr>
              <a:xfrm flipH="1" flipV="1">
                <a:off x="6575082" y="5176267"/>
                <a:ext cx="200695" cy="901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5" name="Groupe 154">
              <a:extLst>
                <a:ext uri="{FF2B5EF4-FFF2-40B4-BE49-F238E27FC236}">
                  <a16:creationId xmlns:a16="http://schemas.microsoft.com/office/drawing/2014/main" id="{A435ADC6-0B38-48B3-BA4E-4F741DB9AE2C}"/>
                </a:ext>
              </a:extLst>
            </p:cNvPr>
            <p:cNvGrpSpPr/>
            <p:nvPr/>
          </p:nvGrpSpPr>
          <p:grpSpPr>
            <a:xfrm>
              <a:off x="6458221" y="4787629"/>
              <a:ext cx="759637" cy="421580"/>
              <a:chOff x="6495179" y="4093369"/>
              <a:chExt cx="759637" cy="421580"/>
            </a:xfrm>
          </p:grpSpPr>
          <p:pic>
            <p:nvPicPr>
              <p:cNvPr id="156" name="Graphique 155" descr="Utilisateur avec un remplissage uni">
                <a:extLst>
                  <a:ext uri="{FF2B5EF4-FFF2-40B4-BE49-F238E27FC236}">
                    <a16:creationId xmlns:a16="http://schemas.microsoft.com/office/drawing/2014/main" id="{738C23C9-CE83-47F2-AA9B-B4B6FE74747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95179" y="4222610"/>
                <a:ext cx="126206" cy="142875"/>
              </a:xfrm>
              <a:prstGeom prst="rect">
                <a:avLst/>
              </a:prstGeom>
            </p:spPr>
          </p:pic>
          <p:pic>
            <p:nvPicPr>
              <p:cNvPr id="157" name="Graphique 156" descr="Utilisateur avec un remplissage uni">
                <a:extLst>
                  <a:ext uri="{FF2B5EF4-FFF2-40B4-BE49-F238E27FC236}">
                    <a16:creationId xmlns:a16="http://schemas.microsoft.com/office/drawing/2014/main" id="{D2790E2C-9203-49A8-A594-4BCC7E311A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7128610" y="4270527"/>
                <a:ext cx="126206" cy="142875"/>
              </a:xfrm>
              <a:prstGeom prst="rect">
                <a:avLst/>
              </a:prstGeom>
            </p:spPr>
          </p:pic>
          <p:pic>
            <p:nvPicPr>
              <p:cNvPr id="158" name="Graphique 157" descr="Utilisateur avec un remplissage uni">
                <a:extLst>
                  <a:ext uri="{FF2B5EF4-FFF2-40B4-BE49-F238E27FC236}">
                    <a16:creationId xmlns:a16="http://schemas.microsoft.com/office/drawing/2014/main" id="{CD7DDCD8-F5B3-4651-AEE8-70D8FED58EA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92147" y="4372074"/>
                <a:ext cx="126206" cy="142875"/>
              </a:xfrm>
              <a:prstGeom prst="rect">
                <a:avLst/>
              </a:prstGeom>
            </p:spPr>
          </p:pic>
          <p:pic>
            <p:nvPicPr>
              <p:cNvPr id="159" name="Graphique 158" descr="Utilisateur avec un remplissage uni">
                <a:extLst>
                  <a:ext uri="{FF2B5EF4-FFF2-40B4-BE49-F238E27FC236}">
                    <a16:creationId xmlns:a16="http://schemas.microsoft.com/office/drawing/2014/main" id="{C3CAE98A-8E52-49C5-933B-850228A210A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48219" y="4093369"/>
                <a:ext cx="126206" cy="142875"/>
              </a:xfrm>
              <a:prstGeom prst="rect">
                <a:avLst/>
              </a:prstGeom>
            </p:spPr>
          </p:pic>
          <p:cxnSp>
            <p:nvCxnSpPr>
              <p:cNvPr id="160" name="Connecteur droit 159">
                <a:extLst>
                  <a:ext uri="{FF2B5EF4-FFF2-40B4-BE49-F238E27FC236}">
                    <a16:creationId xmlns:a16="http://schemas.microsoft.com/office/drawing/2014/main" id="{7877AD83-238A-437F-B99B-BE43463AEB5F}"/>
                  </a:ext>
                </a:extLst>
              </p:cNvPr>
              <p:cNvCxnSpPr>
                <a:stCxn id="159" idx="2"/>
                <a:endCxn id="158" idx="0"/>
              </p:cNvCxnSpPr>
              <p:nvPr/>
            </p:nvCxnSpPr>
            <p:spPr>
              <a:xfrm flipH="1">
                <a:off x="6955250" y="4236244"/>
                <a:ext cx="56072" cy="135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6A9D6E02-7357-418B-9C56-0A2ACF7676C6}"/>
                  </a:ext>
                </a:extLst>
              </p:cNvPr>
              <p:cNvCxnSpPr>
                <a:cxnSpLocks/>
                <a:stCxn id="157" idx="1"/>
                <a:endCxn id="156" idx="3"/>
              </p:cNvCxnSpPr>
              <p:nvPr/>
            </p:nvCxnSpPr>
            <p:spPr>
              <a:xfrm flipH="1" flipV="1">
                <a:off x="6621385" y="4294048"/>
                <a:ext cx="507225" cy="47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07ED5649-8941-41D1-8AFE-7D535223DD04}"/>
                  </a:ext>
                </a:extLst>
              </p:cNvPr>
              <p:cNvCxnSpPr>
                <a:cxnSpLocks/>
                <a:stCxn id="159" idx="2"/>
                <a:endCxn id="157" idx="1"/>
              </p:cNvCxnSpPr>
              <p:nvPr/>
            </p:nvCxnSpPr>
            <p:spPr>
              <a:xfrm>
                <a:off x="7011322" y="4236244"/>
                <a:ext cx="117288" cy="105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4F38E588-5E0E-4FD7-9D36-DFA5B053D7A0}"/>
                  </a:ext>
                </a:extLst>
              </p:cNvPr>
              <p:cNvCxnSpPr>
                <a:cxnSpLocks/>
                <a:stCxn id="158" idx="0"/>
                <a:endCxn id="157" idx="1"/>
              </p:cNvCxnSpPr>
              <p:nvPr/>
            </p:nvCxnSpPr>
            <p:spPr>
              <a:xfrm flipV="1">
                <a:off x="6955250" y="4341965"/>
                <a:ext cx="173360" cy="3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Connecteur droit 163">
                <a:extLst>
                  <a:ext uri="{FF2B5EF4-FFF2-40B4-BE49-F238E27FC236}">
                    <a16:creationId xmlns:a16="http://schemas.microsoft.com/office/drawing/2014/main" id="{01A8DBE3-F053-429B-932D-C9F68C74118A}"/>
                  </a:ext>
                </a:extLst>
              </p:cNvPr>
              <p:cNvCxnSpPr>
                <a:cxnSpLocks/>
                <a:stCxn id="158" idx="0"/>
                <a:endCxn id="156" idx="3"/>
              </p:cNvCxnSpPr>
              <p:nvPr/>
            </p:nvCxnSpPr>
            <p:spPr>
              <a:xfrm flipH="1" flipV="1">
                <a:off x="6621385" y="4294048"/>
                <a:ext cx="333865" cy="7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Connecteur droit 164">
                <a:extLst>
                  <a:ext uri="{FF2B5EF4-FFF2-40B4-BE49-F238E27FC236}">
                    <a16:creationId xmlns:a16="http://schemas.microsoft.com/office/drawing/2014/main" id="{5CE9F9BF-5B75-4B40-8C29-ED790F42490C}"/>
                  </a:ext>
                </a:extLst>
              </p:cNvPr>
              <p:cNvCxnSpPr>
                <a:cxnSpLocks/>
                <a:stCxn id="159" idx="2"/>
                <a:endCxn id="156" idx="3"/>
              </p:cNvCxnSpPr>
              <p:nvPr/>
            </p:nvCxnSpPr>
            <p:spPr>
              <a:xfrm flipH="1">
                <a:off x="6621385" y="4236244"/>
                <a:ext cx="389937" cy="5780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66" name="Connecteur droit 165">
              <a:extLst>
                <a:ext uri="{FF2B5EF4-FFF2-40B4-BE49-F238E27FC236}">
                  <a16:creationId xmlns:a16="http://schemas.microsoft.com/office/drawing/2014/main" id="{111655BA-D112-4B62-98A0-C82788910F48}"/>
                </a:ext>
              </a:extLst>
            </p:cNvPr>
            <p:cNvCxnSpPr>
              <a:cxnSpLocks/>
              <a:stCxn id="98" idx="1"/>
              <a:endCxn id="88" idx="1"/>
            </p:cNvCxnSpPr>
            <p:nvPr/>
          </p:nvCxnSpPr>
          <p:spPr>
            <a:xfrm flipH="1" flipV="1">
              <a:off x="6843061" y="4216502"/>
              <a:ext cx="85779" cy="251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Connecteur droit 168">
              <a:extLst>
                <a:ext uri="{FF2B5EF4-FFF2-40B4-BE49-F238E27FC236}">
                  <a16:creationId xmlns:a16="http://schemas.microsoft.com/office/drawing/2014/main" id="{8366C9D9-E6BA-4E8E-BAE6-AADA3E9F6961}"/>
                </a:ext>
              </a:extLst>
            </p:cNvPr>
            <p:cNvCxnSpPr>
              <a:cxnSpLocks/>
              <a:stCxn id="98" idx="1"/>
              <a:endCxn id="61" idx="1"/>
            </p:cNvCxnSpPr>
            <p:nvPr/>
          </p:nvCxnSpPr>
          <p:spPr>
            <a:xfrm flipH="1" flipV="1">
              <a:off x="6396090" y="3918846"/>
              <a:ext cx="532750" cy="549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Connecteur droit 171">
              <a:extLst>
                <a:ext uri="{FF2B5EF4-FFF2-40B4-BE49-F238E27FC236}">
                  <a16:creationId xmlns:a16="http://schemas.microsoft.com/office/drawing/2014/main" id="{C9330CCB-A4C1-40E0-9FE1-09D9CD3E2349}"/>
                </a:ext>
              </a:extLst>
            </p:cNvPr>
            <p:cNvCxnSpPr>
              <a:cxnSpLocks/>
              <a:stCxn id="88" idx="1"/>
              <a:endCxn id="61" idx="1"/>
            </p:cNvCxnSpPr>
            <p:nvPr/>
          </p:nvCxnSpPr>
          <p:spPr>
            <a:xfrm flipH="1" flipV="1">
              <a:off x="6396090" y="3918846"/>
              <a:ext cx="446971" cy="297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Connecteur droit 174">
              <a:extLst>
                <a:ext uri="{FF2B5EF4-FFF2-40B4-BE49-F238E27FC236}">
                  <a16:creationId xmlns:a16="http://schemas.microsoft.com/office/drawing/2014/main" id="{1FA0ECF0-B763-4F6F-87EE-3FED71231969}"/>
                </a:ext>
              </a:extLst>
            </p:cNvPr>
            <p:cNvCxnSpPr>
              <a:cxnSpLocks/>
              <a:stCxn id="156" idx="1"/>
              <a:endCxn id="149" idx="1"/>
            </p:cNvCxnSpPr>
            <p:nvPr/>
          </p:nvCxnSpPr>
          <p:spPr>
            <a:xfrm flipH="1" flipV="1">
              <a:off x="6390010" y="4710748"/>
              <a:ext cx="68211" cy="27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Connecteur droit 177">
              <a:extLst>
                <a:ext uri="{FF2B5EF4-FFF2-40B4-BE49-F238E27FC236}">
                  <a16:creationId xmlns:a16="http://schemas.microsoft.com/office/drawing/2014/main" id="{D41E36A2-471F-4D35-9B23-43C6AC78B69F}"/>
                </a:ext>
              </a:extLst>
            </p:cNvPr>
            <p:cNvCxnSpPr>
              <a:cxnSpLocks/>
              <a:stCxn id="156" idx="1"/>
              <a:endCxn id="147" idx="3"/>
            </p:cNvCxnSpPr>
            <p:nvPr/>
          </p:nvCxnSpPr>
          <p:spPr>
            <a:xfrm flipH="1" flipV="1">
              <a:off x="6216095" y="4596377"/>
              <a:ext cx="242126" cy="391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Connecteur droit 180">
              <a:extLst>
                <a:ext uri="{FF2B5EF4-FFF2-40B4-BE49-F238E27FC236}">
                  <a16:creationId xmlns:a16="http://schemas.microsoft.com/office/drawing/2014/main" id="{9738903D-152B-4CE0-B064-F72C553E7281}"/>
                </a:ext>
              </a:extLst>
            </p:cNvPr>
            <p:cNvCxnSpPr>
              <a:cxnSpLocks/>
              <a:stCxn id="149" idx="1"/>
              <a:endCxn id="147" idx="3"/>
            </p:cNvCxnSpPr>
            <p:nvPr/>
          </p:nvCxnSpPr>
          <p:spPr>
            <a:xfrm flipH="1" flipV="1">
              <a:off x="6216095" y="4596377"/>
              <a:ext cx="173915" cy="114371"/>
            </a:xfrm>
            <a:prstGeom prst="line">
              <a:avLst/>
            </a:prstGeom>
          </p:spPr>
          <p:style>
            <a:lnRef idx="1">
              <a:schemeClr val="accent1"/>
            </a:lnRef>
            <a:fillRef idx="0">
              <a:schemeClr val="accent1"/>
            </a:fillRef>
            <a:effectRef idx="0">
              <a:schemeClr val="accent1"/>
            </a:effectRef>
            <a:fontRef idx="minor">
              <a:schemeClr val="tx1"/>
            </a:fontRef>
          </p:style>
        </p:cxnSp>
        <p:pic>
          <p:nvPicPr>
            <p:cNvPr id="185" name="Graphique 184" descr="Utilisateur avec un remplissage uni">
              <a:extLst>
                <a:ext uri="{FF2B5EF4-FFF2-40B4-BE49-F238E27FC236}">
                  <a16:creationId xmlns:a16="http://schemas.microsoft.com/office/drawing/2014/main" id="{ECD61A44-D070-4373-A1F6-571AEA0D92C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7759" t="11596" r="14944" b="12219"/>
            <a:stretch/>
          </p:blipFill>
          <p:spPr>
            <a:xfrm>
              <a:off x="5672245" y="4378468"/>
              <a:ext cx="126206" cy="142875"/>
            </a:xfrm>
            <a:prstGeom prst="rect">
              <a:avLst/>
            </a:prstGeom>
          </p:spPr>
        </p:pic>
        <p:cxnSp>
          <p:nvCxnSpPr>
            <p:cNvPr id="186" name="Connecteur droit 185">
              <a:extLst>
                <a:ext uri="{FF2B5EF4-FFF2-40B4-BE49-F238E27FC236}">
                  <a16:creationId xmlns:a16="http://schemas.microsoft.com/office/drawing/2014/main" id="{B577363D-38B4-4DB8-BD09-9F4EE2C30BDE}"/>
                </a:ext>
              </a:extLst>
            </p:cNvPr>
            <p:cNvCxnSpPr>
              <a:cxnSpLocks/>
              <a:stCxn id="185" idx="3"/>
              <a:endCxn id="122" idx="1"/>
            </p:cNvCxnSpPr>
            <p:nvPr/>
          </p:nvCxnSpPr>
          <p:spPr>
            <a:xfrm flipV="1">
              <a:off x="5798451" y="4287939"/>
              <a:ext cx="583071" cy="16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Connecteur droit 188">
              <a:extLst>
                <a:ext uri="{FF2B5EF4-FFF2-40B4-BE49-F238E27FC236}">
                  <a16:creationId xmlns:a16="http://schemas.microsoft.com/office/drawing/2014/main" id="{039596F4-8DD9-4F73-86C8-BED2F357B9A1}"/>
                </a:ext>
              </a:extLst>
            </p:cNvPr>
            <p:cNvCxnSpPr>
              <a:cxnSpLocks/>
              <a:stCxn id="185" idx="3"/>
              <a:endCxn id="147" idx="1"/>
            </p:cNvCxnSpPr>
            <p:nvPr/>
          </p:nvCxnSpPr>
          <p:spPr>
            <a:xfrm>
              <a:off x="5798451" y="4449906"/>
              <a:ext cx="291438" cy="14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Connecteur droit 191">
              <a:extLst>
                <a:ext uri="{FF2B5EF4-FFF2-40B4-BE49-F238E27FC236}">
                  <a16:creationId xmlns:a16="http://schemas.microsoft.com/office/drawing/2014/main" id="{2D8FF45D-4E41-4268-B952-B3F4817B052E}"/>
                </a:ext>
              </a:extLst>
            </p:cNvPr>
            <p:cNvCxnSpPr>
              <a:cxnSpLocks/>
              <a:stCxn id="122" idx="1"/>
              <a:endCxn id="147" idx="1"/>
            </p:cNvCxnSpPr>
            <p:nvPr/>
          </p:nvCxnSpPr>
          <p:spPr>
            <a:xfrm flipH="1">
              <a:off x="6089889" y="4287939"/>
              <a:ext cx="291633" cy="30843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39" name="Groupe 338">
            <a:extLst>
              <a:ext uri="{FF2B5EF4-FFF2-40B4-BE49-F238E27FC236}">
                <a16:creationId xmlns:a16="http://schemas.microsoft.com/office/drawing/2014/main" id="{EC497F77-6619-4A19-AC0B-A6F785370732}"/>
              </a:ext>
            </a:extLst>
          </p:cNvPr>
          <p:cNvGrpSpPr/>
          <p:nvPr/>
        </p:nvGrpSpPr>
        <p:grpSpPr>
          <a:xfrm>
            <a:off x="6101064" y="5408515"/>
            <a:ext cx="1310976" cy="914681"/>
            <a:chOff x="5930169" y="5735666"/>
            <a:chExt cx="1310976" cy="914681"/>
          </a:xfrm>
        </p:grpSpPr>
        <p:pic>
          <p:nvPicPr>
            <p:cNvPr id="227" name="Graphique 226" descr="Utilisateur avec un remplissage uni">
              <a:extLst>
                <a:ext uri="{FF2B5EF4-FFF2-40B4-BE49-F238E27FC236}">
                  <a16:creationId xmlns:a16="http://schemas.microsoft.com/office/drawing/2014/main" id="{AB55D113-54D7-4201-9209-75E40ADB99A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228" name="Graphique 227" descr="Utilisateur avec un remplissage uni">
              <a:extLst>
                <a:ext uri="{FF2B5EF4-FFF2-40B4-BE49-F238E27FC236}">
                  <a16:creationId xmlns:a16="http://schemas.microsoft.com/office/drawing/2014/main" id="{08F0EA7A-ED9A-4A9D-B335-743907E0EB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229" name="Graphique 228" descr="Utilisateur avec un remplissage uni">
              <a:extLst>
                <a:ext uri="{FF2B5EF4-FFF2-40B4-BE49-F238E27FC236}">
                  <a16:creationId xmlns:a16="http://schemas.microsoft.com/office/drawing/2014/main" id="{D002B3CF-D6C9-48BC-9804-2D9F9C546C8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230" name="Graphique 229" descr="Utilisateur avec un remplissage uni">
              <a:extLst>
                <a:ext uri="{FF2B5EF4-FFF2-40B4-BE49-F238E27FC236}">
                  <a16:creationId xmlns:a16="http://schemas.microsoft.com/office/drawing/2014/main" id="{23CDBB94-572D-42CA-B7C6-0A33D9D14FD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231" name="Graphique 230" descr="Utilisateur avec un remplissage uni">
              <a:extLst>
                <a:ext uri="{FF2B5EF4-FFF2-40B4-BE49-F238E27FC236}">
                  <a16:creationId xmlns:a16="http://schemas.microsoft.com/office/drawing/2014/main" id="{4E95C6A3-8B53-405A-A521-89C6B2AFD44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232" name="Graphique 231" descr="Utilisateur avec un remplissage uni">
              <a:extLst>
                <a:ext uri="{FF2B5EF4-FFF2-40B4-BE49-F238E27FC236}">
                  <a16:creationId xmlns:a16="http://schemas.microsoft.com/office/drawing/2014/main" id="{D5973EBD-E155-417A-A092-41D0919FB3E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233" name="Graphique 232" descr="Utilisateur avec un remplissage uni">
              <a:extLst>
                <a:ext uri="{FF2B5EF4-FFF2-40B4-BE49-F238E27FC236}">
                  <a16:creationId xmlns:a16="http://schemas.microsoft.com/office/drawing/2014/main" id="{6CBABB47-1A5F-4A79-8041-9A1D0A5491E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234" name="Graphique 233" descr="Utilisateur avec un remplissage uni">
              <a:extLst>
                <a:ext uri="{FF2B5EF4-FFF2-40B4-BE49-F238E27FC236}">
                  <a16:creationId xmlns:a16="http://schemas.microsoft.com/office/drawing/2014/main" id="{09204BA6-B134-4DB3-9887-A0852946130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235" name="Graphique 234" descr="Utilisateur avec un remplissage uni">
              <a:extLst>
                <a:ext uri="{FF2B5EF4-FFF2-40B4-BE49-F238E27FC236}">
                  <a16:creationId xmlns:a16="http://schemas.microsoft.com/office/drawing/2014/main" id="{37DB3F6A-FC14-4C3B-BC5B-6970C1FC8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237" name="Graphique 236" descr="Utilisateur avec un remplissage uni">
              <a:extLst>
                <a:ext uri="{FF2B5EF4-FFF2-40B4-BE49-F238E27FC236}">
                  <a16:creationId xmlns:a16="http://schemas.microsoft.com/office/drawing/2014/main" id="{82DF9717-8B85-4729-B3F6-C3DE7E8600C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238" name="Graphique 237" descr="Utilisateur avec un remplissage uni">
              <a:extLst>
                <a:ext uri="{FF2B5EF4-FFF2-40B4-BE49-F238E27FC236}">
                  <a16:creationId xmlns:a16="http://schemas.microsoft.com/office/drawing/2014/main" id="{F64542D9-A3CF-4842-9E35-56AD397A8F3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239" name="Graphique 238" descr="Utilisateur avec un remplissage uni">
              <a:extLst>
                <a:ext uri="{FF2B5EF4-FFF2-40B4-BE49-F238E27FC236}">
                  <a16:creationId xmlns:a16="http://schemas.microsoft.com/office/drawing/2014/main" id="{09B4FCC5-B9B4-4C0E-890C-92B44ED37F4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240" name="Graphique 239" descr="Utilisateur avec un remplissage uni">
              <a:extLst>
                <a:ext uri="{FF2B5EF4-FFF2-40B4-BE49-F238E27FC236}">
                  <a16:creationId xmlns:a16="http://schemas.microsoft.com/office/drawing/2014/main" id="{37B5FEE1-6CD6-4D32-9D71-3B56BF8329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241" name="Graphique 240" descr="Utilisateur avec un remplissage uni">
              <a:extLst>
                <a:ext uri="{FF2B5EF4-FFF2-40B4-BE49-F238E27FC236}">
                  <a16:creationId xmlns:a16="http://schemas.microsoft.com/office/drawing/2014/main" id="{67B04410-DD8E-4B80-8C44-2A331C7E938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242" name="Graphique 241" descr="Utilisateur avec un remplissage uni">
              <a:extLst>
                <a:ext uri="{FF2B5EF4-FFF2-40B4-BE49-F238E27FC236}">
                  <a16:creationId xmlns:a16="http://schemas.microsoft.com/office/drawing/2014/main" id="{142A1FEB-59A5-4D65-9F83-D66C9FDD27A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243" name="Graphique 242" descr="Utilisateur avec un remplissage uni">
              <a:extLst>
                <a:ext uri="{FF2B5EF4-FFF2-40B4-BE49-F238E27FC236}">
                  <a16:creationId xmlns:a16="http://schemas.microsoft.com/office/drawing/2014/main" id="{683377BF-C398-4811-8DC4-9BC2C735D2D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244" name="Graphique 243" descr="Utilisateur avec un remplissage uni">
              <a:extLst>
                <a:ext uri="{FF2B5EF4-FFF2-40B4-BE49-F238E27FC236}">
                  <a16:creationId xmlns:a16="http://schemas.microsoft.com/office/drawing/2014/main" id="{18E74AB9-05E6-481C-8C79-ACAF2565783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245" name="Connecteur droit 244">
              <a:extLst>
                <a:ext uri="{FF2B5EF4-FFF2-40B4-BE49-F238E27FC236}">
                  <a16:creationId xmlns:a16="http://schemas.microsoft.com/office/drawing/2014/main" id="{F6ABCB49-896E-42A5-8ED6-96968891C7A4}"/>
                </a:ext>
              </a:extLst>
            </p:cNvPr>
            <p:cNvCxnSpPr>
              <a:cxnSpLocks/>
              <a:stCxn id="233" idx="3"/>
              <a:endCxn id="24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Connecteur droit 247">
              <a:extLst>
                <a:ext uri="{FF2B5EF4-FFF2-40B4-BE49-F238E27FC236}">
                  <a16:creationId xmlns:a16="http://schemas.microsoft.com/office/drawing/2014/main" id="{13C7AEC0-BA43-45B8-B045-E3F846BC9EBE}"/>
                </a:ext>
              </a:extLst>
            </p:cNvPr>
            <p:cNvCxnSpPr>
              <a:cxnSpLocks/>
              <a:stCxn id="233" idx="3"/>
              <a:endCxn id="234"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1" name="Connecteur droit 250">
              <a:extLst>
                <a:ext uri="{FF2B5EF4-FFF2-40B4-BE49-F238E27FC236}">
                  <a16:creationId xmlns:a16="http://schemas.microsoft.com/office/drawing/2014/main" id="{885FEC7E-F6B4-4EDB-88ED-1AE24F1763BA}"/>
                </a:ext>
              </a:extLst>
            </p:cNvPr>
            <p:cNvCxnSpPr>
              <a:cxnSpLocks/>
              <a:stCxn id="242" idx="3"/>
              <a:endCxn id="24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Connecteur droit 253">
              <a:extLst>
                <a:ext uri="{FF2B5EF4-FFF2-40B4-BE49-F238E27FC236}">
                  <a16:creationId xmlns:a16="http://schemas.microsoft.com/office/drawing/2014/main" id="{57A50AAA-C879-4DDA-92AE-C943E9ED1D0B}"/>
                </a:ext>
              </a:extLst>
            </p:cNvPr>
            <p:cNvCxnSpPr>
              <a:cxnSpLocks/>
              <a:stCxn id="243" idx="3"/>
              <a:endCxn id="227"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57" name="Connecteur droit 256">
              <a:extLst>
                <a:ext uri="{FF2B5EF4-FFF2-40B4-BE49-F238E27FC236}">
                  <a16:creationId xmlns:a16="http://schemas.microsoft.com/office/drawing/2014/main" id="{DE2B67C0-A651-4084-9073-0A9F492286C0}"/>
                </a:ext>
              </a:extLst>
            </p:cNvPr>
            <p:cNvCxnSpPr>
              <a:cxnSpLocks/>
              <a:stCxn id="228" idx="0"/>
              <a:endCxn id="227"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0" name="Connecteur droit 259">
              <a:extLst>
                <a:ext uri="{FF2B5EF4-FFF2-40B4-BE49-F238E27FC236}">
                  <a16:creationId xmlns:a16="http://schemas.microsoft.com/office/drawing/2014/main" id="{32B46DBF-583C-41E3-AAD4-827193337821}"/>
                </a:ext>
              </a:extLst>
            </p:cNvPr>
            <p:cNvCxnSpPr>
              <a:cxnSpLocks/>
              <a:stCxn id="235" idx="3"/>
              <a:endCxn id="227"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3" name="Connecteur droit 262">
              <a:extLst>
                <a:ext uri="{FF2B5EF4-FFF2-40B4-BE49-F238E27FC236}">
                  <a16:creationId xmlns:a16="http://schemas.microsoft.com/office/drawing/2014/main" id="{A41D0F6D-92C0-40C7-B4B4-6710CA670A34}"/>
                </a:ext>
              </a:extLst>
            </p:cNvPr>
            <p:cNvCxnSpPr>
              <a:cxnSpLocks/>
              <a:stCxn id="235" idx="3"/>
              <a:endCxn id="228"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6" name="Connecteur droit 265">
              <a:extLst>
                <a:ext uri="{FF2B5EF4-FFF2-40B4-BE49-F238E27FC236}">
                  <a16:creationId xmlns:a16="http://schemas.microsoft.com/office/drawing/2014/main" id="{0391C681-56AC-4B01-A3D9-0E50DE91D943}"/>
                </a:ext>
              </a:extLst>
            </p:cNvPr>
            <p:cNvCxnSpPr>
              <a:cxnSpLocks/>
              <a:stCxn id="242" idx="3"/>
              <a:endCxn id="23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9" name="Connecteur droit 268">
              <a:extLst>
                <a:ext uri="{FF2B5EF4-FFF2-40B4-BE49-F238E27FC236}">
                  <a16:creationId xmlns:a16="http://schemas.microsoft.com/office/drawing/2014/main" id="{B11A4EBF-4F13-48E1-98A9-4C85B57290E1}"/>
                </a:ext>
              </a:extLst>
            </p:cNvPr>
            <p:cNvCxnSpPr>
              <a:cxnSpLocks/>
              <a:stCxn id="235" idx="0"/>
              <a:endCxn id="233"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2" name="Connecteur droit 271">
              <a:extLst>
                <a:ext uri="{FF2B5EF4-FFF2-40B4-BE49-F238E27FC236}">
                  <a16:creationId xmlns:a16="http://schemas.microsoft.com/office/drawing/2014/main" id="{853A2125-A980-4D47-9C9D-5C56620CF9B6}"/>
                </a:ext>
              </a:extLst>
            </p:cNvPr>
            <p:cNvCxnSpPr>
              <a:cxnSpLocks/>
              <a:stCxn id="242" idx="1"/>
              <a:endCxn id="235"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5" name="Connecteur droit 274">
              <a:extLst>
                <a:ext uri="{FF2B5EF4-FFF2-40B4-BE49-F238E27FC236}">
                  <a16:creationId xmlns:a16="http://schemas.microsoft.com/office/drawing/2014/main" id="{CD54F093-B8E9-4E15-98B8-E7EDFCD55B32}"/>
                </a:ext>
              </a:extLst>
            </p:cNvPr>
            <p:cNvCxnSpPr>
              <a:cxnSpLocks/>
              <a:stCxn id="242" idx="3"/>
              <a:endCxn id="227"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Connecteur droit 277">
              <a:extLst>
                <a:ext uri="{FF2B5EF4-FFF2-40B4-BE49-F238E27FC236}">
                  <a16:creationId xmlns:a16="http://schemas.microsoft.com/office/drawing/2014/main" id="{7765D07E-C71F-40B5-825F-444052929717}"/>
                </a:ext>
              </a:extLst>
            </p:cNvPr>
            <p:cNvCxnSpPr>
              <a:cxnSpLocks/>
              <a:stCxn id="231" idx="1"/>
              <a:endCxn id="24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1" name="Connecteur droit 280">
              <a:extLst>
                <a:ext uri="{FF2B5EF4-FFF2-40B4-BE49-F238E27FC236}">
                  <a16:creationId xmlns:a16="http://schemas.microsoft.com/office/drawing/2014/main" id="{53B6D3B9-7B17-4FB7-8C21-CFBBF341AF23}"/>
                </a:ext>
              </a:extLst>
            </p:cNvPr>
            <p:cNvCxnSpPr>
              <a:cxnSpLocks/>
              <a:stCxn id="234" idx="1"/>
              <a:endCxn id="24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4" name="Connecteur droit 283">
              <a:extLst>
                <a:ext uri="{FF2B5EF4-FFF2-40B4-BE49-F238E27FC236}">
                  <a16:creationId xmlns:a16="http://schemas.microsoft.com/office/drawing/2014/main" id="{E68BA86A-B735-4F20-A15C-443E659C1A3D}"/>
                </a:ext>
              </a:extLst>
            </p:cNvPr>
            <p:cNvCxnSpPr>
              <a:cxnSpLocks/>
              <a:stCxn id="228" idx="1"/>
              <a:endCxn id="231"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7" name="Connecteur droit 286">
              <a:extLst>
                <a:ext uri="{FF2B5EF4-FFF2-40B4-BE49-F238E27FC236}">
                  <a16:creationId xmlns:a16="http://schemas.microsoft.com/office/drawing/2014/main" id="{77911DF9-955F-47AB-A292-F04119520344}"/>
                </a:ext>
              </a:extLst>
            </p:cNvPr>
            <p:cNvCxnSpPr>
              <a:cxnSpLocks/>
              <a:stCxn id="228" idx="1"/>
              <a:endCxn id="24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0" name="Connecteur droit 289">
              <a:extLst>
                <a:ext uri="{FF2B5EF4-FFF2-40B4-BE49-F238E27FC236}">
                  <a16:creationId xmlns:a16="http://schemas.microsoft.com/office/drawing/2014/main" id="{B3443542-5559-40E8-A31C-A2F7A94C0770}"/>
                </a:ext>
              </a:extLst>
            </p:cNvPr>
            <p:cNvCxnSpPr>
              <a:cxnSpLocks/>
              <a:stCxn id="234" idx="3"/>
              <a:endCxn id="231"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1" name="Connecteur droit 300">
              <a:extLst>
                <a:ext uri="{FF2B5EF4-FFF2-40B4-BE49-F238E27FC236}">
                  <a16:creationId xmlns:a16="http://schemas.microsoft.com/office/drawing/2014/main" id="{522F1117-414F-4BD4-8ED2-C5C2F882F058}"/>
                </a:ext>
              </a:extLst>
            </p:cNvPr>
            <p:cNvCxnSpPr>
              <a:cxnSpLocks/>
              <a:stCxn id="230" idx="2"/>
              <a:endCxn id="229"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4" name="Connecteur droit 303">
              <a:extLst>
                <a:ext uri="{FF2B5EF4-FFF2-40B4-BE49-F238E27FC236}">
                  <a16:creationId xmlns:a16="http://schemas.microsoft.com/office/drawing/2014/main" id="{8107BE94-D5D2-4169-8564-27BF89DD3009}"/>
                </a:ext>
              </a:extLst>
            </p:cNvPr>
            <p:cNvCxnSpPr>
              <a:cxnSpLocks/>
              <a:stCxn id="235" idx="3"/>
              <a:endCxn id="230"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7" name="Connecteur droit 306">
              <a:extLst>
                <a:ext uri="{FF2B5EF4-FFF2-40B4-BE49-F238E27FC236}">
                  <a16:creationId xmlns:a16="http://schemas.microsoft.com/office/drawing/2014/main" id="{54C4AACE-9BB7-4896-8892-47C3C89BD31F}"/>
                </a:ext>
              </a:extLst>
            </p:cNvPr>
            <p:cNvCxnSpPr>
              <a:cxnSpLocks/>
              <a:stCxn id="230" idx="3"/>
              <a:endCxn id="23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0" name="Connecteur droit 309">
              <a:extLst>
                <a:ext uri="{FF2B5EF4-FFF2-40B4-BE49-F238E27FC236}">
                  <a16:creationId xmlns:a16="http://schemas.microsoft.com/office/drawing/2014/main" id="{2FB68436-DC54-4E43-B596-65840DCB0019}"/>
                </a:ext>
              </a:extLst>
            </p:cNvPr>
            <p:cNvCxnSpPr>
              <a:cxnSpLocks/>
              <a:stCxn id="229" idx="0"/>
              <a:endCxn id="23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4" name="Connecteur droit 313">
              <a:extLst>
                <a:ext uri="{FF2B5EF4-FFF2-40B4-BE49-F238E27FC236}">
                  <a16:creationId xmlns:a16="http://schemas.microsoft.com/office/drawing/2014/main" id="{EBD78ECE-A50A-4AA9-8F3D-AD6573DD4425}"/>
                </a:ext>
              </a:extLst>
            </p:cNvPr>
            <p:cNvCxnSpPr>
              <a:stCxn id="228" idx="3"/>
              <a:endCxn id="232"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5" name="Connecteur droit 314">
              <a:extLst>
                <a:ext uri="{FF2B5EF4-FFF2-40B4-BE49-F238E27FC236}">
                  <a16:creationId xmlns:a16="http://schemas.microsoft.com/office/drawing/2014/main" id="{D10AC9AE-9260-48F6-8133-C0DBECE6F3CD}"/>
                </a:ext>
              </a:extLst>
            </p:cNvPr>
            <p:cNvCxnSpPr>
              <a:cxnSpLocks/>
              <a:stCxn id="231" idx="3"/>
              <a:endCxn id="229"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8" name="Connecteur droit 317">
              <a:extLst>
                <a:ext uri="{FF2B5EF4-FFF2-40B4-BE49-F238E27FC236}">
                  <a16:creationId xmlns:a16="http://schemas.microsoft.com/office/drawing/2014/main" id="{C51A29CF-5FB3-4EA9-9E63-9B7BB68B3E33}"/>
                </a:ext>
              </a:extLst>
            </p:cNvPr>
            <p:cNvCxnSpPr>
              <a:cxnSpLocks/>
              <a:stCxn id="229" idx="1"/>
              <a:endCxn id="228"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2" name="Connecteur droit 321">
              <a:extLst>
                <a:ext uri="{FF2B5EF4-FFF2-40B4-BE49-F238E27FC236}">
                  <a16:creationId xmlns:a16="http://schemas.microsoft.com/office/drawing/2014/main" id="{DFC8BF20-5EFE-425B-AD0F-E2E964B38F44}"/>
                </a:ext>
              </a:extLst>
            </p:cNvPr>
            <p:cNvCxnSpPr>
              <a:cxnSpLocks/>
              <a:stCxn id="240" idx="2"/>
              <a:endCxn id="232"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6" name="Connecteur droit 325">
              <a:extLst>
                <a:ext uri="{FF2B5EF4-FFF2-40B4-BE49-F238E27FC236}">
                  <a16:creationId xmlns:a16="http://schemas.microsoft.com/office/drawing/2014/main" id="{A4D4A6F7-3702-4A41-936A-D7B26C50571E}"/>
                </a:ext>
              </a:extLst>
            </p:cNvPr>
            <p:cNvCxnSpPr>
              <a:stCxn id="241" idx="0"/>
              <a:endCxn id="23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7" name="Connecteur droit 326">
              <a:extLst>
                <a:ext uri="{FF2B5EF4-FFF2-40B4-BE49-F238E27FC236}">
                  <a16:creationId xmlns:a16="http://schemas.microsoft.com/office/drawing/2014/main" id="{E79AA8B9-A83F-4A26-BE4E-764B3FC8560D}"/>
                </a:ext>
              </a:extLst>
            </p:cNvPr>
            <p:cNvCxnSpPr>
              <a:cxnSpLocks/>
              <a:stCxn id="237" idx="2"/>
              <a:endCxn id="23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0" name="Connecteur droit 329">
              <a:extLst>
                <a:ext uri="{FF2B5EF4-FFF2-40B4-BE49-F238E27FC236}">
                  <a16:creationId xmlns:a16="http://schemas.microsoft.com/office/drawing/2014/main" id="{39F85BE3-95A9-4DAD-991D-396565A4C1A6}"/>
                </a:ext>
              </a:extLst>
            </p:cNvPr>
            <p:cNvCxnSpPr>
              <a:cxnSpLocks/>
              <a:stCxn id="243" idx="2"/>
              <a:endCxn id="23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3" name="Connecteur droit 332">
              <a:extLst>
                <a:ext uri="{FF2B5EF4-FFF2-40B4-BE49-F238E27FC236}">
                  <a16:creationId xmlns:a16="http://schemas.microsoft.com/office/drawing/2014/main" id="{857CBF66-0DB9-4985-BC83-1E3DE431156B}"/>
                </a:ext>
              </a:extLst>
            </p:cNvPr>
            <p:cNvCxnSpPr>
              <a:cxnSpLocks/>
              <a:stCxn id="239" idx="0"/>
              <a:endCxn id="24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6" name="Connecteur droit 335">
              <a:extLst>
                <a:ext uri="{FF2B5EF4-FFF2-40B4-BE49-F238E27FC236}">
                  <a16:creationId xmlns:a16="http://schemas.microsoft.com/office/drawing/2014/main" id="{B0329E2E-B66F-4BE6-AC30-2BA1067A0D7B}"/>
                </a:ext>
              </a:extLst>
            </p:cNvPr>
            <p:cNvCxnSpPr>
              <a:cxnSpLocks/>
              <a:stCxn id="240" idx="2"/>
              <a:endCxn id="229"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6358123"/>
      </p:ext>
    </p:extLst>
  </p:cSld>
  <p:clrMapOvr>
    <a:masterClrMapping/>
  </p:clrMapOvr>
  <mc:AlternateContent xmlns:mc="http://schemas.openxmlformats.org/markup-compatibility/2006" xmlns:p14="http://schemas.microsoft.com/office/powerpoint/2010/main">
    <mc:Choice Requires="p14">
      <p:transition spd="slow" p14:dur="2000" advTm="218991"/>
    </mc:Choice>
    <mc:Fallback xmlns="">
      <p:transition spd="slow" advTm="21899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What is the current pattern of links in your Community ?</a:t>
            </a:r>
          </a:p>
          <a:p>
            <a:pPr marL="0" indent="0">
              <a:buNone/>
            </a:pPr>
            <a:endParaRPr lang="en-US" noProof="1"/>
          </a:p>
          <a:p>
            <a:pPr marL="0" indent="0">
              <a:buNone/>
            </a:pPr>
            <a:r>
              <a:rPr lang="en-US" noProof="1"/>
              <a:t>Do you have a target link architecture ? What is it ? Why ?</a:t>
            </a:r>
          </a:p>
        </p:txBody>
      </p:sp>
      <p:grpSp>
        <p:nvGrpSpPr>
          <p:cNvPr id="6" name="Groupe 5">
            <a:extLst>
              <a:ext uri="{FF2B5EF4-FFF2-40B4-BE49-F238E27FC236}">
                <a16:creationId xmlns:a16="http://schemas.microsoft.com/office/drawing/2014/main" id="{8044FA79-ED13-4B8B-BA9A-731A7D3064C8}"/>
              </a:ext>
            </a:extLst>
          </p:cNvPr>
          <p:cNvGrpSpPr/>
          <p:nvPr/>
        </p:nvGrpSpPr>
        <p:grpSpPr>
          <a:xfrm>
            <a:off x="4002211" y="2588153"/>
            <a:ext cx="1588490" cy="1306864"/>
            <a:chOff x="5468385" y="2437161"/>
            <a:chExt cx="1588490" cy="1306864"/>
          </a:xfrm>
        </p:grpSpPr>
        <p:grpSp>
          <p:nvGrpSpPr>
            <p:cNvPr id="7" name="Groupe 6">
              <a:extLst>
                <a:ext uri="{FF2B5EF4-FFF2-40B4-BE49-F238E27FC236}">
                  <a16:creationId xmlns:a16="http://schemas.microsoft.com/office/drawing/2014/main" id="{95ED836B-9A70-4DF4-B0EA-0AAB6BD5462C}"/>
                </a:ext>
              </a:extLst>
            </p:cNvPr>
            <p:cNvGrpSpPr/>
            <p:nvPr/>
          </p:nvGrpSpPr>
          <p:grpSpPr>
            <a:xfrm>
              <a:off x="5958602" y="2814201"/>
              <a:ext cx="482060" cy="476703"/>
              <a:chOff x="5958602" y="2814201"/>
              <a:chExt cx="482060" cy="476703"/>
            </a:xfrm>
          </p:grpSpPr>
          <p:sp>
            <p:nvSpPr>
              <p:cNvPr id="42" name="Ellipse 41">
                <a:extLst>
                  <a:ext uri="{FF2B5EF4-FFF2-40B4-BE49-F238E27FC236}">
                    <a16:creationId xmlns:a16="http://schemas.microsoft.com/office/drawing/2014/main" id="{68E25C16-0714-4FC1-BA10-A9E92D193003}"/>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que 42" descr="Utilisateur avec un remplissage uni">
                <a:extLst>
                  <a:ext uri="{FF2B5EF4-FFF2-40B4-BE49-F238E27FC236}">
                    <a16:creationId xmlns:a16="http://schemas.microsoft.com/office/drawing/2014/main" id="{DDE6AD57-7916-470F-8748-6639FE6EF5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58602" y="3001738"/>
                <a:ext cx="187537" cy="187537"/>
              </a:xfrm>
              <a:prstGeom prst="rect">
                <a:avLst/>
              </a:prstGeom>
            </p:spPr>
          </p:pic>
          <p:pic>
            <p:nvPicPr>
              <p:cNvPr id="44" name="Graphique 43" descr="Utilisateur avec un remplissage uni">
                <a:extLst>
                  <a:ext uri="{FF2B5EF4-FFF2-40B4-BE49-F238E27FC236}">
                    <a16:creationId xmlns:a16="http://schemas.microsoft.com/office/drawing/2014/main" id="{E1E99EB9-B934-49A3-AF06-30AFA3496F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05754" y="2814201"/>
                <a:ext cx="187537" cy="187537"/>
              </a:xfrm>
              <a:prstGeom prst="rect">
                <a:avLst/>
              </a:prstGeom>
            </p:spPr>
          </p:pic>
          <p:pic>
            <p:nvPicPr>
              <p:cNvPr id="45" name="Graphique 44" descr="Utilisateur avec un remplissage uni">
                <a:extLst>
                  <a:ext uri="{FF2B5EF4-FFF2-40B4-BE49-F238E27FC236}">
                    <a16:creationId xmlns:a16="http://schemas.microsoft.com/office/drawing/2014/main" id="{DF7C60DC-448E-4965-92FB-10F2CE9FDC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53125" y="3001738"/>
                <a:ext cx="187537" cy="187537"/>
              </a:xfrm>
              <a:prstGeom prst="rect">
                <a:avLst/>
              </a:prstGeom>
            </p:spPr>
          </p:pic>
          <p:cxnSp>
            <p:nvCxnSpPr>
              <p:cNvPr id="46" name="Connecteur droit 45">
                <a:extLst>
                  <a:ext uri="{FF2B5EF4-FFF2-40B4-BE49-F238E27FC236}">
                    <a16:creationId xmlns:a16="http://schemas.microsoft.com/office/drawing/2014/main" id="{447E3F90-B0D6-4C6C-BF7A-94F56E6AA699}"/>
                  </a:ext>
                </a:extLst>
              </p:cNvPr>
              <p:cNvCxnSpPr>
                <a:cxnSpLocks/>
                <a:stCxn id="43" idx="3"/>
                <a:endCxn id="44"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0F22D2FC-E1F1-414F-A098-5AED5E145072}"/>
                  </a:ext>
                </a:extLst>
              </p:cNvPr>
              <p:cNvCxnSpPr>
                <a:cxnSpLocks/>
                <a:stCxn id="43" idx="3"/>
                <a:endCxn id="45"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5ACEED9F-69FF-4502-AD26-70E045917579}"/>
                  </a:ext>
                </a:extLst>
              </p:cNvPr>
              <p:cNvCxnSpPr>
                <a:cxnSpLocks/>
                <a:stCxn id="44" idx="2"/>
                <a:endCxn id="45"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8" name="Graphique 7" descr="Utilisateur avec un remplissage uni">
              <a:extLst>
                <a:ext uri="{FF2B5EF4-FFF2-40B4-BE49-F238E27FC236}">
                  <a16:creationId xmlns:a16="http://schemas.microsoft.com/office/drawing/2014/main" id="{CDA541CE-8485-45A6-B141-BAA409D952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6324" y="3376812"/>
              <a:ext cx="187537" cy="187537"/>
            </a:xfrm>
            <a:prstGeom prst="rect">
              <a:avLst/>
            </a:prstGeom>
          </p:spPr>
        </p:pic>
        <p:pic>
          <p:nvPicPr>
            <p:cNvPr id="9" name="Graphique 8" descr="Utilisateur avec un remplissage uni">
              <a:extLst>
                <a:ext uri="{FF2B5EF4-FFF2-40B4-BE49-F238E27FC236}">
                  <a16:creationId xmlns:a16="http://schemas.microsoft.com/office/drawing/2014/main" id="{12192F24-856C-486E-B8FB-A0288F9AE5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53125" y="3556488"/>
              <a:ext cx="187537" cy="187537"/>
            </a:xfrm>
            <a:prstGeom prst="rect">
              <a:avLst/>
            </a:prstGeom>
          </p:spPr>
        </p:pic>
        <p:pic>
          <p:nvPicPr>
            <p:cNvPr id="10" name="Graphique 9" descr="Utilisateur avec un remplissage uni">
              <a:extLst>
                <a:ext uri="{FF2B5EF4-FFF2-40B4-BE49-F238E27FC236}">
                  <a16:creationId xmlns:a16="http://schemas.microsoft.com/office/drawing/2014/main" id="{E0E86DA8-3A5E-4FBC-BE0A-C692FB797E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30815" y="3267322"/>
              <a:ext cx="187537" cy="187537"/>
            </a:xfrm>
            <a:prstGeom prst="rect">
              <a:avLst/>
            </a:prstGeom>
          </p:spPr>
        </p:pic>
        <p:pic>
          <p:nvPicPr>
            <p:cNvPr id="11" name="Graphique 10" descr="Utilisateur avec un remplissage uni">
              <a:extLst>
                <a:ext uri="{FF2B5EF4-FFF2-40B4-BE49-F238E27FC236}">
                  <a16:creationId xmlns:a16="http://schemas.microsoft.com/office/drawing/2014/main" id="{323B8839-450E-4FE7-A526-C33953CC6C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7616" y="3446998"/>
              <a:ext cx="187537" cy="187537"/>
            </a:xfrm>
            <a:prstGeom prst="rect">
              <a:avLst/>
            </a:prstGeom>
          </p:spPr>
        </p:pic>
        <p:pic>
          <p:nvPicPr>
            <p:cNvPr id="12" name="Graphique 11" descr="Utilisateur avec un remplissage uni">
              <a:extLst>
                <a:ext uri="{FF2B5EF4-FFF2-40B4-BE49-F238E27FC236}">
                  <a16:creationId xmlns:a16="http://schemas.microsoft.com/office/drawing/2014/main" id="{F7F862B9-D209-4A65-8CCF-69C9103B77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0662" y="3138461"/>
              <a:ext cx="187537" cy="187537"/>
            </a:xfrm>
            <a:prstGeom prst="rect">
              <a:avLst/>
            </a:prstGeom>
          </p:spPr>
        </p:pic>
        <p:pic>
          <p:nvPicPr>
            <p:cNvPr id="13" name="Graphique 12" descr="Utilisateur avec un remplissage uni">
              <a:extLst>
                <a:ext uri="{FF2B5EF4-FFF2-40B4-BE49-F238E27FC236}">
                  <a16:creationId xmlns:a16="http://schemas.microsoft.com/office/drawing/2014/main" id="{1C1682EB-510B-426B-9DE9-4D531DD4C4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7463" y="3318137"/>
              <a:ext cx="187537" cy="187537"/>
            </a:xfrm>
            <a:prstGeom prst="rect">
              <a:avLst/>
            </a:prstGeom>
          </p:spPr>
        </p:pic>
        <p:pic>
          <p:nvPicPr>
            <p:cNvPr id="14" name="Graphique 13" descr="Utilisateur avec un remplissage uni">
              <a:extLst>
                <a:ext uri="{FF2B5EF4-FFF2-40B4-BE49-F238E27FC236}">
                  <a16:creationId xmlns:a16="http://schemas.microsoft.com/office/drawing/2014/main" id="{ABFED1C3-2303-4B7F-B913-F26136147A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1954" y="3208647"/>
              <a:ext cx="187537" cy="187537"/>
            </a:xfrm>
            <a:prstGeom prst="rect">
              <a:avLst/>
            </a:prstGeom>
          </p:spPr>
        </p:pic>
        <p:pic>
          <p:nvPicPr>
            <p:cNvPr id="15" name="Graphique 14" descr="Utilisateur avec un remplissage uni">
              <a:extLst>
                <a:ext uri="{FF2B5EF4-FFF2-40B4-BE49-F238E27FC236}">
                  <a16:creationId xmlns:a16="http://schemas.microsoft.com/office/drawing/2014/main" id="{9722E553-17D6-4B72-B87D-1AD84A07933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32073" y="3358814"/>
              <a:ext cx="187537" cy="187537"/>
            </a:xfrm>
            <a:prstGeom prst="rect">
              <a:avLst/>
            </a:prstGeom>
          </p:spPr>
        </p:pic>
        <p:pic>
          <p:nvPicPr>
            <p:cNvPr id="16" name="Graphique 15" descr="Utilisateur avec un remplissage uni">
              <a:extLst>
                <a:ext uri="{FF2B5EF4-FFF2-40B4-BE49-F238E27FC236}">
                  <a16:creationId xmlns:a16="http://schemas.microsoft.com/office/drawing/2014/main" id="{E3A861AC-4ACA-4BA0-95FC-F3695F6131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63365" y="3429000"/>
              <a:ext cx="187537" cy="187537"/>
            </a:xfrm>
            <a:prstGeom prst="rect">
              <a:avLst/>
            </a:prstGeom>
          </p:spPr>
        </p:pic>
        <p:pic>
          <p:nvPicPr>
            <p:cNvPr id="17" name="Graphique 16" descr="Utilisateur avec un remplissage uni">
              <a:extLst>
                <a:ext uri="{FF2B5EF4-FFF2-40B4-BE49-F238E27FC236}">
                  <a16:creationId xmlns:a16="http://schemas.microsoft.com/office/drawing/2014/main" id="{DB3381AC-705A-4649-88F0-932ED636E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73212" y="3300139"/>
              <a:ext cx="187537" cy="187537"/>
            </a:xfrm>
            <a:prstGeom prst="rect">
              <a:avLst/>
            </a:prstGeom>
          </p:spPr>
        </p:pic>
        <p:pic>
          <p:nvPicPr>
            <p:cNvPr id="18" name="Graphique 17" descr="Utilisateur avec un remplissage uni">
              <a:extLst>
                <a:ext uri="{FF2B5EF4-FFF2-40B4-BE49-F238E27FC236}">
                  <a16:creationId xmlns:a16="http://schemas.microsoft.com/office/drawing/2014/main" id="{36F806FD-88C6-4F58-9E9C-91434840755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87415" y="3272906"/>
              <a:ext cx="187537" cy="187537"/>
            </a:xfrm>
            <a:prstGeom prst="rect">
              <a:avLst/>
            </a:prstGeom>
          </p:spPr>
        </p:pic>
        <p:pic>
          <p:nvPicPr>
            <p:cNvPr id="19" name="Graphique 18" descr="Utilisateur avec un remplissage uni">
              <a:extLst>
                <a:ext uri="{FF2B5EF4-FFF2-40B4-BE49-F238E27FC236}">
                  <a16:creationId xmlns:a16="http://schemas.microsoft.com/office/drawing/2014/main" id="{529DDFFE-E84C-4BC0-9C52-085AC50D4B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1906" y="3163416"/>
              <a:ext cx="187537" cy="187537"/>
            </a:xfrm>
            <a:prstGeom prst="rect">
              <a:avLst/>
            </a:prstGeom>
          </p:spPr>
        </p:pic>
        <p:pic>
          <p:nvPicPr>
            <p:cNvPr id="20" name="Graphique 19" descr="Utilisateur avec un remplissage uni">
              <a:extLst>
                <a:ext uri="{FF2B5EF4-FFF2-40B4-BE49-F238E27FC236}">
                  <a16:creationId xmlns:a16="http://schemas.microsoft.com/office/drawing/2014/main" id="{392C1661-F266-4923-86D3-E9E73EA173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1691" y="2987670"/>
              <a:ext cx="187537" cy="187537"/>
            </a:xfrm>
            <a:prstGeom prst="rect">
              <a:avLst/>
            </a:prstGeom>
          </p:spPr>
        </p:pic>
        <p:pic>
          <p:nvPicPr>
            <p:cNvPr id="21" name="Graphique 20" descr="Utilisateur avec un remplissage uni">
              <a:extLst>
                <a:ext uri="{FF2B5EF4-FFF2-40B4-BE49-F238E27FC236}">
                  <a16:creationId xmlns:a16="http://schemas.microsoft.com/office/drawing/2014/main" id="{D19C94DF-36A5-4185-A010-5E8BEFDAFF6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88519" y="2808305"/>
              <a:ext cx="187537" cy="187537"/>
            </a:xfrm>
            <a:prstGeom prst="rect">
              <a:avLst/>
            </a:prstGeom>
          </p:spPr>
        </p:pic>
        <p:pic>
          <p:nvPicPr>
            <p:cNvPr id="22" name="Graphique 21" descr="Utilisateur avec un remplissage uni">
              <a:extLst>
                <a:ext uri="{FF2B5EF4-FFF2-40B4-BE49-F238E27FC236}">
                  <a16:creationId xmlns:a16="http://schemas.microsoft.com/office/drawing/2014/main" id="{3211E37E-FC3D-4E5C-8616-583E96FEE72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43861" y="2722397"/>
              <a:ext cx="187537" cy="187537"/>
            </a:xfrm>
            <a:prstGeom prst="rect">
              <a:avLst/>
            </a:prstGeom>
          </p:spPr>
        </p:pic>
        <p:pic>
          <p:nvPicPr>
            <p:cNvPr id="23" name="Graphique 22" descr="Utilisateur avec un remplissage uni">
              <a:extLst>
                <a:ext uri="{FF2B5EF4-FFF2-40B4-BE49-F238E27FC236}">
                  <a16:creationId xmlns:a16="http://schemas.microsoft.com/office/drawing/2014/main" id="{2FC38DCE-5ADF-4836-895D-DB6C666B5F3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8352" y="2612907"/>
              <a:ext cx="187537" cy="187537"/>
            </a:xfrm>
            <a:prstGeom prst="rect">
              <a:avLst/>
            </a:prstGeom>
          </p:spPr>
        </p:pic>
        <p:pic>
          <p:nvPicPr>
            <p:cNvPr id="24" name="Graphique 23" descr="Utilisateur avec un remplissage uni">
              <a:extLst>
                <a:ext uri="{FF2B5EF4-FFF2-40B4-BE49-F238E27FC236}">
                  <a16:creationId xmlns:a16="http://schemas.microsoft.com/office/drawing/2014/main" id="{860615CC-3A19-42D7-9DD3-8FEDA8C5E6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98137" y="2437161"/>
              <a:ext cx="187537" cy="187537"/>
            </a:xfrm>
            <a:prstGeom prst="rect">
              <a:avLst/>
            </a:prstGeom>
          </p:spPr>
        </p:pic>
        <p:pic>
          <p:nvPicPr>
            <p:cNvPr id="25" name="Graphique 24" descr="Utilisateur avec un remplissage uni">
              <a:extLst>
                <a:ext uri="{FF2B5EF4-FFF2-40B4-BE49-F238E27FC236}">
                  <a16:creationId xmlns:a16="http://schemas.microsoft.com/office/drawing/2014/main" id="{C66ED9D3-29AD-4D04-BCE6-53D36EBD6B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8826" y="2580060"/>
              <a:ext cx="187537" cy="187537"/>
            </a:xfrm>
            <a:prstGeom prst="rect">
              <a:avLst/>
            </a:prstGeom>
          </p:spPr>
        </p:pic>
        <p:pic>
          <p:nvPicPr>
            <p:cNvPr id="26" name="Graphique 25" descr="Utilisateur avec un remplissage uni">
              <a:extLst>
                <a:ext uri="{FF2B5EF4-FFF2-40B4-BE49-F238E27FC236}">
                  <a16:creationId xmlns:a16="http://schemas.microsoft.com/office/drawing/2014/main" id="{DE78E89C-6751-4EC8-A8FD-48F6677837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3317" y="2470570"/>
              <a:ext cx="187537" cy="187537"/>
            </a:xfrm>
            <a:prstGeom prst="rect">
              <a:avLst/>
            </a:prstGeom>
          </p:spPr>
        </p:pic>
        <p:pic>
          <p:nvPicPr>
            <p:cNvPr id="27" name="Graphique 26" descr="Utilisateur avec un remplissage uni">
              <a:extLst>
                <a:ext uri="{FF2B5EF4-FFF2-40B4-BE49-F238E27FC236}">
                  <a16:creationId xmlns:a16="http://schemas.microsoft.com/office/drawing/2014/main" id="{14384F0C-A11F-45B5-A8B3-9C6BC4E270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80118" y="2650246"/>
              <a:ext cx="187537" cy="187537"/>
            </a:xfrm>
            <a:prstGeom prst="rect">
              <a:avLst/>
            </a:prstGeom>
          </p:spPr>
        </p:pic>
        <p:pic>
          <p:nvPicPr>
            <p:cNvPr id="28" name="Graphique 27" descr="Utilisateur avec un remplissage uni">
              <a:extLst>
                <a:ext uri="{FF2B5EF4-FFF2-40B4-BE49-F238E27FC236}">
                  <a16:creationId xmlns:a16="http://schemas.microsoft.com/office/drawing/2014/main" id="{813AE0C5-708B-4127-948E-6991098CE4B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89965" y="2521385"/>
              <a:ext cx="187537" cy="187537"/>
            </a:xfrm>
            <a:prstGeom prst="rect">
              <a:avLst/>
            </a:prstGeom>
          </p:spPr>
        </p:pic>
        <p:pic>
          <p:nvPicPr>
            <p:cNvPr id="29" name="Graphique 28" descr="Utilisateur avec un remplissage uni">
              <a:extLst>
                <a:ext uri="{FF2B5EF4-FFF2-40B4-BE49-F238E27FC236}">
                  <a16:creationId xmlns:a16="http://schemas.microsoft.com/office/drawing/2014/main" id="{2ADA511B-51FE-436C-818D-A0A80AB5FF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4575" y="2562062"/>
              <a:ext cx="187537" cy="187537"/>
            </a:xfrm>
            <a:prstGeom prst="rect">
              <a:avLst/>
            </a:prstGeom>
          </p:spPr>
        </p:pic>
        <p:pic>
          <p:nvPicPr>
            <p:cNvPr id="30" name="Graphique 29" descr="Utilisateur avec un remplissage uni">
              <a:extLst>
                <a:ext uri="{FF2B5EF4-FFF2-40B4-BE49-F238E27FC236}">
                  <a16:creationId xmlns:a16="http://schemas.microsoft.com/office/drawing/2014/main" id="{43D23A64-FF9F-4F3D-9CED-7FB556537E8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5867" y="2632248"/>
              <a:ext cx="187537" cy="187537"/>
            </a:xfrm>
            <a:prstGeom prst="rect">
              <a:avLst/>
            </a:prstGeom>
          </p:spPr>
        </p:pic>
        <p:pic>
          <p:nvPicPr>
            <p:cNvPr id="31" name="Graphique 30" descr="Utilisateur avec un remplissage uni">
              <a:extLst>
                <a:ext uri="{FF2B5EF4-FFF2-40B4-BE49-F238E27FC236}">
                  <a16:creationId xmlns:a16="http://schemas.microsoft.com/office/drawing/2014/main" id="{41AFC3E2-A9ED-42B6-A8FD-AACA6C4A88A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5714" y="2503387"/>
              <a:ext cx="187537" cy="187537"/>
            </a:xfrm>
            <a:prstGeom prst="rect">
              <a:avLst/>
            </a:prstGeom>
          </p:spPr>
        </p:pic>
        <p:pic>
          <p:nvPicPr>
            <p:cNvPr id="32" name="Graphique 31" descr="Utilisateur avec un remplissage uni">
              <a:extLst>
                <a:ext uri="{FF2B5EF4-FFF2-40B4-BE49-F238E27FC236}">
                  <a16:creationId xmlns:a16="http://schemas.microsoft.com/office/drawing/2014/main" id="{D396F600-E1B4-4A61-9F30-F402D69A8F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9917" y="2476154"/>
              <a:ext cx="187537" cy="187537"/>
            </a:xfrm>
            <a:prstGeom prst="rect">
              <a:avLst/>
            </a:prstGeom>
          </p:spPr>
        </p:pic>
        <p:pic>
          <p:nvPicPr>
            <p:cNvPr id="33" name="Graphique 32" descr="Utilisateur avec un remplissage uni">
              <a:extLst>
                <a:ext uri="{FF2B5EF4-FFF2-40B4-BE49-F238E27FC236}">
                  <a16:creationId xmlns:a16="http://schemas.microsoft.com/office/drawing/2014/main" id="{6B83FF77-3E4E-4AF6-A2F5-F1D8C459BC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8199" y="2984133"/>
              <a:ext cx="187537" cy="187537"/>
            </a:xfrm>
            <a:prstGeom prst="rect">
              <a:avLst/>
            </a:prstGeom>
          </p:spPr>
        </p:pic>
        <p:pic>
          <p:nvPicPr>
            <p:cNvPr id="34" name="Graphique 33" descr="Utilisateur avec un remplissage uni">
              <a:extLst>
                <a:ext uri="{FF2B5EF4-FFF2-40B4-BE49-F238E27FC236}">
                  <a16:creationId xmlns:a16="http://schemas.microsoft.com/office/drawing/2014/main" id="{11F9E7FD-2102-4A93-88EF-6527AE0892D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2690" y="2874643"/>
              <a:ext cx="187537" cy="187537"/>
            </a:xfrm>
            <a:prstGeom prst="rect">
              <a:avLst/>
            </a:prstGeom>
          </p:spPr>
        </p:pic>
        <p:pic>
          <p:nvPicPr>
            <p:cNvPr id="35" name="Graphique 34" descr="Utilisateur avec un remplissage uni">
              <a:extLst>
                <a:ext uri="{FF2B5EF4-FFF2-40B4-BE49-F238E27FC236}">
                  <a16:creationId xmlns:a16="http://schemas.microsoft.com/office/drawing/2014/main" id="{910935AA-73F5-4F9E-B0AA-A41F16AD27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59491" y="3054319"/>
              <a:ext cx="187537" cy="187537"/>
            </a:xfrm>
            <a:prstGeom prst="rect">
              <a:avLst/>
            </a:prstGeom>
          </p:spPr>
        </p:pic>
        <p:pic>
          <p:nvPicPr>
            <p:cNvPr id="36" name="Graphique 35" descr="Utilisateur avec un remplissage uni">
              <a:extLst>
                <a:ext uri="{FF2B5EF4-FFF2-40B4-BE49-F238E27FC236}">
                  <a16:creationId xmlns:a16="http://schemas.microsoft.com/office/drawing/2014/main" id="{2F0A79D1-A3E5-4024-9E07-1D9C2EA6396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69338" y="2925458"/>
              <a:ext cx="187537" cy="187537"/>
            </a:xfrm>
            <a:prstGeom prst="rect">
              <a:avLst/>
            </a:prstGeom>
          </p:spPr>
        </p:pic>
        <p:pic>
          <p:nvPicPr>
            <p:cNvPr id="37" name="Graphique 36" descr="Utilisateur avec un remplissage uni">
              <a:extLst>
                <a:ext uri="{FF2B5EF4-FFF2-40B4-BE49-F238E27FC236}">
                  <a16:creationId xmlns:a16="http://schemas.microsoft.com/office/drawing/2014/main" id="{C05CBE63-B014-41F2-AB70-046F88B285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6499" y="2960551"/>
              <a:ext cx="187537" cy="187537"/>
            </a:xfrm>
            <a:prstGeom prst="rect">
              <a:avLst/>
            </a:prstGeom>
          </p:spPr>
        </p:pic>
        <p:pic>
          <p:nvPicPr>
            <p:cNvPr id="38" name="Graphique 37" descr="Utilisateur avec un remplissage uni">
              <a:extLst>
                <a:ext uri="{FF2B5EF4-FFF2-40B4-BE49-F238E27FC236}">
                  <a16:creationId xmlns:a16="http://schemas.microsoft.com/office/drawing/2014/main" id="{B00DADC7-16E3-4283-8788-CEBF6B9A42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6346" y="2831690"/>
              <a:ext cx="187537" cy="187537"/>
            </a:xfrm>
            <a:prstGeom prst="rect">
              <a:avLst/>
            </a:prstGeom>
          </p:spPr>
        </p:pic>
        <p:pic>
          <p:nvPicPr>
            <p:cNvPr id="39" name="Graphique 38" descr="Utilisateur avec un remplissage uni">
              <a:extLst>
                <a:ext uri="{FF2B5EF4-FFF2-40B4-BE49-F238E27FC236}">
                  <a16:creationId xmlns:a16="http://schemas.microsoft.com/office/drawing/2014/main" id="{D6701592-AD62-431E-861F-BCAC682868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8385" y="2867011"/>
              <a:ext cx="187537" cy="187537"/>
            </a:xfrm>
            <a:prstGeom prst="rect">
              <a:avLst/>
            </a:prstGeom>
          </p:spPr>
        </p:pic>
        <p:pic>
          <p:nvPicPr>
            <p:cNvPr id="40" name="Graphique 39" descr="Utilisateur avec un remplissage uni">
              <a:extLst>
                <a:ext uri="{FF2B5EF4-FFF2-40B4-BE49-F238E27FC236}">
                  <a16:creationId xmlns:a16="http://schemas.microsoft.com/office/drawing/2014/main" id="{B04D7642-2211-4166-80F7-68F7D02B819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5186" y="3046687"/>
              <a:ext cx="187537" cy="187537"/>
            </a:xfrm>
            <a:prstGeom prst="rect">
              <a:avLst/>
            </a:prstGeom>
          </p:spPr>
        </p:pic>
        <p:pic>
          <p:nvPicPr>
            <p:cNvPr id="41" name="Graphique 40" descr="Utilisateur avec un remplissage uni">
              <a:extLst>
                <a:ext uri="{FF2B5EF4-FFF2-40B4-BE49-F238E27FC236}">
                  <a16:creationId xmlns:a16="http://schemas.microsoft.com/office/drawing/2014/main" id="{0B1B78D9-DA65-4F4E-BB14-2C422804AD2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99677" y="2937197"/>
              <a:ext cx="187537" cy="187537"/>
            </a:xfrm>
            <a:prstGeom prst="rect">
              <a:avLst/>
            </a:prstGeom>
          </p:spPr>
        </p:pic>
      </p:grpSp>
      <p:grpSp>
        <p:nvGrpSpPr>
          <p:cNvPr id="49" name="Groupe 48">
            <a:extLst>
              <a:ext uri="{FF2B5EF4-FFF2-40B4-BE49-F238E27FC236}">
                <a16:creationId xmlns:a16="http://schemas.microsoft.com/office/drawing/2014/main" id="{7E84925E-2B7B-4C63-A24B-4A2243DC76BA}"/>
              </a:ext>
            </a:extLst>
          </p:cNvPr>
          <p:cNvGrpSpPr/>
          <p:nvPr/>
        </p:nvGrpSpPr>
        <p:grpSpPr>
          <a:xfrm>
            <a:off x="1903117" y="3275726"/>
            <a:ext cx="1894395" cy="1562480"/>
            <a:chOff x="5672245" y="3646729"/>
            <a:chExt cx="1894395" cy="1562480"/>
          </a:xfrm>
        </p:grpSpPr>
        <p:grpSp>
          <p:nvGrpSpPr>
            <p:cNvPr id="50" name="Groupe 49">
              <a:extLst>
                <a:ext uri="{FF2B5EF4-FFF2-40B4-BE49-F238E27FC236}">
                  <a16:creationId xmlns:a16="http://schemas.microsoft.com/office/drawing/2014/main" id="{77000EAF-D191-404A-A8D3-B67213789F83}"/>
                </a:ext>
              </a:extLst>
            </p:cNvPr>
            <p:cNvGrpSpPr/>
            <p:nvPr/>
          </p:nvGrpSpPr>
          <p:grpSpPr>
            <a:xfrm>
              <a:off x="6396090" y="3646729"/>
              <a:ext cx="558608" cy="428625"/>
              <a:chOff x="6495179" y="4021931"/>
              <a:chExt cx="558608" cy="428625"/>
            </a:xfrm>
          </p:grpSpPr>
          <p:pic>
            <p:nvPicPr>
              <p:cNvPr id="107" name="Graphique 106" descr="Utilisateur avec un remplissage uni">
                <a:extLst>
                  <a:ext uri="{FF2B5EF4-FFF2-40B4-BE49-F238E27FC236}">
                    <a16:creationId xmlns:a16="http://schemas.microsoft.com/office/drawing/2014/main" id="{563BFB6C-073C-4526-BC46-4D7C6A88B9AB}"/>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95179" y="4222610"/>
                <a:ext cx="126206" cy="142875"/>
              </a:xfrm>
              <a:prstGeom prst="rect">
                <a:avLst/>
              </a:prstGeom>
            </p:spPr>
          </p:pic>
          <p:pic>
            <p:nvPicPr>
              <p:cNvPr id="108" name="Graphique 107" descr="Utilisateur avec un remplissage uni">
                <a:extLst>
                  <a:ext uri="{FF2B5EF4-FFF2-40B4-BE49-F238E27FC236}">
                    <a16:creationId xmlns:a16="http://schemas.microsoft.com/office/drawing/2014/main" id="{4A8F637D-FABD-4D7A-A1F4-2335248C97B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27581" y="4164805"/>
                <a:ext cx="126206" cy="142875"/>
              </a:xfrm>
              <a:prstGeom prst="rect">
                <a:avLst/>
              </a:prstGeom>
            </p:spPr>
          </p:pic>
          <p:pic>
            <p:nvPicPr>
              <p:cNvPr id="109" name="Graphique 108" descr="Utilisateur avec un remplissage uni">
                <a:extLst>
                  <a:ext uri="{FF2B5EF4-FFF2-40B4-BE49-F238E27FC236}">
                    <a16:creationId xmlns:a16="http://schemas.microsoft.com/office/drawing/2014/main" id="{E9027A11-1677-46D4-9253-DD55830CF6C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94952" y="4307681"/>
                <a:ext cx="126206" cy="142875"/>
              </a:xfrm>
              <a:prstGeom prst="rect">
                <a:avLst/>
              </a:prstGeom>
            </p:spPr>
          </p:pic>
          <p:pic>
            <p:nvPicPr>
              <p:cNvPr id="110" name="Graphique 109" descr="Utilisateur avec un remplissage uni">
                <a:extLst>
                  <a:ext uri="{FF2B5EF4-FFF2-40B4-BE49-F238E27FC236}">
                    <a16:creationId xmlns:a16="http://schemas.microsoft.com/office/drawing/2014/main" id="{5F29662D-AB3A-4EDC-8AC6-39640E13894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1375" y="4021931"/>
                <a:ext cx="126206" cy="142875"/>
              </a:xfrm>
              <a:prstGeom prst="rect">
                <a:avLst/>
              </a:prstGeom>
            </p:spPr>
          </p:pic>
          <p:cxnSp>
            <p:nvCxnSpPr>
              <p:cNvPr id="111" name="Connecteur droit 110">
                <a:extLst>
                  <a:ext uri="{FF2B5EF4-FFF2-40B4-BE49-F238E27FC236}">
                    <a16:creationId xmlns:a16="http://schemas.microsoft.com/office/drawing/2014/main" id="{BFD90FFF-3220-4BD2-8D94-80783B1CE4D5}"/>
                  </a:ext>
                </a:extLst>
              </p:cNvPr>
              <p:cNvCxnSpPr>
                <a:stCxn id="110" idx="2"/>
                <a:endCxn id="109"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CEFC6A70-ADB0-4C31-BD7D-681CFF465005}"/>
                  </a:ext>
                </a:extLst>
              </p:cNvPr>
              <p:cNvCxnSpPr>
                <a:cxnSpLocks/>
                <a:stCxn id="108" idx="1"/>
                <a:endCxn id="107"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Connecteur droit 112">
                <a:extLst>
                  <a:ext uri="{FF2B5EF4-FFF2-40B4-BE49-F238E27FC236}">
                    <a16:creationId xmlns:a16="http://schemas.microsoft.com/office/drawing/2014/main" id="{097DA461-5B8A-4F82-963C-09D43B9211A4}"/>
                  </a:ext>
                </a:extLst>
              </p:cNvPr>
              <p:cNvCxnSpPr>
                <a:cxnSpLocks/>
                <a:stCxn id="110" idx="2"/>
                <a:endCxn id="108"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Connecteur droit 113">
                <a:extLst>
                  <a:ext uri="{FF2B5EF4-FFF2-40B4-BE49-F238E27FC236}">
                    <a16:creationId xmlns:a16="http://schemas.microsoft.com/office/drawing/2014/main" id="{AAC1D480-F8C6-4889-9EB6-5BF01D9AE638}"/>
                  </a:ext>
                </a:extLst>
              </p:cNvPr>
              <p:cNvCxnSpPr>
                <a:cxnSpLocks/>
                <a:stCxn id="109" idx="0"/>
                <a:endCxn id="108"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5C00D0C1-16A1-45AA-B861-19E773E64D4A}"/>
                  </a:ext>
                </a:extLst>
              </p:cNvPr>
              <p:cNvCxnSpPr>
                <a:cxnSpLocks/>
                <a:stCxn id="109" idx="0"/>
                <a:endCxn id="107"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Connecteur droit 115">
                <a:extLst>
                  <a:ext uri="{FF2B5EF4-FFF2-40B4-BE49-F238E27FC236}">
                    <a16:creationId xmlns:a16="http://schemas.microsoft.com/office/drawing/2014/main" id="{D3249587-0426-4121-B31D-5CDE0E7A1471}"/>
                  </a:ext>
                </a:extLst>
              </p:cNvPr>
              <p:cNvCxnSpPr>
                <a:cxnSpLocks/>
                <a:stCxn id="110" idx="2"/>
                <a:endCxn id="107"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1" name="Groupe 50">
              <a:extLst>
                <a:ext uri="{FF2B5EF4-FFF2-40B4-BE49-F238E27FC236}">
                  <a16:creationId xmlns:a16="http://schemas.microsoft.com/office/drawing/2014/main" id="{1F7D2991-3017-4A65-AD3F-28915CBC2390}"/>
                </a:ext>
              </a:extLst>
            </p:cNvPr>
            <p:cNvGrpSpPr/>
            <p:nvPr/>
          </p:nvGrpSpPr>
          <p:grpSpPr>
            <a:xfrm>
              <a:off x="6928840" y="4372045"/>
              <a:ext cx="637800" cy="285751"/>
              <a:chOff x="6448876" y="5080093"/>
              <a:chExt cx="637800" cy="285751"/>
            </a:xfrm>
          </p:grpSpPr>
          <p:pic>
            <p:nvPicPr>
              <p:cNvPr id="101" name="Graphique 100" descr="Utilisateur avec un remplissage uni">
                <a:extLst>
                  <a:ext uri="{FF2B5EF4-FFF2-40B4-BE49-F238E27FC236}">
                    <a16:creationId xmlns:a16="http://schemas.microsoft.com/office/drawing/2014/main" id="{19F17C3B-927C-4352-B917-907F238EB063}"/>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48876" y="5104829"/>
                <a:ext cx="126206" cy="142875"/>
              </a:xfrm>
              <a:prstGeom prst="rect">
                <a:avLst/>
              </a:prstGeom>
            </p:spPr>
          </p:pic>
          <p:pic>
            <p:nvPicPr>
              <p:cNvPr id="102" name="Graphique 101" descr="Utilisateur avec un remplissage uni">
                <a:extLst>
                  <a:ext uri="{FF2B5EF4-FFF2-40B4-BE49-F238E27FC236}">
                    <a16:creationId xmlns:a16="http://schemas.microsoft.com/office/drawing/2014/main" id="{5585FF79-89C8-4975-91E8-B731CC75946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60470" y="5080093"/>
                <a:ext cx="126206" cy="142875"/>
              </a:xfrm>
              <a:prstGeom prst="rect">
                <a:avLst/>
              </a:prstGeom>
            </p:spPr>
          </p:pic>
          <p:pic>
            <p:nvPicPr>
              <p:cNvPr id="103" name="Graphique 102" descr="Utilisateur avec un remplissage uni">
                <a:extLst>
                  <a:ext uri="{FF2B5EF4-FFF2-40B4-BE49-F238E27FC236}">
                    <a16:creationId xmlns:a16="http://schemas.microsoft.com/office/drawing/2014/main" id="{C52BD427-91E6-495C-82F4-30C3A0D81C3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27841" y="5222969"/>
                <a:ext cx="126206" cy="142875"/>
              </a:xfrm>
              <a:prstGeom prst="rect">
                <a:avLst/>
              </a:prstGeom>
            </p:spPr>
          </p:pic>
          <p:cxnSp>
            <p:nvCxnSpPr>
              <p:cNvPr id="104" name="Connecteur droit 103">
                <a:extLst>
                  <a:ext uri="{FF2B5EF4-FFF2-40B4-BE49-F238E27FC236}">
                    <a16:creationId xmlns:a16="http://schemas.microsoft.com/office/drawing/2014/main" id="{7280D6B1-BB87-46D0-A061-45FE7529D170}"/>
                  </a:ext>
                </a:extLst>
              </p:cNvPr>
              <p:cNvCxnSpPr>
                <a:cxnSpLocks/>
                <a:stCxn id="102" idx="1"/>
                <a:endCxn id="101" idx="3"/>
              </p:cNvCxnSpPr>
              <p:nvPr/>
            </p:nvCxnSpPr>
            <p:spPr>
              <a:xfrm flipH="1">
                <a:off x="6575082" y="5151531"/>
                <a:ext cx="385388" cy="24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ABA808FB-724E-48C0-8C90-6D65040FD12C}"/>
                  </a:ext>
                </a:extLst>
              </p:cNvPr>
              <p:cNvCxnSpPr>
                <a:cxnSpLocks/>
                <a:stCxn id="103" idx="0"/>
                <a:endCxn id="102" idx="1"/>
              </p:cNvCxnSpPr>
              <p:nvPr/>
            </p:nvCxnSpPr>
            <p:spPr>
              <a:xfrm flipV="1">
                <a:off x="6890944" y="5151531"/>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AE6B1FD8-19E3-4280-8D02-9C85FFE7A622}"/>
                  </a:ext>
                </a:extLst>
              </p:cNvPr>
              <p:cNvCxnSpPr>
                <a:cxnSpLocks/>
                <a:stCxn id="103" idx="0"/>
                <a:endCxn id="101" idx="3"/>
              </p:cNvCxnSpPr>
              <p:nvPr/>
            </p:nvCxnSpPr>
            <p:spPr>
              <a:xfrm flipH="1" flipV="1">
                <a:off x="6575082" y="5176267"/>
                <a:ext cx="315862" cy="4670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2" name="Groupe 51">
              <a:extLst>
                <a:ext uri="{FF2B5EF4-FFF2-40B4-BE49-F238E27FC236}">
                  <a16:creationId xmlns:a16="http://schemas.microsoft.com/office/drawing/2014/main" id="{A2D3C6B8-0936-4818-9C92-FB959AF91422}"/>
                </a:ext>
              </a:extLst>
            </p:cNvPr>
            <p:cNvGrpSpPr/>
            <p:nvPr/>
          </p:nvGrpSpPr>
          <p:grpSpPr>
            <a:xfrm>
              <a:off x="6843061" y="3949255"/>
              <a:ext cx="631706" cy="445842"/>
              <a:chOff x="6428428" y="4530096"/>
              <a:chExt cx="631706" cy="445842"/>
            </a:xfrm>
          </p:grpSpPr>
          <p:pic>
            <p:nvPicPr>
              <p:cNvPr id="86" name="Graphique 85" descr="Utilisateur avec un remplissage uni">
                <a:extLst>
                  <a:ext uri="{FF2B5EF4-FFF2-40B4-BE49-F238E27FC236}">
                    <a16:creationId xmlns:a16="http://schemas.microsoft.com/office/drawing/2014/main" id="{699A5C20-69D5-43D7-BA42-C88C907BBAFB}"/>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28428" y="4725905"/>
                <a:ext cx="126206" cy="142875"/>
              </a:xfrm>
              <a:prstGeom prst="rect">
                <a:avLst/>
              </a:prstGeom>
            </p:spPr>
          </p:pic>
          <p:pic>
            <p:nvPicPr>
              <p:cNvPr id="87" name="Graphique 86" descr="Utilisateur avec un remplissage uni">
                <a:extLst>
                  <a:ext uri="{FF2B5EF4-FFF2-40B4-BE49-F238E27FC236}">
                    <a16:creationId xmlns:a16="http://schemas.microsoft.com/office/drawing/2014/main" id="{9D466257-0CD5-447C-A6F6-E489820A318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33928" y="4690187"/>
                <a:ext cx="126206" cy="142875"/>
              </a:xfrm>
              <a:prstGeom prst="rect">
                <a:avLst/>
              </a:prstGeom>
            </p:spPr>
          </p:pic>
          <p:pic>
            <p:nvPicPr>
              <p:cNvPr id="88" name="Graphique 87" descr="Utilisateur avec un remplissage uni">
                <a:extLst>
                  <a:ext uri="{FF2B5EF4-FFF2-40B4-BE49-F238E27FC236}">
                    <a16:creationId xmlns:a16="http://schemas.microsoft.com/office/drawing/2014/main" id="{1FFA1BE3-03FD-4B39-8CB2-93D55B32FC3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1299" y="4833063"/>
                <a:ext cx="126206" cy="142875"/>
              </a:xfrm>
              <a:prstGeom prst="rect">
                <a:avLst/>
              </a:prstGeom>
            </p:spPr>
          </p:pic>
          <p:pic>
            <p:nvPicPr>
              <p:cNvPr id="89" name="Graphique 88" descr="Utilisateur avec un remplissage uni">
                <a:extLst>
                  <a:ext uri="{FF2B5EF4-FFF2-40B4-BE49-F238E27FC236}">
                    <a16:creationId xmlns:a16="http://schemas.microsoft.com/office/drawing/2014/main" id="{6200BA67-A77E-4C11-B1F9-C92FB3673A6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7722" y="4547313"/>
                <a:ext cx="126206" cy="142875"/>
              </a:xfrm>
              <a:prstGeom prst="rect">
                <a:avLst/>
              </a:prstGeom>
            </p:spPr>
          </p:pic>
          <p:cxnSp>
            <p:nvCxnSpPr>
              <p:cNvPr id="90" name="Connecteur droit 89">
                <a:extLst>
                  <a:ext uri="{FF2B5EF4-FFF2-40B4-BE49-F238E27FC236}">
                    <a16:creationId xmlns:a16="http://schemas.microsoft.com/office/drawing/2014/main" id="{5EA733BE-796D-4E93-AE89-4E2C36601479}"/>
                  </a:ext>
                </a:extLst>
              </p:cNvPr>
              <p:cNvCxnSpPr>
                <a:stCxn id="89" idx="2"/>
                <a:endCxn id="88"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39EE5963-4518-432A-90BF-079CB3086EA9}"/>
                  </a:ext>
                </a:extLst>
              </p:cNvPr>
              <p:cNvCxnSpPr>
                <a:cxnSpLocks/>
                <a:stCxn id="87" idx="1"/>
                <a:endCxn id="86"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BC08F357-CDC5-4CFC-B733-4DE300682506}"/>
                  </a:ext>
                </a:extLst>
              </p:cNvPr>
              <p:cNvCxnSpPr>
                <a:cxnSpLocks/>
                <a:stCxn id="89" idx="2"/>
                <a:endCxn id="87"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3C4820D7-6285-486F-9521-EC9B435BEEBE}"/>
                  </a:ext>
                </a:extLst>
              </p:cNvPr>
              <p:cNvCxnSpPr>
                <a:cxnSpLocks/>
                <a:stCxn id="88" idx="0"/>
                <a:endCxn id="87"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D02971C9-276D-4F8B-A7D4-64B8A3D564ED}"/>
                  </a:ext>
                </a:extLst>
              </p:cNvPr>
              <p:cNvCxnSpPr>
                <a:cxnSpLocks/>
                <a:stCxn id="88" idx="0"/>
                <a:endCxn id="86"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4E866450-4F05-4100-9F5C-95C35BE014B9}"/>
                  </a:ext>
                </a:extLst>
              </p:cNvPr>
              <p:cNvCxnSpPr>
                <a:cxnSpLocks/>
                <a:stCxn id="89" idx="2"/>
                <a:endCxn id="86"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96" name="Graphique 95" descr="Utilisateur avec un remplissage uni">
                <a:extLst>
                  <a:ext uri="{FF2B5EF4-FFF2-40B4-BE49-F238E27FC236}">
                    <a16:creationId xmlns:a16="http://schemas.microsoft.com/office/drawing/2014/main" id="{BA08323A-07DF-437D-B3E1-F7C514FE51E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654461" y="4530096"/>
                <a:ext cx="126206" cy="142875"/>
              </a:xfrm>
              <a:prstGeom prst="rect">
                <a:avLst/>
              </a:prstGeom>
            </p:spPr>
          </p:pic>
          <p:cxnSp>
            <p:nvCxnSpPr>
              <p:cNvPr id="97" name="Connecteur droit 96">
                <a:extLst>
                  <a:ext uri="{FF2B5EF4-FFF2-40B4-BE49-F238E27FC236}">
                    <a16:creationId xmlns:a16="http://schemas.microsoft.com/office/drawing/2014/main" id="{634FF5D7-EE8D-4E95-AFC6-E2930A7F8368}"/>
                  </a:ext>
                </a:extLst>
              </p:cNvPr>
              <p:cNvCxnSpPr>
                <a:cxnSpLocks/>
                <a:stCxn id="96" idx="2"/>
                <a:endCxn id="86"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3837D8B7-9B4C-4D9F-A7EA-D08FC72C3D6A}"/>
                  </a:ext>
                </a:extLst>
              </p:cNvPr>
              <p:cNvCxnSpPr>
                <a:cxnSpLocks/>
                <a:stCxn id="96" idx="2"/>
                <a:endCxn id="88"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Connecteur droit 98">
                <a:extLst>
                  <a:ext uri="{FF2B5EF4-FFF2-40B4-BE49-F238E27FC236}">
                    <a16:creationId xmlns:a16="http://schemas.microsoft.com/office/drawing/2014/main" id="{004E569F-8A20-4DDC-9F92-CC3A71EF4E3B}"/>
                  </a:ext>
                </a:extLst>
              </p:cNvPr>
              <p:cNvCxnSpPr>
                <a:cxnSpLocks/>
                <a:stCxn id="89" idx="2"/>
                <a:endCxn id="96"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Connecteur droit 99">
                <a:extLst>
                  <a:ext uri="{FF2B5EF4-FFF2-40B4-BE49-F238E27FC236}">
                    <a16:creationId xmlns:a16="http://schemas.microsoft.com/office/drawing/2014/main" id="{C068B488-C6F3-4031-AD23-99F1420A54E9}"/>
                  </a:ext>
                </a:extLst>
              </p:cNvPr>
              <p:cNvCxnSpPr>
                <a:cxnSpLocks/>
                <a:stCxn id="87" idx="1"/>
                <a:endCxn id="96"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53" name="Graphique 52" descr="Utilisateur avec un remplissage uni">
              <a:extLst>
                <a:ext uri="{FF2B5EF4-FFF2-40B4-BE49-F238E27FC236}">
                  <a16:creationId xmlns:a16="http://schemas.microsoft.com/office/drawing/2014/main" id="{50580235-0DC1-486B-A10F-2B243E75D8C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81522" y="4216501"/>
              <a:ext cx="126206" cy="142875"/>
            </a:xfrm>
            <a:prstGeom prst="rect">
              <a:avLst/>
            </a:prstGeom>
          </p:spPr>
        </p:pic>
        <p:cxnSp>
          <p:nvCxnSpPr>
            <p:cNvPr id="54" name="Connecteur droit 53">
              <a:extLst>
                <a:ext uri="{FF2B5EF4-FFF2-40B4-BE49-F238E27FC236}">
                  <a16:creationId xmlns:a16="http://schemas.microsoft.com/office/drawing/2014/main" id="{46636536-A2E3-479D-ABFC-B127DF88DEFB}"/>
                </a:ext>
              </a:extLst>
            </p:cNvPr>
            <p:cNvCxnSpPr>
              <a:cxnSpLocks/>
              <a:stCxn id="107" idx="1"/>
              <a:endCxn id="53" idx="3"/>
            </p:cNvCxnSpPr>
            <p:nvPr/>
          </p:nvCxnSpPr>
          <p:spPr>
            <a:xfrm>
              <a:off x="6396090" y="3918846"/>
              <a:ext cx="111638" cy="369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40072433-CB5F-40CD-8F70-D3A484C5D251}"/>
                </a:ext>
              </a:extLst>
            </p:cNvPr>
            <p:cNvCxnSpPr>
              <a:cxnSpLocks/>
              <a:stCxn id="86" idx="1"/>
              <a:endCxn id="53" idx="3"/>
            </p:cNvCxnSpPr>
            <p:nvPr/>
          </p:nvCxnSpPr>
          <p:spPr>
            <a:xfrm flipH="1">
              <a:off x="6507728" y="4216502"/>
              <a:ext cx="33533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7E354FD6-B5E6-4DCE-8C4E-A87B352AD7DE}"/>
                </a:ext>
              </a:extLst>
            </p:cNvPr>
            <p:cNvCxnSpPr>
              <a:cxnSpLocks/>
              <a:stCxn id="101" idx="1"/>
              <a:endCxn id="53" idx="3"/>
            </p:cNvCxnSpPr>
            <p:nvPr/>
          </p:nvCxnSpPr>
          <p:spPr>
            <a:xfrm flipH="1" flipV="1">
              <a:off x="6507728" y="4287939"/>
              <a:ext cx="421112" cy="180280"/>
            </a:xfrm>
            <a:prstGeom prst="line">
              <a:avLst/>
            </a:prstGeom>
          </p:spPr>
          <p:style>
            <a:lnRef idx="1">
              <a:schemeClr val="accent1"/>
            </a:lnRef>
            <a:fillRef idx="0">
              <a:schemeClr val="accent1"/>
            </a:fillRef>
            <a:effectRef idx="0">
              <a:schemeClr val="accent1"/>
            </a:effectRef>
            <a:fontRef idx="minor">
              <a:schemeClr val="tx1"/>
            </a:fontRef>
          </p:style>
        </p:cxnSp>
        <p:pic>
          <p:nvPicPr>
            <p:cNvPr id="57" name="Graphique 56" descr="Utilisateur avec un remplissage uni">
              <a:extLst>
                <a:ext uri="{FF2B5EF4-FFF2-40B4-BE49-F238E27FC236}">
                  <a16:creationId xmlns:a16="http://schemas.microsoft.com/office/drawing/2014/main" id="{4FC7B0BD-86F0-4823-B39A-7E9D389EA00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89889" y="4524939"/>
              <a:ext cx="126206" cy="142875"/>
            </a:xfrm>
            <a:prstGeom prst="rect">
              <a:avLst/>
            </a:prstGeom>
          </p:spPr>
        </p:pic>
        <p:grpSp>
          <p:nvGrpSpPr>
            <p:cNvPr id="58" name="Groupe 57">
              <a:extLst>
                <a:ext uri="{FF2B5EF4-FFF2-40B4-BE49-F238E27FC236}">
                  <a16:creationId xmlns:a16="http://schemas.microsoft.com/office/drawing/2014/main" id="{398C833F-62DF-4B92-A818-BFF6EE971CF3}"/>
                </a:ext>
              </a:extLst>
            </p:cNvPr>
            <p:cNvGrpSpPr/>
            <p:nvPr/>
          </p:nvGrpSpPr>
          <p:grpSpPr>
            <a:xfrm>
              <a:off x="6390010" y="4594953"/>
              <a:ext cx="442838" cy="286513"/>
              <a:chOff x="6448876" y="5060472"/>
              <a:chExt cx="442838" cy="286513"/>
            </a:xfrm>
          </p:grpSpPr>
          <p:pic>
            <p:nvPicPr>
              <p:cNvPr id="80" name="Graphique 79" descr="Utilisateur avec un remplissage uni">
                <a:extLst>
                  <a:ext uri="{FF2B5EF4-FFF2-40B4-BE49-F238E27FC236}">
                    <a16:creationId xmlns:a16="http://schemas.microsoft.com/office/drawing/2014/main" id="{73FC1A06-8426-4763-90BD-72DD07DC70ED}"/>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48876" y="5104829"/>
                <a:ext cx="126206" cy="142875"/>
              </a:xfrm>
              <a:prstGeom prst="rect">
                <a:avLst/>
              </a:prstGeom>
            </p:spPr>
          </p:pic>
          <p:pic>
            <p:nvPicPr>
              <p:cNvPr id="81" name="Graphique 80" descr="Utilisateur avec un remplissage uni">
                <a:extLst>
                  <a:ext uri="{FF2B5EF4-FFF2-40B4-BE49-F238E27FC236}">
                    <a16:creationId xmlns:a16="http://schemas.microsoft.com/office/drawing/2014/main" id="{881BB271-6959-4F1B-BBD2-CCD5EA26A65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65508" y="5060472"/>
                <a:ext cx="126206" cy="142875"/>
              </a:xfrm>
              <a:prstGeom prst="rect">
                <a:avLst/>
              </a:prstGeom>
            </p:spPr>
          </p:pic>
          <p:pic>
            <p:nvPicPr>
              <p:cNvPr id="82" name="Graphique 81" descr="Utilisateur avec un remplissage uni">
                <a:extLst>
                  <a:ext uri="{FF2B5EF4-FFF2-40B4-BE49-F238E27FC236}">
                    <a16:creationId xmlns:a16="http://schemas.microsoft.com/office/drawing/2014/main" id="{6FA26C5B-40D5-4DE6-8EA7-0C38765103D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642530" y="5204110"/>
                <a:ext cx="126206" cy="142875"/>
              </a:xfrm>
              <a:prstGeom prst="rect">
                <a:avLst/>
              </a:prstGeom>
            </p:spPr>
          </p:pic>
          <p:cxnSp>
            <p:nvCxnSpPr>
              <p:cNvPr id="83" name="Connecteur droit 82">
                <a:extLst>
                  <a:ext uri="{FF2B5EF4-FFF2-40B4-BE49-F238E27FC236}">
                    <a16:creationId xmlns:a16="http://schemas.microsoft.com/office/drawing/2014/main" id="{A5B87A07-B80E-492B-B713-1C2439B02C03}"/>
                  </a:ext>
                </a:extLst>
              </p:cNvPr>
              <p:cNvCxnSpPr>
                <a:cxnSpLocks/>
                <a:stCxn id="81" idx="1"/>
                <a:endCxn id="80" idx="3"/>
              </p:cNvCxnSpPr>
              <p:nvPr/>
            </p:nvCxnSpPr>
            <p:spPr>
              <a:xfrm flipH="1">
                <a:off x="6575082" y="5131910"/>
                <a:ext cx="190426" cy="44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Connecteur droit 83">
                <a:extLst>
                  <a:ext uri="{FF2B5EF4-FFF2-40B4-BE49-F238E27FC236}">
                    <a16:creationId xmlns:a16="http://schemas.microsoft.com/office/drawing/2014/main" id="{E17B867F-CE9F-4867-8059-FE7E96487EA9}"/>
                  </a:ext>
                </a:extLst>
              </p:cNvPr>
              <p:cNvCxnSpPr>
                <a:cxnSpLocks/>
                <a:stCxn id="82" idx="0"/>
                <a:endCxn id="81" idx="1"/>
              </p:cNvCxnSpPr>
              <p:nvPr/>
            </p:nvCxnSpPr>
            <p:spPr>
              <a:xfrm flipV="1">
                <a:off x="6705633" y="5131910"/>
                <a:ext cx="59875" cy="72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2529C1A9-16DC-44EC-85FE-6E326F018592}"/>
                  </a:ext>
                </a:extLst>
              </p:cNvPr>
              <p:cNvCxnSpPr>
                <a:cxnSpLocks/>
                <a:stCxn id="82" idx="0"/>
                <a:endCxn id="80" idx="3"/>
              </p:cNvCxnSpPr>
              <p:nvPr/>
            </p:nvCxnSpPr>
            <p:spPr>
              <a:xfrm flipH="1" flipV="1">
                <a:off x="6575082" y="5176267"/>
                <a:ext cx="130551" cy="2784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9" name="Groupe 58">
              <a:extLst>
                <a:ext uri="{FF2B5EF4-FFF2-40B4-BE49-F238E27FC236}">
                  <a16:creationId xmlns:a16="http://schemas.microsoft.com/office/drawing/2014/main" id="{BF5F6440-EB66-44E0-BE59-7D5D53957766}"/>
                </a:ext>
              </a:extLst>
            </p:cNvPr>
            <p:cNvGrpSpPr/>
            <p:nvPr/>
          </p:nvGrpSpPr>
          <p:grpSpPr>
            <a:xfrm>
              <a:off x="6458221" y="4787629"/>
              <a:ext cx="759637" cy="421580"/>
              <a:chOff x="6495179" y="4093369"/>
              <a:chExt cx="759637" cy="421580"/>
            </a:xfrm>
          </p:grpSpPr>
          <p:pic>
            <p:nvPicPr>
              <p:cNvPr id="70" name="Graphique 69" descr="Utilisateur avec un remplissage uni">
                <a:extLst>
                  <a:ext uri="{FF2B5EF4-FFF2-40B4-BE49-F238E27FC236}">
                    <a16:creationId xmlns:a16="http://schemas.microsoft.com/office/drawing/2014/main" id="{382523AC-DB6C-4025-A82C-6F591BF85542}"/>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95179" y="4222610"/>
                <a:ext cx="126206" cy="142875"/>
              </a:xfrm>
              <a:prstGeom prst="rect">
                <a:avLst/>
              </a:prstGeom>
            </p:spPr>
          </p:pic>
          <p:pic>
            <p:nvPicPr>
              <p:cNvPr id="71" name="Graphique 70" descr="Utilisateur avec un remplissage uni">
                <a:extLst>
                  <a:ext uri="{FF2B5EF4-FFF2-40B4-BE49-F238E27FC236}">
                    <a16:creationId xmlns:a16="http://schemas.microsoft.com/office/drawing/2014/main" id="{37457559-0EDD-4666-9E5E-729235D7097F}"/>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7128610" y="4270527"/>
                <a:ext cx="126206" cy="142875"/>
              </a:xfrm>
              <a:prstGeom prst="rect">
                <a:avLst/>
              </a:prstGeom>
            </p:spPr>
          </p:pic>
          <p:pic>
            <p:nvPicPr>
              <p:cNvPr id="72" name="Graphique 71" descr="Utilisateur avec un remplissage uni">
                <a:extLst>
                  <a:ext uri="{FF2B5EF4-FFF2-40B4-BE49-F238E27FC236}">
                    <a16:creationId xmlns:a16="http://schemas.microsoft.com/office/drawing/2014/main" id="{75A8E203-E910-4208-B223-3DC0FB2F94C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92147" y="4372074"/>
                <a:ext cx="126206" cy="142875"/>
              </a:xfrm>
              <a:prstGeom prst="rect">
                <a:avLst/>
              </a:prstGeom>
            </p:spPr>
          </p:pic>
          <p:pic>
            <p:nvPicPr>
              <p:cNvPr id="73" name="Graphique 72" descr="Utilisateur avec un remplissage uni">
                <a:extLst>
                  <a:ext uri="{FF2B5EF4-FFF2-40B4-BE49-F238E27FC236}">
                    <a16:creationId xmlns:a16="http://schemas.microsoft.com/office/drawing/2014/main" id="{299AF36E-1D63-490C-91A6-0C1B0E6EAEDB}"/>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48219" y="4093369"/>
                <a:ext cx="126206" cy="142875"/>
              </a:xfrm>
              <a:prstGeom prst="rect">
                <a:avLst/>
              </a:prstGeom>
            </p:spPr>
          </p:pic>
          <p:cxnSp>
            <p:nvCxnSpPr>
              <p:cNvPr id="74" name="Connecteur droit 73">
                <a:extLst>
                  <a:ext uri="{FF2B5EF4-FFF2-40B4-BE49-F238E27FC236}">
                    <a16:creationId xmlns:a16="http://schemas.microsoft.com/office/drawing/2014/main" id="{9781C388-ED66-4351-A222-8C2981D20548}"/>
                  </a:ext>
                </a:extLst>
              </p:cNvPr>
              <p:cNvCxnSpPr>
                <a:stCxn id="73" idx="2"/>
                <a:endCxn id="72" idx="0"/>
              </p:cNvCxnSpPr>
              <p:nvPr/>
            </p:nvCxnSpPr>
            <p:spPr>
              <a:xfrm flipH="1">
                <a:off x="6955250" y="4236244"/>
                <a:ext cx="56072" cy="135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CE53E36C-8515-433B-9E5A-EB28B840B5CD}"/>
                  </a:ext>
                </a:extLst>
              </p:cNvPr>
              <p:cNvCxnSpPr>
                <a:cxnSpLocks/>
                <a:stCxn id="71" idx="1"/>
                <a:endCxn id="70" idx="3"/>
              </p:cNvCxnSpPr>
              <p:nvPr/>
            </p:nvCxnSpPr>
            <p:spPr>
              <a:xfrm flipH="1" flipV="1">
                <a:off x="6621385" y="4294048"/>
                <a:ext cx="507225" cy="47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C52FB5E7-0B79-4240-B73E-8EB2611FA0B1}"/>
                  </a:ext>
                </a:extLst>
              </p:cNvPr>
              <p:cNvCxnSpPr>
                <a:cxnSpLocks/>
                <a:stCxn id="73" idx="2"/>
                <a:endCxn id="71" idx="1"/>
              </p:cNvCxnSpPr>
              <p:nvPr/>
            </p:nvCxnSpPr>
            <p:spPr>
              <a:xfrm>
                <a:off x="7011322" y="4236244"/>
                <a:ext cx="117288" cy="105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A5E3DA58-6EEC-41C3-B17C-A52EDBB94696}"/>
                  </a:ext>
                </a:extLst>
              </p:cNvPr>
              <p:cNvCxnSpPr>
                <a:cxnSpLocks/>
                <a:stCxn id="72" idx="0"/>
                <a:endCxn id="71" idx="1"/>
              </p:cNvCxnSpPr>
              <p:nvPr/>
            </p:nvCxnSpPr>
            <p:spPr>
              <a:xfrm flipV="1">
                <a:off x="6955250" y="4341965"/>
                <a:ext cx="173360" cy="3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043407EE-E9D1-44EE-ADD5-C72494AE5839}"/>
                  </a:ext>
                </a:extLst>
              </p:cNvPr>
              <p:cNvCxnSpPr>
                <a:cxnSpLocks/>
                <a:stCxn id="72" idx="0"/>
                <a:endCxn id="70" idx="3"/>
              </p:cNvCxnSpPr>
              <p:nvPr/>
            </p:nvCxnSpPr>
            <p:spPr>
              <a:xfrm flipH="1" flipV="1">
                <a:off x="6621385" y="4294048"/>
                <a:ext cx="333865" cy="7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892B2DF7-727B-402D-8BD3-0A5A99FE66FB}"/>
                  </a:ext>
                </a:extLst>
              </p:cNvPr>
              <p:cNvCxnSpPr>
                <a:cxnSpLocks/>
                <a:stCxn id="73" idx="2"/>
                <a:endCxn id="70" idx="3"/>
              </p:cNvCxnSpPr>
              <p:nvPr/>
            </p:nvCxnSpPr>
            <p:spPr>
              <a:xfrm flipH="1">
                <a:off x="6621385" y="4236244"/>
                <a:ext cx="389937" cy="5780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0" name="Connecteur droit 59">
              <a:extLst>
                <a:ext uri="{FF2B5EF4-FFF2-40B4-BE49-F238E27FC236}">
                  <a16:creationId xmlns:a16="http://schemas.microsoft.com/office/drawing/2014/main" id="{09B71E09-6DDE-4FA1-9687-6F400B47A863}"/>
                </a:ext>
              </a:extLst>
            </p:cNvPr>
            <p:cNvCxnSpPr>
              <a:cxnSpLocks/>
              <a:stCxn id="101" idx="1"/>
              <a:endCxn id="86" idx="1"/>
            </p:cNvCxnSpPr>
            <p:nvPr/>
          </p:nvCxnSpPr>
          <p:spPr>
            <a:xfrm flipH="1" flipV="1">
              <a:off x="6843061" y="4216502"/>
              <a:ext cx="85779" cy="251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4206F2B3-A1FB-4DB3-8C95-6743EC10FC10}"/>
                </a:ext>
              </a:extLst>
            </p:cNvPr>
            <p:cNvCxnSpPr>
              <a:cxnSpLocks/>
              <a:stCxn id="101" idx="1"/>
              <a:endCxn id="107" idx="1"/>
            </p:cNvCxnSpPr>
            <p:nvPr/>
          </p:nvCxnSpPr>
          <p:spPr>
            <a:xfrm flipH="1" flipV="1">
              <a:off x="6396090" y="3918846"/>
              <a:ext cx="532750" cy="549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1F5C7B2A-551C-4C49-A51B-F139AC5D5FED}"/>
                </a:ext>
              </a:extLst>
            </p:cNvPr>
            <p:cNvCxnSpPr>
              <a:cxnSpLocks/>
              <a:stCxn id="86" idx="1"/>
              <a:endCxn id="107" idx="1"/>
            </p:cNvCxnSpPr>
            <p:nvPr/>
          </p:nvCxnSpPr>
          <p:spPr>
            <a:xfrm flipH="1" flipV="1">
              <a:off x="6396090" y="3918846"/>
              <a:ext cx="446971" cy="297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BAC42494-D97E-434C-B749-39FBD4624B79}"/>
                </a:ext>
              </a:extLst>
            </p:cNvPr>
            <p:cNvCxnSpPr>
              <a:cxnSpLocks/>
              <a:stCxn id="70" idx="1"/>
              <a:endCxn id="80" idx="1"/>
            </p:cNvCxnSpPr>
            <p:nvPr/>
          </p:nvCxnSpPr>
          <p:spPr>
            <a:xfrm flipH="1" flipV="1">
              <a:off x="6390010" y="4710748"/>
              <a:ext cx="68211" cy="27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Connecteur droit 63">
              <a:extLst>
                <a:ext uri="{FF2B5EF4-FFF2-40B4-BE49-F238E27FC236}">
                  <a16:creationId xmlns:a16="http://schemas.microsoft.com/office/drawing/2014/main" id="{599BD093-6EE0-411D-8F2B-87CE9251926E}"/>
                </a:ext>
              </a:extLst>
            </p:cNvPr>
            <p:cNvCxnSpPr>
              <a:cxnSpLocks/>
              <a:stCxn id="70" idx="1"/>
              <a:endCxn id="57" idx="3"/>
            </p:cNvCxnSpPr>
            <p:nvPr/>
          </p:nvCxnSpPr>
          <p:spPr>
            <a:xfrm flipH="1" flipV="1">
              <a:off x="6216095" y="4596377"/>
              <a:ext cx="242126" cy="391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Connecteur droit 64">
              <a:extLst>
                <a:ext uri="{FF2B5EF4-FFF2-40B4-BE49-F238E27FC236}">
                  <a16:creationId xmlns:a16="http://schemas.microsoft.com/office/drawing/2014/main" id="{2ED4B5AF-CB9C-4DD3-A2C6-52CC4C8D8AFA}"/>
                </a:ext>
              </a:extLst>
            </p:cNvPr>
            <p:cNvCxnSpPr>
              <a:cxnSpLocks/>
              <a:stCxn id="80" idx="1"/>
              <a:endCxn id="57" idx="3"/>
            </p:cNvCxnSpPr>
            <p:nvPr/>
          </p:nvCxnSpPr>
          <p:spPr>
            <a:xfrm flipH="1" flipV="1">
              <a:off x="6216095" y="4596377"/>
              <a:ext cx="173915" cy="114371"/>
            </a:xfrm>
            <a:prstGeom prst="line">
              <a:avLst/>
            </a:prstGeom>
          </p:spPr>
          <p:style>
            <a:lnRef idx="1">
              <a:schemeClr val="accent1"/>
            </a:lnRef>
            <a:fillRef idx="0">
              <a:schemeClr val="accent1"/>
            </a:fillRef>
            <a:effectRef idx="0">
              <a:schemeClr val="accent1"/>
            </a:effectRef>
            <a:fontRef idx="minor">
              <a:schemeClr val="tx1"/>
            </a:fontRef>
          </p:style>
        </p:cxnSp>
        <p:pic>
          <p:nvPicPr>
            <p:cNvPr id="66" name="Graphique 65" descr="Utilisateur avec un remplissage uni">
              <a:extLst>
                <a:ext uri="{FF2B5EF4-FFF2-40B4-BE49-F238E27FC236}">
                  <a16:creationId xmlns:a16="http://schemas.microsoft.com/office/drawing/2014/main" id="{29E82C77-2B6C-495B-B016-83E0CD61C68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7759" t="11596" r="14944" b="12219"/>
            <a:stretch/>
          </p:blipFill>
          <p:spPr>
            <a:xfrm>
              <a:off x="5672245" y="4378468"/>
              <a:ext cx="126206" cy="142875"/>
            </a:xfrm>
            <a:prstGeom prst="rect">
              <a:avLst/>
            </a:prstGeom>
          </p:spPr>
        </p:pic>
        <p:cxnSp>
          <p:nvCxnSpPr>
            <p:cNvPr id="67" name="Connecteur droit 66">
              <a:extLst>
                <a:ext uri="{FF2B5EF4-FFF2-40B4-BE49-F238E27FC236}">
                  <a16:creationId xmlns:a16="http://schemas.microsoft.com/office/drawing/2014/main" id="{B0E1CEDB-EBCF-4118-BFAF-0242504F3C7C}"/>
                </a:ext>
              </a:extLst>
            </p:cNvPr>
            <p:cNvCxnSpPr>
              <a:cxnSpLocks/>
              <a:stCxn id="66" idx="3"/>
              <a:endCxn id="53" idx="1"/>
            </p:cNvCxnSpPr>
            <p:nvPr/>
          </p:nvCxnSpPr>
          <p:spPr>
            <a:xfrm flipV="1">
              <a:off x="5798451" y="4287939"/>
              <a:ext cx="583071" cy="16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79B337C2-7C45-4A86-8521-63CAC1E428F9}"/>
                </a:ext>
              </a:extLst>
            </p:cNvPr>
            <p:cNvCxnSpPr>
              <a:cxnSpLocks/>
              <a:stCxn id="66" idx="3"/>
              <a:endCxn id="57" idx="1"/>
            </p:cNvCxnSpPr>
            <p:nvPr/>
          </p:nvCxnSpPr>
          <p:spPr>
            <a:xfrm>
              <a:off x="5798451" y="4449906"/>
              <a:ext cx="291438" cy="14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Connecteur droit 68">
              <a:extLst>
                <a:ext uri="{FF2B5EF4-FFF2-40B4-BE49-F238E27FC236}">
                  <a16:creationId xmlns:a16="http://schemas.microsoft.com/office/drawing/2014/main" id="{5C60E022-4BB2-4D78-9D82-5FA4A105916C}"/>
                </a:ext>
              </a:extLst>
            </p:cNvPr>
            <p:cNvCxnSpPr>
              <a:cxnSpLocks/>
              <a:stCxn id="53" idx="1"/>
              <a:endCxn id="57" idx="1"/>
            </p:cNvCxnSpPr>
            <p:nvPr/>
          </p:nvCxnSpPr>
          <p:spPr>
            <a:xfrm flipH="1">
              <a:off x="6089889" y="4287939"/>
              <a:ext cx="291633" cy="30843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7" name="Groupe 116">
            <a:extLst>
              <a:ext uri="{FF2B5EF4-FFF2-40B4-BE49-F238E27FC236}">
                <a16:creationId xmlns:a16="http://schemas.microsoft.com/office/drawing/2014/main" id="{586A9F7C-39B0-4166-8DDC-BFA0257BD8C2}"/>
              </a:ext>
            </a:extLst>
          </p:cNvPr>
          <p:cNvGrpSpPr/>
          <p:nvPr/>
        </p:nvGrpSpPr>
        <p:grpSpPr>
          <a:xfrm>
            <a:off x="3687445" y="4955586"/>
            <a:ext cx="1310976" cy="914681"/>
            <a:chOff x="5930169" y="5735666"/>
            <a:chExt cx="1310976" cy="914681"/>
          </a:xfrm>
        </p:grpSpPr>
        <p:pic>
          <p:nvPicPr>
            <p:cNvPr id="118" name="Graphique 117" descr="Utilisateur avec un remplissage uni">
              <a:extLst>
                <a:ext uri="{FF2B5EF4-FFF2-40B4-BE49-F238E27FC236}">
                  <a16:creationId xmlns:a16="http://schemas.microsoft.com/office/drawing/2014/main" id="{92C00CC9-CD1B-4FE6-9A1F-E5CCF3E2ACF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34053" y="5957405"/>
              <a:ext cx="126206" cy="142875"/>
            </a:xfrm>
            <a:prstGeom prst="rect">
              <a:avLst/>
            </a:prstGeom>
          </p:spPr>
        </p:pic>
        <p:pic>
          <p:nvPicPr>
            <p:cNvPr id="119" name="Graphique 118" descr="Utilisateur avec un remplissage uni">
              <a:extLst>
                <a:ext uri="{FF2B5EF4-FFF2-40B4-BE49-F238E27FC236}">
                  <a16:creationId xmlns:a16="http://schemas.microsoft.com/office/drawing/2014/main" id="{C3E61264-883D-4B13-B79B-180D4DC96AF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21632" y="6282682"/>
              <a:ext cx="126206" cy="142875"/>
            </a:xfrm>
            <a:prstGeom prst="rect">
              <a:avLst/>
            </a:prstGeom>
          </p:spPr>
        </p:pic>
        <p:pic>
          <p:nvPicPr>
            <p:cNvPr id="120" name="Graphique 119" descr="Utilisateur avec un remplissage uni">
              <a:extLst>
                <a:ext uri="{FF2B5EF4-FFF2-40B4-BE49-F238E27FC236}">
                  <a16:creationId xmlns:a16="http://schemas.microsoft.com/office/drawing/2014/main" id="{001E1EC8-DDD9-4C70-B089-C16753B2AF7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700239" y="6257442"/>
              <a:ext cx="126206" cy="142875"/>
            </a:xfrm>
            <a:prstGeom prst="rect">
              <a:avLst/>
            </a:prstGeom>
          </p:spPr>
        </p:pic>
        <p:pic>
          <p:nvPicPr>
            <p:cNvPr id="121" name="Graphique 120" descr="Utilisateur avec un remplissage uni">
              <a:extLst>
                <a:ext uri="{FF2B5EF4-FFF2-40B4-BE49-F238E27FC236}">
                  <a16:creationId xmlns:a16="http://schemas.microsoft.com/office/drawing/2014/main" id="{3246AE9D-B728-474A-B37D-DB98A8EC6F6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563684" y="6135998"/>
              <a:ext cx="126206" cy="142875"/>
            </a:xfrm>
            <a:prstGeom prst="rect">
              <a:avLst/>
            </a:prstGeom>
          </p:spPr>
        </p:pic>
        <p:pic>
          <p:nvPicPr>
            <p:cNvPr id="122" name="Graphique 121" descr="Utilisateur avec un remplissage uni">
              <a:extLst>
                <a:ext uri="{FF2B5EF4-FFF2-40B4-BE49-F238E27FC236}">
                  <a16:creationId xmlns:a16="http://schemas.microsoft.com/office/drawing/2014/main" id="{27829D3A-2312-4B29-9996-D9B501E743E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1250" y="6507472"/>
              <a:ext cx="126206" cy="142875"/>
            </a:xfrm>
            <a:prstGeom prst="rect">
              <a:avLst/>
            </a:prstGeom>
          </p:spPr>
        </p:pic>
        <p:pic>
          <p:nvPicPr>
            <p:cNvPr id="123" name="Graphique 122" descr="Utilisateur avec un remplissage uni">
              <a:extLst>
                <a:ext uri="{FF2B5EF4-FFF2-40B4-BE49-F238E27FC236}">
                  <a16:creationId xmlns:a16="http://schemas.microsoft.com/office/drawing/2014/main" id="{C0AF231E-7F2A-451B-91BE-A05C4FF9CE7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29870" y="6436035"/>
              <a:ext cx="126206" cy="142875"/>
            </a:xfrm>
            <a:prstGeom prst="rect">
              <a:avLst/>
            </a:prstGeom>
          </p:spPr>
        </p:pic>
        <p:pic>
          <p:nvPicPr>
            <p:cNvPr id="124" name="Graphique 123" descr="Utilisateur avec un remplissage uni">
              <a:extLst>
                <a:ext uri="{FF2B5EF4-FFF2-40B4-BE49-F238E27FC236}">
                  <a16:creationId xmlns:a16="http://schemas.microsoft.com/office/drawing/2014/main" id="{65FC1480-16DE-496A-BC58-E57C68186BE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20237" y="5885968"/>
              <a:ext cx="126206" cy="142875"/>
            </a:xfrm>
            <a:prstGeom prst="rect">
              <a:avLst/>
            </a:prstGeom>
          </p:spPr>
        </p:pic>
        <p:pic>
          <p:nvPicPr>
            <p:cNvPr id="125" name="Graphique 124" descr="Utilisateur avec un remplissage uni">
              <a:extLst>
                <a:ext uri="{FF2B5EF4-FFF2-40B4-BE49-F238E27FC236}">
                  <a16:creationId xmlns:a16="http://schemas.microsoft.com/office/drawing/2014/main" id="{6554A94A-962B-449D-A737-3B0240F5D72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86423" y="6186005"/>
              <a:ext cx="126206" cy="142875"/>
            </a:xfrm>
            <a:prstGeom prst="rect">
              <a:avLst/>
            </a:prstGeom>
          </p:spPr>
        </p:pic>
        <p:pic>
          <p:nvPicPr>
            <p:cNvPr id="126" name="Graphique 125" descr="Utilisateur avec un remplissage uni">
              <a:extLst>
                <a:ext uri="{FF2B5EF4-FFF2-40B4-BE49-F238E27FC236}">
                  <a16:creationId xmlns:a16="http://schemas.microsoft.com/office/drawing/2014/main" id="{17DD51E9-D44D-4A64-9B00-09864714170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49868" y="6064561"/>
              <a:ext cx="126206" cy="142875"/>
            </a:xfrm>
            <a:prstGeom prst="rect">
              <a:avLst/>
            </a:prstGeom>
          </p:spPr>
        </p:pic>
        <p:pic>
          <p:nvPicPr>
            <p:cNvPr id="127" name="Graphique 126" descr="Utilisateur avec un remplissage uni">
              <a:extLst>
                <a:ext uri="{FF2B5EF4-FFF2-40B4-BE49-F238E27FC236}">
                  <a16:creationId xmlns:a16="http://schemas.microsoft.com/office/drawing/2014/main" id="{CFD967A3-A72E-4499-AEE2-AC99170EFFF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835795" y="5932401"/>
              <a:ext cx="126206" cy="142875"/>
            </a:xfrm>
            <a:prstGeom prst="rect">
              <a:avLst/>
            </a:prstGeom>
          </p:spPr>
        </p:pic>
        <p:pic>
          <p:nvPicPr>
            <p:cNvPr id="128" name="Graphique 127" descr="Utilisateur avec un remplissage uni">
              <a:extLst>
                <a:ext uri="{FF2B5EF4-FFF2-40B4-BE49-F238E27FC236}">
                  <a16:creationId xmlns:a16="http://schemas.microsoft.com/office/drawing/2014/main" id="{1381F425-3766-4CCA-9604-4860E192469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70955" y="5753808"/>
              <a:ext cx="126206" cy="142875"/>
            </a:xfrm>
            <a:prstGeom prst="rect">
              <a:avLst/>
            </a:prstGeom>
          </p:spPr>
        </p:pic>
        <p:pic>
          <p:nvPicPr>
            <p:cNvPr id="129" name="Graphique 128" descr="Utilisateur avec un remplissage uni">
              <a:extLst>
                <a:ext uri="{FF2B5EF4-FFF2-40B4-BE49-F238E27FC236}">
                  <a16:creationId xmlns:a16="http://schemas.microsoft.com/office/drawing/2014/main" id="{69C94257-F246-411A-A048-B929630BCD7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961805" y="6275301"/>
              <a:ext cx="126206" cy="142875"/>
            </a:xfrm>
            <a:prstGeom prst="rect">
              <a:avLst/>
            </a:prstGeom>
          </p:spPr>
        </p:pic>
        <p:pic>
          <p:nvPicPr>
            <p:cNvPr id="130" name="Graphique 129" descr="Utilisateur avec un remplissage uni">
              <a:extLst>
                <a:ext uri="{FF2B5EF4-FFF2-40B4-BE49-F238E27FC236}">
                  <a16:creationId xmlns:a16="http://schemas.microsoft.com/office/drawing/2014/main" id="{9B559CF6-0D3A-40C9-BE5E-9BBAF78C0BA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048753" y="5953832"/>
              <a:ext cx="126206" cy="142875"/>
            </a:xfrm>
            <a:prstGeom prst="rect">
              <a:avLst/>
            </a:prstGeom>
          </p:spPr>
        </p:pic>
        <p:pic>
          <p:nvPicPr>
            <p:cNvPr id="131" name="Graphique 130" descr="Utilisateur avec un remplissage uni">
              <a:extLst>
                <a:ext uri="{FF2B5EF4-FFF2-40B4-BE49-F238E27FC236}">
                  <a16:creationId xmlns:a16="http://schemas.microsoft.com/office/drawing/2014/main" id="{7DD5EC02-9812-47AB-9E32-9FF27B2719D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114939" y="6253869"/>
              <a:ext cx="126206" cy="142875"/>
            </a:xfrm>
            <a:prstGeom prst="rect">
              <a:avLst/>
            </a:prstGeom>
          </p:spPr>
        </p:pic>
        <p:pic>
          <p:nvPicPr>
            <p:cNvPr id="132" name="Graphique 131" descr="Utilisateur avec un remplissage uni">
              <a:extLst>
                <a:ext uri="{FF2B5EF4-FFF2-40B4-BE49-F238E27FC236}">
                  <a16:creationId xmlns:a16="http://schemas.microsoft.com/office/drawing/2014/main" id="{ABC87B89-CD9A-4412-B244-06CD206C6C3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02488" y="5735666"/>
              <a:ext cx="126206" cy="142875"/>
            </a:xfrm>
            <a:prstGeom prst="rect">
              <a:avLst/>
            </a:prstGeom>
          </p:spPr>
        </p:pic>
        <p:pic>
          <p:nvPicPr>
            <p:cNvPr id="133" name="Graphique 132" descr="Utilisateur avec un remplissage uni">
              <a:extLst>
                <a:ext uri="{FF2B5EF4-FFF2-40B4-BE49-F238E27FC236}">
                  <a16:creationId xmlns:a16="http://schemas.microsoft.com/office/drawing/2014/main" id="{C795CAA0-339F-410F-A9B5-7260484755F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2119" y="5914259"/>
              <a:ext cx="126206" cy="142875"/>
            </a:xfrm>
            <a:prstGeom prst="rect">
              <a:avLst/>
            </a:prstGeom>
          </p:spPr>
        </p:pic>
        <p:pic>
          <p:nvPicPr>
            <p:cNvPr id="134" name="Graphique 133" descr="Utilisateur avec un remplissage uni">
              <a:extLst>
                <a:ext uri="{FF2B5EF4-FFF2-40B4-BE49-F238E27FC236}">
                  <a16:creationId xmlns:a16="http://schemas.microsoft.com/office/drawing/2014/main" id="{82C77ABE-E0C5-4DF2-9DB4-947EBD972C3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5930169" y="6243154"/>
              <a:ext cx="126206" cy="142875"/>
            </a:xfrm>
            <a:prstGeom prst="rect">
              <a:avLst/>
            </a:prstGeom>
          </p:spPr>
        </p:pic>
        <p:cxnSp>
          <p:nvCxnSpPr>
            <p:cNvPr id="135" name="Connecteur droit 134">
              <a:extLst>
                <a:ext uri="{FF2B5EF4-FFF2-40B4-BE49-F238E27FC236}">
                  <a16:creationId xmlns:a16="http://schemas.microsoft.com/office/drawing/2014/main" id="{AA75E25C-2531-4FF3-9D09-D58B622301A7}"/>
                </a:ext>
              </a:extLst>
            </p:cNvPr>
            <p:cNvCxnSpPr>
              <a:cxnSpLocks/>
              <a:stCxn id="124" idx="3"/>
              <a:endCxn id="13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Connecteur droit 135">
              <a:extLst>
                <a:ext uri="{FF2B5EF4-FFF2-40B4-BE49-F238E27FC236}">
                  <a16:creationId xmlns:a16="http://schemas.microsoft.com/office/drawing/2014/main" id="{23EA402A-6F8D-4C88-9B83-6EF065F8D4E5}"/>
                </a:ext>
              </a:extLst>
            </p:cNvPr>
            <p:cNvCxnSpPr>
              <a:cxnSpLocks/>
              <a:stCxn id="124" idx="3"/>
              <a:endCxn id="125"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Connecteur droit 136">
              <a:extLst>
                <a:ext uri="{FF2B5EF4-FFF2-40B4-BE49-F238E27FC236}">
                  <a16:creationId xmlns:a16="http://schemas.microsoft.com/office/drawing/2014/main" id="{EDB94FA8-A692-4165-8A6A-B07CD5F50CE4}"/>
                </a:ext>
              </a:extLst>
            </p:cNvPr>
            <p:cNvCxnSpPr>
              <a:cxnSpLocks/>
              <a:stCxn id="132" idx="3"/>
              <a:endCxn id="13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9A80119D-B99B-4E8A-B929-25B281DE873A}"/>
                </a:ext>
              </a:extLst>
            </p:cNvPr>
            <p:cNvCxnSpPr>
              <a:cxnSpLocks/>
              <a:stCxn id="133" idx="3"/>
              <a:endCxn id="118"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9" name="Connecteur droit 138">
              <a:extLst>
                <a:ext uri="{FF2B5EF4-FFF2-40B4-BE49-F238E27FC236}">
                  <a16:creationId xmlns:a16="http://schemas.microsoft.com/office/drawing/2014/main" id="{93C68EEF-AF44-4BC2-8FB7-0C850B5D739E}"/>
                </a:ext>
              </a:extLst>
            </p:cNvPr>
            <p:cNvCxnSpPr>
              <a:cxnSpLocks/>
              <a:stCxn id="119" idx="0"/>
              <a:endCxn id="118"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0" name="Connecteur droit 139">
              <a:extLst>
                <a:ext uri="{FF2B5EF4-FFF2-40B4-BE49-F238E27FC236}">
                  <a16:creationId xmlns:a16="http://schemas.microsoft.com/office/drawing/2014/main" id="{B09DB134-C3A9-4576-B02F-A5DF97C57F57}"/>
                </a:ext>
              </a:extLst>
            </p:cNvPr>
            <p:cNvCxnSpPr>
              <a:cxnSpLocks/>
              <a:stCxn id="126" idx="3"/>
              <a:endCxn id="118"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1" name="Connecteur droit 140">
              <a:extLst>
                <a:ext uri="{FF2B5EF4-FFF2-40B4-BE49-F238E27FC236}">
                  <a16:creationId xmlns:a16="http://schemas.microsoft.com/office/drawing/2014/main" id="{22893FE1-2726-4D04-8447-0178E5B5BD83}"/>
                </a:ext>
              </a:extLst>
            </p:cNvPr>
            <p:cNvCxnSpPr>
              <a:cxnSpLocks/>
              <a:stCxn id="126" idx="3"/>
              <a:endCxn id="119"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2D24142C-2EB1-40CD-A000-A34F361DBBE2}"/>
                </a:ext>
              </a:extLst>
            </p:cNvPr>
            <p:cNvCxnSpPr>
              <a:cxnSpLocks/>
              <a:stCxn id="132" idx="3"/>
              <a:endCxn id="12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3446D998-AB89-4CCB-9F8D-59EB98A03B20}"/>
                </a:ext>
              </a:extLst>
            </p:cNvPr>
            <p:cNvCxnSpPr>
              <a:cxnSpLocks/>
              <a:stCxn id="126" idx="0"/>
              <a:endCxn id="124"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2D06B7C8-8164-4C93-A83C-67EB150B42E8}"/>
                </a:ext>
              </a:extLst>
            </p:cNvPr>
            <p:cNvCxnSpPr>
              <a:cxnSpLocks/>
              <a:stCxn id="132" idx="1"/>
              <a:endCxn id="126"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858EDAED-F47D-4F4F-8A67-F37D4463F83B}"/>
                </a:ext>
              </a:extLst>
            </p:cNvPr>
            <p:cNvCxnSpPr>
              <a:cxnSpLocks/>
              <a:stCxn id="132" idx="3"/>
              <a:endCxn id="118"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7916C655-60B9-4B43-B40D-AE96720210D5}"/>
                </a:ext>
              </a:extLst>
            </p:cNvPr>
            <p:cNvCxnSpPr>
              <a:cxnSpLocks/>
              <a:stCxn id="122" idx="1"/>
              <a:endCxn id="13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7" name="Connecteur droit 146">
              <a:extLst>
                <a:ext uri="{FF2B5EF4-FFF2-40B4-BE49-F238E27FC236}">
                  <a16:creationId xmlns:a16="http://schemas.microsoft.com/office/drawing/2014/main" id="{513532F2-BA74-44C7-A035-AF7FD4053F87}"/>
                </a:ext>
              </a:extLst>
            </p:cNvPr>
            <p:cNvCxnSpPr>
              <a:cxnSpLocks/>
              <a:stCxn id="125" idx="1"/>
              <a:endCxn id="13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Connecteur droit 147">
              <a:extLst>
                <a:ext uri="{FF2B5EF4-FFF2-40B4-BE49-F238E27FC236}">
                  <a16:creationId xmlns:a16="http://schemas.microsoft.com/office/drawing/2014/main" id="{83F740DA-DA26-453D-AD50-1325AF5A9A5D}"/>
                </a:ext>
              </a:extLst>
            </p:cNvPr>
            <p:cNvCxnSpPr>
              <a:cxnSpLocks/>
              <a:stCxn id="119" idx="1"/>
              <a:endCxn id="122"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9" name="Connecteur droit 148">
              <a:extLst>
                <a:ext uri="{FF2B5EF4-FFF2-40B4-BE49-F238E27FC236}">
                  <a16:creationId xmlns:a16="http://schemas.microsoft.com/office/drawing/2014/main" id="{0C339290-61B9-4E2A-A3F6-56780AAE434E}"/>
                </a:ext>
              </a:extLst>
            </p:cNvPr>
            <p:cNvCxnSpPr>
              <a:cxnSpLocks/>
              <a:stCxn id="119" idx="1"/>
              <a:endCxn id="13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0" name="Connecteur droit 149">
              <a:extLst>
                <a:ext uri="{FF2B5EF4-FFF2-40B4-BE49-F238E27FC236}">
                  <a16:creationId xmlns:a16="http://schemas.microsoft.com/office/drawing/2014/main" id="{6DE09E55-BE4F-4C7A-BAEF-B17B43BBE018}"/>
                </a:ext>
              </a:extLst>
            </p:cNvPr>
            <p:cNvCxnSpPr>
              <a:cxnSpLocks/>
              <a:stCxn id="125" idx="3"/>
              <a:endCxn id="122"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1" name="Connecteur droit 150">
              <a:extLst>
                <a:ext uri="{FF2B5EF4-FFF2-40B4-BE49-F238E27FC236}">
                  <a16:creationId xmlns:a16="http://schemas.microsoft.com/office/drawing/2014/main" id="{B5F4CC08-27E3-424E-9F92-BC32AB526E13}"/>
                </a:ext>
              </a:extLst>
            </p:cNvPr>
            <p:cNvCxnSpPr>
              <a:cxnSpLocks/>
              <a:stCxn id="121" idx="2"/>
              <a:endCxn id="120"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2" name="Connecteur droit 151">
              <a:extLst>
                <a:ext uri="{FF2B5EF4-FFF2-40B4-BE49-F238E27FC236}">
                  <a16:creationId xmlns:a16="http://schemas.microsoft.com/office/drawing/2014/main" id="{70978874-3A37-4917-8DA2-ABA3B79A59D5}"/>
                </a:ext>
              </a:extLst>
            </p:cNvPr>
            <p:cNvCxnSpPr>
              <a:cxnSpLocks/>
              <a:stCxn id="126" idx="3"/>
              <a:endCxn id="121"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960CFD94-D883-4D82-93AF-AA0850DD03F0}"/>
                </a:ext>
              </a:extLst>
            </p:cNvPr>
            <p:cNvCxnSpPr>
              <a:cxnSpLocks/>
              <a:stCxn id="121" idx="3"/>
              <a:endCxn id="12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C0970649-6A30-4FDC-9FBE-C315C43B7859}"/>
                </a:ext>
              </a:extLst>
            </p:cNvPr>
            <p:cNvCxnSpPr>
              <a:cxnSpLocks/>
              <a:stCxn id="120" idx="0"/>
              <a:endCxn id="12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5" name="Connecteur droit 154">
              <a:extLst>
                <a:ext uri="{FF2B5EF4-FFF2-40B4-BE49-F238E27FC236}">
                  <a16:creationId xmlns:a16="http://schemas.microsoft.com/office/drawing/2014/main" id="{2377F93F-F3A2-4A32-B90B-C30D86943139}"/>
                </a:ext>
              </a:extLst>
            </p:cNvPr>
            <p:cNvCxnSpPr>
              <a:stCxn id="119" idx="3"/>
              <a:endCxn id="123"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Connecteur droit 155">
              <a:extLst>
                <a:ext uri="{FF2B5EF4-FFF2-40B4-BE49-F238E27FC236}">
                  <a16:creationId xmlns:a16="http://schemas.microsoft.com/office/drawing/2014/main" id="{A0C85817-D765-488C-BA76-AD47A8196128}"/>
                </a:ext>
              </a:extLst>
            </p:cNvPr>
            <p:cNvCxnSpPr>
              <a:cxnSpLocks/>
              <a:stCxn id="122" idx="3"/>
              <a:endCxn id="120"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Connecteur droit 156">
              <a:extLst>
                <a:ext uri="{FF2B5EF4-FFF2-40B4-BE49-F238E27FC236}">
                  <a16:creationId xmlns:a16="http://schemas.microsoft.com/office/drawing/2014/main" id="{3E1B08F8-1E28-495E-B0FD-595A9D5BF6FC}"/>
                </a:ext>
              </a:extLst>
            </p:cNvPr>
            <p:cNvCxnSpPr>
              <a:cxnSpLocks/>
              <a:stCxn id="120" idx="1"/>
              <a:endCxn id="119"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8" name="Connecteur droit 157">
              <a:extLst>
                <a:ext uri="{FF2B5EF4-FFF2-40B4-BE49-F238E27FC236}">
                  <a16:creationId xmlns:a16="http://schemas.microsoft.com/office/drawing/2014/main" id="{A8BA3FD2-D941-49EB-A17E-0808246B6380}"/>
                </a:ext>
              </a:extLst>
            </p:cNvPr>
            <p:cNvCxnSpPr>
              <a:cxnSpLocks/>
              <a:stCxn id="130" idx="2"/>
              <a:endCxn id="123"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6FEB9A18-A3FD-425E-837F-F0B4DE2E783A}"/>
                </a:ext>
              </a:extLst>
            </p:cNvPr>
            <p:cNvCxnSpPr>
              <a:stCxn id="131" idx="0"/>
              <a:endCxn id="12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0B464514-D2A2-4468-A37D-7ACA866660D9}"/>
                </a:ext>
              </a:extLst>
            </p:cNvPr>
            <p:cNvCxnSpPr>
              <a:cxnSpLocks/>
              <a:stCxn id="127" idx="2"/>
              <a:endCxn id="12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E81E726F-1C78-45B7-BE85-393C811C4D96}"/>
                </a:ext>
              </a:extLst>
            </p:cNvPr>
            <p:cNvCxnSpPr>
              <a:cxnSpLocks/>
              <a:stCxn id="133" idx="2"/>
              <a:endCxn id="12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A22E0B1D-D718-4E92-BD27-711A05EE17E3}"/>
                </a:ext>
              </a:extLst>
            </p:cNvPr>
            <p:cNvCxnSpPr>
              <a:cxnSpLocks/>
              <a:stCxn id="129" idx="0"/>
              <a:endCxn id="13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69F435EA-EF74-4DCA-A1E4-11F7FCF1475E}"/>
                </a:ext>
              </a:extLst>
            </p:cNvPr>
            <p:cNvCxnSpPr>
              <a:cxnSpLocks/>
              <a:stCxn id="130" idx="2"/>
              <a:endCxn id="120"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793011"/>
      </p:ext>
    </p:extLst>
  </p:cSld>
  <p:clrMapOvr>
    <a:masterClrMapping/>
  </p:clrMapOvr>
  <mc:AlternateContent xmlns:mc="http://schemas.openxmlformats.org/markup-compatibility/2006" xmlns:p14="http://schemas.microsoft.com/office/powerpoint/2010/main">
    <mc:Choice Requires="p14">
      <p:transition spd="slow" p14:dur="2000" advTm="23696"/>
    </mc:Choice>
    <mc:Fallback xmlns="">
      <p:transition spd="slow" advTm="2369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Story</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FF078563-9E9A-44E0-AB98-7D97CB1E8E1B}"/>
              </a:ext>
            </a:extLst>
          </p:cNvPr>
          <p:cNvSpPr/>
          <p:nvPr/>
        </p:nvSpPr>
        <p:spPr>
          <a:xfrm>
            <a:off x="2050743" y="2610034"/>
            <a:ext cx="3959440" cy="1695635"/>
          </a:xfrm>
          <a:prstGeom prst="wedgeEllipseCallout">
            <a:avLst>
              <a:gd name="adj1" fmla="val 62499"/>
              <a:gd name="adj2" fmla="val 80395"/>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 must stay connected with too many people at the same time ! </a:t>
            </a:r>
          </a:p>
          <a:p>
            <a:pPr algn="ctr"/>
            <a:r>
              <a:rPr lang="en-US" dirty="0">
                <a:solidFill>
                  <a:schemeClr val="bg1"/>
                </a:solidFill>
              </a:rPr>
              <a:t>I cannot handle it anymore </a:t>
            </a:r>
          </a:p>
        </p:txBody>
      </p:sp>
      <p:pic>
        <p:nvPicPr>
          <p:cNvPr id="7" name="Graphique 6" descr="Personne confuse avec un remplissage uni">
            <a:extLst>
              <a:ext uri="{FF2B5EF4-FFF2-40B4-BE49-F238E27FC236}">
                <a16:creationId xmlns:a16="http://schemas.microsoft.com/office/drawing/2014/main" id="{EE2813C8-1036-4894-BAEB-D789CFB1B06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9" name="Graphique 8" descr="Visage étourdi avec un remplissage uni avec un remplissage uni">
            <a:extLst>
              <a:ext uri="{FF2B5EF4-FFF2-40B4-BE49-F238E27FC236}">
                <a16:creationId xmlns:a16="http://schemas.microsoft.com/office/drawing/2014/main" id="{3BD56CA3-2914-4DA3-93F1-895F8E6961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74337" y="3548138"/>
            <a:ext cx="1515061" cy="1515061"/>
          </a:xfrm>
          <a:prstGeom prst="rect">
            <a:avLst/>
          </a:prstGeom>
        </p:spPr>
      </p:pic>
    </p:spTree>
    <p:extLst>
      <p:ext uri="{BB962C8B-B14F-4D97-AF65-F5344CB8AC3E}">
        <p14:creationId xmlns:p14="http://schemas.microsoft.com/office/powerpoint/2010/main" val="3588673319"/>
      </p:ext>
    </p:extLst>
  </p:cSld>
  <p:clrMapOvr>
    <a:masterClrMapping/>
  </p:clrMapOvr>
  <mc:AlternateContent xmlns:mc="http://schemas.openxmlformats.org/markup-compatibility/2006" xmlns:p14="http://schemas.microsoft.com/office/powerpoint/2010/main">
    <mc:Choice Requires="p14">
      <p:transition spd="slow" p14:dur="2000" advTm="9400"/>
    </mc:Choice>
    <mc:Fallback xmlns="">
      <p:transition spd="slow" advTm="94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2EBA21C-E9FB-4320-A234-2369D750B818}"/>
              </a:ext>
            </a:extLst>
          </p:cNvPr>
          <p:cNvSpPr>
            <a:spLocks noGrp="1"/>
          </p:cNvSpPr>
          <p:nvPr>
            <p:ph type="title"/>
          </p:nvPr>
        </p:nvSpPr>
        <p:spPr/>
        <p:txBody>
          <a:bodyPr>
            <a:normAutofit fontScale="90000"/>
          </a:bodyPr>
          <a:lstStyle/>
          <a:p>
            <a:r>
              <a:rPr lang="en-US" dirty="0"/>
              <a:t>Challenge P18</a:t>
            </a:r>
            <a:br>
              <a:rPr lang="en-US" dirty="0"/>
            </a:br>
            <a:r>
              <a:rPr lang="en-US" dirty="0"/>
              <a:t>Limit of links for an individual</a:t>
            </a:r>
          </a:p>
        </p:txBody>
      </p:sp>
      <p:grpSp>
        <p:nvGrpSpPr>
          <p:cNvPr id="9" name="Groupe 8">
            <a:extLst>
              <a:ext uri="{FF2B5EF4-FFF2-40B4-BE49-F238E27FC236}">
                <a16:creationId xmlns:a16="http://schemas.microsoft.com/office/drawing/2014/main" id="{F0EE7946-36BF-4A2F-9A17-98F59452EC61}"/>
              </a:ext>
            </a:extLst>
          </p:cNvPr>
          <p:cNvGrpSpPr/>
          <p:nvPr/>
        </p:nvGrpSpPr>
        <p:grpSpPr>
          <a:xfrm>
            <a:off x="1674705" y="2335980"/>
            <a:ext cx="798990" cy="4379105"/>
            <a:chOff x="523783" y="2335980"/>
            <a:chExt cx="798990" cy="4128118"/>
          </a:xfrm>
        </p:grpSpPr>
        <p:sp>
          <p:nvSpPr>
            <p:cNvPr id="6" name="Flèche : haut 5">
              <a:extLst>
                <a:ext uri="{FF2B5EF4-FFF2-40B4-BE49-F238E27FC236}">
                  <a16:creationId xmlns:a16="http://schemas.microsoft.com/office/drawing/2014/main" id="{C8CBB13F-4D9B-47AD-B63B-F8437ECC7EC9}"/>
                </a:ext>
              </a:extLst>
            </p:cNvPr>
            <p:cNvSpPr/>
            <p:nvPr/>
          </p:nvSpPr>
          <p:spPr>
            <a:xfrm>
              <a:off x="523783" y="2335981"/>
              <a:ext cx="798990" cy="412811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èche : haut 6">
              <a:extLst>
                <a:ext uri="{FF2B5EF4-FFF2-40B4-BE49-F238E27FC236}">
                  <a16:creationId xmlns:a16="http://schemas.microsoft.com/office/drawing/2014/main" id="{AB2074FB-1D6C-4668-AD9B-4960D1AABE73}"/>
                </a:ext>
              </a:extLst>
            </p:cNvPr>
            <p:cNvSpPr/>
            <p:nvPr/>
          </p:nvSpPr>
          <p:spPr>
            <a:xfrm>
              <a:off x="523783" y="2335981"/>
              <a:ext cx="798990" cy="2902904"/>
            </a:xfrm>
            <a:prstGeom prst="up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èche : haut 7">
              <a:extLst>
                <a:ext uri="{FF2B5EF4-FFF2-40B4-BE49-F238E27FC236}">
                  <a16:creationId xmlns:a16="http://schemas.microsoft.com/office/drawing/2014/main" id="{A5AEB0E0-A67B-44B0-B0AF-720F535424AF}"/>
                </a:ext>
              </a:extLst>
            </p:cNvPr>
            <p:cNvSpPr/>
            <p:nvPr/>
          </p:nvSpPr>
          <p:spPr>
            <a:xfrm>
              <a:off x="523783" y="2335980"/>
              <a:ext cx="798990" cy="1669003"/>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Espace réservé du contenu 5">
            <a:extLst>
              <a:ext uri="{FF2B5EF4-FFF2-40B4-BE49-F238E27FC236}">
                <a16:creationId xmlns:a16="http://schemas.microsoft.com/office/drawing/2014/main" id="{B62F8D2D-D390-4C7F-BE80-38743DF4F3DC}"/>
              </a:ext>
            </a:extLst>
          </p:cNvPr>
          <p:cNvSpPr>
            <a:spLocks noGrp="1"/>
          </p:cNvSpPr>
          <p:nvPr>
            <p:ph idx="1"/>
          </p:nvPr>
        </p:nvSpPr>
        <p:spPr>
          <a:xfrm>
            <a:off x="8617509" y="2477136"/>
            <a:ext cx="3127744" cy="3986961"/>
          </a:xfrm>
        </p:spPr>
        <p:txBody>
          <a:bodyPr>
            <a:normAutofit fontScale="92500"/>
          </a:bodyPr>
          <a:lstStyle/>
          <a:p>
            <a:pPr marL="0" indent="0">
              <a:buNone/>
            </a:pPr>
            <a:r>
              <a:rPr lang="en-US" sz="1400" dirty="0"/>
              <a:t>Any individual has a limited capacity to handle a high number of relationships, no matter how high the limit can specifically be. </a:t>
            </a:r>
          </a:p>
          <a:p>
            <a:pPr marL="0" indent="0">
              <a:buNone/>
            </a:pPr>
            <a:r>
              <a:rPr lang="en-US" sz="1400" dirty="0"/>
              <a:t>When numbers of link exceed key thresholds, which are specific to each person in his/her own context, the general quality of the link decreases. </a:t>
            </a:r>
          </a:p>
          <a:p>
            <a:pPr marL="0" indent="0">
              <a:buNone/>
            </a:pPr>
            <a:r>
              <a:rPr lang="en-US" sz="1400" dirty="0"/>
              <a:t>Depending on the importance of Link in your community, such decrease can be damaging for your Community.</a:t>
            </a:r>
          </a:p>
          <a:p>
            <a:pPr marL="0" indent="0">
              <a:buNone/>
            </a:pPr>
            <a:r>
              <a:rPr lang="en-US" sz="1400" dirty="0"/>
              <a:t>When targeting a specific pattern, or even managing a Community Booster activity, one should consider this effect. </a:t>
            </a:r>
          </a:p>
        </p:txBody>
      </p:sp>
      <p:grpSp>
        <p:nvGrpSpPr>
          <p:cNvPr id="17" name="Groupe 16">
            <a:extLst>
              <a:ext uri="{FF2B5EF4-FFF2-40B4-BE49-F238E27FC236}">
                <a16:creationId xmlns:a16="http://schemas.microsoft.com/office/drawing/2014/main" id="{DF4158D2-2B4E-4CA0-B228-A3019BBDF143}"/>
              </a:ext>
            </a:extLst>
          </p:cNvPr>
          <p:cNvGrpSpPr/>
          <p:nvPr/>
        </p:nvGrpSpPr>
        <p:grpSpPr>
          <a:xfrm>
            <a:off x="702070" y="2977848"/>
            <a:ext cx="823567" cy="747280"/>
            <a:chOff x="6199632" y="3562085"/>
            <a:chExt cx="2876573" cy="2610115"/>
          </a:xfrm>
        </p:grpSpPr>
        <p:pic>
          <p:nvPicPr>
            <p:cNvPr id="15" name="Graphique 14" descr="Personne confuse avec un remplissage uni">
              <a:extLst>
                <a:ext uri="{FF2B5EF4-FFF2-40B4-BE49-F238E27FC236}">
                  <a16:creationId xmlns:a16="http://schemas.microsoft.com/office/drawing/2014/main" id="{0D7641DB-16C4-4441-8384-4B8A8843C8F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16" name="Graphique 15" descr="Visage étourdi avec un remplissage uni avec un remplissage uni">
              <a:extLst>
                <a:ext uri="{FF2B5EF4-FFF2-40B4-BE49-F238E27FC236}">
                  <a16:creationId xmlns:a16="http://schemas.microsoft.com/office/drawing/2014/main" id="{176B6CAD-3CCC-42DD-9CF8-127AD3A239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0387" y="3562085"/>
              <a:ext cx="1515060" cy="1515060"/>
            </a:xfrm>
            <a:prstGeom prst="rect">
              <a:avLst/>
            </a:prstGeom>
          </p:spPr>
        </p:pic>
      </p:grpSp>
      <p:pic>
        <p:nvPicPr>
          <p:cNvPr id="24" name="Graphique 23" descr="Personne confuse avec un remplissage uni">
            <a:extLst>
              <a:ext uri="{FF2B5EF4-FFF2-40B4-BE49-F238E27FC236}">
                <a16:creationId xmlns:a16="http://schemas.microsoft.com/office/drawing/2014/main" id="{B5B8C51C-66B2-4492-9191-111AC60A12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65514" y="4848085"/>
            <a:ext cx="823567" cy="354606"/>
          </a:xfrm>
          <a:prstGeom prst="rect">
            <a:avLst/>
          </a:prstGeom>
        </p:spPr>
      </p:pic>
      <p:grpSp>
        <p:nvGrpSpPr>
          <p:cNvPr id="33" name="Groupe 32">
            <a:extLst>
              <a:ext uri="{FF2B5EF4-FFF2-40B4-BE49-F238E27FC236}">
                <a16:creationId xmlns:a16="http://schemas.microsoft.com/office/drawing/2014/main" id="{DBC52ECB-3AFC-4386-83FF-36016C48DEFE}"/>
              </a:ext>
            </a:extLst>
          </p:cNvPr>
          <p:cNvGrpSpPr/>
          <p:nvPr/>
        </p:nvGrpSpPr>
        <p:grpSpPr>
          <a:xfrm>
            <a:off x="679153" y="5586193"/>
            <a:ext cx="823567" cy="762424"/>
            <a:chOff x="460386" y="5586192"/>
            <a:chExt cx="823567" cy="762424"/>
          </a:xfrm>
        </p:grpSpPr>
        <p:pic>
          <p:nvPicPr>
            <p:cNvPr id="27" name="Graphique 26" descr="Personne confuse avec un remplissage uni">
              <a:extLst>
                <a:ext uri="{FF2B5EF4-FFF2-40B4-BE49-F238E27FC236}">
                  <a16:creationId xmlns:a16="http://schemas.microsoft.com/office/drawing/2014/main" id="{C4AD9228-A430-4A9F-8C7A-946DE6ADC0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60386" y="5994010"/>
              <a:ext cx="823567" cy="354606"/>
            </a:xfrm>
            <a:prstGeom prst="rect">
              <a:avLst/>
            </a:prstGeom>
          </p:spPr>
        </p:pic>
        <p:pic>
          <p:nvPicPr>
            <p:cNvPr id="30" name="Graphique 29" descr="Visage au large sourire avec remplissage solide avec un remplissage uni">
              <a:extLst>
                <a:ext uri="{FF2B5EF4-FFF2-40B4-BE49-F238E27FC236}">
                  <a16:creationId xmlns:a16="http://schemas.microsoft.com/office/drawing/2014/main" id="{D3F8847E-A313-40F8-8987-5D85D0DA81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3569" y="5586192"/>
              <a:ext cx="457200" cy="457200"/>
            </a:xfrm>
            <a:prstGeom prst="rect">
              <a:avLst/>
            </a:prstGeom>
          </p:spPr>
        </p:pic>
      </p:grpSp>
      <p:pic>
        <p:nvPicPr>
          <p:cNvPr id="37" name="Graphique 36" descr="Visage sans expression avec remplissage uni avec un remplissage uni">
            <a:extLst>
              <a:ext uri="{FF2B5EF4-FFF2-40B4-BE49-F238E27FC236}">
                <a16:creationId xmlns:a16="http://schemas.microsoft.com/office/drawing/2014/main" id="{E094D711-EB6B-4657-B13E-1723CC3D22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4623" y="4359026"/>
            <a:ext cx="517032" cy="517032"/>
          </a:xfrm>
          <a:prstGeom prst="rect">
            <a:avLst/>
          </a:prstGeom>
        </p:spPr>
      </p:pic>
      <p:sp>
        <p:nvSpPr>
          <p:cNvPr id="38" name="Espace réservé du contenu 5">
            <a:extLst>
              <a:ext uri="{FF2B5EF4-FFF2-40B4-BE49-F238E27FC236}">
                <a16:creationId xmlns:a16="http://schemas.microsoft.com/office/drawing/2014/main" id="{77100F6E-69B6-4067-8D1D-3AD10394AAC5}"/>
              </a:ext>
            </a:extLst>
          </p:cNvPr>
          <p:cNvSpPr txBox="1">
            <a:spLocks/>
          </p:cNvSpPr>
          <p:nvPr/>
        </p:nvSpPr>
        <p:spPr>
          <a:xfrm>
            <a:off x="1196398" y="2064317"/>
            <a:ext cx="1755604" cy="27166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t>Number of links</a:t>
            </a:r>
          </a:p>
        </p:txBody>
      </p:sp>
      <p:grpSp>
        <p:nvGrpSpPr>
          <p:cNvPr id="117" name="Groupe 116">
            <a:extLst>
              <a:ext uri="{FF2B5EF4-FFF2-40B4-BE49-F238E27FC236}">
                <a16:creationId xmlns:a16="http://schemas.microsoft.com/office/drawing/2014/main" id="{94AAF633-F51E-44F2-AD73-4B492C829AFF}"/>
              </a:ext>
            </a:extLst>
          </p:cNvPr>
          <p:cNvGrpSpPr/>
          <p:nvPr/>
        </p:nvGrpSpPr>
        <p:grpSpPr>
          <a:xfrm>
            <a:off x="2107917" y="2677914"/>
            <a:ext cx="6289554" cy="4085550"/>
            <a:chOff x="2107917" y="2677914"/>
            <a:chExt cx="6289554" cy="4085550"/>
          </a:xfrm>
        </p:grpSpPr>
        <p:sp>
          <p:nvSpPr>
            <p:cNvPr id="11" name="Espace réservé du contenu 5">
              <a:extLst>
                <a:ext uri="{FF2B5EF4-FFF2-40B4-BE49-F238E27FC236}">
                  <a16:creationId xmlns:a16="http://schemas.microsoft.com/office/drawing/2014/main" id="{EF97DAF6-EE6C-4855-A64C-6B319F6BE215}"/>
                </a:ext>
              </a:extLst>
            </p:cNvPr>
            <p:cNvSpPr txBox="1">
              <a:spLocks/>
            </p:cNvSpPr>
            <p:nvPr/>
          </p:nvSpPr>
          <p:spPr>
            <a:xfrm>
              <a:off x="2109642" y="6260981"/>
              <a:ext cx="1831818"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Respond to messages thoroughly</a:t>
              </a:r>
            </a:p>
          </p:txBody>
        </p:sp>
        <p:sp>
          <p:nvSpPr>
            <p:cNvPr id="13" name="Espace réservé du contenu 5">
              <a:extLst>
                <a:ext uri="{FF2B5EF4-FFF2-40B4-BE49-F238E27FC236}">
                  <a16:creationId xmlns:a16="http://schemas.microsoft.com/office/drawing/2014/main" id="{14D575D4-270D-4D18-BA1F-B1DC98036BFE}"/>
                </a:ext>
              </a:extLst>
            </p:cNvPr>
            <p:cNvSpPr txBox="1">
              <a:spLocks/>
            </p:cNvSpPr>
            <p:nvPr/>
          </p:nvSpPr>
          <p:spPr>
            <a:xfrm>
              <a:off x="5740473" y="6309360"/>
              <a:ext cx="1347574"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Careful listening, Empathy</a:t>
              </a:r>
            </a:p>
          </p:txBody>
        </p:sp>
        <p:sp>
          <p:nvSpPr>
            <p:cNvPr id="14" name="Espace réservé du contenu 5">
              <a:extLst>
                <a:ext uri="{FF2B5EF4-FFF2-40B4-BE49-F238E27FC236}">
                  <a16:creationId xmlns:a16="http://schemas.microsoft.com/office/drawing/2014/main" id="{44E9F356-77DD-44BE-A2A4-59033D1FE83E}"/>
                </a:ext>
              </a:extLst>
            </p:cNvPr>
            <p:cNvSpPr txBox="1">
              <a:spLocks/>
            </p:cNvSpPr>
            <p:nvPr/>
          </p:nvSpPr>
          <p:spPr>
            <a:xfrm>
              <a:off x="4046811" y="6309360"/>
              <a:ext cx="1583643"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Informal moments with other members</a:t>
              </a:r>
            </a:p>
          </p:txBody>
        </p:sp>
        <p:sp>
          <p:nvSpPr>
            <p:cNvPr id="18" name="Espace réservé du contenu 5">
              <a:extLst>
                <a:ext uri="{FF2B5EF4-FFF2-40B4-BE49-F238E27FC236}">
                  <a16:creationId xmlns:a16="http://schemas.microsoft.com/office/drawing/2014/main" id="{2AAD34ED-E092-4F99-A4EE-D56B75138B2A}"/>
                </a:ext>
              </a:extLst>
            </p:cNvPr>
            <p:cNvSpPr txBox="1">
              <a:spLocks/>
            </p:cNvSpPr>
            <p:nvPr/>
          </p:nvSpPr>
          <p:spPr>
            <a:xfrm>
              <a:off x="7049897" y="6309360"/>
              <a:ext cx="1347574"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Sustainable effort in relationships</a:t>
              </a:r>
            </a:p>
          </p:txBody>
        </p:sp>
        <p:sp>
          <p:nvSpPr>
            <p:cNvPr id="19" name="Espace réservé du contenu 5">
              <a:extLst>
                <a:ext uri="{FF2B5EF4-FFF2-40B4-BE49-F238E27FC236}">
                  <a16:creationId xmlns:a16="http://schemas.microsoft.com/office/drawing/2014/main" id="{47BBB372-0854-415E-A500-7AE30D0F60A5}"/>
                </a:ext>
              </a:extLst>
            </p:cNvPr>
            <p:cNvSpPr txBox="1">
              <a:spLocks/>
            </p:cNvSpPr>
            <p:nvPr/>
          </p:nvSpPr>
          <p:spPr>
            <a:xfrm>
              <a:off x="2107917" y="3372098"/>
              <a:ext cx="1831818"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Mistakes, blunder or worse in responses </a:t>
              </a:r>
            </a:p>
          </p:txBody>
        </p:sp>
        <p:sp>
          <p:nvSpPr>
            <p:cNvPr id="20" name="Espace réservé du contenu 5">
              <a:extLst>
                <a:ext uri="{FF2B5EF4-FFF2-40B4-BE49-F238E27FC236}">
                  <a16:creationId xmlns:a16="http://schemas.microsoft.com/office/drawing/2014/main" id="{F7266F53-7C46-4C18-B0AD-F9234272AD17}"/>
                </a:ext>
              </a:extLst>
            </p:cNvPr>
            <p:cNvSpPr txBox="1">
              <a:spLocks/>
            </p:cNvSpPr>
            <p:nvPr/>
          </p:nvSpPr>
          <p:spPr>
            <a:xfrm>
              <a:off x="5856124" y="3371126"/>
              <a:ext cx="1101293" cy="68734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Inability to empathize</a:t>
              </a:r>
            </a:p>
          </p:txBody>
        </p:sp>
        <p:sp>
          <p:nvSpPr>
            <p:cNvPr id="21" name="Espace réservé du contenu 5">
              <a:extLst>
                <a:ext uri="{FF2B5EF4-FFF2-40B4-BE49-F238E27FC236}">
                  <a16:creationId xmlns:a16="http://schemas.microsoft.com/office/drawing/2014/main" id="{F04A76C6-ABD3-4F8D-A39A-63F4A88EBBB0}"/>
                </a:ext>
              </a:extLst>
            </p:cNvPr>
            <p:cNvSpPr txBox="1">
              <a:spLocks/>
            </p:cNvSpPr>
            <p:nvPr/>
          </p:nvSpPr>
          <p:spPr>
            <a:xfrm>
              <a:off x="4076055" y="3354392"/>
              <a:ext cx="1469205"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Only formal moments </a:t>
              </a:r>
            </a:p>
          </p:txBody>
        </p:sp>
        <p:sp>
          <p:nvSpPr>
            <p:cNvPr id="22" name="Espace réservé du contenu 5">
              <a:extLst>
                <a:ext uri="{FF2B5EF4-FFF2-40B4-BE49-F238E27FC236}">
                  <a16:creationId xmlns:a16="http://schemas.microsoft.com/office/drawing/2014/main" id="{2537F636-16DB-4200-8382-254ED3E8F598}"/>
                </a:ext>
              </a:extLst>
            </p:cNvPr>
            <p:cNvSpPr txBox="1">
              <a:spLocks/>
            </p:cNvSpPr>
            <p:nvPr/>
          </p:nvSpPr>
          <p:spPr>
            <a:xfrm>
              <a:off x="7174317" y="3354392"/>
              <a:ext cx="1101293"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Link Fatigue</a:t>
              </a:r>
            </a:p>
          </p:txBody>
        </p:sp>
        <p:sp>
          <p:nvSpPr>
            <p:cNvPr id="31" name="Espace réservé du contenu 5">
              <a:extLst>
                <a:ext uri="{FF2B5EF4-FFF2-40B4-BE49-F238E27FC236}">
                  <a16:creationId xmlns:a16="http://schemas.microsoft.com/office/drawing/2014/main" id="{48AB7A35-45F7-4430-BAED-974B1E032699}"/>
                </a:ext>
              </a:extLst>
            </p:cNvPr>
            <p:cNvSpPr txBox="1">
              <a:spLocks/>
            </p:cNvSpPr>
            <p:nvPr/>
          </p:nvSpPr>
          <p:spPr>
            <a:xfrm>
              <a:off x="2215181" y="4646422"/>
              <a:ext cx="1501433" cy="62262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Shorter, less content-rich, less personal responses</a:t>
              </a:r>
            </a:p>
          </p:txBody>
        </p:sp>
        <p:sp>
          <p:nvSpPr>
            <p:cNvPr id="32" name="Espace réservé du contenu 5">
              <a:extLst>
                <a:ext uri="{FF2B5EF4-FFF2-40B4-BE49-F238E27FC236}">
                  <a16:creationId xmlns:a16="http://schemas.microsoft.com/office/drawing/2014/main" id="{9B4C3F4C-3ADF-413A-B97F-295DC71700CE}"/>
                </a:ext>
              </a:extLst>
            </p:cNvPr>
            <p:cNvSpPr txBox="1">
              <a:spLocks/>
            </p:cNvSpPr>
            <p:nvPr/>
          </p:nvSpPr>
          <p:spPr>
            <a:xfrm>
              <a:off x="3939841" y="4623019"/>
              <a:ext cx="1681530" cy="6694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Informal moments with shortlist of closest members only</a:t>
              </a:r>
            </a:p>
          </p:txBody>
        </p:sp>
        <p:sp>
          <p:nvSpPr>
            <p:cNvPr id="34" name="Espace réservé du contenu 5">
              <a:extLst>
                <a:ext uri="{FF2B5EF4-FFF2-40B4-BE49-F238E27FC236}">
                  <a16:creationId xmlns:a16="http://schemas.microsoft.com/office/drawing/2014/main" id="{6C48302F-5FF8-46BA-A91F-ABF9A511506A}"/>
                </a:ext>
              </a:extLst>
            </p:cNvPr>
            <p:cNvSpPr txBox="1">
              <a:spLocks/>
            </p:cNvSpPr>
            <p:nvPr/>
          </p:nvSpPr>
          <p:spPr>
            <a:xfrm>
              <a:off x="5677072" y="4640525"/>
              <a:ext cx="1346977" cy="6694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Loss of Empathy and loss of quality of listening</a:t>
              </a:r>
            </a:p>
          </p:txBody>
        </p:sp>
        <p:sp>
          <p:nvSpPr>
            <p:cNvPr id="35" name="Espace réservé du contenu 5">
              <a:extLst>
                <a:ext uri="{FF2B5EF4-FFF2-40B4-BE49-F238E27FC236}">
                  <a16:creationId xmlns:a16="http://schemas.microsoft.com/office/drawing/2014/main" id="{BF395F89-89C5-4541-B7DA-7172A1E132AF}"/>
                </a:ext>
              </a:extLst>
            </p:cNvPr>
            <p:cNvSpPr txBox="1">
              <a:spLocks/>
            </p:cNvSpPr>
            <p:nvPr/>
          </p:nvSpPr>
          <p:spPr>
            <a:xfrm>
              <a:off x="7038372" y="4636449"/>
              <a:ext cx="1347574" cy="68158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Efforts, but not sustainable on the long run</a:t>
              </a:r>
            </a:p>
          </p:txBody>
        </p:sp>
        <p:pic>
          <p:nvPicPr>
            <p:cNvPr id="40" name="Graphique 39" descr="Cœur brisé avec un remplissage uni">
              <a:extLst>
                <a:ext uri="{FF2B5EF4-FFF2-40B4-BE49-F238E27FC236}">
                  <a16:creationId xmlns:a16="http://schemas.microsoft.com/office/drawing/2014/main" id="{584617C0-07D0-4D2A-8342-7D7331AF815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94259" y="2677914"/>
              <a:ext cx="658849" cy="658849"/>
            </a:xfrm>
            <a:prstGeom prst="rect">
              <a:avLst/>
            </a:prstGeom>
          </p:spPr>
        </p:pic>
        <p:pic>
          <p:nvPicPr>
            <p:cNvPr id="42" name="Graphique 41" descr="Robot avec un remplissage uni">
              <a:extLst>
                <a:ext uri="{FF2B5EF4-FFF2-40B4-BE49-F238E27FC236}">
                  <a16:creationId xmlns:a16="http://schemas.microsoft.com/office/drawing/2014/main" id="{8FB4B2AE-6491-4C06-8FA3-C1F47B94E3B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073024" y="2724399"/>
              <a:ext cx="671230" cy="671230"/>
            </a:xfrm>
            <a:prstGeom prst="rect">
              <a:avLst/>
            </a:prstGeom>
          </p:spPr>
        </p:pic>
        <p:pic>
          <p:nvPicPr>
            <p:cNvPr id="46" name="Graphique 45" descr="Fermer avec un remplissage uni">
              <a:extLst>
                <a:ext uri="{FF2B5EF4-FFF2-40B4-BE49-F238E27FC236}">
                  <a16:creationId xmlns:a16="http://schemas.microsoft.com/office/drawing/2014/main" id="{4E3AD18F-0096-4437-884D-4B37B84E13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722102" y="2815419"/>
              <a:ext cx="521344" cy="521344"/>
            </a:xfrm>
            <a:prstGeom prst="rect">
              <a:avLst/>
            </a:prstGeom>
          </p:spPr>
        </p:pic>
        <p:pic>
          <p:nvPicPr>
            <p:cNvPr id="48" name="Graphique 47" descr="Presse-papiers vérifié avec un remplissage uni">
              <a:extLst>
                <a:ext uri="{FF2B5EF4-FFF2-40B4-BE49-F238E27FC236}">
                  <a16:creationId xmlns:a16="http://schemas.microsoft.com/office/drawing/2014/main" id="{3A2DBB3C-D9FC-47D7-A6A1-9B3CD3B495C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32080" y="2769771"/>
              <a:ext cx="584621" cy="584621"/>
            </a:xfrm>
            <a:prstGeom prst="rect">
              <a:avLst/>
            </a:prstGeom>
          </p:spPr>
        </p:pic>
        <p:grpSp>
          <p:nvGrpSpPr>
            <p:cNvPr id="65" name="Groupe 64">
              <a:extLst>
                <a:ext uri="{FF2B5EF4-FFF2-40B4-BE49-F238E27FC236}">
                  <a16:creationId xmlns:a16="http://schemas.microsoft.com/office/drawing/2014/main" id="{9D9F9977-88AC-4750-A6D9-043494E2C350}"/>
                </a:ext>
              </a:extLst>
            </p:cNvPr>
            <p:cNvGrpSpPr/>
            <p:nvPr/>
          </p:nvGrpSpPr>
          <p:grpSpPr>
            <a:xfrm>
              <a:off x="4330208" y="5776163"/>
              <a:ext cx="973014" cy="519660"/>
              <a:chOff x="4294183" y="5776163"/>
              <a:chExt cx="973014" cy="519660"/>
            </a:xfrm>
          </p:grpSpPr>
          <p:pic>
            <p:nvPicPr>
              <p:cNvPr id="50" name="Graphique 49" descr="Café avec un remplissage uni">
                <a:extLst>
                  <a:ext uri="{FF2B5EF4-FFF2-40B4-BE49-F238E27FC236}">
                    <a16:creationId xmlns:a16="http://schemas.microsoft.com/office/drawing/2014/main" id="{80DFCC12-1933-42CB-ABEF-2FA8EA6C240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747537" y="5776163"/>
                <a:ext cx="519660" cy="519660"/>
              </a:xfrm>
              <a:prstGeom prst="rect">
                <a:avLst/>
              </a:prstGeom>
            </p:spPr>
          </p:pic>
          <p:pic>
            <p:nvPicPr>
              <p:cNvPr id="51" name="Graphique 50" descr="Café avec un remplissage uni">
                <a:extLst>
                  <a:ext uri="{FF2B5EF4-FFF2-40B4-BE49-F238E27FC236}">
                    <a16:creationId xmlns:a16="http://schemas.microsoft.com/office/drawing/2014/main" id="{32877745-7D79-48A0-AB89-0E25AD20DFB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4294183" y="5776163"/>
                <a:ext cx="519661" cy="519660"/>
              </a:xfrm>
              <a:prstGeom prst="rect">
                <a:avLst/>
              </a:prstGeom>
            </p:spPr>
          </p:pic>
        </p:grpSp>
        <p:pic>
          <p:nvPicPr>
            <p:cNvPr id="53" name="Graphique 52" descr="Faire défiler contour">
              <a:extLst>
                <a:ext uri="{FF2B5EF4-FFF2-40B4-BE49-F238E27FC236}">
                  <a16:creationId xmlns:a16="http://schemas.microsoft.com/office/drawing/2014/main" id="{85244C6E-D526-4239-BC96-13AF382CCB8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687358" y="5704992"/>
              <a:ext cx="590831" cy="590831"/>
            </a:xfrm>
            <a:prstGeom prst="rect">
              <a:avLst/>
            </a:prstGeom>
          </p:spPr>
        </p:pic>
        <p:pic>
          <p:nvPicPr>
            <p:cNvPr id="55" name="Graphique 54" descr="Cœur étincelant avec un remplissage uni">
              <a:extLst>
                <a:ext uri="{FF2B5EF4-FFF2-40B4-BE49-F238E27FC236}">
                  <a16:creationId xmlns:a16="http://schemas.microsoft.com/office/drawing/2014/main" id="{03B49813-225C-4EE9-9DE9-8297AD4D5D0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109341" y="5776163"/>
              <a:ext cx="590831" cy="590831"/>
            </a:xfrm>
            <a:prstGeom prst="rect">
              <a:avLst/>
            </a:prstGeom>
          </p:spPr>
        </p:pic>
        <p:pic>
          <p:nvPicPr>
            <p:cNvPr id="57" name="Graphique 56" descr="Masque de baignade avec un remplissage uni">
              <a:extLst>
                <a:ext uri="{FF2B5EF4-FFF2-40B4-BE49-F238E27FC236}">
                  <a16:creationId xmlns:a16="http://schemas.microsoft.com/office/drawing/2014/main" id="{81B76836-AF86-44E2-B4B6-A18F73BDA39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457471" y="4073405"/>
              <a:ext cx="509376" cy="509376"/>
            </a:xfrm>
            <a:prstGeom prst="rect">
              <a:avLst/>
            </a:prstGeom>
          </p:spPr>
        </p:pic>
        <p:pic>
          <p:nvPicPr>
            <p:cNvPr id="59" name="Graphique 58" descr="Tasse de latte avec un remplissage uni">
              <a:extLst>
                <a:ext uri="{FF2B5EF4-FFF2-40B4-BE49-F238E27FC236}">
                  <a16:creationId xmlns:a16="http://schemas.microsoft.com/office/drawing/2014/main" id="{B5E434B1-35E4-4A96-A5F9-8CD6B8806F9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435648" y="4067575"/>
              <a:ext cx="622622" cy="622622"/>
            </a:xfrm>
            <a:prstGeom prst="rect">
              <a:avLst/>
            </a:prstGeom>
          </p:spPr>
        </p:pic>
        <p:pic>
          <p:nvPicPr>
            <p:cNvPr id="62" name="Graphique 61" descr="Envoyer avec un remplissage uni">
              <a:extLst>
                <a:ext uri="{FF2B5EF4-FFF2-40B4-BE49-F238E27FC236}">
                  <a16:creationId xmlns:a16="http://schemas.microsoft.com/office/drawing/2014/main" id="{08B52A87-3C7E-4C61-8114-06C2BA1623B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667659" y="4111805"/>
              <a:ext cx="539637" cy="539637"/>
            </a:xfrm>
            <a:prstGeom prst="rect">
              <a:avLst/>
            </a:prstGeom>
          </p:spPr>
        </p:pic>
        <p:pic>
          <p:nvPicPr>
            <p:cNvPr id="64" name="Graphique 63" descr="Visage d'extraterrestre avec un remplissage uni">
              <a:extLst>
                <a:ext uri="{FF2B5EF4-FFF2-40B4-BE49-F238E27FC236}">
                  <a16:creationId xmlns:a16="http://schemas.microsoft.com/office/drawing/2014/main" id="{60365B92-325C-4A21-A7DC-7D5F2028507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014946" y="4043336"/>
              <a:ext cx="671230" cy="671230"/>
            </a:xfrm>
            <a:prstGeom prst="rect">
              <a:avLst/>
            </a:prstGeom>
          </p:spPr>
        </p:pic>
        <p:pic>
          <p:nvPicPr>
            <p:cNvPr id="67" name="Graphique 66" descr="Lien avec un remplissage uni">
              <a:extLst>
                <a:ext uri="{FF2B5EF4-FFF2-40B4-BE49-F238E27FC236}">
                  <a16:creationId xmlns:a16="http://schemas.microsoft.com/office/drawing/2014/main" id="{300A2E8D-C163-4AD9-B84B-52DA798B458B}"/>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422337" y="5776163"/>
              <a:ext cx="590832" cy="590832"/>
            </a:xfrm>
            <a:prstGeom prst="rect">
              <a:avLst/>
            </a:prstGeom>
          </p:spPr>
        </p:pic>
      </p:grpSp>
      <p:pic>
        <p:nvPicPr>
          <p:cNvPr id="69" name="Graphique 68" descr="Homme avec un remplissage uni">
            <a:extLst>
              <a:ext uri="{FF2B5EF4-FFF2-40B4-BE49-F238E27FC236}">
                <a16:creationId xmlns:a16="http://schemas.microsoft.com/office/drawing/2014/main" id="{D0727085-3536-44DC-B962-326F98F6D42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553399" y="5899967"/>
            <a:ext cx="245082" cy="245082"/>
          </a:xfrm>
          <a:prstGeom prst="rect">
            <a:avLst/>
          </a:prstGeom>
        </p:spPr>
      </p:pic>
      <p:pic>
        <p:nvPicPr>
          <p:cNvPr id="70" name="Graphique 69" descr="Homme avec un remplissage uni">
            <a:extLst>
              <a:ext uri="{FF2B5EF4-FFF2-40B4-BE49-F238E27FC236}">
                <a16:creationId xmlns:a16="http://schemas.microsoft.com/office/drawing/2014/main" id="{2578F5FC-8374-4841-85F4-381584C88C5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535616" y="5596403"/>
            <a:ext cx="245082" cy="245082"/>
          </a:xfrm>
          <a:prstGeom prst="rect">
            <a:avLst/>
          </a:prstGeom>
        </p:spPr>
      </p:pic>
      <p:pic>
        <p:nvPicPr>
          <p:cNvPr id="71" name="Graphique 70" descr="Homme avec un remplissage uni">
            <a:extLst>
              <a:ext uri="{FF2B5EF4-FFF2-40B4-BE49-F238E27FC236}">
                <a16:creationId xmlns:a16="http://schemas.microsoft.com/office/drawing/2014/main" id="{51318D5F-F1E6-4A63-8EA9-0CB1C61E6351}"/>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29071" y="5899967"/>
            <a:ext cx="245082" cy="245082"/>
          </a:xfrm>
          <a:prstGeom prst="rect">
            <a:avLst/>
          </a:prstGeom>
        </p:spPr>
      </p:pic>
      <p:pic>
        <p:nvPicPr>
          <p:cNvPr id="72" name="Graphique 71" descr="Homme avec un remplissage uni">
            <a:extLst>
              <a:ext uri="{FF2B5EF4-FFF2-40B4-BE49-F238E27FC236}">
                <a16:creationId xmlns:a16="http://schemas.microsoft.com/office/drawing/2014/main" id="{A37C63BF-560A-41E4-BDDD-9DCF3E5795E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54407" y="5596403"/>
            <a:ext cx="245082" cy="245082"/>
          </a:xfrm>
          <a:prstGeom prst="rect">
            <a:avLst/>
          </a:prstGeom>
        </p:spPr>
      </p:pic>
      <p:grpSp>
        <p:nvGrpSpPr>
          <p:cNvPr id="95" name="Groupe 94">
            <a:extLst>
              <a:ext uri="{FF2B5EF4-FFF2-40B4-BE49-F238E27FC236}">
                <a16:creationId xmlns:a16="http://schemas.microsoft.com/office/drawing/2014/main" id="{41D13440-66F3-408E-8FC1-FC8FC7660212}"/>
              </a:ext>
            </a:extLst>
          </p:cNvPr>
          <p:cNvGrpSpPr/>
          <p:nvPr/>
        </p:nvGrpSpPr>
        <p:grpSpPr>
          <a:xfrm>
            <a:off x="337800" y="2951206"/>
            <a:ext cx="504706" cy="934878"/>
            <a:chOff x="-40322" y="2680276"/>
            <a:chExt cx="702434" cy="1301133"/>
          </a:xfrm>
        </p:grpSpPr>
        <p:pic>
          <p:nvPicPr>
            <p:cNvPr id="81" name="Graphique 80" descr="Homme avec un remplissage uni">
              <a:extLst>
                <a:ext uri="{FF2B5EF4-FFF2-40B4-BE49-F238E27FC236}">
                  <a16:creationId xmlns:a16="http://schemas.microsoft.com/office/drawing/2014/main" id="{47E3FDA0-9A26-4615-8F4F-C85770E4990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5403" y="3640327"/>
              <a:ext cx="245082" cy="245082"/>
            </a:xfrm>
            <a:prstGeom prst="rect">
              <a:avLst/>
            </a:prstGeom>
          </p:spPr>
        </p:pic>
        <p:pic>
          <p:nvPicPr>
            <p:cNvPr id="82" name="Graphique 81" descr="Homme avec un remplissage uni">
              <a:extLst>
                <a:ext uri="{FF2B5EF4-FFF2-40B4-BE49-F238E27FC236}">
                  <a16:creationId xmlns:a16="http://schemas.microsoft.com/office/drawing/2014/main" id="{4EA6CB23-2278-4F28-87E4-27DB1954898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00739" y="3336763"/>
              <a:ext cx="245082" cy="245082"/>
            </a:xfrm>
            <a:prstGeom prst="rect">
              <a:avLst/>
            </a:prstGeom>
          </p:spPr>
        </p:pic>
        <p:pic>
          <p:nvPicPr>
            <p:cNvPr id="83" name="Graphique 82" descr="Homme avec un remplissage uni">
              <a:extLst>
                <a:ext uri="{FF2B5EF4-FFF2-40B4-BE49-F238E27FC236}">
                  <a16:creationId xmlns:a16="http://schemas.microsoft.com/office/drawing/2014/main" id="{248D20AA-BAE0-4130-AB92-2253B1DF8CC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34860" y="3698809"/>
              <a:ext cx="245082" cy="245082"/>
            </a:xfrm>
            <a:prstGeom prst="rect">
              <a:avLst/>
            </a:prstGeom>
          </p:spPr>
        </p:pic>
        <p:pic>
          <p:nvPicPr>
            <p:cNvPr id="84" name="Graphique 83" descr="Homme avec un remplissage uni">
              <a:extLst>
                <a:ext uri="{FF2B5EF4-FFF2-40B4-BE49-F238E27FC236}">
                  <a16:creationId xmlns:a16="http://schemas.microsoft.com/office/drawing/2014/main" id="{519C3194-B27F-4942-871E-78907DB96CB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60196" y="3395245"/>
              <a:ext cx="245082" cy="245082"/>
            </a:xfrm>
            <a:prstGeom prst="rect">
              <a:avLst/>
            </a:prstGeom>
          </p:spPr>
        </p:pic>
        <p:pic>
          <p:nvPicPr>
            <p:cNvPr id="85" name="Graphique 84" descr="Homme avec un remplissage uni">
              <a:extLst>
                <a:ext uri="{FF2B5EF4-FFF2-40B4-BE49-F238E27FC236}">
                  <a16:creationId xmlns:a16="http://schemas.microsoft.com/office/drawing/2014/main" id="{666DF9F6-763B-4E95-88F9-0F3D391E812F}"/>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91694" y="2983840"/>
              <a:ext cx="245082" cy="245082"/>
            </a:xfrm>
            <a:prstGeom prst="rect">
              <a:avLst/>
            </a:prstGeom>
          </p:spPr>
        </p:pic>
        <p:pic>
          <p:nvPicPr>
            <p:cNvPr id="86" name="Graphique 85" descr="Homme avec un remplissage uni">
              <a:extLst>
                <a:ext uri="{FF2B5EF4-FFF2-40B4-BE49-F238E27FC236}">
                  <a16:creationId xmlns:a16="http://schemas.microsoft.com/office/drawing/2014/main" id="{38EFDC02-BCA5-477A-858C-EC6CD051A14D}"/>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17030" y="2680276"/>
              <a:ext cx="245082" cy="245082"/>
            </a:xfrm>
            <a:prstGeom prst="rect">
              <a:avLst/>
            </a:prstGeom>
          </p:spPr>
        </p:pic>
        <p:pic>
          <p:nvPicPr>
            <p:cNvPr id="87" name="Graphique 86" descr="Homme avec un remplissage uni">
              <a:extLst>
                <a:ext uri="{FF2B5EF4-FFF2-40B4-BE49-F238E27FC236}">
                  <a16:creationId xmlns:a16="http://schemas.microsoft.com/office/drawing/2014/main" id="{03CC6A29-E12C-4D6B-B980-38199988A059}"/>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1151" y="3042322"/>
              <a:ext cx="245082" cy="245082"/>
            </a:xfrm>
            <a:prstGeom prst="rect">
              <a:avLst/>
            </a:prstGeom>
          </p:spPr>
        </p:pic>
        <p:pic>
          <p:nvPicPr>
            <p:cNvPr id="88" name="Graphique 87" descr="Homme avec un remplissage uni">
              <a:extLst>
                <a:ext uri="{FF2B5EF4-FFF2-40B4-BE49-F238E27FC236}">
                  <a16:creationId xmlns:a16="http://schemas.microsoft.com/office/drawing/2014/main" id="{C5D837C2-96B4-459D-ACFB-1B57FBFD62B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6487" y="2738758"/>
              <a:ext cx="245082" cy="245082"/>
            </a:xfrm>
            <a:prstGeom prst="rect">
              <a:avLst/>
            </a:prstGeom>
          </p:spPr>
        </p:pic>
        <p:pic>
          <p:nvPicPr>
            <p:cNvPr id="89" name="Graphique 88" descr="Homme avec un remplissage uni">
              <a:extLst>
                <a:ext uri="{FF2B5EF4-FFF2-40B4-BE49-F238E27FC236}">
                  <a16:creationId xmlns:a16="http://schemas.microsoft.com/office/drawing/2014/main" id="{1A714A03-BA8E-4F6A-97FD-4838EAEED93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0221" y="3111353"/>
              <a:ext cx="245082" cy="245082"/>
            </a:xfrm>
            <a:prstGeom prst="rect">
              <a:avLst/>
            </a:prstGeom>
          </p:spPr>
        </p:pic>
        <p:pic>
          <p:nvPicPr>
            <p:cNvPr id="90" name="Graphique 89" descr="Homme avec un remplissage uni">
              <a:extLst>
                <a:ext uri="{FF2B5EF4-FFF2-40B4-BE49-F238E27FC236}">
                  <a16:creationId xmlns:a16="http://schemas.microsoft.com/office/drawing/2014/main" id="{72AA348F-8404-4754-9358-AEB71ADBEBB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5557" y="2807789"/>
              <a:ext cx="245082" cy="245082"/>
            </a:xfrm>
            <a:prstGeom prst="rect">
              <a:avLst/>
            </a:prstGeom>
          </p:spPr>
        </p:pic>
        <p:pic>
          <p:nvPicPr>
            <p:cNvPr id="91" name="Graphique 90" descr="Homme avec un remplissage uni">
              <a:extLst>
                <a:ext uri="{FF2B5EF4-FFF2-40B4-BE49-F238E27FC236}">
                  <a16:creationId xmlns:a16="http://schemas.microsoft.com/office/drawing/2014/main" id="{2E35679A-C7BA-489E-A4A9-7760596E249F}"/>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322" y="3169835"/>
              <a:ext cx="245082" cy="245082"/>
            </a:xfrm>
            <a:prstGeom prst="rect">
              <a:avLst/>
            </a:prstGeom>
          </p:spPr>
        </p:pic>
        <p:pic>
          <p:nvPicPr>
            <p:cNvPr id="92" name="Graphique 91" descr="Homme avec un remplissage uni">
              <a:extLst>
                <a:ext uri="{FF2B5EF4-FFF2-40B4-BE49-F238E27FC236}">
                  <a16:creationId xmlns:a16="http://schemas.microsoft.com/office/drawing/2014/main" id="{AC62DC98-6092-44E1-8174-7C8A2CC41B1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986" y="2866271"/>
              <a:ext cx="245082" cy="245082"/>
            </a:xfrm>
            <a:prstGeom prst="rect">
              <a:avLst/>
            </a:prstGeom>
          </p:spPr>
        </p:pic>
        <p:pic>
          <p:nvPicPr>
            <p:cNvPr id="93" name="Graphique 92" descr="Homme avec un remplissage uni">
              <a:extLst>
                <a:ext uri="{FF2B5EF4-FFF2-40B4-BE49-F238E27FC236}">
                  <a16:creationId xmlns:a16="http://schemas.microsoft.com/office/drawing/2014/main" id="{2DB183BA-553A-4DEC-BA67-64BCBA012BF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887" y="3736327"/>
              <a:ext cx="245082" cy="245082"/>
            </a:xfrm>
            <a:prstGeom prst="rect">
              <a:avLst/>
            </a:prstGeom>
          </p:spPr>
        </p:pic>
        <p:pic>
          <p:nvPicPr>
            <p:cNvPr id="94" name="Graphique 93" descr="Homme avec un remplissage uni">
              <a:extLst>
                <a:ext uri="{FF2B5EF4-FFF2-40B4-BE49-F238E27FC236}">
                  <a16:creationId xmlns:a16="http://schemas.microsoft.com/office/drawing/2014/main" id="{F0AC60E3-2E1B-42E6-8BB7-66A388B472D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449" y="3432763"/>
              <a:ext cx="245082" cy="245082"/>
            </a:xfrm>
            <a:prstGeom prst="rect">
              <a:avLst/>
            </a:prstGeom>
          </p:spPr>
        </p:pic>
      </p:grpSp>
      <p:grpSp>
        <p:nvGrpSpPr>
          <p:cNvPr id="96" name="Groupe 95">
            <a:extLst>
              <a:ext uri="{FF2B5EF4-FFF2-40B4-BE49-F238E27FC236}">
                <a16:creationId xmlns:a16="http://schemas.microsoft.com/office/drawing/2014/main" id="{D7664ECD-FABB-40E2-B8F7-8D81BE40FF73}"/>
              </a:ext>
            </a:extLst>
          </p:cNvPr>
          <p:cNvGrpSpPr/>
          <p:nvPr/>
        </p:nvGrpSpPr>
        <p:grpSpPr>
          <a:xfrm flipH="1">
            <a:off x="1348835" y="2976101"/>
            <a:ext cx="543620" cy="934878"/>
            <a:chOff x="-40322" y="2680276"/>
            <a:chExt cx="702434" cy="1301133"/>
          </a:xfrm>
        </p:grpSpPr>
        <p:pic>
          <p:nvPicPr>
            <p:cNvPr id="97" name="Graphique 96" descr="Homme avec un remplissage uni">
              <a:extLst>
                <a:ext uri="{FF2B5EF4-FFF2-40B4-BE49-F238E27FC236}">
                  <a16:creationId xmlns:a16="http://schemas.microsoft.com/office/drawing/2014/main" id="{4846BB51-A5E5-4D5A-81E5-C70B44AE1E1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5403" y="3640327"/>
              <a:ext cx="245082" cy="245082"/>
            </a:xfrm>
            <a:prstGeom prst="rect">
              <a:avLst/>
            </a:prstGeom>
          </p:spPr>
        </p:pic>
        <p:pic>
          <p:nvPicPr>
            <p:cNvPr id="98" name="Graphique 97" descr="Homme avec un remplissage uni">
              <a:extLst>
                <a:ext uri="{FF2B5EF4-FFF2-40B4-BE49-F238E27FC236}">
                  <a16:creationId xmlns:a16="http://schemas.microsoft.com/office/drawing/2014/main" id="{B4F691D8-7170-4195-B57F-E76B22C9C18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00739" y="3336763"/>
              <a:ext cx="245082" cy="245082"/>
            </a:xfrm>
            <a:prstGeom prst="rect">
              <a:avLst/>
            </a:prstGeom>
          </p:spPr>
        </p:pic>
        <p:pic>
          <p:nvPicPr>
            <p:cNvPr id="99" name="Graphique 98" descr="Homme avec un remplissage uni">
              <a:extLst>
                <a:ext uri="{FF2B5EF4-FFF2-40B4-BE49-F238E27FC236}">
                  <a16:creationId xmlns:a16="http://schemas.microsoft.com/office/drawing/2014/main" id="{B33EC9C3-DF63-4B0F-B36B-31D0EA4E495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34860" y="3698809"/>
              <a:ext cx="245082" cy="245082"/>
            </a:xfrm>
            <a:prstGeom prst="rect">
              <a:avLst/>
            </a:prstGeom>
          </p:spPr>
        </p:pic>
        <p:pic>
          <p:nvPicPr>
            <p:cNvPr id="100" name="Graphique 99" descr="Homme avec un remplissage uni">
              <a:extLst>
                <a:ext uri="{FF2B5EF4-FFF2-40B4-BE49-F238E27FC236}">
                  <a16:creationId xmlns:a16="http://schemas.microsoft.com/office/drawing/2014/main" id="{5130A68B-2CB7-4A1D-BBEB-E8FA760556B8}"/>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60196" y="3395245"/>
              <a:ext cx="245082" cy="245082"/>
            </a:xfrm>
            <a:prstGeom prst="rect">
              <a:avLst/>
            </a:prstGeom>
          </p:spPr>
        </p:pic>
        <p:pic>
          <p:nvPicPr>
            <p:cNvPr id="101" name="Graphique 100" descr="Homme avec un remplissage uni">
              <a:extLst>
                <a:ext uri="{FF2B5EF4-FFF2-40B4-BE49-F238E27FC236}">
                  <a16:creationId xmlns:a16="http://schemas.microsoft.com/office/drawing/2014/main" id="{728804B4-20A6-4360-B0B1-E8520718BE8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91694" y="2983840"/>
              <a:ext cx="245082" cy="245082"/>
            </a:xfrm>
            <a:prstGeom prst="rect">
              <a:avLst/>
            </a:prstGeom>
          </p:spPr>
        </p:pic>
        <p:pic>
          <p:nvPicPr>
            <p:cNvPr id="102" name="Graphique 101" descr="Homme avec un remplissage uni">
              <a:extLst>
                <a:ext uri="{FF2B5EF4-FFF2-40B4-BE49-F238E27FC236}">
                  <a16:creationId xmlns:a16="http://schemas.microsoft.com/office/drawing/2014/main" id="{EDD08429-AD0C-4359-AA84-351CAF94912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17030" y="2680276"/>
              <a:ext cx="245082" cy="245082"/>
            </a:xfrm>
            <a:prstGeom prst="rect">
              <a:avLst/>
            </a:prstGeom>
          </p:spPr>
        </p:pic>
        <p:pic>
          <p:nvPicPr>
            <p:cNvPr id="103" name="Graphique 102" descr="Homme avec un remplissage uni">
              <a:extLst>
                <a:ext uri="{FF2B5EF4-FFF2-40B4-BE49-F238E27FC236}">
                  <a16:creationId xmlns:a16="http://schemas.microsoft.com/office/drawing/2014/main" id="{9BE5202A-1B04-45BB-8B2A-6FDC5F884B6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1151" y="3042322"/>
              <a:ext cx="245082" cy="245082"/>
            </a:xfrm>
            <a:prstGeom prst="rect">
              <a:avLst/>
            </a:prstGeom>
          </p:spPr>
        </p:pic>
        <p:pic>
          <p:nvPicPr>
            <p:cNvPr id="104" name="Graphique 103" descr="Homme avec un remplissage uni">
              <a:extLst>
                <a:ext uri="{FF2B5EF4-FFF2-40B4-BE49-F238E27FC236}">
                  <a16:creationId xmlns:a16="http://schemas.microsoft.com/office/drawing/2014/main" id="{74DF4AA1-891E-4C93-AFBD-E75906FA5BA8}"/>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6487" y="2738758"/>
              <a:ext cx="245082" cy="245082"/>
            </a:xfrm>
            <a:prstGeom prst="rect">
              <a:avLst/>
            </a:prstGeom>
          </p:spPr>
        </p:pic>
        <p:pic>
          <p:nvPicPr>
            <p:cNvPr id="105" name="Graphique 104" descr="Homme avec un remplissage uni">
              <a:extLst>
                <a:ext uri="{FF2B5EF4-FFF2-40B4-BE49-F238E27FC236}">
                  <a16:creationId xmlns:a16="http://schemas.microsoft.com/office/drawing/2014/main" id="{F4844C82-A998-4CAC-BEAB-5A11D7655B8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0221" y="3111353"/>
              <a:ext cx="245082" cy="245082"/>
            </a:xfrm>
            <a:prstGeom prst="rect">
              <a:avLst/>
            </a:prstGeom>
          </p:spPr>
        </p:pic>
        <p:pic>
          <p:nvPicPr>
            <p:cNvPr id="106" name="Graphique 105" descr="Homme avec un remplissage uni">
              <a:extLst>
                <a:ext uri="{FF2B5EF4-FFF2-40B4-BE49-F238E27FC236}">
                  <a16:creationId xmlns:a16="http://schemas.microsoft.com/office/drawing/2014/main" id="{DA9BFC2F-D876-470E-995E-0212926DC96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5557" y="2807789"/>
              <a:ext cx="245082" cy="245082"/>
            </a:xfrm>
            <a:prstGeom prst="rect">
              <a:avLst/>
            </a:prstGeom>
          </p:spPr>
        </p:pic>
        <p:pic>
          <p:nvPicPr>
            <p:cNvPr id="107" name="Graphique 106" descr="Homme avec un remplissage uni">
              <a:extLst>
                <a:ext uri="{FF2B5EF4-FFF2-40B4-BE49-F238E27FC236}">
                  <a16:creationId xmlns:a16="http://schemas.microsoft.com/office/drawing/2014/main" id="{42740DC9-195D-4053-AB8B-C37F4A1CBDB1}"/>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322" y="3169835"/>
              <a:ext cx="245082" cy="245082"/>
            </a:xfrm>
            <a:prstGeom prst="rect">
              <a:avLst/>
            </a:prstGeom>
          </p:spPr>
        </p:pic>
        <p:pic>
          <p:nvPicPr>
            <p:cNvPr id="108" name="Graphique 107" descr="Homme avec un remplissage uni">
              <a:extLst>
                <a:ext uri="{FF2B5EF4-FFF2-40B4-BE49-F238E27FC236}">
                  <a16:creationId xmlns:a16="http://schemas.microsoft.com/office/drawing/2014/main" id="{42CDAF9B-6EC0-4F03-94F6-F24B4AD95E2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986" y="2866271"/>
              <a:ext cx="245082" cy="245082"/>
            </a:xfrm>
            <a:prstGeom prst="rect">
              <a:avLst/>
            </a:prstGeom>
          </p:spPr>
        </p:pic>
        <p:pic>
          <p:nvPicPr>
            <p:cNvPr id="109" name="Graphique 108" descr="Homme avec un remplissage uni">
              <a:extLst>
                <a:ext uri="{FF2B5EF4-FFF2-40B4-BE49-F238E27FC236}">
                  <a16:creationId xmlns:a16="http://schemas.microsoft.com/office/drawing/2014/main" id="{DF202CD2-FD18-4440-B15E-D10720D6F2B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887" y="3736327"/>
              <a:ext cx="245082" cy="245082"/>
            </a:xfrm>
            <a:prstGeom prst="rect">
              <a:avLst/>
            </a:prstGeom>
          </p:spPr>
        </p:pic>
        <p:pic>
          <p:nvPicPr>
            <p:cNvPr id="110" name="Graphique 109" descr="Homme avec un remplissage uni">
              <a:extLst>
                <a:ext uri="{FF2B5EF4-FFF2-40B4-BE49-F238E27FC236}">
                  <a16:creationId xmlns:a16="http://schemas.microsoft.com/office/drawing/2014/main" id="{3EDA902D-B58F-4AAC-AF4F-EEFB237BCA4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449" y="3432763"/>
              <a:ext cx="245082" cy="245082"/>
            </a:xfrm>
            <a:prstGeom prst="rect">
              <a:avLst/>
            </a:prstGeom>
          </p:spPr>
        </p:pic>
      </p:grpSp>
      <p:grpSp>
        <p:nvGrpSpPr>
          <p:cNvPr id="113" name="Groupe 112">
            <a:extLst>
              <a:ext uri="{FF2B5EF4-FFF2-40B4-BE49-F238E27FC236}">
                <a16:creationId xmlns:a16="http://schemas.microsoft.com/office/drawing/2014/main" id="{BAE8464A-9E91-46E5-9F6E-2F308F366EFB}"/>
              </a:ext>
            </a:extLst>
          </p:cNvPr>
          <p:cNvGrpSpPr/>
          <p:nvPr/>
        </p:nvGrpSpPr>
        <p:grpSpPr>
          <a:xfrm>
            <a:off x="1339207" y="4433440"/>
            <a:ext cx="573883" cy="776082"/>
            <a:chOff x="1120440" y="4433439"/>
            <a:chExt cx="573883" cy="776082"/>
          </a:xfrm>
        </p:grpSpPr>
        <p:pic>
          <p:nvPicPr>
            <p:cNvPr id="77" name="Graphique 76" descr="Homme avec un remplissage uni">
              <a:extLst>
                <a:ext uri="{FF2B5EF4-FFF2-40B4-BE49-F238E27FC236}">
                  <a16:creationId xmlns:a16="http://schemas.microsoft.com/office/drawing/2014/main" id="{976C84C8-FB6B-4EA3-9511-AE6193AFFEC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71505" y="4812039"/>
              <a:ext cx="245082" cy="245082"/>
            </a:xfrm>
            <a:prstGeom prst="rect">
              <a:avLst/>
            </a:prstGeom>
          </p:spPr>
        </p:pic>
        <p:pic>
          <p:nvPicPr>
            <p:cNvPr id="78" name="Graphique 77" descr="Homme avec un remplissage uni">
              <a:extLst>
                <a:ext uri="{FF2B5EF4-FFF2-40B4-BE49-F238E27FC236}">
                  <a16:creationId xmlns:a16="http://schemas.microsoft.com/office/drawing/2014/main" id="{70788738-5F17-47C6-ABA6-1F56B8B8DB80}"/>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96841" y="4508475"/>
              <a:ext cx="245082" cy="245082"/>
            </a:xfrm>
            <a:prstGeom prst="rect">
              <a:avLst/>
            </a:prstGeom>
          </p:spPr>
        </p:pic>
        <p:pic>
          <p:nvPicPr>
            <p:cNvPr id="79" name="Graphique 78" descr="Homme avec un remplissage uni">
              <a:extLst>
                <a:ext uri="{FF2B5EF4-FFF2-40B4-BE49-F238E27FC236}">
                  <a16:creationId xmlns:a16="http://schemas.microsoft.com/office/drawing/2014/main" id="{2FBDD263-9603-4040-BEC6-233266D2053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20440" y="4737003"/>
              <a:ext cx="245082" cy="245082"/>
            </a:xfrm>
            <a:prstGeom prst="rect">
              <a:avLst/>
            </a:prstGeom>
          </p:spPr>
        </p:pic>
        <p:pic>
          <p:nvPicPr>
            <p:cNvPr id="80" name="Graphique 79" descr="Homme avec un remplissage uni">
              <a:extLst>
                <a:ext uri="{FF2B5EF4-FFF2-40B4-BE49-F238E27FC236}">
                  <a16:creationId xmlns:a16="http://schemas.microsoft.com/office/drawing/2014/main" id="{BC9ED9FE-F3D2-48D3-832B-19E90343310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45776" y="4433439"/>
              <a:ext cx="245082" cy="245082"/>
            </a:xfrm>
            <a:prstGeom prst="rect">
              <a:avLst/>
            </a:prstGeom>
          </p:spPr>
        </p:pic>
        <p:pic>
          <p:nvPicPr>
            <p:cNvPr id="111" name="Graphique 110" descr="Homme avec un remplissage uni">
              <a:extLst>
                <a:ext uri="{FF2B5EF4-FFF2-40B4-BE49-F238E27FC236}">
                  <a16:creationId xmlns:a16="http://schemas.microsoft.com/office/drawing/2014/main" id="{2F2B3D9F-7D01-4EBD-AD65-3440C9E219B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23905" y="4964439"/>
              <a:ext cx="245082" cy="245082"/>
            </a:xfrm>
            <a:prstGeom prst="rect">
              <a:avLst/>
            </a:prstGeom>
          </p:spPr>
        </p:pic>
        <p:pic>
          <p:nvPicPr>
            <p:cNvPr id="112" name="Graphique 111" descr="Homme avec un remplissage uni">
              <a:extLst>
                <a:ext uri="{FF2B5EF4-FFF2-40B4-BE49-F238E27FC236}">
                  <a16:creationId xmlns:a16="http://schemas.microsoft.com/office/drawing/2014/main" id="{F487DE61-A5AC-43F5-8596-D5BF7CAF1BA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49241" y="4660875"/>
              <a:ext cx="245082" cy="245082"/>
            </a:xfrm>
            <a:prstGeom prst="rect">
              <a:avLst/>
            </a:prstGeom>
          </p:spPr>
        </p:pic>
      </p:grpSp>
      <p:grpSp>
        <p:nvGrpSpPr>
          <p:cNvPr id="116" name="Groupe 115">
            <a:extLst>
              <a:ext uri="{FF2B5EF4-FFF2-40B4-BE49-F238E27FC236}">
                <a16:creationId xmlns:a16="http://schemas.microsoft.com/office/drawing/2014/main" id="{2B66C406-B03D-49CA-A6F1-2DF082CE9128}"/>
              </a:ext>
            </a:extLst>
          </p:cNvPr>
          <p:cNvGrpSpPr/>
          <p:nvPr/>
        </p:nvGrpSpPr>
        <p:grpSpPr>
          <a:xfrm>
            <a:off x="157965" y="4469485"/>
            <a:ext cx="561178" cy="733206"/>
            <a:chOff x="-60802" y="4469484"/>
            <a:chExt cx="561178" cy="733206"/>
          </a:xfrm>
        </p:grpSpPr>
        <p:pic>
          <p:nvPicPr>
            <p:cNvPr id="73" name="Graphique 72" descr="Homme avec un remplissage uni">
              <a:extLst>
                <a:ext uri="{FF2B5EF4-FFF2-40B4-BE49-F238E27FC236}">
                  <a16:creationId xmlns:a16="http://schemas.microsoft.com/office/drawing/2014/main" id="{6761E8D1-0E57-4999-8090-6B7AE5A5125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29958" y="4773048"/>
              <a:ext cx="245082" cy="245082"/>
            </a:xfrm>
            <a:prstGeom prst="rect">
              <a:avLst/>
            </a:prstGeom>
          </p:spPr>
        </p:pic>
        <p:pic>
          <p:nvPicPr>
            <p:cNvPr id="74" name="Graphique 73" descr="Homme avec un remplissage uni">
              <a:extLst>
                <a:ext uri="{FF2B5EF4-FFF2-40B4-BE49-F238E27FC236}">
                  <a16:creationId xmlns:a16="http://schemas.microsoft.com/office/drawing/2014/main" id="{D6F93D89-F950-4910-971D-AB22FF4243F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5294" y="4469484"/>
              <a:ext cx="245082" cy="245082"/>
            </a:xfrm>
            <a:prstGeom prst="rect">
              <a:avLst/>
            </a:prstGeom>
          </p:spPr>
        </p:pic>
        <p:pic>
          <p:nvPicPr>
            <p:cNvPr id="75" name="Graphique 74" descr="Homme avec un remplissage uni">
              <a:extLst>
                <a:ext uri="{FF2B5EF4-FFF2-40B4-BE49-F238E27FC236}">
                  <a16:creationId xmlns:a16="http://schemas.microsoft.com/office/drawing/2014/main" id="{5CF15D99-2132-4CC6-BD02-22076E94BC1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415" y="4831530"/>
              <a:ext cx="245082" cy="245082"/>
            </a:xfrm>
            <a:prstGeom prst="rect">
              <a:avLst/>
            </a:prstGeom>
          </p:spPr>
        </p:pic>
        <p:pic>
          <p:nvPicPr>
            <p:cNvPr id="76" name="Graphique 75" descr="Homme avec un remplissage uni">
              <a:extLst>
                <a:ext uri="{FF2B5EF4-FFF2-40B4-BE49-F238E27FC236}">
                  <a16:creationId xmlns:a16="http://schemas.microsoft.com/office/drawing/2014/main" id="{C7A691CD-0A1E-4DC6-87E4-60BBB1E9724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4751" y="4527966"/>
              <a:ext cx="245082" cy="245082"/>
            </a:xfrm>
            <a:prstGeom prst="rect">
              <a:avLst/>
            </a:prstGeom>
          </p:spPr>
        </p:pic>
        <p:pic>
          <p:nvPicPr>
            <p:cNvPr id="114" name="Graphique 113" descr="Homme avec un remplissage uni">
              <a:extLst>
                <a:ext uri="{FF2B5EF4-FFF2-40B4-BE49-F238E27FC236}">
                  <a16:creationId xmlns:a16="http://schemas.microsoft.com/office/drawing/2014/main" id="{025AD6BA-699E-4FCF-AE1B-50CE5A1A421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0802" y="4957608"/>
              <a:ext cx="245082" cy="245082"/>
            </a:xfrm>
            <a:prstGeom prst="rect">
              <a:avLst/>
            </a:prstGeom>
          </p:spPr>
        </p:pic>
        <p:pic>
          <p:nvPicPr>
            <p:cNvPr id="115" name="Graphique 114" descr="Homme avec un remplissage uni">
              <a:extLst>
                <a:ext uri="{FF2B5EF4-FFF2-40B4-BE49-F238E27FC236}">
                  <a16:creationId xmlns:a16="http://schemas.microsoft.com/office/drawing/2014/main" id="{FE5A0B07-CC3B-44FA-998D-92856BBFC47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5466" y="4654044"/>
              <a:ext cx="245082" cy="245082"/>
            </a:xfrm>
            <a:prstGeom prst="rect">
              <a:avLst/>
            </a:prstGeom>
          </p:spPr>
        </p:pic>
      </p:grpSp>
    </p:spTree>
    <p:extLst>
      <p:ext uri="{BB962C8B-B14F-4D97-AF65-F5344CB8AC3E}">
        <p14:creationId xmlns:p14="http://schemas.microsoft.com/office/powerpoint/2010/main" val="3597820285"/>
      </p:ext>
    </p:extLst>
  </p:cSld>
  <p:clrMapOvr>
    <a:masterClrMapping/>
  </p:clrMapOvr>
  <mc:AlternateContent xmlns:mc="http://schemas.openxmlformats.org/markup-compatibility/2006" xmlns:p14="http://schemas.microsoft.com/office/powerpoint/2010/main">
    <mc:Choice Requires="p14">
      <p:transition spd="slow" p14:dur="2000" advTm="217332"/>
    </mc:Choice>
    <mc:Fallback xmlns="">
      <p:transition spd="slow" advTm="21733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C968EAF-5C31-40AB-831C-3D09839F760A}"/>
              </a:ext>
            </a:extLst>
          </p:cNvPr>
          <p:cNvSpPr>
            <a:spLocks noGrp="1"/>
          </p:cNvSpPr>
          <p:nvPr>
            <p:ph type="title"/>
          </p:nvPr>
        </p:nvSpPr>
        <p:spPr/>
        <p:txBody>
          <a:bodyPr/>
          <a:lstStyle/>
          <a:p>
            <a:r>
              <a:rPr lang="en-US" dirty="0"/>
              <a:t>Share your opinions / experiences</a:t>
            </a:r>
          </a:p>
        </p:txBody>
      </p:sp>
      <p:sp>
        <p:nvSpPr>
          <p:cNvPr id="5" name="Espace réservé du contenu 4">
            <a:extLst>
              <a:ext uri="{FF2B5EF4-FFF2-40B4-BE49-F238E27FC236}">
                <a16:creationId xmlns:a16="http://schemas.microsoft.com/office/drawing/2014/main" id="{22B4C8B3-4F62-40E9-8FC6-69EABC0BB6CB}"/>
              </a:ext>
            </a:extLst>
          </p:cNvPr>
          <p:cNvSpPr>
            <a:spLocks noGrp="1"/>
          </p:cNvSpPr>
          <p:nvPr>
            <p:ph sz="half" idx="1"/>
          </p:nvPr>
        </p:nvSpPr>
        <p:spPr/>
        <p:txBody>
          <a:bodyPr/>
          <a:lstStyle/>
          <a:p>
            <a:endParaRPr lang="en-US" dirty="0"/>
          </a:p>
          <a:p>
            <a:pPr marL="0" indent="0">
              <a:buNone/>
            </a:pPr>
            <a:r>
              <a:rPr lang="en-US" dirty="0"/>
              <a:t> </a:t>
            </a:r>
          </a:p>
        </p:txBody>
      </p:sp>
      <p:sp>
        <p:nvSpPr>
          <p:cNvPr id="6" name="Espace réservé du contenu 5">
            <a:extLst>
              <a:ext uri="{FF2B5EF4-FFF2-40B4-BE49-F238E27FC236}">
                <a16:creationId xmlns:a16="http://schemas.microsoft.com/office/drawing/2014/main" id="{A9A40F1B-364A-458A-ACF7-2C3352D32EC4}"/>
              </a:ext>
            </a:extLst>
          </p:cNvPr>
          <p:cNvSpPr>
            <a:spLocks noGrp="1"/>
          </p:cNvSpPr>
          <p:nvPr>
            <p:ph sz="half" idx="2"/>
          </p:nvPr>
        </p:nvSpPr>
        <p:spPr/>
        <p:txBody>
          <a:bodyPr/>
          <a:lstStyle/>
          <a:p>
            <a:r>
              <a:rPr lang="en-US" dirty="0"/>
              <a:t>Have your ever reached your own limits of link ? </a:t>
            </a:r>
          </a:p>
          <a:p>
            <a:endParaRPr lang="en-US" dirty="0"/>
          </a:p>
          <a:p>
            <a:r>
              <a:rPr lang="en-US" dirty="0"/>
              <a:t>What happened ? How did you manage the situation ?</a:t>
            </a:r>
          </a:p>
          <a:p>
            <a:endParaRPr lang="en-US" dirty="0"/>
          </a:p>
          <a:p>
            <a:endParaRPr lang="en-US" dirty="0"/>
          </a:p>
        </p:txBody>
      </p:sp>
      <p:grpSp>
        <p:nvGrpSpPr>
          <p:cNvPr id="67" name="Groupe 66">
            <a:extLst>
              <a:ext uri="{FF2B5EF4-FFF2-40B4-BE49-F238E27FC236}">
                <a16:creationId xmlns:a16="http://schemas.microsoft.com/office/drawing/2014/main" id="{AFA0D588-C9E0-4794-855B-697079C4556D}"/>
              </a:ext>
            </a:extLst>
          </p:cNvPr>
          <p:cNvGrpSpPr/>
          <p:nvPr/>
        </p:nvGrpSpPr>
        <p:grpSpPr>
          <a:xfrm>
            <a:off x="1288604" y="2682070"/>
            <a:ext cx="1737726" cy="3286084"/>
            <a:chOff x="-60802" y="2335979"/>
            <a:chExt cx="2315730" cy="4379105"/>
          </a:xfrm>
        </p:grpSpPr>
        <p:grpSp>
          <p:nvGrpSpPr>
            <p:cNvPr id="7" name="Groupe 6">
              <a:extLst>
                <a:ext uri="{FF2B5EF4-FFF2-40B4-BE49-F238E27FC236}">
                  <a16:creationId xmlns:a16="http://schemas.microsoft.com/office/drawing/2014/main" id="{BE566F3A-A222-4282-95F1-12DE8A8B82C2}"/>
                </a:ext>
              </a:extLst>
            </p:cNvPr>
            <p:cNvGrpSpPr/>
            <p:nvPr/>
          </p:nvGrpSpPr>
          <p:grpSpPr>
            <a:xfrm>
              <a:off x="1455938" y="2335979"/>
              <a:ext cx="798990" cy="4379105"/>
              <a:chOff x="523783" y="2335980"/>
              <a:chExt cx="798990" cy="4128118"/>
            </a:xfrm>
          </p:grpSpPr>
          <p:sp>
            <p:nvSpPr>
              <p:cNvPr id="8" name="Flèche : haut 7">
                <a:extLst>
                  <a:ext uri="{FF2B5EF4-FFF2-40B4-BE49-F238E27FC236}">
                    <a16:creationId xmlns:a16="http://schemas.microsoft.com/office/drawing/2014/main" id="{2565D78D-AA3A-4834-8E49-A46D69C72380}"/>
                  </a:ext>
                </a:extLst>
              </p:cNvPr>
              <p:cNvSpPr/>
              <p:nvPr/>
            </p:nvSpPr>
            <p:spPr>
              <a:xfrm>
                <a:off x="523783" y="2335981"/>
                <a:ext cx="798990" cy="412811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èche : haut 8">
                <a:extLst>
                  <a:ext uri="{FF2B5EF4-FFF2-40B4-BE49-F238E27FC236}">
                    <a16:creationId xmlns:a16="http://schemas.microsoft.com/office/drawing/2014/main" id="{54DB73C7-D952-474E-BF87-B496CFAAD7CE}"/>
                  </a:ext>
                </a:extLst>
              </p:cNvPr>
              <p:cNvSpPr/>
              <p:nvPr/>
            </p:nvSpPr>
            <p:spPr>
              <a:xfrm>
                <a:off x="523783" y="2335981"/>
                <a:ext cx="798990" cy="2902904"/>
              </a:xfrm>
              <a:prstGeom prst="up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èche : haut 9">
                <a:extLst>
                  <a:ext uri="{FF2B5EF4-FFF2-40B4-BE49-F238E27FC236}">
                    <a16:creationId xmlns:a16="http://schemas.microsoft.com/office/drawing/2014/main" id="{D39D3757-9ED0-4158-BDF5-3620A71EC65B}"/>
                  </a:ext>
                </a:extLst>
              </p:cNvPr>
              <p:cNvSpPr/>
              <p:nvPr/>
            </p:nvSpPr>
            <p:spPr>
              <a:xfrm>
                <a:off x="523783" y="2335980"/>
                <a:ext cx="798990" cy="1669003"/>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e 10">
              <a:extLst>
                <a:ext uri="{FF2B5EF4-FFF2-40B4-BE49-F238E27FC236}">
                  <a16:creationId xmlns:a16="http://schemas.microsoft.com/office/drawing/2014/main" id="{EBEDFB47-025F-433A-9160-5762A0BBC47A}"/>
                </a:ext>
              </a:extLst>
            </p:cNvPr>
            <p:cNvGrpSpPr/>
            <p:nvPr/>
          </p:nvGrpSpPr>
          <p:grpSpPr>
            <a:xfrm>
              <a:off x="483303" y="2977847"/>
              <a:ext cx="823567" cy="747280"/>
              <a:chOff x="6199632" y="3562085"/>
              <a:chExt cx="2876573" cy="2610115"/>
            </a:xfrm>
          </p:grpSpPr>
          <p:pic>
            <p:nvPicPr>
              <p:cNvPr id="12" name="Graphique 11" descr="Personne confuse avec un remplissage uni">
                <a:extLst>
                  <a:ext uri="{FF2B5EF4-FFF2-40B4-BE49-F238E27FC236}">
                    <a16:creationId xmlns:a16="http://schemas.microsoft.com/office/drawing/2014/main" id="{311C74E1-CB1C-44D3-B984-596F0371772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13" name="Graphique 12" descr="Visage étourdi avec un remplissage uni avec un remplissage uni">
                <a:extLst>
                  <a:ext uri="{FF2B5EF4-FFF2-40B4-BE49-F238E27FC236}">
                    <a16:creationId xmlns:a16="http://schemas.microsoft.com/office/drawing/2014/main" id="{92C3468C-A790-4118-B337-89097F28D2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0387" y="3562085"/>
                <a:ext cx="1515060" cy="1515060"/>
              </a:xfrm>
              <a:prstGeom prst="rect">
                <a:avLst/>
              </a:prstGeom>
            </p:spPr>
          </p:pic>
        </p:grpSp>
        <p:pic>
          <p:nvPicPr>
            <p:cNvPr id="14" name="Graphique 13" descr="Personne confuse avec un remplissage uni">
              <a:extLst>
                <a:ext uri="{FF2B5EF4-FFF2-40B4-BE49-F238E27FC236}">
                  <a16:creationId xmlns:a16="http://schemas.microsoft.com/office/drawing/2014/main" id="{83E9ADF1-9F3C-4963-8B19-A5899992EAB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46747" y="4848084"/>
              <a:ext cx="823567" cy="354606"/>
            </a:xfrm>
            <a:prstGeom prst="rect">
              <a:avLst/>
            </a:prstGeom>
          </p:spPr>
        </p:pic>
        <p:grpSp>
          <p:nvGrpSpPr>
            <p:cNvPr id="15" name="Groupe 14">
              <a:extLst>
                <a:ext uri="{FF2B5EF4-FFF2-40B4-BE49-F238E27FC236}">
                  <a16:creationId xmlns:a16="http://schemas.microsoft.com/office/drawing/2014/main" id="{D57E5486-76B6-4801-B9D8-3F838E46E753}"/>
                </a:ext>
              </a:extLst>
            </p:cNvPr>
            <p:cNvGrpSpPr/>
            <p:nvPr/>
          </p:nvGrpSpPr>
          <p:grpSpPr>
            <a:xfrm>
              <a:off x="460386" y="5586192"/>
              <a:ext cx="823567" cy="762424"/>
              <a:chOff x="460386" y="5586192"/>
              <a:chExt cx="823567" cy="762424"/>
            </a:xfrm>
          </p:grpSpPr>
          <p:pic>
            <p:nvPicPr>
              <p:cNvPr id="16" name="Graphique 15" descr="Personne confuse avec un remplissage uni">
                <a:extLst>
                  <a:ext uri="{FF2B5EF4-FFF2-40B4-BE49-F238E27FC236}">
                    <a16:creationId xmlns:a16="http://schemas.microsoft.com/office/drawing/2014/main" id="{4F69764C-F8B1-4D21-84D0-0D4144F362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60386" y="5994010"/>
                <a:ext cx="823567" cy="354606"/>
              </a:xfrm>
              <a:prstGeom prst="rect">
                <a:avLst/>
              </a:prstGeom>
            </p:spPr>
          </p:pic>
          <p:pic>
            <p:nvPicPr>
              <p:cNvPr id="17" name="Graphique 16" descr="Visage au large sourire avec remplissage solide avec un remplissage uni">
                <a:extLst>
                  <a:ext uri="{FF2B5EF4-FFF2-40B4-BE49-F238E27FC236}">
                    <a16:creationId xmlns:a16="http://schemas.microsoft.com/office/drawing/2014/main" id="{A9A10A07-683A-48F7-A22F-7FF3967CCA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3569" y="5586192"/>
                <a:ext cx="457200" cy="457200"/>
              </a:xfrm>
              <a:prstGeom prst="rect">
                <a:avLst/>
              </a:prstGeom>
            </p:spPr>
          </p:pic>
        </p:grpSp>
        <p:pic>
          <p:nvPicPr>
            <p:cNvPr id="18" name="Graphique 17" descr="Visage sans expression avec remplissage uni avec un remplissage uni">
              <a:extLst>
                <a:ext uri="{FF2B5EF4-FFF2-40B4-BE49-F238E27FC236}">
                  <a16:creationId xmlns:a16="http://schemas.microsoft.com/office/drawing/2014/main" id="{8F2AD800-C1C1-409B-B5EB-AA0ADA773AD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5856" y="4359025"/>
              <a:ext cx="517032" cy="517032"/>
            </a:xfrm>
            <a:prstGeom prst="rect">
              <a:avLst/>
            </a:prstGeom>
          </p:spPr>
        </p:pic>
        <p:pic>
          <p:nvPicPr>
            <p:cNvPr id="19" name="Graphique 18" descr="Homme avec un remplissage uni">
              <a:extLst>
                <a:ext uri="{FF2B5EF4-FFF2-40B4-BE49-F238E27FC236}">
                  <a16:creationId xmlns:a16="http://schemas.microsoft.com/office/drawing/2014/main" id="{4B46C92F-E51C-4D67-AD25-CB1528047D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34632" y="5899966"/>
              <a:ext cx="245082" cy="245082"/>
            </a:xfrm>
            <a:prstGeom prst="rect">
              <a:avLst/>
            </a:prstGeom>
          </p:spPr>
        </p:pic>
        <p:pic>
          <p:nvPicPr>
            <p:cNvPr id="20" name="Graphique 19" descr="Homme avec un remplissage uni">
              <a:extLst>
                <a:ext uri="{FF2B5EF4-FFF2-40B4-BE49-F238E27FC236}">
                  <a16:creationId xmlns:a16="http://schemas.microsoft.com/office/drawing/2014/main" id="{8009CA4C-F766-4763-858B-1831CEB3203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16849" y="5596402"/>
              <a:ext cx="245082" cy="245082"/>
            </a:xfrm>
            <a:prstGeom prst="rect">
              <a:avLst/>
            </a:prstGeom>
          </p:spPr>
        </p:pic>
        <p:pic>
          <p:nvPicPr>
            <p:cNvPr id="21" name="Graphique 20" descr="Homme avec un remplissage uni">
              <a:extLst>
                <a:ext uri="{FF2B5EF4-FFF2-40B4-BE49-F238E27FC236}">
                  <a16:creationId xmlns:a16="http://schemas.microsoft.com/office/drawing/2014/main" id="{3EBC433C-5C88-40BD-857B-5C4CF9F4FC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0304" y="5899966"/>
              <a:ext cx="245082" cy="245082"/>
            </a:xfrm>
            <a:prstGeom prst="rect">
              <a:avLst/>
            </a:prstGeom>
          </p:spPr>
        </p:pic>
        <p:pic>
          <p:nvPicPr>
            <p:cNvPr id="22" name="Graphique 21" descr="Homme avec un remplissage uni">
              <a:extLst>
                <a:ext uri="{FF2B5EF4-FFF2-40B4-BE49-F238E27FC236}">
                  <a16:creationId xmlns:a16="http://schemas.microsoft.com/office/drawing/2014/main" id="{21E6B2B7-0A5F-4DC6-8E08-BAE56F3490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35640" y="5596402"/>
              <a:ext cx="245082" cy="245082"/>
            </a:xfrm>
            <a:prstGeom prst="rect">
              <a:avLst/>
            </a:prstGeom>
          </p:spPr>
        </p:pic>
        <p:grpSp>
          <p:nvGrpSpPr>
            <p:cNvPr id="23" name="Groupe 22">
              <a:extLst>
                <a:ext uri="{FF2B5EF4-FFF2-40B4-BE49-F238E27FC236}">
                  <a16:creationId xmlns:a16="http://schemas.microsoft.com/office/drawing/2014/main" id="{4B3F993F-95EC-4821-9255-B5997AF499F3}"/>
                </a:ext>
              </a:extLst>
            </p:cNvPr>
            <p:cNvGrpSpPr/>
            <p:nvPr/>
          </p:nvGrpSpPr>
          <p:grpSpPr>
            <a:xfrm>
              <a:off x="119033" y="2951205"/>
              <a:ext cx="504706" cy="934878"/>
              <a:chOff x="-40322" y="2680276"/>
              <a:chExt cx="702434" cy="1301133"/>
            </a:xfrm>
          </p:grpSpPr>
          <p:pic>
            <p:nvPicPr>
              <p:cNvPr id="24" name="Graphique 23" descr="Homme avec un remplissage uni">
                <a:extLst>
                  <a:ext uri="{FF2B5EF4-FFF2-40B4-BE49-F238E27FC236}">
                    <a16:creationId xmlns:a16="http://schemas.microsoft.com/office/drawing/2014/main" id="{6B2E3624-ABF5-4515-9425-C5B9617802E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5403" y="3640327"/>
                <a:ext cx="245082" cy="245082"/>
              </a:xfrm>
              <a:prstGeom prst="rect">
                <a:avLst/>
              </a:prstGeom>
            </p:spPr>
          </p:pic>
          <p:pic>
            <p:nvPicPr>
              <p:cNvPr id="25" name="Graphique 24" descr="Homme avec un remplissage uni">
                <a:extLst>
                  <a:ext uri="{FF2B5EF4-FFF2-40B4-BE49-F238E27FC236}">
                    <a16:creationId xmlns:a16="http://schemas.microsoft.com/office/drawing/2014/main" id="{5C5EA547-4ED0-4E5F-9E3F-B79F6853ED6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0739" y="3336763"/>
                <a:ext cx="245082" cy="245082"/>
              </a:xfrm>
              <a:prstGeom prst="rect">
                <a:avLst/>
              </a:prstGeom>
            </p:spPr>
          </p:pic>
          <p:pic>
            <p:nvPicPr>
              <p:cNvPr id="26" name="Graphique 25" descr="Homme avec un remplissage uni">
                <a:extLst>
                  <a:ext uri="{FF2B5EF4-FFF2-40B4-BE49-F238E27FC236}">
                    <a16:creationId xmlns:a16="http://schemas.microsoft.com/office/drawing/2014/main" id="{992A1781-D95E-44F6-B02D-888ED3B2AAE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4860" y="3698809"/>
                <a:ext cx="245082" cy="245082"/>
              </a:xfrm>
              <a:prstGeom prst="rect">
                <a:avLst/>
              </a:prstGeom>
            </p:spPr>
          </p:pic>
          <p:pic>
            <p:nvPicPr>
              <p:cNvPr id="27" name="Graphique 26" descr="Homme avec un remplissage uni">
                <a:extLst>
                  <a:ext uri="{FF2B5EF4-FFF2-40B4-BE49-F238E27FC236}">
                    <a16:creationId xmlns:a16="http://schemas.microsoft.com/office/drawing/2014/main" id="{1AF7A328-74CC-4B1F-A28F-AD92C84253C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0196" y="3395245"/>
                <a:ext cx="245082" cy="245082"/>
              </a:xfrm>
              <a:prstGeom prst="rect">
                <a:avLst/>
              </a:prstGeom>
            </p:spPr>
          </p:pic>
          <p:pic>
            <p:nvPicPr>
              <p:cNvPr id="28" name="Graphique 27" descr="Homme avec un remplissage uni">
                <a:extLst>
                  <a:ext uri="{FF2B5EF4-FFF2-40B4-BE49-F238E27FC236}">
                    <a16:creationId xmlns:a16="http://schemas.microsoft.com/office/drawing/2014/main" id="{5F21C6CC-2058-4559-806C-B9D0A849946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1694" y="2983840"/>
                <a:ext cx="245082" cy="245082"/>
              </a:xfrm>
              <a:prstGeom prst="rect">
                <a:avLst/>
              </a:prstGeom>
            </p:spPr>
          </p:pic>
          <p:pic>
            <p:nvPicPr>
              <p:cNvPr id="29" name="Graphique 28" descr="Homme avec un remplissage uni">
                <a:extLst>
                  <a:ext uri="{FF2B5EF4-FFF2-40B4-BE49-F238E27FC236}">
                    <a16:creationId xmlns:a16="http://schemas.microsoft.com/office/drawing/2014/main" id="{8EDD5AB3-E18B-417C-A15D-1C6F320DAC9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7030" y="2680276"/>
                <a:ext cx="245082" cy="245082"/>
              </a:xfrm>
              <a:prstGeom prst="rect">
                <a:avLst/>
              </a:prstGeom>
            </p:spPr>
          </p:pic>
          <p:pic>
            <p:nvPicPr>
              <p:cNvPr id="30" name="Graphique 29" descr="Homme avec un remplissage uni">
                <a:extLst>
                  <a:ext uri="{FF2B5EF4-FFF2-40B4-BE49-F238E27FC236}">
                    <a16:creationId xmlns:a16="http://schemas.microsoft.com/office/drawing/2014/main" id="{EA4FA6F4-02C6-4A2F-BDB3-694C52B0508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1151" y="3042322"/>
                <a:ext cx="245082" cy="245082"/>
              </a:xfrm>
              <a:prstGeom prst="rect">
                <a:avLst/>
              </a:prstGeom>
            </p:spPr>
          </p:pic>
          <p:pic>
            <p:nvPicPr>
              <p:cNvPr id="31" name="Graphique 30" descr="Homme avec un remplissage uni">
                <a:extLst>
                  <a:ext uri="{FF2B5EF4-FFF2-40B4-BE49-F238E27FC236}">
                    <a16:creationId xmlns:a16="http://schemas.microsoft.com/office/drawing/2014/main" id="{44D3E842-6B2A-4F28-BB76-A3FBCCC3864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6487" y="2738758"/>
                <a:ext cx="245082" cy="245082"/>
              </a:xfrm>
              <a:prstGeom prst="rect">
                <a:avLst/>
              </a:prstGeom>
            </p:spPr>
          </p:pic>
          <p:pic>
            <p:nvPicPr>
              <p:cNvPr id="32" name="Graphique 31" descr="Homme avec un remplissage uni">
                <a:extLst>
                  <a:ext uri="{FF2B5EF4-FFF2-40B4-BE49-F238E27FC236}">
                    <a16:creationId xmlns:a16="http://schemas.microsoft.com/office/drawing/2014/main" id="{08E7AC7E-08FF-468E-9285-F8874FF94A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221" y="3111353"/>
                <a:ext cx="245082" cy="245082"/>
              </a:xfrm>
              <a:prstGeom prst="rect">
                <a:avLst/>
              </a:prstGeom>
            </p:spPr>
          </p:pic>
          <p:pic>
            <p:nvPicPr>
              <p:cNvPr id="33" name="Graphique 32" descr="Homme avec un remplissage uni">
                <a:extLst>
                  <a:ext uri="{FF2B5EF4-FFF2-40B4-BE49-F238E27FC236}">
                    <a16:creationId xmlns:a16="http://schemas.microsoft.com/office/drawing/2014/main" id="{30700355-9D17-4E8D-99B5-BE9531A55A0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5557" y="2807789"/>
                <a:ext cx="245082" cy="245082"/>
              </a:xfrm>
              <a:prstGeom prst="rect">
                <a:avLst/>
              </a:prstGeom>
            </p:spPr>
          </p:pic>
          <p:pic>
            <p:nvPicPr>
              <p:cNvPr id="34" name="Graphique 33" descr="Homme avec un remplissage uni">
                <a:extLst>
                  <a:ext uri="{FF2B5EF4-FFF2-40B4-BE49-F238E27FC236}">
                    <a16:creationId xmlns:a16="http://schemas.microsoft.com/office/drawing/2014/main" id="{5BC066F4-5537-437D-BCB2-6E91E81C969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322" y="3169835"/>
                <a:ext cx="245082" cy="245082"/>
              </a:xfrm>
              <a:prstGeom prst="rect">
                <a:avLst/>
              </a:prstGeom>
            </p:spPr>
          </p:pic>
          <p:pic>
            <p:nvPicPr>
              <p:cNvPr id="35" name="Graphique 34" descr="Homme avec un remplissage uni">
                <a:extLst>
                  <a:ext uri="{FF2B5EF4-FFF2-40B4-BE49-F238E27FC236}">
                    <a16:creationId xmlns:a16="http://schemas.microsoft.com/office/drawing/2014/main" id="{97BF70A8-6D3C-44C0-BF10-EFB37D1A8B5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986" y="2866271"/>
                <a:ext cx="245082" cy="245082"/>
              </a:xfrm>
              <a:prstGeom prst="rect">
                <a:avLst/>
              </a:prstGeom>
            </p:spPr>
          </p:pic>
          <p:pic>
            <p:nvPicPr>
              <p:cNvPr id="36" name="Graphique 35" descr="Homme avec un remplissage uni">
                <a:extLst>
                  <a:ext uri="{FF2B5EF4-FFF2-40B4-BE49-F238E27FC236}">
                    <a16:creationId xmlns:a16="http://schemas.microsoft.com/office/drawing/2014/main" id="{CFAEA098-E0D6-40D5-882B-C72E64B06EE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887" y="3736327"/>
                <a:ext cx="245082" cy="245082"/>
              </a:xfrm>
              <a:prstGeom prst="rect">
                <a:avLst/>
              </a:prstGeom>
            </p:spPr>
          </p:pic>
          <p:pic>
            <p:nvPicPr>
              <p:cNvPr id="37" name="Graphique 36" descr="Homme avec un remplissage uni">
                <a:extLst>
                  <a:ext uri="{FF2B5EF4-FFF2-40B4-BE49-F238E27FC236}">
                    <a16:creationId xmlns:a16="http://schemas.microsoft.com/office/drawing/2014/main" id="{E7FDA250-251C-4816-B9FF-0B056C97524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9" y="3432763"/>
                <a:ext cx="245082" cy="245082"/>
              </a:xfrm>
              <a:prstGeom prst="rect">
                <a:avLst/>
              </a:prstGeom>
            </p:spPr>
          </p:pic>
        </p:grpSp>
        <p:grpSp>
          <p:nvGrpSpPr>
            <p:cNvPr id="38" name="Groupe 37">
              <a:extLst>
                <a:ext uri="{FF2B5EF4-FFF2-40B4-BE49-F238E27FC236}">
                  <a16:creationId xmlns:a16="http://schemas.microsoft.com/office/drawing/2014/main" id="{AEC8B9FC-E3BD-45F4-AAC3-FCAC79ACED73}"/>
                </a:ext>
              </a:extLst>
            </p:cNvPr>
            <p:cNvGrpSpPr/>
            <p:nvPr/>
          </p:nvGrpSpPr>
          <p:grpSpPr>
            <a:xfrm flipH="1">
              <a:off x="1130068" y="2976100"/>
              <a:ext cx="543620" cy="934878"/>
              <a:chOff x="-40322" y="2680276"/>
              <a:chExt cx="702434" cy="1301133"/>
            </a:xfrm>
          </p:grpSpPr>
          <p:pic>
            <p:nvPicPr>
              <p:cNvPr id="39" name="Graphique 38" descr="Homme avec un remplissage uni">
                <a:extLst>
                  <a:ext uri="{FF2B5EF4-FFF2-40B4-BE49-F238E27FC236}">
                    <a16:creationId xmlns:a16="http://schemas.microsoft.com/office/drawing/2014/main" id="{532C2E6D-6177-4D13-B553-DA0AE46CB1B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5403" y="3640327"/>
                <a:ext cx="245082" cy="245082"/>
              </a:xfrm>
              <a:prstGeom prst="rect">
                <a:avLst/>
              </a:prstGeom>
            </p:spPr>
          </p:pic>
          <p:pic>
            <p:nvPicPr>
              <p:cNvPr id="40" name="Graphique 39" descr="Homme avec un remplissage uni">
                <a:extLst>
                  <a:ext uri="{FF2B5EF4-FFF2-40B4-BE49-F238E27FC236}">
                    <a16:creationId xmlns:a16="http://schemas.microsoft.com/office/drawing/2014/main" id="{18C8C4F0-489A-4974-8850-8132B6A0AF4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0739" y="3336763"/>
                <a:ext cx="245082" cy="245082"/>
              </a:xfrm>
              <a:prstGeom prst="rect">
                <a:avLst/>
              </a:prstGeom>
            </p:spPr>
          </p:pic>
          <p:pic>
            <p:nvPicPr>
              <p:cNvPr id="41" name="Graphique 40" descr="Homme avec un remplissage uni">
                <a:extLst>
                  <a:ext uri="{FF2B5EF4-FFF2-40B4-BE49-F238E27FC236}">
                    <a16:creationId xmlns:a16="http://schemas.microsoft.com/office/drawing/2014/main" id="{E253F781-9C3B-4507-BF79-E261218CCE0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4860" y="3698809"/>
                <a:ext cx="245082" cy="245082"/>
              </a:xfrm>
              <a:prstGeom prst="rect">
                <a:avLst/>
              </a:prstGeom>
            </p:spPr>
          </p:pic>
          <p:pic>
            <p:nvPicPr>
              <p:cNvPr id="42" name="Graphique 41" descr="Homme avec un remplissage uni">
                <a:extLst>
                  <a:ext uri="{FF2B5EF4-FFF2-40B4-BE49-F238E27FC236}">
                    <a16:creationId xmlns:a16="http://schemas.microsoft.com/office/drawing/2014/main" id="{05EA30C1-6207-4490-A966-BDA01B65F0C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0196" y="3395245"/>
                <a:ext cx="245082" cy="245082"/>
              </a:xfrm>
              <a:prstGeom prst="rect">
                <a:avLst/>
              </a:prstGeom>
            </p:spPr>
          </p:pic>
          <p:pic>
            <p:nvPicPr>
              <p:cNvPr id="43" name="Graphique 42" descr="Homme avec un remplissage uni">
                <a:extLst>
                  <a:ext uri="{FF2B5EF4-FFF2-40B4-BE49-F238E27FC236}">
                    <a16:creationId xmlns:a16="http://schemas.microsoft.com/office/drawing/2014/main" id="{404D1D94-04FB-44F1-A4B1-73D4F4A7FDF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1694" y="2983840"/>
                <a:ext cx="245082" cy="245082"/>
              </a:xfrm>
              <a:prstGeom prst="rect">
                <a:avLst/>
              </a:prstGeom>
            </p:spPr>
          </p:pic>
          <p:pic>
            <p:nvPicPr>
              <p:cNvPr id="44" name="Graphique 43" descr="Homme avec un remplissage uni">
                <a:extLst>
                  <a:ext uri="{FF2B5EF4-FFF2-40B4-BE49-F238E27FC236}">
                    <a16:creationId xmlns:a16="http://schemas.microsoft.com/office/drawing/2014/main" id="{9CD6617A-7F5B-48AD-AF53-7C81B6432CB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7030" y="2680276"/>
                <a:ext cx="245082" cy="245082"/>
              </a:xfrm>
              <a:prstGeom prst="rect">
                <a:avLst/>
              </a:prstGeom>
            </p:spPr>
          </p:pic>
          <p:pic>
            <p:nvPicPr>
              <p:cNvPr id="45" name="Graphique 44" descr="Homme avec un remplissage uni">
                <a:extLst>
                  <a:ext uri="{FF2B5EF4-FFF2-40B4-BE49-F238E27FC236}">
                    <a16:creationId xmlns:a16="http://schemas.microsoft.com/office/drawing/2014/main" id="{3A7E93BD-5B7D-4DE9-B24E-A19465FF5D1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1151" y="3042322"/>
                <a:ext cx="245082" cy="245082"/>
              </a:xfrm>
              <a:prstGeom prst="rect">
                <a:avLst/>
              </a:prstGeom>
            </p:spPr>
          </p:pic>
          <p:pic>
            <p:nvPicPr>
              <p:cNvPr id="46" name="Graphique 45" descr="Homme avec un remplissage uni">
                <a:extLst>
                  <a:ext uri="{FF2B5EF4-FFF2-40B4-BE49-F238E27FC236}">
                    <a16:creationId xmlns:a16="http://schemas.microsoft.com/office/drawing/2014/main" id="{5EEBE241-CF02-4785-A91A-2EA0C59B2A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6487" y="2738758"/>
                <a:ext cx="245082" cy="245082"/>
              </a:xfrm>
              <a:prstGeom prst="rect">
                <a:avLst/>
              </a:prstGeom>
            </p:spPr>
          </p:pic>
          <p:pic>
            <p:nvPicPr>
              <p:cNvPr id="47" name="Graphique 46" descr="Homme avec un remplissage uni">
                <a:extLst>
                  <a:ext uri="{FF2B5EF4-FFF2-40B4-BE49-F238E27FC236}">
                    <a16:creationId xmlns:a16="http://schemas.microsoft.com/office/drawing/2014/main" id="{56726354-9DAD-45BD-8E53-2C3FB10AA11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221" y="3111353"/>
                <a:ext cx="245082" cy="245082"/>
              </a:xfrm>
              <a:prstGeom prst="rect">
                <a:avLst/>
              </a:prstGeom>
            </p:spPr>
          </p:pic>
          <p:pic>
            <p:nvPicPr>
              <p:cNvPr id="48" name="Graphique 47" descr="Homme avec un remplissage uni">
                <a:extLst>
                  <a:ext uri="{FF2B5EF4-FFF2-40B4-BE49-F238E27FC236}">
                    <a16:creationId xmlns:a16="http://schemas.microsoft.com/office/drawing/2014/main" id="{A7E19FEC-940C-40A0-8F59-5A2BDCD0827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5557" y="2807789"/>
                <a:ext cx="245082" cy="245082"/>
              </a:xfrm>
              <a:prstGeom prst="rect">
                <a:avLst/>
              </a:prstGeom>
            </p:spPr>
          </p:pic>
          <p:pic>
            <p:nvPicPr>
              <p:cNvPr id="49" name="Graphique 48" descr="Homme avec un remplissage uni">
                <a:extLst>
                  <a:ext uri="{FF2B5EF4-FFF2-40B4-BE49-F238E27FC236}">
                    <a16:creationId xmlns:a16="http://schemas.microsoft.com/office/drawing/2014/main" id="{3C7C4192-5B4D-4014-A924-46F7AE363CF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322" y="3169835"/>
                <a:ext cx="245082" cy="245082"/>
              </a:xfrm>
              <a:prstGeom prst="rect">
                <a:avLst/>
              </a:prstGeom>
            </p:spPr>
          </p:pic>
          <p:pic>
            <p:nvPicPr>
              <p:cNvPr id="50" name="Graphique 49" descr="Homme avec un remplissage uni">
                <a:extLst>
                  <a:ext uri="{FF2B5EF4-FFF2-40B4-BE49-F238E27FC236}">
                    <a16:creationId xmlns:a16="http://schemas.microsoft.com/office/drawing/2014/main" id="{4DB515E7-7ACE-4D33-B4EE-E9302EE620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986" y="2866271"/>
                <a:ext cx="245082" cy="245082"/>
              </a:xfrm>
              <a:prstGeom prst="rect">
                <a:avLst/>
              </a:prstGeom>
            </p:spPr>
          </p:pic>
          <p:pic>
            <p:nvPicPr>
              <p:cNvPr id="51" name="Graphique 50" descr="Homme avec un remplissage uni">
                <a:extLst>
                  <a:ext uri="{FF2B5EF4-FFF2-40B4-BE49-F238E27FC236}">
                    <a16:creationId xmlns:a16="http://schemas.microsoft.com/office/drawing/2014/main" id="{F6343119-7F55-445C-B2FF-66B886FA66C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887" y="3736327"/>
                <a:ext cx="245082" cy="245082"/>
              </a:xfrm>
              <a:prstGeom prst="rect">
                <a:avLst/>
              </a:prstGeom>
            </p:spPr>
          </p:pic>
          <p:pic>
            <p:nvPicPr>
              <p:cNvPr id="52" name="Graphique 51" descr="Homme avec un remplissage uni">
                <a:extLst>
                  <a:ext uri="{FF2B5EF4-FFF2-40B4-BE49-F238E27FC236}">
                    <a16:creationId xmlns:a16="http://schemas.microsoft.com/office/drawing/2014/main" id="{C3D9DDDD-E11B-4A37-B968-5B1AA0736C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9" y="3432763"/>
                <a:ext cx="245082" cy="245082"/>
              </a:xfrm>
              <a:prstGeom prst="rect">
                <a:avLst/>
              </a:prstGeom>
            </p:spPr>
          </p:pic>
        </p:grpSp>
        <p:grpSp>
          <p:nvGrpSpPr>
            <p:cNvPr id="53" name="Groupe 52">
              <a:extLst>
                <a:ext uri="{FF2B5EF4-FFF2-40B4-BE49-F238E27FC236}">
                  <a16:creationId xmlns:a16="http://schemas.microsoft.com/office/drawing/2014/main" id="{B4210DE1-116B-4A41-A724-8241D36CF38F}"/>
                </a:ext>
              </a:extLst>
            </p:cNvPr>
            <p:cNvGrpSpPr/>
            <p:nvPr/>
          </p:nvGrpSpPr>
          <p:grpSpPr>
            <a:xfrm>
              <a:off x="1120440" y="4433439"/>
              <a:ext cx="573883" cy="776082"/>
              <a:chOff x="1120440" y="4433439"/>
              <a:chExt cx="573883" cy="776082"/>
            </a:xfrm>
          </p:grpSpPr>
          <p:pic>
            <p:nvPicPr>
              <p:cNvPr id="54" name="Graphique 53" descr="Homme avec un remplissage uni">
                <a:extLst>
                  <a:ext uri="{FF2B5EF4-FFF2-40B4-BE49-F238E27FC236}">
                    <a16:creationId xmlns:a16="http://schemas.microsoft.com/office/drawing/2014/main" id="{B4366A74-93FE-403D-99E3-052CBDD0136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71505" y="4812039"/>
                <a:ext cx="245082" cy="245082"/>
              </a:xfrm>
              <a:prstGeom prst="rect">
                <a:avLst/>
              </a:prstGeom>
            </p:spPr>
          </p:pic>
          <p:pic>
            <p:nvPicPr>
              <p:cNvPr id="55" name="Graphique 54" descr="Homme avec un remplissage uni">
                <a:extLst>
                  <a:ext uri="{FF2B5EF4-FFF2-40B4-BE49-F238E27FC236}">
                    <a16:creationId xmlns:a16="http://schemas.microsoft.com/office/drawing/2014/main" id="{65E822B1-D800-4C8D-9017-4434B776B64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96841" y="4508475"/>
                <a:ext cx="245082" cy="245082"/>
              </a:xfrm>
              <a:prstGeom prst="rect">
                <a:avLst/>
              </a:prstGeom>
            </p:spPr>
          </p:pic>
          <p:pic>
            <p:nvPicPr>
              <p:cNvPr id="56" name="Graphique 55" descr="Homme avec un remplissage uni">
                <a:extLst>
                  <a:ext uri="{FF2B5EF4-FFF2-40B4-BE49-F238E27FC236}">
                    <a16:creationId xmlns:a16="http://schemas.microsoft.com/office/drawing/2014/main" id="{A810B2FA-63DA-4364-9546-FEBA5E9AC22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20440" y="4737003"/>
                <a:ext cx="245082" cy="245082"/>
              </a:xfrm>
              <a:prstGeom prst="rect">
                <a:avLst/>
              </a:prstGeom>
            </p:spPr>
          </p:pic>
          <p:pic>
            <p:nvPicPr>
              <p:cNvPr id="57" name="Graphique 56" descr="Homme avec un remplissage uni">
                <a:extLst>
                  <a:ext uri="{FF2B5EF4-FFF2-40B4-BE49-F238E27FC236}">
                    <a16:creationId xmlns:a16="http://schemas.microsoft.com/office/drawing/2014/main" id="{50FEBB27-D7B0-4B3E-BD02-6709B1DBD23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5776" y="4433439"/>
                <a:ext cx="245082" cy="245082"/>
              </a:xfrm>
              <a:prstGeom prst="rect">
                <a:avLst/>
              </a:prstGeom>
            </p:spPr>
          </p:pic>
          <p:pic>
            <p:nvPicPr>
              <p:cNvPr id="58" name="Graphique 57" descr="Homme avec un remplissage uni">
                <a:extLst>
                  <a:ext uri="{FF2B5EF4-FFF2-40B4-BE49-F238E27FC236}">
                    <a16:creationId xmlns:a16="http://schemas.microsoft.com/office/drawing/2014/main" id="{5303F923-5765-4E07-8C55-CDB86E1BC68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23905" y="4964439"/>
                <a:ext cx="245082" cy="245082"/>
              </a:xfrm>
              <a:prstGeom prst="rect">
                <a:avLst/>
              </a:prstGeom>
            </p:spPr>
          </p:pic>
          <p:pic>
            <p:nvPicPr>
              <p:cNvPr id="59" name="Graphique 58" descr="Homme avec un remplissage uni">
                <a:extLst>
                  <a:ext uri="{FF2B5EF4-FFF2-40B4-BE49-F238E27FC236}">
                    <a16:creationId xmlns:a16="http://schemas.microsoft.com/office/drawing/2014/main" id="{263BFF6A-CE76-4218-880A-FEA9FF01977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49241" y="4660875"/>
                <a:ext cx="245082" cy="245082"/>
              </a:xfrm>
              <a:prstGeom prst="rect">
                <a:avLst/>
              </a:prstGeom>
            </p:spPr>
          </p:pic>
        </p:grpSp>
        <p:grpSp>
          <p:nvGrpSpPr>
            <p:cNvPr id="60" name="Groupe 59">
              <a:extLst>
                <a:ext uri="{FF2B5EF4-FFF2-40B4-BE49-F238E27FC236}">
                  <a16:creationId xmlns:a16="http://schemas.microsoft.com/office/drawing/2014/main" id="{177CE31E-566A-4E56-BD99-0AE77B0F1CC8}"/>
                </a:ext>
              </a:extLst>
            </p:cNvPr>
            <p:cNvGrpSpPr/>
            <p:nvPr/>
          </p:nvGrpSpPr>
          <p:grpSpPr>
            <a:xfrm>
              <a:off x="-60802" y="4469484"/>
              <a:ext cx="561178" cy="733206"/>
              <a:chOff x="-60802" y="4469484"/>
              <a:chExt cx="561178" cy="733206"/>
            </a:xfrm>
          </p:grpSpPr>
          <p:pic>
            <p:nvPicPr>
              <p:cNvPr id="61" name="Graphique 60" descr="Homme avec un remplissage uni">
                <a:extLst>
                  <a:ext uri="{FF2B5EF4-FFF2-40B4-BE49-F238E27FC236}">
                    <a16:creationId xmlns:a16="http://schemas.microsoft.com/office/drawing/2014/main" id="{DDE37086-FA00-48ED-80B2-03802C945D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9958" y="4773048"/>
                <a:ext cx="245082" cy="245082"/>
              </a:xfrm>
              <a:prstGeom prst="rect">
                <a:avLst/>
              </a:prstGeom>
            </p:spPr>
          </p:pic>
          <p:pic>
            <p:nvPicPr>
              <p:cNvPr id="62" name="Graphique 61" descr="Homme avec un remplissage uni">
                <a:extLst>
                  <a:ext uri="{FF2B5EF4-FFF2-40B4-BE49-F238E27FC236}">
                    <a16:creationId xmlns:a16="http://schemas.microsoft.com/office/drawing/2014/main" id="{0D4FBE75-3FF4-43C3-8985-9AD9FFAB26C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5294" y="4469484"/>
                <a:ext cx="245082" cy="245082"/>
              </a:xfrm>
              <a:prstGeom prst="rect">
                <a:avLst/>
              </a:prstGeom>
            </p:spPr>
          </p:pic>
          <p:pic>
            <p:nvPicPr>
              <p:cNvPr id="63" name="Graphique 62" descr="Homme avec un remplissage uni">
                <a:extLst>
                  <a:ext uri="{FF2B5EF4-FFF2-40B4-BE49-F238E27FC236}">
                    <a16:creationId xmlns:a16="http://schemas.microsoft.com/office/drawing/2014/main" id="{F358D7DB-50E3-47FA-ADD2-4C559223C74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415" y="4831530"/>
                <a:ext cx="245082" cy="245082"/>
              </a:xfrm>
              <a:prstGeom prst="rect">
                <a:avLst/>
              </a:prstGeom>
            </p:spPr>
          </p:pic>
          <p:pic>
            <p:nvPicPr>
              <p:cNvPr id="64" name="Graphique 63" descr="Homme avec un remplissage uni">
                <a:extLst>
                  <a:ext uri="{FF2B5EF4-FFF2-40B4-BE49-F238E27FC236}">
                    <a16:creationId xmlns:a16="http://schemas.microsoft.com/office/drawing/2014/main" id="{27725E72-D55E-46B2-941D-A4F8893CC28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751" y="4527966"/>
                <a:ext cx="245082" cy="245082"/>
              </a:xfrm>
              <a:prstGeom prst="rect">
                <a:avLst/>
              </a:prstGeom>
            </p:spPr>
          </p:pic>
          <p:pic>
            <p:nvPicPr>
              <p:cNvPr id="65" name="Graphique 64" descr="Homme avec un remplissage uni">
                <a:extLst>
                  <a:ext uri="{FF2B5EF4-FFF2-40B4-BE49-F238E27FC236}">
                    <a16:creationId xmlns:a16="http://schemas.microsoft.com/office/drawing/2014/main" id="{117F04D4-DE82-465E-986B-9DF18FB5CEB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802" y="4957608"/>
                <a:ext cx="245082" cy="245082"/>
              </a:xfrm>
              <a:prstGeom prst="rect">
                <a:avLst/>
              </a:prstGeom>
            </p:spPr>
          </p:pic>
          <p:pic>
            <p:nvPicPr>
              <p:cNvPr id="66" name="Graphique 65" descr="Homme avec un remplissage uni">
                <a:extLst>
                  <a:ext uri="{FF2B5EF4-FFF2-40B4-BE49-F238E27FC236}">
                    <a16:creationId xmlns:a16="http://schemas.microsoft.com/office/drawing/2014/main" id="{BB728761-C408-467F-8EFB-895C6B99BFD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466" y="4654044"/>
                <a:ext cx="245082" cy="245082"/>
              </a:xfrm>
              <a:prstGeom prst="rect">
                <a:avLst/>
              </a:prstGeom>
            </p:spPr>
          </p:pic>
        </p:grpSp>
      </p:grpSp>
      <p:grpSp>
        <p:nvGrpSpPr>
          <p:cNvPr id="68" name="Groupe 67">
            <a:extLst>
              <a:ext uri="{FF2B5EF4-FFF2-40B4-BE49-F238E27FC236}">
                <a16:creationId xmlns:a16="http://schemas.microsoft.com/office/drawing/2014/main" id="{FA9006CC-D2A6-4BC7-82A2-A7FCE0E08666}"/>
              </a:ext>
            </a:extLst>
          </p:cNvPr>
          <p:cNvGrpSpPr/>
          <p:nvPr/>
        </p:nvGrpSpPr>
        <p:grpSpPr>
          <a:xfrm>
            <a:off x="3013084" y="3526981"/>
            <a:ext cx="2812690" cy="1827059"/>
            <a:chOff x="2107917" y="2677914"/>
            <a:chExt cx="6289554" cy="4085550"/>
          </a:xfrm>
        </p:grpSpPr>
        <p:sp>
          <p:nvSpPr>
            <p:cNvPr id="69" name="Espace réservé du contenu 5">
              <a:extLst>
                <a:ext uri="{FF2B5EF4-FFF2-40B4-BE49-F238E27FC236}">
                  <a16:creationId xmlns:a16="http://schemas.microsoft.com/office/drawing/2014/main" id="{DBF8C0B7-DC7B-4DDD-B3E8-1FDA90D520CD}"/>
                </a:ext>
              </a:extLst>
            </p:cNvPr>
            <p:cNvSpPr txBox="1">
              <a:spLocks/>
            </p:cNvSpPr>
            <p:nvPr/>
          </p:nvSpPr>
          <p:spPr>
            <a:xfrm>
              <a:off x="2109642" y="6260981"/>
              <a:ext cx="1831818"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Respond to messages thoroughly</a:t>
              </a:r>
            </a:p>
          </p:txBody>
        </p:sp>
        <p:sp>
          <p:nvSpPr>
            <p:cNvPr id="70" name="Espace réservé du contenu 5">
              <a:extLst>
                <a:ext uri="{FF2B5EF4-FFF2-40B4-BE49-F238E27FC236}">
                  <a16:creationId xmlns:a16="http://schemas.microsoft.com/office/drawing/2014/main" id="{9DD4AFFB-F0B8-4999-B151-61AA5B416626}"/>
                </a:ext>
              </a:extLst>
            </p:cNvPr>
            <p:cNvSpPr txBox="1">
              <a:spLocks/>
            </p:cNvSpPr>
            <p:nvPr/>
          </p:nvSpPr>
          <p:spPr>
            <a:xfrm>
              <a:off x="5740473" y="6309360"/>
              <a:ext cx="1347574"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Careful listening, Empathy</a:t>
              </a:r>
            </a:p>
          </p:txBody>
        </p:sp>
        <p:sp>
          <p:nvSpPr>
            <p:cNvPr id="71" name="Espace réservé du contenu 5">
              <a:extLst>
                <a:ext uri="{FF2B5EF4-FFF2-40B4-BE49-F238E27FC236}">
                  <a16:creationId xmlns:a16="http://schemas.microsoft.com/office/drawing/2014/main" id="{9906818E-0F04-48A6-A54D-E4A710EF0C94}"/>
                </a:ext>
              </a:extLst>
            </p:cNvPr>
            <p:cNvSpPr txBox="1">
              <a:spLocks/>
            </p:cNvSpPr>
            <p:nvPr/>
          </p:nvSpPr>
          <p:spPr>
            <a:xfrm>
              <a:off x="4046811" y="6309360"/>
              <a:ext cx="1583643"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Informal moments with other members</a:t>
              </a:r>
            </a:p>
          </p:txBody>
        </p:sp>
        <p:sp>
          <p:nvSpPr>
            <p:cNvPr id="72" name="Espace réservé du contenu 5">
              <a:extLst>
                <a:ext uri="{FF2B5EF4-FFF2-40B4-BE49-F238E27FC236}">
                  <a16:creationId xmlns:a16="http://schemas.microsoft.com/office/drawing/2014/main" id="{E2C68222-5C3C-47E6-BB3B-F8D87769DDC5}"/>
                </a:ext>
              </a:extLst>
            </p:cNvPr>
            <p:cNvSpPr txBox="1">
              <a:spLocks/>
            </p:cNvSpPr>
            <p:nvPr/>
          </p:nvSpPr>
          <p:spPr>
            <a:xfrm>
              <a:off x="7049897" y="6309360"/>
              <a:ext cx="1347574"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Sustainable effort in relationships</a:t>
              </a:r>
            </a:p>
          </p:txBody>
        </p:sp>
        <p:sp>
          <p:nvSpPr>
            <p:cNvPr id="73" name="Espace réservé du contenu 5">
              <a:extLst>
                <a:ext uri="{FF2B5EF4-FFF2-40B4-BE49-F238E27FC236}">
                  <a16:creationId xmlns:a16="http://schemas.microsoft.com/office/drawing/2014/main" id="{2995F4B5-8D01-49FB-9388-E4CFCA5F0A4C}"/>
                </a:ext>
              </a:extLst>
            </p:cNvPr>
            <p:cNvSpPr txBox="1">
              <a:spLocks/>
            </p:cNvSpPr>
            <p:nvPr/>
          </p:nvSpPr>
          <p:spPr>
            <a:xfrm>
              <a:off x="2107917" y="3372098"/>
              <a:ext cx="1831818"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Mistakes, blunder or worse in responses </a:t>
              </a:r>
            </a:p>
          </p:txBody>
        </p:sp>
        <p:sp>
          <p:nvSpPr>
            <p:cNvPr id="74" name="Espace réservé du contenu 5">
              <a:extLst>
                <a:ext uri="{FF2B5EF4-FFF2-40B4-BE49-F238E27FC236}">
                  <a16:creationId xmlns:a16="http://schemas.microsoft.com/office/drawing/2014/main" id="{E48FD596-D202-4179-8F00-1A884A54F4BC}"/>
                </a:ext>
              </a:extLst>
            </p:cNvPr>
            <p:cNvSpPr txBox="1">
              <a:spLocks/>
            </p:cNvSpPr>
            <p:nvPr/>
          </p:nvSpPr>
          <p:spPr>
            <a:xfrm>
              <a:off x="5856124" y="3371126"/>
              <a:ext cx="1101293" cy="68734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Inability to empathize</a:t>
              </a:r>
            </a:p>
          </p:txBody>
        </p:sp>
        <p:sp>
          <p:nvSpPr>
            <p:cNvPr id="75" name="Espace réservé du contenu 5">
              <a:extLst>
                <a:ext uri="{FF2B5EF4-FFF2-40B4-BE49-F238E27FC236}">
                  <a16:creationId xmlns:a16="http://schemas.microsoft.com/office/drawing/2014/main" id="{3ED250D6-6479-4703-9E77-E9786604E9B4}"/>
                </a:ext>
              </a:extLst>
            </p:cNvPr>
            <p:cNvSpPr txBox="1">
              <a:spLocks/>
            </p:cNvSpPr>
            <p:nvPr/>
          </p:nvSpPr>
          <p:spPr>
            <a:xfrm>
              <a:off x="4076055" y="3354392"/>
              <a:ext cx="1469205"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Only formal moments </a:t>
              </a:r>
            </a:p>
          </p:txBody>
        </p:sp>
        <p:sp>
          <p:nvSpPr>
            <p:cNvPr id="76" name="Espace réservé du contenu 5">
              <a:extLst>
                <a:ext uri="{FF2B5EF4-FFF2-40B4-BE49-F238E27FC236}">
                  <a16:creationId xmlns:a16="http://schemas.microsoft.com/office/drawing/2014/main" id="{78DBFEEB-99F1-4E8C-BA92-A5D030B20B74}"/>
                </a:ext>
              </a:extLst>
            </p:cNvPr>
            <p:cNvSpPr txBox="1">
              <a:spLocks/>
            </p:cNvSpPr>
            <p:nvPr/>
          </p:nvSpPr>
          <p:spPr>
            <a:xfrm>
              <a:off x="7174317" y="3354392"/>
              <a:ext cx="1101293"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Link Fatigue</a:t>
              </a:r>
            </a:p>
          </p:txBody>
        </p:sp>
        <p:sp>
          <p:nvSpPr>
            <p:cNvPr id="77" name="Espace réservé du contenu 5">
              <a:extLst>
                <a:ext uri="{FF2B5EF4-FFF2-40B4-BE49-F238E27FC236}">
                  <a16:creationId xmlns:a16="http://schemas.microsoft.com/office/drawing/2014/main" id="{8FC9621A-40E9-4141-8163-DDA3C6878C6C}"/>
                </a:ext>
              </a:extLst>
            </p:cNvPr>
            <p:cNvSpPr txBox="1">
              <a:spLocks/>
            </p:cNvSpPr>
            <p:nvPr/>
          </p:nvSpPr>
          <p:spPr>
            <a:xfrm>
              <a:off x="2215181" y="4646422"/>
              <a:ext cx="1501433" cy="622622"/>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Shorter, less content-rich, less personal responses</a:t>
              </a:r>
            </a:p>
          </p:txBody>
        </p:sp>
        <p:sp>
          <p:nvSpPr>
            <p:cNvPr id="78" name="Espace réservé du contenu 5">
              <a:extLst>
                <a:ext uri="{FF2B5EF4-FFF2-40B4-BE49-F238E27FC236}">
                  <a16:creationId xmlns:a16="http://schemas.microsoft.com/office/drawing/2014/main" id="{357E2707-3CF4-4A59-AAF4-84A1475910B9}"/>
                </a:ext>
              </a:extLst>
            </p:cNvPr>
            <p:cNvSpPr txBox="1">
              <a:spLocks/>
            </p:cNvSpPr>
            <p:nvPr/>
          </p:nvSpPr>
          <p:spPr>
            <a:xfrm>
              <a:off x="3939841" y="4623019"/>
              <a:ext cx="1681530" cy="669428"/>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Informal moments with shortlist of closest members only</a:t>
              </a:r>
            </a:p>
          </p:txBody>
        </p:sp>
        <p:sp>
          <p:nvSpPr>
            <p:cNvPr id="79" name="Espace réservé du contenu 5">
              <a:extLst>
                <a:ext uri="{FF2B5EF4-FFF2-40B4-BE49-F238E27FC236}">
                  <a16:creationId xmlns:a16="http://schemas.microsoft.com/office/drawing/2014/main" id="{3E157698-F596-44E1-AABB-CC6E6D6CC22B}"/>
                </a:ext>
              </a:extLst>
            </p:cNvPr>
            <p:cNvSpPr txBox="1">
              <a:spLocks/>
            </p:cNvSpPr>
            <p:nvPr/>
          </p:nvSpPr>
          <p:spPr>
            <a:xfrm>
              <a:off x="5677072" y="4640525"/>
              <a:ext cx="1346977" cy="669428"/>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Loss of Empathy and loss of quality of listening</a:t>
              </a:r>
            </a:p>
          </p:txBody>
        </p:sp>
        <p:sp>
          <p:nvSpPr>
            <p:cNvPr id="80" name="Espace réservé du contenu 5">
              <a:extLst>
                <a:ext uri="{FF2B5EF4-FFF2-40B4-BE49-F238E27FC236}">
                  <a16:creationId xmlns:a16="http://schemas.microsoft.com/office/drawing/2014/main" id="{3A79BE5C-AD1F-4B28-9FB0-33278B034A1D}"/>
                </a:ext>
              </a:extLst>
            </p:cNvPr>
            <p:cNvSpPr txBox="1">
              <a:spLocks/>
            </p:cNvSpPr>
            <p:nvPr/>
          </p:nvSpPr>
          <p:spPr>
            <a:xfrm>
              <a:off x="7038372" y="4636449"/>
              <a:ext cx="1347574" cy="681581"/>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Efforts, but not sustainable on the long run</a:t>
              </a:r>
            </a:p>
          </p:txBody>
        </p:sp>
        <p:pic>
          <p:nvPicPr>
            <p:cNvPr id="81" name="Graphique 80" descr="Cœur brisé avec un remplissage uni">
              <a:extLst>
                <a:ext uri="{FF2B5EF4-FFF2-40B4-BE49-F238E27FC236}">
                  <a16:creationId xmlns:a16="http://schemas.microsoft.com/office/drawing/2014/main" id="{A50AADCB-97DE-4D2B-9B50-5825417C5AF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94259" y="2677914"/>
              <a:ext cx="658849" cy="658849"/>
            </a:xfrm>
            <a:prstGeom prst="rect">
              <a:avLst/>
            </a:prstGeom>
          </p:spPr>
        </p:pic>
        <p:pic>
          <p:nvPicPr>
            <p:cNvPr id="82" name="Graphique 81" descr="Robot avec un remplissage uni">
              <a:extLst>
                <a:ext uri="{FF2B5EF4-FFF2-40B4-BE49-F238E27FC236}">
                  <a16:creationId xmlns:a16="http://schemas.microsoft.com/office/drawing/2014/main" id="{DE6D1F17-0C72-4E2D-B282-5C77BDC75B0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073024" y="2724399"/>
              <a:ext cx="671230" cy="671230"/>
            </a:xfrm>
            <a:prstGeom prst="rect">
              <a:avLst/>
            </a:prstGeom>
          </p:spPr>
        </p:pic>
        <p:pic>
          <p:nvPicPr>
            <p:cNvPr id="83" name="Graphique 82" descr="Fermer avec un remplissage uni">
              <a:extLst>
                <a:ext uri="{FF2B5EF4-FFF2-40B4-BE49-F238E27FC236}">
                  <a16:creationId xmlns:a16="http://schemas.microsoft.com/office/drawing/2014/main" id="{2D4883B0-55E8-4BCD-8936-A361F9EA6F0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22102" y="2815419"/>
              <a:ext cx="521344" cy="521344"/>
            </a:xfrm>
            <a:prstGeom prst="rect">
              <a:avLst/>
            </a:prstGeom>
          </p:spPr>
        </p:pic>
        <p:pic>
          <p:nvPicPr>
            <p:cNvPr id="84" name="Graphique 83" descr="Presse-papiers vérifié avec un remplissage uni">
              <a:extLst>
                <a:ext uri="{FF2B5EF4-FFF2-40B4-BE49-F238E27FC236}">
                  <a16:creationId xmlns:a16="http://schemas.microsoft.com/office/drawing/2014/main" id="{C11E443C-3778-4E69-9E0F-CC5D59FB40D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532080" y="2769771"/>
              <a:ext cx="584621" cy="584621"/>
            </a:xfrm>
            <a:prstGeom prst="rect">
              <a:avLst/>
            </a:prstGeom>
          </p:spPr>
        </p:pic>
        <p:grpSp>
          <p:nvGrpSpPr>
            <p:cNvPr id="85" name="Groupe 84">
              <a:extLst>
                <a:ext uri="{FF2B5EF4-FFF2-40B4-BE49-F238E27FC236}">
                  <a16:creationId xmlns:a16="http://schemas.microsoft.com/office/drawing/2014/main" id="{114189F9-36D3-4F5B-9E47-18932E37E7A3}"/>
                </a:ext>
              </a:extLst>
            </p:cNvPr>
            <p:cNvGrpSpPr/>
            <p:nvPr/>
          </p:nvGrpSpPr>
          <p:grpSpPr>
            <a:xfrm>
              <a:off x="4330208" y="5776163"/>
              <a:ext cx="973014" cy="519660"/>
              <a:chOff x="4294183" y="5776163"/>
              <a:chExt cx="973014" cy="519660"/>
            </a:xfrm>
          </p:grpSpPr>
          <p:pic>
            <p:nvPicPr>
              <p:cNvPr id="93" name="Graphique 92" descr="Café avec un remplissage uni">
                <a:extLst>
                  <a:ext uri="{FF2B5EF4-FFF2-40B4-BE49-F238E27FC236}">
                    <a16:creationId xmlns:a16="http://schemas.microsoft.com/office/drawing/2014/main" id="{7FA63C33-A930-4522-AA39-AE4AEB8E3FB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747537" y="5776163"/>
                <a:ext cx="519660" cy="519660"/>
              </a:xfrm>
              <a:prstGeom prst="rect">
                <a:avLst/>
              </a:prstGeom>
            </p:spPr>
          </p:pic>
          <p:pic>
            <p:nvPicPr>
              <p:cNvPr id="94" name="Graphique 93" descr="Café avec un remplissage uni">
                <a:extLst>
                  <a:ext uri="{FF2B5EF4-FFF2-40B4-BE49-F238E27FC236}">
                    <a16:creationId xmlns:a16="http://schemas.microsoft.com/office/drawing/2014/main" id="{4486F40B-0842-4C18-AB8C-0D31AD099E0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flipH="1">
                <a:off x="4294183" y="5776163"/>
                <a:ext cx="519661" cy="519660"/>
              </a:xfrm>
              <a:prstGeom prst="rect">
                <a:avLst/>
              </a:prstGeom>
            </p:spPr>
          </p:pic>
        </p:grpSp>
        <p:pic>
          <p:nvPicPr>
            <p:cNvPr id="86" name="Graphique 85" descr="Faire défiler contour">
              <a:extLst>
                <a:ext uri="{FF2B5EF4-FFF2-40B4-BE49-F238E27FC236}">
                  <a16:creationId xmlns:a16="http://schemas.microsoft.com/office/drawing/2014/main" id="{5D2195F7-CDB6-4D86-893B-2EEE5A3A65DD}"/>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87358" y="5704992"/>
              <a:ext cx="590831" cy="590831"/>
            </a:xfrm>
            <a:prstGeom prst="rect">
              <a:avLst/>
            </a:prstGeom>
          </p:spPr>
        </p:pic>
        <p:pic>
          <p:nvPicPr>
            <p:cNvPr id="87" name="Graphique 86" descr="Cœur étincelant avec un remplissage uni">
              <a:extLst>
                <a:ext uri="{FF2B5EF4-FFF2-40B4-BE49-F238E27FC236}">
                  <a16:creationId xmlns:a16="http://schemas.microsoft.com/office/drawing/2014/main" id="{8B3792FC-850A-468F-B9EF-A08DA534A0A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109341" y="5776163"/>
              <a:ext cx="590831" cy="590831"/>
            </a:xfrm>
            <a:prstGeom prst="rect">
              <a:avLst/>
            </a:prstGeom>
          </p:spPr>
        </p:pic>
        <p:pic>
          <p:nvPicPr>
            <p:cNvPr id="88" name="Graphique 87" descr="Masque de baignade avec un remplissage uni">
              <a:extLst>
                <a:ext uri="{FF2B5EF4-FFF2-40B4-BE49-F238E27FC236}">
                  <a16:creationId xmlns:a16="http://schemas.microsoft.com/office/drawing/2014/main" id="{A2055D65-A3FC-4834-A33B-F9364BAA1D7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457471" y="4073405"/>
              <a:ext cx="509376" cy="509376"/>
            </a:xfrm>
            <a:prstGeom prst="rect">
              <a:avLst/>
            </a:prstGeom>
          </p:spPr>
        </p:pic>
        <p:pic>
          <p:nvPicPr>
            <p:cNvPr id="89" name="Graphique 88" descr="Tasse de latte avec un remplissage uni">
              <a:extLst>
                <a:ext uri="{FF2B5EF4-FFF2-40B4-BE49-F238E27FC236}">
                  <a16:creationId xmlns:a16="http://schemas.microsoft.com/office/drawing/2014/main" id="{EF8EFADC-B74E-4541-951A-6D0C7410F82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435648" y="4067575"/>
              <a:ext cx="622622" cy="622622"/>
            </a:xfrm>
            <a:prstGeom prst="rect">
              <a:avLst/>
            </a:prstGeom>
          </p:spPr>
        </p:pic>
        <p:pic>
          <p:nvPicPr>
            <p:cNvPr id="90" name="Graphique 89" descr="Envoyer avec un remplissage uni">
              <a:extLst>
                <a:ext uri="{FF2B5EF4-FFF2-40B4-BE49-F238E27FC236}">
                  <a16:creationId xmlns:a16="http://schemas.microsoft.com/office/drawing/2014/main" id="{429F49C6-0DA3-4DD9-A8B3-06536F4BD9EE}"/>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2667659" y="4111805"/>
              <a:ext cx="539637" cy="539637"/>
            </a:xfrm>
            <a:prstGeom prst="rect">
              <a:avLst/>
            </a:prstGeom>
          </p:spPr>
        </p:pic>
        <p:pic>
          <p:nvPicPr>
            <p:cNvPr id="91" name="Graphique 90" descr="Visage d'extraterrestre avec un remplissage uni">
              <a:extLst>
                <a:ext uri="{FF2B5EF4-FFF2-40B4-BE49-F238E27FC236}">
                  <a16:creationId xmlns:a16="http://schemas.microsoft.com/office/drawing/2014/main" id="{81714495-6DB0-4F7C-A02C-22FFC7697047}"/>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014946" y="4043336"/>
              <a:ext cx="671230" cy="671230"/>
            </a:xfrm>
            <a:prstGeom prst="rect">
              <a:avLst/>
            </a:prstGeom>
          </p:spPr>
        </p:pic>
        <p:pic>
          <p:nvPicPr>
            <p:cNvPr id="92" name="Graphique 91" descr="Lien avec un remplissage uni">
              <a:extLst>
                <a:ext uri="{FF2B5EF4-FFF2-40B4-BE49-F238E27FC236}">
                  <a16:creationId xmlns:a16="http://schemas.microsoft.com/office/drawing/2014/main" id="{5BA34EA5-F42F-474F-9B67-47F22EFFD0F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422337" y="5776163"/>
              <a:ext cx="590832" cy="590832"/>
            </a:xfrm>
            <a:prstGeom prst="rect">
              <a:avLst/>
            </a:prstGeom>
          </p:spPr>
        </p:pic>
      </p:grpSp>
    </p:spTree>
    <p:extLst>
      <p:ext uri="{BB962C8B-B14F-4D97-AF65-F5344CB8AC3E}">
        <p14:creationId xmlns:p14="http://schemas.microsoft.com/office/powerpoint/2010/main" val="3561692369"/>
      </p:ext>
    </p:extLst>
  </p:cSld>
  <p:clrMapOvr>
    <a:masterClrMapping/>
  </p:clrMapOvr>
  <mc:AlternateContent xmlns:mc="http://schemas.openxmlformats.org/markup-compatibility/2006" xmlns:p14="http://schemas.microsoft.com/office/powerpoint/2010/main">
    <mc:Choice Requires="p14">
      <p:transition spd="slow" p14:dur="2000" advTm="23928"/>
    </mc:Choice>
    <mc:Fallback xmlns="">
      <p:transition spd="slow" advTm="2392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Story</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FF078563-9E9A-44E0-AB98-7D97CB1E8E1B}"/>
              </a:ext>
            </a:extLst>
          </p:cNvPr>
          <p:cNvSpPr/>
          <p:nvPr/>
        </p:nvSpPr>
        <p:spPr>
          <a:xfrm>
            <a:off x="2050743" y="2610035"/>
            <a:ext cx="6010182" cy="1095190"/>
          </a:xfrm>
          <a:prstGeom prst="wedgeEllipseCallout">
            <a:avLst>
              <a:gd name="adj1" fmla="val 38508"/>
              <a:gd name="adj2" fmla="val 107097"/>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r>
              <a:rPr lang="en-US" dirty="0">
                <a:solidFill>
                  <a:schemeClr val="tx1"/>
                </a:solidFill>
              </a:rPr>
              <a:t>It is simple, togetherness goes up at every yearly celebration and goes down in between !</a:t>
            </a:r>
          </a:p>
          <a:p>
            <a:pPr algn="ctr"/>
            <a:endParaRPr lang="en-US" dirty="0">
              <a:solidFill>
                <a:schemeClr val="tx1"/>
              </a:solidFill>
            </a:endParaRPr>
          </a:p>
        </p:txBody>
      </p:sp>
      <p:pic>
        <p:nvPicPr>
          <p:cNvPr id="3" name="Graphique 2" descr="Danser avec un remplissage uni">
            <a:extLst>
              <a:ext uri="{FF2B5EF4-FFF2-40B4-BE49-F238E27FC236}">
                <a16:creationId xmlns:a16="http://schemas.microsoft.com/office/drawing/2014/main" id="{573F2E99-F43F-47FF-B652-9C24541EAC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8975" y="3705225"/>
            <a:ext cx="2447925" cy="2447925"/>
          </a:xfrm>
          <a:prstGeom prst="rect">
            <a:avLst/>
          </a:prstGeom>
        </p:spPr>
      </p:pic>
      <p:pic>
        <p:nvPicPr>
          <p:cNvPr id="8" name="Graphique 7" descr="Chapeau de fête avec un remplissage uni">
            <a:extLst>
              <a:ext uri="{FF2B5EF4-FFF2-40B4-BE49-F238E27FC236}">
                <a16:creationId xmlns:a16="http://schemas.microsoft.com/office/drawing/2014/main" id="{218C6E14-66FA-45A3-AC80-201DE5E829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39050" y="3913436"/>
            <a:ext cx="459975" cy="459975"/>
          </a:xfrm>
          <a:prstGeom prst="rect">
            <a:avLst/>
          </a:prstGeom>
        </p:spPr>
      </p:pic>
    </p:spTree>
    <p:extLst>
      <p:ext uri="{BB962C8B-B14F-4D97-AF65-F5344CB8AC3E}">
        <p14:creationId xmlns:p14="http://schemas.microsoft.com/office/powerpoint/2010/main" val="2419902817"/>
      </p:ext>
    </p:extLst>
  </p:cSld>
  <p:clrMapOvr>
    <a:masterClrMapping/>
  </p:clrMapOvr>
  <mc:AlternateContent xmlns:mc="http://schemas.openxmlformats.org/markup-compatibility/2006" xmlns:p14="http://schemas.microsoft.com/office/powerpoint/2010/main">
    <mc:Choice Requires="p14">
      <p:transition spd="slow" p14:dur="2000" advTm="17874"/>
    </mc:Choice>
    <mc:Fallback xmlns="">
      <p:transition spd="slow" advTm="1787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P19</a:t>
            </a:r>
            <a:br>
              <a:rPr lang="en-US" dirty="0"/>
            </a:br>
            <a:r>
              <a:rPr lang="en-US" dirty="0"/>
              <a:t>Identify link dynamics</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1040875" y="2062623"/>
            <a:ext cx="5866537" cy="4166727"/>
          </a:xfrm>
        </p:spPr>
        <p:txBody>
          <a:bodyPr>
            <a:noAutofit/>
          </a:bodyPr>
          <a:lstStyle/>
          <a:p>
            <a:pPr marL="0" indent="0">
              <a:buNone/>
            </a:pPr>
            <a:r>
              <a:rPr lang="en-US" sz="1400" dirty="0"/>
              <a:t>Links in your Community depends on many factors, not only Community Boosters targets. Link building strategies must include various forces that influence the link dynamics, among which : </a:t>
            </a:r>
          </a:p>
          <a:p>
            <a:pPr marL="0" indent="0">
              <a:lnSpc>
                <a:spcPct val="170000"/>
              </a:lnSpc>
              <a:buNone/>
            </a:pPr>
            <a:r>
              <a:rPr lang="en-US" sz="1400" dirty="0"/>
              <a:t>External recurring events : National Holidays, Festivals</a:t>
            </a:r>
          </a:p>
          <a:p>
            <a:pPr marL="0" indent="0">
              <a:lnSpc>
                <a:spcPct val="170000"/>
              </a:lnSpc>
              <a:buNone/>
            </a:pPr>
            <a:r>
              <a:rPr lang="en-US" sz="1400" dirty="0"/>
              <a:t>Internal recurring events : Community Birthday, Community ritual</a:t>
            </a:r>
          </a:p>
          <a:p>
            <a:pPr marL="0" indent="0">
              <a:lnSpc>
                <a:spcPct val="170000"/>
              </a:lnSpc>
              <a:buNone/>
            </a:pPr>
            <a:r>
              <a:rPr lang="en-US" sz="1400" dirty="0"/>
              <a:t>External spot (happening once) events : Competition, call for help, people leaving and entering the corporation …</a:t>
            </a:r>
          </a:p>
          <a:p>
            <a:pPr marL="0" indent="0">
              <a:lnSpc>
                <a:spcPct val="170000"/>
              </a:lnSpc>
              <a:buNone/>
            </a:pPr>
            <a:r>
              <a:rPr lang="en-US" sz="1400" dirty="0"/>
              <a:t>Internal spot (happening once) events : Celebrations, Conflicts, …</a:t>
            </a:r>
          </a:p>
          <a:p>
            <a:pPr marL="0" indent="0">
              <a:lnSpc>
                <a:spcPct val="170000"/>
              </a:lnSpc>
              <a:buNone/>
            </a:pPr>
            <a:r>
              <a:rPr lang="en-US" sz="1400" dirty="0"/>
              <a:t>Link culture : average tendency to link to other members, acceptance of link among peers </a:t>
            </a:r>
          </a:p>
          <a:p>
            <a:pPr marL="0" indent="0">
              <a:lnSpc>
                <a:spcPct val="170000"/>
              </a:lnSpc>
              <a:buNone/>
            </a:pPr>
            <a:r>
              <a:rPr lang="en-US" sz="1400" dirty="0"/>
              <a:t>Key members activities : Parties, clubs, …</a:t>
            </a:r>
          </a:p>
        </p:txBody>
      </p:sp>
      <p:pic>
        <p:nvPicPr>
          <p:cNvPr id="3" name="Graphique 2" descr="Arbre de Noël avec un remplissage uni">
            <a:extLst>
              <a:ext uri="{FF2B5EF4-FFF2-40B4-BE49-F238E27FC236}">
                <a16:creationId xmlns:a16="http://schemas.microsoft.com/office/drawing/2014/main" id="{C4699AAB-FEC0-4A46-AC9A-CB380B06AA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174" y="2878562"/>
            <a:ext cx="457200" cy="457200"/>
          </a:xfrm>
          <a:prstGeom prst="rect">
            <a:avLst/>
          </a:prstGeom>
        </p:spPr>
      </p:pic>
      <p:pic>
        <p:nvPicPr>
          <p:cNvPr id="7" name="Graphique 6" descr="Calendrier mensuel avec un remplissage uni">
            <a:extLst>
              <a:ext uri="{FF2B5EF4-FFF2-40B4-BE49-F238E27FC236}">
                <a16:creationId xmlns:a16="http://schemas.microsoft.com/office/drawing/2014/main" id="{955E09A9-8048-4767-8937-F5AD9770C28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9601" y="3512900"/>
            <a:ext cx="339055" cy="339055"/>
          </a:xfrm>
          <a:prstGeom prst="rect">
            <a:avLst/>
          </a:prstGeom>
        </p:spPr>
      </p:pic>
      <p:pic>
        <p:nvPicPr>
          <p:cNvPr id="9" name="Graphique 8" descr="Explosion avec un remplissage uni">
            <a:extLst>
              <a:ext uri="{FF2B5EF4-FFF2-40B4-BE49-F238E27FC236}">
                <a16:creationId xmlns:a16="http://schemas.microsoft.com/office/drawing/2014/main" id="{CB6E94D8-BA37-42AF-8ADA-98D47581EA6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247" y="3901332"/>
            <a:ext cx="339056" cy="339056"/>
          </a:xfrm>
          <a:prstGeom prst="rect">
            <a:avLst/>
          </a:prstGeom>
        </p:spPr>
      </p:pic>
      <p:pic>
        <p:nvPicPr>
          <p:cNvPr id="13" name="Graphique 12" descr="Micro de radio avec un remplissage uni">
            <a:extLst>
              <a:ext uri="{FF2B5EF4-FFF2-40B4-BE49-F238E27FC236}">
                <a16:creationId xmlns:a16="http://schemas.microsoft.com/office/drawing/2014/main" id="{5EF7747A-C280-47C4-93CF-516BB1DDE05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2492" y="4830721"/>
            <a:ext cx="287672" cy="287672"/>
          </a:xfrm>
          <a:prstGeom prst="rect">
            <a:avLst/>
          </a:prstGeom>
        </p:spPr>
      </p:pic>
      <p:sp>
        <p:nvSpPr>
          <p:cNvPr id="14" name="Espace réservé du contenu 5">
            <a:extLst>
              <a:ext uri="{FF2B5EF4-FFF2-40B4-BE49-F238E27FC236}">
                <a16:creationId xmlns:a16="http://schemas.microsoft.com/office/drawing/2014/main" id="{438862B7-56CA-416A-9CEB-5ADFD9E0166D}"/>
              </a:ext>
            </a:extLst>
          </p:cNvPr>
          <p:cNvSpPr txBox="1">
            <a:spLocks/>
          </p:cNvSpPr>
          <p:nvPr/>
        </p:nvSpPr>
        <p:spPr>
          <a:xfrm>
            <a:off x="7953375" y="2443623"/>
            <a:ext cx="3600451" cy="36941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Challenge of Community Boosters is to consider these internal and external forces when deciding the next course of action and designing next events.</a:t>
            </a:r>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dirty="0"/>
              <a:t>It is up the Corporate Community Boosters to identify opportunities for link building and threats of link collapsing.</a:t>
            </a:r>
          </a:p>
        </p:txBody>
      </p:sp>
      <p:pic>
        <p:nvPicPr>
          <p:cNvPr id="16" name="Graphique 15" descr="Souriant avec un visage et des cœurs avec remplissage uni avec un remplissage uni">
            <a:extLst>
              <a:ext uri="{FF2B5EF4-FFF2-40B4-BE49-F238E27FC236}">
                <a16:creationId xmlns:a16="http://schemas.microsoft.com/office/drawing/2014/main" id="{1BF420DE-8DBA-43E9-ABD9-33FA771BA9A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22938" y="5415785"/>
            <a:ext cx="287673" cy="287673"/>
          </a:xfrm>
          <a:prstGeom prst="rect">
            <a:avLst/>
          </a:prstGeom>
        </p:spPr>
      </p:pic>
      <p:pic>
        <p:nvPicPr>
          <p:cNvPr id="18" name="Graphique 17" descr="Guitare avec un remplissage uni">
            <a:extLst>
              <a:ext uri="{FF2B5EF4-FFF2-40B4-BE49-F238E27FC236}">
                <a16:creationId xmlns:a16="http://schemas.microsoft.com/office/drawing/2014/main" id="{94B81816-6062-43D1-9307-84A9DD4FF8E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7247" y="6109196"/>
            <a:ext cx="339057" cy="339057"/>
          </a:xfrm>
          <a:prstGeom prst="rect">
            <a:avLst/>
          </a:prstGeom>
        </p:spPr>
      </p:pic>
    </p:spTree>
    <p:extLst>
      <p:ext uri="{BB962C8B-B14F-4D97-AF65-F5344CB8AC3E}">
        <p14:creationId xmlns:p14="http://schemas.microsoft.com/office/powerpoint/2010/main" val="878993556"/>
      </p:ext>
    </p:extLst>
  </p:cSld>
  <p:clrMapOvr>
    <a:masterClrMapping/>
  </p:clrMapOvr>
  <mc:AlternateContent xmlns:mc="http://schemas.openxmlformats.org/markup-compatibility/2006" xmlns:p14="http://schemas.microsoft.com/office/powerpoint/2010/main">
    <mc:Choice Requires="p14">
      <p:transition spd="slow" p14:dur="2000" advTm="123316"/>
    </mc:Choice>
    <mc:Fallback xmlns="">
      <p:transition spd="slow" advTm="12331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sz="2000" noProof="1"/>
              <a:t>On top of your strategy and Community Boosting actions, what factors influenced the Links in your Community ?</a:t>
            </a:r>
          </a:p>
          <a:p>
            <a:pPr marL="0" indent="0">
              <a:buNone/>
            </a:pPr>
            <a:endParaRPr lang="en-US" sz="2000" noProof="1"/>
          </a:p>
          <a:p>
            <a:pPr marL="0" indent="0">
              <a:buNone/>
            </a:pPr>
            <a:r>
              <a:rPr lang="en-US" sz="2000" noProof="1"/>
              <a:t>How did you adjust your strategy to these factors ?</a:t>
            </a:r>
          </a:p>
        </p:txBody>
      </p:sp>
      <p:pic>
        <p:nvPicPr>
          <p:cNvPr id="6" name="Graphique 5" descr="Arbre de Noël avec un remplissage uni">
            <a:extLst>
              <a:ext uri="{FF2B5EF4-FFF2-40B4-BE49-F238E27FC236}">
                <a16:creationId xmlns:a16="http://schemas.microsoft.com/office/drawing/2014/main" id="{3A690DA0-A136-43AE-8288-75234B0F76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0232" y="2735335"/>
            <a:ext cx="457200" cy="457200"/>
          </a:xfrm>
          <a:prstGeom prst="rect">
            <a:avLst/>
          </a:prstGeom>
        </p:spPr>
      </p:pic>
      <p:pic>
        <p:nvPicPr>
          <p:cNvPr id="7" name="Graphique 6" descr="Calendrier mensuel avec un remplissage uni">
            <a:extLst>
              <a:ext uri="{FF2B5EF4-FFF2-40B4-BE49-F238E27FC236}">
                <a16:creationId xmlns:a16="http://schemas.microsoft.com/office/drawing/2014/main" id="{91C94D9A-D915-4E48-85FE-02A2E5A78D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2377" y="3257685"/>
            <a:ext cx="339055" cy="339055"/>
          </a:xfrm>
          <a:prstGeom prst="rect">
            <a:avLst/>
          </a:prstGeom>
        </p:spPr>
      </p:pic>
      <p:pic>
        <p:nvPicPr>
          <p:cNvPr id="8" name="Graphique 7" descr="Explosion avec un remplissage uni">
            <a:extLst>
              <a:ext uri="{FF2B5EF4-FFF2-40B4-BE49-F238E27FC236}">
                <a16:creationId xmlns:a16="http://schemas.microsoft.com/office/drawing/2014/main" id="{6646116B-7A70-4421-BFCC-61358F0530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02376" y="3584585"/>
            <a:ext cx="339056" cy="339056"/>
          </a:xfrm>
          <a:prstGeom prst="rect">
            <a:avLst/>
          </a:prstGeom>
        </p:spPr>
      </p:pic>
      <p:pic>
        <p:nvPicPr>
          <p:cNvPr id="9" name="Graphique 8" descr="Micro de radio avec un remplissage uni">
            <a:extLst>
              <a:ext uri="{FF2B5EF4-FFF2-40B4-BE49-F238E27FC236}">
                <a16:creationId xmlns:a16="http://schemas.microsoft.com/office/drawing/2014/main" id="{C1A94B91-FAAF-488E-B144-E71447247E0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02376" y="4067590"/>
            <a:ext cx="287672" cy="287672"/>
          </a:xfrm>
          <a:prstGeom prst="rect">
            <a:avLst/>
          </a:prstGeom>
        </p:spPr>
      </p:pic>
      <p:pic>
        <p:nvPicPr>
          <p:cNvPr id="10" name="Graphique 9" descr="Souriant avec un visage et des cœurs avec remplissage uni avec un remplissage uni">
            <a:extLst>
              <a:ext uri="{FF2B5EF4-FFF2-40B4-BE49-F238E27FC236}">
                <a16:creationId xmlns:a16="http://schemas.microsoft.com/office/drawing/2014/main" id="{81429448-0217-4D78-A40B-1670A83A12E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14996" y="4386560"/>
            <a:ext cx="287673" cy="287673"/>
          </a:xfrm>
          <a:prstGeom prst="rect">
            <a:avLst/>
          </a:prstGeom>
        </p:spPr>
      </p:pic>
      <p:pic>
        <p:nvPicPr>
          <p:cNvPr id="11" name="Graphique 10" descr="Guitare avec un remplissage uni">
            <a:extLst>
              <a:ext uri="{FF2B5EF4-FFF2-40B4-BE49-F238E27FC236}">
                <a16:creationId xmlns:a16="http://schemas.microsoft.com/office/drawing/2014/main" id="{D15522A9-2B43-4087-A61F-FFE0F162833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02375" y="4662581"/>
            <a:ext cx="339057" cy="339057"/>
          </a:xfrm>
          <a:prstGeom prst="rect">
            <a:avLst/>
          </a:prstGeom>
        </p:spPr>
      </p:pic>
      <p:sp>
        <p:nvSpPr>
          <p:cNvPr id="12" name="ZoneTexte 11">
            <a:extLst>
              <a:ext uri="{FF2B5EF4-FFF2-40B4-BE49-F238E27FC236}">
                <a16:creationId xmlns:a16="http://schemas.microsoft.com/office/drawing/2014/main" id="{8118E6C5-23C3-431E-896A-66E8C38AB2F0}"/>
              </a:ext>
            </a:extLst>
          </p:cNvPr>
          <p:cNvSpPr txBox="1"/>
          <p:nvPr/>
        </p:nvSpPr>
        <p:spPr>
          <a:xfrm>
            <a:off x="2151441" y="2788527"/>
            <a:ext cx="3975354" cy="2242730"/>
          </a:xfrm>
          <a:prstGeom prst="rect">
            <a:avLst/>
          </a:prstGeom>
          <a:noFill/>
        </p:spPr>
        <p:txBody>
          <a:bodyPr wrap="square">
            <a:spAutoFit/>
          </a:bodyPr>
          <a:lstStyle/>
          <a:p>
            <a:pPr marL="0" indent="0">
              <a:lnSpc>
                <a:spcPct val="170000"/>
              </a:lnSpc>
              <a:buNone/>
            </a:pPr>
            <a:r>
              <a:rPr lang="en-US" sz="1400" dirty="0"/>
              <a:t>External recurring events </a:t>
            </a:r>
          </a:p>
          <a:p>
            <a:pPr marL="0" indent="0">
              <a:lnSpc>
                <a:spcPct val="170000"/>
              </a:lnSpc>
              <a:buNone/>
            </a:pPr>
            <a:r>
              <a:rPr lang="en-US" sz="1400" dirty="0"/>
              <a:t>Internal recurring events </a:t>
            </a:r>
          </a:p>
          <a:p>
            <a:pPr marL="0" indent="0">
              <a:lnSpc>
                <a:spcPct val="170000"/>
              </a:lnSpc>
              <a:buNone/>
            </a:pPr>
            <a:r>
              <a:rPr lang="en-US" sz="1400" dirty="0"/>
              <a:t>External spot (happening once) events </a:t>
            </a:r>
          </a:p>
          <a:p>
            <a:pPr marL="0" indent="0">
              <a:lnSpc>
                <a:spcPct val="170000"/>
              </a:lnSpc>
              <a:buNone/>
            </a:pPr>
            <a:r>
              <a:rPr lang="en-US" sz="1400" dirty="0"/>
              <a:t>Internal spot (happening once) events </a:t>
            </a:r>
          </a:p>
          <a:p>
            <a:pPr marL="0" indent="0">
              <a:lnSpc>
                <a:spcPct val="170000"/>
              </a:lnSpc>
              <a:buNone/>
            </a:pPr>
            <a:r>
              <a:rPr lang="en-US" sz="1400" dirty="0"/>
              <a:t>Link culture </a:t>
            </a:r>
          </a:p>
          <a:p>
            <a:pPr marL="0" indent="0">
              <a:lnSpc>
                <a:spcPct val="170000"/>
              </a:lnSpc>
              <a:buNone/>
            </a:pPr>
            <a:r>
              <a:rPr lang="en-US" sz="1400" dirty="0"/>
              <a:t>Key members activities</a:t>
            </a:r>
          </a:p>
        </p:txBody>
      </p:sp>
    </p:spTree>
    <p:extLst>
      <p:ext uri="{BB962C8B-B14F-4D97-AF65-F5344CB8AC3E}">
        <p14:creationId xmlns:p14="http://schemas.microsoft.com/office/powerpoint/2010/main" val="1218343139"/>
      </p:ext>
    </p:extLst>
  </p:cSld>
  <p:clrMapOvr>
    <a:masterClrMapping/>
  </p:clrMapOvr>
  <mc:AlternateContent xmlns:mc="http://schemas.openxmlformats.org/markup-compatibility/2006" xmlns:p14="http://schemas.microsoft.com/office/powerpoint/2010/main">
    <mc:Choice Requires="p14">
      <p:transition spd="slow" p14:dur="2000" advTm="26344"/>
    </mc:Choice>
    <mc:Fallback xmlns="">
      <p:transition spd="slow" advTm="2634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5932A13-426E-43CE-8284-126D47BF52A3}"/>
              </a:ext>
            </a:extLst>
          </p:cNvPr>
          <p:cNvSpPr>
            <a:spLocks noGrp="1"/>
          </p:cNvSpPr>
          <p:nvPr>
            <p:ph type="title"/>
          </p:nvPr>
        </p:nvSpPr>
        <p:spPr/>
        <p:txBody>
          <a:bodyPr/>
          <a:lstStyle/>
          <a:p>
            <a:r>
              <a:rPr lang="en-US" dirty="0"/>
              <a:t>Use case / Example Story</a:t>
            </a:r>
          </a:p>
        </p:txBody>
      </p:sp>
      <p:sp>
        <p:nvSpPr>
          <p:cNvPr id="6" name="Espace réservé du contenu 5">
            <a:extLst>
              <a:ext uri="{FF2B5EF4-FFF2-40B4-BE49-F238E27FC236}">
                <a16:creationId xmlns:a16="http://schemas.microsoft.com/office/drawing/2014/main" id="{7DFDA10B-8D1A-4A7B-8D19-3D6F9DA48068}"/>
              </a:ext>
            </a:extLst>
          </p:cNvPr>
          <p:cNvSpPr>
            <a:spLocks noGrp="1"/>
          </p:cNvSpPr>
          <p:nvPr>
            <p:ph idx="1"/>
          </p:nvPr>
        </p:nvSpPr>
        <p:spPr/>
        <p:txBody>
          <a:bodyPr/>
          <a:lstStyle/>
          <a:p>
            <a:pPr marL="0" indent="0">
              <a:buNone/>
            </a:pPr>
            <a:r>
              <a:rPr lang="en-US" dirty="0"/>
              <a:t> </a:t>
            </a:r>
          </a:p>
        </p:txBody>
      </p:sp>
      <p:pic>
        <p:nvPicPr>
          <p:cNvPr id="7" name="Graphique 6" descr="Personne confuse avec un remplissage uni">
            <a:extLst>
              <a:ext uri="{FF2B5EF4-FFF2-40B4-BE49-F238E27FC236}">
                <a16:creationId xmlns:a16="http://schemas.microsoft.com/office/drawing/2014/main" id="{41CFC00A-E9F2-4DBA-9683-4D401800A86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2055328" y="4889541"/>
            <a:ext cx="2876573" cy="1238575"/>
          </a:xfrm>
          <a:prstGeom prst="rect">
            <a:avLst/>
          </a:prstGeom>
        </p:spPr>
      </p:pic>
      <p:pic>
        <p:nvPicPr>
          <p:cNvPr id="9" name="Graphique 8" descr="Visage de diable avec remplissage solide avec un remplissage uni">
            <a:extLst>
              <a:ext uri="{FF2B5EF4-FFF2-40B4-BE49-F238E27FC236}">
                <a16:creationId xmlns:a16="http://schemas.microsoft.com/office/drawing/2014/main" id="{C88B2956-5F21-4F60-8C65-5F6C02F9D1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74489" y="3825040"/>
            <a:ext cx="1192686" cy="1192686"/>
          </a:xfrm>
          <a:prstGeom prst="rect">
            <a:avLst/>
          </a:prstGeom>
        </p:spPr>
      </p:pic>
      <p:sp>
        <p:nvSpPr>
          <p:cNvPr id="10" name="Bulle narrative : ronde 9">
            <a:extLst>
              <a:ext uri="{FF2B5EF4-FFF2-40B4-BE49-F238E27FC236}">
                <a16:creationId xmlns:a16="http://schemas.microsoft.com/office/drawing/2014/main" id="{CA2B3FEF-DDAB-4B1E-AAC2-A89F5F5CF005}"/>
              </a:ext>
            </a:extLst>
          </p:cNvPr>
          <p:cNvSpPr/>
          <p:nvPr/>
        </p:nvSpPr>
        <p:spPr>
          <a:xfrm>
            <a:off x="3789051" y="2611373"/>
            <a:ext cx="6797756" cy="1347017"/>
          </a:xfrm>
          <a:prstGeom prst="wedgeEllipseCallout">
            <a:avLst>
              <a:gd name="adj1" fmla="val -44297"/>
              <a:gd name="adj2" fmla="val 72029"/>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Now all the power is mine !!!</a:t>
            </a:r>
          </a:p>
        </p:txBody>
      </p:sp>
    </p:spTree>
    <p:extLst>
      <p:ext uri="{BB962C8B-B14F-4D97-AF65-F5344CB8AC3E}">
        <p14:creationId xmlns:p14="http://schemas.microsoft.com/office/powerpoint/2010/main" val="3028754848"/>
      </p:ext>
    </p:extLst>
  </p:cSld>
  <p:clrMapOvr>
    <a:masterClrMapping/>
  </p:clrMapOvr>
  <mc:AlternateContent xmlns:mc="http://schemas.openxmlformats.org/markup-compatibility/2006" xmlns:p14="http://schemas.microsoft.com/office/powerpoint/2010/main">
    <mc:Choice Requires="p14">
      <p:transition spd="slow" p14:dur="2000" advTm="17047"/>
    </mc:Choice>
    <mc:Fallback xmlns="">
      <p:transition spd="slow" advTm="17047"/>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D7050B0-422C-48A7-8954-4D30D476B84F}"/>
              </a:ext>
            </a:extLst>
          </p:cNvPr>
          <p:cNvSpPr>
            <a:spLocks noGrp="1"/>
          </p:cNvSpPr>
          <p:nvPr>
            <p:ph type="title"/>
          </p:nvPr>
        </p:nvSpPr>
        <p:spPr/>
        <p:txBody>
          <a:bodyPr>
            <a:normAutofit fontScale="90000"/>
          </a:bodyPr>
          <a:lstStyle/>
          <a:p>
            <a:r>
              <a:rPr lang="en-US" dirty="0"/>
              <a:t>Challenge P20</a:t>
            </a:r>
            <a:br>
              <a:rPr lang="en-US" dirty="0"/>
            </a:br>
            <a:r>
              <a:rPr lang="en-US" dirty="0"/>
              <a:t>Embrace Community Booster Ethics</a:t>
            </a:r>
          </a:p>
        </p:txBody>
      </p:sp>
      <p:sp>
        <p:nvSpPr>
          <p:cNvPr id="6" name="Espace réservé du contenu 5">
            <a:extLst>
              <a:ext uri="{FF2B5EF4-FFF2-40B4-BE49-F238E27FC236}">
                <a16:creationId xmlns:a16="http://schemas.microsoft.com/office/drawing/2014/main" id="{81AF919C-F9BF-45D9-B6A2-14783D642D33}"/>
              </a:ext>
            </a:extLst>
          </p:cNvPr>
          <p:cNvSpPr>
            <a:spLocks noGrp="1"/>
          </p:cNvSpPr>
          <p:nvPr>
            <p:ph idx="1"/>
          </p:nvPr>
        </p:nvSpPr>
        <p:spPr>
          <a:xfrm>
            <a:off x="1182243" y="2201798"/>
            <a:ext cx="8980932" cy="4408551"/>
          </a:xfrm>
        </p:spPr>
        <p:txBody>
          <a:bodyPr>
            <a:normAutofit fontScale="92500" lnSpcReduction="20000"/>
          </a:bodyPr>
          <a:lstStyle/>
          <a:p>
            <a:pPr marL="0" indent="0">
              <a:buNone/>
            </a:pPr>
            <a:r>
              <a:rPr lang="en-US" sz="2000" dirty="0"/>
              <a:t>With massive and growing power over attention, content, value, engagement and link, comes related responsibilities. Community Boosting ethics can involve many personal and collective topics, including : </a:t>
            </a:r>
          </a:p>
          <a:p>
            <a:pPr marL="0" indent="0">
              <a:buNone/>
            </a:pPr>
            <a:r>
              <a:rPr lang="en-US" sz="2000" dirty="0"/>
              <a:t>Privacy Concerns</a:t>
            </a:r>
          </a:p>
          <a:p>
            <a:pPr marL="0" indent="0">
              <a:buNone/>
            </a:pPr>
            <a:r>
              <a:rPr lang="en-US" sz="2000" dirty="0"/>
              <a:t>Conflicts of interests</a:t>
            </a:r>
          </a:p>
          <a:p>
            <a:pPr marL="0" indent="0">
              <a:buNone/>
            </a:pPr>
            <a:r>
              <a:rPr lang="en-US" sz="2000" dirty="0"/>
              <a:t>Boundaries between personal and professional links</a:t>
            </a:r>
          </a:p>
          <a:p>
            <a:pPr marL="0" indent="0">
              <a:buNone/>
            </a:pPr>
            <a:r>
              <a:rPr lang="en-US" sz="2000" dirty="0"/>
              <a:t>Free-will vs engagement mechanics</a:t>
            </a:r>
          </a:p>
          <a:p>
            <a:pPr marL="0" indent="0">
              <a:buNone/>
            </a:pPr>
            <a:r>
              <a:rPr lang="en-US" sz="2000" dirty="0"/>
              <a:t>Group thinking </a:t>
            </a:r>
          </a:p>
          <a:p>
            <a:pPr marL="0" indent="0">
              <a:buNone/>
            </a:pPr>
            <a:r>
              <a:rPr lang="en-US" sz="2000" dirty="0"/>
              <a:t>Exclusion effects due a to strong Community identity</a:t>
            </a:r>
          </a:p>
          <a:p>
            <a:pPr marL="0" indent="0">
              <a:buNone/>
            </a:pPr>
            <a:endParaRPr lang="en-US" sz="2000" dirty="0"/>
          </a:p>
          <a:p>
            <a:pPr marL="0" indent="0">
              <a:buNone/>
            </a:pPr>
            <a:r>
              <a:rPr lang="en-US" sz="2000" dirty="0"/>
              <a:t>These questions should be studied and considered by Community Boosters, from trainees to experts</a:t>
            </a:r>
          </a:p>
          <a:p>
            <a:pPr marL="0" indent="0">
              <a:buNone/>
            </a:pPr>
            <a:endParaRPr lang="en-US" sz="2000" dirty="0"/>
          </a:p>
          <a:p>
            <a:pPr marL="0" indent="0">
              <a:buNone/>
            </a:pPr>
            <a:endParaRPr lang="en-US" sz="2000" dirty="0"/>
          </a:p>
          <a:p>
            <a:pPr marL="0" indent="0">
              <a:buNone/>
            </a:pPr>
            <a:endParaRPr lang="en-US" sz="2000" dirty="0"/>
          </a:p>
        </p:txBody>
      </p:sp>
      <p:pic>
        <p:nvPicPr>
          <p:cNvPr id="8" name="Graphique 7" descr="Scanner oculaire avec un remplissage uni">
            <a:extLst>
              <a:ext uri="{FF2B5EF4-FFF2-40B4-BE49-F238E27FC236}">
                <a16:creationId xmlns:a16="http://schemas.microsoft.com/office/drawing/2014/main" id="{5EF0DD46-7C73-4308-8D69-70537084EC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894" y="2962276"/>
            <a:ext cx="514349" cy="514349"/>
          </a:xfrm>
          <a:prstGeom prst="rect">
            <a:avLst/>
          </a:prstGeom>
        </p:spPr>
      </p:pic>
      <p:pic>
        <p:nvPicPr>
          <p:cNvPr id="10" name="Graphique 9" descr="Balance de la justice avec un remplissage uni">
            <a:extLst>
              <a:ext uri="{FF2B5EF4-FFF2-40B4-BE49-F238E27FC236}">
                <a16:creationId xmlns:a16="http://schemas.microsoft.com/office/drawing/2014/main" id="{C949F688-E76F-470B-AC6D-ECC5417F10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5043" y="3429000"/>
            <a:ext cx="390525" cy="390525"/>
          </a:xfrm>
          <a:prstGeom prst="rect">
            <a:avLst/>
          </a:prstGeom>
        </p:spPr>
      </p:pic>
      <p:pic>
        <p:nvPicPr>
          <p:cNvPr id="12" name="Graphique 11" descr="Stop avec un remplissage uni">
            <a:extLst>
              <a:ext uri="{FF2B5EF4-FFF2-40B4-BE49-F238E27FC236}">
                <a16:creationId xmlns:a16="http://schemas.microsoft.com/office/drawing/2014/main" id="{CFFDB755-91BA-48A2-8549-F207CA1950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3619" y="3894203"/>
            <a:ext cx="342900" cy="342900"/>
          </a:xfrm>
          <a:prstGeom prst="rect">
            <a:avLst/>
          </a:prstGeom>
        </p:spPr>
      </p:pic>
      <p:pic>
        <p:nvPicPr>
          <p:cNvPr id="14" name="Graphique 13" descr="Panneau de signalisation avec un remplissage uni">
            <a:extLst>
              <a:ext uri="{FF2B5EF4-FFF2-40B4-BE49-F238E27FC236}">
                <a16:creationId xmlns:a16="http://schemas.microsoft.com/office/drawing/2014/main" id="{EAE88A3E-1E84-4EE2-B7D9-6B7D5888FD6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3143" y="4229860"/>
            <a:ext cx="352425" cy="352425"/>
          </a:xfrm>
          <a:prstGeom prst="rect">
            <a:avLst/>
          </a:prstGeom>
        </p:spPr>
      </p:pic>
      <p:pic>
        <p:nvPicPr>
          <p:cNvPr id="16" name="Graphique 15" descr="Vivats avec un remplissage uni">
            <a:extLst>
              <a:ext uri="{FF2B5EF4-FFF2-40B4-BE49-F238E27FC236}">
                <a16:creationId xmlns:a16="http://schemas.microsoft.com/office/drawing/2014/main" id="{6DE18FC3-1643-4307-9753-ABE9F4CF12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8368" y="4647438"/>
            <a:ext cx="457200" cy="457200"/>
          </a:xfrm>
          <a:prstGeom prst="rect">
            <a:avLst/>
          </a:prstGeom>
        </p:spPr>
      </p:pic>
      <p:pic>
        <p:nvPicPr>
          <p:cNvPr id="18" name="Graphique 17" descr="Cube avec un remplissage uni">
            <a:extLst>
              <a:ext uri="{FF2B5EF4-FFF2-40B4-BE49-F238E27FC236}">
                <a16:creationId xmlns:a16="http://schemas.microsoft.com/office/drawing/2014/main" id="{DD9C7B7B-3609-4606-A12E-E9EBFAF9128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637" y="5091307"/>
            <a:ext cx="514349" cy="514349"/>
          </a:xfrm>
          <a:prstGeom prst="rect">
            <a:avLst/>
          </a:prstGeom>
        </p:spPr>
      </p:pic>
    </p:spTree>
    <p:extLst>
      <p:ext uri="{BB962C8B-B14F-4D97-AF65-F5344CB8AC3E}">
        <p14:creationId xmlns:p14="http://schemas.microsoft.com/office/powerpoint/2010/main" val="1674458932"/>
      </p:ext>
    </p:extLst>
  </p:cSld>
  <p:clrMapOvr>
    <a:masterClrMapping/>
  </p:clrMapOvr>
  <mc:AlternateContent xmlns:mc="http://schemas.openxmlformats.org/markup-compatibility/2006" xmlns:p14="http://schemas.microsoft.com/office/powerpoint/2010/main">
    <mc:Choice Requires="p14">
      <p:transition spd="slow" p14:dur="2000" advTm="107139"/>
    </mc:Choice>
    <mc:Fallback xmlns="">
      <p:transition spd="slow" advTm="107139"/>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D30D94D-371B-464E-A5FC-BED8B6F4E518}"/>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p>
        </p:txBody>
      </p:sp>
      <p:sp>
        <p:nvSpPr>
          <p:cNvPr id="5" name="Espace réservé du contenu 4">
            <a:extLst>
              <a:ext uri="{FF2B5EF4-FFF2-40B4-BE49-F238E27FC236}">
                <a16:creationId xmlns:a16="http://schemas.microsoft.com/office/drawing/2014/main" id="{38714C53-F8F9-47DE-A0F3-D4EEFD6E0EFB}"/>
              </a:ext>
            </a:extLst>
          </p:cNvPr>
          <p:cNvSpPr>
            <a:spLocks noGrp="1"/>
          </p:cNvSpPr>
          <p:nvPr>
            <p:ph sz="half" idx="1"/>
          </p:nvPr>
        </p:nvSpPr>
        <p:spPr/>
        <p:txBody>
          <a:bodyPr>
            <a:normAutofit fontScale="92500" lnSpcReduction="10000"/>
          </a:bodyPr>
          <a:lstStyle/>
          <a:p>
            <a:pPr marL="0" indent="0">
              <a:buNone/>
            </a:pPr>
            <a:r>
              <a:rPr lang="en-US" dirty="0"/>
              <a:t> </a:t>
            </a:r>
          </a:p>
        </p:txBody>
      </p:sp>
      <p:sp>
        <p:nvSpPr>
          <p:cNvPr id="6" name="Espace réservé du contenu 5">
            <a:extLst>
              <a:ext uri="{FF2B5EF4-FFF2-40B4-BE49-F238E27FC236}">
                <a16:creationId xmlns:a16="http://schemas.microsoft.com/office/drawing/2014/main" id="{B0F0A988-3110-49E3-8AEF-675760ED6593}"/>
              </a:ext>
            </a:extLst>
          </p:cNvPr>
          <p:cNvSpPr>
            <a:spLocks noGrp="1"/>
          </p:cNvSpPr>
          <p:nvPr>
            <p:ph sz="half" idx="2"/>
          </p:nvPr>
        </p:nvSpPr>
        <p:spPr/>
        <p:txBody>
          <a:bodyPr>
            <a:normAutofit fontScale="92500" lnSpcReduction="10000"/>
          </a:bodyPr>
          <a:lstStyle/>
          <a:p>
            <a:r>
              <a:rPr lang="en-US" dirty="0"/>
              <a:t>As a Corporate Community Booster, What ethical topics are the most important to you ?</a:t>
            </a:r>
          </a:p>
          <a:p>
            <a:endParaRPr lang="en-US" dirty="0"/>
          </a:p>
          <a:p>
            <a:r>
              <a:rPr lang="en-US" dirty="0"/>
              <a:t>What actions do you do at your level about these topics ?</a:t>
            </a:r>
          </a:p>
        </p:txBody>
      </p:sp>
      <p:pic>
        <p:nvPicPr>
          <p:cNvPr id="7" name="Graphique 6" descr="Scanner oculaire avec un remplissage uni">
            <a:extLst>
              <a:ext uri="{FF2B5EF4-FFF2-40B4-BE49-F238E27FC236}">
                <a16:creationId xmlns:a16="http://schemas.microsoft.com/office/drawing/2014/main" id="{6ACF2EAD-6EDC-48AD-BB1E-BDEE2FCBD3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64313" y="2511115"/>
            <a:ext cx="1085963" cy="1085963"/>
          </a:xfrm>
          <a:prstGeom prst="rect">
            <a:avLst/>
          </a:prstGeom>
        </p:spPr>
      </p:pic>
      <p:pic>
        <p:nvPicPr>
          <p:cNvPr id="8" name="Graphique 7" descr="Balance de la justice avec un remplissage uni">
            <a:extLst>
              <a:ext uri="{FF2B5EF4-FFF2-40B4-BE49-F238E27FC236}">
                <a16:creationId xmlns:a16="http://schemas.microsoft.com/office/drawing/2014/main" id="{DDF9BA29-E1C0-4D7E-B144-07CA3E4A00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10893" y="3007418"/>
            <a:ext cx="824529" cy="824529"/>
          </a:xfrm>
          <a:prstGeom prst="rect">
            <a:avLst/>
          </a:prstGeom>
        </p:spPr>
      </p:pic>
      <p:pic>
        <p:nvPicPr>
          <p:cNvPr id="9" name="Graphique 8" descr="Stop avec un remplissage uni">
            <a:extLst>
              <a:ext uri="{FF2B5EF4-FFF2-40B4-BE49-F238E27FC236}">
                <a16:creationId xmlns:a16="http://schemas.microsoft.com/office/drawing/2014/main" id="{2D065816-FE4B-4B6F-A9C2-F6EA5BA50E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9167" y="3269457"/>
            <a:ext cx="723977" cy="723977"/>
          </a:xfrm>
          <a:prstGeom prst="rect">
            <a:avLst/>
          </a:prstGeom>
        </p:spPr>
      </p:pic>
      <p:pic>
        <p:nvPicPr>
          <p:cNvPr id="10" name="Graphique 9" descr="Panneau de signalisation avec un remplissage uni">
            <a:extLst>
              <a:ext uri="{FF2B5EF4-FFF2-40B4-BE49-F238E27FC236}">
                <a16:creationId xmlns:a16="http://schemas.microsoft.com/office/drawing/2014/main" id="{54A57B8B-7F3D-4C54-9AC4-C71DC050A73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60591" y="4309688"/>
            <a:ext cx="744087" cy="744087"/>
          </a:xfrm>
          <a:prstGeom prst="rect">
            <a:avLst/>
          </a:prstGeom>
        </p:spPr>
      </p:pic>
      <p:pic>
        <p:nvPicPr>
          <p:cNvPr id="11" name="Graphique 10" descr="Vivats avec un remplissage uni">
            <a:extLst>
              <a:ext uri="{FF2B5EF4-FFF2-40B4-BE49-F238E27FC236}">
                <a16:creationId xmlns:a16="http://schemas.microsoft.com/office/drawing/2014/main" id="{222A88E7-921D-45A5-B2B2-34BA274333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40969" y="4802393"/>
            <a:ext cx="965302" cy="965302"/>
          </a:xfrm>
          <a:prstGeom prst="rect">
            <a:avLst/>
          </a:prstGeom>
        </p:spPr>
      </p:pic>
      <p:pic>
        <p:nvPicPr>
          <p:cNvPr id="12" name="Graphique 11" descr="Cube avec un remplissage uni">
            <a:extLst>
              <a:ext uri="{FF2B5EF4-FFF2-40B4-BE49-F238E27FC236}">
                <a16:creationId xmlns:a16="http://schemas.microsoft.com/office/drawing/2014/main" id="{79EF122D-7345-41F0-910A-C5F3A0B9B8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62401" y="4372363"/>
            <a:ext cx="1085963" cy="1085963"/>
          </a:xfrm>
          <a:prstGeom prst="rect">
            <a:avLst/>
          </a:prstGeom>
        </p:spPr>
      </p:pic>
    </p:spTree>
    <p:extLst>
      <p:ext uri="{BB962C8B-B14F-4D97-AF65-F5344CB8AC3E}">
        <p14:creationId xmlns:p14="http://schemas.microsoft.com/office/powerpoint/2010/main" val="145481779"/>
      </p:ext>
    </p:extLst>
  </p:cSld>
  <p:clrMapOvr>
    <a:masterClrMapping/>
  </p:clrMapOvr>
  <mc:AlternateContent xmlns:mc="http://schemas.openxmlformats.org/markup-compatibility/2006" xmlns:p14="http://schemas.microsoft.com/office/powerpoint/2010/main">
    <mc:Choice Requires="p14">
      <p:transition spd="slow" p14:dur="2000" advTm="23983"/>
    </mc:Choice>
    <mc:Fallback xmlns="">
      <p:transition spd="slow" advTm="23983"/>
    </mc:Fallback>
  </mc:AlternateContent>
</p:sld>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8630</TotalTime>
  <Words>2387</Words>
  <Application>Microsoft Office PowerPoint</Application>
  <PresentationFormat>Grand écran</PresentationFormat>
  <Paragraphs>253</Paragraphs>
  <Slides>27</Slides>
  <Notes>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27</vt:i4>
      </vt:variant>
    </vt:vector>
  </HeadingPairs>
  <TitlesOfParts>
    <vt:vector size="31" baseType="lpstr">
      <vt:lpstr>Arial</vt:lpstr>
      <vt:lpstr>Avenir Next LT Pro</vt:lpstr>
      <vt:lpstr>Calibri</vt:lpstr>
      <vt:lpstr>AccentBoxVTI</vt:lpstr>
      <vt:lpstr>Example Stories</vt:lpstr>
      <vt:lpstr>Challenge P12 Look beyond Individual Engagement :  Assess the importance of Link</vt:lpstr>
      <vt:lpstr>Share your opinions  and experiences</vt:lpstr>
      <vt:lpstr>Example Stories</vt:lpstr>
      <vt:lpstr>Challenge P13 Choose how you define “Link”</vt:lpstr>
      <vt:lpstr>Share your opinions  and experiences</vt:lpstr>
      <vt:lpstr>Example story</vt:lpstr>
      <vt:lpstr>Challenge P14 Measure Link</vt:lpstr>
      <vt:lpstr>Share your opinions and experiences</vt:lpstr>
      <vt:lpstr>Example story </vt:lpstr>
      <vt:lpstr>Challenge P15 Understand how link, Numbers and Engagement work together (or not !)</vt:lpstr>
      <vt:lpstr>Share your opinions and experiences</vt:lpstr>
      <vt:lpstr>Example story </vt:lpstr>
      <vt:lpstr>Challenge P16 Build Link through common identity</vt:lpstr>
      <vt:lpstr>Share your opinions and experiences</vt:lpstr>
      <vt:lpstr>Example Stories</vt:lpstr>
      <vt:lpstr>Challenge P17 Identify patterns in your Link architecture</vt:lpstr>
      <vt:lpstr>Share your opinions and experiences</vt:lpstr>
      <vt:lpstr>Example Story</vt:lpstr>
      <vt:lpstr>Challenge P18 Limit of links for an individual</vt:lpstr>
      <vt:lpstr>Share your opinions / experiences</vt:lpstr>
      <vt:lpstr>Example Story</vt:lpstr>
      <vt:lpstr>Challenge P19 Identify link dynamics</vt:lpstr>
      <vt:lpstr>Share your opinions and experiences</vt:lpstr>
      <vt:lpstr>Use case / Example Story</vt:lpstr>
      <vt:lpstr>Challenge P20 Embrace Community Booster Ethics</vt:lpstr>
      <vt:lpstr>Share your opinions  and experiences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79</cp:revision>
  <dcterms:created xsi:type="dcterms:W3CDTF">2020-12-16T10:05:09Z</dcterms:created>
  <dcterms:modified xsi:type="dcterms:W3CDTF">2021-03-22T21:16:14Z</dcterms:modified>
</cp:coreProperties>
</file>