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9.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4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tags/tag5.xml" ContentType="application/vnd.openxmlformats-officedocument.presentationml.tags+xml"/>
  <Override PartName="/ppt/tags/tag6.xml" ContentType="application/vnd.openxmlformats-officedocument.presentationml.tags+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43.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14"/>
  </p:notesMasterIdLst>
  <p:sldIdLst>
    <p:sldId id="256" r:id="rId2"/>
    <p:sldId id="448" r:id="rId3"/>
    <p:sldId id="445" r:id="rId4"/>
    <p:sldId id="299" r:id="rId5"/>
    <p:sldId id="390" r:id="rId6"/>
    <p:sldId id="467" r:id="rId7"/>
    <p:sldId id="402" r:id="rId8"/>
    <p:sldId id="403" r:id="rId9"/>
    <p:sldId id="468" r:id="rId10"/>
    <p:sldId id="404" r:id="rId11"/>
    <p:sldId id="469" r:id="rId12"/>
    <p:sldId id="395" r:id="rId13"/>
    <p:sldId id="398" r:id="rId14"/>
    <p:sldId id="396" r:id="rId15"/>
    <p:sldId id="399" r:id="rId16"/>
    <p:sldId id="515" r:id="rId17"/>
    <p:sldId id="401" r:id="rId18"/>
    <p:sldId id="406" r:id="rId19"/>
    <p:sldId id="516" r:id="rId20"/>
    <p:sldId id="465" r:id="rId21"/>
    <p:sldId id="514" r:id="rId22"/>
    <p:sldId id="466" r:id="rId23"/>
    <p:sldId id="440" r:id="rId24"/>
    <p:sldId id="446" r:id="rId25"/>
    <p:sldId id="517" r:id="rId26"/>
    <p:sldId id="470" r:id="rId27"/>
    <p:sldId id="422" r:id="rId28"/>
    <p:sldId id="518" r:id="rId29"/>
    <p:sldId id="423" r:id="rId30"/>
    <p:sldId id="513" r:id="rId31"/>
    <p:sldId id="441" r:id="rId32"/>
    <p:sldId id="442" r:id="rId33"/>
    <p:sldId id="471" r:id="rId34"/>
    <p:sldId id="407" r:id="rId35"/>
    <p:sldId id="414" r:id="rId36"/>
    <p:sldId id="519" r:id="rId37"/>
    <p:sldId id="405" r:id="rId38"/>
    <p:sldId id="447" r:id="rId39"/>
    <p:sldId id="408" r:id="rId40"/>
    <p:sldId id="427" r:id="rId41"/>
    <p:sldId id="472" r:id="rId42"/>
    <p:sldId id="410" r:id="rId43"/>
    <p:sldId id="419" r:id="rId44"/>
    <p:sldId id="520" r:id="rId45"/>
    <p:sldId id="473" r:id="rId46"/>
    <p:sldId id="449" r:id="rId47"/>
    <p:sldId id="421" r:id="rId48"/>
    <p:sldId id="521" r:id="rId49"/>
    <p:sldId id="409" r:id="rId50"/>
    <p:sldId id="430" r:id="rId51"/>
    <p:sldId id="463" r:id="rId52"/>
    <p:sldId id="462" r:id="rId53"/>
    <p:sldId id="511" r:id="rId54"/>
    <p:sldId id="528" r:id="rId55"/>
    <p:sldId id="529" r:id="rId56"/>
    <p:sldId id="530" r:id="rId57"/>
    <p:sldId id="531" r:id="rId58"/>
    <p:sldId id="532" r:id="rId59"/>
    <p:sldId id="533" r:id="rId60"/>
    <p:sldId id="429" r:id="rId61"/>
    <p:sldId id="432" r:id="rId62"/>
    <p:sldId id="512" r:id="rId63"/>
    <p:sldId id="460" r:id="rId64"/>
    <p:sldId id="461" r:id="rId65"/>
    <p:sldId id="534" r:id="rId66"/>
    <p:sldId id="488" r:id="rId67"/>
    <p:sldId id="484" r:id="rId68"/>
    <p:sldId id="487" r:id="rId69"/>
    <p:sldId id="535" r:id="rId70"/>
    <p:sldId id="420" r:id="rId71"/>
    <p:sldId id="417" r:id="rId72"/>
    <p:sldId id="426" r:id="rId73"/>
    <p:sldId id="457" r:id="rId74"/>
    <p:sldId id="456" r:id="rId75"/>
    <p:sldId id="428" r:id="rId76"/>
    <p:sldId id="536" r:id="rId77"/>
    <p:sldId id="478" r:id="rId78"/>
    <p:sldId id="413" r:id="rId79"/>
    <p:sldId id="474" r:id="rId80"/>
    <p:sldId id="475" r:id="rId81"/>
    <p:sldId id="479" r:id="rId82"/>
    <p:sldId id="537" r:id="rId83"/>
    <p:sldId id="526" r:id="rId84"/>
    <p:sldId id="522" r:id="rId85"/>
    <p:sldId id="455" r:id="rId86"/>
    <p:sldId id="434" r:id="rId87"/>
    <p:sldId id="538" r:id="rId88"/>
    <p:sldId id="539" r:id="rId89"/>
    <p:sldId id="477" r:id="rId90"/>
    <p:sldId id="476" r:id="rId91"/>
    <p:sldId id="435" r:id="rId92"/>
    <p:sldId id="540" r:id="rId93"/>
    <p:sldId id="541" r:id="rId94"/>
    <p:sldId id="481" r:id="rId95"/>
    <p:sldId id="502" r:id="rId96"/>
    <p:sldId id="492" r:id="rId97"/>
    <p:sldId id="542" r:id="rId98"/>
    <p:sldId id="503" r:id="rId99"/>
    <p:sldId id="491" r:id="rId100"/>
    <p:sldId id="504" r:id="rId101"/>
    <p:sldId id="527" r:id="rId102"/>
    <p:sldId id="493" r:id="rId103"/>
    <p:sldId id="480" r:id="rId104"/>
    <p:sldId id="543" r:id="rId105"/>
    <p:sldId id="489" r:id="rId106"/>
    <p:sldId id="499" r:id="rId107"/>
    <p:sldId id="500" r:id="rId108"/>
    <p:sldId id="501" r:id="rId109"/>
    <p:sldId id="508" r:id="rId110"/>
    <p:sldId id="509" r:id="rId111"/>
    <p:sldId id="510" r:id="rId112"/>
    <p:sldId id="544" r:id="rId113"/>
    <p:sldId id="490" r:id="rId114"/>
    <p:sldId id="494" r:id="rId115"/>
    <p:sldId id="495" r:id="rId116"/>
    <p:sldId id="523" r:id="rId117"/>
    <p:sldId id="524" r:id="rId118"/>
    <p:sldId id="525" r:id="rId119"/>
    <p:sldId id="496" r:id="rId120"/>
    <p:sldId id="497" r:id="rId121"/>
    <p:sldId id="498" r:id="rId122"/>
    <p:sldId id="545" r:id="rId123"/>
    <p:sldId id="546" r:id="rId124"/>
    <p:sldId id="547" r:id="rId125"/>
    <p:sldId id="548" r:id="rId126"/>
    <p:sldId id="549" r:id="rId127"/>
    <p:sldId id="451" r:id="rId128"/>
    <p:sldId id="450" r:id="rId129"/>
    <p:sldId id="452" r:id="rId130"/>
    <p:sldId id="550" r:id="rId131"/>
    <p:sldId id="551" r:id="rId132"/>
    <p:sldId id="453" r:id="rId133"/>
    <p:sldId id="552" r:id="rId134"/>
    <p:sldId id="553" r:id="rId135"/>
    <p:sldId id="554" r:id="rId136"/>
    <p:sldId id="555" r:id="rId137"/>
    <p:sldId id="556" r:id="rId138"/>
    <p:sldId id="557" r:id="rId139"/>
    <p:sldId id="558" r:id="rId140"/>
    <p:sldId id="559" r:id="rId141"/>
    <p:sldId id="560" r:id="rId142"/>
    <p:sldId id="561" r:id="rId143"/>
    <p:sldId id="562" r:id="rId144"/>
    <p:sldId id="563" r:id="rId145"/>
    <p:sldId id="564" r:id="rId146"/>
    <p:sldId id="565" r:id="rId147"/>
    <p:sldId id="566" r:id="rId148"/>
    <p:sldId id="567" r:id="rId149"/>
    <p:sldId id="568" r:id="rId150"/>
    <p:sldId id="569" r:id="rId151"/>
    <p:sldId id="570" r:id="rId152"/>
    <p:sldId id="571" r:id="rId153"/>
    <p:sldId id="572" r:id="rId154"/>
    <p:sldId id="573" r:id="rId155"/>
    <p:sldId id="574" r:id="rId156"/>
    <p:sldId id="575" r:id="rId157"/>
    <p:sldId id="576" r:id="rId158"/>
    <p:sldId id="458" r:id="rId159"/>
    <p:sldId id="444" r:id="rId160"/>
    <p:sldId id="391" r:id="rId161"/>
    <p:sldId id="577" r:id="rId162"/>
    <p:sldId id="578" r:id="rId163"/>
    <p:sldId id="579" r:id="rId164"/>
    <p:sldId id="580" r:id="rId165"/>
    <p:sldId id="581" r:id="rId166"/>
    <p:sldId id="582" r:id="rId167"/>
    <p:sldId id="583" r:id="rId168"/>
    <p:sldId id="584" r:id="rId169"/>
    <p:sldId id="597" r:id="rId170"/>
    <p:sldId id="585" r:id="rId171"/>
    <p:sldId id="454" r:id="rId172"/>
    <p:sldId id="593" r:id="rId173"/>
    <p:sldId id="594" r:id="rId174"/>
    <p:sldId id="600" r:id="rId175"/>
    <p:sldId id="606" r:id="rId176"/>
    <p:sldId id="316" r:id="rId177"/>
    <p:sldId id="586" r:id="rId178"/>
    <p:sldId id="313" r:id="rId179"/>
    <p:sldId id="587" r:id="rId180"/>
    <p:sldId id="588" r:id="rId181"/>
    <p:sldId id="589" r:id="rId182"/>
    <p:sldId id="310" r:id="rId183"/>
    <p:sldId id="312" r:id="rId184"/>
    <p:sldId id="592" r:id="rId185"/>
    <p:sldId id="411" r:id="rId186"/>
    <p:sldId id="436" r:id="rId187"/>
    <p:sldId id="602" r:id="rId188"/>
    <p:sldId id="603" r:id="rId189"/>
    <p:sldId id="433" r:id="rId190"/>
    <p:sldId id="608" r:id="rId191"/>
    <p:sldId id="300" r:id="rId192"/>
    <p:sldId id="590" r:id="rId193"/>
    <p:sldId id="459" r:id="rId194"/>
    <p:sldId id="591" r:id="rId195"/>
    <p:sldId id="379" r:id="rId196"/>
    <p:sldId id="380" r:id="rId197"/>
    <p:sldId id="609" r:id="rId198"/>
    <p:sldId id="610" r:id="rId199"/>
    <p:sldId id="611" r:id="rId200"/>
    <p:sldId id="612" r:id="rId201"/>
    <p:sldId id="615" r:id="rId202"/>
    <p:sldId id="613" r:id="rId203"/>
    <p:sldId id="618" r:id="rId204"/>
    <p:sldId id="614" r:id="rId205"/>
    <p:sldId id="616" r:id="rId206"/>
    <p:sldId id="617" r:id="rId207"/>
    <p:sldId id="619" r:id="rId208"/>
    <p:sldId id="607" r:id="rId209"/>
    <p:sldId id="605" r:id="rId210"/>
    <p:sldId id="604" r:id="rId211"/>
    <p:sldId id="621" r:id="rId212"/>
    <p:sldId id="620" r:id="rId2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2AE2C9E-5516-4917-99EB-FEE07F2A682B}">
          <p14:sldIdLst>
            <p14:sldId id="256"/>
            <p14:sldId id="448"/>
            <p14:sldId id="445"/>
            <p14:sldId id="299"/>
            <p14:sldId id="390"/>
            <p14:sldId id="467"/>
            <p14:sldId id="402"/>
            <p14:sldId id="403"/>
            <p14:sldId id="468"/>
          </p14:sldIdLst>
        </p14:section>
        <p14:section name="Content" id="{C543727C-4E92-44E3-8350-621112563B26}">
          <p14:sldIdLst>
            <p14:sldId id="404"/>
            <p14:sldId id="469"/>
            <p14:sldId id="395"/>
            <p14:sldId id="398"/>
            <p14:sldId id="396"/>
            <p14:sldId id="399"/>
            <p14:sldId id="515"/>
            <p14:sldId id="401"/>
            <p14:sldId id="406"/>
            <p14:sldId id="516"/>
            <p14:sldId id="465"/>
            <p14:sldId id="514"/>
            <p14:sldId id="466"/>
            <p14:sldId id="440"/>
            <p14:sldId id="446"/>
            <p14:sldId id="517"/>
            <p14:sldId id="470"/>
            <p14:sldId id="422"/>
            <p14:sldId id="518"/>
            <p14:sldId id="423"/>
            <p14:sldId id="513"/>
            <p14:sldId id="441"/>
            <p14:sldId id="442"/>
            <p14:sldId id="471"/>
            <p14:sldId id="407"/>
            <p14:sldId id="414"/>
            <p14:sldId id="519"/>
          </p14:sldIdLst>
        </p14:section>
        <p14:section name="Value" id="{457EC1D6-1C16-42F1-B1A7-121564F4C368}">
          <p14:sldIdLst>
            <p14:sldId id="405"/>
            <p14:sldId id="447"/>
            <p14:sldId id="408"/>
            <p14:sldId id="427"/>
            <p14:sldId id="472"/>
            <p14:sldId id="410"/>
            <p14:sldId id="419"/>
            <p14:sldId id="520"/>
            <p14:sldId id="473"/>
            <p14:sldId id="449"/>
            <p14:sldId id="421"/>
            <p14:sldId id="521"/>
          </p14:sldIdLst>
        </p14:section>
        <p14:section name="People Engagement" id="{04EEFD28-97A3-4E63-8A34-F4CAD714E52D}">
          <p14:sldIdLst>
            <p14:sldId id="409"/>
            <p14:sldId id="430"/>
            <p14:sldId id="463"/>
            <p14:sldId id="462"/>
            <p14:sldId id="511"/>
            <p14:sldId id="528"/>
            <p14:sldId id="529"/>
            <p14:sldId id="530"/>
            <p14:sldId id="531"/>
            <p14:sldId id="532"/>
            <p14:sldId id="533"/>
            <p14:sldId id="429"/>
            <p14:sldId id="432"/>
            <p14:sldId id="512"/>
            <p14:sldId id="460"/>
            <p14:sldId id="461"/>
            <p14:sldId id="534"/>
            <p14:sldId id="488"/>
            <p14:sldId id="484"/>
            <p14:sldId id="487"/>
            <p14:sldId id="535"/>
            <p14:sldId id="420"/>
            <p14:sldId id="417"/>
            <p14:sldId id="426"/>
            <p14:sldId id="457"/>
            <p14:sldId id="456"/>
            <p14:sldId id="428"/>
            <p14:sldId id="536"/>
            <p14:sldId id="478"/>
            <p14:sldId id="413"/>
            <p14:sldId id="474"/>
            <p14:sldId id="475"/>
            <p14:sldId id="479"/>
            <p14:sldId id="537"/>
            <p14:sldId id="526"/>
            <p14:sldId id="522"/>
            <p14:sldId id="455"/>
            <p14:sldId id="434"/>
            <p14:sldId id="538"/>
            <p14:sldId id="539"/>
            <p14:sldId id="477"/>
            <p14:sldId id="476"/>
            <p14:sldId id="435"/>
            <p14:sldId id="540"/>
            <p14:sldId id="541"/>
          </p14:sldIdLst>
        </p14:section>
        <p14:section name="People - Link" id="{9CD39075-8A27-4168-8ABD-1B2E511FE03D}">
          <p14:sldIdLst>
            <p14:sldId id="481"/>
            <p14:sldId id="502"/>
            <p14:sldId id="492"/>
            <p14:sldId id="542"/>
            <p14:sldId id="503"/>
            <p14:sldId id="491"/>
            <p14:sldId id="504"/>
            <p14:sldId id="527"/>
            <p14:sldId id="493"/>
            <p14:sldId id="480"/>
            <p14:sldId id="543"/>
            <p14:sldId id="489"/>
            <p14:sldId id="499"/>
            <p14:sldId id="500"/>
            <p14:sldId id="501"/>
            <p14:sldId id="508"/>
            <p14:sldId id="509"/>
            <p14:sldId id="510"/>
            <p14:sldId id="544"/>
            <p14:sldId id="490"/>
            <p14:sldId id="494"/>
            <p14:sldId id="495"/>
            <p14:sldId id="523"/>
            <p14:sldId id="524"/>
            <p14:sldId id="525"/>
            <p14:sldId id="496"/>
            <p14:sldId id="497"/>
            <p14:sldId id="498"/>
            <p14:sldId id="545"/>
            <p14:sldId id="546"/>
            <p14:sldId id="547"/>
            <p14:sldId id="548"/>
            <p14:sldId id="549"/>
          </p14:sldIdLst>
        </p14:section>
        <p14:section name="Ending" id="{DAA5DC5D-BD6A-4377-B75B-81BD77E88CD6}">
          <p14:sldIdLst>
            <p14:sldId id="451"/>
            <p14:sldId id="450"/>
            <p14:sldId id="452"/>
            <p14:sldId id="550"/>
            <p14:sldId id="551"/>
            <p14:sldId id="453"/>
            <p14:sldId id="552"/>
            <p14:sldId id="553"/>
            <p14:sldId id="554"/>
            <p14:sldId id="555"/>
            <p14:sldId id="556"/>
            <p14:sldId id="557"/>
            <p14:sldId id="558"/>
            <p14:sldId id="559"/>
            <p14:sldId id="560"/>
            <p14:sldId id="561"/>
            <p14:sldId id="562"/>
            <p14:sldId id="563"/>
            <p14:sldId id="564"/>
            <p14:sldId id="565"/>
            <p14:sldId id="566"/>
            <p14:sldId id="567"/>
            <p14:sldId id="568"/>
            <p14:sldId id="569"/>
            <p14:sldId id="570"/>
            <p14:sldId id="571"/>
            <p14:sldId id="572"/>
            <p14:sldId id="573"/>
            <p14:sldId id="574"/>
            <p14:sldId id="575"/>
            <p14:sldId id="576"/>
            <p14:sldId id="458"/>
            <p14:sldId id="444"/>
            <p14:sldId id="391"/>
          </p14:sldIdLst>
        </p14:section>
        <p14:section name="Viral Learning for Communities" id="{D5ECFD0A-B718-47AB-8450-2763ED43B09D}">
          <p14:sldIdLst>
            <p14:sldId id="577"/>
            <p14:sldId id="578"/>
            <p14:sldId id="579"/>
            <p14:sldId id="580"/>
            <p14:sldId id="581"/>
            <p14:sldId id="582"/>
            <p14:sldId id="583"/>
            <p14:sldId id="584"/>
            <p14:sldId id="597"/>
            <p14:sldId id="585"/>
            <p14:sldId id="454"/>
            <p14:sldId id="593"/>
            <p14:sldId id="594"/>
            <p14:sldId id="600"/>
            <p14:sldId id="606"/>
            <p14:sldId id="316"/>
            <p14:sldId id="586"/>
            <p14:sldId id="313"/>
            <p14:sldId id="587"/>
            <p14:sldId id="588"/>
            <p14:sldId id="589"/>
            <p14:sldId id="310"/>
            <p14:sldId id="312"/>
            <p14:sldId id="592"/>
            <p14:sldId id="411"/>
          </p14:sldIdLst>
        </p14:section>
        <p14:section name="Setting Up #OSG" id="{560B4EF0-80C8-4BCA-9937-BD454A5A18B2}">
          <p14:sldIdLst>
            <p14:sldId id="436"/>
            <p14:sldId id="602"/>
            <p14:sldId id="603"/>
            <p14:sldId id="433"/>
            <p14:sldId id="608"/>
            <p14:sldId id="300"/>
            <p14:sldId id="590"/>
            <p14:sldId id="459"/>
            <p14:sldId id="591"/>
            <p14:sldId id="379"/>
            <p14:sldId id="380"/>
          </p14:sldIdLst>
        </p14:section>
        <p14:section name="7 Steps for Community Launch" id="{CE3EA216-20CD-44E6-85C2-FE53EFCFD21A}">
          <p14:sldIdLst>
            <p14:sldId id="609"/>
            <p14:sldId id="610"/>
            <p14:sldId id="611"/>
            <p14:sldId id="612"/>
            <p14:sldId id="615"/>
            <p14:sldId id="613"/>
            <p14:sldId id="618"/>
            <p14:sldId id="614"/>
            <p14:sldId id="616"/>
            <p14:sldId id="617"/>
            <p14:sldId id="619"/>
          </p14:sldIdLst>
        </p14:section>
        <p14:section name="A finir" id="{352AA1AE-2A17-43E6-9F61-B63324F0BDB5}">
          <p14:sldIdLst>
            <p14:sldId id="607"/>
            <p14:sldId id="605"/>
            <p14:sldId id="604"/>
            <p14:sldId id="621"/>
            <p14:sldId id="62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494BA"/>
    <a:srgbClr val="663300"/>
    <a:srgbClr val="EC7B2B"/>
    <a:srgbClr val="7FC1DB"/>
    <a:srgbClr val="FFFFFF"/>
    <a:srgbClr val="AAD6E7"/>
    <a:srgbClr val="F2F2F2"/>
    <a:srgbClr val="D4EAF3"/>
    <a:srgbClr val="FFFF0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6357" autoAdjust="0"/>
  </p:normalViewPr>
  <p:slideViewPr>
    <p:cSldViewPr snapToGrid="0">
      <p:cViewPr varScale="1">
        <p:scale>
          <a:sx n="114" d="100"/>
          <a:sy n="114" d="100"/>
        </p:scale>
        <p:origin x="30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theme" Target="theme/theme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tableStyles" Target="tableStyles.xml"/><Relationship Id="rId3" Type="http://schemas.openxmlformats.org/officeDocument/2006/relationships/slide" Target="slides/slide2.xml"/><Relationship Id="rId214" Type="http://schemas.openxmlformats.org/officeDocument/2006/relationships/notesMaster" Target="notesMasters/notes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microsoft.com/office/2016/11/relationships/changesInfo" Target="changesInfos/changesInfo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commentAuthors" Target="commentAuthor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72FF9C71-038E-4AB6-8BAE-543A3D3D663A}"/>
    <pc:docChg chg="modSld">
      <pc:chgData name="Alexandre Quach" userId="7bb690c8a6e028e4" providerId="LiveId" clId="{72FF9C71-038E-4AB6-8BAE-543A3D3D663A}" dt="2022-03-23T14:33:09.807" v="0" actId="20577"/>
      <pc:docMkLst>
        <pc:docMk/>
      </pc:docMkLst>
      <pc:sldChg chg="modSp mod">
        <pc:chgData name="Alexandre Quach" userId="7bb690c8a6e028e4" providerId="LiveId" clId="{72FF9C71-038E-4AB6-8BAE-543A3D3D663A}" dt="2022-03-23T14:33:09.807" v="0" actId="20577"/>
        <pc:sldMkLst>
          <pc:docMk/>
          <pc:sldMk cId="4143203140" sldId="591"/>
        </pc:sldMkLst>
        <pc:spChg chg="mod">
          <ac:chgData name="Alexandre Quach" userId="7bb690c8a6e028e4" providerId="LiveId" clId="{72FF9C71-038E-4AB6-8BAE-543A3D3D663A}" dt="2022-03-23T14:33:09.807" v="0" actId="20577"/>
          <ac:spMkLst>
            <pc:docMk/>
            <pc:sldMk cId="4143203140" sldId="591"/>
            <ac:spMk id="61" creationId="{4A3C84FA-4BB6-49AF-96E4-5037D69059B0}"/>
          </ac:spMkLst>
        </pc:spChg>
      </pc:sldChg>
    </pc:docChg>
  </pc:docChgLst>
  <pc:docChgLst>
    <pc:chgData name="Alexandre Quach" userId="7bb690c8a6e028e4" providerId="LiveId" clId="{0E88FE48-EEEE-4C6F-B832-81455DEC91BD}"/>
    <pc:docChg chg="addSld delSld modSld modSection">
      <pc:chgData name="Alexandre Quach" userId="7bb690c8a6e028e4" providerId="LiveId" clId="{0E88FE48-EEEE-4C6F-B832-81455DEC91BD}" dt="2022-06-07T14:49:23.099" v="15" actId="47"/>
      <pc:docMkLst>
        <pc:docMk/>
      </pc:docMkLst>
      <pc:sldChg chg="modSp add del mod">
        <pc:chgData name="Alexandre Quach" userId="7bb690c8a6e028e4" providerId="LiveId" clId="{0E88FE48-EEEE-4C6F-B832-81455DEC91BD}" dt="2022-06-07T14:49:23.099" v="15" actId="47"/>
        <pc:sldMkLst>
          <pc:docMk/>
          <pc:sldMk cId="3543142022" sldId="622"/>
        </pc:sldMkLst>
        <pc:spChg chg="mod">
          <ac:chgData name="Alexandre Quach" userId="7bb690c8a6e028e4" providerId="LiveId" clId="{0E88FE48-EEEE-4C6F-B832-81455DEC91BD}" dt="2022-06-07T14:49:16.206" v="14" actId="20577"/>
          <ac:spMkLst>
            <pc:docMk/>
            <pc:sldMk cId="3543142022" sldId="622"/>
            <ac:spMk id="174" creationId="{9CB848EC-2241-452A-955D-441DE9BD6D85}"/>
          </ac:spMkLst>
        </pc:spChg>
      </pc:sldChg>
    </pc:docChg>
  </pc:docChgLst>
  <pc:docChgLst>
    <pc:chgData name="Alexandre Quach" userId="7bb690c8a6e028e4" providerId="LiveId" clId="{2C94D162-76E9-4073-9996-79911085D622}"/>
    <pc:docChg chg="delSld delSection modSection">
      <pc:chgData name="Alexandre Quach" userId="7bb690c8a6e028e4" providerId="LiveId" clId="{2C94D162-76E9-4073-9996-79911085D622}" dt="2021-05-25T10:43:22.472" v="1" actId="17851"/>
      <pc:docMkLst>
        <pc:docMk/>
      </pc:docMkLst>
      <pc:sldChg chg="del">
        <pc:chgData name="Alexandre Quach" userId="7bb690c8a6e028e4" providerId="LiveId" clId="{2C94D162-76E9-4073-9996-79911085D622}" dt="2021-05-25T10:43:12.897" v="0" actId="47"/>
        <pc:sldMkLst>
          <pc:docMk/>
          <pc:sldMk cId="2821300515" sldId="266"/>
        </pc:sldMkLst>
      </pc:sldChg>
      <pc:sldChg chg="del">
        <pc:chgData name="Alexandre Quach" userId="7bb690c8a6e028e4" providerId="LiveId" clId="{2C94D162-76E9-4073-9996-79911085D622}" dt="2021-05-25T10:43:12.897" v="0" actId="47"/>
        <pc:sldMkLst>
          <pc:docMk/>
          <pc:sldMk cId="802838738" sldId="270"/>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Colonne1</c:v>
                </c:pt>
              </c:strCache>
            </c:strRef>
          </c:tx>
          <c:spPr>
            <a:ln w="28575" cap="rnd">
              <a:solidFill>
                <a:schemeClr val="accent1"/>
              </a:solidFill>
              <a:round/>
            </a:ln>
            <a:effectLst/>
          </c:spPr>
          <c:marker>
            <c:symbol val="none"/>
          </c:marker>
          <c:cat>
            <c:strRef>
              <c:f>Feuil1!$A$2:$A$5</c:f>
              <c:strCache>
                <c:ptCount val="4"/>
                <c:pt idx="0">
                  <c:v>Closeness</c:v>
                </c:pt>
                <c:pt idx="1">
                  <c:v>Help</c:v>
                </c:pt>
                <c:pt idx="2">
                  <c:v>Acceptance</c:v>
                </c:pt>
                <c:pt idx="3">
                  <c:v>Safety</c:v>
                </c:pt>
              </c:strCache>
            </c:strRef>
          </c:cat>
          <c:val>
            <c:numRef>
              <c:f>Feuil1!$B$2:$B$5</c:f>
              <c:numCache>
                <c:formatCode>General</c:formatCode>
                <c:ptCount val="4"/>
                <c:pt idx="0">
                  <c:v>32</c:v>
                </c:pt>
                <c:pt idx="1">
                  <c:v>32</c:v>
                </c:pt>
                <c:pt idx="2">
                  <c:v>32</c:v>
                </c:pt>
                <c:pt idx="3">
                  <c:v>32</c:v>
                </c:pt>
              </c:numCache>
            </c:numRef>
          </c:val>
          <c:extLst>
            <c:ext xmlns:c16="http://schemas.microsoft.com/office/drawing/2014/chart" uri="{C3380CC4-5D6E-409C-BE32-E72D297353CC}">
              <c16:uniqueId val="{00000000-188E-4DC0-AFBB-87F7A82D48B6}"/>
            </c:ext>
          </c:extLst>
        </c:ser>
        <c:dLbls>
          <c:showLegendKey val="0"/>
          <c:showVal val="0"/>
          <c:showCatName val="0"/>
          <c:showSerName val="0"/>
          <c:showPercent val="0"/>
          <c:showBubbleSize val="0"/>
        </c:dLbls>
        <c:axId val="1528955935"/>
        <c:axId val="1528951775"/>
      </c:radarChart>
      <c:catAx>
        <c:axId val="1528955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fr-FR"/>
          </a:p>
        </c:txPr>
        <c:crossAx val="1528951775"/>
        <c:crosses val="autoZero"/>
        <c:auto val="1"/>
        <c:lblAlgn val="ctr"/>
        <c:lblOffset val="100"/>
        <c:noMultiLvlLbl val="0"/>
      </c:catAx>
      <c:valAx>
        <c:axId val="152895177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289559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Colonne1</c:v>
                </c:pt>
              </c:strCache>
            </c:strRef>
          </c:tx>
          <c:spPr>
            <a:ln w="28575" cap="rnd">
              <a:solidFill>
                <a:schemeClr val="accent1"/>
              </a:solidFill>
              <a:round/>
            </a:ln>
            <a:effectLst/>
          </c:spPr>
          <c:marker>
            <c:symbol val="none"/>
          </c:marker>
          <c:cat>
            <c:strRef>
              <c:f>Feuil1!$A$2:$A$5</c:f>
              <c:strCache>
                <c:ptCount val="4"/>
                <c:pt idx="0">
                  <c:v>Closeness</c:v>
                </c:pt>
                <c:pt idx="1">
                  <c:v>Help</c:v>
                </c:pt>
                <c:pt idx="2">
                  <c:v>Acceptance</c:v>
                </c:pt>
                <c:pt idx="3">
                  <c:v>Safety</c:v>
                </c:pt>
              </c:strCache>
            </c:strRef>
          </c:cat>
          <c:val>
            <c:numRef>
              <c:f>Feuil1!$B$2:$B$5</c:f>
              <c:numCache>
                <c:formatCode>General</c:formatCode>
                <c:ptCount val="4"/>
                <c:pt idx="0">
                  <c:v>32</c:v>
                </c:pt>
                <c:pt idx="1">
                  <c:v>32</c:v>
                </c:pt>
                <c:pt idx="2">
                  <c:v>32</c:v>
                </c:pt>
                <c:pt idx="3">
                  <c:v>32</c:v>
                </c:pt>
              </c:numCache>
            </c:numRef>
          </c:val>
          <c:extLst>
            <c:ext xmlns:c16="http://schemas.microsoft.com/office/drawing/2014/chart" uri="{C3380CC4-5D6E-409C-BE32-E72D297353CC}">
              <c16:uniqueId val="{00000000-7C50-4473-9E74-FF99BFDF1DCB}"/>
            </c:ext>
          </c:extLst>
        </c:ser>
        <c:dLbls>
          <c:showLegendKey val="0"/>
          <c:showVal val="0"/>
          <c:showCatName val="0"/>
          <c:showSerName val="0"/>
          <c:showPercent val="0"/>
          <c:showBubbleSize val="0"/>
        </c:dLbls>
        <c:axId val="1528955935"/>
        <c:axId val="1528951775"/>
      </c:radarChart>
      <c:catAx>
        <c:axId val="1528955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fr-FR"/>
          </a:p>
        </c:txPr>
        <c:crossAx val="1528951775"/>
        <c:crosses val="autoZero"/>
        <c:auto val="1"/>
        <c:lblAlgn val="ctr"/>
        <c:lblOffset val="100"/>
        <c:noMultiLvlLbl val="0"/>
      </c:catAx>
      <c:valAx>
        <c:axId val="152895177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289559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chemeClr val="bg1">
            <a:lumMod val="85000"/>
          </a:schemeClr>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chemeClr val="bg1">
            <a:lumMod val="85000"/>
          </a:schemeClr>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chemeClr val="bg1">
            <a:lumMod val="85000"/>
          </a:schemeClr>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EC7B2B"/>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3494BA"/>
        </a:solidFill>
        <a:ln>
          <a:no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3494BA"/>
        </a:solidFill>
        <a:ln>
          <a:solidFill>
            <a:srgbClr val="3494BA"/>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3494BA"/>
        </a:solidFill>
        <a:ln>
          <a:solidFill>
            <a:srgbClr val="3494BA"/>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chemeClr val="bg1">
            <a:lumMod val="85000"/>
          </a:schemeClr>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chemeClr val="bg1">
            <a:lumMod val="85000"/>
          </a:schemeClr>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chemeClr val="bg1">
            <a:lumMod val="85000"/>
          </a:schemeClr>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EC7B2B"/>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3494BA"/>
        </a:solidFill>
        <a:ln>
          <a:no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3494BA"/>
        </a:solidFill>
        <a:ln>
          <a:solidFill>
            <a:srgbClr val="3494BA"/>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3494BA"/>
        </a:solidFill>
        <a:ln>
          <a:solidFill>
            <a:srgbClr val="3494BA"/>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rgbClr val="FFFF00"/>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rgbClr val="FFFF00"/>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rgbClr val="FFFF00"/>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FF0000"/>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FF0000"/>
        </a:solidFill>
        <a:ln>
          <a:solidFill>
            <a:srgbClr val="FF0000"/>
          </a:solid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FF0000"/>
        </a:solidFill>
        <a:ln>
          <a:solidFill>
            <a:srgbClr val="FF0000"/>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FF0000"/>
        </a:solidFill>
        <a:ln>
          <a:solidFill>
            <a:srgbClr val="FF0000"/>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custT="1"/>
      <dgm:spPr>
        <a:solidFill>
          <a:schemeClr val="bg1">
            <a:lumMod val="85000"/>
          </a:schemeClr>
        </a:solidFill>
        <a:ln>
          <a:noFill/>
        </a:ln>
      </dgm:spPr>
      <dgm:t>
        <a:bodyPr/>
        <a:lstStyle/>
        <a:p>
          <a:r>
            <a:rPr lang="en-US" sz="900" b="0" dirty="0">
              <a:solidFill>
                <a:schemeClr val="tx1"/>
              </a:solidFill>
            </a:rPr>
            <a:t>Not enough people</a:t>
          </a:r>
        </a:p>
      </dgm:t>
    </dgm:pt>
    <dgm:pt modelId="{9232635D-5312-42B0-BA57-0F09C4B56DF1}" type="parTrans" cxnId="{49EB360C-02C8-4CB6-A094-8106A0192502}">
      <dgm:prSet/>
      <dgm:spPr/>
      <dgm:t>
        <a:bodyPr/>
        <a:lstStyle/>
        <a:p>
          <a:endParaRPr lang="en-US" sz="2000"/>
        </a:p>
      </dgm:t>
    </dgm:pt>
    <dgm:pt modelId="{06F61274-B21B-43BF-844D-D632E4551B4F}" type="sibTrans" cxnId="{49EB360C-02C8-4CB6-A094-8106A0192502}">
      <dgm:prSet custT="1"/>
      <dgm:spPr/>
      <dgm:t>
        <a:bodyPr/>
        <a:lstStyle/>
        <a:p>
          <a:endParaRPr lang="en-US" sz="700"/>
        </a:p>
      </dgm:t>
    </dgm:pt>
    <dgm:pt modelId="{9B4DC6A7-7C46-4C6B-A261-AECC0649BB0D}">
      <dgm:prSet phldrT="[Texte]" custT="1"/>
      <dgm:spPr>
        <a:solidFill>
          <a:schemeClr val="bg1">
            <a:lumMod val="85000"/>
          </a:schemeClr>
        </a:solidFill>
        <a:ln>
          <a:noFill/>
        </a:ln>
      </dgm:spPr>
      <dgm:t>
        <a:bodyPr/>
        <a:lstStyle/>
        <a:p>
          <a:r>
            <a:rPr lang="en-US" sz="900" b="0" dirty="0">
              <a:solidFill>
                <a:schemeClr val="tx1"/>
              </a:solidFill>
            </a:rPr>
            <a:t>Content not valuable enough for the corporation</a:t>
          </a:r>
        </a:p>
      </dgm:t>
    </dgm:pt>
    <dgm:pt modelId="{77E7BFB1-A830-41FD-BC9C-364B3051F064}" type="parTrans" cxnId="{79DB2F35-07AA-42BB-841E-BD41D03251DC}">
      <dgm:prSet/>
      <dgm:spPr/>
      <dgm:t>
        <a:bodyPr/>
        <a:lstStyle/>
        <a:p>
          <a:endParaRPr lang="en-US" sz="2000"/>
        </a:p>
      </dgm:t>
    </dgm:pt>
    <dgm:pt modelId="{A76513B2-4E2F-4C24-B085-566FCE194767}" type="sibTrans" cxnId="{79DB2F35-07AA-42BB-841E-BD41D03251DC}">
      <dgm:prSet custT="1"/>
      <dgm:spPr/>
      <dgm:t>
        <a:bodyPr/>
        <a:lstStyle/>
        <a:p>
          <a:endParaRPr lang="en-US" sz="700"/>
        </a:p>
      </dgm:t>
    </dgm:pt>
    <dgm:pt modelId="{C9BAC5D4-6B92-4D8B-8E4A-FCE15958AA4D}">
      <dgm:prSet phldrT="[Texte]" custT="1"/>
      <dgm:spPr>
        <a:solidFill>
          <a:schemeClr val="bg1">
            <a:lumMod val="85000"/>
          </a:schemeClr>
        </a:solidFill>
        <a:ln>
          <a:noFill/>
        </a:ln>
      </dgm:spPr>
      <dgm:t>
        <a:bodyPr/>
        <a:lstStyle/>
        <a:p>
          <a:r>
            <a:rPr lang="en-US" sz="900" b="0" dirty="0">
              <a:solidFill>
                <a:schemeClr val="tx1"/>
              </a:solidFill>
            </a:rPr>
            <a:t>Less motivation and support from corporation</a:t>
          </a:r>
        </a:p>
      </dgm:t>
    </dgm:pt>
    <dgm:pt modelId="{EDDB9094-C016-4A19-81E2-2397AC9C23F4}" type="parTrans" cxnId="{1B42B3E6-C0BE-4986-8EF2-61313E93A8D5}">
      <dgm:prSet/>
      <dgm:spPr/>
      <dgm:t>
        <a:bodyPr/>
        <a:lstStyle/>
        <a:p>
          <a:endParaRPr lang="en-US" sz="2000"/>
        </a:p>
      </dgm:t>
    </dgm:pt>
    <dgm:pt modelId="{0B9DA761-6CEE-462A-BA60-1AD627DD5FC9}" type="sibTrans" cxnId="{1B42B3E6-C0BE-4986-8EF2-61313E93A8D5}">
      <dgm:prSet custT="1"/>
      <dgm:spPr/>
      <dgm:t>
        <a:bodyPr/>
        <a:lstStyle/>
        <a:p>
          <a:endParaRPr lang="en-US" sz="700"/>
        </a:p>
      </dgm:t>
    </dgm:pt>
    <dgm:pt modelId="{263B52C9-FDFF-47DF-9CB9-20D626ABFE49}">
      <dgm:prSet phldrT="[Texte]" custT="1"/>
      <dgm:spPr>
        <a:solidFill>
          <a:schemeClr val="bg1">
            <a:lumMod val="85000"/>
          </a:schemeClr>
        </a:solidFill>
        <a:ln>
          <a:noFill/>
        </a:ln>
      </dgm:spPr>
      <dgm:t>
        <a:bodyPr/>
        <a:lstStyle/>
        <a:p>
          <a:r>
            <a:rPr lang="en-US" sz="900" b="0" dirty="0">
              <a:solidFill>
                <a:schemeClr val="tx1"/>
              </a:solidFill>
            </a:rPr>
            <a:t>Less capacity for interesting content</a:t>
          </a:r>
        </a:p>
      </dgm:t>
    </dgm:pt>
    <dgm:pt modelId="{6ED0B508-6D3D-481B-9C1B-EDB03B43812C}" type="parTrans" cxnId="{BB825076-F455-4C92-81C3-4419A8842026}">
      <dgm:prSet/>
      <dgm:spPr/>
      <dgm:t>
        <a:bodyPr/>
        <a:lstStyle/>
        <a:p>
          <a:endParaRPr lang="en-US" sz="2000"/>
        </a:p>
      </dgm:t>
    </dgm:pt>
    <dgm:pt modelId="{70CD97F0-DBE2-4209-A0A0-B85F29D1C439}" type="sibTrans" cxnId="{BB825076-F455-4C92-81C3-4419A8842026}">
      <dgm:prSet custT="1"/>
      <dgm:spPr/>
      <dgm:t>
        <a:bodyPr/>
        <a:lstStyle/>
        <a:p>
          <a:endParaRPr lang="en-US" sz="700"/>
        </a:p>
      </dgm:t>
    </dgm:pt>
    <dgm:pt modelId="{606759FB-A33D-48E3-BD80-5FE6AF6D25EB}">
      <dgm:prSet phldrT="[Texte]" custT="1"/>
      <dgm:spPr>
        <a:solidFill>
          <a:schemeClr val="bg1">
            <a:lumMod val="85000"/>
          </a:schemeClr>
        </a:solidFill>
        <a:ln>
          <a:noFill/>
        </a:ln>
      </dgm:spPr>
      <dgm:t>
        <a:bodyPr/>
        <a:lstStyle/>
        <a:p>
          <a:r>
            <a:rPr lang="en-US" sz="900" b="0" dirty="0">
              <a:solidFill>
                <a:schemeClr val="tx1"/>
              </a:solidFill>
            </a:rPr>
            <a:t>Less global interest</a:t>
          </a:r>
        </a:p>
      </dgm:t>
    </dgm:pt>
    <dgm:pt modelId="{BC9A91DD-72C7-42A2-A109-4981D89F5B1F}" type="parTrans" cxnId="{39A3B4E8-90DD-41C9-B51D-D1179C106CA4}">
      <dgm:prSet/>
      <dgm:spPr/>
      <dgm:t>
        <a:bodyPr/>
        <a:lstStyle/>
        <a:p>
          <a:endParaRPr lang="en-US" sz="2000"/>
        </a:p>
      </dgm:t>
    </dgm:pt>
    <dgm:pt modelId="{342DD8B2-1190-4C54-A5BB-209C1845322D}" type="sibTrans" cxnId="{39A3B4E8-90DD-41C9-B51D-D1179C106CA4}">
      <dgm:prSet custT="1"/>
      <dgm:spPr/>
      <dgm:t>
        <a:bodyPr/>
        <a:lstStyle/>
        <a:p>
          <a:endParaRPr lang="en-US" sz="700"/>
        </a:p>
      </dgm:t>
    </dgm:pt>
    <dgm:pt modelId="{4539A25E-548D-4534-B235-CD7087977866}">
      <dgm:prSet phldrT="[Texte]" custT="1"/>
      <dgm:spPr>
        <a:solidFill>
          <a:schemeClr val="bg1">
            <a:lumMod val="85000"/>
          </a:schemeClr>
        </a:solidFill>
        <a:ln>
          <a:noFill/>
        </a:ln>
      </dgm:spPr>
      <dgm:t>
        <a:bodyPr/>
        <a:lstStyle/>
        <a:p>
          <a:r>
            <a:rPr lang="en-US" sz="900" b="0" dirty="0">
              <a:solidFill>
                <a:schemeClr val="tx1"/>
              </a:solidFill>
            </a:rPr>
            <a:t>Less opportunities to become relevant</a:t>
          </a:r>
        </a:p>
      </dgm:t>
    </dgm:pt>
    <dgm:pt modelId="{AC63DD23-1C89-437F-AFC5-A7A307C60D84}" type="parTrans" cxnId="{7259B2BB-A692-408B-B991-ED2F6C571A70}">
      <dgm:prSet/>
      <dgm:spPr/>
      <dgm:t>
        <a:bodyPr/>
        <a:lstStyle/>
        <a:p>
          <a:endParaRPr lang="en-US" sz="2000"/>
        </a:p>
      </dgm:t>
    </dgm:pt>
    <dgm:pt modelId="{E04A5FD7-DDC1-4F00-8764-BACF697F3FC1}" type="sibTrans" cxnId="{7259B2BB-A692-408B-B991-ED2F6C571A70}">
      <dgm:prSet custT="1"/>
      <dgm:spPr/>
      <dgm:t>
        <a:bodyPr/>
        <a:lstStyle/>
        <a:p>
          <a:endParaRPr lang="en-US" sz="700"/>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66EB8AC1-CCEF-4C00-A703-726C88586381}" type="pres">
      <dgm:prSet presAssocID="{4539A25E-548D-4534-B235-CD7087977866}" presName="node" presStyleLbl="node1" presStyleIdx="1" presStyleCnt="6">
        <dgm:presLayoutVars>
          <dgm:bulletEnabled val="1"/>
        </dgm:presLayoutVars>
      </dgm:prSet>
      <dgm:spPr/>
    </dgm:pt>
    <dgm:pt modelId="{728104AD-916F-4582-949F-E19F8BB05CA2}" type="pres">
      <dgm:prSet presAssocID="{E04A5FD7-DDC1-4F00-8764-BACF697F3FC1}" presName="sibTrans" presStyleLbl="sibTrans2D1" presStyleIdx="1" presStyleCnt="6"/>
      <dgm:spPr/>
    </dgm:pt>
    <dgm:pt modelId="{364B3789-F049-470D-909C-7705BC6FCEB3}" type="pres">
      <dgm:prSet presAssocID="{E04A5FD7-DDC1-4F00-8764-BACF697F3FC1}"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F1318C90-6580-418E-A05B-24ECDA514A79}" type="presOf" srcId="{E04A5FD7-DDC1-4F00-8764-BACF697F3FC1}" destId="{364B3789-F049-470D-909C-7705BC6FCEB3}" srcOrd="1"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AAE670B3-C631-4DEB-A216-F00505C9CAC7}" type="presOf" srcId="{4539A25E-548D-4534-B235-CD7087977866}" destId="{66EB8AC1-CCEF-4C00-A703-726C88586381}"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7259B2BB-A692-408B-B991-ED2F6C571A70}" srcId="{F8E97109-13EA-465B-937C-B0F244A818F3}" destId="{4539A25E-548D-4534-B235-CD7087977866}" srcOrd="1" destOrd="0" parTransId="{AC63DD23-1C89-437F-AFC5-A7A307C60D84}" sibTransId="{E04A5FD7-DDC1-4F00-8764-BACF697F3FC1}"/>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967F9EE-4AD2-49F9-940C-C2B1A8E73EC2}" type="presOf" srcId="{E04A5FD7-DDC1-4F00-8764-BACF697F3FC1}" destId="{728104AD-916F-4582-949F-E19F8BB05CA2}" srcOrd="0"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38C4F9DB-DD1A-4CBA-95B7-21BAA5E756DE}" type="presParOf" srcId="{4126167E-9776-4EEA-AC58-B29B58AACD5D}" destId="{66EB8AC1-CCEF-4C00-A703-726C88586381}" srcOrd="2" destOrd="0" presId="urn:microsoft.com/office/officeart/2005/8/layout/cycle2"/>
    <dgm:cxn modelId="{CF1E6501-883B-421C-B748-BCB57E76C227}" type="presParOf" srcId="{4126167E-9776-4EEA-AC58-B29B58AACD5D}" destId="{728104AD-916F-4582-949F-E19F8BB05CA2}" srcOrd="3" destOrd="0" presId="urn:microsoft.com/office/officeart/2005/8/layout/cycle2"/>
    <dgm:cxn modelId="{D1065989-90FB-441A-A633-6929880E41F4}" type="presParOf" srcId="{728104AD-916F-4582-949F-E19F8BB05CA2}" destId="{364B3789-F049-470D-909C-7705BC6FCEB3}"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custT="1"/>
      <dgm:spPr>
        <a:solidFill>
          <a:schemeClr val="bg1">
            <a:lumMod val="85000"/>
          </a:schemeClr>
        </a:solidFill>
        <a:ln>
          <a:noFill/>
        </a:ln>
      </dgm:spPr>
      <dgm:t>
        <a:bodyPr/>
        <a:lstStyle/>
        <a:p>
          <a:r>
            <a:rPr lang="en-US" sz="500" b="0" dirty="0">
              <a:solidFill>
                <a:schemeClr val="tx1"/>
              </a:solidFill>
            </a:rPr>
            <a:t>Not enough people</a:t>
          </a:r>
        </a:p>
      </dgm:t>
    </dgm:pt>
    <dgm:pt modelId="{9232635D-5312-42B0-BA57-0F09C4B56DF1}" type="parTrans" cxnId="{49EB360C-02C8-4CB6-A094-8106A0192502}">
      <dgm:prSet/>
      <dgm:spPr/>
      <dgm:t>
        <a:bodyPr/>
        <a:lstStyle/>
        <a:p>
          <a:endParaRPr lang="en-US" sz="1200"/>
        </a:p>
      </dgm:t>
    </dgm:pt>
    <dgm:pt modelId="{06F61274-B21B-43BF-844D-D632E4551B4F}" type="sibTrans" cxnId="{49EB360C-02C8-4CB6-A094-8106A0192502}">
      <dgm:prSet custT="1"/>
      <dgm:spPr/>
      <dgm:t>
        <a:bodyPr/>
        <a:lstStyle/>
        <a:p>
          <a:endParaRPr lang="en-US" sz="300"/>
        </a:p>
      </dgm:t>
    </dgm:pt>
    <dgm:pt modelId="{9B4DC6A7-7C46-4C6B-A261-AECC0649BB0D}">
      <dgm:prSet phldrT="[Texte]" custT="1"/>
      <dgm:spPr>
        <a:solidFill>
          <a:schemeClr val="bg1">
            <a:lumMod val="85000"/>
          </a:schemeClr>
        </a:solidFill>
        <a:ln>
          <a:noFill/>
        </a:ln>
      </dgm:spPr>
      <dgm:t>
        <a:bodyPr/>
        <a:lstStyle/>
        <a:p>
          <a:r>
            <a:rPr lang="en-US" sz="500" b="0" dirty="0">
              <a:solidFill>
                <a:schemeClr val="tx1"/>
              </a:solidFill>
            </a:rPr>
            <a:t>Content not valuable enough for the corporation</a:t>
          </a:r>
        </a:p>
      </dgm:t>
    </dgm:pt>
    <dgm:pt modelId="{77E7BFB1-A830-41FD-BC9C-364B3051F064}" type="parTrans" cxnId="{79DB2F35-07AA-42BB-841E-BD41D03251DC}">
      <dgm:prSet/>
      <dgm:spPr/>
      <dgm:t>
        <a:bodyPr/>
        <a:lstStyle/>
        <a:p>
          <a:endParaRPr lang="en-US" sz="1200"/>
        </a:p>
      </dgm:t>
    </dgm:pt>
    <dgm:pt modelId="{A76513B2-4E2F-4C24-B085-566FCE194767}" type="sibTrans" cxnId="{79DB2F35-07AA-42BB-841E-BD41D03251DC}">
      <dgm:prSet custT="1"/>
      <dgm:spPr/>
      <dgm:t>
        <a:bodyPr/>
        <a:lstStyle/>
        <a:p>
          <a:endParaRPr lang="en-US" sz="300"/>
        </a:p>
      </dgm:t>
    </dgm:pt>
    <dgm:pt modelId="{C9BAC5D4-6B92-4D8B-8E4A-FCE15958AA4D}">
      <dgm:prSet phldrT="[Texte]" custT="1"/>
      <dgm:spPr>
        <a:solidFill>
          <a:schemeClr val="bg1">
            <a:lumMod val="85000"/>
          </a:schemeClr>
        </a:solidFill>
        <a:ln>
          <a:noFill/>
        </a:ln>
      </dgm:spPr>
      <dgm:t>
        <a:bodyPr/>
        <a:lstStyle/>
        <a:p>
          <a:r>
            <a:rPr lang="en-US" sz="500" b="0" dirty="0">
              <a:solidFill>
                <a:schemeClr val="tx1"/>
              </a:solidFill>
            </a:rPr>
            <a:t>Less motivation and support from corporation</a:t>
          </a:r>
        </a:p>
      </dgm:t>
    </dgm:pt>
    <dgm:pt modelId="{EDDB9094-C016-4A19-81E2-2397AC9C23F4}" type="parTrans" cxnId="{1B42B3E6-C0BE-4986-8EF2-61313E93A8D5}">
      <dgm:prSet/>
      <dgm:spPr/>
      <dgm:t>
        <a:bodyPr/>
        <a:lstStyle/>
        <a:p>
          <a:endParaRPr lang="en-US" sz="1200"/>
        </a:p>
      </dgm:t>
    </dgm:pt>
    <dgm:pt modelId="{0B9DA761-6CEE-462A-BA60-1AD627DD5FC9}" type="sibTrans" cxnId="{1B42B3E6-C0BE-4986-8EF2-61313E93A8D5}">
      <dgm:prSet custT="1"/>
      <dgm:spPr/>
      <dgm:t>
        <a:bodyPr/>
        <a:lstStyle/>
        <a:p>
          <a:endParaRPr lang="en-US" sz="300"/>
        </a:p>
      </dgm:t>
    </dgm:pt>
    <dgm:pt modelId="{263B52C9-FDFF-47DF-9CB9-20D626ABFE49}">
      <dgm:prSet phldrT="[Texte]" custT="1"/>
      <dgm:spPr>
        <a:solidFill>
          <a:schemeClr val="bg1">
            <a:lumMod val="85000"/>
          </a:schemeClr>
        </a:solidFill>
        <a:ln>
          <a:noFill/>
        </a:ln>
      </dgm:spPr>
      <dgm:t>
        <a:bodyPr/>
        <a:lstStyle/>
        <a:p>
          <a:r>
            <a:rPr lang="en-US" sz="500" b="0" dirty="0">
              <a:solidFill>
                <a:schemeClr val="tx1"/>
              </a:solidFill>
            </a:rPr>
            <a:t>Less capacity for interesting content</a:t>
          </a:r>
        </a:p>
      </dgm:t>
    </dgm:pt>
    <dgm:pt modelId="{6ED0B508-6D3D-481B-9C1B-EDB03B43812C}" type="parTrans" cxnId="{BB825076-F455-4C92-81C3-4419A8842026}">
      <dgm:prSet/>
      <dgm:spPr/>
      <dgm:t>
        <a:bodyPr/>
        <a:lstStyle/>
        <a:p>
          <a:endParaRPr lang="en-US" sz="1200"/>
        </a:p>
      </dgm:t>
    </dgm:pt>
    <dgm:pt modelId="{70CD97F0-DBE2-4209-A0A0-B85F29D1C439}" type="sibTrans" cxnId="{BB825076-F455-4C92-81C3-4419A8842026}">
      <dgm:prSet custT="1"/>
      <dgm:spPr/>
      <dgm:t>
        <a:bodyPr/>
        <a:lstStyle/>
        <a:p>
          <a:endParaRPr lang="en-US" sz="300"/>
        </a:p>
      </dgm:t>
    </dgm:pt>
    <dgm:pt modelId="{606759FB-A33D-48E3-BD80-5FE6AF6D25EB}">
      <dgm:prSet phldrT="[Texte]" custT="1"/>
      <dgm:spPr>
        <a:solidFill>
          <a:schemeClr val="bg1">
            <a:lumMod val="85000"/>
          </a:schemeClr>
        </a:solidFill>
        <a:ln>
          <a:noFill/>
        </a:ln>
      </dgm:spPr>
      <dgm:t>
        <a:bodyPr/>
        <a:lstStyle/>
        <a:p>
          <a:r>
            <a:rPr lang="en-US" sz="500" b="0" dirty="0">
              <a:solidFill>
                <a:schemeClr val="tx1"/>
              </a:solidFill>
            </a:rPr>
            <a:t>Less global interest</a:t>
          </a:r>
        </a:p>
      </dgm:t>
    </dgm:pt>
    <dgm:pt modelId="{BC9A91DD-72C7-42A2-A109-4981D89F5B1F}" type="parTrans" cxnId="{39A3B4E8-90DD-41C9-B51D-D1179C106CA4}">
      <dgm:prSet/>
      <dgm:spPr/>
      <dgm:t>
        <a:bodyPr/>
        <a:lstStyle/>
        <a:p>
          <a:endParaRPr lang="en-US" sz="1200"/>
        </a:p>
      </dgm:t>
    </dgm:pt>
    <dgm:pt modelId="{342DD8B2-1190-4C54-A5BB-209C1845322D}" type="sibTrans" cxnId="{39A3B4E8-90DD-41C9-B51D-D1179C106CA4}">
      <dgm:prSet custT="1"/>
      <dgm:spPr/>
      <dgm:t>
        <a:bodyPr/>
        <a:lstStyle/>
        <a:p>
          <a:endParaRPr lang="en-US" sz="300"/>
        </a:p>
      </dgm:t>
    </dgm:pt>
    <dgm:pt modelId="{4539A25E-548D-4534-B235-CD7087977866}">
      <dgm:prSet phldrT="[Texte]" custT="1"/>
      <dgm:spPr>
        <a:solidFill>
          <a:schemeClr val="bg1">
            <a:lumMod val="85000"/>
          </a:schemeClr>
        </a:solidFill>
        <a:ln>
          <a:noFill/>
        </a:ln>
      </dgm:spPr>
      <dgm:t>
        <a:bodyPr/>
        <a:lstStyle/>
        <a:p>
          <a:r>
            <a:rPr lang="en-US" sz="500" b="0" dirty="0">
              <a:solidFill>
                <a:schemeClr val="tx1"/>
              </a:solidFill>
            </a:rPr>
            <a:t>Less opportunities to become relevant</a:t>
          </a:r>
        </a:p>
      </dgm:t>
    </dgm:pt>
    <dgm:pt modelId="{AC63DD23-1C89-437F-AFC5-A7A307C60D84}" type="parTrans" cxnId="{7259B2BB-A692-408B-B991-ED2F6C571A70}">
      <dgm:prSet/>
      <dgm:spPr/>
      <dgm:t>
        <a:bodyPr/>
        <a:lstStyle/>
        <a:p>
          <a:endParaRPr lang="en-US" sz="1200"/>
        </a:p>
      </dgm:t>
    </dgm:pt>
    <dgm:pt modelId="{E04A5FD7-DDC1-4F00-8764-BACF697F3FC1}" type="sibTrans" cxnId="{7259B2BB-A692-408B-B991-ED2F6C571A70}">
      <dgm:prSet custT="1"/>
      <dgm:spPr/>
      <dgm:t>
        <a:bodyPr/>
        <a:lstStyle/>
        <a:p>
          <a:endParaRPr lang="en-US" sz="300"/>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66EB8AC1-CCEF-4C00-A703-726C88586381}" type="pres">
      <dgm:prSet presAssocID="{4539A25E-548D-4534-B235-CD7087977866}" presName="node" presStyleLbl="node1" presStyleIdx="1" presStyleCnt="6">
        <dgm:presLayoutVars>
          <dgm:bulletEnabled val="1"/>
        </dgm:presLayoutVars>
      </dgm:prSet>
      <dgm:spPr/>
    </dgm:pt>
    <dgm:pt modelId="{728104AD-916F-4582-949F-E19F8BB05CA2}" type="pres">
      <dgm:prSet presAssocID="{E04A5FD7-DDC1-4F00-8764-BACF697F3FC1}" presName="sibTrans" presStyleLbl="sibTrans2D1" presStyleIdx="1" presStyleCnt="6"/>
      <dgm:spPr/>
    </dgm:pt>
    <dgm:pt modelId="{364B3789-F049-470D-909C-7705BC6FCEB3}" type="pres">
      <dgm:prSet presAssocID="{E04A5FD7-DDC1-4F00-8764-BACF697F3FC1}"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F1318C90-6580-418E-A05B-24ECDA514A79}" type="presOf" srcId="{E04A5FD7-DDC1-4F00-8764-BACF697F3FC1}" destId="{364B3789-F049-470D-909C-7705BC6FCEB3}" srcOrd="1"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AAE670B3-C631-4DEB-A216-F00505C9CAC7}" type="presOf" srcId="{4539A25E-548D-4534-B235-CD7087977866}" destId="{66EB8AC1-CCEF-4C00-A703-726C88586381}"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7259B2BB-A692-408B-B991-ED2F6C571A70}" srcId="{F8E97109-13EA-465B-937C-B0F244A818F3}" destId="{4539A25E-548D-4534-B235-CD7087977866}" srcOrd="1" destOrd="0" parTransId="{AC63DD23-1C89-437F-AFC5-A7A307C60D84}" sibTransId="{E04A5FD7-DDC1-4F00-8764-BACF697F3FC1}"/>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967F9EE-4AD2-49F9-940C-C2B1A8E73EC2}" type="presOf" srcId="{E04A5FD7-DDC1-4F00-8764-BACF697F3FC1}" destId="{728104AD-916F-4582-949F-E19F8BB05CA2}" srcOrd="0"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38C4F9DB-DD1A-4CBA-95B7-21BAA5E756DE}" type="presParOf" srcId="{4126167E-9776-4EEA-AC58-B29B58AACD5D}" destId="{66EB8AC1-CCEF-4C00-A703-726C88586381}" srcOrd="2" destOrd="0" presId="urn:microsoft.com/office/officeart/2005/8/layout/cycle2"/>
    <dgm:cxn modelId="{CF1E6501-883B-421C-B748-BCB57E76C227}" type="presParOf" srcId="{4126167E-9776-4EEA-AC58-B29B58AACD5D}" destId="{728104AD-916F-4582-949F-E19F8BB05CA2}" srcOrd="3" destOrd="0" presId="urn:microsoft.com/office/officeart/2005/8/layout/cycle2"/>
    <dgm:cxn modelId="{D1065989-90FB-441A-A633-6929880E41F4}" type="presParOf" srcId="{728104AD-916F-4582-949F-E19F8BB05CA2}" destId="{364B3789-F049-470D-909C-7705BC6FCEB3}"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21AC70B-DA6F-418A-AD73-2FCF6857F8CA}"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83FB57B4-2F5C-4DEA-8D2A-4EC5832233BC}">
      <dgm:prSet phldrT="[Texte]"/>
      <dgm:spPr/>
      <dgm:t>
        <a:bodyPr/>
        <a:lstStyle/>
        <a:p>
          <a:r>
            <a:rPr lang="en-US" b="1" dirty="0"/>
            <a:t>Example : </a:t>
          </a:r>
          <a:r>
            <a:rPr lang="en-US" dirty="0"/>
            <a:t>Business opportunity  sharing community</a:t>
          </a:r>
        </a:p>
      </dgm:t>
    </dgm:pt>
    <dgm:pt modelId="{51162959-3944-4FBF-A268-8C1665B2ECF9}" type="parTrans" cxnId="{DD7184E5-76AF-43F5-A899-F5F065059314}">
      <dgm:prSet/>
      <dgm:spPr/>
      <dgm:t>
        <a:bodyPr/>
        <a:lstStyle/>
        <a:p>
          <a:endParaRPr lang="en-US"/>
        </a:p>
      </dgm:t>
    </dgm:pt>
    <dgm:pt modelId="{6293082A-F93B-481D-921A-1C60D582DF15}" type="sibTrans" cxnId="{DD7184E5-76AF-43F5-A899-F5F065059314}">
      <dgm:prSet/>
      <dgm:spPr/>
      <dgm:t>
        <a:bodyPr/>
        <a:lstStyle/>
        <a:p>
          <a:endParaRPr lang="en-US"/>
        </a:p>
      </dgm:t>
    </dgm:pt>
    <dgm:pt modelId="{BADAC260-E2FE-4FB8-A54C-002672B7217A}">
      <dgm:prSet phldrT="[Texte]"/>
      <dgm:spPr/>
      <dgm:t>
        <a:bodyPr/>
        <a:lstStyle/>
        <a:p>
          <a:r>
            <a:rPr lang="en-US" b="1" dirty="0"/>
            <a:t>Example : </a:t>
          </a:r>
          <a:r>
            <a:rPr lang="en-US" dirty="0"/>
            <a:t>Cybersecurity Community</a:t>
          </a:r>
        </a:p>
      </dgm:t>
    </dgm:pt>
    <dgm:pt modelId="{A2924177-7196-4F9F-BF65-D8F708030763}" type="parTrans" cxnId="{D123F2D5-B5F8-4F94-A73D-741EB1056F8E}">
      <dgm:prSet/>
      <dgm:spPr/>
      <dgm:t>
        <a:bodyPr/>
        <a:lstStyle/>
        <a:p>
          <a:endParaRPr lang="en-US"/>
        </a:p>
      </dgm:t>
    </dgm:pt>
    <dgm:pt modelId="{E25B38D3-7EA4-42B8-B23C-46BB53D77C9B}" type="sibTrans" cxnId="{D123F2D5-B5F8-4F94-A73D-741EB1056F8E}">
      <dgm:prSet/>
      <dgm:spPr/>
      <dgm:t>
        <a:bodyPr/>
        <a:lstStyle/>
        <a:p>
          <a:endParaRPr lang="en-US"/>
        </a:p>
      </dgm:t>
    </dgm:pt>
    <dgm:pt modelId="{9FDF9540-E308-4374-9255-3531CFB4ADD4}">
      <dgm:prSet phldrT="[Texte]"/>
      <dgm:spPr/>
      <dgm:t>
        <a:bodyPr/>
        <a:lstStyle/>
        <a:p>
          <a:r>
            <a:rPr lang="en-US" b="1" dirty="0"/>
            <a:t>Example : </a:t>
          </a:r>
          <a:r>
            <a:rPr lang="en-US" dirty="0"/>
            <a:t>Company’s Football club </a:t>
          </a:r>
        </a:p>
      </dgm:t>
    </dgm:pt>
    <dgm:pt modelId="{889E7495-2496-4FC8-B562-4ED55920C75F}" type="parTrans" cxnId="{63C5B2EC-BC1E-4FFF-9EF0-BF0CF328111B}">
      <dgm:prSet/>
      <dgm:spPr/>
      <dgm:t>
        <a:bodyPr/>
        <a:lstStyle/>
        <a:p>
          <a:endParaRPr lang="en-US"/>
        </a:p>
      </dgm:t>
    </dgm:pt>
    <dgm:pt modelId="{840265DE-14AC-463F-98DF-9E684B6D28BD}" type="sibTrans" cxnId="{63C5B2EC-BC1E-4FFF-9EF0-BF0CF328111B}">
      <dgm:prSet/>
      <dgm:spPr/>
      <dgm:t>
        <a:bodyPr/>
        <a:lstStyle/>
        <a:p>
          <a:endParaRPr lang="en-US"/>
        </a:p>
      </dgm:t>
    </dgm:pt>
    <dgm:pt modelId="{1E8D59DE-2C8A-4C56-A672-613DE08AFA27}">
      <dgm:prSet phldrT="[Texte]"/>
      <dgm:spPr/>
      <dgm:t>
        <a:bodyPr/>
        <a:lstStyle/>
        <a:p>
          <a:r>
            <a:rPr lang="en-US" b="1" dirty="0"/>
            <a:t>Example : </a:t>
          </a:r>
          <a:r>
            <a:rPr lang="en-US" dirty="0"/>
            <a:t>Corporate Alumni</a:t>
          </a:r>
        </a:p>
      </dgm:t>
    </dgm:pt>
    <dgm:pt modelId="{E9A2DC3B-5BCE-4EBA-BE9B-B2C8961BA713}" type="parTrans" cxnId="{5EB77B0A-D495-4F26-B91D-7D51530BBF90}">
      <dgm:prSet/>
      <dgm:spPr/>
      <dgm:t>
        <a:bodyPr/>
        <a:lstStyle/>
        <a:p>
          <a:endParaRPr lang="en-US"/>
        </a:p>
      </dgm:t>
    </dgm:pt>
    <dgm:pt modelId="{E8F6C686-3755-4E59-9ADB-CC3A0E73EAC5}" type="sibTrans" cxnId="{5EB77B0A-D495-4F26-B91D-7D51530BBF90}">
      <dgm:prSet/>
      <dgm:spPr/>
      <dgm:t>
        <a:bodyPr/>
        <a:lstStyle/>
        <a:p>
          <a:endParaRPr lang="en-US"/>
        </a:p>
      </dgm:t>
    </dgm:pt>
    <dgm:pt modelId="{8DB48165-A908-4D3E-A6C0-4BB501B0BA8F}" type="pres">
      <dgm:prSet presAssocID="{621AC70B-DA6F-418A-AD73-2FCF6857F8CA}" presName="matrix" presStyleCnt="0">
        <dgm:presLayoutVars>
          <dgm:chMax val="1"/>
          <dgm:dir/>
          <dgm:resizeHandles val="exact"/>
        </dgm:presLayoutVars>
      </dgm:prSet>
      <dgm:spPr/>
    </dgm:pt>
    <dgm:pt modelId="{591C4A35-AB1B-4C89-9012-4D815899236A}" type="pres">
      <dgm:prSet presAssocID="{621AC70B-DA6F-418A-AD73-2FCF6857F8CA}" presName="axisShape" presStyleLbl="bgShp" presStyleIdx="0" presStyleCnt="1"/>
      <dgm:spPr/>
    </dgm:pt>
    <dgm:pt modelId="{F2C6944C-965A-4B4D-9C78-CD9F058004EE}" type="pres">
      <dgm:prSet presAssocID="{621AC70B-DA6F-418A-AD73-2FCF6857F8CA}" presName="rect1" presStyleLbl="node1" presStyleIdx="0" presStyleCnt="4">
        <dgm:presLayoutVars>
          <dgm:chMax val="0"/>
          <dgm:chPref val="0"/>
          <dgm:bulletEnabled val="1"/>
        </dgm:presLayoutVars>
      </dgm:prSet>
      <dgm:spPr/>
    </dgm:pt>
    <dgm:pt modelId="{80BE38E1-7F02-41C1-B9E4-D01CE55E2CAE}" type="pres">
      <dgm:prSet presAssocID="{621AC70B-DA6F-418A-AD73-2FCF6857F8CA}" presName="rect2" presStyleLbl="node1" presStyleIdx="1" presStyleCnt="4">
        <dgm:presLayoutVars>
          <dgm:chMax val="0"/>
          <dgm:chPref val="0"/>
          <dgm:bulletEnabled val="1"/>
        </dgm:presLayoutVars>
      </dgm:prSet>
      <dgm:spPr/>
    </dgm:pt>
    <dgm:pt modelId="{54C98DBC-967C-4B83-82B0-7594891B9DF1}" type="pres">
      <dgm:prSet presAssocID="{621AC70B-DA6F-418A-AD73-2FCF6857F8CA}" presName="rect3" presStyleLbl="node1" presStyleIdx="2" presStyleCnt="4">
        <dgm:presLayoutVars>
          <dgm:chMax val="0"/>
          <dgm:chPref val="0"/>
          <dgm:bulletEnabled val="1"/>
        </dgm:presLayoutVars>
      </dgm:prSet>
      <dgm:spPr/>
    </dgm:pt>
    <dgm:pt modelId="{4AD6F6A6-C812-4581-82B2-3966CF1D347B}" type="pres">
      <dgm:prSet presAssocID="{621AC70B-DA6F-418A-AD73-2FCF6857F8CA}" presName="rect4" presStyleLbl="node1" presStyleIdx="3" presStyleCnt="4">
        <dgm:presLayoutVars>
          <dgm:chMax val="0"/>
          <dgm:chPref val="0"/>
          <dgm:bulletEnabled val="1"/>
        </dgm:presLayoutVars>
      </dgm:prSet>
      <dgm:spPr/>
    </dgm:pt>
  </dgm:ptLst>
  <dgm:cxnLst>
    <dgm:cxn modelId="{02183403-B291-4B32-9D64-4BB079DAC32B}" type="presOf" srcId="{621AC70B-DA6F-418A-AD73-2FCF6857F8CA}" destId="{8DB48165-A908-4D3E-A6C0-4BB501B0BA8F}" srcOrd="0" destOrd="0" presId="urn:microsoft.com/office/officeart/2005/8/layout/matrix2"/>
    <dgm:cxn modelId="{3E2ADC09-6961-4840-BD94-579116095771}" type="presOf" srcId="{1E8D59DE-2C8A-4C56-A672-613DE08AFA27}" destId="{4AD6F6A6-C812-4581-82B2-3966CF1D347B}" srcOrd="0" destOrd="0" presId="urn:microsoft.com/office/officeart/2005/8/layout/matrix2"/>
    <dgm:cxn modelId="{5EB77B0A-D495-4F26-B91D-7D51530BBF90}" srcId="{621AC70B-DA6F-418A-AD73-2FCF6857F8CA}" destId="{1E8D59DE-2C8A-4C56-A672-613DE08AFA27}" srcOrd="3" destOrd="0" parTransId="{E9A2DC3B-5BCE-4EBA-BE9B-B2C8961BA713}" sibTransId="{E8F6C686-3755-4E59-9ADB-CC3A0E73EAC5}"/>
    <dgm:cxn modelId="{D132562D-1E3C-41C5-BD59-4D7C57F6AB40}" type="presOf" srcId="{83FB57B4-2F5C-4DEA-8D2A-4EC5832233BC}" destId="{F2C6944C-965A-4B4D-9C78-CD9F058004EE}" srcOrd="0" destOrd="0" presId="urn:microsoft.com/office/officeart/2005/8/layout/matrix2"/>
    <dgm:cxn modelId="{8FFF0A5D-E461-45B2-AD48-E680CBFE38B8}" type="presOf" srcId="{9FDF9540-E308-4374-9255-3531CFB4ADD4}" destId="{54C98DBC-967C-4B83-82B0-7594891B9DF1}" srcOrd="0" destOrd="0" presId="urn:microsoft.com/office/officeart/2005/8/layout/matrix2"/>
    <dgm:cxn modelId="{49858750-8122-4517-B8ED-ADA06C460BC3}" type="presOf" srcId="{BADAC260-E2FE-4FB8-A54C-002672B7217A}" destId="{80BE38E1-7F02-41C1-B9E4-D01CE55E2CAE}" srcOrd="0" destOrd="0" presId="urn:microsoft.com/office/officeart/2005/8/layout/matrix2"/>
    <dgm:cxn modelId="{D123F2D5-B5F8-4F94-A73D-741EB1056F8E}" srcId="{621AC70B-DA6F-418A-AD73-2FCF6857F8CA}" destId="{BADAC260-E2FE-4FB8-A54C-002672B7217A}" srcOrd="1" destOrd="0" parTransId="{A2924177-7196-4F9F-BF65-D8F708030763}" sibTransId="{E25B38D3-7EA4-42B8-B23C-46BB53D77C9B}"/>
    <dgm:cxn modelId="{DD7184E5-76AF-43F5-A899-F5F065059314}" srcId="{621AC70B-DA6F-418A-AD73-2FCF6857F8CA}" destId="{83FB57B4-2F5C-4DEA-8D2A-4EC5832233BC}" srcOrd="0" destOrd="0" parTransId="{51162959-3944-4FBF-A268-8C1665B2ECF9}" sibTransId="{6293082A-F93B-481D-921A-1C60D582DF15}"/>
    <dgm:cxn modelId="{63C5B2EC-BC1E-4FFF-9EF0-BF0CF328111B}" srcId="{621AC70B-DA6F-418A-AD73-2FCF6857F8CA}" destId="{9FDF9540-E308-4374-9255-3531CFB4ADD4}" srcOrd="2" destOrd="0" parTransId="{889E7495-2496-4FC8-B562-4ED55920C75F}" sibTransId="{840265DE-14AC-463F-98DF-9E684B6D28BD}"/>
    <dgm:cxn modelId="{2FB5A35F-0864-472F-8150-8DF9E52EA072}" type="presParOf" srcId="{8DB48165-A908-4D3E-A6C0-4BB501B0BA8F}" destId="{591C4A35-AB1B-4C89-9012-4D815899236A}" srcOrd="0" destOrd="0" presId="urn:microsoft.com/office/officeart/2005/8/layout/matrix2"/>
    <dgm:cxn modelId="{ED080F50-8CA5-4049-A00C-4E47EAF846BF}" type="presParOf" srcId="{8DB48165-A908-4D3E-A6C0-4BB501B0BA8F}" destId="{F2C6944C-965A-4B4D-9C78-CD9F058004EE}" srcOrd="1" destOrd="0" presId="urn:microsoft.com/office/officeart/2005/8/layout/matrix2"/>
    <dgm:cxn modelId="{CB346ABA-9521-40A2-9C8C-270735F92B8C}" type="presParOf" srcId="{8DB48165-A908-4D3E-A6C0-4BB501B0BA8F}" destId="{80BE38E1-7F02-41C1-B9E4-D01CE55E2CAE}" srcOrd="2" destOrd="0" presId="urn:microsoft.com/office/officeart/2005/8/layout/matrix2"/>
    <dgm:cxn modelId="{F6DF53A2-6155-4DEB-9736-EB1AD2944B6E}" type="presParOf" srcId="{8DB48165-A908-4D3E-A6C0-4BB501B0BA8F}" destId="{54C98DBC-967C-4B83-82B0-7594891B9DF1}" srcOrd="3" destOrd="0" presId="urn:microsoft.com/office/officeart/2005/8/layout/matrix2"/>
    <dgm:cxn modelId="{221EDC27-0BFC-4729-8304-72A1DDE2311F}" type="presParOf" srcId="{8DB48165-A908-4D3E-A6C0-4BB501B0BA8F}" destId="{4AD6F6A6-C812-4581-82B2-3966CF1D347B}"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1AC70B-DA6F-418A-AD73-2FCF6857F8CA}"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83FB57B4-2F5C-4DEA-8D2A-4EC5832233BC}">
      <dgm:prSet phldrT="[Texte]"/>
      <dgm:spPr/>
      <dgm:t>
        <a:bodyPr/>
        <a:lstStyle/>
        <a:p>
          <a:r>
            <a:rPr lang="en-US" b="1" dirty="0"/>
            <a:t>Direct Business value</a:t>
          </a:r>
          <a:r>
            <a:rPr lang="en-US" b="0" dirty="0"/>
            <a:t> mostly for members</a:t>
          </a:r>
          <a:endParaRPr lang="en-US" dirty="0"/>
        </a:p>
      </dgm:t>
    </dgm:pt>
    <dgm:pt modelId="{51162959-3944-4FBF-A268-8C1665B2ECF9}" type="parTrans" cxnId="{DD7184E5-76AF-43F5-A899-F5F065059314}">
      <dgm:prSet/>
      <dgm:spPr/>
      <dgm:t>
        <a:bodyPr/>
        <a:lstStyle/>
        <a:p>
          <a:endParaRPr lang="en-US"/>
        </a:p>
      </dgm:t>
    </dgm:pt>
    <dgm:pt modelId="{6293082A-F93B-481D-921A-1C60D582DF15}" type="sibTrans" cxnId="{DD7184E5-76AF-43F5-A899-F5F065059314}">
      <dgm:prSet/>
      <dgm:spPr/>
      <dgm:t>
        <a:bodyPr/>
        <a:lstStyle/>
        <a:p>
          <a:endParaRPr lang="en-US"/>
        </a:p>
      </dgm:t>
    </dgm:pt>
    <dgm:pt modelId="{BADAC260-E2FE-4FB8-A54C-002672B7217A}">
      <dgm:prSet phldrT="[Texte]"/>
      <dgm:spPr/>
      <dgm:t>
        <a:bodyPr/>
        <a:lstStyle/>
        <a:p>
          <a:r>
            <a:rPr lang="en-US" b="1" dirty="0"/>
            <a:t>Direct Business value </a:t>
          </a:r>
          <a:r>
            <a:rPr lang="en-US" dirty="0"/>
            <a:t>for members and nonmembers</a:t>
          </a:r>
        </a:p>
      </dgm:t>
    </dgm:pt>
    <dgm:pt modelId="{A2924177-7196-4F9F-BF65-D8F708030763}" type="parTrans" cxnId="{D123F2D5-B5F8-4F94-A73D-741EB1056F8E}">
      <dgm:prSet/>
      <dgm:spPr/>
      <dgm:t>
        <a:bodyPr/>
        <a:lstStyle/>
        <a:p>
          <a:endParaRPr lang="en-US"/>
        </a:p>
      </dgm:t>
    </dgm:pt>
    <dgm:pt modelId="{E25B38D3-7EA4-42B8-B23C-46BB53D77C9B}" type="sibTrans" cxnId="{D123F2D5-B5F8-4F94-A73D-741EB1056F8E}">
      <dgm:prSet/>
      <dgm:spPr/>
      <dgm:t>
        <a:bodyPr/>
        <a:lstStyle/>
        <a:p>
          <a:endParaRPr lang="en-US"/>
        </a:p>
      </dgm:t>
    </dgm:pt>
    <dgm:pt modelId="{9FDF9540-E308-4374-9255-3531CFB4ADD4}">
      <dgm:prSet phldrT="[Texte]"/>
      <dgm:spPr/>
      <dgm:t>
        <a:bodyPr/>
        <a:lstStyle/>
        <a:p>
          <a:r>
            <a:rPr lang="en-US" b="1" dirty="0"/>
            <a:t>Indirect Business value </a:t>
          </a:r>
          <a:r>
            <a:rPr lang="en-US" b="0" dirty="0"/>
            <a:t>mostly for members</a:t>
          </a:r>
        </a:p>
      </dgm:t>
    </dgm:pt>
    <dgm:pt modelId="{889E7495-2496-4FC8-B562-4ED55920C75F}" type="parTrans" cxnId="{63C5B2EC-BC1E-4FFF-9EF0-BF0CF328111B}">
      <dgm:prSet/>
      <dgm:spPr/>
      <dgm:t>
        <a:bodyPr/>
        <a:lstStyle/>
        <a:p>
          <a:endParaRPr lang="en-US"/>
        </a:p>
      </dgm:t>
    </dgm:pt>
    <dgm:pt modelId="{840265DE-14AC-463F-98DF-9E684B6D28BD}" type="sibTrans" cxnId="{63C5B2EC-BC1E-4FFF-9EF0-BF0CF328111B}">
      <dgm:prSet/>
      <dgm:spPr/>
      <dgm:t>
        <a:bodyPr/>
        <a:lstStyle/>
        <a:p>
          <a:endParaRPr lang="en-US"/>
        </a:p>
      </dgm:t>
    </dgm:pt>
    <dgm:pt modelId="{1E8D59DE-2C8A-4C56-A672-613DE08AFA27}">
      <dgm:prSet phldrT="[Texte]"/>
      <dgm:spPr/>
      <dgm:t>
        <a:bodyPr/>
        <a:lstStyle/>
        <a:p>
          <a:r>
            <a:rPr lang="en-US" b="1" dirty="0"/>
            <a:t>Indirect Business value </a:t>
          </a:r>
          <a:r>
            <a:rPr lang="en-US" dirty="0"/>
            <a:t>for members and nonmembers</a:t>
          </a:r>
        </a:p>
      </dgm:t>
    </dgm:pt>
    <dgm:pt modelId="{E9A2DC3B-5BCE-4EBA-BE9B-B2C8961BA713}" type="parTrans" cxnId="{5EB77B0A-D495-4F26-B91D-7D51530BBF90}">
      <dgm:prSet/>
      <dgm:spPr/>
      <dgm:t>
        <a:bodyPr/>
        <a:lstStyle/>
        <a:p>
          <a:endParaRPr lang="en-US"/>
        </a:p>
      </dgm:t>
    </dgm:pt>
    <dgm:pt modelId="{E8F6C686-3755-4E59-9ADB-CC3A0E73EAC5}" type="sibTrans" cxnId="{5EB77B0A-D495-4F26-B91D-7D51530BBF90}">
      <dgm:prSet/>
      <dgm:spPr/>
      <dgm:t>
        <a:bodyPr/>
        <a:lstStyle/>
        <a:p>
          <a:endParaRPr lang="en-US"/>
        </a:p>
      </dgm:t>
    </dgm:pt>
    <dgm:pt modelId="{8DB48165-A908-4D3E-A6C0-4BB501B0BA8F}" type="pres">
      <dgm:prSet presAssocID="{621AC70B-DA6F-418A-AD73-2FCF6857F8CA}" presName="matrix" presStyleCnt="0">
        <dgm:presLayoutVars>
          <dgm:chMax val="1"/>
          <dgm:dir/>
          <dgm:resizeHandles val="exact"/>
        </dgm:presLayoutVars>
      </dgm:prSet>
      <dgm:spPr/>
    </dgm:pt>
    <dgm:pt modelId="{591C4A35-AB1B-4C89-9012-4D815899236A}" type="pres">
      <dgm:prSet presAssocID="{621AC70B-DA6F-418A-AD73-2FCF6857F8CA}" presName="axisShape" presStyleLbl="bgShp" presStyleIdx="0" presStyleCnt="1"/>
      <dgm:spPr/>
    </dgm:pt>
    <dgm:pt modelId="{F2C6944C-965A-4B4D-9C78-CD9F058004EE}" type="pres">
      <dgm:prSet presAssocID="{621AC70B-DA6F-418A-AD73-2FCF6857F8CA}" presName="rect1" presStyleLbl="node1" presStyleIdx="0" presStyleCnt="4">
        <dgm:presLayoutVars>
          <dgm:chMax val="0"/>
          <dgm:chPref val="0"/>
          <dgm:bulletEnabled val="1"/>
        </dgm:presLayoutVars>
      </dgm:prSet>
      <dgm:spPr/>
    </dgm:pt>
    <dgm:pt modelId="{80BE38E1-7F02-41C1-B9E4-D01CE55E2CAE}" type="pres">
      <dgm:prSet presAssocID="{621AC70B-DA6F-418A-AD73-2FCF6857F8CA}" presName="rect2" presStyleLbl="node1" presStyleIdx="1" presStyleCnt="4">
        <dgm:presLayoutVars>
          <dgm:chMax val="0"/>
          <dgm:chPref val="0"/>
          <dgm:bulletEnabled val="1"/>
        </dgm:presLayoutVars>
      </dgm:prSet>
      <dgm:spPr/>
    </dgm:pt>
    <dgm:pt modelId="{54C98DBC-967C-4B83-82B0-7594891B9DF1}" type="pres">
      <dgm:prSet presAssocID="{621AC70B-DA6F-418A-AD73-2FCF6857F8CA}" presName="rect3" presStyleLbl="node1" presStyleIdx="2" presStyleCnt="4">
        <dgm:presLayoutVars>
          <dgm:chMax val="0"/>
          <dgm:chPref val="0"/>
          <dgm:bulletEnabled val="1"/>
        </dgm:presLayoutVars>
      </dgm:prSet>
      <dgm:spPr/>
    </dgm:pt>
    <dgm:pt modelId="{4AD6F6A6-C812-4581-82B2-3966CF1D347B}" type="pres">
      <dgm:prSet presAssocID="{621AC70B-DA6F-418A-AD73-2FCF6857F8CA}" presName="rect4" presStyleLbl="node1" presStyleIdx="3" presStyleCnt="4">
        <dgm:presLayoutVars>
          <dgm:chMax val="0"/>
          <dgm:chPref val="0"/>
          <dgm:bulletEnabled val="1"/>
        </dgm:presLayoutVars>
      </dgm:prSet>
      <dgm:spPr/>
    </dgm:pt>
  </dgm:ptLst>
  <dgm:cxnLst>
    <dgm:cxn modelId="{02183403-B291-4B32-9D64-4BB079DAC32B}" type="presOf" srcId="{621AC70B-DA6F-418A-AD73-2FCF6857F8CA}" destId="{8DB48165-A908-4D3E-A6C0-4BB501B0BA8F}" srcOrd="0" destOrd="0" presId="urn:microsoft.com/office/officeart/2005/8/layout/matrix2"/>
    <dgm:cxn modelId="{3E2ADC09-6961-4840-BD94-579116095771}" type="presOf" srcId="{1E8D59DE-2C8A-4C56-A672-613DE08AFA27}" destId="{4AD6F6A6-C812-4581-82B2-3966CF1D347B}" srcOrd="0" destOrd="0" presId="urn:microsoft.com/office/officeart/2005/8/layout/matrix2"/>
    <dgm:cxn modelId="{5EB77B0A-D495-4F26-B91D-7D51530BBF90}" srcId="{621AC70B-DA6F-418A-AD73-2FCF6857F8CA}" destId="{1E8D59DE-2C8A-4C56-A672-613DE08AFA27}" srcOrd="3" destOrd="0" parTransId="{E9A2DC3B-5BCE-4EBA-BE9B-B2C8961BA713}" sibTransId="{E8F6C686-3755-4E59-9ADB-CC3A0E73EAC5}"/>
    <dgm:cxn modelId="{D132562D-1E3C-41C5-BD59-4D7C57F6AB40}" type="presOf" srcId="{83FB57B4-2F5C-4DEA-8D2A-4EC5832233BC}" destId="{F2C6944C-965A-4B4D-9C78-CD9F058004EE}" srcOrd="0" destOrd="0" presId="urn:microsoft.com/office/officeart/2005/8/layout/matrix2"/>
    <dgm:cxn modelId="{8FFF0A5D-E461-45B2-AD48-E680CBFE38B8}" type="presOf" srcId="{9FDF9540-E308-4374-9255-3531CFB4ADD4}" destId="{54C98DBC-967C-4B83-82B0-7594891B9DF1}" srcOrd="0" destOrd="0" presId="urn:microsoft.com/office/officeart/2005/8/layout/matrix2"/>
    <dgm:cxn modelId="{49858750-8122-4517-B8ED-ADA06C460BC3}" type="presOf" srcId="{BADAC260-E2FE-4FB8-A54C-002672B7217A}" destId="{80BE38E1-7F02-41C1-B9E4-D01CE55E2CAE}" srcOrd="0" destOrd="0" presId="urn:microsoft.com/office/officeart/2005/8/layout/matrix2"/>
    <dgm:cxn modelId="{D123F2D5-B5F8-4F94-A73D-741EB1056F8E}" srcId="{621AC70B-DA6F-418A-AD73-2FCF6857F8CA}" destId="{BADAC260-E2FE-4FB8-A54C-002672B7217A}" srcOrd="1" destOrd="0" parTransId="{A2924177-7196-4F9F-BF65-D8F708030763}" sibTransId="{E25B38D3-7EA4-42B8-B23C-46BB53D77C9B}"/>
    <dgm:cxn modelId="{DD7184E5-76AF-43F5-A899-F5F065059314}" srcId="{621AC70B-DA6F-418A-AD73-2FCF6857F8CA}" destId="{83FB57B4-2F5C-4DEA-8D2A-4EC5832233BC}" srcOrd="0" destOrd="0" parTransId="{51162959-3944-4FBF-A268-8C1665B2ECF9}" sibTransId="{6293082A-F93B-481D-921A-1C60D582DF15}"/>
    <dgm:cxn modelId="{63C5B2EC-BC1E-4FFF-9EF0-BF0CF328111B}" srcId="{621AC70B-DA6F-418A-AD73-2FCF6857F8CA}" destId="{9FDF9540-E308-4374-9255-3531CFB4ADD4}" srcOrd="2" destOrd="0" parTransId="{889E7495-2496-4FC8-B562-4ED55920C75F}" sibTransId="{840265DE-14AC-463F-98DF-9E684B6D28BD}"/>
    <dgm:cxn modelId="{2FB5A35F-0864-472F-8150-8DF9E52EA072}" type="presParOf" srcId="{8DB48165-A908-4D3E-A6C0-4BB501B0BA8F}" destId="{591C4A35-AB1B-4C89-9012-4D815899236A}" srcOrd="0" destOrd="0" presId="urn:microsoft.com/office/officeart/2005/8/layout/matrix2"/>
    <dgm:cxn modelId="{ED080F50-8CA5-4049-A00C-4E47EAF846BF}" type="presParOf" srcId="{8DB48165-A908-4D3E-A6C0-4BB501B0BA8F}" destId="{F2C6944C-965A-4B4D-9C78-CD9F058004EE}" srcOrd="1" destOrd="0" presId="urn:microsoft.com/office/officeart/2005/8/layout/matrix2"/>
    <dgm:cxn modelId="{CB346ABA-9521-40A2-9C8C-270735F92B8C}" type="presParOf" srcId="{8DB48165-A908-4D3E-A6C0-4BB501B0BA8F}" destId="{80BE38E1-7F02-41C1-B9E4-D01CE55E2CAE}" srcOrd="2" destOrd="0" presId="urn:microsoft.com/office/officeart/2005/8/layout/matrix2"/>
    <dgm:cxn modelId="{F6DF53A2-6155-4DEB-9736-EB1AD2944B6E}" type="presParOf" srcId="{8DB48165-A908-4D3E-A6C0-4BB501B0BA8F}" destId="{54C98DBC-967C-4B83-82B0-7594891B9DF1}" srcOrd="3" destOrd="0" presId="urn:microsoft.com/office/officeart/2005/8/layout/matrix2"/>
    <dgm:cxn modelId="{221EDC27-0BFC-4729-8304-72A1DDE2311F}" type="presParOf" srcId="{8DB48165-A908-4D3E-A6C0-4BB501B0BA8F}" destId="{4AD6F6A6-C812-4581-82B2-3966CF1D347B}" srcOrd="4" destOrd="0" presId="urn:microsoft.com/office/officeart/2005/8/layout/matrix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AEF9B37-C2FA-479A-B442-6A2F012ACB5E}" type="doc">
      <dgm:prSet loTypeId="urn:microsoft.com/office/officeart/2005/8/layout/venn1" loCatId="relationship" qsTypeId="urn:microsoft.com/office/officeart/2005/8/quickstyle/simple1" qsCatId="simple" csTypeId="urn:microsoft.com/office/officeart/2005/8/colors/accent1_2" csCatId="accent1" phldr="1"/>
      <dgm:spPr/>
    </dgm:pt>
    <dgm:pt modelId="{7F7949AB-2F5E-43D8-BB94-1F3C41960C5D}">
      <dgm:prSet phldrT="[Texte]"/>
      <dgm:spPr>
        <a:solidFill>
          <a:srgbClr val="EC7B2B">
            <a:alpha val="50000"/>
          </a:srgbClr>
        </a:solidFill>
      </dgm:spPr>
      <dgm:t>
        <a:bodyPr/>
        <a:lstStyle/>
        <a:p>
          <a:r>
            <a:rPr lang="en-US" dirty="0"/>
            <a:t>Community A</a:t>
          </a:r>
        </a:p>
      </dgm:t>
    </dgm:pt>
    <dgm:pt modelId="{898C6BB1-8406-4409-AAA1-565D1493812B}" type="parTrans" cxnId="{FC5B4A90-6E99-4E69-A1D5-1A1F2E1B1CE8}">
      <dgm:prSet/>
      <dgm:spPr/>
      <dgm:t>
        <a:bodyPr/>
        <a:lstStyle/>
        <a:p>
          <a:endParaRPr lang="en-US"/>
        </a:p>
      </dgm:t>
    </dgm:pt>
    <dgm:pt modelId="{0A7502C8-ED57-4A40-9DB2-E3F45807F37E}" type="sibTrans" cxnId="{FC5B4A90-6E99-4E69-A1D5-1A1F2E1B1CE8}">
      <dgm:prSet/>
      <dgm:spPr/>
      <dgm:t>
        <a:bodyPr/>
        <a:lstStyle/>
        <a:p>
          <a:endParaRPr lang="en-US"/>
        </a:p>
      </dgm:t>
    </dgm:pt>
    <dgm:pt modelId="{8E7C3095-5486-4C26-804D-DEE06CCCF27D}">
      <dgm:prSet phldrT="[Texte]"/>
      <dgm:spPr/>
      <dgm:t>
        <a:bodyPr/>
        <a:lstStyle/>
        <a:p>
          <a:r>
            <a:rPr lang="en-US" dirty="0"/>
            <a:t>Community B</a:t>
          </a:r>
        </a:p>
      </dgm:t>
    </dgm:pt>
    <dgm:pt modelId="{280A553E-C3F6-410F-A68D-2F86B30E3AC3}" type="parTrans" cxnId="{71DAA70E-5D38-40A7-B45A-4E23299070BE}">
      <dgm:prSet/>
      <dgm:spPr/>
      <dgm:t>
        <a:bodyPr/>
        <a:lstStyle/>
        <a:p>
          <a:endParaRPr lang="en-US"/>
        </a:p>
      </dgm:t>
    </dgm:pt>
    <dgm:pt modelId="{B921F38F-DF1A-4EB6-A277-983549C3B85D}" type="sibTrans" cxnId="{71DAA70E-5D38-40A7-B45A-4E23299070BE}">
      <dgm:prSet/>
      <dgm:spPr/>
      <dgm:t>
        <a:bodyPr/>
        <a:lstStyle/>
        <a:p>
          <a:endParaRPr lang="en-US"/>
        </a:p>
      </dgm:t>
    </dgm:pt>
    <dgm:pt modelId="{255050DE-336F-49DB-890A-38CCD4B563FE}" type="pres">
      <dgm:prSet presAssocID="{FAEF9B37-C2FA-479A-B442-6A2F012ACB5E}" presName="compositeShape" presStyleCnt="0">
        <dgm:presLayoutVars>
          <dgm:chMax val="7"/>
          <dgm:dir/>
          <dgm:resizeHandles val="exact"/>
        </dgm:presLayoutVars>
      </dgm:prSet>
      <dgm:spPr/>
    </dgm:pt>
    <dgm:pt modelId="{A8AA3E52-F105-4DEF-93EE-5CF362D8832C}" type="pres">
      <dgm:prSet presAssocID="{7F7949AB-2F5E-43D8-BB94-1F3C41960C5D}" presName="circ1" presStyleLbl="vennNode1" presStyleIdx="0" presStyleCnt="2" custLinFactNeighborX="-2535" custLinFactNeighborY="0"/>
      <dgm:spPr/>
    </dgm:pt>
    <dgm:pt modelId="{3CEAF3B5-D34E-4D44-89E1-DCB066EC384E}" type="pres">
      <dgm:prSet presAssocID="{7F7949AB-2F5E-43D8-BB94-1F3C41960C5D}" presName="circ1Tx" presStyleLbl="revTx" presStyleIdx="0" presStyleCnt="0">
        <dgm:presLayoutVars>
          <dgm:chMax val="0"/>
          <dgm:chPref val="0"/>
          <dgm:bulletEnabled val="1"/>
        </dgm:presLayoutVars>
      </dgm:prSet>
      <dgm:spPr/>
    </dgm:pt>
    <dgm:pt modelId="{4ADD6E9E-1418-47E4-BF3C-CC6F38261B07}" type="pres">
      <dgm:prSet presAssocID="{8E7C3095-5486-4C26-804D-DEE06CCCF27D}" presName="circ2" presStyleLbl="vennNode1" presStyleIdx="1" presStyleCnt="2"/>
      <dgm:spPr/>
    </dgm:pt>
    <dgm:pt modelId="{313338B8-F045-4C10-9864-745578F506A3}" type="pres">
      <dgm:prSet presAssocID="{8E7C3095-5486-4C26-804D-DEE06CCCF27D}" presName="circ2Tx" presStyleLbl="revTx" presStyleIdx="0" presStyleCnt="0">
        <dgm:presLayoutVars>
          <dgm:chMax val="0"/>
          <dgm:chPref val="0"/>
          <dgm:bulletEnabled val="1"/>
        </dgm:presLayoutVars>
      </dgm:prSet>
      <dgm:spPr/>
    </dgm:pt>
  </dgm:ptLst>
  <dgm:cxnLst>
    <dgm:cxn modelId="{AC577907-EC2E-4E12-8608-0D93CC490E3E}" type="presOf" srcId="{7F7949AB-2F5E-43D8-BB94-1F3C41960C5D}" destId="{A8AA3E52-F105-4DEF-93EE-5CF362D8832C}" srcOrd="0" destOrd="0" presId="urn:microsoft.com/office/officeart/2005/8/layout/venn1"/>
    <dgm:cxn modelId="{71DAA70E-5D38-40A7-B45A-4E23299070BE}" srcId="{FAEF9B37-C2FA-479A-B442-6A2F012ACB5E}" destId="{8E7C3095-5486-4C26-804D-DEE06CCCF27D}" srcOrd="1" destOrd="0" parTransId="{280A553E-C3F6-410F-A68D-2F86B30E3AC3}" sibTransId="{B921F38F-DF1A-4EB6-A277-983549C3B85D}"/>
    <dgm:cxn modelId="{1BC2005D-FC68-421C-9D34-302485AFE9A1}" type="presOf" srcId="{FAEF9B37-C2FA-479A-B442-6A2F012ACB5E}" destId="{255050DE-336F-49DB-890A-38CCD4B563FE}" srcOrd="0" destOrd="0" presId="urn:microsoft.com/office/officeart/2005/8/layout/venn1"/>
    <dgm:cxn modelId="{88FB5377-B651-4ED7-A3CD-527920458D2C}" type="presOf" srcId="{7F7949AB-2F5E-43D8-BB94-1F3C41960C5D}" destId="{3CEAF3B5-D34E-4D44-89E1-DCB066EC384E}" srcOrd="1" destOrd="0" presId="urn:microsoft.com/office/officeart/2005/8/layout/venn1"/>
    <dgm:cxn modelId="{C5E38A7F-247F-4B6E-9EFE-113A47679DC8}" type="presOf" srcId="{8E7C3095-5486-4C26-804D-DEE06CCCF27D}" destId="{313338B8-F045-4C10-9864-745578F506A3}" srcOrd="1" destOrd="0" presId="urn:microsoft.com/office/officeart/2005/8/layout/venn1"/>
    <dgm:cxn modelId="{FC5B4A90-6E99-4E69-A1D5-1A1F2E1B1CE8}" srcId="{FAEF9B37-C2FA-479A-B442-6A2F012ACB5E}" destId="{7F7949AB-2F5E-43D8-BB94-1F3C41960C5D}" srcOrd="0" destOrd="0" parTransId="{898C6BB1-8406-4409-AAA1-565D1493812B}" sibTransId="{0A7502C8-ED57-4A40-9DB2-E3F45807F37E}"/>
    <dgm:cxn modelId="{CC62E4FB-707A-4312-A213-CB105DA5C81C}" type="presOf" srcId="{8E7C3095-5486-4C26-804D-DEE06CCCF27D}" destId="{4ADD6E9E-1418-47E4-BF3C-CC6F38261B07}" srcOrd="0" destOrd="0" presId="urn:microsoft.com/office/officeart/2005/8/layout/venn1"/>
    <dgm:cxn modelId="{D81960B2-5A1F-4234-B3AF-06ACF7D91800}" type="presParOf" srcId="{255050DE-336F-49DB-890A-38CCD4B563FE}" destId="{A8AA3E52-F105-4DEF-93EE-5CF362D8832C}" srcOrd="0" destOrd="0" presId="urn:microsoft.com/office/officeart/2005/8/layout/venn1"/>
    <dgm:cxn modelId="{891C48AB-759F-4618-B6BF-CD89EEB640E3}" type="presParOf" srcId="{255050DE-336F-49DB-890A-38CCD4B563FE}" destId="{3CEAF3B5-D34E-4D44-89E1-DCB066EC384E}" srcOrd="1" destOrd="0" presId="urn:microsoft.com/office/officeart/2005/8/layout/venn1"/>
    <dgm:cxn modelId="{42021308-5C7F-46D3-91F7-284246EAA1AB}" type="presParOf" srcId="{255050DE-336F-49DB-890A-38CCD4B563FE}" destId="{4ADD6E9E-1418-47E4-BF3C-CC6F38261B07}" srcOrd="2" destOrd="0" presId="urn:microsoft.com/office/officeart/2005/8/layout/venn1"/>
    <dgm:cxn modelId="{7E25ABB4-3E23-4E35-9609-F030F7D61248}" type="presParOf" srcId="{255050DE-336F-49DB-890A-38CCD4B563FE}" destId="{313338B8-F045-4C10-9864-745578F506A3}"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00D229A-19A0-433C-A6C6-72B1E95EA3A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FC74915A-8638-408F-AF12-34C5BD84E326}">
      <dgm:prSet phldrT="[Texte]"/>
      <dgm:spPr>
        <a:solidFill>
          <a:schemeClr val="tx1"/>
        </a:solidFill>
      </dgm:spPr>
      <dgm:t>
        <a:bodyPr/>
        <a:lstStyle/>
        <a:p>
          <a:r>
            <a:rPr lang="en-US" dirty="0"/>
            <a:t>Compete</a:t>
          </a:r>
        </a:p>
      </dgm:t>
    </dgm:pt>
    <dgm:pt modelId="{4D30B0F8-992E-4213-BCF8-71A32C146541}" type="parTrans" cxnId="{1862B903-8844-4263-8004-B8EE735C6A66}">
      <dgm:prSet/>
      <dgm:spPr/>
      <dgm:t>
        <a:bodyPr/>
        <a:lstStyle/>
        <a:p>
          <a:endParaRPr lang="en-US"/>
        </a:p>
      </dgm:t>
    </dgm:pt>
    <dgm:pt modelId="{E0CD23B3-0E1C-48A8-A4E5-19CA824E17DA}" type="sibTrans" cxnId="{1862B903-8844-4263-8004-B8EE735C6A66}">
      <dgm:prSet/>
      <dgm:spPr/>
      <dgm:t>
        <a:bodyPr/>
        <a:lstStyle/>
        <a:p>
          <a:endParaRPr lang="en-US"/>
        </a:p>
      </dgm:t>
    </dgm:pt>
    <dgm:pt modelId="{8493C182-2520-438D-BE72-764BCA5FF4AE}">
      <dgm:prSet phldrT="[Texte]"/>
      <dgm:spPr>
        <a:solidFill>
          <a:schemeClr val="tx1"/>
        </a:solidFill>
      </dgm:spPr>
      <dgm:t>
        <a:bodyPr/>
        <a:lstStyle/>
        <a:p>
          <a:r>
            <a:rPr lang="en-US" dirty="0"/>
            <a:t>The best way wins or dominates</a:t>
          </a:r>
        </a:p>
      </dgm:t>
    </dgm:pt>
    <dgm:pt modelId="{1FB112A8-5112-493E-828F-B800085E17EE}" type="parTrans" cxnId="{1ADFB680-1104-464F-A07E-95F1D2C360BA}">
      <dgm:prSet/>
      <dgm:spPr/>
      <dgm:t>
        <a:bodyPr/>
        <a:lstStyle/>
        <a:p>
          <a:endParaRPr lang="en-US"/>
        </a:p>
      </dgm:t>
    </dgm:pt>
    <dgm:pt modelId="{44B26CDE-3A9B-4222-9A8A-30385CB4EC57}" type="sibTrans" cxnId="{1ADFB680-1104-464F-A07E-95F1D2C360BA}">
      <dgm:prSet/>
      <dgm:spPr/>
      <dgm:t>
        <a:bodyPr/>
        <a:lstStyle/>
        <a:p>
          <a:endParaRPr lang="en-US"/>
        </a:p>
      </dgm:t>
    </dgm:pt>
    <dgm:pt modelId="{2A7931A8-D178-4453-9E69-0ED76931D554}">
      <dgm:prSet phldrT="[Texte]"/>
      <dgm:spPr/>
      <dgm:t>
        <a:bodyPr/>
        <a:lstStyle/>
        <a:p>
          <a:r>
            <a:rPr lang="en-US" dirty="0"/>
            <a:t>Integrate</a:t>
          </a:r>
        </a:p>
      </dgm:t>
    </dgm:pt>
    <dgm:pt modelId="{B833E9EF-C990-4654-A909-7131C3EEA37F}" type="parTrans" cxnId="{9A0867FE-8576-44D3-84AC-D0116EDAF954}">
      <dgm:prSet/>
      <dgm:spPr/>
      <dgm:t>
        <a:bodyPr/>
        <a:lstStyle/>
        <a:p>
          <a:endParaRPr lang="en-US"/>
        </a:p>
      </dgm:t>
    </dgm:pt>
    <dgm:pt modelId="{669408E8-A2E0-4682-A0D0-6D8D3F84BA3D}" type="sibTrans" cxnId="{9A0867FE-8576-44D3-84AC-D0116EDAF954}">
      <dgm:prSet/>
      <dgm:spPr/>
      <dgm:t>
        <a:bodyPr/>
        <a:lstStyle/>
        <a:p>
          <a:endParaRPr lang="en-US"/>
        </a:p>
      </dgm:t>
    </dgm:pt>
    <dgm:pt modelId="{92339BD1-AB1B-49C1-8C74-0C1FECA4B413}">
      <dgm:prSet phldrT="[Texte]"/>
      <dgm:spPr/>
      <dgm:t>
        <a:bodyPr/>
        <a:lstStyle/>
        <a:p>
          <a:r>
            <a:rPr lang="en-US" dirty="0"/>
            <a:t>Synergy</a:t>
          </a:r>
        </a:p>
      </dgm:t>
    </dgm:pt>
    <dgm:pt modelId="{B68476FA-7658-469C-9F7B-D39B0EFA4847}" type="parTrans" cxnId="{BF75B9EB-5631-4C68-8F86-4C93D3EFB13B}">
      <dgm:prSet/>
      <dgm:spPr/>
      <dgm:t>
        <a:bodyPr/>
        <a:lstStyle/>
        <a:p>
          <a:endParaRPr lang="en-US"/>
        </a:p>
      </dgm:t>
    </dgm:pt>
    <dgm:pt modelId="{5B755510-9C2D-462D-9DC3-BAAF744C5771}" type="sibTrans" cxnId="{BF75B9EB-5631-4C68-8F86-4C93D3EFB13B}">
      <dgm:prSet/>
      <dgm:spPr/>
      <dgm:t>
        <a:bodyPr/>
        <a:lstStyle/>
        <a:p>
          <a:endParaRPr lang="en-US"/>
        </a:p>
      </dgm:t>
    </dgm:pt>
    <dgm:pt modelId="{DCF9BA05-DC0F-4D0A-A6AB-E299A13C7337}">
      <dgm:prSet phldrT="[Texte]"/>
      <dgm:spPr>
        <a:solidFill>
          <a:srgbClr val="EC7B2B"/>
        </a:solidFill>
      </dgm:spPr>
      <dgm:t>
        <a:bodyPr/>
        <a:lstStyle/>
        <a:p>
          <a:r>
            <a:rPr lang="en-US" dirty="0">
              <a:solidFill>
                <a:schemeClr val="tx1"/>
              </a:solidFill>
            </a:rPr>
            <a:t>Differentiate</a:t>
          </a:r>
        </a:p>
      </dgm:t>
    </dgm:pt>
    <dgm:pt modelId="{680E9281-1BAA-47BA-8188-0A479C1F719F}" type="parTrans" cxnId="{EF3D553E-CFF7-48FB-946A-517FD4D25920}">
      <dgm:prSet/>
      <dgm:spPr/>
      <dgm:t>
        <a:bodyPr/>
        <a:lstStyle/>
        <a:p>
          <a:endParaRPr lang="en-US"/>
        </a:p>
      </dgm:t>
    </dgm:pt>
    <dgm:pt modelId="{A28A60F1-557D-4854-949F-49C8D6BEBE29}" type="sibTrans" cxnId="{EF3D553E-CFF7-48FB-946A-517FD4D25920}">
      <dgm:prSet/>
      <dgm:spPr/>
      <dgm:t>
        <a:bodyPr/>
        <a:lstStyle/>
        <a:p>
          <a:endParaRPr lang="en-US"/>
        </a:p>
      </dgm:t>
    </dgm:pt>
    <dgm:pt modelId="{1791073C-7326-4754-9166-F64EF026F387}">
      <dgm:prSet phldrT="[Texte]"/>
      <dgm:spPr>
        <a:solidFill>
          <a:srgbClr val="EC7B2B"/>
        </a:solidFill>
      </dgm:spPr>
      <dgm:t>
        <a:bodyPr/>
        <a:lstStyle/>
        <a:p>
          <a:r>
            <a:rPr lang="en-US" dirty="0">
              <a:solidFill>
                <a:schemeClr val="tx1"/>
              </a:solidFill>
            </a:rPr>
            <a:t>A &amp; B end up providing different values to different segments</a:t>
          </a:r>
        </a:p>
      </dgm:t>
    </dgm:pt>
    <dgm:pt modelId="{D0DC83D4-F37F-49B7-B7E8-3C460A80E041}" type="parTrans" cxnId="{FA14E994-B64E-4847-B100-6803B1508512}">
      <dgm:prSet/>
      <dgm:spPr/>
      <dgm:t>
        <a:bodyPr/>
        <a:lstStyle/>
        <a:p>
          <a:endParaRPr lang="en-US"/>
        </a:p>
      </dgm:t>
    </dgm:pt>
    <dgm:pt modelId="{2896815A-3E77-47EB-81E9-C0E691348858}" type="sibTrans" cxnId="{FA14E994-B64E-4847-B100-6803B1508512}">
      <dgm:prSet/>
      <dgm:spPr/>
      <dgm:t>
        <a:bodyPr/>
        <a:lstStyle/>
        <a:p>
          <a:endParaRPr lang="en-US"/>
        </a:p>
      </dgm:t>
    </dgm:pt>
    <dgm:pt modelId="{465DAE4E-9FBE-4CDB-B2C0-7C5A6B5927FC}">
      <dgm:prSet phldrT="[Texte]"/>
      <dgm:spPr>
        <a:solidFill>
          <a:srgbClr val="EC7B2B"/>
        </a:solidFill>
      </dgm:spPr>
      <dgm:t>
        <a:bodyPr/>
        <a:lstStyle/>
        <a:p>
          <a:r>
            <a:rPr lang="en-US" dirty="0">
              <a:solidFill>
                <a:schemeClr val="tx1"/>
              </a:solidFill>
            </a:rPr>
            <a:t>Market specialization</a:t>
          </a:r>
        </a:p>
      </dgm:t>
    </dgm:pt>
    <dgm:pt modelId="{11FFDD26-19D9-4197-A2F7-6FB69D36D9A9}" type="parTrans" cxnId="{4BAA5342-2C93-41EB-A01B-3E578B1E89E5}">
      <dgm:prSet/>
      <dgm:spPr/>
      <dgm:t>
        <a:bodyPr/>
        <a:lstStyle/>
        <a:p>
          <a:endParaRPr lang="en-US"/>
        </a:p>
      </dgm:t>
    </dgm:pt>
    <dgm:pt modelId="{87A08ED3-D919-418F-BA63-B924B3780267}" type="sibTrans" cxnId="{4BAA5342-2C93-41EB-A01B-3E578B1E89E5}">
      <dgm:prSet/>
      <dgm:spPr/>
      <dgm:t>
        <a:bodyPr/>
        <a:lstStyle/>
        <a:p>
          <a:endParaRPr lang="en-US"/>
        </a:p>
      </dgm:t>
    </dgm:pt>
    <dgm:pt modelId="{4312D84B-AC9C-46C9-9D2D-22D476F32168}">
      <dgm:prSet phldrT="[Texte]"/>
      <dgm:spPr>
        <a:solidFill>
          <a:schemeClr val="tx1"/>
        </a:solidFill>
      </dgm:spPr>
      <dgm:t>
        <a:bodyPr/>
        <a:lstStyle/>
        <a:p>
          <a:r>
            <a:rPr lang="en-US" dirty="0"/>
            <a:t>A &amp; B have different ways to provide the value</a:t>
          </a:r>
        </a:p>
      </dgm:t>
    </dgm:pt>
    <dgm:pt modelId="{6A0345A6-3438-41FE-8371-8EFA993CF6BC}" type="parTrans" cxnId="{9B625706-639C-452C-BD06-C7D6D733F6AB}">
      <dgm:prSet/>
      <dgm:spPr/>
      <dgm:t>
        <a:bodyPr/>
        <a:lstStyle/>
        <a:p>
          <a:endParaRPr lang="en-US"/>
        </a:p>
      </dgm:t>
    </dgm:pt>
    <dgm:pt modelId="{6C144A02-5546-486E-AFE8-B75DA707EF46}" type="sibTrans" cxnId="{9B625706-639C-452C-BD06-C7D6D733F6AB}">
      <dgm:prSet/>
      <dgm:spPr/>
      <dgm:t>
        <a:bodyPr/>
        <a:lstStyle/>
        <a:p>
          <a:endParaRPr lang="en-US"/>
        </a:p>
      </dgm:t>
    </dgm:pt>
    <dgm:pt modelId="{35C328DD-3A99-4823-802D-EE83F4E75910}">
      <dgm:prSet phldrT="[Texte]"/>
      <dgm:spPr/>
      <dgm:t>
        <a:bodyPr/>
        <a:lstStyle/>
        <a:p>
          <a:r>
            <a:rPr lang="en-US" dirty="0"/>
            <a:t>A &amp; B merge their powers </a:t>
          </a:r>
        </a:p>
      </dgm:t>
    </dgm:pt>
    <dgm:pt modelId="{F899B7F7-BEDE-4986-9E71-A32596EA0B27}" type="parTrans" cxnId="{7366B87C-7DF8-41F1-85E4-F7001A9C07AC}">
      <dgm:prSet/>
      <dgm:spPr/>
      <dgm:t>
        <a:bodyPr/>
        <a:lstStyle/>
        <a:p>
          <a:endParaRPr lang="en-US"/>
        </a:p>
      </dgm:t>
    </dgm:pt>
    <dgm:pt modelId="{954CF4E7-CC0F-43B4-907A-F9CEB1E3A868}" type="sibTrans" cxnId="{7366B87C-7DF8-41F1-85E4-F7001A9C07AC}">
      <dgm:prSet/>
      <dgm:spPr/>
      <dgm:t>
        <a:bodyPr/>
        <a:lstStyle/>
        <a:p>
          <a:endParaRPr lang="en-US"/>
        </a:p>
      </dgm:t>
    </dgm:pt>
    <dgm:pt modelId="{79FD669E-EAC1-4025-9AD2-929C55644B73}">
      <dgm:prSet phldrT="[Texte]"/>
      <dgm:spPr/>
      <dgm:t>
        <a:bodyPr/>
        <a:lstStyle/>
        <a:p>
          <a:r>
            <a:rPr lang="en-US" dirty="0"/>
            <a:t>When 2 communities provide the same value (for a given activity)</a:t>
          </a:r>
        </a:p>
      </dgm:t>
    </dgm:pt>
    <dgm:pt modelId="{EBB23182-2EC9-49B2-814D-FA5231D4C237}" type="parTrans" cxnId="{95CFA4BC-BCE7-481A-BE5B-D790223268CB}">
      <dgm:prSet/>
      <dgm:spPr/>
      <dgm:t>
        <a:bodyPr/>
        <a:lstStyle/>
        <a:p>
          <a:endParaRPr lang="en-US"/>
        </a:p>
      </dgm:t>
    </dgm:pt>
    <dgm:pt modelId="{345D2A0A-C546-49C0-91E8-F6A53714D048}" type="sibTrans" cxnId="{95CFA4BC-BCE7-481A-BE5B-D790223268CB}">
      <dgm:prSet/>
      <dgm:spPr/>
      <dgm:t>
        <a:bodyPr/>
        <a:lstStyle/>
        <a:p>
          <a:endParaRPr lang="en-US"/>
        </a:p>
      </dgm:t>
    </dgm:pt>
    <dgm:pt modelId="{0192008B-16D9-45D1-8854-0581E5139FD7}">
      <dgm:prSet phldrT="[Texte]"/>
      <dgm:spPr/>
      <dgm:t>
        <a:bodyPr/>
        <a:lstStyle/>
        <a:p>
          <a:r>
            <a:rPr lang="en-US" dirty="0"/>
            <a:t>Content Curation, Common events, Common structures &amp; processes</a:t>
          </a:r>
        </a:p>
      </dgm:t>
    </dgm:pt>
    <dgm:pt modelId="{9C1BD299-4FF5-4269-91EB-E5F29AFC2678}" type="parTrans" cxnId="{B40A5765-E068-4B5E-A14F-EDEE91596FC1}">
      <dgm:prSet/>
      <dgm:spPr/>
      <dgm:t>
        <a:bodyPr/>
        <a:lstStyle/>
        <a:p>
          <a:endParaRPr lang="en-US"/>
        </a:p>
      </dgm:t>
    </dgm:pt>
    <dgm:pt modelId="{6B308F07-201F-426C-A390-159A53956FF3}" type="sibTrans" cxnId="{B40A5765-E068-4B5E-A14F-EDEE91596FC1}">
      <dgm:prSet/>
      <dgm:spPr/>
      <dgm:t>
        <a:bodyPr/>
        <a:lstStyle/>
        <a:p>
          <a:endParaRPr lang="en-US"/>
        </a:p>
      </dgm:t>
    </dgm:pt>
    <dgm:pt modelId="{15630165-C41B-457D-8BB3-163364EC3CB9}">
      <dgm:prSet phldrT="[Texte]"/>
      <dgm:spPr/>
      <dgm:t>
        <a:bodyPr/>
        <a:lstStyle/>
        <a:p>
          <a:r>
            <a:rPr lang="en-US" dirty="0"/>
            <a:t>Common governance to define</a:t>
          </a:r>
        </a:p>
      </dgm:t>
    </dgm:pt>
    <dgm:pt modelId="{D925ACE0-C79D-4FA6-A350-D27E66E02E57}" type="parTrans" cxnId="{75389648-2A80-4A17-8632-3917542F8349}">
      <dgm:prSet/>
      <dgm:spPr/>
      <dgm:t>
        <a:bodyPr/>
        <a:lstStyle/>
        <a:p>
          <a:endParaRPr lang="en-US"/>
        </a:p>
      </dgm:t>
    </dgm:pt>
    <dgm:pt modelId="{D38954D9-6AA9-4D81-9FD9-2B0A79A4A7A8}" type="sibTrans" cxnId="{75389648-2A80-4A17-8632-3917542F8349}">
      <dgm:prSet/>
      <dgm:spPr/>
      <dgm:t>
        <a:bodyPr/>
        <a:lstStyle/>
        <a:p>
          <a:endParaRPr lang="en-US"/>
        </a:p>
      </dgm:t>
    </dgm:pt>
    <dgm:pt modelId="{99D93983-FFF0-41D8-81DA-16AB75271B41}">
      <dgm:prSet phldrT="[Texte]"/>
      <dgm:spPr>
        <a:solidFill>
          <a:srgbClr val="EC7B2B"/>
        </a:solidFill>
      </dgm:spPr>
      <dgm:t>
        <a:bodyPr/>
        <a:lstStyle/>
        <a:p>
          <a:r>
            <a:rPr lang="en-US" dirty="0">
              <a:solidFill>
                <a:schemeClr val="tx1"/>
              </a:solidFill>
            </a:rPr>
            <a:t>Co-Define the borders and Co-define the segments. Redirect.</a:t>
          </a:r>
        </a:p>
      </dgm:t>
    </dgm:pt>
    <dgm:pt modelId="{EEEA6F77-3D7F-4C15-8C47-B76817FF0C79}" type="parTrans" cxnId="{8FFB4085-A74C-42E3-85B4-D256834FA05C}">
      <dgm:prSet/>
      <dgm:spPr/>
      <dgm:t>
        <a:bodyPr/>
        <a:lstStyle/>
        <a:p>
          <a:endParaRPr lang="en-US"/>
        </a:p>
      </dgm:t>
    </dgm:pt>
    <dgm:pt modelId="{54875C49-6237-48B7-9133-0F99D503DA71}" type="sibTrans" cxnId="{8FFB4085-A74C-42E3-85B4-D256834FA05C}">
      <dgm:prSet/>
      <dgm:spPr/>
      <dgm:t>
        <a:bodyPr/>
        <a:lstStyle/>
        <a:p>
          <a:endParaRPr lang="en-US"/>
        </a:p>
      </dgm:t>
    </dgm:pt>
    <dgm:pt modelId="{EEFC3FA3-CF55-49EC-B002-68FD41B19E85}">
      <dgm:prSet phldrT="[Texte]"/>
      <dgm:spPr>
        <a:solidFill>
          <a:srgbClr val="EC7B2B"/>
        </a:solidFill>
      </dgm:spPr>
      <dgm:t>
        <a:bodyPr/>
        <a:lstStyle/>
        <a:p>
          <a:r>
            <a:rPr lang="en-US" dirty="0">
              <a:solidFill>
                <a:schemeClr val="tx1"/>
              </a:solidFill>
            </a:rPr>
            <a:t>Agree on value segments</a:t>
          </a:r>
        </a:p>
      </dgm:t>
    </dgm:pt>
    <dgm:pt modelId="{DDC42E38-8442-426D-8A56-FCE4BDB0A8E9}" type="parTrans" cxnId="{D4E232CB-C73E-4404-8D6E-5FCAEADB5934}">
      <dgm:prSet/>
      <dgm:spPr/>
      <dgm:t>
        <a:bodyPr/>
        <a:lstStyle/>
        <a:p>
          <a:endParaRPr lang="en-US"/>
        </a:p>
      </dgm:t>
    </dgm:pt>
    <dgm:pt modelId="{AABC117D-0B20-4C74-BEC7-55F44FC387DB}" type="sibTrans" cxnId="{D4E232CB-C73E-4404-8D6E-5FCAEADB5934}">
      <dgm:prSet/>
      <dgm:spPr/>
      <dgm:t>
        <a:bodyPr/>
        <a:lstStyle/>
        <a:p>
          <a:endParaRPr lang="en-US"/>
        </a:p>
      </dgm:t>
    </dgm:pt>
    <dgm:pt modelId="{45B1E2D3-DC41-49A4-86AB-CE83AEAB44AF}" type="pres">
      <dgm:prSet presAssocID="{800D229A-19A0-433C-A6C6-72B1E95EA3A7}" presName="diagram" presStyleCnt="0">
        <dgm:presLayoutVars>
          <dgm:chPref val="1"/>
          <dgm:dir/>
          <dgm:animOne val="branch"/>
          <dgm:animLvl val="lvl"/>
          <dgm:resizeHandles val="exact"/>
        </dgm:presLayoutVars>
      </dgm:prSet>
      <dgm:spPr/>
    </dgm:pt>
    <dgm:pt modelId="{EBB26AF0-076C-49B3-9B15-F5D3402B3683}" type="pres">
      <dgm:prSet presAssocID="{79FD669E-EAC1-4025-9AD2-929C55644B73}" presName="root1" presStyleCnt="0"/>
      <dgm:spPr/>
    </dgm:pt>
    <dgm:pt modelId="{5A9FF5F8-D918-4C5B-8F8D-6AA97118B5B3}" type="pres">
      <dgm:prSet presAssocID="{79FD669E-EAC1-4025-9AD2-929C55644B73}" presName="LevelOneTextNode" presStyleLbl="node0" presStyleIdx="0" presStyleCnt="1">
        <dgm:presLayoutVars>
          <dgm:chPref val="3"/>
        </dgm:presLayoutVars>
      </dgm:prSet>
      <dgm:spPr/>
    </dgm:pt>
    <dgm:pt modelId="{527C7936-5CD7-4473-941E-735BA5779286}" type="pres">
      <dgm:prSet presAssocID="{79FD669E-EAC1-4025-9AD2-929C55644B73}" presName="level2hierChild" presStyleCnt="0"/>
      <dgm:spPr/>
    </dgm:pt>
    <dgm:pt modelId="{D20800DF-786F-4F46-BC8E-7C08B0011206}" type="pres">
      <dgm:prSet presAssocID="{4D30B0F8-992E-4213-BCF8-71A32C146541}" presName="conn2-1" presStyleLbl="parChTrans1D2" presStyleIdx="0" presStyleCnt="3"/>
      <dgm:spPr/>
    </dgm:pt>
    <dgm:pt modelId="{94F801FA-C5A2-4E0B-8E38-C8D9140202CF}" type="pres">
      <dgm:prSet presAssocID="{4D30B0F8-992E-4213-BCF8-71A32C146541}" presName="connTx" presStyleLbl="parChTrans1D2" presStyleIdx="0" presStyleCnt="3"/>
      <dgm:spPr/>
    </dgm:pt>
    <dgm:pt modelId="{5B96A166-B3C9-4D65-B782-51476E50FAD9}" type="pres">
      <dgm:prSet presAssocID="{FC74915A-8638-408F-AF12-34C5BD84E326}" presName="root2" presStyleCnt="0"/>
      <dgm:spPr/>
    </dgm:pt>
    <dgm:pt modelId="{337B761F-BAA9-446C-A8E3-99D1120EE415}" type="pres">
      <dgm:prSet presAssocID="{FC74915A-8638-408F-AF12-34C5BD84E326}" presName="LevelTwoTextNode" presStyleLbl="node2" presStyleIdx="0" presStyleCnt="3">
        <dgm:presLayoutVars>
          <dgm:chPref val="3"/>
        </dgm:presLayoutVars>
      </dgm:prSet>
      <dgm:spPr/>
    </dgm:pt>
    <dgm:pt modelId="{A22D8E5D-C12C-457C-8083-D79AD682A8FC}" type="pres">
      <dgm:prSet presAssocID="{FC74915A-8638-408F-AF12-34C5BD84E326}" presName="level3hierChild" presStyleCnt="0"/>
      <dgm:spPr/>
    </dgm:pt>
    <dgm:pt modelId="{64ED4F26-6F6D-4A7A-BB9C-168A4173F247}" type="pres">
      <dgm:prSet presAssocID="{6A0345A6-3438-41FE-8371-8EFA993CF6BC}" presName="conn2-1" presStyleLbl="parChTrans1D3" presStyleIdx="0" presStyleCnt="6"/>
      <dgm:spPr/>
    </dgm:pt>
    <dgm:pt modelId="{77DCE99B-C449-410F-9235-83A71CB4E136}" type="pres">
      <dgm:prSet presAssocID="{6A0345A6-3438-41FE-8371-8EFA993CF6BC}" presName="connTx" presStyleLbl="parChTrans1D3" presStyleIdx="0" presStyleCnt="6"/>
      <dgm:spPr/>
    </dgm:pt>
    <dgm:pt modelId="{6EE3EA7E-5B63-4258-B99A-036FCB8ECA99}" type="pres">
      <dgm:prSet presAssocID="{4312D84B-AC9C-46C9-9D2D-22D476F32168}" presName="root2" presStyleCnt="0"/>
      <dgm:spPr/>
    </dgm:pt>
    <dgm:pt modelId="{713C6B1F-5D5E-4D8A-B185-2B84207921A9}" type="pres">
      <dgm:prSet presAssocID="{4312D84B-AC9C-46C9-9D2D-22D476F32168}" presName="LevelTwoTextNode" presStyleLbl="node3" presStyleIdx="0" presStyleCnt="6">
        <dgm:presLayoutVars>
          <dgm:chPref val="3"/>
        </dgm:presLayoutVars>
      </dgm:prSet>
      <dgm:spPr/>
    </dgm:pt>
    <dgm:pt modelId="{0FC25E09-2D2C-42B1-AFC5-EE2EDA3EC4DB}" type="pres">
      <dgm:prSet presAssocID="{4312D84B-AC9C-46C9-9D2D-22D476F32168}" presName="level3hierChild" presStyleCnt="0"/>
      <dgm:spPr/>
    </dgm:pt>
    <dgm:pt modelId="{3C78C75D-17CC-4FDF-8F37-5F0B527EFE85}" type="pres">
      <dgm:prSet presAssocID="{1FB112A8-5112-493E-828F-B800085E17EE}" presName="conn2-1" presStyleLbl="parChTrans1D3" presStyleIdx="1" presStyleCnt="6"/>
      <dgm:spPr/>
    </dgm:pt>
    <dgm:pt modelId="{FA4A68EB-B181-40A3-A138-DA0EA6689D19}" type="pres">
      <dgm:prSet presAssocID="{1FB112A8-5112-493E-828F-B800085E17EE}" presName="connTx" presStyleLbl="parChTrans1D3" presStyleIdx="1" presStyleCnt="6"/>
      <dgm:spPr/>
    </dgm:pt>
    <dgm:pt modelId="{5CD5D021-47DC-40DC-840B-4CF6859B3619}" type="pres">
      <dgm:prSet presAssocID="{8493C182-2520-438D-BE72-764BCA5FF4AE}" presName="root2" presStyleCnt="0"/>
      <dgm:spPr/>
    </dgm:pt>
    <dgm:pt modelId="{47772240-F486-4145-836D-AB0E8AD0B855}" type="pres">
      <dgm:prSet presAssocID="{8493C182-2520-438D-BE72-764BCA5FF4AE}" presName="LevelTwoTextNode" presStyleLbl="node3" presStyleIdx="1" presStyleCnt="6">
        <dgm:presLayoutVars>
          <dgm:chPref val="3"/>
        </dgm:presLayoutVars>
      </dgm:prSet>
      <dgm:spPr/>
    </dgm:pt>
    <dgm:pt modelId="{4707EDAD-C36A-4191-9D08-049FA539A2AA}" type="pres">
      <dgm:prSet presAssocID="{8493C182-2520-438D-BE72-764BCA5FF4AE}" presName="level3hierChild" presStyleCnt="0"/>
      <dgm:spPr/>
    </dgm:pt>
    <dgm:pt modelId="{15BBA178-4DA1-4DFF-9F1B-41EA3B61A245}" type="pres">
      <dgm:prSet presAssocID="{B833E9EF-C990-4654-A909-7131C3EEA37F}" presName="conn2-1" presStyleLbl="parChTrans1D2" presStyleIdx="1" presStyleCnt="3"/>
      <dgm:spPr/>
    </dgm:pt>
    <dgm:pt modelId="{047509D2-5553-4EAA-B72E-D6FFC04C6B66}" type="pres">
      <dgm:prSet presAssocID="{B833E9EF-C990-4654-A909-7131C3EEA37F}" presName="connTx" presStyleLbl="parChTrans1D2" presStyleIdx="1" presStyleCnt="3"/>
      <dgm:spPr/>
    </dgm:pt>
    <dgm:pt modelId="{4F1CF974-A802-4121-A7A3-EAFF84EE5785}" type="pres">
      <dgm:prSet presAssocID="{2A7931A8-D178-4453-9E69-0ED76931D554}" presName="root2" presStyleCnt="0"/>
      <dgm:spPr/>
    </dgm:pt>
    <dgm:pt modelId="{4F1D22CF-CA04-4D7B-88B3-9E053BFBD9AF}" type="pres">
      <dgm:prSet presAssocID="{2A7931A8-D178-4453-9E69-0ED76931D554}" presName="LevelTwoTextNode" presStyleLbl="node2" presStyleIdx="1" presStyleCnt="3">
        <dgm:presLayoutVars>
          <dgm:chPref val="3"/>
        </dgm:presLayoutVars>
      </dgm:prSet>
      <dgm:spPr/>
    </dgm:pt>
    <dgm:pt modelId="{C076007F-C85A-4AEA-A2A7-47C55F16CBA5}" type="pres">
      <dgm:prSet presAssocID="{2A7931A8-D178-4453-9E69-0ED76931D554}" presName="level3hierChild" presStyleCnt="0"/>
      <dgm:spPr/>
    </dgm:pt>
    <dgm:pt modelId="{D1A4060D-AED0-4635-B767-3CE0398E0F23}" type="pres">
      <dgm:prSet presAssocID="{F899B7F7-BEDE-4986-9E71-A32596EA0B27}" presName="conn2-1" presStyleLbl="parChTrans1D3" presStyleIdx="2" presStyleCnt="6"/>
      <dgm:spPr/>
    </dgm:pt>
    <dgm:pt modelId="{7B7EA043-1D16-4355-9515-D8D7209DEE24}" type="pres">
      <dgm:prSet presAssocID="{F899B7F7-BEDE-4986-9E71-A32596EA0B27}" presName="connTx" presStyleLbl="parChTrans1D3" presStyleIdx="2" presStyleCnt="6"/>
      <dgm:spPr/>
    </dgm:pt>
    <dgm:pt modelId="{99F93951-C676-4FBB-940D-3988D5F8FB00}" type="pres">
      <dgm:prSet presAssocID="{35C328DD-3A99-4823-802D-EE83F4E75910}" presName="root2" presStyleCnt="0"/>
      <dgm:spPr/>
    </dgm:pt>
    <dgm:pt modelId="{0DCB2157-AB66-4EC7-AC92-DE3882A0E5ED}" type="pres">
      <dgm:prSet presAssocID="{35C328DD-3A99-4823-802D-EE83F4E75910}" presName="LevelTwoTextNode" presStyleLbl="node3" presStyleIdx="2" presStyleCnt="6">
        <dgm:presLayoutVars>
          <dgm:chPref val="3"/>
        </dgm:presLayoutVars>
      </dgm:prSet>
      <dgm:spPr/>
    </dgm:pt>
    <dgm:pt modelId="{F8D7FB58-7C7E-4D7B-83DE-30C2B7874A4B}" type="pres">
      <dgm:prSet presAssocID="{35C328DD-3A99-4823-802D-EE83F4E75910}" presName="level3hierChild" presStyleCnt="0"/>
      <dgm:spPr/>
    </dgm:pt>
    <dgm:pt modelId="{427630FF-46CE-4847-91B5-DBBB27B74F1C}" type="pres">
      <dgm:prSet presAssocID="{9C1BD299-4FF5-4269-91EB-E5F29AFC2678}" presName="conn2-1" presStyleLbl="parChTrans1D4" presStyleIdx="0" presStyleCnt="4"/>
      <dgm:spPr/>
    </dgm:pt>
    <dgm:pt modelId="{9E6F2BD9-A132-4210-9D9F-4B85B4AC4AB4}" type="pres">
      <dgm:prSet presAssocID="{9C1BD299-4FF5-4269-91EB-E5F29AFC2678}" presName="connTx" presStyleLbl="parChTrans1D4" presStyleIdx="0" presStyleCnt="4"/>
      <dgm:spPr/>
    </dgm:pt>
    <dgm:pt modelId="{D7A441D7-E5FD-4484-AD4B-AB9EE0733A69}" type="pres">
      <dgm:prSet presAssocID="{0192008B-16D9-45D1-8854-0581E5139FD7}" presName="root2" presStyleCnt="0"/>
      <dgm:spPr/>
    </dgm:pt>
    <dgm:pt modelId="{7B978CEB-ECE0-4404-9A96-4EF84FF948A8}" type="pres">
      <dgm:prSet presAssocID="{0192008B-16D9-45D1-8854-0581E5139FD7}" presName="LevelTwoTextNode" presStyleLbl="node4" presStyleIdx="0" presStyleCnt="4">
        <dgm:presLayoutVars>
          <dgm:chPref val="3"/>
        </dgm:presLayoutVars>
      </dgm:prSet>
      <dgm:spPr/>
    </dgm:pt>
    <dgm:pt modelId="{C7D7F7D1-5D53-40E1-9798-4784BB5C140A}" type="pres">
      <dgm:prSet presAssocID="{0192008B-16D9-45D1-8854-0581E5139FD7}" presName="level3hierChild" presStyleCnt="0"/>
      <dgm:spPr/>
    </dgm:pt>
    <dgm:pt modelId="{87B7EAED-9F88-4A3A-851A-3814BE1BFD34}" type="pres">
      <dgm:prSet presAssocID="{B68476FA-7658-469C-9F7B-D39B0EFA4847}" presName="conn2-1" presStyleLbl="parChTrans1D3" presStyleIdx="3" presStyleCnt="6"/>
      <dgm:spPr/>
    </dgm:pt>
    <dgm:pt modelId="{F140F9DB-5F36-47E8-8ED7-4826D1C97EE0}" type="pres">
      <dgm:prSet presAssocID="{B68476FA-7658-469C-9F7B-D39B0EFA4847}" presName="connTx" presStyleLbl="parChTrans1D3" presStyleIdx="3" presStyleCnt="6"/>
      <dgm:spPr/>
    </dgm:pt>
    <dgm:pt modelId="{29F55129-5288-4E4A-9BBF-B2A2A9125A22}" type="pres">
      <dgm:prSet presAssocID="{92339BD1-AB1B-49C1-8C74-0C1FECA4B413}" presName="root2" presStyleCnt="0"/>
      <dgm:spPr/>
    </dgm:pt>
    <dgm:pt modelId="{7F1D7330-592B-464A-B257-CC8BDD367325}" type="pres">
      <dgm:prSet presAssocID="{92339BD1-AB1B-49C1-8C74-0C1FECA4B413}" presName="LevelTwoTextNode" presStyleLbl="node3" presStyleIdx="3" presStyleCnt="6">
        <dgm:presLayoutVars>
          <dgm:chPref val="3"/>
        </dgm:presLayoutVars>
      </dgm:prSet>
      <dgm:spPr/>
    </dgm:pt>
    <dgm:pt modelId="{3432FD37-8615-4781-89E7-74F4FE8D9569}" type="pres">
      <dgm:prSet presAssocID="{92339BD1-AB1B-49C1-8C74-0C1FECA4B413}" presName="level3hierChild" presStyleCnt="0"/>
      <dgm:spPr/>
    </dgm:pt>
    <dgm:pt modelId="{AF919F0C-D3B0-4675-8A05-421AE7EA6329}" type="pres">
      <dgm:prSet presAssocID="{D925ACE0-C79D-4FA6-A350-D27E66E02E57}" presName="conn2-1" presStyleLbl="parChTrans1D4" presStyleIdx="1" presStyleCnt="4"/>
      <dgm:spPr/>
    </dgm:pt>
    <dgm:pt modelId="{8EF78C2E-BB62-46CA-8D2C-5DB336C2EB5D}" type="pres">
      <dgm:prSet presAssocID="{D925ACE0-C79D-4FA6-A350-D27E66E02E57}" presName="connTx" presStyleLbl="parChTrans1D4" presStyleIdx="1" presStyleCnt="4"/>
      <dgm:spPr/>
    </dgm:pt>
    <dgm:pt modelId="{E5803FE4-B658-4D77-9C56-9327F7D02E57}" type="pres">
      <dgm:prSet presAssocID="{15630165-C41B-457D-8BB3-163364EC3CB9}" presName="root2" presStyleCnt="0"/>
      <dgm:spPr/>
    </dgm:pt>
    <dgm:pt modelId="{F568B395-4AE8-41FF-955A-729C5CBC6CC0}" type="pres">
      <dgm:prSet presAssocID="{15630165-C41B-457D-8BB3-163364EC3CB9}" presName="LevelTwoTextNode" presStyleLbl="node4" presStyleIdx="1" presStyleCnt="4">
        <dgm:presLayoutVars>
          <dgm:chPref val="3"/>
        </dgm:presLayoutVars>
      </dgm:prSet>
      <dgm:spPr/>
    </dgm:pt>
    <dgm:pt modelId="{7B8AE765-A9C8-424D-B90B-D1DDAD81CD5E}" type="pres">
      <dgm:prSet presAssocID="{15630165-C41B-457D-8BB3-163364EC3CB9}" presName="level3hierChild" presStyleCnt="0"/>
      <dgm:spPr/>
    </dgm:pt>
    <dgm:pt modelId="{CCA14011-EFA3-4EA7-97AD-2FD54FA1DE20}" type="pres">
      <dgm:prSet presAssocID="{680E9281-1BAA-47BA-8188-0A479C1F719F}" presName="conn2-1" presStyleLbl="parChTrans1D2" presStyleIdx="2" presStyleCnt="3"/>
      <dgm:spPr/>
    </dgm:pt>
    <dgm:pt modelId="{F4C90B94-2AA9-412F-8E57-8411944D1049}" type="pres">
      <dgm:prSet presAssocID="{680E9281-1BAA-47BA-8188-0A479C1F719F}" presName="connTx" presStyleLbl="parChTrans1D2" presStyleIdx="2" presStyleCnt="3"/>
      <dgm:spPr/>
    </dgm:pt>
    <dgm:pt modelId="{050E7A25-6CB3-4141-BDDB-90DE3EF6C58A}" type="pres">
      <dgm:prSet presAssocID="{DCF9BA05-DC0F-4D0A-A6AB-E299A13C7337}" presName="root2" presStyleCnt="0"/>
      <dgm:spPr/>
    </dgm:pt>
    <dgm:pt modelId="{E23154D6-1286-42D1-A2F8-0687BFB08A15}" type="pres">
      <dgm:prSet presAssocID="{DCF9BA05-DC0F-4D0A-A6AB-E299A13C7337}" presName="LevelTwoTextNode" presStyleLbl="node2" presStyleIdx="2" presStyleCnt="3">
        <dgm:presLayoutVars>
          <dgm:chPref val="3"/>
        </dgm:presLayoutVars>
      </dgm:prSet>
      <dgm:spPr/>
    </dgm:pt>
    <dgm:pt modelId="{C53A5B4B-F10B-4F4B-9CA2-DEC77E901036}" type="pres">
      <dgm:prSet presAssocID="{DCF9BA05-DC0F-4D0A-A6AB-E299A13C7337}" presName="level3hierChild" presStyleCnt="0"/>
      <dgm:spPr/>
    </dgm:pt>
    <dgm:pt modelId="{A88A2A4B-E057-475F-BD60-1518C88EC744}" type="pres">
      <dgm:prSet presAssocID="{D0DC83D4-F37F-49B7-B7E8-3C460A80E041}" presName="conn2-1" presStyleLbl="parChTrans1D3" presStyleIdx="4" presStyleCnt="6"/>
      <dgm:spPr/>
    </dgm:pt>
    <dgm:pt modelId="{80A324EE-3118-403B-930E-D270B83599C5}" type="pres">
      <dgm:prSet presAssocID="{D0DC83D4-F37F-49B7-B7E8-3C460A80E041}" presName="connTx" presStyleLbl="parChTrans1D3" presStyleIdx="4" presStyleCnt="6"/>
      <dgm:spPr/>
    </dgm:pt>
    <dgm:pt modelId="{7FF8EB1D-6BC6-4D5E-B434-277A9B1AED77}" type="pres">
      <dgm:prSet presAssocID="{1791073C-7326-4754-9166-F64EF026F387}" presName="root2" presStyleCnt="0"/>
      <dgm:spPr/>
    </dgm:pt>
    <dgm:pt modelId="{DBA1A94C-9E9B-4A0B-A42D-58DFF72D7B58}" type="pres">
      <dgm:prSet presAssocID="{1791073C-7326-4754-9166-F64EF026F387}" presName="LevelTwoTextNode" presStyleLbl="node3" presStyleIdx="4" presStyleCnt="6">
        <dgm:presLayoutVars>
          <dgm:chPref val="3"/>
        </dgm:presLayoutVars>
      </dgm:prSet>
      <dgm:spPr/>
    </dgm:pt>
    <dgm:pt modelId="{37CC0C28-741E-43C7-AA28-31F95C6367BE}" type="pres">
      <dgm:prSet presAssocID="{1791073C-7326-4754-9166-F64EF026F387}" presName="level3hierChild" presStyleCnt="0"/>
      <dgm:spPr/>
    </dgm:pt>
    <dgm:pt modelId="{33E9F206-D276-4A23-BA67-9AA1A10A4526}" type="pres">
      <dgm:prSet presAssocID="{EEEA6F77-3D7F-4C15-8C47-B76817FF0C79}" presName="conn2-1" presStyleLbl="parChTrans1D4" presStyleIdx="2" presStyleCnt="4"/>
      <dgm:spPr/>
    </dgm:pt>
    <dgm:pt modelId="{89F703F2-8060-45BF-B8E4-9FA789BDA7DF}" type="pres">
      <dgm:prSet presAssocID="{EEEA6F77-3D7F-4C15-8C47-B76817FF0C79}" presName="connTx" presStyleLbl="parChTrans1D4" presStyleIdx="2" presStyleCnt="4"/>
      <dgm:spPr/>
    </dgm:pt>
    <dgm:pt modelId="{5731DC1B-4FDA-4AA2-9C5C-BCACDD2A1FE4}" type="pres">
      <dgm:prSet presAssocID="{99D93983-FFF0-41D8-81DA-16AB75271B41}" presName="root2" presStyleCnt="0"/>
      <dgm:spPr/>
    </dgm:pt>
    <dgm:pt modelId="{7072FE84-83A5-4E10-9BB3-D8A0C463BD96}" type="pres">
      <dgm:prSet presAssocID="{99D93983-FFF0-41D8-81DA-16AB75271B41}" presName="LevelTwoTextNode" presStyleLbl="node4" presStyleIdx="2" presStyleCnt="4">
        <dgm:presLayoutVars>
          <dgm:chPref val="3"/>
        </dgm:presLayoutVars>
      </dgm:prSet>
      <dgm:spPr/>
    </dgm:pt>
    <dgm:pt modelId="{043C4DD8-7DCA-4640-BACB-8D6B11B65E06}" type="pres">
      <dgm:prSet presAssocID="{99D93983-FFF0-41D8-81DA-16AB75271B41}" presName="level3hierChild" presStyleCnt="0"/>
      <dgm:spPr/>
    </dgm:pt>
    <dgm:pt modelId="{100AEC06-EDDE-47D7-BBCE-B98A116499A0}" type="pres">
      <dgm:prSet presAssocID="{11FFDD26-19D9-4197-A2F7-6FB69D36D9A9}" presName="conn2-1" presStyleLbl="parChTrans1D3" presStyleIdx="5" presStyleCnt="6"/>
      <dgm:spPr/>
    </dgm:pt>
    <dgm:pt modelId="{19BC2DDA-C041-4592-9D2F-EAFBBCD4A762}" type="pres">
      <dgm:prSet presAssocID="{11FFDD26-19D9-4197-A2F7-6FB69D36D9A9}" presName="connTx" presStyleLbl="parChTrans1D3" presStyleIdx="5" presStyleCnt="6"/>
      <dgm:spPr/>
    </dgm:pt>
    <dgm:pt modelId="{4FA69742-1C7F-4BA9-910D-142A9A8DC817}" type="pres">
      <dgm:prSet presAssocID="{465DAE4E-9FBE-4CDB-B2C0-7C5A6B5927FC}" presName="root2" presStyleCnt="0"/>
      <dgm:spPr/>
    </dgm:pt>
    <dgm:pt modelId="{0759E216-B6CB-4A04-806A-BB17CDA8F6BB}" type="pres">
      <dgm:prSet presAssocID="{465DAE4E-9FBE-4CDB-B2C0-7C5A6B5927FC}" presName="LevelTwoTextNode" presStyleLbl="node3" presStyleIdx="5" presStyleCnt="6">
        <dgm:presLayoutVars>
          <dgm:chPref val="3"/>
        </dgm:presLayoutVars>
      </dgm:prSet>
      <dgm:spPr/>
    </dgm:pt>
    <dgm:pt modelId="{2AA6AD56-D15D-4B83-A122-31FA75E70977}" type="pres">
      <dgm:prSet presAssocID="{465DAE4E-9FBE-4CDB-B2C0-7C5A6B5927FC}" presName="level3hierChild" presStyleCnt="0"/>
      <dgm:spPr/>
    </dgm:pt>
    <dgm:pt modelId="{3DFF0752-00CB-41A4-BE70-33E0B40A0077}" type="pres">
      <dgm:prSet presAssocID="{DDC42E38-8442-426D-8A56-FCE4BDB0A8E9}" presName="conn2-1" presStyleLbl="parChTrans1D4" presStyleIdx="3" presStyleCnt="4"/>
      <dgm:spPr/>
    </dgm:pt>
    <dgm:pt modelId="{070A88D9-DB91-40A8-9101-5D53991D160E}" type="pres">
      <dgm:prSet presAssocID="{DDC42E38-8442-426D-8A56-FCE4BDB0A8E9}" presName="connTx" presStyleLbl="parChTrans1D4" presStyleIdx="3" presStyleCnt="4"/>
      <dgm:spPr/>
    </dgm:pt>
    <dgm:pt modelId="{D5D8DA58-E9FF-4833-B8AF-39264CDDE52A}" type="pres">
      <dgm:prSet presAssocID="{EEFC3FA3-CF55-49EC-B002-68FD41B19E85}" presName="root2" presStyleCnt="0"/>
      <dgm:spPr/>
    </dgm:pt>
    <dgm:pt modelId="{DBA7DFE3-C36B-42BF-81E3-D686025FB760}" type="pres">
      <dgm:prSet presAssocID="{EEFC3FA3-CF55-49EC-B002-68FD41B19E85}" presName="LevelTwoTextNode" presStyleLbl="node4" presStyleIdx="3" presStyleCnt="4">
        <dgm:presLayoutVars>
          <dgm:chPref val="3"/>
        </dgm:presLayoutVars>
      </dgm:prSet>
      <dgm:spPr/>
    </dgm:pt>
    <dgm:pt modelId="{FA876DDB-46D3-4020-8BEA-640C4CA3655B}" type="pres">
      <dgm:prSet presAssocID="{EEFC3FA3-CF55-49EC-B002-68FD41B19E85}" presName="level3hierChild" presStyleCnt="0"/>
      <dgm:spPr/>
    </dgm:pt>
  </dgm:ptLst>
  <dgm:cxnLst>
    <dgm:cxn modelId="{1862B903-8844-4263-8004-B8EE735C6A66}" srcId="{79FD669E-EAC1-4025-9AD2-929C55644B73}" destId="{FC74915A-8638-408F-AF12-34C5BD84E326}" srcOrd="0" destOrd="0" parTransId="{4D30B0F8-992E-4213-BCF8-71A32C146541}" sibTransId="{E0CD23B3-0E1C-48A8-A4E5-19CA824E17DA}"/>
    <dgm:cxn modelId="{9B625706-639C-452C-BD06-C7D6D733F6AB}" srcId="{FC74915A-8638-408F-AF12-34C5BD84E326}" destId="{4312D84B-AC9C-46C9-9D2D-22D476F32168}" srcOrd="0" destOrd="0" parTransId="{6A0345A6-3438-41FE-8371-8EFA993CF6BC}" sibTransId="{6C144A02-5546-486E-AFE8-B75DA707EF46}"/>
    <dgm:cxn modelId="{4991E007-5169-4614-8BB5-97086945915F}" type="presOf" srcId="{EEFC3FA3-CF55-49EC-B002-68FD41B19E85}" destId="{DBA7DFE3-C36B-42BF-81E3-D686025FB760}" srcOrd="0" destOrd="0" presId="urn:microsoft.com/office/officeart/2005/8/layout/hierarchy2"/>
    <dgm:cxn modelId="{4DF2770B-5BD3-4F8D-AB80-5497C64C17E6}" type="presOf" srcId="{680E9281-1BAA-47BA-8188-0A479C1F719F}" destId="{CCA14011-EFA3-4EA7-97AD-2FD54FA1DE20}" srcOrd="0" destOrd="0" presId="urn:microsoft.com/office/officeart/2005/8/layout/hierarchy2"/>
    <dgm:cxn modelId="{1C4D5C10-AA78-4F8D-8E20-97C7FABA3F64}" type="presOf" srcId="{11FFDD26-19D9-4197-A2F7-6FB69D36D9A9}" destId="{19BC2DDA-C041-4592-9D2F-EAFBBCD4A762}" srcOrd="1" destOrd="0" presId="urn:microsoft.com/office/officeart/2005/8/layout/hierarchy2"/>
    <dgm:cxn modelId="{06D6B215-174A-46F1-9700-84455640380A}" type="presOf" srcId="{4312D84B-AC9C-46C9-9D2D-22D476F32168}" destId="{713C6B1F-5D5E-4D8A-B185-2B84207921A9}" srcOrd="0" destOrd="0" presId="urn:microsoft.com/office/officeart/2005/8/layout/hierarchy2"/>
    <dgm:cxn modelId="{39EA821A-91B7-4DC0-A1E1-8E40B7093E66}" type="presOf" srcId="{D0DC83D4-F37F-49B7-B7E8-3C460A80E041}" destId="{80A324EE-3118-403B-930E-D270B83599C5}" srcOrd="1" destOrd="0" presId="urn:microsoft.com/office/officeart/2005/8/layout/hierarchy2"/>
    <dgm:cxn modelId="{01AF991D-1692-4FBD-8ED4-5508C4E29AD4}" type="presOf" srcId="{1FB112A8-5112-493E-828F-B800085E17EE}" destId="{3C78C75D-17CC-4FDF-8F37-5F0B527EFE85}" srcOrd="0" destOrd="0" presId="urn:microsoft.com/office/officeart/2005/8/layout/hierarchy2"/>
    <dgm:cxn modelId="{D2D3D924-4D70-4703-B534-1750E7B6652C}" type="presOf" srcId="{4D30B0F8-992E-4213-BCF8-71A32C146541}" destId="{94F801FA-C5A2-4E0B-8E38-C8D9140202CF}" srcOrd="1" destOrd="0" presId="urn:microsoft.com/office/officeart/2005/8/layout/hierarchy2"/>
    <dgm:cxn modelId="{FA50F42C-6BE3-4D87-9C96-058E3F9B5964}" type="presOf" srcId="{680E9281-1BAA-47BA-8188-0A479C1F719F}" destId="{F4C90B94-2AA9-412F-8E57-8411944D1049}" srcOrd="1" destOrd="0" presId="urn:microsoft.com/office/officeart/2005/8/layout/hierarchy2"/>
    <dgm:cxn modelId="{B6511C2D-1BA5-4F1C-A7B2-5620F8DED17D}" type="presOf" srcId="{B68476FA-7658-469C-9F7B-D39B0EFA4847}" destId="{F140F9DB-5F36-47E8-8ED7-4826D1C97EE0}" srcOrd="1" destOrd="0" presId="urn:microsoft.com/office/officeart/2005/8/layout/hierarchy2"/>
    <dgm:cxn modelId="{04E35F36-1E26-411A-92F3-4B2A40B438A4}" type="presOf" srcId="{DDC42E38-8442-426D-8A56-FCE4BDB0A8E9}" destId="{3DFF0752-00CB-41A4-BE70-33E0B40A0077}" srcOrd="0" destOrd="0" presId="urn:microsoft.com/office/officeart/2005/8/layout/hierarchy2"/>
    <dgm:cxn modelId="{37669738-E311-4AAA-9A4E-68BCCC2BDE54}" type="presOf" srcId="{DCF9BA05-DC0F-4D0A-A6AB-E299A13C7337}" destId="{E23154D6-1286-42D1-A2F8-0687BFB08A15}" srcOrd="0" destOrd="0" presId="urn:microsoft.com/office/officeart/2005/8/layout/hierarchy2"/>
    <dgm:cxn modelId="{F9DF0A3A-72A7-480A-B60F-61EDF37F4FFB}" type="presOf" srcId="{9C1BD299-4FF5-4269-91EB-E5F29AFC2678}" destId="{427630FF-46CE-4847-91B5-DBBB27B74F1C}" srcOrd="0" destOrd="0" presId="urn:microsoft.com/office/officeart/2005/8/layout/hierarchy2"/>
    <dgm:cxn modelId="{BAE3353E-C1C4-4950-A26B-222C0BE25BF4}" type="presOf" srcId="{D0DC83D4-F37F-49B7-B7E8-3C460A80E041}" destId="{A88A2A4B-E057-475F-BD60-1518C88EC744}" srcOrd="0" destOrd="0" presId="urn:microsoft.com/office/officeart/2005/8/layout/hierarchy2"/>
    <dgm:cxn modelId="{EF3D553E-CFF7-48FB-946A-517FD4D25920}" srcId="{79FD669E-EAC1-4025-9AD2-929C55644B73}" destId="{DCF9BA05-DC0F-4D0A-A6AB-E299A13C7337}" srcOrd="2" destOrd="0" parTransId="{680E9281-1BAA-47BA-8188-0A479C1F719F}" sibTransId="{A28A60F1-557D-4854-949F-49C8D6BEBE29}"/>
    <dgm:cxn modelId="{AF4B145C-A5B5-4541-AED3-9ECCB1BC3928}" type="presOf" srcId="{B833E9EF-C990-4654-A909-7131C3EEA37F}" destId="{047509D2-5553-4EAA-B72E-D6FFC04C6B66}" srcOrd="1" destOrd="0" presId="urn:microsoft.com/office/officeart/2005/8/layout/hierarchy2"/>
    <dgm:cxn modelId="{4BAA5342-2C93-41EB-A01B-3E578B1E89E5}" srcId="{DCF9BA05-DC0F-4D0A-A6AB-E299A13C7337}" destId="{465DAE4E-9FBE-4CDB-B2C0-7C5A6B5927FC}" srcOrd="1" destOrd="0" parTransId="{11FFDD26-19D9-4197-A2F7-6FB69D36D9A9}" sibTransId="{87A08ED3-D919-418F-BA63-B924B3780267}"/>
    <dgm:cxn modelId="{CFA73263-5642-4B44-9811-3D1F2E7A98B4}" type="presOf" srcId="{F899B7F7-BEDE-4986-9E71-A32596EA0B27}" destId="{7B7EA043-1D16-4355-9515-D8D7209DEE24}" srcOrd="1" destOrd="0" presId="urn:microsoft.com/office/officeart/2005/8/layout/hierarchy2"/>
    <dgm:cxn modelId="{7C5A4C65-FC06-47CC-BC4F-3F11BC82315E}" type="presOf" srcId="{8493C182-2520-438D-BE72-764BCA5FF4AE}" destId="{47772240-F486-4145-836D-AB0E8AD0B855}" srcOrd="0" destOrd="0" presId="urn:microsoft.com/office/officeart/2005/8/layout/hierarchy2"/>
    <dgm:cxn modelId="{B40A5765-E068-4B5E-A14F-EDEE91596FC1}" srcId="{35C328DD-3A99-4823-802D-EE83F4E75910}" destId="{0192008B-16D9-45D1-8854-0581E5139FD7}" srcOrd="0" destOrd="0" parTransId="{9C1BD299-4FF5-4269-91EB-E5F29AFC2678}" sibTransId="{6B308F07-201F-426C-A390-159A53956FF3}"/>
    <dgm:cxn modelId="{19F68A65-627E-4FCE-8BF1-9F04E88718B1}" type="presOf" srcId="{9C1BD299-4FF5-4269-91EB-E5F29AFC2678}" destId="{9E6F2BD9-A132-4210-9D9F-4B85B4AC4AB4}" srcOrd="1" destOrd="0" presId="urn:microsoft.com/office/officeart/2005/8/layout/hierarchy2"/>
    <dgm:cxn modelId="{3B402F48-3013-4431-B0DD-276368756D37}" type="presOf" srcId="{99D93983-FFF0-41D8-81DA-16AB75271B41}" destId="{7072FE84-83A5-4E10-9BB3-D8A0C463BD96}" srcOrd="0" destOrd="0" presId="urn:microsoft.com/office/officeart/2005/8/layout/hierarchy2"/>
    <dgm:cxn modelId="{75389648-2A80-4A17-8632-3917542F8349}" srcId="{92339BD1-AB1B-49C1-8C74-0C1FECA4B413}" destId="{15630165-C41B-457D-8BB3-163364EC3CB9}" srcOrd="0" destOrd="0" parTransId="{D925ACE0-C79D-4FA6-A350-D27E66E02E57}" sibTransId="{D38954D9-6AA9-4D81-9FD9-2B0A79A4A7A8}"/>
    <dgm:cxn modelId="{E80B6B4E-2C66-4382-A22A-48BCE76B49F1}" type="presOf" srcId="{0192008B-16D9-45D1-8854-0581E5139FD7}" destId="{7B978CEB-ECE0-4404-9A96-4EF84FF948A8}" srcOrd="0" destOrd="0" presId="urn:microsoft.com/office/officeart/2005/8/layout/hierarchy2"/>
    <dgm:cxn modelId="{94B15152-EFEA-4392-A243-DA075FC520EA}" type="presOf" srcId="{B68476FA-7658-469C-9F7B-D39B0EFA4847}" destId="{87B7EAED-9F88-4A3A-851A-3814BE1BFD34}" srcOrd="0" destOrd="0" presId="urn:microsoft.com/office/officeart/2005/8/layout/hierarchy2"/>
    <dgm:cxn modelId="{94F15754-D397-43BF-934D-38CADD1F23F5}" type="presOf" srcId="{FC74915A-8638-408F-AF12-34C5BD84E326}" destId="{337B761F-BAA9-446C-A8E3-99D1120EE415}" srcOrd="0" destOrd="0" presId="urn:microsoft.com/office/officeart/2005/8/layout/hierarchy2"/>
    <dgm:cxn modelId="{BC01FC56-AB21-42E2-A432-2DBF1FCBDFB0}" type="presOf" srcId="{92339BD1-AB1B-49C1-8C74-0C1FECA4B413}" destId="{7F1D7330-592B-464A-B257-CC8BDD367325}" srcOrd="0" destOrd="0" presId="urn:microsoft.com/office/officeart/2005/8/layout/hierarchy2"/>
    <dgm:cxn modelId="{E9609677-929A-4EC1-A389-D48118BC56DC}" type="presOf" srcId="{EEEA6F77-3D7F-4C15-8C47-B76817FF0C79}" destId="{89F703F2-8060-45BF-B8E4-9FA789BDA7DF}" srcOrd="1" destOrd="0" presId="urn:microsoft.com/office/officeart/2005/8/layout/hierarchy2"/>
    <dgm:cxn modelId="{8CFAD45A-2C6E-40A3-A12F-E7CE9A60B4F4}" type="presOf" srcId="{35C328DD-3A99-4823-802D-EE83F4E75910}" destId="{0DCB2157-AB66-4EC7-AC92-DE3882A0E5ED}" srcOrd="0" destOrd="0" presId="urn:microsoft.com/office/officeart/2005/8/layout/hierarchy2"/>
    <dgm:cxn modelId="{7366B87C-7DF8-41F1-85E4-F7001A9C07AC}" srcId="{2A7931A8-D178-4453-9E69-0ED76931D554}" destId="{35C328DD-3A99-4823-802D-EE83F4E75910}" srcOrd="0" destOrd="0" parTransId="{F899B7F7-BEDE-4986-9E71-A32596EA0B27}" sibTransId="{954CF4E7-CC0F-43B4-907A-F9CEB1E3A868}"/>
    <dgm:cxn modelId="{0FD09480-F0AC-4CDE-BC8D-B3447F58C2D6}" type="presOf" srcId="{6A0345A6-3438-41FE-8371-8EFA993CF6BC}" destId="{77DCE99B-C449-410F-9235-83A71CB4E136}" srcOrd="1" destOrd="0" presId="urn:microsoft.com/office/officeart/2005/8/layout/hierarchy2"/>
    <dgm:cxn modelId="{1ADFB680-1104-464F-A07E-95F1D2C360BA}" srcId="{FC74915A-8638-408F-AF12-34C5BD84E326}" destId="{8493C182-2520-438D-BE72-764BCA5FF4AE}" srcOrd="1" destOrd="0" parTransId="{1FB112A8-5112-493E-828F-B800085E17EE}" sibTransId="{44B26CDE-3A9B-4222-9A8A-30385CB4EC57}"/>
    <dgm:cxn modelId="{F219E283-EB14-49DD-8AF5-75956E01D715}" type="presOf" srcId="{D925ACE0-C79D-4FA6-A350-D27E66E02E57}" destId="{AF919F0C-D3B0-4675-8A05-421AE7EA6329}" srcOrd="0" destOrd="0" presId="urn:microsoft.com/office/officeart/2005/8/layout/hierarchy2"/>
    <dgm:cxn modelId="{8FFB4085-A74C-42E3-85B4-D256834FA05C}" srcId="{1791073C-7326-4754-9166-F64EF026F387}" destId="{99D93983-FFF0-41D8-81DA-16AB75271B41}" srcOrd="0" destOrd="0" parTransId="{EEEA6F77-3D7F-4C15-8C47-B76817FF0C79}" sibTransId="{54875C49-6237-48B7-9133-0F99D503DA71}"/>
    <dgm:cxn modelId="{E1D7558A-B9C9-4AC5-B05A-C93E1243E1C2}" type="presOf" srcId="{4D30B0F8-992E-4213-BCF8-71A32C146541}" destId="{D20800DF-786F-4F46-BC8E-7C08B0011206}" srcOrd="0" destOrd="0" presId="urn:microsoft.com/office/officeart/2005/8/layout/hierarchy2"/>
    <dgm:cxn modelId="{79F68F8F-D9AD-4504-B462-98297A40046B}" type="presOf" srcId="{DDC42E38-8442-426D-8A56-FCE4BDB0A8E9}" destId="{070A88D9-DB91-40A8-9101-5D53991D160E}" srcOrd="1" destOrd="0" presId="urn:microsoft.com/office/officeart/2005/8/layout/hierarchy2"/>
    <dgm:cxn modelId="{FA14E994-B64E-4847-B100-6803B1508512}" srcId="{DCF9BA05-DC0F-4D0A-A6AB-E299A13C7337}" destId="{1791073C-7326-4754-9166-F64EF026F387}" srcOrd="0" destOrd="0" parTransId="{D0DC83D4-F37F-49B7-B7E8-3C460A80E041}" sibTransId="{2896815A-3E77-47EB-81E9-C0E691348858}"/>
    <dgm:cxn modelId="{D20DCCA4-212F-4458-9CF0-C0CC5019B3C8}" type="presOf" srcId="{B833E9EF-C990-4654-A909-7131C3EEA37F}" destId="{15BBA178-4DA1-4DFF-9F1B-41EA3B61A245}" srcOrd="0" destOrd="0" presId="urn:microsoft.com/office/officeart/2005/8/layout/hierarchy2"/>
    <dgm:cxn modelId="{9374F5AA-76ED-4CBA-8D8D-0BD4EEC3E7BE}" type="presOf" srcId="{2A7931A8-D178-4453-9E69-0ED76931D554}" destId="{4F1D22CF-CA04-4D7B-88B3-9E053BFBD9AF}" srcOrd="0" destOrd="0" presId="urn:microsoft.com/office/officeart/2005/8/layout/hierarchy2"/>
    <dgm:cxn modelId="{95CFA4BC-BCE7-481A-BE5B-D790223268CB}" srcId="{800D229A-19A0-433C-A6C6-72B1E95EA3A7}" destId="{79FD669E-EAC1-4025-9AD2-929C55644B73}" srcOrd="0" destOrd="0" parTransId="{EBB23182-2EC9-49B2-814D-FA5231D4C237}" sibTransId="{345D2A0A-C546-49C0-91E8-F6A53714D048}"/>
    <dgm:cxn modelId="{E931BCBF-3E0E-497B-9582-EC9B72D9123E}" type="presOf" srcId="{1791073C-7326-4754-9166-F64EF026F387}" destId="{DBA1A94C-9E9B-4A0B-A42D-58DFF72D7B58}" srcOrd="0" destOrd="0" presId="urn:microsoft.com/office/officeart/2005/8/layout/hierarchy2"/>
    <dgm:cxn modelId="{D4E232CB-C73E-4404-8D6E-5FCAEADB5934}" srcId="{465DAE4E-9FBE-4CDB-B2C0-7C5A6B5927FC}" destId="{EEFC3FA3-CF55-49EC-B002-68FD41B19E85}" srcOrd="0" destOrd="0" parTransId="{DDC42E38-8442-426D-8A56-FCE4BDB0A8E9}" sibTransId="{AABC117D-0B20-4C74-BEC7-55F44FC387DB}"/>
    <dgm:cxn modelId="{971768D3-A8C2-4AB2-A6E3-452B6C5C683F}" type="presOf" srcId="{15630165-C41B-457D-8BB3-163364EC3CB9}" destId="{F568B395-4AE8-41FF-955A-729C5CBC6CC0}" srcOrd="0" destOrd="0" presId="urn:microsoft.com/office/officeart/2005/8/layout/hierarchy2"/>
    <dgm:cxn modelId="{DEFC97D5-9C5D-48D7-837F-E1412023801E}" type="presOf" srcId="{1FB112A8-5112-493E-828F-B800085E17EE}" destId="{FA4A68EB-B181-40A3-A138-DA0EA6689D19}" srcOrd="1" destOrd="0" presId="urn:microsoft.com/office/officeart/2005/8/layout/hierarchy2"/>
    <dgm:cxn modelId="{74405BD8-B1D3-44A3-95BF-23CAD2ACD5A2}" type="presOf" srcId="{F899B7F7-BEDE-4986-9E71-A32596EA0B27}" destId="{D1A4060D-AED0-4635-B767-3CE0398E0F23}" srcOrd="0" destOrd="0" presId="urn:microsoft.com/office/officeart/2005/8/layout/hierarchy2"/>
    <dgm:cxn modelId="{37A746D8-AD0F-4B04-B2B6-4B9533239325}" type="presOf" srcId="{11FFDD26-19D9-4197-A2F7-6FB69D36D9A9}" destId="{100AEC06-EDDE-47D7-BBCE-B98A116499A0}" srcOrd="0" destOrd="0" presId="urn:microsoft.com/office/officeart/2005/8/layout/hierarchy2"/>
    <dgm:cxn modelId="{59A91AE8-FF5C-496F-BE08-C9FC96FDBF3B}" type="presOf" srcId="{6A0345A6-3438-41FE-8371-8EFA993CF6BC}" destId="{64ED4F26-6F6D-4A7A-BB9C-168A4173F247}" srcOrd="0" destOrd="0" presId="urn:microsoft.com/office/officeart/2005/8/layout/hierarchy2"/>
    <dgm:cxn modelId="{40F331EA-CB16-46E3-8021-40FEC6CC4F3B}" type="presOf" srcId="{EEEA6F77-3D7F-4C15-8C47-B76817FF0C79}" destId="{33E9F206-D276-4A23-BA67-9AA1A10A4526}" srcOrd="0" destOrd="0" presId="urn:microsoft.com/office/officeart/2005/8/layout/hierarchy2"/>
    <dgm:cxn modelId="{FFD33BEA-7FBD-430D-A55B-A40DE831C35F}" type="presOf" srcId="{800D229A-19A0-433C-A6C6-72B1E95EA3A7}" destId="{45B1E2D3-DC41-49A4-86AB-CE83AEAB44AF}" srcOrd="0" destOrd="0" presId="urn:microsoft.com/office/officeart/2005/8/layout/hierarchy2"/>
    <dgm:cxn modelId="{BF75B9EB-5631-4C68-8F86-4C93D3EFB13B}" srcId="{2A7931A8-D178-4453-9E69-0ED76931D554}" destId="{92339BD1-AB1B-49C1-8C74-0C1FECA4B413}" srcOrd="1" destOrd="0" parTransId="{B68476FA-7658-469C-9F7B-D39B0EFA4847}" sibTransId="{5B755510-9C2D-462D-9DC3-BAAF744C5771}"/>
    <dgm:cxn modelId="{4A5BE5ED-C9AB-41B4-9C9D-B31F17F8D7E4}" type="presOf" srcId="{79FD669E-EAC1-4025-9AD2-929C55644B73}" destId="{5A9FF5F8-D918-4C5B-8F8D-6AA97118B5B3}" srcOrd="0" destOrd="0" presId="urn:microsoft.com/office/officeart/2005/8/layout/hierarchy2"/>
    <dgm:cxn modelId="{642B6BF5-9ED3-4C9A-B817-BC3A1AA48111}" type="presOf" srcId="{465DAE4E-9FBE-4CDB-B2C0-7C5A6B5927FC}" destId="{0759E216-B6CB-4A04-806A-BB17CDA8F6BB}" srcOrd="0" destOrd="0" presId="urn:microsoft.com/office/officeart/2005/8/layout/hierarchy2"/>
    <dgm:cxn modelId="{31CC21FB-C14B-4D9F-B5A0-CF46628819E0}" type="presOf" srcId="{D925ACE0-C79D-4FA6-A350-D27E66E02E57}" destId="{8EF78C2E-BB62-46CA-8D2C-5DB336C2EB5D}" srcOrd="1" destOrd="0" presId="urn:microsoft.com/office/officeart/2005/8/layout/hierarchy2"/>
    <dgm:cxn modelId="{9A0867FE-8576-44D3-84AC-D0116EDAF954}" srcId="{79FD669E-EAC1-4025-9AD2-929C55644B73}" destId="{2A7931A8-D178-4453-9E69-0ED76931D554}" srcOrd="1" destOrd="0" parTransId="{B833E9EF-C990-4654-A909-7131C3EEA37F}" sibTransId="{669408E8-A2E0-4682-A0D0-6D8D3F84BA3D}"/>
    <dgm:cxn modelId="{0A15F796-D747-49C9-ADBA-AFB614D5D723}" type="presParOf" srcId="{45B1E2D3-DC41-49A4-86AB-CE83AEAB44AF}" destId="{EBB26AF0-076C-49B3-9B15-F5D3402B3683}" srcOrd="0" destOrd="0" presId="urn:microsoft.com/office/officeart/2005/8/layout/hierarchy2"/>
    <dgm:cxn modelId="{5CF66948-8D19-45A8-A338-F8D3032571A2}" type="presParOf" srcId="{EBB26AF0-076C-49B3-9B15-F5D3402B3683}" destId="{5A9FF5F8-D918-4C5B-8F8D-6AA97118B5B3}" srcOrd="0" destOrd="0" presId="urn:microsoft.com/office/officeart/2005/8/layout/hierarchy2"/>
    <dgm:cxn modelId="{5FB99851-2309-46D7-A894-0F0010FC4963}" type="presParOf" srcId="{EBB26AF0-076C-49B3-9B15-F5D3402B3683}" destId="{527C7936-5CD7-4473-941E-735BA5779286}" srcOrd="1" destOrd="0" presId="urn:microsoft.com/office/officeart/2005/8/layout/hierarchy2"/>
    <dgm:cxn modelId="{CB2781F8-45E7-4FA1-A634-D79778B96D55}" type="presParOf" srcId="{527C7936-5CD7-4473-941E-735BA5779286}" destId="{D20800DF-786F-4F46-BC8E-7C08B0011206}" srcOrd="0" destOrd="0" presId="urn:microsoft.com/office/officeart/2005/8/layout/hierarchy2"/>
    <dgm:cxn modelId="{DBFC8DF6-E142-4725-B1BF-A562CD7E6902}" type="presParOf" srcId="{D20800DF-786F-4F46-BC8E-7C08B0011206}" destId="{94F801FA-C5A2-4E0B-8E38-C8D9140202CF}" srcOrd="0" destOrd="0" presId="urn:microsoft.com/office/officeart/2005/8/layout/hierarchy2"/>
    <dgm:cxn modelId="{FB1A7601-4BD1-4995-9810-22876707CC96}" type="presParOf" srcId="{527C7936-5CD7-4473-941E-735BA5779286}" destId="{5B96A166-B3C9-4D65-B782-51476E50FAD9}" srcOrd="1" destOrd="0" presId="urn:microsoft.com/office/officeart/2005/8/layout/hierarchy2"/>
    <dgm:cxn modelId="{9F7796A8-015B-48B1-BAF7-C8B688587E61}" type="presParOf" srcId="{5B96A166-B3C9-4D65-B782-51476E50FAD9}" destId="{337B761F-BAA9-446C-A8E3-99D1120EE415}" srcOrd="0" destOrd="0" presId="urn:microsoft.com/office/officeart/2005/8/layout/hierarchy2"/>
    <dgm:cxn modelId="{C7D992A8-33F3-45E4-B4F6-A34C9FEB2A51}" type="presParOf" srcId="{5B96A166-B3C9-4D65-B782-51476E50FAD9}" destId="{A22D8E5D-C12C-457C-8083-D79AD682A8FC}" srcOrd="1" destOrd="0" presId="urn:microsoft.com/office/officeart/2005/8/layout/hierarchy2"/>
    <dgm:cxn modelId="{836200BC-01DC-4F9C-BB54-870B33C8BFC5}" type="presParOf" srcId="{A22D8E5D-C12C-457C-8083-D79AD682A8FC}" destId="{64ED4F26-6F6D-4A7A-BB9C-168A4173F247}" srcOrd="0" destOrd="0" presId="urn:microsoft.com/office/officeart/2005/8/layout/hierarchy2"/>
    <dgm:cxn modelId="{FDF89815-3144-477A-8F83-C10B8E69C417}" type="presParOf" srcId="{64ED4F26-6F6D-4A7A-BB9C-168A4173F247}" destId="{77DCE99B-C449-410F-9235-83A71CB4E136}" srcOrd="0" destOrd="0" presId="urn:microsoft.com/office/officeart/2005/8/layout/hierarchy2"/>
    <dgm:cxn modelId="{63859183-EFB8-4F21-96DF-9547685DD0FD}" type="presParOf" srcId="{A22D8E5D-C12C-457C-8083-D79AD682A8FC}" destId="{6EE3EA7E-5B63-4258-B99A-036FCB8ECA99}" srcOrd="1" destOrd="0" presId="urn:microsoft.com/office/officeart/2005/8/layout/hierarchy2"/>
    <dgm:cxn modelId="{1AFA03CC-6963-48A3-8809-F7012FB1DE92}" type="presParOf" srcId="{6EE3EA7E-5B63-4258-B99A-036FCB8ECA99}" destId="{713C6B1F-5D5E-4D8A-B185-2B84207921A9}" srcOrd="0" destOrd="0" presId="urn:microsoft.com/office/officeart/2005/8/layout/hierarchy2"/>
    <dgm:cxn modelId="{3FBE41C4-C69D-4FBB-B694-CFE80B08F875}" type="presParOf" srcId="{6EE3EA7E-5B63-4258-B99A-036FCB8ECA99}" destId="{0FC25E09-2D2C-42B1-AFC5-EE2EDA3EC4DB}" srcOrd="1" destOrd="0" presId="urn:microsoft.com/office/officeart/2005/8/layout/hierarchy2"/>
    <dgm:cxn modelId="{1F6ECF7A-7947-4E0C-A46C-E58D44E5298B}" type="presParOf" srcId="{A22D8E5D-C12C-457C-8083-D79AD682A8FC}" destId="{3C78C75D-17CC-4FDF-8F37-5F0B527EFE85}" srcOrd="2" destOrd="0" presId="urn:microsoft.com/office/officeart/2005/8/layout/hierarchy2"/>
    <dgm:cxn modelId="{26565986-EE1F-4C79-86C0-61B1F0ED416F}" type="presParOf" srcId="{3C78C75D-17CC-4FDF-8F37-5F0B527EFE85}" destId="{FA4A68EB-B181-40A3-A138-DA0EA6689D19}" srcOrd="0" destOrd="0" presId="urn:microsoft.com/office/officeart/2005/8/layout/hierarchy2"/>
    <dgm:cxn modelId="{D63D4283-5A2C-4AAA-9068-22A8D6C94DA2}" type="presParOf" srcId="{A22D8E5D-C12C-457C-8083-D79AD682A8FC}" destId="{5CD5D021-47DC-40DC-840B-4CF6859B3619}" srcOrd="3" destOrd="0" presId="urn:microsoft.com/office/officeart/2005/8/layout/hierarchy2"/>
    <dgm:cxn modelId="{D6970395-3BE5-40A9-B864-2BE01A94540E}" type="presParOf" srcId="{5CD5D021-47DC-40DC-840B-4CF6859B3619}" destId="{47772240-F486-4145-836D-AB0E8AD0B855}" srcOrd="0" destOrd="0" presId="urn:microsoft.com/office/officeart/2005/8/layout/hierarchy2"/>
    <dgm:cxn modelId="{FD34F864-A0D0-44DD-B264-30A626EB372E}" type="presParOf" srcId="{5CD5D021-47DC-40DC-840B-4CF6859B3619}" destId="{4707EDAD-C36A-4191-9D08-049FA539A2AA}" srcOrd="1" destOrd="0" presId="urn:microsoft.com/office/officeart/2005/8/layout/hierarchy2"/>
    <dgm:cxn modelId="{C0E4D537-8887-4BF0-AEC6-136666CC01B3}" type="presParOf" srcId="{527C7936-5CD7-4473-941E-735BA5779286}" destId="{15BBA178-4DA1-4DFF-9F1B-41EA3B61A245}" srcOrd="2" destOrd="0" presId="urn:microsoft.com/office/officeart/2005/8/layout/hierarchy2"/>
    <dgm:cxn modelId="{DAB227EB-8944-4B37-8A06-EAAB48C7F506}" type="presParOf" srcId="{15BBA178-4DA1-4DFF-9F1B-41EA3B61A245}" destId="{047509D2-5553-4EAA-B72E-D6FFC04C6B66}" srcOrd="0" destOrd="0" presId="urn:microsoft.com/office/officeart/2005/8/layout/hierarchy2"/>
    <dgm:cxn modelId="{B794E6B4-2D4A-4983-9306-2EA634DC0B2F}" type="presParOf" srcId="{527C7936-5CD7-4473-941E-735BA5779286}" destId="{4F1CF974-A802-4121-A7A3-EAFF84EE5785}" srcOrd="3" destOrd="0" presId="urn:microsoft.com/office/officeart/2005/8/layout/hierarchy2"/>
    <dgm:cxn modelId="{9FBB3D86-4B63-4145-AD2A-D862B6DDF197}" type="presParOf" srcId="{4F1CF974-A802-4121-A7A3-EAFF84EE5785}" destId="{4F1D22CF-CA04-4D7B-88B3-9E053BFBD9AF}" srcOrd="0" destOrd="0" presId="urn:microsoft.com/office/officeart/2005/8/layout/hierarchy2"/>
    <dgm:cxn modelId="{19A86B82-FDA6-43AE-BAB1-E00596683FAA}" type="presParOf" srcId="{4F1CF974-A802-4121-A7A3-EAFF84EE5785}" destId="{C076007F-C85A-4AEA-A2A7-47C55F16CBA5}" srcOrd="1" destOrd="0" presId="urn:microsoft.com/office/officeart/2005/8/layout/hierarchy2"/>
    <dgm:cxn modelId="{BC83F91E-B814-4B3C-9546-72FAB62E5B67}" type="presParOf" srcId="{C076007F-C85A-4AEA-A2A7-47C55F16CBA5}" destId="{D1A4060D-AED0-4635-B767-3CE0398E0F23}" srcOrd="0" destOrd="0" presId="urn:microsoft.com/office/officeart/2005/8/layout/hierarchy2"/>
    <dgm:cxn modelId="{44432183-2F55-423D-957C-979B8CAD9001}" type="presParOf" srcId="{D1A4060D-AED0-4635-B767-3CE0398E0F23}" destId="{7B7EA043-1D16-4355-9515-D8D7209DEE24}" srcOrd="0" destOrd="0" presId="urn:microsoft.com/office/officeart/2005/8/layout/hierarchy2"/>
    <dgm:cxn modelId="{026F83BB-8F10-4D46-8C60-B48B535CCA54}" type="presParOf" srcId="{C076007F-C85A-4AEA-A2A7-47C55F16CBA5}" destId="{99F93951-C676-4FBB-940D-3988D5F8FB00}" srcOrd="1" destOrd="0" presId="urn:microsoft.com/office/officeart/2005/8/layout/hierarchy2"/>
    <dgm:cxn modelId="{0F3569D0-D435-44B3-99CF-70CEC6BE97FD}" type="presParOf" srcId="{99F93951-C676-4FBB-940D-3988D5F8FB00}" destId="{0DCB2157-AB66-4EC7-AC92-DE3882A0E5ED}" srcOrd="0" destOrd="0" presId="urn:microsoft.com/office/officeart/2005/8/layout/hierarchy2"/>
    <dgm:cxn modelId="{36A93BF9-A6F2-4A19-9722-5BA0468F2418}" type="presParOf" srcId="{99F93951-C676-4FBB-940D-3988D5F8FB00}" destId="{F8D7FB58-7C7E-4D7B-83DE-30C2B7874A4B}" srcOrd="1" destOrd="0" presId="urn:microsoft.com/office/officeart/2005/8/layout/hierarchy2"/>
    <dgm:cxn modelId="{645681D0-860C-409F-B861-EA5828A5B9FA}" type="presParOf" srcId="{F8D7FB58-7C7E-4D7B-83DE-30C2B7874A4B}" destId="{427630FF-46CE-4847-91B5-DBBB27B74F1C}" srcOrd="0" destOrd="0" presId="urn:microsoft.com/office/officeart/2005/8/layout/hierarchy2"/>
    <dgm:cxn modelId="{6D80ADE1-9007-4BEA-8EF7-B750902D6710}" type="presParOf" srcId="{427630FF-46CE-4847-91B5-DBBB27B74F1C}" destId="{9E6F2BD9-A132-4210-9D9F-4B85B4AC4AB4}" srcOrd="0" destOrd="0" presId="urn:microsoft.com/office/officeart/2005/8/layout/hierarchy2"/>
    <dgm:cxn modelId="{260D3644-3A9B-4BA7-9F85-F523100E3A25}" type="presParOf" srcId="{F8D7FB58-7C7E-4D7B-83DE-30C2B7874A4B}" destId="{D7A441D7-E5FD-4484-AD4B-AB9EE0733A69}" srcOrd="1" destOrd="0" presId="urn:microsoft.com/office/officeart/2005/8/layout/hierarchy2"/>
    <dgm:cxn modelId="{5C05BDD1-41B8-49F0-8692-95ED0FDF9887}" type="presParOf" srcId="{D7A441D7-E5FD-4484-AD4B-AB9EE0733A69}" destId="{7B978CEB-ECE0-4404-9A96-4EF84FF948A8}" srcOrd="0" destOrd="0" presId="urn:microsoft.com/office/officeart/2005/8/layout/hierarchy2"/>
    <dgm:cxn modelId="{237FF06B-888A-4DCC-A1AC-8D5399B2CE27}" type="presParOf" srcId="{D7A441D7-E5FD-4484-AD4B-AB9EE0733A69}" destId="{C7D7F7D1-5D53-40E1-9798-4784BB5C140A}" srcOrd="1" destOrd="0" presId="urn:microsoft.com/office/officeart/2005/8/layout/hierarchy2"/>
    <dgm:cxn modelId="{173A3187-98C5-415E-A014-3BE1A53CFEF8}" type="presParOf" srcId="{C076007F-C85A-4AEA-A2A7-47C55F16CBA5}" destId="{87B7EAED-9F88-4A3A-851A-3814BE1BFD34}" srcOrd="2" destOrd="0" presId="urn:microsoft.com/office/officeart/2005/8/layout/hierarchy2"/>
    <dgm:cxn modelId="{FBEC7CB4-E5AD-40ED-B2BF-D827E9234107}" type="presParOf" srcId="{87B7EAED-9F88-4A3A-851A-3814BE1BFD34}" destId="{F140F9DB-5F36-47E8-8ED7-4826D1C97EE0}" srcOrd="0" destOrd="0" presId="urn:microsoft.com/office/officeart/2005/8/layout/hierarchy2"/>
    <dgm:cxn modelId="{E04691D1-DF2C-4568-8382-AA179B6087F8}" type="presParOf" srcId="{C076007F-C85A-4AEA-A2A7-47C55F16CBA5}" destId="{29F55129-5288-4E4A-9BBF-B2A2A9125A22}" srcOrd="3" destOrd="0" presId="urn:microsoft.com/office/officeart/2005/8/layout/hierarchy2"/>
    <dgm:cxn modelId="{4B249498-7E40-4B21-A94A-98E0A2829A98}" type="presParOf" srcId="{29F55129-5288-4E4A-9BBF-B2A2A9125A22}" destId="{7F1D7330-592B-464A-B257-CC8BDD367325}" srcOrd="0" destOrd="0" presId="urn:microsoft.com/office/officeart/2005/8/layout/hierarchy2"/>
    <dgm:cxn modelId="{38B7B9F0-BBB6-4AAC-A1E6-C2CBB9550920}" type="presParOf" srcId="{29F55129-5288-4E4A-9BBF-B2A2A9125A22}" destId="{3432FD37-8615-4781-89E7-74F4FE8D9569}" srcOrd="1" destOrd="0" presId="urn:microsoft.com/office/officeart/2005/8/layout/hierarchy2"/>
    <dgm:cxn modelId="{3E81BCF0-F87B-4194-A589-694569E83695}" type="presParOf" srcId="{3432FD37-8615-4781-89E7-74F4FE8D9569}" destId="{AF919F0C-D3B0-4675-8A05-421AE7EA6329}" srcOrd="0" destOrd="0" presId="urn:microsoft.com/office/officeart/2005/8/layout/hierarchy2"/>
    <dgm:cxn modelId="{2404279D-8143-4B00-BB66-FD4F0C1F7351}" type="presParOf" srcId="{AF919F0C-D3B0-4675-8A05-421AE7EA6329}" destId="{8EF78C2E-BB62-46CA-8D2C-5DB336C2EB5D}" srcOrd="0" destOrd="0" presId="urn:microsoft.com/office/officeart/2005/8/layout/hierarchy2"/>
    <dgm:cxn modelId="{9934F855-9770-418A-B5D9-DD1DE6C81384}" type="presParOf" srcId="{3432FD37-8615-4781-89E7-74F4FE8D9569}" destId="{E5803FE4-B658-4D77-9C56-9327F7D02E57}" srcOrd="1" destOrd="0" presId="urn:microsoft.com/office/officeart/2005/8/layout/hierarchy2"/>
    <dgm:cxn modelId="{0785371C-04D0-46CA-8F8C-D20DBBBDA1A8}" type="presParOf" srcId="{E5803FE4-B658-4D77-9C56-9327F7D02E57}" destId="{F568B395-4AE8-41FF-955A-729C5CBC6CC0}" srcOrd="0" destOrd="0" presId="urn:microsoft.com/office/officeart/2005/8/layout/hierarchy2"/>
    <dgm:cxn modelId="{C2AC4EA0-C4EF-4B3F-B01D-8469D886097D}" type="presParOf" srcId="{E5803FE4-B658-4D77-9C56-9327F7D02E57}" destId="{7B8AE765-A9C8-424D-B90B-D1DDAD81CD5E}" srcOrd="1" destOrd="0" presId="urn:microsoft.com/office/officeart/2005/8/layout/hierarchy2"/>
    <dgm:cxn modelId="{33F39DF3-C5F4-41D1-9F1A-94CDC47E0036}" type="presParOf" srcId="{527C7936-5CD7-4473-941E-735BA5779286}" destId="{CCA14011-EFA3-4EA7-97AD-2FD54FA1DE20}" srcOrd="4" destOrd="0" presId="urn:microsoft.com/office/officeart/2005/8/layout/hierarchy2"/>
    <dgm:cxn modelId="{1B9FEA29-6AB7-4316-9C81-76C3B8C93668}" type="presParOf" srcId="{CCA14011-EFA3-4EA7-97AD-2FD54FA1DE20}" destId="{F4C90B94-2AA9-412F-8E57-8411944D1049}" srcOrd="0" destOrd="0" presId="urn:microsoft.com/office/officeart/2005/8/layout/hierarchy2"/>
    <dgm:cxn modelId="{EE056F17-1CCC-47F3-88F0-A2927A58371A}" type="presParOf" srcId="{527C7936-5CD7-4473-941E-735BA5779286}" destId="{050E7A25-6CB3-4141-BDDB-90DE3EF6C58A}" srcOrd="5" destOrd="0" presId="urn:microsoft.com/office/officeart/2005/8/layout/hierarchy2"/>
    <dgm:cxn modelId="{E15B4535-B2BC-4B5B-9C9D-A8C510CACC50}" type="presParOf" srcId="{050E7A25-6CB3-4141-BDDB-90DE3EF6C58A}" destId="{E23154D6-1286-42D1-A2F8-0687BFB08A15}" srcOrd="0" destOrd="0" presId="urn:microsoft.com/office/officeart/2005/8/layout/hierarchy2"/>
    <dgm:cxn modelId="{601EBC21-4D8B-4BE3-B13D-C0AADD8BED5A}" type="presParOf" srcId="{050E7A25-6CB3-4141-BDDB-90DE3EF6C58A}" destId="{C53A5B4B-F10B-4F4B-9CA2-DEC77E901036}" srcOrd="1" destOrd="0" presId="urn:microsoft.com/office/officeart/2005/8/layout/hierarchy2"/>
    <dgm:cxn modelId="{1ACB0C8D-EAAE-4D43-9B14-12BB25E5A71E}" type="presParOf" srcId="{C53A5B4B-F10B-4F4B-9CA2-DEC77E901036}" destId="{A88A2A4B-E057-475F-BD60-1518C88EC744}" srcOrd="0" destOrd="0" presId="urn:microsoft.com/office/officeart/2005/8/layout/hierarchy2"/>
    <dgm:cxn modelId="{C35A7C8E-9CEB-494E-B51E-E87EA88E059B}" type="presParOf" srcId="{A88A2A4B-E057-475F-BD60-1518C88EC744}" destId="{80A324EE-3118-403B-930E-D270B83599C5}" srcOrd="0" destOrd="0" presId="urn:microsoft.com/office/officeart/2005/8/layout/hierarchy2"/>
    <dgm:cxn modelId="{E53793A2-ACFB-49D1-B411-B7EC8DC7A155}" type="presParOf" srcId="{C53A5B4B-F10B-4F4B-9CA2-DEC77E901036}" destId="{7FF8EB1D-6BC6-4D5E-B434-277A9B1AED77}" srcOrd="1" destOrd="0" presId="urn:microsoft.com/office/officeart/2005/8/layout/hierarchy2"/>
    <dgm:cxn modelId="{CECA27CF-5D76-4758-A909-80036327FC3F}" type="presParOf" srcId="{7FF8EB1D-6BC6-4D5E-B434-277A9B1AED77}" destId="{DBA1A94C-9E9B-4A0B-A42D-58DFF72D7B58}" srcOrd="0" destOrd="0" presId="urn:microsoft.com/office/officeart/2005/8/layout/hierarchy2"/>
    <dgm:cxn modelId="{1CA15FE8-7EF0-4301-A56E-6A56B219B465}" type="presParOf" srcId="{7FF8EB1D-6BC6-4D5E-B434-277A9B1AED77}" destId="{37CC0C28-741E-43C7-AA28-31F95C6367BE}" srcOrd="1" destOrd="0" presId="urn:microsoft.com/office/officeart/2005/8/layout/hierarchy2"/>
    <dgm:cxn modelId="{3F644A5A-7590-4622-A7D0-992EFDFC2849}" type="presParOf" srcId="{37CC0C28-741E-43C7-AA28-31F95C6367BE}" destId="{33E9F206-D276-4A23-BA67-9AA1A10A4526}" srcOrd="0" destOrd="0" presId="urn:microsoft.com/office/officeart/2005/8/layout/hierarchy2"/>
    <dgm:cxn modelId="{37BF02BC-5189-4ACF-82C0-E4FF26F547B6}" type="presParOf" srcId="{33E9F206-D276-4A23-BA67-9AA1A10A4526}" destId="{89F703F2-8060-45BF-B8E4-9FA789BDA7DF}" srcOrd="0" destOrd="0" presId="urn:microsoft.com/office/officeart/2005/8/layout/hierarchy2"/>
    <dgm:cxn modelId="{C69487CE-C645-4571-9FFA-A32048AF9A4C}" type="presParOf" srcId="{37CC0C28-741E-43C7-AA28-31F95C6367BE}" destId="{5731DC1B-4FDA-4AA2-9C5C-BCACDD2A1FE4}" srcOrd="1" destOrd="0" presId="urn:microsoft.com/office/officeart/2005/8/layout/hierarchy2"/>
    <dgm:cxn modelId="{E6934229-ABF4-43E0-95EB-A75B75FCD375}" type="presParOf" srcId="{5731DC1B-4FDA-4AA2-9C5C-BCACDD2A1FE4}" destId="{7072FE84-83A5-4E10-9BB3-D8A0C463BD96}" srcOrd="0" destOrd="0" presId="urn:microsoft.com/office/officeart/2005/8/layout/hierarchy2"/>
    <dgm:cxn modelId="{8F230C6C-D1A6-4C1D-8403-03D1EE210107}" type="presParOf" srcId="{5731DC1B-4FDA-4AA2-9C5C-BCACDD2A1FE4}" destId="{043C4DD8-7DCA-4640-BACB-8D6B11B65E06}" srcOrd="1" destOrd="0" presId="urn:microsoft.com/office/officeart/2005/8/layout/hierarchy2"/>
    <dgm:cxn modelId="{21B8F837-6398-464D-B1F4-41023AE92C38}" type="presParOf" srcId="{C53A5B4B-F10B-4F4B-9CA2-DEC77E901036}" destId="{100AEC06-EDDE-47D7-BBCE-B98A116499A0}" srcOrd="2" destOrd="0" presId="urn:microsoft.com/office/officeart/2005/8/layout/hierarchy2"/>
    <dgm:cxn modelId="{5EA85B56-D05E-48D0-B291-17772E8903A1}" type="presParOf" srcId="{100AEC06-EDDE-47D7-BBCE-B98A116499A0}" destId="{19BC2DDA-C041-4592-9D2F-EAFBBCD4A762}" srcOrd="0" destOrd="0" presId="urn:microsoft.com/office/officeart/2005/8/layout/hierarchy2"/>
    <dgm:cxn modelId="{F0473591-4348-461C-8D60-ED726BA118D6}" type="presParOf" srcId="{C53A5B4B-F10B-4F4B-9CA2-DEC77E901036}" destId="{4FA69742-1C7F-4BA9-910D-142A9A8DC817}" srcOrd="3" destOrd="0" presId="urn:microsoft.com/office/officeart/2005/8/layout/hierarchy2"/>
    <dgm:cxn modelId="{23177D88-34DD-400D-9466-EFB37586DB83}" type="presParOf" srcId="{4FA69742-1C7F-4BA9-910D-142A9A8DC817}" destId="{0759E216-B6CB-4A04-806A-BB17CDA8F6BB}" srcOrd="0" destOrd="0" presId="urn:microsoft.com/office/officeart/2005/8/layout/hierarchy2"/>
    <dgm:cxn modelId="{916C4E22-08DE-44FA-87C0-14D0E0D0D6BD}" type="presParOf" srcId="{4FA69742-1C7F-4BA9-910D-142A9A8DC817}" destId="{2AA6AD56-D15D-4B83-A122-31FA75E70977}" srcOrd="1" destOrd="0" presId="urn:microsoft.com/office/officeart/2005/8/layout/hierarchy2"/>
    <dgm:cxn modelId="{A246A24E-E9A6-44F8-88E9-5F2543141108}" type="presParOf" srcId="{2AA6AD56-D15D-4B83-A122-31FA75E70977}" destId="{3DFF0752-00CB-41A4-BE70-33E0B40A0077}" srcOrd="0" destOrd="0" presId="urn:microsoft.com/office/officeart/2005/8/layout/hierarchy2"/>
    <dgm:cxn modelId="{311ABF31-6823-46E6-A705-683C19F7450C}" type="presParOf" srcId="{3DFF0752-00CB-41A4-BE70-33E0B40A0077}" destId="{070A88D9-DB91-40A8-9101-5D53991D160E}" srcOrd="0" destOrd="0" presId="urn:microsoft.com/office/officeart/2005/8/layout/hierarchy2"/>
    <dgm:cxn modelId="{D4E5C78D-7F1D-41E6-979F-27D22942F63C}" type="presParOf" srcId="{2AA6AD56-D15D-4B83-A122-31FA75E70977}" destId="{D5D8DA58-E9FF-4833-B8AF-39264CDDE52A}" srcOrd="1" destOrd="0" presId="urn:microsoft.com/office/officeart/2005/8/layout/hierarchy2"/>
    <dgm:cxn modelId="{3A84217F-49A1-4A1A-AA00-E356A7572612}" type="presParOf" srcId="{D5D8DA58-E9FF-4833-B8AF-39264CDDE52A}" destId="{DBA7DFE3-C36B-42BF-81E3-D686025FB760}" srcOrd="0" destOrd="0" presId="urn:microsoft.com/office/officeart/2005/8/layout/hierarchy2"/>
    <dgm:cxn modelId="{762474FB-CE07-4280-8653-1538069E7194}" type="presParOf" srcId="{D5D8DA58-E9FF-4833-B8AF-39264CDDE52A}" destId="{FA876DDB-46D3-4020-8BEA-640C4CA3655B}"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00D229A-19A0-433C-A6C6-72B1E95EA3A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FC74915A-8638-408F-AF12-34C5BD84E326}">
      <dgm:prSet phldrT="[Texte]"/>
      <dgm:spPr>
        <a:solidFill>
          <a:schemeClr val="tx1"/>
        </a:solidFill>
      </dgm:spPr>
      <dgm:t>
        <a:bodyPr/>
        <a:lstStyle/>
        <a:p>
          <a:r>
            <a:rPr lang="en-US" dirty="0"/>
            <a:t>Compete</a:t>
          </a:r>
        </a:p>
      </dgm:t>
    </dgm:pt>
    <dgm:pt modelId="{4D30B0F8-992E-4213-BCF8-71A32C146541}" type="parTrans" cxnId="{1862B903-8844-4263-8004-B8EE735C6A66}">
      <dgm:prSet/>
      <dgm:spPr/>
      <dgm:t>
        <a:bodyPr/>
        <a:lstStyle/>
        <a:p>
          <a:endParaRPr lang="en-US"/>
        </a:p>
      </dgm:t>
    </dgm:pt>
    <dgm:pt modelId="{E0CD23B3-0E1C-48A8-A4E5-19CA824E17DA}" type="sibTrans" cxnId="{1862B903-8844-4263-8004-B8EE735C6A66}">
      <dgm:prSet/>
      <dgm:spPr/>
      <dgm:t>
        <a:bodyPr/>
        <a:lstStyle/>
        <a:p>
          <a:endParaRPr lang="en-US"/>
        </a:p>
      </dgm:t>
    </dgm:pt>
    <dgm:pt modelId="{8493C182-2520-438D-BE72-764BCA5FF4AE}">
      <dgm:prSet phldrT="[Texte]"/>
      <dgm:spPr>
        <a:solidFill>
          <a:schemeClr val="tx1"/>
        </a:solidFill>
      </dgm:spPr>
      <dgm:t>
        <a:bodyPr/>
        <a:lstStyle/>
        <a:p>
          <a:r>
            <a:rPr lang="en-US" dirty="0"/>
            <a:t>The best way wins or dominates</a:t>
          </a:r>
        </a:p>
      </dgm:t>
    </dgm:pt>
    <dgm:pt modelId="{1FB112A8-5112-493E-828F-B800085E17EE}" type="parTrans" cxnId="{1ADFB680-1104-464F-A07E-95F1D2C360BA}">
      <dgm:prSet/>
      <dgm:spPr/>
      <dgm:t>
        <a:bodyPr/>
        <a:lstStyle/>
        <a:p>
          <a:endParaRPr lang="en-US"/>
        </a:p>
      </dgm:t>
    </dgm:pt>
    <dgm:pt modelId="{44B26CDE-3A9B-4222-9A8A-30385CB4EC57}" type="sibTrans" cxnId="{1ADFB680-1104-464F-A07E-95F1D2C360BA}">
      <dgm:prSet/>
      <dgm:spPr/>
      <dgm:t>
        <a:bodyPr/>
        <a:lstStyle/>
        <a:p>
          <a:endParaRPr lang="en-US"/>
        </a:p>
      </dgm:t>
    </dgm:pt>
    <dgm:pt modelId="{2A7931A8-D178-4453-9E69-0ED76931D554}">
      <dgm:prSet phldrT="[Texte]"/>
      <dgm:spPr/>
      <dgm:t>
        <a:bodyPr/>
        <a:lstStyle/>
        <a:p>
          <a:r>
            <a:rPr lang="en-US" dirty="0"/>
            <a:t>Integrate</a:t>
          </a:r>
        </a:p>
      </dgm:t>
    </dgm:pt>
    <dgm:pt modelId="{B833E9EF-C990-4654-A909-7131C3EEA37F}" type="parTrans" cxnId="{9A0867FE-8576-44D3-84AC-D0116EDAF954}">
      <dgm:prSet/>
      <dgm:spPr/>
      <dgm:t>
        <a:bodyPr/>
        <a:lstStyle/>
        <a:p>
          <a:endParaRPr lang="en-US"/>
        </a:p>
      </dgm:t>
    </dgm:pt>
    <dgm:pt modelId="{669408E8-A2E0-4682-A0D0-6D8D3F84BA3D}" type="sibTrans" cxnId="{9A0867FE-8576-44D3-84AC-D0116EDAF954}">
      <dgm:prSet/>
      <dgm:spPr/>
      <dgm:t>
        <a:bodyPr/>
        <a:lstStyle/>
        <a:p>
          <a:endParaRPr lang="en-US"/>
        </a:p>
      </dgm:t>
    </dgm:pt>
    <dgm:pt modelId="{92339BD1-AB1B-49C1-8C74-0C1FECA4B413}">
      <dgm:prSet phldrT="[Texte]"/>
      <dgm:spPr/>
      <dgm:t>
        <a:bodyPr/>
        <a:lstStyle/>
        <a:p>
          <a:r>
            <a:rPr lang="en-US" dirty="0"/>
            <a:t>Synergy</a:t>
          </a:r>
        </a:p>
      </dgm:t>
    </dgm:pt>
    <dgm:pt modelId="{B68476FA-7658-469C-9F7B-D39B0EFA4847}" type="parTrans" cxnId="{BF75B9EB-5631-4C68-8F86-4C93D3EFB13B}">
      <dgm:prSet/>
      <dgm:spPr/>
      <dgm:t>
        <a:bodyPr/>
        <a:lstStyle/>
        <a:p>
          <a:endParaRPr lang="en-US"/>
        </a:p>
      </dgm:t>
    </dgm:pt>
    <dgm:pt modelId="{5B755510-9C2D-462D-9DC3-BAAF744C5771}" type="sibTrans" cxnId="{BF75B9EB-5631-4C68-8F86-4C93D3EFB13B}">
      <dgm:prSet/>
      <dgm:spPr/>
      <dgm:t>
        <a:bodyPr/>
        <a:lstStyle/>
        <a:p>
          <a:endParaRPr lang="en-US"/>
        </a:p>
      </dgm:t>
    </dgm:pt>
    <dgm:pt modelId="{DCF9BA05-DC0F-4D0A-A6AB-E299A13C7337}">
      <dgm:prSet phldrT="[Texte]"/>
      <dgm:spPr>
        <a:solidFill>
          <a:srgbClr val="EC7B2B"/>
        </a:solidFill>
      </dgm:spPr>
      <dgm:t>
        <a:bodyPr/>
        <a:lstStyle/>
        <a:p>
          <a:r>
            <a:rPr lang="en-US" dirty="0">
              <a:solidFill>
                <a:schemeClr val="tx1"/>
              </a:solidFill>
            </a:rPr>
            <a:t>Differentiate</a:t>
          </a:r>
        </a:p>
      </dgm:t>
    </dgm:pt>
    <dgm:pt modelId="{680E9281-1BAA-47BA-8188-0A479C1F719F}" type="parTrans" cxnId="{EF3D553E-CFF7-48FB-946A-517FD4D25920}">
      <dgm:prSet/>
      <dgm:spPr/>
      <dgm:t>
        <a:bodyPr/>
        <a:lstStyle/>
        <a:p>
          <a:endParaRPr lang="en-US"/>
        </a:p>
      </dgm:t>
    </dgm:pt>
    <dgm:pt modelId="{A28A60F1-557D-4854-949F-49C8D6BEBE29}" type="sibTrans" cxnId="{EF3D553E-CFF7-48FB-946A-517FD4D25920}">
      <dgm:prSet/>
      <dgm:spPr/>
      <dgm:t>
        <a:bodyPr/>
        <a:lstStyle/>
        <a:p>
          <a:endParaRPr lang="en-US"/>
        </a:p>
      </dgm:t>
    </dgm:pt>
    <dgm:pt modelId="{1791073C-7326-4754-9166-F64EF026F387}">
      <dgm:prSet phldrT="[Texte]"/>
      <dgm:spPr>
        <a:solidFill>
          <a:srgbClr val="EC7B2B"/>
        </a:solidFill>
      </dgm:spPr>
      <dgm:t>
        <a:bodyPr/>
        <a:lstStyle/>
        <a:p>
          <a:r>
            <a:rPr lang="en-US" dirty="0">
              <a:solidFill>
                <a:schemeClr val="tx1"/>
              </a:solidFill>
            </a:rPr>
            <a:t>A &amp; B end up providing different values to different segments</a:t>
          </a:r>
        </a:p>
      </dgm:t>
    </dgm:pt>
    <dgm:pt modelId="{D0DC83D4-F37F-49B7-B7E8-3C460A80E041}" type="parTrans" cxnId="{FA14E994-B64E-4847-B100-6803B1508512}">
      <dgm:prSet/>
      <dgm:spPr/>
      <dgm:t>
        <a:bodyPr/>
        <a:lstStyle/>
        <a:p>
          <a:endParaRPr lang="en-US"/>
        </a:p>
      </dgm:t>
    </dgm:pt>
    <dgm:pt modelId="{2896815A-3E77-47EB-81E9-C0E691348858}" type="sibTrans" cxnId="{FA14E994-B64E-4847-B100-6803B1508512}">
      <dgm:prSet/>
      <dgm:spPr/>
      <dgm:t>
        <a:bodyPr/>
        <a:lstStyle/>
        <a:p>
          <a:endParaRPr lang="en-US"/>
        </a:p>
      </dgm:t>
    </dgm:pt>
    <dgm:pt modelId="{465DAE4E-9FBE-4CDB-B2C0-7C5A6B5927FC}">
      <dgm:prSet phldrT="[Texte]"/>
      <dgm:spPr>
        <a:solidFill>
          <a:srgbClr val="EC7B2B"/>
        </a:solidFill>
      </dgm:spPr>
      <dgm:t>
        <a:bodyPr/>
        <a:lstStyle/>
        <a:p>
          <a:r>
            <a:rPr lang="en-US" dirty="0">
              <a:solidFill>
                <a:schemeClr val="tx1"/>
              </a:solidFill>
            </a:rPr>
            <a:t>Market specialization</a:t>
          </a:r>
        </a:p>
      </dgm:t>
    </dgm:pt>
    <dgm:pt modelId="{11FFDD26-19D9-4197-A2F7-6FB69D36D9A9}" type="parTrans" cxnId="{4BAA5342-2C93-41EB-A01B-3E578B1E89E5}">
      <dgm:prSet/>
      <dgm:spPr/>
      <dgm:t>
        <a:bodyPr/>
        <a:lstStyle/>
        <a:p>
          <a:endParaRPr lang="en-US"/>
        </a:p>
      </dgm:t>
    </dgm:pt>
    <dgm:pt modelId="{87A08ED3-D919-418F-BA63-B924B3780267}" type="sibTrans" cxnId="{4BAA5342-2C93-41EB-A01B-3E578B1E89E5}">
      <dgm:prSet/>
      <dgm:spPr/>
      <dgm:t>
        <a:bodyPr/>
        <a:lstStyle/>
        <a:p>
          <a:endParaRPr lang="en-US"/>
        </a:p>
      </dgm:t>
    </dgm:pt>
    <dgm:pt modelId="{4312D84B-AC9C-46C9-9D2D-22D476F32168}">
      <dgm:prSet phldrT="[Texte]"/>
      <dgm:spPr>
        <a:solidFill>
          <a:schemeClr val="tx1"/>
        </a:solidFill>
      </dgm:spPr>
      <dgm:t>
        <a:bodyPr/>
        <a:lstStyle/>
        <a:p>
          <a:r>
            <a:rPr lang="en-US" dirty="0"/>
            <a:t>A &amp; B have different ways to provide the value</a:t>
          </a:r>
        </a:p>
      </dgm:t>
    </dgm:pt>
    <dgm:pt modelId="{6A0345A6-3438-41FE-8371-8EFA993CF6BC}" type="parTrans" cxnId="{9B625706-639C-452C-BD06-C7D6D733F6AB}">
      <dgm:prSet/>
      <dgm:spPr/>
      <dgm:t>
        <a:bodyPr/>
        <a:lstStyle/>
        <a:p>
          <a:endParaRPr lang="en-US"/>
        </a:p>
      </dgm:t>
    </dgm:pt>
    <dgm:pt modelId="{6C144A02-5546-486E-AFE8-B75DA707EF46}" type="sibTrans" cxnId="{9B625706-639C-452C-BD06-C7D6D733F6AB}">
      <dgm:prSet/>
      <dgm:spPr/>
      <dgm:t>
        <a:bodyPr/>
        <a:lstStyle/>
        <a:p>
          <a:endParaRPr lang="en-US"/>
        </a:p>
      </dgm:t>
    </dgm:pt>
    <dgm:pt modelId="{35C328DD-3A99-4823-802D-EE83F4E75910}">
      <dgm:prSet phldrT="[Texte]"/>
      <dgm:spPr/>
      <dgm:t>
        <a:bodyPr/>
        <a:lstStyle/>
        <a:p>
          <a:r>
            <a:rPr lang="en-US" dirty="0"/>
            <a:t>A &amp; B merge their powers </a:t>
          </a:r>
        </a:p>
      </dgm:t>
    </dgm:pt>
    <dgm:pt modelId="{F899B7F7-BEDE-4986-9E71-A32596EA0B27}" type="parTrans" cxnId="{7366B87C-7DF8-41F1-85E4-F7001A9C07AC}">
      <dgm:prSet/>
      <dgm:spPr/>
      <dgm:t>
        <a:bodyPr/>
        <a:lstStyle/>
        <a:p>
          <a:endParaRPr lang="en-US"/>
        </a:p>
      </dgm:t>
    </dgm:pt>
    <dgm:pt modelId="{954CF4E7-CC0F-43B4-907A-F9CEB1E3A868}" type="sibTrans" cxnId="{7366B87C-7DF8-41F1-85E4-F7001A9C07AC}">
      <dgm:prSet/>
      <dgm:spPr/>
      <dgm:t>
        <a:bodyPr/>
        <a:lstStyle/>
        <a:p>
          <a:endParaRPr lang="en-US"/>
        </a:p>
      </dgm:t>
    </dgm:pt>
    <dgm:pt modelId="{79FD669E-EAC1-4025-9AD2-929C55644B73}">
      <dgm:prSet phldrT="[Texte]"/>
      <dgm:spPr/>
      <dgm:t>
        <a:bodyPr/>
        <a:lstStyle/>
        <a:p>
          <a:r>
            <a:rPr lang="en-US" dirty="0"/>
            <a:t>When 2 communities provide the same value (for a given activity)</a:t>
          </a:r>
        </a:p>
      </dgm:t>
    </dgm:pt>
    <dgm:pt modelId="{EBB23182-2EC9-49B2-814D-FA5231D4C237}" type="parTrans" cxnId="{95CFA4BC-BCE7-481A-BE5B-D790223268CB}">
      <dgm:prSet/>
      <dgm:spPr/>
      <dgm:t>
        <a:bodyPr/>
        <a:lstStyle/>
        <a:p>
          <a:endParaRPr lang="en-US"/>
        </a:p>
      </dgm:t>
    </dgm:pt>
    <dgm:pt modelId="{345D2A0A-C546-49C0-91E8-F6A53714D048}" type="sibTrans" cxnId="{95CFA4BC-BCE7-481A-BE5B-D790223268CB}">
      <dgm:prSet/>
      <dgm:spPr/>
      <dgm:t>
        <a:bodyPr/>
        <a:lstStyle/>
        <a:p>
          <a:endParaRPr lang="en-US"/>
        </a:p>
      </dgm:t>
    </dgm:pt>
    <dgm:pt modelId="{0192008B-16D9-45D1-8854-0581E5139FD7}">
      <dgm:prSet phldrT="[Texte]"/>
      <dgm:spPr/>
      <dgm:t>
        <a:bodyPr/>
        <a:lstStyle/>
        <a:p>
          <a:r>
            <a:rPr lang="en-US" dirty="0"/>
            <a:t>Content Curation, Common events, Common structures &amp; processes</a:t>
          </a:r>
        </a:p>
      </dgm:t>
    </dgm:pt>
    <dgm:pt modelId="{9C1BD299-4FF5-4269-91EB-E5F29AFC2678}" type="parTrans" cxnId="{B40A5765-E068-4B5E-A14F-EDEE91596FC1}">
      <dgm:prSet/>
      <dgm:spPr/>
      <dgm:t>
        <a:bodyPr/>
        <a:lstStyle/>
        <a:p>
          <a:endParaRPr lang="en-US"/>
        </a:p>
      </dgm:t>
    </dgm:pt>
    <dgm:pt modelId="{6B308F07-201F-426C-A390-159A53956FF3}" type="sibTrans" cxnId="{B40A5765-E068-4B5E-A14F-EDEE91596FC1}">
      <dgm:prSet/>
      <dgm:spPr/>
      <dgm:t>
        <a:bodyPr/>
        <a:lstStyle/>
        <a:p>
          <a:endParaRPr lang="en-US"/>
        </a:p>
      </dgm:t>
    </dgm:pt>
    <dgm:pt modelId="{15630165-C41B-457D-8BB3-163364EC3CB9}">
      <dgm:prSet phldrT="[Texte]"/>
      <dgm:spPr/>
      <dgm:t>
        <a:bodyPr/>
        <a:lstStyle/>
        <a:p>
          <a:r>
            <a:rPr lang="en-US" dirty="0"/>
            <a:t>Common governance to define</a:t>
          </a:r>
        </a:p>
      </dgm:t>
    </dgm:pt>
    <dgm:pt modelId="{D925ACE0-C79D-4FA6-A350-D27E66E02E57}" type="parTrans" cxnId="{75389648-2A80-4A17-8632-3917542F8349}">
      <dgm:prSet/>
      <dgm:spPr/>
      <dgm:t>
        <a:bodyPr/>
        <a:lstStyle/>
        <a:p>
          <a:endParaRPr lang="en-US"/>
        </a:p>
      </dgm:t>
    </dgm:pt>
    <dgm:pt modelId="{D38954D9-6AA9-4D81-9FD9-2B0A79A4A7A8}" type="sibTrans" cxnId="{75389648-2A80-4A17-8632-3917542F8349}">
      <dgm:prSet/>
      <dgm:spPr/>
      <dgm:t>
        <a:bodyPr/>
        <a:lstStyle/>
        <a:p>
          <a:endParaRPr lang="en-US"/>
        </a:p>
      </dgm:t>
    </dgm:pt>
    <dgm:pt modelId="{99D93983-FFF0-41D8-81DA-16AB75271B41}">
      <dgm:prSet phldrT="[Texte]"/>
      <dgm:spPr>
        <a:solidFill>
          <a:srgbClr val="EC7B2B"/>
        </a:solidFill>
      </dgm:spPr>
      <dgm:t>
        <a:bodyPr/>
        <a:lstStyle/>
        <a:p>
          <a:r>
            <a:rPr lang="en-US" dirty="0">
              <a:solidFill>
                <a:schemeClr val="tx1"/>
              </a:solidFill>
            </a:rPr>
            <a:t>Co-Define the borders and Co-define the segments. Redirect.</a:t>
          </a:r>
        </a:p>
      </dgm:t>
    </dgm:pt>
    <dgm:pt modelId="{EEEA6F77-3D7F-4C15-8C47-B76817FF0C79}" type="parTrans" cxnId="{8FFB4085-A74C-42E3-85B4-D256834FA05C}">
      <dgm:prSet/>
      <dgm:spPr/>
      <dgm:t>
        <a:bodyPr/>
        <a:lstStyle/>
        <a:p>
          <a:endParaRPr lang="en-US"/>
        </a:p>
      </dgm:t>
    </dgm:pt>
    <dgm:pt modelId="{54875C49-6237-48B7-9133-0F99D503DA71}" type="sibTrans" cxnId="{8FFB4085-A74C-42E3-85B4-D256834FA05C}">
      <dgm:prSet/>
      <dgm:spPr/>
      <dgm:t>
        <a:bodyPr/>
        <a:lstStyle/>
        <a:p>
          <a:endParaRPr lang="en-US"/>
        </a:p>
      </dgm:t>
    </dgm:pt>
    <dgm:pt modelId="{EEFC3FA3-CF55-49EC-B002-68FD41B19E85}">
      <dgm:prSet phldrT="[Texte]"/>
      <dgm:spPr>
        <a:solidFill>
          <a:srgbClr val="EC7B2B"/>
        </a:solidFill>
      </dgm:spPr>
      <dgm:t>
        <a:bodyPr/>
        <a:lstStyle/>
        <a:p>
          <a:r>
            <a:rPr lang="en-US" dirty="0">
              <a:solidFill>
                <a:schemeClr val="tx1"/>
              </a:solidFill>
            </a:rPr>
            <a:t>Agree on value segments</a:t>
          </a:r>
        </a:p>
      </dgm:t>
    </dgm:pt>
    <dgm:pt modelId="{DDC42E38-8442-426D-8A56-FCE4BDB0A8E9}" type="parTrans" cxnId="{D4E232CB-C73E-4404-8D6E-5FCAEADB5934}">
      <dgm:prSet/>
      <dgm:spPr/>
      <dgm:t>
        <a:bodyPr/>
        <a:lstStyle/>
        <a:p>
          <a:endParaRPr lang="en-US"/>
        </a:p>
      </dgm:t>
    </dgm:pt>
    <dgm:pt modelId="{AABC117D-0B20-4C74-BEC7-55F44FC387DB}" type="sibTrans" cxnId="{D4E232CB-C73E-4404-8D6E-5FCAEADB5934}">
      <dgm:prSet/>
      <dgm:spPr/>
      <dgm:t>
        <a:bodyPr/>
        <a:lstStyle/>
        <a:p>
          <a:endParaRPr lang="en-US"/>
        </a:p>
      </dgm:t>
    </dgm:pt>
    <dgm:pt modelId="{45B1E2D3-DC41-49A4-86AB-CE83AEAB44AF}" type="pres">
      <dgm:prSet presAssocID="{800D229A-19A0-433C-A6C6-72B1E95EA3A7}" presName="diagram" presStyleCnt="0">
        <dgm:presLayoutVars>
          <dgm:chPref val="1"/>
          <dgm:dir/>
          <dgm:animOne val="branch"/>
          <dgm:animLvl val="lvl"/>
          <dgm:resizeHandles val="exact"/>
        </dgm:presLayoutVars>
      </dgm:prSet>
      <dgm:spPr/>
    </dgm:pt>
    <dgm:pt modelId="{EBB26AF0-076C-49B3-9B15-F5D3402B3683}" type="pres">
      <dgm:prSet presAssocID="{79FD669E-EAC1-4025-9AD2-929C55644B73}" presName="root1" presStyleCnt="0"/>
      <dgm:spPr/>
    </dgm:pt>
    <dgm:pt modelId="{5A9FF5F8-D918-4C5B-8F8D-6AA97118B5B3}" type="pres">
      <dgm:prSet presAssocID="{79FD669E-EAC1-4025-9AD2-929C55644B73}" presName="LevelOneTextNode" presStyleLbl="node0" presStyleIdx="0" presStyleCnt="1">
        <dgm:presLayoutVars>
          <dgm:chPref val="3"/>
        </dgm:presLayoutVars>
      </dgm:prSet>
      <dgm:spPr/>
    </dgm:pt>
    <dgm:pt modelId="{527C7936-5CD7-4473-941E-735BA5779286}" type="pres">
      <dgm:prSet presAssocID="{79FD669E-EAC1-4025-9AD2-929C55644B73}" presName="level2hierChild" presStyleCnt="0"/>
      <dgm:spPr/>
    </dgm:pt>
    <dgm:pt modelId="{D20800DF-786F-4F46-BC8E-7C08B0011206}" type="pres">
      <dgm:prSet presAssocID="{4D30B0F8-992E-4213-BCF8-71A32C146541}" presName="conn2-1" presStyleLbl="parChTrans1D2" presStyleIdx="0" presStyleCnt="3"/>
      <dgm:spPr/>
    </dgm:pt>
    <dgm:pt modelId="{94F801FA-C5A2-4E0B-8E38-C8D9140202CF}" type="pres">
      <dgm:prSet presAssocID="{4D30B0F8-992E-4213-BCF8-71A32C146541}" presName="connTx" presStyleLbl="parChTrans1D2" presStyleIdx="0" presStyleCnt="3"/>
      <dgm:spPr/>
    </dgm:pt>
    <dgm:pt modelId="{5B96A166-B3C9-4D65-B782-51476E50FAD9}" type="pres">
      <dgm:prSet presAssocID="{FC74915A-8638-408F-AF12-34C5BD84E326}" presName="root2" presStyleCnt="0"/>
      <dgm:spPr/>
    </dgm:pt>
    <dgm:pt modelId="{337B761F-BAA9-446C-A8E3-99D1120EE415}" type="pres">
      <dgm:prSet presAssocID="{FC74915A-8638-408F-AF12-34C5BD84E326}" presName="LevelTwoTextNode" presStyleLbl="node2" presStyleIdx="0" presStyleCnt="3">
        <dgm:presLayoutVars>
          <dgm:chPref val="3"/>
        </dgm:presLayoutVars>
      </dgm:prSet>
      <dgm:spPr/>
    </dgm:pt>
    <dgm:pt modelId="{A22D8E5D-C12C-457C-8083-D79AD682A8FC}" type="pres">
      <dgm:prSet presAssocID="{FC74915A-8638-408F-AF12-34C5BD84E326}" presName="level3hierChild" presStyleCnt="0"/>
      <dgm:spPr/>
    </dgm:pt>
    <dgm:pt modelId="{64ED4F26-6F6D-4A7A-BB9C-168A4173F247}" type="pres">
      <dgm:prSet presAssocID="{6A0345A6-3438-41FE-8371-8EFA993CF6BC}" presName="conn2-1" presStyleLbl="parChTrans1D3" presStyleIdx="0" presStyleCnt="6"/>
      <dgm:spPr/>
    </dgm:pt>
    <dgm:pt modelId="{77DCE99B-C449-410F-9235-83A71CB4E136}" type="pres">
      <dgm:prSet presAssocID="{6A0345A6-3438-41FE-8371-8EFA993CF6BC}" presName="connTx" presStyleLbl="parChTrans1D3" presStyleIdx="0" presStyleCnt="6"/>
      <dgm:spPr/>
    </dgm:pt>
    <dgm:pt modelId="{6EE3EA7E-5B63-4258-B99A-036FCB8ECA99}" type="pres">
      <dgm:prSet presAssocID="{4312D84B-AC9C-46C9-9D2D-22D476F32168}" presName="root2" presStyleCnt="0"/>
      <dgm:spPr/>
    </dgm:pt>
    <dgm:pt modelId="{713C6B1F-5D5E-4D8A-B185-2B84207921A9}" type="pres">
      <dgm:prSet presAssocID="{4312D84B-AC9C-46C9-9D2D-22D476F32168}" presName="LevelTwoTextNode" presStyleLbl="node3" presStyleIdx="0" presStyleCnt="6">
        <dgm:presLayoutVars>
          <dgm:chPref val="3"/>
        </dgm:presLayoutVars>
      </dgm:prSet>
      <dgm:spPr/>
    </dgm:pt>
    <dgm:pt modelId="{0FC25E09-2D2C-42B1-AFC5-EE2EDA3EC4DB}" type="pres">
      <dgm:prSet presAssocID="{4312D84B-AC9C-46C9-9D2D-22D476F32168}" presName="level3hierChild" presStyleCnt="0"/>
      <dgm:spPr/>
    </dgm:pt>
    <dgm:pt modelId="{3C78C75D-17CC-4FDF-8F37-5F0B527EFE85}" type="pres">
      <dgm:prSet presAssocID="{1FB112A8-5112-493E-828F-B800085E17EE}" presName="conn2-1" presStyleLbl="parChTrans1D3" presStyleIdx="1" presStyleCnt="6"/>
      <dgm:spPr/>
    </dgm:pt>
    <dgm:pt modelId="{FA4A68EB-B181-40A3-A138-DA0EA6689D19}" type="pres">
      <dgm:prSet presAssocID="{1FB112A8-5112-493E-828F-B800085E17EE}" presName="connTx" presStyleLbl="parChTrans1D3" presStyleIdx="1" presStyleCnt="6"/>
      <dgm:spPr/>
    </dgm:pt>
    <dgm:pt modelId="{5CD5D021-47DC-40DC-840B-4CF6859B3619}" type="pres">
      <dgm:prSet presAssocID="{8493C182-2520-438D-BE72-764BCA5FF4AE}" presName="root2" presStyleCnt="0"/>
      <dgm:spPr/>
    </dgm:pt>
    <dgm:pt modelId="{47772240-F486-4145-836D-AB0E8AD0B855}" type="pres">
      <dgm:prSet presAssocID="{8493C182-2520-438D-BE72-764BCA5FF4AE}" presName="LevelTwoTextNode" presStyleLbl="node3" presStyleIdx="1" presStyleCnt="6">
        <dgm:presLayoutVars>
          <dgm:chPref val="3"/>
        </dgm:presLayoutVars>
      </dgm:prSet>
      <dgm:spPr/>
    </dgm:pt>
    <dgm:pt modelId="{4707EDAD-C36A-4191-9D08-049FA539A2AA}" type="pres">
      <dgm:prSet presAssocID="{8493C182-2520-438D-BE72-764BCA5FF4AE}" presName="level3hierChild" presStyleCnt="0"/>
      <dgm:spPr/>
    </dgm:pt>
    <dgm:pt modelId="{15BBA178-4DA1-4DFF-9F1B-41EA3B61A245}" type="pres">
      <dgm:prSet presAssocID="{B833E9EF-C990-4654-A909-7131C3EEA37F}" presName="conn2-1" presStyleLbl="parChTrans1D2" presStyleIdx="1" presStyleCnt="3"/>
      <dgm:spPr/>
    </dgm:pt>
    <dgm:pt modelId="{047509D2-5553-4EAA-B72E-D6FFC04C6B66}" type="pres">
      <dgm:prSet presAssocID="{B833E9EF-C990-4654-A909-7131C3EEA37F}" presName="connTx" presStyleLbl="parChTrans1D2" presStyleIdx="1" presStyleCnt="3"/>
      <dgm:spPr/>
    </dgm:pt>
    <dgm:pt modelId="{4F1CF974-A802-4121-A7A3-EAFF84EE5785}" type="pres">
      <dgm:prSet presAssocID="{2A7931A8-D178-4453-9E69-0ED76931D554}" presName="root2" presStyleCnt="0"/>
      <dgm:spPr/>
    </dgm:pt>
    <dgm:pt modelId="{4F1D22CF-CA04-4D7B-88B3-9E053BFBD9AF}" type="pres">
      <dgm:prSet presAssocID="{2A7931A8-D178-4453-9E69-0ED76931D554}" presName="LevelTwoTextNode" presStyleLbl="node2" presStyleIdx="1" presStyleCnt="3">
        <dgm:presLayoutVars>
          <dgm:chPref val="3"/>
        </dgm:presLayoutVars>
      </dgm:prSet>
      <dgm:spPr/>
    </dgm:pt>
    <dgm:pt modelId="{C076007F-C85A-4AEA-A2A7-47C55F16CBA5}" type="pres">
      <dgm:prSet presAssocID="{2A7931A8-D178-4453-9E69-0ED76931D554}" presName="level3hierChild" presStyleCnt="0"/>
      <dgm:spPr/>
    </dgm:pt>
    <dgm:pt modelId="{D1A4060D-AED0-4635-B767-3CE0398E0F23}" type="pres">
      <dgm:prSet presAssocID="{F899B7F7-BEDE-4986-9E71-A32596EA0B27}" presName="conn2-1" presStyleLbl="parChTrans1D3" presStyleIdx="2" presStyleCnt="6"/>
      <dgm:spPr/>
    </dgm:pt>
    <dgm:pt modelId="{7B7EA043-1D16-4355-9515-D8D7209DEE24}" type="pres">
      <dgm:prSet presAssocID="{F899B7F7-BEDE-4986-9E71-A32596EA0B27}" presName="connTx" presStyleLbl="parChTrans1D3" presStyleIdx="2" presStyleCnt="6"/>
      <dgm:spPr/>
    </dgm:pt>
    <dgm:pt modelId="{99F93951-C676-4FBB-940D-3988D5F8FB00}" type="pres">
      <dgm:prSet presAssocID="{35C328DD-3A99-4823-802D-EE83F4E75910}" presName="root2" presStyleCnt="0"/>
      <dgm:spPr/>
    </dgm:pt>
    <dgm:pt modelId="{0DCB2157-AB66-4EC7-AC92-DE3882A0E5ED}" type="pres">
      <dgm:prSet presAssocID="{35C328DD-3A99-4823-802D-EE83F4E75910}" presName="LevelTwoTextNode" presStyleLbl="node3" presStyleIdx="2" presStyleCnt="6">
        <dgm:presLayoutVars>
          <dgm:chPref val="3"/>
        </dgm:presLayoutVars>
      </dgm:prSet>
      <dgm:spPr/>
    </dgm:pt>
    <dgm:pt modelId="{F8D7FB58-7C7E-4D7B-83DE-30C2B7874A4B}" type="pres">
      <dgm:prSet presAssocID="{35C328DD-3A99-4823-802D-EE83F4E75910}" presName="level3hierChild" presStyleCnt="0"/>
      <dgm:spPr/>
    </dgm:pt>
    <dgm:pt modelId="{427630FF-46CE-4847-91B5-DBBB27B74F1C}" type="pres">
      <dgm:prSet presAssocID="{9C1BD299-4FF5-4269-91EB-E5F29AFC2678}" presName="conn2-1" presStyleLbl="parChTrans1D4" presStyleIdx="0" presStyleCnt="4"/>
      <dgm:spPr/>
    </dgm:pt>
    <dgm:pt modelId="{9E6F2BD9-A132-4210-9D9F-4B85B4AC4AB4}" type="pres">
      <dgm:prSet presAssocID="{9C1BD299-4FF5-4269-91EB-E5F29AFC2678}" presName="connTx" presStyleLbl="parChTrans1D4" presStyleIdx="0" presStyleCnt="4"/>
      <dgm:spPr/>
    </dgm:pt>
    <dgm:pt modelId="{D7A441D7-E5FD-4484-AD4B-AB9EE0733A69}" type="pres">
      <dgm:prSet presAssocID="{0192008B-16D9-45D1-8854-0581E5139FD7}" presName="root2" presStyleCnt="0"/>
      <dgm:spPr/>
    </dgm:pt>
    <dgm:pt modelId="{7B978CEB-ECE0-4404-9A96-4EF84FF948A8}" type="pres">
      <dgm:prSet presAssocID="{0192008B-16D9-45D1-8854-0581E5139FD7}" presName="LevelTwoTextNode" presStyleLbl="node4" presStyleIdx="0" presStyleCnt="4">
        <dgm:presLayoutVars>
          <dgm:chPref val="3"/>
        </dgm:presLayoutVars>
      </dgm:prSet>
      <dgm:spPr/>
    </dgm:pt>
    <dgm:pt modelId="{C7D7F7D1-5D53-40E1-9798-4784BB5C140A}" type="pres">
      <dgm:prSet presAssocID="{0192008B-16D9-45D1-8854-0581E5139FD7}" presName="level3hierChild" presStyleCnt="0"/>
      <dgm:spPr/>
    </dgm:pt>
    <dgm:pt modelId="{87B7EAED-9F88-4A3A-851A-3814BE1BFD34}" type="pres">
      <dgm:prSet presAssocID="{B68476FA-7658-469C-9F7B-D39B0EFA4847}" presName="conn2-1" presStyleLbl="parChTrans1D3" presStyleIdx="3" presStyleCnt="6"/>
      <dgm:spPr/>
    </dgm:pt>
    <dgm:pt modelId="{F140F9DB-5F36-47E8-8ED7-4826D1C97EE0}" type="pres">
      <dgm:prSet presAssocID="{B68476FA-7658-469C-9F7B-D39B0EFA4847}" presName="connTx" presStyleLbl="parChTrans1D3" presStyleIdx="3" presStyleCnt="6"/>
      <dgm:spPr/>
    </dgm:pt>
    <dgm:pt modelId="{29F55129-5288-4E4A-9BBF-B2A2A9125A22}" type="pres">
      <dgm:prSet presAssocID="{92339BD1-AB1B-49C1-8C74-0C1FECA4B413}" presName="root2" presStyleCnt="0"/>
      <dgm:spPr/>
    </dgm:pt>
    <dgm:pt modelId="{7F1D7330-592B-464A-B257-CC8BDD367325}" type="pres">
      <dgm:prSet presAssocID="{92339BD1-AB1B-49C1-8C74-0C1FECA4B413}" presName="LevelTwoTextNode" presStyleLbl="node3" presStyleIdx="3" presStyleCnt="6">
        <dgm:presLayoutVars>
          <dgm:chPref val="3"/>
        </dgm:presLayoutVars>
      </dgm:prSet>
      <dgm:spPr/>
    </dgm:pt>
    <dgm:pt modelId="{3432FD37-8615-4781-89E7-74F4FE8D9569}" type="pres">
      <dgm:prSet presAssocID="{92339BD1-AB1B-49C1-8C74-0C1FECA4B413}" presName="level3hierChild" presStyleCnt="0"/>
      <dgm:spPr/>
    </dgm:pt>
    <dgm:pt modelId="{AF919F0C-D3B0-4675-8A05-421AE7EA6329}" type="pres">
      <dgm:prSet presAssocID="{D925ACE0-C79D-4FA6-A350-D27E66E02E57}" presName="conn2-1" presStyleLbl="parChTrans1D4" presStyleIdx="1" presStyleCnt="4"/>
      <dgm:spPr/>
    </dgm:pt>
    <dgm:pt modelId="{8EF78C2E-BB62-46CA-8D2C-5DB336C2EB5D}" type="pres">
      <dgm:prSet presAssocID="{D925ACE0-C79D-4FA6-A350-D27E66E02E57}" presName="connTx" presStyleLbl="parChTrans1D4" presStyleIdx="1" presStyleCnt="4"/>
      <dgm:spPr/>
    </dgm:pt>
    <dgm:pt modelId="{E5803FE4-B658-4D77-9C56-9327F7D02E57}" type="pres">
      <dgm:prSet presAssocID="{15630165-C41B-457D-8BB3-163364EC3CB9}" presName="root2" presStyleCnt="0"/>
      <dgm:spPr/>
    </dgm:pt>
    <dgm:pt modelId="{F568B395-4AE8-41FF-955A-729C5CBC6CC0}" type="pres">
      <dgm:prSet presAssocID="{15630165-C41B-457D-8BB3-163364EC3CB9}" presName="LevelTwoTextNode" presStyleLbl="node4" presStyleIdx="1" presStyleCnt="4">
        <dgm:presLayoutVars>
          <dgm:chPref val="3"/>
        </dgm:presLayoutVars>
      </dgm:prSet>
      <dgm:spPr/>
    </dgm:pt>
    <dgm:pt modelId="{7B8AE765-A9C8-424D-B90B-D1DDAD81CD5E}" type="pres">
      <dgm:prSet presAssocID="{15630165-C41B-457D-8BB3-163364EC3CB9}" presName="level3hierChild" presStyleCnt="0"/>
      <dgm:spPr/>
    </dgm:pt>
    <dgm:pt modelId="{CCA14011-EFA3-4EA7-97AD-2FD54FA1DE20}" type="pres">
      <dgm:prSet presAssocID="{680E9281-1BAA-47BA-8188-0A479C1F719F}" presName="conn2-1" presStyleLbl="parChTrans1D2" presStyleIdx="2" presStyleCnt="3"/>
      <dgm:spPr/>
    </dgm:pt>
    <dgm:pt modelId="{F4C90B94-2AA9-412F-8E57-8411944D1049}" type="pres">
      <dgm:prSet presAssocID="{680E9281-1BAA-47BA-8188-0A479C1F719F}" presName="connTx" presStyleLbl="parChTrans1D2" presStyleIdx="2" presStyleCnt="3"/>
      <dgm:spPr/>
    </dgm:pt>
    <dgm:pt modelId="{050E7A25-6CB3-4141-BDDB-90DE3EF6C58A}" type="pres">
      <dgm:prSet presAssocID="{DCF9BA05-DC0F-4D0A-A6AB-E299A13C7337}" presName="root2" presStyleCnt="0"/>
      <dgm:spPr/>
    </dgm:pt>
    <dgm:pt modelId="{E23154D6-1286-42D1-A2F8-0687BFB08A15}" type="pres">
      <dgm:prSet presAssocID="{DCF9BA05-DC0F-4D0A-A6AB-E299A13C7337}" presName="LevelTwoTextNode" presStyleLbl="node2" presStyleIdx="2" presStyleCnt="3">
        <dgm:presLayoutVars>
          <dgm:chPref val="3"/>
        </dgm:presLayoutVars>
      </dgm:prSet>
      <dgm:spPr/>
    </dgm:pt>
    <dgm:pt modelId="{C53A5B4B-F10B-4F4B-9CA2-DEC77E901036}" type="pres">
      <dgm:prSet presAssocID="{DCF9BA05-DC0F-4D0A-A6AB-E299A13C7337}" presName="level3hierChild" presStyleCnt="0"/>
      <dgm:spPr/>
    </dgm:pt>
    <dgm:pt modelId="{A88A2A4B-E057-475F-BD60-1518C88EC744}" type="pres">
      <dgm:prSet presAssocID="{D0DC83D4-F37F-49B7-B7E8-3C460A80E041}" presName="conn2-1" presStyleLbl="parChTrans1D3" presStyleIdx="4" presStyleCnt="6"/>
      <dgm:spPr/>
    </dgm:pt>
    <dgm:pt modelId="{80A324EE-3118-403B-930E-D270B83599C5}" type="pres">
      <dgm:prSet presAssocID="{D0DC83D4-F37F-49B7-B7E8-3C460A80E041}" presName="connTx" presStyleLbl="parChTrans1D3" presStyleIdx="4" presStyleCnt="6"/>
      <dgm:spPr/>
    </dgm:pt>
    <dgm:pt modelId="{7FF8EB1D-6BC6-4D5E-B434-277A9B1AED77}" type="pres">
      <dgm:prSet presAssocID="{1791073C-7326-4754-9166-F64EF026F387}" presName="root2" presStyleCnt="0"/>
      <dgm:spPr/>
    </dgm:pt>
    <dgm:pt modelId="{DBA1A94C-9E9B-4A0B-A42D-58DFF72D7B58}" type="pres">
      <dgm:prSet presAssocID="{1791073C-7326-4754-9166-F64EF026F387}" presName="LevelTwoTextNode" presStyleLbl="node3" presStyleIdx="4" presStyleCnt="6">
        <dgm:presLayoutVars>
          <dgm:chPref val="3"/>
        </dgm:presLayoutVars>
      </dgm:prSet>
      <dgm:spPr/>
    </dgm:pt>
    <dgm:pt modelId="{37CC0C28-741E-43C7-AA28-31F95C6367BE}" type="pres">
      <dgm:prSet presAssocID="{1791073C-7326-4754-9166-F64EF026F387}" presName="level3hierChild" presStyleCnt="0"/>
      <dgm:spPr/>
    </dgm:pt>
    <dgm:pt modelId="{33E9F206-D276-4A23-BA67-9AA1A10A4526}" type="pres">
      <dgm:prSet presAssocID="{EEEA6F77-3D7F-4C15-8C47-B76817FF0C79}" presName="conn2-1" presStyleLbl="parChTrans1D4" presStyleIdx="2" presStyleCnt="4"/>
      <dgm:spPr/>
    </dgm:pt>
    <dgm:pt modelId="{89F703F2-8060-45BF-B8E4-9FA789BDA7DF}" type="pres">
      <dgm:prSet presAssocID="{EEEA6F77-3D7F-4C15-8C47-B76817FF0C79}" presName="connTx" presStyleLbl="parChTrans1D4" presStyleIdx="2" presStyleCnt="4"/>
      <dgm:spPr/>
    </dgm:pt>
    <dgm:pt modelId="{5731DC1B-4FDA-4AA2-9C5C-BCACDD2A1FE4}" type="pres">
      <dgm:prSet presAssocID="{99D93983-FFF0-41D8-81DA-16AB75271B41}" presName="root2" presStyleCnt="0"/>
      <dgm:spPr/>
    </dgm:pt>
    <dgm:pt modelId="{7072FE84-83A5-4E10-9BB3-D8A0C463BD96}" type="pres">
      <dgm:prSet presAssocID="{99D93983-FFF0-41D8-81DA-16AB75271B41}" presName="LevelTwoTextNode" presStyleLbl="node4" presStyleIdx="2" presStyleCnt="4">
        <dgm:presLayoutVars>
          <dgm:chPref val="3"/>
        </dgm:presLayoutVars>
      </dgm:prSet>
      <dgm:spPr/>
    </dgm:pt>
    <dgm:pt modelId="{043C4DD8-7DCA-4640-BACB-8D6B11B65E06}" type="pres">
      <dgm:prSet presAssocID="{99D93983-FFF0-41D8-81DA-16AB75271B41}" presName="level3hierChild" presStyleCnt="0"/>
      <dgm:spPr/>
    </dgm:pt>
    <dgm:pt modelId="{100AEC06-EDDE-47D7-BBCE-B98A116499A0}" type="pres">
      <dgm:prSet presAssocID="{11FFDD26-19D9-4197-A2F7-6FB69D36D9A9}" presName="conn2-1" presStyleLbl="parChTrans1D3" presStyleIdx="5" presStyleCnt="6"/>
      <dgm:spPr/>
    </dgm:pt>
    <dgm:pt modelId="{19BC2DDA-C041-4592-9D2F-EAFBBCD4A762}" type="pres">
      <dgm:prSet presAssocID="{11FFDD26-19D9-4197-A2F7-6FB69D36D9A9}" presName="connTx" presStyleLbl="parChTrans1D3" presStyleIdx="5" presStyleCnt="6"/>
      <dgm:spPr/>
    </dgm:pt>
    <dgm:pt modelId="{4FA69742-1C7F-4BA9-910D-142A9A8DC817}" type="pres">
      <dgm:prSet presAssocID="{465DAE4E-9FBE-4CDB-B2C0-7C5A6B5927FC}" presName="root2" presStyleCnt="0"/>
      <dgm:spPr/>
    </dgm:pt>
    <dgm:pt modelId="{0759E216-B6CB-4A04-806A-BB17CDA8F6BB}" type="pres">
      <dgm:prSet presAssocID="{465DAE4E-9FBE-4CDB-B2C0-7C5A6B5927FC}" presName="LevelTwoTextNode" presStyleLbl="node3" presStyleIdx="5" presStyleCnt="6">
        <dgm:presLayoutVars>
          <dgm:chPref val="3"/>
        </dgm:presLayoutVars>
      </dgm:prSet>
      <dgm:spPr/>
    </dgm:pt>
    <dgm:pt modelId="{2AA6AD56-D15D-4B83-A122-31FA75E70977}" type="pres">
      <dgm:prSet presAssocID="{465DAE4E-9FBE-4CDB-B2C0-7C5A6B5927FC}" presName="level3hierChild" presStyleCnt="0"/>
      <dgm:spPr/>
    </dgm:pt>
    <dgm:pt modelId="{3DFF0752-00CB-41A4-BE70-33E0B40A0077}" type="pres">
      <dgm:prSet presAssocID="{DDC42E38-8442-426D-8A56-FCE4BDB0A8E9}" presName="conn2-1" presStyleLbl="parChTrans1D4" presStyleIdx="3" presStyleCnt="4"/>
      <dgm:spPr/>
    </dgm:pt>
    <dgm:pt modelId="{070A88D9-DB91-40A8-9101-5D53991D160E}" type="pres">
      <dgm:prSet presAssocID="{DDC42E38-8442-426D-8A56-FCE4BDB0A8E9}" presName="connTx" presStyleLbl="parChTrans1D4" presStyleIdx="3" presStyleCnt="4"/>
      <dgm:spPr/>
    </dgm:pt>
    <dgm:pt modelId="{D5D8DA58-E9FF-4833-B8AF-39264CDDE52A}" type="pres">
      <dgm:prSet presAssocID="{EEFC3FA3-CF55-49EC-B002-68FD41B19E85}" presName="root2" presStyleCnt="0"/>
      <dgm:spPr/>
    </dgm:pt>
    <dgm:pt modelId="{DBA7DFE3-C36B-42BF-81E3-D686025FB760}" type="pres">
      <dgm:prSet presAssocID="{EEFC3FA3-CF55-49EC-B002-68FD41B19E85}" presName="LevelTwoTextNode" presStyleLbl="node4" presStyleIdx="3" presStyleCnt="4">
        <dgm:presLayoutVars>
          <dgm:chPref val="3"/>
        </dgm:presLayoutVars>
      </dgm:prSet>
      <dgm:spPr/>
    </dgm:pt>
    <dgm:pt modelId="{FA876DDB-46D3-4020-8BEA-640C4CA3655B}" type="pres">
      <dgm:prSet presAssocID="{EEFC3FA3-CF55-49EC-B002-68FD41B19E85}" presName="level3hierChild" presStyleCnt="0"/>
      <dgm:spPr/>
    </dgm:pt>
  </dgm:ptLst>
  <dgm:cxnLst>
    <dgm:cxn modelId="{1862B903-8844-4263-8004-B8EE735C6A66}" srcId="{79FD669E-EAC1-4025-9AD2-929C55644B73}" destId="{FC74915A-8638-408F-AF12-34C5BD84E326}" srcOrd="0" destOrd="0" parTransId="{4D30B0F8-992E-4213-BCF8-71A32C146541}" sibTransId="{E0CD23B3-0E1C-48A8-A4E5-19CA824E17DA}"/>
    <dgm:cxn modelId="{9B625706-639C-452C-BD06-C7D6D733F6AB}" srcId="{FC74915A-8638-408F-AF12-34C5BD84E326}" destId="{4312D84B-AC9C-46C9-9D2D-22D476F32168}" srcOrd="0" destOrd="0" parTransId="{6A0345A6-3438-41FE-8371-8EFA993CF6BC}" sibTransId="{6C144A02-5546-486E-AFE8-B75DA707EF46}"/>
    <dgm:cxn modelId="{4991E007-5169-4614-8BB5-97086945915F}" type="presOf" srcId="{EEFC3FA3-CF55-49EC-B002-68FD41B19E85}" destId="{DBA7DFE3-C36B-42BF-81E3-D686025FB760}" srcOrd="0" destOrd="0" presId="urn:microsoft.com/office/officeart/2005/8/layout/hierarchy2"/>
    <dgm:cxn modelId="{4DF2770B-5BD3-4F8D-AB80-5497C64C17E6}" type="presOf" srcId="{680E9281-1BAA-47BA-8188-0A479C1F719F}" destId="{CCA14011-EFA3-4EA7-97AD-2FD54FA1DE20}" srcOrd="0" destOrd="0" presId="urn:microsoft.com/office/officeart/2005/8/layout/hierarchy2"/>
    <dgm:cxn modelId="{1C4D5C10-AA78-4F8D-8E20-97C7FABA3F64}" type="presOf" srcId="{11FFDD26-19D9-4197-A2F7-6FB69D36D9A9}" destId="{19BC2DDA-C041-4592-9D2F-EAFBBCD4A762}" srcOrd="1" destOrd="0" presId="urn:microsoft.com/office/officeart/2005/8/layout/hierarchy2"/>
    <dgm:cxn modelId="{06D6B215-174A-46F1-9700-84455640380A}" type="presOf" srcId="{4312D84B-AC9C-46C9-9D2D-22D476F32168}" destId="{713C6B1F-5D5E-4D8A-B185-2B84207921A9}" srcOrd="0" destOrd="0" presId="urn:microsoft.com/office/officeart/2005/8/layout/hierarchy2"/>
    <dgm:cxn modelId="{39EA821A-91B7-4DC0-A1E1-8E40B7093E66}" type="presOf" srcId="{D0DC83D4-F37F-49B7-B7E8-3C460A80E041}" destId="{80A324EE-3118-403B-930E-D270B83599C5}" srcOrd="1" destOrd="0" presId="urn:microsoft.com/office/officeart/2005/8/layout/hierarchy2"/>
    <dgm:cxn modelId="{01AF991D-1692-4FBD-8ED4-5508C4E29AD4}" type="presOf" srcId="{1FB112A8-5112-493E-828F-B800085E17EE}" destId="{3C78C75D-17CC-4FDF-8F37-5F0B527EFE85}" srcOrd="0" destOrd="0" presId="urn:microsoft.com/office/officeart/2005/8/layout/hierarchy2"/>
    <dgm:cxn modelId="{D2D3D924-4D70-4703-B534-1750E7B6652C}" type="presOf" srcId="{4D30B0F8-992E-4213-BCF8-71A32C146541}" destId="{94F801FA-C5A2-4E0B-8E38-C8D9140202CF}" srcOrd="1" destOrd="0" presId="urn:microsoft.com/office/officeart/2005/8/layout/hierarchy2"/>
    <dgm:cxn modelId="{FA50F42C-6BE3-4D87-9C96-058E3F9B5964}" type="presOf" srcId="{680E9281-1BAA-47BA-8188-0A479C1F719F}" destId="{F4C90B94-2AA9-412F-8E57-8411944D1049}" srcOrd="1" destOrd="0" presId="urn:microsoft.com/office/officeart/2005/8/layout/hierarchy2"/>
    <dgm:cxn modelId="{B6511C2D-1BA5-4F1C-A7B2-5620F8DED17D}" type="presOf" srcId="{B68476FA-7658-469C-9F7B-D39B0EFA4847}" destId="{F140F9DB-5F36-47E8-8ED7-4826D1C97EE0}" srcOrd="1" destOrd="0" presId="urn:microsoft.com/office/officeart/2005/8/layout/hierarchy2"/>
    <dgm:cxn modelId="{04E35F36-1E26-411A-92F3-4B2A40B438A4}" type="presOf" srcId="{DDC42E38-8442-426D-8A56-FCE4BDB0A8E9}" destId="{3DFF0752-00CB-41A4-BE70-33E0B40A0077}" srcOrd="0" destOrd="0" presId="urn:microsoft.com/office/officeart/2005/8/layout/hierarchy2"/>
    <dgm:cxn modelId="{37669738-E311-4AAA-9A4E-68BCCC2BDE54}" type="presOf" srcId="{DCF9BA05-DC0F-4D0A-A6AB-E299A13C7337}" destId="{E23154D6-1286-42D1-A2F8-0687BFB08A15}" srcOrd="0" destOrd="0" presId="urn:microsoft.com/office/officeart/2005/8/layout/hierarchy2"/>
    <dgm:cxn modelId="{F9DF0A3A-72A7-480A-B60F-61EDF37F4FFB}" type="presOf" srcId="{9C1BD299-4FF5-4269-91EB-E5F29AFC2678}" destId="{427630FF-46CE-4847-91B5-DBBB27B74F1C}" srcOrd="0" destOrd="0" presId="urn:microsoft.com/office/officeart/2005/8/layout/hierarchy2"/>
    <dgm:cxn modelId="{BAE3353E-C1C4-4950-A26B-222C0BE25BF4}" type="presOf" srcId="{D0DC83D4-F37F-49B7-B7E8-3C460A80E041}" destId="{A88A2A4B-E057-475F-BD60-1518C88EC744}" srcOrd="0" destOrd="0" presId="urn:microsoft.com/office/officeart/2005/8/layout/hierarchy2"/>
    <dgm:cxn modelId="{EF3D553E-CFF7-48FB-946A-517FD4D25920}" srcId="{79FD669E-EAC1-4025-9AD2-929C55644B73}" destId="{DCF9BA05-DC0F-4D0A-A6AB-E299A13C7337}" srcOrd="2" destOrd="0" parTransId="{680E9281-1BAA-47BA-8188-0A479C1F719F}" sibTransId="{A28A60F1-557D-4854-949F-49C8D6BEBE29}"/>
    <dgm:cxn modelId="{AF4B145C-A5B5-4541-AED3-9ECCB1BC3928}" type="presOf" srcId="{B833E9EF-C990-4654-A909-7131C3EEA37F}" destId="{047509D2-5553-4EAA-B72E-D6FFC04C6B66}" srcOrd="1" destOrd="0" presId="urn:microsoft.com/office/officeart/2005/8/layout/hierarchy2"/>
    <dgm:cxn modelId="{4BAA5342-2C93-41EB-A01B-3E578B1E89E5}" srcId="{DCF9BA05-DC0F-4D0A-A6AB-E299A13C7337}" destId="{465DAE4E-9FBE-4CDB-B2C0-7C5A6B5927FC}" srcOrd="1" destOrd="0" parTransId="{11FFDD26-19D9-4197-A2F7-6FB69D36D9A9}" sibTransId="{87A08ED3-D919-418F-BA63-B924B3780267}"/>
    <dgm:cxn modelId="{CFA73263-5642-4B44-9811-3D1F2E7A98B4}" type="presOf" srcId="{F899B7F7-BEDE-4986-9E71-A32596EA0B27}" destId="{7B7EA043-1D16-4355-9515-D8D7209DEE24}" srcOrd="1" destOrd="0" presId="urn:microsoft.com/office/officeart/2005/8/layout/hierarchy2"/>
    <dgm:cxn modelId="{7C5A4C65-FC06-47CC-BC4F-3F11BC82315E}" type="presOf" srcId="{8493C182-2520-438D-BE72-764BCA5FF4AE}" destId="{47772240-F486-4145-836D-AB0E8AD0B855}" srcOrd="0" destOrd="0" presId="urn:microsoft.com/office/officeart/2005/8/layout/hierarchy2"/>
    <dgm:cxn modelId="{B40A5765-E068-4B5E-A14F-EDEE91596FC1}" srcId="{35C328DD-3A99-4823-802D-EE83F4E75910}" destId="{0192008B-16D9-45D1-8854-0581E5139FD7}" srcOrd="0" destOrd="0" parTransId="{9C1BD299-4FF5-4269-91EB-E5F29AFC2678}" sibTransId="{6B308F07-201F-426C-A390-159A53956FF3}"/>
    <dgm:cxn modelId="{19F68A65-627E-4FCE-8BF1-9F04E88718B1}" type="presOf" srcId="{9C1BD299-4FF5-4269-91EB-E5F29AFC2678}" destId="{9E6F2BD9-A132-4210-9D9F-4B85B4AC4AB4}" srcOrd="1" destOrd="0" presId="urn:microsoft.com/office/officeart/2005/8/layout/hierarchy2"/>
    <dgm:cxn modelId="{3B402F48-3013-4431-B0DD-276368756D37}" type="presOf" srcId="{99D93983-FFF0-41D8-81DA-16AB75271B41}" destId="{7072FE84-83A5-4E10-9BB3-D8A0C463BD96}" srcOrd="0" destOrd="0" presId="urn:microsoft.com/office/officeart/2005/8/layout/hierarchy2"/>
    <dgm:cxn modelId="{75389648-2A80-4A17-8632-3917542F8349}" srcId="{92339BD1-AB1B-49C1-8C74-0C1FECA4B413}" destId="{15630165-C41B-457D-8BB3-163364EC3CB9}" srcOrd="0" destOrd="0" parTransId="{D925ACE0-C79D-4FA6-A350-D27E66E02E57}" sibTransId="{D38954D9-6AA9-4D81-9FD9-2B0A79A4A7A8}"/>
    <dgm:cxn modelId="{E80B6B4E-2C66-4382-A22A-48BCE76B49F1}" type="presOf" srcId="{0192008B-16D9-45D1-8854-0581E5139FD7}" destId="{7B978CEB-ECE0-4404-9A96-4EF84FF948A8}" srcOrd="0" destOrd="0" presId="urn:microsoft.com/office/officeart/2005/8/layout/hierarchy2"/>
    <dgm:cxn modelId="{94B15152-EFEA-4392-A243-DA075FC520EA}" type="presOf" srcId="{B68476FA-7658-469C-9F7B-D39B0EFA4847}" destId="{87B7EAED-9F88-4A3A-851A-3814BE1BFD34}" srcOrd="0" destOrd="0" presId="urn:microsoft.com/office/officeart/2005/8/layout/hierarchy2"/>
    <dgm:cxn modelId="{94F15754-D397-43BF-934D-38CADD1F23F5}" type="presOf" srcId="{FC74915A-8638-408F-AF12-34C5BD84E326}" destId="{337B761F-BAA9-446C-A8E3-99D1120EE415}" srcOrd="0" destOrd="0" presId="urn:microsoft.com/office/officeart/2005/8/layout/hierarchy2"/>
    <dgm:cxn modelId="{BC01FC56-AB21-42E2-A432-2DBF1FCBDFB0}" type="presOf" srcId="{92339BD1-AB1B-49C1-8C74-0C1FECA4B413}" destId="{7F1D7330-592B-464A-B257-CC8BDD367325}" srcOrd="0" destOrd="0" presId="urn:microsoft.com/office/officeart/2005/8/layout/hierarchy2"/>
    <dgm:cxn modelId="{E9609677-929A-4EC1-A389-D48118BC56DC}" type="presOf" srcId="{EEEA6F77-3D7F-4C15-8C47-B76817FF0C79}" destId="{89F703F2-8060-45BF-B8E4-9FA789BDA7DF}" srcOrd="1" destOrd="0" presId="urn:microsoft.com/office/officeart/2005/8/layout/hierarchy2"/>
    <dgm:cxn modelId="{8CFAD45A-2C6E-40A3-A12F-E7CE9A60B4F4}" type="presOf" srcId="{35C328DD-3A99-4823-802D-EE83F4E75910}" destId="{0DCB2157-AB66-4EC7-AC92-DE3882A0E5ED}" srcOrd="0" destOrd="0" presId="urn:microsoft.com/office/officeart/2005/8/layout/hierarchy2"/>
    <dgm:cxn modelId="{7366B87C-7DF8-41F1-85E4-F7001A9C07AC}" srcId="{2A7931A8-D178-4453-9E69-0ED76931D554}" destId="{35C328DD-3A99-4823-802D-EE83F4E75910}" srcOrd="0" destOrd="0" parTransId="{F899B7F7-BEDE-4986-9E71-A32596EA0B27}" sibTransId="{954CF4E7-CC0F-43B4-907A-F9CEB1E3A868}"/>
    <dgm:cxn modelId="{0FD09480-F0AC-4CDE-BC8D-B3447F58C2D6}" type="presOf" srcId="{6A0345A6-3438-41FE-8371-8EFA993CF6BC}" destId="{77DCE99B-C449-410F-9235-83A71CB4E136}" srcOrd="1" destOrd="0" presId="urn:microsoft.com/office/officeart/2005/8/layout/hierarchy2"/>
    <dgm:cxn modelId="{1ADFB680-1104-464F-A07E-95F1D2C360BA}" srcId="{FC74915A-8638-408F-AF12-34C5BD84E326}" destId="{8493C182-2520-438D-BE72-764BCA5FF4AE}" srcOrd="1" destOrd="0" parTransId="{1FB112A8-5112-493E-828F-B800085E17EE}" sibTransId="{44B26CDE-3A9B-4222-9A8A-30385CB4EC57}"/>
    <dgm:cxn modelId="{F219E283-EB14-49DD-8AF5-75956E01D715}" type="presOf" srcId="{D925ACE0-C79D-4FA6-A350-D27E66E02E57}" destId="{AF919F0C-D3B0-4675-8A05-421AE7EA6329}" srcOrd="0" destOrd="0" presId="urn:microsoft.com/office/officeart/2005/8/layout/hierarchy2"/>
    <dgm:cxn modelId="{8FFB4085-A74C-42E3-85B4-D256834FA05C}" srcId="{1791073C-7326-4754-9166-F64EF026F387}" destId="{99D93983-FFF0-41D8-81DA-16AB75271B41}" srcOrd="0" destOrd="0" parTransId="{EEEA6F77-3D7F-4C15-8C47-B76817FF0C79}" sibTransId="{54875C49-6237-48B7-9133-0F99D503DA71}"/>
    <dgm:cxn modelId="{E1D7558A-B9C9-4AC5-B05A-C93E1243E1C2}" type="presOf" srcId="{4D30B0F8-992E-4213-BCF8-71A32C146541}" destId="{D20800DF-786F-4F46-BC8E-7C08B0011206}" srcOrd="0" destOrd="0" presId="urn:microsoft.com/office/officeart/2005/8/layout/hierarchy2"/>
    <dgm:cxn modelId="{79F68F8F-D9AD-4504-B462-98297A40046B}" type="presOf" srcId="{DDC42E38-8442-426D-8A56-FCE4BDB0A8E9}" destId="{070A88D9-DB91-40A8-9101-5D53991D160E}" srcOrd="1" destOrd="0" presId="urn:microsoft.com/office/officeart/2005/8/layout/hierarchy2"/>
    <dgm:cxn modelId="{FA14E994-B64E-4847-B100-6803B1508512}" srcId="{DCF9BA05-DC0F-4D0A-A6AB-E299A13C7337}" destId="{1791073C-7326-4754-9166-F64EF026F387}" srcOrd="0" destOrd="0" parTransId="{D0DC83D4-F37F-49B7-B7E8-3C460A80E041}" sibTransId="{2896815A-3E77-47EB-81E9-C0E691348858}"/>
    <dgm:cxn modelId="{D20DCCA4-212F-4458-9CF0-C0CC5019B3C8}" type="presOf" srcId="{B833E9EF-C990-4654-A909-7131C3EEA37F}" destId="{15BBA178-4DA1-4DFF-9F1B-41EA3B61A245}" srcOrd="0" destOrd="0" presId="urn:microsoft.com/office/officeart/2005/8/layout/hierarchy2"/>
    <dgm:cxn modelId="{9374F5AA-76ED-4CBA-8D8D-0BD4EEC3E7BE}" type="presOf" srcId="{2A7931A8-D178-4453-9E69-0ED76931D554}" destId="{4F1D22CF-CA04-4D7B-88B3-9E053BFBD9AF}" srcOrd="0" destOrd="0" presId="urn:microsoft.com/office/officeart/2005/8/layout/hierarchy2"/>
    <dgm:cxn modelId="{95CFA4BC-BCE7-481A-BE5B-D790223268CB}" srcId="{800D229A-19A0-433C-A6C6-72B1E95EA3A7}" destId="{79FD669E-EAC1-4025-9AD2-929C55644B73}" srcOrd="0" destOrd="0" parTransId="{EBB23182-2EC9-49B2-814D-FA5231D4C237}" sibTransId="{345D2A0A-C546-49C0-91E8-F6A53714D048}"/>
    <dgm:cxn modelId="{E931BCBF-3E0E-497B-9582-EC9B72D9123E}" type="presOf" srcId="{1791073C-7326-4754-9166-F64EF026F387}" destId="{DBA1A94C-9E9B-4A0B-A42D-58DFF72D7B58}" srcOrd="0" destOrd="0" presId="urn:microsoft.com/office/officeart/2005/8/layout/hierarchy2"/>
    <dgm:cxn modelId="{D4E232CB-C73E-4404-8D6E-5FCAEADB5934}" srcId="{465DAE4E-9FBE-4CDB-B2C0-7C5A6B5927FC}" destId="{EEFC3FA3-CF55-49EC-B002-68FD41B19E85}" srcOrd="0" destOrd="0" parTransId="{DDC42E38-8442-426D-8A56-FCE4BDB0A8E9}" sibTransId="{AABC117D-0B20-4C74-BEC7-55F44FC387DB}"/>
    <dgm:cxn modelId="{971768D3-A8C2-4AB2-A6E3-452B6C5C683F}" type="presOf" srcId="{15630165-C41B-457D-8BB3-163364EC3CB9}" destId="{F568B395-4AE8-41FF-955A-729C5CBC6CC0}" srcOrd="0" destOrd="0" presId="urn:microsoft.com/office/officeart/2005/8/layout/hierarchy2"/>
    <dgm:cxn modelId="{DEFC97D5-9C5D-48D7-837F-E1412023801E}" type="presOf" srcId="{1FB112A8-5112-493E-828F-B800085E17EE}" destId="{FA4A68EB-B181-40A3-A138-DA0EA6689D19}" srcOrd="1" destOrd="0" presId="urn:microsoft.com/office/officeart/2005/8/layout/hierarchy2"/>
    <dgm:cxn modelId="{74405BD8-B1D3-44A3-95BF-23CAD2ACD5A2}" type="presOf" srcId="{F899B7F7-BEDE-4986-9E71-A32596EA0B27}" destId="{D1A4060D-AED0-4635-B767-3CE0398E0F23}" srcOrd="0" destOrd="0" presId="urn:microsoft.com/office/officeart/2005/8/layout/hierarchy2"/>
    <dgm:cxn modelId="{37A746D8-AD0F-4B04-B2B6-4B9533239325}" type="presOf" srcId="{11FFDD26-19D9-4197-A2F7-6FB69D36D9A9}" destId="{100AEC06-EDDE-47D7-BBCE-B98A116499A0}" srcOrd="0" destOrd="0" presId="urn:microsoft.com/office/officeart/2005/8/layout/hierarchy2"/>
    <dgm:cxn modelId="{59A91AE8-FF5C-496F-BE08-C9FC96FDBF3B}" type="presOf" srcId="{6A0345A6-3438-41FE-8371-8EFA993CF6BC}" destId="{64ED4F26-6F6D-4A7A-BB9C-168A4173F247}" srcOrd="0" destOrd="0" presId="urn:microsoft.com/office/officeart/2005/8/layout/hierarchy2"/>
    <dgm:cxn modelId="{40F331EA-CB16-46E3-8021-40FEC6CC4F3B}" type="presOf" srcId="{EEEA6F77-3D7F-4C15-8C47-B76817FF0C79}" destId="{33E9F206-D276-4A23-BA67-9AA1A10A4526}" srcOrd="0" destOrd="0" presId="urn:microsoft.com/office/officeart/2005/8/layout/hierarchy2"/>
    <dgm:cxn modelId="{FFD33BEA-7FBD-430D-A55B-A40DE831C35F}" type="presOf" srcId="{800D229A-19A0-433C-A6C6-72B1E95EA3A7}" destId="{45B1E2D3-DC41-49A4-86AB-CE83AEAB44AF}" srcOrd="0" destOrd="0" presId="urn:microsoft.com/office/officeart/2005/8/layout/hierarchy2"/>
    <dgm:cxn modelId="{BF75B9EB-5631-4C68-8F86-4C93D3EFB13B}" srcId="{2A7931A8-D178-4453-9E69-0ED76931D554}" destId="{92339BD1-AB1B-49C1-8C74-0C1FECA4B413}" srcOrd="1" destOrd="0" parTransId="{B68476FA-7658-469C-9F7B-D39B0EFA4847}" sibTransId="{5B755510-9C2D-462D-9DC3-BAAF744C5771}"/>
    <dgm:cxn modelId="{4A5BE5ED-C9AB-41B4-9C9D-B31F17F8D7E4}" type="presOf" srcId="{79FD669E-EAC1-4025-9AD2-929C55644B73}" destId="{5A9FF5F8-D918-4C5B-8F8D-6AA97118B5B3}" srcOrd="0" destOrd="0" presId="urn:microsoft.com/office/officeart/2005/8/layout/hierarchy2"/>
    <dgm:cxn modelId="{642B6BF5-9ED3-4C9A-B817-BC3A1AA48111}" type="presOf" srcId="{465DAE4E-9FBE-4CDB-B2C0-7C5A6B5927FC}" destId="{0759E216-B6CB-4A04-806A-BB17CDA8F6BB}" srcOrd="0" destOrd="0" presId="urn:microsoft.com/office/officeart/2005/8/layout/hierarchy2"/>
    <dgm:cxn modelId="{31CC21FB-C14B-4D9F-B5A0-CF46628819E0}" type="presOf" srcId="{D925ACE0-C79D-4FA6-A350-D27E66E02E57}" destId="{8EF78C2E-BB62-46CA-8D2C-5DB336C2EB5D}" srcOrd="1" destOrd="0" presId="urn:microsoft.com/office/officeart/2005/8/layout/hierarchy2"/>
    <dgm:cxn modelId="{9A0867FE-8576-44D3-84AC-D0116EDAF954}" srcId="{79FD669E-EAC1-4025-9AD2-929C55644B73}" destId="{2A7931A8-D178-4453-9E69-0ED76931D554}" srcOrd="1" destOrd="0" parTransId="{B833E9EF-C990-4654-A909-7131C3EEA37F}" sibTransId="{669408E8-A2E0-4682-A0D0-6D8D3F84BA3D}"/>
    <dgm:cxn modelId="{0A15F796-D747-49C9-ADBA-AFB614D5D723}" type="presParOf" srcId="{45B1E2D3-DC41-49A4-86AB-CE83AEAB44AF}" destId="{EBB26AF0-076C-49B3-9B15-F5D3402B3683}" srcOrd="0" destOrd="0" presId="urn:microsoft.com/office/officeart/2005/8/layout/hierarchy2"/>
    <dgm:cxn modelId="{5CF66948-8D19-45A8-A338-F8D3032571A2}" type="presParOf" srcId="{EBB26AF0-076C-49B3-9B15-F5D3402B3683}" destId="{5A9FF5F8-D918-4C5B-8F8D-6AA97118B5B3}" srcOrd="0" destOrd="0" presId="urn:microsoft.com/office/officeart/2005/8/layout/hierarchy2"/>
    <dgm:cxn modelId="{5FB99851-2309-46D7-A894-0F0010FC4963}" type="presParOf" srcId="{EBB26AF0-076C-49B3-9B15-F5D3402B3683}" destId="{527C7936-5CD7-4473-941E-735BA5779286}" srcOrd="1" destOrd="0" presId="urn:microsoft.com/office/officeart/2005/8/layout/hierarchy2"/>
    <dgm:cxn modelId="{CB2781F8-45E7-4FA1-A634-D79778B96D55}" type="presParOf" srcId="{527C7936-5CD7-4473-941E-735BA5779286}" destId="{D20800DF-786F-4F46-BC8E-7C08B0011206}" srcOrd="0" destOrd="0" presId="urn:microsoft.com/office/officeart/2005/8/layout/hierarchy2"/>
    <dgm:cxn modelId="{DBFC8DF6-E142-4725-B1BF-A562CD7E6902}" type="presParOf" srcId="{D20800DF-786F-4F46-BC8E-7C08B0011206}" destId="{94F801FA-C5A2-4E0B-8E38-C8D9140202CF}" srcOrd="0" destOrd="0" presId="urn:microsoft.com/office/officeart/2005/8/layout/hierarchy2"/>
    <dgm:cxn modelId="{FB1A7601-4BD1-4995-9810-22876707CC96}" type="presParOf" srcId="{527C7936-5CD7-4473-941E-735BA5779286}" destId="{5B96A166-B3C9-4D65-B782-51476E50FAD9}" srcOrd="1" destOrd="0" presId="urn:microsoft.com/office/officeart/2005/8/layout/hierarchy2"/>
    <dgm:cxn modelId="{9F7796A8-015B-48B1-BAF7-C8B688587E61}" type="presParOf" srcId="{5B96A166-B3C9-4D65-B782-51476E50FAD9}" destId="{337B761F-BAA9-446C-A8E3-99D1120EE415}" srcOrd="0" destOrd="0" presId="urn:microsoft.com/office/officeart/2005/8/layout/hierarchy2"/>
    <dgm:cxn modelId="{C7D992A8-33F3-45E4-B4F6-A34C9FEB2A51}" type="presParOf" srcId="{5B96A166-B3C9-4D65-B782-51476E50FAD9}" destId="{A22D8E5D-C12C-457C-8083-D79AD682A8FC}" srcOrd="1" destOrd="0" presId="urn:microsoft.com/office/officeart/2005/8/layout/hierarchy2"/>
    <dgm:cxn modelId="{836200BC-01DC-4F9C-BB54-870B33C8BFC5}" type="presParOf" srcId="{A22D8E5D-C12C-457C-8083-D79AD682A8FC}" destId="{64ED4F26-6F6D-4A7A-BB9C-168A4173F247}" srcOrd="0" destOrd="0" presId="urn:microsoft.com/office/officeart/2005/8/layout/hierarchy2"/>
    <dgm:cxn modelId="{FDF89815-3144-477A-8F83-C10B8E69C417}" type="presParOf" srcId="{64ED4F26-6F6D-4A7A-BB9C-168A4173F247}" destId="{77DCE99B-C449-410F-9235-83A71CB4E136}" srcOrd="0" destOrd="0" presId="urn:microsoft.com/office/officeart/2005/8/layout/hierarchy2"/>
    <dgm:cxn modelId="{63859183-EFB8-4F21-96DF-9547685DD0FD}" type="presParOf" srcId="{A22D8E5D-C12C-457C-8083-D79AD682A8FC}" destId="{6EE3EA7E-5B63-4258-B99A-036FCB8ECA99}" srcOrd="1" destOrd="0" presId="urn:microsoft.com/office/officeart/2005/8/layout/hierarchy2"/>
    <dgm:cxn modelId="{1AFA03CC-6963-48A3-8809-F7012FB1DE92}" type="presParOf" srcId="{6EE3EA7E-5B63-4258-B99A-036FCB8ECA99}" destId="{713C6B1F-5D5E-4D8A-B185-2B84207921A9}" srcOrd="0" destOrd="0" presId="urn:microsoft.com/office/officeart/2005/8/layout/hierarchy2"/>
    <dgm:cxn modelId="{3FBE41C4-C69D-4FBB-B694-CFE80B08F875}" type="presParOf" srcId="{6EE3EA7E-5B63-4258-B99A-036FCB8ECA99}" destId="{0FC25E09-2D2C-42B1-AFC5-EE2EDA3EC4DB}" srcOrd="1" destOrd="0" presId="urn:microsoft.com/office/officeart/2005/8/layout/hierarchy2"/>
    <dgm:cxn modelId="{1F6ECF7A-7947-4E0C-A46C-E58D44E5298B}" type="presParOf" srcId="{A22D8E5D-C12C-457C-8083-D79AD682A8FC}" destId="{3C78C75D-17CC-4FDF-8F37-5F0B527EFE85}" srcOrd="2" destOrd="0" presId="urn:microsoft.com/office/officeart/2005/8/layout/hierarchy2"/>
    <dgm:cxn modelId="{26565986-EE1F-4C79-86C0-61B1F0ED416F}" type="presParOf" srcId="{3C78C75D-17CC-4FDF-8F37-5F0B527EFE85}" destId="{FA4A68EB-B181-40A3-A138-DA0EA6689D19}" srcOrd="0" destOrd="0" presId="urn:microsoft.com/office/officeart/2005/8/layout/hierarchy2"/>
    <dgm:cxn modelId="{D63D4283-5A2C-4AAA-9068-22A8D6C94DA2}" type="presParOf" srcId="{A22D8E5D-C12C-457C-8083-D79AD682A8FC}" destId="{5CD5D021-47DC-40DC-840B-4CF6859B3619}" srcOrd="3" destOrd="0" presId="urn:microsoft.com/office/officeart/2005/8/layout/hierarchy2"/>
    <dgm:cxn modelId="{D6970395-3BE5-40A9-B864-2BE01A94540E}" type="presParOf" srcId="{5CD5D021-47DC-40DC-840B-4CF6859B3619}" destId="{47772240-F486-4145-836D-AB0E8AD0B855}" srcOrd="0" destOrd="0" presId="urn:microsoft.com/office/officeart/2005/8/layout/hierarchy2"/>
    <dgm:cxn modelId="{FD34F864-A0D0-44DD-B264-30A626EB372E}" type="presParOf" srcId="{5CD5D021-47DC-40DC-840B-4CF6859B3619}" destId="{4707EDAD-C36A-4191-9D08-049FA539A2AA}" srcOrd="1" destOrd="0" presId="urn:microsoft.com/office/officeart/2005/8/layout/hierarchy2"/>
    <dgm:cxn modelId="{C0E4D537-8887-4BF0-AEC6-136666CC01B3}" type="presParOf" srcId="{527C7936-5CD7-4473-941E-735BA5779286}" destId="{15BBA178-4DA1-4DFF-9F1B-41EA3B61A245}" srcOrd="2" destOrd="0" presId="urn:microsoft.com/office/officeart/2005/8/layout/hierarchy2"/>
    <dgm:cxn modelId="{DAB227EB-8944-4B37-8A06-EAAB48C7F506}" type="presParOf" srcId="{15BBA178-4DA1-4DFF-9F1B-41EA3B61A245}" destId="{047509D2-5553-4EAA-B72E-D6FFC04C6B66}" srcOrd="0" destOrd="0" presId="urn:microsoft.com/office/officeart/2005/8/layout/hierarchy2"/>
    <dgm:cxn modelId="{B794E6B4-2D4A-4983-9306-2EA634DC0B2F}" type="presParOf" srcId="{527C7936-5CD7-4473-941E-735BA5779286}" destId="{4F1CF974-A802-4121-A7A3-EAFF84EE5785}" srcOrd="3" destOrd="0" presId="urn:microsoft.com/office/officeart/2005/8/layout/hierarchy2"/>
    <dgm:cxn modelId="{9FBB3D86-4B63-4145-AD2A-D862B6DDF197}" type="presParOf" srcId="{4F1CF974-A802-4121-A7A3-EAFF84EE5785}" destId="{4F1D22CF-CA04-4D7B-88B3-9E053BFBD9AF}" srcOrd="0" destOrd="0" presId="urn:microsoft.com/office/officeart/2005/8/layout/hierarchy2"/>
    <dgm:cxn modelId="{19A86B82-FDA6-43AE-BAB1-E00596683FAA}" type="presParOf" srcId="{4F1CF974-A802-4121-A7A3-EAFF84EE5785}" destId="{C076007F-C85A-4AEA-A2A7-47C55F16CBA5}" srcOrd="1" destOrd="0" presId="urn:microsoft.com/office/officeart/2005/8/layout/hierarchy2"/>
    <dgm:cxn modelId="{BC83F91E-B814-4B3C-9546-72FAB62E5B67}" type="presParOf" srcId="{C076007F-C85A-4AEA-A2A7-47C55F16CBA5}" destId="{D1A4060D-AED0-4635-B767-3CE0398E0F23}" srcOrd="0" destOrd="0" presId="urn:microsoft.com/office/officeart/2005/8/layout/hierarchy2"/>
    <dgm:cxn modelId="{44432183-2F55-423D-957C-979B8CAD9001}" type="presParOf" srcId="{D1A4060D-AED0-4635-B767-3CE0398E0F23}" destId="{7B7EA043-1D16-4355-9515-D8D7209DEE24}" srcOrd="0" destOrd="0" presId="urn:microsoft.com/office/officeart/2005/8/layout/hierarchy2"/>
    <dgm:cxn modelId="{026F83BB-8F10-4D46-8C60-B48B535CCA54}" type="presParOf" srcId="{C076007F-C85A-4AEA-A2A7-47C55F16CBA5}" destId="{99F93951-C676-4FBB-940D-3988D5F8FB00}" srcOrd="1" destOrd="0" presId="urn:microsoft.com/office/officeart/2005/8/layout/hierarchy2"/>
    <dgm:cxn modelId="{0F3569D0-D435-44B3-99CF-70CEC6BE97FD}" type="presParOf" srcId="{99F93951-C676-4FBB-940D-3988D5F8FB00}" destId="{0DCB2157-AB66-4EC7-AC92-DE3882A0E5ED}" srcOrd="0" destOrd="0" presId="urn:microsoft.com/office/officeart/2005/8/layout/hierarchy2"/>
    <dgm:cxn modelId="{36A93BF9-A6F2-4A19-9722-5BA0468F2418}" type="presParOf" srcId="{99F93951-C676-4FBB-940D-3988D5F8FB00}" destId="{F8D7FB58-7C7E-4D7B-83DE-30C2B7874A4B}" srcOrd="1" destOrd="0" presId="urn:microsoft.com/office/officeart/2005/8/layout/hierarchy2"/>
    <dgm:cxn modelId="{645681D0-860C-409F-B861-EA5828A5B9FA}" type="presParOf" srcId="{F8D7FB58-7C7E-4D7B-83DE-30C2B7874A4B}" destId="{427630FF-46CE-4847-91B5-DBBB27B74F1C}" srcOrd="0" destOrd="0" presId="urn:microsoft.com/office/officeart/2005/8/layout/hierarchy2"/>
    <dgm:cxn modelId="{6D80ADE1-9007-4BEA-8EF7-B750902D6710}" type="presParOf" srcId="{427630FF-46CE-4847-91B5-DBBB27B74F1C}" destId="{9E6F2BD9-A132-4210-9D9F-4B85B4AC4AB4}" srcOrd="0" destOrd="0" presId="urn:microsoft.com/office/officeart/2005/8/layout/hierarchy2"/>
    <dgm:cxn modelId="{260D3644-3A9B-4BA7-9F85-F523100E3A25}" type="presParOf" srcId="{F8D7FB58-7C7E-4D7B-83DE-30C2B7874A4B}" destId="{D7A441D7-E5FD-4484-AD4B-AB9EE0733A69}" srcOrd="1" destOrd="0" presId="urn:microsoft.com/office/officeart/2005/8/layout/hierarchy2"/>
    <dgm:cxn modelId="{5C05BDD1-41B8-49F0-8692-95ED0FDF9887}" type="presParOf" srcId="{D7A441D7-E5FD-4484-AD4B-AB9EE0733A69}" destId="{7B978CEB-ECE0-4404-9A96-4EF84FF948A8}" srcOrd="0" destOrd="0" presId="urn:microsoft.com/office/officeart/2005/8/layout/hierarchy2"/>
    <dgm:cxn modelId="{237FF06B-888A-4DCC-A1AC-8D5399B2CE27}" type="presParOf" srcId="{D7A441D7-E5FD-4484-AD4B-AB9EE0733A69}" destId="{C7D7F7D1-5D53-40E1-9798-4784BB5C140A}" srcOrd="1" destOrd="0" presId="urn:microsoft.com/office/officeart/2005/8/layout/hierarchy2"/>
    <dgm:cxn modelId="{173A3187-98C5-415E-A014-3BE1A53CFEF8}" type="presParOf" srcId="{C076007F-C85A-4AEA-A2A7-47C55F16CBA5}" destId="{87B7EAED-9F88-4A3A-851A-3814BE1BFD34}" srcOrd="2" destOrd="0" presId="urn:microsoft.com/office/officeart/2005/8/layout/hierarchy2"/>
    <dgm:cxn modelId="{FBEC7CB4-E5AD-40ED-B2BF-D827E9234107}" type="presParOf" srcId="{87B7EAED-9F88-4A3A-851A-3814BE1BFD34}" destId="{F140F9DB-5F36-47E8-8ED7-4826D1C97EE0}" srcOrd="0" destOrd="0" presId="urn:microsoft.com/office/officeart/2005/8/layout/hierarchy2"/>
    <dgm:cxn modelId="{E04691D1-DF2C-4568-8382-AA179B6087F8}" type="presParOf" srcId="{C076007F-C85A-4AEA-A2A7-47C55F16CBA5}" destId="{29F55129-5288-4E4A-9BBF-B2A2A9125A22}" srcOrd="3" destOrd="0" presId="urn:microsoft.com/office/officeart/2005/8/layout/hierarchy2"/>
    <dgm:cxn modelId="{4B249498-7E40-4B21-A94A-98E0A2829A98}" type="presParOf" srcId="{29F55129-5288-4E4A-9BBF-B2A2A9125A22}" destId="{7F1D7330-592B-464A-B257-CC8BDD367325}" srcOrd="0" destOrd="0" presId="urn:microsoft.com/office/officeart/2005/8/layout/hierarchy2"/>
    <dgm:cxn modelId="{38B7B9F0-BBB6-4AAC-A1E6-C2CBB9550920}" type="presParOf" srcId="{29F55129-5288-4E4A-9BBF-B2A2A9125A22}" destId="{3432FD37-8615-4781-89E7-74F4FE8D9569}" srcOrd="1" destOrd="0" presId="urn:microsoft.com/office/officeart/2005/8/layout/hierarchy2"/>
    <dgm:cxn modelId="{3E81BCF0-F87B-4194-A589-694569E83695}" type="presParOf" srcId="{3432FD37-8615-4781-89E7-74F4FE8D9569}" destId="{AF919F0C-D3B0-4675-8A05-421AE7EA6329}" srcOrd="0" destOrd="0" presId="urn:microsoft.com/office/officeart/2005/8/layout/hierarchy2"/>
    <dgm:cxn modelId="{2404279D-8143-4B00-BB66-FD4F0C1F7351}" type="presParOf" srcId="{AF919F0C-D3B0-4675-8A05-421AE7EA6329}" destId="{8EF78C2E-BB62-46CA-8D2C-5DB336C2EB5D}" srcOrd="0" destOrd="0" presId="urn:microsoft.com/office/officeart/2005/8/layout/hierarchy2"/>
    <dgm:cxn modelId="{9934F855-9770-418A-B5D9-DD1DE6C81384}" type="presParOf" srcId="{3432FD37-8615-4781-89E7-74F4FE8D9569}" destId="{E5803FE4-B658-4D77-9C56-9327F7D02E57}" srcOrd="1" destOrd="0" presId="urn:microsoft.com/office/officeart/2005/8/layout/hierarchy2"/>
    <dgm:cxn modelId="{0785371C-04D0-46CA-8F8C-D20DBBBDA1A8}" type="presParOf" srcId="{E5803FE4-B658-4D77-9C56-9327F7D02E57}" destId="{F568B395-4AE8-41FF-955A-729C5CBC6CC0}" srcOrd="0" destOrd="0" presId="urn:microsoft.com/office/officeart/2005/8/layout/hierarchy2"/>
    <dgm:cxn modelId="{C2AC4EA0-C4EF-4B3F-B01D-8469D886097D}" type="presParOf" srcId="{E5803FE4-B658-4D77-9C56-9327F7D02E57}" destId="{7B8AE765-A9C8-424D-B90B-D1DDAD81CD5E}" srcOrd="1" destOrd="0" presId="urn:microsoft.com/office/officeart/2005/8/layout/hierarchy2"/>
    <dgm:cxn modelId="{33F39DF3-C5F4-41D1-9F1A-94CDC47E0036}" type="presParOf" srcId="{527C7936-5CD7-4473-941E-735BA5779286}" destId="{CCA14011-EFA3-4EA7-97AD-2FD54FA1DE20}" srcOrd="4" destOrd="0" presId="urn:microsoft.com/office/officeart/2005/8/layout/hierarchy2"/>
    <dgm:cxn modelId="{1B9FEA29-6AB7-4316-9C81-76C3B8C93668}" type="presParOf" srcId="{CCA14011-EFA3-4EA7-97AD-2FD54FA1DE20}" destId="{F4C90B94-2AA9-412F-8E57-8411944D1049}" srcOrd="0" destOrd="0" presId="urn:microsoft.com/office/officeart/2005/8/layout/hierarchy2"/>
    <dgm:cxn modelId="{EE056F17-1CCC-47F3-88F0-A2927A58371A}" type="presParOf" srcId="{527C7936-5CD7-4473-941E-735BA5779286}" destId="{050E7A25-6CB3-4141-BDDB-90DE3EF6C58A}" srcOrd="5" destOrd="0" presId="urn:microsoft.com/office/officeart/2005/8/layout/hierarchy2"/>
    <dgm:cxn modelId="{E15B4535-B2BC-4B5B-9C9D-A8C510CACC50}" type="presParOf" srcId="{050E7A25-6CB3-4141-BDDB-90DE3EF6C58A}" destId="{E23154D6-1286-42D1-A2F8-0687BFB08A15}" srcOrd="0" destOrd="0" presId="urn:microsoft.com/office/officeart/2005/8/layout/hierarchy2"/>
    <dgm:cxn modelId="{601EBC21-4D8B-4BE3-B13D-C0AADD8BED5A}" type="presParOf" srcId="{050E7A25-6CB3-4141-BDDB-90DE3EF6C58A}" destId="{C53A5B4B-F10B-4F4B-9CA2-DEC77E901036}" srcOrd="1" destOrd="0" presId="urn:microsoft.com/office/officeart/2005/8/layout/hierarchy2"/>
    <dgm:cxn modelId="{1ACB0C8D-EAAE-4D43-9B14-12BB25E5A71E}" type="presParOf" srcId="{C53A5B4B-F10B-4F4B-9CA2-DEC77E901036}" destId="{A88A2A4B-E057-475F-BD60-1518C88EC744}" srcOrd="0" destOrd="0" presId="urn:microsoft.com/office/officeart/2005/8/layout/hierarchy2"/>
    <dgm:cxn modelId="{C35A7C8E-9CEB-494E-B51E-E87EA88E059B}" type="presParOf" srcId="{A88A2A4B-E057-475F-BD60-1518C88EC744}" destId="{80A324EE-3118-403B-930E-D270B83599C5}" srcOrd="0" destOrd="0" presId="urn:microsoft.com/office/officeart/2005/8/layout/hierarchy2"/>
    <dgm:cxn modelId="{E53793A2-ACFB-49D1-B411-B7EC8DC7A155}" type="presParOf" srcId="{C53A5B4B-F10B-4F4B-9CA2-DEC77E901036}" destId="{7FF8EB1D-6BC6-4D5E-B434-277A9B1AED77}" srcOrd="1" destOrd="0" presId="urn:microsoft.com/office/officeart/2005/8/layout/hierarchy2"/>
    <dgm:cxn modelId="{CECA27CF-5D76-4758-A909-80036327FC3F}" type="presParOf" srcId="{7FF8EB1D-6BC6-4D5E-B434-277A9B1AED77}" destId="{DBA1A94C-9E9B-4A0B-A42D-58DFF72D7B58}" srcOrd="0" destOrd="0" presId="urn:microsoft.com/office/officeart/2005/8/layout/hierarchy2"/>
    <dgm:cxn modelId="{1CA15FE8-7EF0-4301-A56E-6A56B219B465}" type="presParOf" srcId="{7FF8EB1D-6BC6-4D5E-B434-277A9B1AED77}" destId="{37CC0C28-741E-43C7-AA28-31F95C6367BE}" srcOrd="1" destOrd="0" presId="urn:microsoft.com/office/officeart/2005/8/layout/hierarchy2"/>
    <dgm:cxn modelId="{3F644A5A-7590-4622-A7D0-992EFDFC2849}" type="presParOf" srcId="{37CC0C28-741E-43C7-AA28-31F95C6367BE}" destId="{33E9F206-D276-4A23-BA67-9AA1A10A4526}" srcOrd="0" destOrd="0" presId="urn:microsoft.com/office/officeart/2005/8/layout/hierarchy2"/>
    <dgm:cxn modelId="{37BF02BC-5189-4ACF-82C0-E4FF26F547B6}" type="presParOf" srcId="{33E9F206-D276-4A23-BA67-9AA1A10A4526}" destId="{89F703F2-8060-45BF-B8E4-9FA789BDA7DF}" srcOrd="0" destOrd="0" presId="urn:microsoft.com/office/officeart/2005/8/layout/hierarchy2"/>
    <dgm:cxn modelId="{C69487CE-C645-4571-9FFA-A32048AF9A4C}" type="presParOf" srcId="{37CC0C28-741E-43C7-AA28-31F95C6367BE}" destId="{5731DC1B-4FDA-4AA2-9C5C-BCACDD2A1FE4}" srcOrd="1" destOrd="0" presId="urn:microsoft.com/office/officeart/2005/8/layout/hierarchy2"/>
    <dgm:cxn modelId="{E6934229-ABF4-43E0-95EB-A75B75FCD375}" type="presParOf" srcId="{5731DC1B-4FDA-4AA2-9C5C-BCACDD2A1FE4}" destId="{7072FE84-83A5-4E10-9BB3-D8A0C463BD96}" srcOrd="0" destOrd="0" presId="urn:microsoft.com/office/officeart/2005/8/layout/hierarchy2"/>
    <dgm:cxn modelId="{8F230C6C-D1A6-4C1D-8403-03D1EE210107}" type="presParOf" srcId="{5731DC1B-4FDA-4AA2-9C5C-BCACDD2A1FE4}" destId="{043C4DD8-7DCA-4640-BACB-8D6B11B65E06}" srcOrd="1" destOrd="0" presId="urn:microsoft.com/office/officeart/2005/8/layout/hierarchy2"/>
    <dgm:cxn modelId="{21B8F837-6398-464D-B1F4-41023AE92C38}" type="presParOf" srcId="{C53A5B4B-F10B-4F4B-9CA2-DEC77E901036}" destId="{100AEC06-EDDE-47D7-BBCE-B98A116499A0}" srcOrd="2" destOrd="0" presId="urn:microsoft.com/office/officeart/2005/8/layout/hierarchy2"/>
    <dgm:cxn modelId="{5EA85B56-D05E-48D0-B291-17772E8903A1}" type="presParOf" srcId="{100AEC06-EDDE-47D7-BBCE-B98A116499A0}" destId="{19BC2DDA-C041-4592-9D2F-EAFBBCD4A762}" srcOrd="0" destOrd="0" presId="urn:microsoft.com/office/officeart/2005/8/layout/hierarchy2"/>
    <dgm:cxn modelId="{F0473591-4348-461C-8D60-ED726BA118D6}" type="presParOf" srcId="{C53A5B4B-F10B-4F4B-9CA2-DEC77E901036}" destId="{4FA69742-1C7F-4BA9-910D-142A9A8DC817}" srcOrd="3" destOrd="0" presId="urn:microsoft.com/office/officeart/2005/8/layout/hierarchy2"/>
    <dgm:cxn modelId="{23177D88-34DD-400D-9466-EFB37586DB83}" type="presParOf" srcId="{4FA69742-1C7F-4BA9-910D-142A9A8DC817}" destId="{0759E216-B6CB-4A04-806A-BB17CDA8F6BB}" srcOrd="0" destOrd="0" presId="urn:microsoft.com/office/officeart/2005/8/layout/hierarchy2"/>
    <dgm:cxn modelId="{916C4E22-08DE-44FA-87C0-14D0E0D0D6BD}" type="presParOf" srcId="{4FA69742-1C7F-4BA9-910D-142A9A8DC817}" destId="{2AA6AD56-D15D-4B83-A122-31FA75E70977}" srcOrd="1" destOrd="0" presId="urn:microsoft.com/office/officeart/2005/8/layout/hierarchy2"/>
    <dgm:cxn modelId="{A246A24E-E9A6-44F8-88E9-5F2543141108}" type="presParOf" srcId="{2AA6AD56-D15D-4B83-A122-31FA75E70977}" destId="{3DFF0752-00CB-41A4-BE70-33E0B40A0077}" srcOrd="0" destOrd="0" presId="urn:microsoft.com/office/officeart/2005/8/layout/hierarchy2"/>
    <dgm:cxn modelId="{311ABF31-6823-46E6-A705-683C19F7450C}" type="presParOf" srcId="{3DFF0752-00CB-41A4-BE70-33E0B40A0077}" destId="{070A88D9-DB91-40A8-9101-5D53991D160E}" srcOrd="0" destOrd="0" presId="urn:microsoft.com/office/officeart/2005/8/layout/hierarchy2"/>
    <dgm:cxn modelId="{D4E5C78D-7F1D-41E6-979F-27D22942F63C}" type="presParOf" srcId="{2AA6AD56-D15D-4B83-A122-31FA75E70977}" destId="{D5D8DA58-E9FF-4833-B8AF-39264CDDE52A}" srcOrd="1" destOrd="0" presId="urn:microsoft.com/office/officeart/2005/8/layout/hierarchy2"/>
    <dgm:cxn modelId="{3A84217F-49A1-4A1A-AA00-E356A7572612}" type="presParOf" srcId="{D5D8DA58-E9FF-4833-B8AF-39264CDDE52A}" destId="{DBA7DFE3-C36B-42BF-81E3-D686025FB760}" srcOrd="0" destOrd="0" presId="urn:microsoft.com/office/officeart/2005/8/layout/hierarchy2"/>
    <dgm:cxn modelId="{762474FB-CE07-4280-8653-1538069E7194}" type="presParOf" srcId="{D5D8DA58-E9FF-4833-B8AF-39264CDDE52A}" destId="{FA876DDB-46D3-4020-8BEA-640C4CA3655B}"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AEF9B37-C2FA-479A-B442-6A2F012ACB5E}" type="doc">
      <dgm:prSet loTypeId="urn:microsoft.com/office/officeart/2005/8/layout/venn1" loCatId="relationship" qsTypeId="urn:microsoft.com/office/officeart/2005/8/quickstyle/simple1" qsCatId="simple" csTypeId="urn:microsoft.com/office/officeart/2005/8/colors/accent1_2" csCatId="accent1" phldr="1"/>
      <dgm:spPr/>
    </dgm:pt>
    <dgm:pt modelId="{7F7949AB-2F5E-43D8-BB94-1F3C41960C5D}">
      <dgm:prSet phldrT="[Texte]"/>
      <dgm:spPr>
        <a:solidFill>
          <a:srgbClr val="EC7B2B">
            <a:alpha val="50000"/>
          </a:srgbClr>
        </a:solidFill>
      </dgm:spPr>
      <dgm:t>
        <a:bodyPr/>
        <a:lstStyle/>
        <a:p>
          <a:r>
            <a:rPr lang="en-US" dirty="0"/>
            <a:t>Our Community</a:t>
          </a:r>
        </a:p>
      </dgm:t>
    </dgm:pt>
    <dgm:pt modelId="{898C6BB1-8406-4409-AAA1-565D1493812B}" type="parTrans" cxnId="{FC5B4A90-6E99-4E69-A1D5-1A1F2E1B1CE8}">
      <dgm:prSet/>
      <dgm:spPr/>
      <dgm:t>
        <a:bodyPr/>
        <a:lstStyle/>
        <a:p>
          <a:endParaRPr lang="en-US"/>
        </a:p>
      </dgm:t>
    </dgm:pt>
    <dgm:pt modelId="{0A7502C8-ED57-4A40-9DB2-E3F45807F37E}" type="sibTrans" cxnId="{FC5B4A90-6E99-4E69-A1D5-1A1F2E1B1CE8}">
      <dgm:prSet/>
      <dgm:spPr/>
      <dgm:t>
        <a:bodyPr/>
        <a:lstStyle/>
        <a:p>
          <a:endParaRPr lang="en-US"/>
        </a:p>
      </dgm:t>
    </dgm:pt>
    <dgm:pt modelId="{8E7C3095-5486-4C26-804D-DEE06CCCF27D}">
      <dgm:prSet phldrT="[Texte]"/>
      <dgm:spPr/>
      <dgm:t>
        <a:bodyPr/>
        <a:lstStyle/>
        <a:p>
          <a:r>
            <a:rPr lang="en-US" dirty="0"/>
            <a:t>Community B</a:t>
          </a:r>
        </a:p>
      </dgm:t>
    </dgm:pt>
    <dgm:pt modelId="{280A553E-C3F6-410F-A68D-2F86B30E3AC3}" type="parTrans" cxnId="{71DAA70E-5D38-40A7-B45A-4E23299070BE}">
      <dgm:prSet/>
      <dgm:spPr/>
      <dgm:t>
        <a:bodyPr/>
        <a:lstStyle/>
        <a:p>
          <a:endParaRPr lang="en-US"/>
        </a:p>
      </dgm:t>
    </dgm:pt>
    <dgm:pt modelId="{B921F38F-DF1A-4EB6-A277-983549C3B85D}" type="sibTrans" cxnId="{71DAA70E-5D38-40A7-B45A-4E23299070BE}">
      <dgm:prSet/>
      <dgm:spPr/>
      <dgm:t>
        <a:bodyPr/>
        <a:lstStyle/>
        <a:p>
          <a:endParaRPr lang="en-US"/>
        </a:p>
      </dgm:t>
    </dgm:pt>
    <dgm:pt modelId="{255050DE-336F-49DB-890A-38CCD4B563FE}" type="pres">
      <dgm:prSet presAssocID="{FAEF9B37-C2FA-479A-B442-6A2F012ACB5E}" presName="compositeShape" presStyleCnt="0">
        <dgm:presLayoutVars>
          <dgm:chMax val="7"/>
          <dgm:dir/>
          <dgm:resizeHandles val="exact"/>
        </dgm:presLayoutVars>
      </dgm:prSet>
      <dgm:spPr/>
    </dgm:pt>
    <dgm:pt modelId="{A8AA3E52-F105-4DEF-93EE-5CF362D8832C}" type="pres">
      <dgm:prSet presAssocID="{7F7949AB-2F5E-43D8-BB94-1F3C41960C5D}" presName="circ1" presStyleLbl="vennNode1" presStyleIdx="0" presStyleCnt="2"/>
      <dgm:spPr/>
    </dgm:pt>
    <dgm:pt modelId="{3CEAF3B5-D34E-4D44-89E1-DCB066EC384E}" type="pres">
      <dgm:prSet presAssocID="{7F7949AB-2F5E-43D8-BB94-1F3C41960C5D}" presName="circ1Tx" presStyleLbl="revTx" presStyleIdx="0" presStyleCnt="0">
        <dgm:presLayoutVars>
          <dgm:chMax val="0"/>
          <dgm:chPref val="0"/>
          <dgm:bulletEnabled val="1"/>
        </dgm:presLayoutVars>
      </dgm:prSet>
      <dgm:spPr/>
    </dgm:pt>
    <dgm:pt modelId="{4ADD6E9E-1418-47E4-BF3C-CC6F38261B07}" type="pres">
      <dgm:prSet presAssocID="{8E7C3095-5486-4C26-804D-DEE06CCCF27D}" presName="circ2" presStyleLbl="vennNode1" presStyleIdx="1" presStyleCnt="2" custLinFactNeighborX="-2487" custLinFactNeighborY="0"/>
      <dgm:spPr/>
    </dgm:pt>
    <dgm:pt modelId="{313338B8-F045-4C10-9864-745578F506A3}" type="pres">
      <dgm:prSet presAssocID="{8E7C3095-5486-4C26-804D-DEE06CCCF27D}" presName="circ2Tx" presStyleLbl="revTx" presStyleIdx="0" presStyleCnt="0">
        <dgm:presLayoutVars>
          <dgm:chMax val="0"/>
          <dgm:chPref val="0"/>
          <dgm:bulletEnabled val="1"/>
        </dgm:presLayoutVars>
      </dgm:prSet>
      <dgm:spPr/>
    </dgm:pt>
  </dgm:ptLst>
  <dgm:cxnLst>
    <dgm:cxn modelId="{AC577907-EC2E-4E12-8608-0D93CC490E3E}" type="presOf" srcId="{7F7949AB-2F5E-43D8-BB94-1F3C41960C5D}" destId="{A8AA3E52-F105-4DEF-93EE-5CF362D8832C}" srcOrd="0" destOrd="0" presId="urn:microsoft.com/office/officeart/2005/8/layout/venn1"/>
    <dgm:cxn modelId="{71DAA70E-5D38-40A7-B45A-4E23299070BE}" srcId="{FAEF9B37-C2FA-479A-B442-6A2F012ACB5E}" destId="{8E7C3095-5486-4C26-804D-DEE06CCCF27D}" srcOrd="1" destOrd="0" parTransId="{280A553E-C3F6-410F-A68D-2F86B30E3AC3}" sibTransId="{B921F38F-DF1A-4EB6-A277-983549C3B85D}"/>
    <dgm:cxn modelId="{1BC2005D-FC68-421C-9D34-302485AFE9A1}" type="presOf" srcId="{FAEF9B37-C2FA-479A-B442-6A2F012ACB5E}" destId="{255050DE-336F-49DB-890A-38CCD4B563FE}" srcOrd="0" destOrd="0" presId="urn:microsoft.com/office/officeart/2005/8/layout/venn1"/>
    <dgm:cxn modelId="{88FB5377-B651-4ED7-A3CD-527920458D2C}" type="presOf" srcId="{7F7949AB-2F5E-43D8-BB94-1F3C41960C5D}" destId="{3CEAF3B5-D34E-4D44-89E1-DCB066EC384E}" srcOrd="1" destOrd="0" presId="urn:microsoft.com/office/officeart/2005/8/layout/venn1"/>
    <dgm:cxn modelId="{C5E38A7F-247F-4B6E-9EFE-113A47679DC8}" type="presOf" srcId="{8E7C3095-5486-4C26-804D-DEE06CCCF27D}" destId="{313338B8-F045-4C10-9864-745578F506A3}" srcOrd="1" destOrd="0" presId="urn:microsoft.com/office/officeart/2005/8/layout/venn1"/>
    <dgm:cxn modelId="{FC5B4A90-6E99-4E69-A1D5-1A1F2E1B1CE8}" srcId="{FAEF9B37-C2FA-479A-B442-6A2F012ACB5E}" destId="{7F7949AB-2F5E-43D8-BB94-1F3C41960C5D}" srcOrd="0" destOrd="0" parTransId="{898C6BB1-8406-4409-AAA1-565D1493812B}" sibTransId="{0A7502C8-ED57-4A40-9DB2-E3F45807F37E}"/>
    <dgm:cxn modelId="{CC62E4FB-707A-4312-A213-CB105DA5C81C}" type="presOf" srcId="{8E7C3095-5486-4C26-804D-DEE06CCCF27D}" destId="{4ADD6E9E-1418-47E4-BF3C-CC6F38261B07}" srcOrd="0" destOrd="0" presId="urn:microsoft.com/office/officeart/2005/8/layout/venn1"/>
    <dgm:cxn modelId="{D81960B2-5A1F-4234-B3AF-06ACF7D91800}" type="presParOf" srcId="{255050DE-336F-49DB-890A-38CCD4B563FE}" destId="{A8AA3E52-F105-4DEF-93EE-5CF362D8832C}" srcOrd="0" destOrd="0" presId="urn:microsoft.com/office/officeart/2005/8/layout/venn1"/>
    <dgm:cxn modelId="{891C48AB-759F-4618-B6BF-CD89EEB640E3}" type="presParOf" srcId="{255050DE-336F-49DB-890A-38CCD4B563FE}" destId="{3CEAF3B5-D34E-4D44-89E1-DCB066EC384E}" srcOrd="1" destOrd="0" presId="urn:microsoft.com/office/officeart/2005/8/layout/venn1"/>
    <dgm:cxn modelId="{42021308-5C7F-46D3-91F7-284246EAA1AB}" type="presParOf" srcId="{255050DE-336F-49DB-890A-38CCD4B563FE}" destId="{4ADD6E9E-1418-47E4-BF3C-CC6F38261B07}" srcOrd="2" destOrd="0" presId="urn:microsoft.com/office/officeart/2005/8/layout/venn1"/>
    <dgm:cxn modelId="{7E25ABB4-3E23-4E35-9609-F030F7D61248}" type="presParOf" srcId="{255050DE-336F-49DB-890A-38CCD4B563FE}" destId="{313338B8-F045-4C10-9864-745578F506A3}"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00D229A-19A0-433C-A6C6-72B1E95EA3A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FC74915A-8638-408F-AF12-34C5BD84E326}">
      <dgm:prSet phldrT="[Texte]"/>
      <dgm:spPr>
        <a:solidFill>
          <a:schemeClr val="tx1"/>
        </a:solidFill>
      </dgm:spPr>
      <dgm:t>
        <a:bodyPr/>
        <a:lstStyle/>
        <a:p>
          <a:r>
            <a:rPr lang="en-US" dirty="0"/>
            <a:t>Compete</a:t>
          </a:r>
        </a:p>
      </dgm:t>
    </dgm:pt>
    <dgm:pt modelId="{4D30B0F8-992E-4213-BCF8-71A32C146541}" type="parTrans" cxnId="{1862B903-8844-4263-8004-B8EE735C6A66}">
      <dgm:prSet/>
      <dgm:spPr/>
      <dgm:t>
        <a:bodyPr/>
        <a:lstStyle/>
        <a:p>
          <a:endParaRPr lang="en-US"/>
        </a:p>
      </dgm:t>
    </dgm:pt>
    <dgm:pt modelId="{E0CD23B3-0E1C-48A8-A4E5-19CA824E17DA}" type="sibTrans" cxnId="{1862B903-8844-4263-8004-B8EE735C6A66}">
      <dgm:prSet/>
      <dgm:spPr/>
      <dgm:t>
        <a:bodyPr/>
        <a:lstStyle/>
        <a:p>
          <a:endParaRPr lang="en-US"/>
        </a:p>
      </dgm:t>
    </dgm:pt>
    <dgm:pt modelId="{8493C182-2520-438D-BE72-764BCA5FF4AE}">
      <dgm:prSet phldrT="[Texte]"/>
      <dgm:spPr>
        <a:solidFill>
          <a:schemeClr val="tx1"/>
        </a:solidFill>
      </dgm:spPr>
      <dgm:t>
        <a:bodyPr/>
        <a:lstStyle/>
        <a:p>
          <a:r>
            <a:rPr lang="en-US" dirty="0"/>
            <a:t>The best way wins or dominates</a:t>
          </a:r>
        </a:p>
      </dgm:t>
    </dgm:pt>
    <dgm:pt modelId="{1FB112A8-5112-493E-828F-B800085E17EE}" type="parTrans" cxnId="{1ADFB680-1104-464F-A07E-95F1D2C360BA}">
      <dgm:prSet/>
      <dgm:spPr/>
      <dgm:t>
        <a:bodyPr/>
        <a:lstStyle/>
        <a:p>
          <a:endParaRPr lang="en-US"/>
        </a:p>
      </dgm:t>
    </dgm:pt>
    <dgm:pt modelId="{44B26CDE-3A9B-4222-9A8A-30385CB4EC57}" type="sibTrans" cxnId="{1ADFB680-1104-464F-A07E-95F1D2C360BA}">
      <dgm:prSet/>
      <dgm:spPr/>
      <dgm:t>
        <a:bodyPr/>
        <a:lstStyle/>
        <a:p>
          <a:endParaRPr lang="en-US"/>
        </a:p>
      </dgm:t>
    </dgm:pt>
    <dgm:pt modelId="{2A7931A8-D178-4453-9E69-0ED76931D554}">
      <dgm:prSet phldrT="[Texte]"/>
      <dgm:spPr/>
      <dgm:t>
        <a:bodyPr/>
        <a:lstStyle/>
        <a:p>
          <a:r>
            <a:rPr lang="en-US" dirty="0"/>
            <a:t>Integrate</a:t>
          </a:r>
        </a:p>
      </dgm:t>
    </dgm:pt>
    <dgm:pt modelId="{B833E9EF-C990-4654-A909-7131C3EEA37F}" type="parTrans" cxnId="{9A0867FE-8576-44D3-84AC-D0116EDAF954}">
      <dgm:prSet/>
      <dgm:spPr/>
      <dgm:t>
        <a:bodyPr/>
        <a:lstStyle/>
        <a:p>
          <a:endParaRPr lang="en-US"/>
        </a:p>
      </dgm:t>
    </dgm:pt>
    <dgm:pt modelId="{669408E8-A2E0-4682-A0D0-6D8D3F84BA3D}" type="sibTrans" cxnId="{9A0867FE-8576-44D3-84AC-D0116EDAF954}">
      <dgm:prSet/>
      <dgm:spPr/>
      <dgm:t>
        <a:bodyPr/>
        <a:lstStyle/>
        <a:p>
          <a:endParaRPr lang="en-US"/>
        </a:p>
      </dgm:t>
    </dgm:pt>
    <dgm:pt modelId="{92339BD1-AB1B-49C1-8C74-0C1FECA4B413}">
      <dgm:prSet phldrT="[Texte]"/>
      <dgm:spPr/>
      <dgm:t>
        <a:bodyPr/>
        <a:lstStyle/>
        <a:p>
          <a:r>
            <a:rPr lang="en-US" dirty="0"/>
            <a:t>Synergy</a:t>
          </a:r>
        </a:p>
      </dgm:t>
    </dgm:pt>
    <dgm:pt modelId="{B68476FA-7658-469C-9F7B-D39B0EFA4847}" type="parTrans" cxnId="{BF75B9EB-5631-4C68-8F86-4C93D3EFB13B}">
      <dgm:prSet/>
      <dgm:spPr/>
      <dgm:t>
        <a:bodyPr/>
        <a:lstStyle/>
        <a:p>
          <a:endParaRPr lang="en-US"/>
        </a:p>
      </dgm:t>
    </dgm:pt>
    <dgm:pt modelId="{5B755510-9C2D-462D-9DC3-BAAF744C5771}" type="sibTrans" cxnId="{BF75B9EB-5631-4C68-8F86-4C93D3EFB13B}">
      <dgm:prSet/>
      <dgm:spPr/>
      <dgm:t>
        <a:bodyPr/>
        <a:lstStyle/>
        <a:p>
          <a:endParaRPr lang="en-US"/>
        </a:p>
      </dgm:t>
    </dgm:pt>
    <dgm:pt modelId="{DCF9BA05-DC0F-4D0A-A6AB-E299A13C7337}">
      <dgm:prSet phldrT="[Texte]"/>
      <dgm:spPr>
        <a:solidFill>
          <a:srgbClr val="EC7B2B"/>
        </a:solidFill>
      </dgm:spPr>
      <dgm:t>
        <a:bodyPr/>
        <a:lstStyle/>
        <a:p>
          <a:r>
            <a:rPr lang="en-US" dirty="0">
              <a:solidFill>
                <a:schemeClr val="tx1"/>
              </a:solidFill>
            </a:rPr>
            <a:t>Differentiate</a:t>
          </a:r>
        </a:p>
      </dgm:t>
    </dgm:pt>
    <dgm:pt modelId="{680E9281-1BAA-47BA-8188-0A479C1F719F}" type="parTrans" cxnId="{EF3D553E-CFF7-48FB-946A-517FD4D25920}">
      <dgm:prSet/>
      <dgm:spPr/>
      <dgm:t>
        <a:bodyPr/>
        <a:lstStyle/>
        <a:p>
          <a:endParaRPr lang="en-US"/>
        </a:p>
      </dgm:t>
    </dgm:pt>
    <dgm:pt modelId="{A28A60F1-557D-4854-949F-49C8D6BEBE29}" type="sibTrans" cxnId="{EF3D553E-CFF7-48FB-946A-517FD4D25920}">
      <dgm:prSet/>
      <dgm:spPr/>
      <dgm:t>
        <a:bodyPr/>
        <a:lstStyle/>
        <a:p>
          <a:endParaRPr lang="en-US"/>
        </a:p>
      </dgm:t>
    </dgm:pt>
    <dgm:pt modelId="{1791073C-7326-4754-9166-F64EF026F387}">
      <dgm:prSet phldrT="[Texte]"/>
      <dgm:spPr>
        <a:solidFill>
          <a:srgbClr val="EC7B2B"/>
        </a:solidFill>
      </dgm:spPr>
      <dgm:t>
        <a:bodyPr/>
        <a:lstStyle/>
        <a:p>
          <a:r>
            <a:rPr lang="en-US" dirty="0">
              <a:solidFill>
                <a:schemeClr val="tx1"/>
              </a:solidFill>
            </a:rPr>
            <a:t>A &amp; B end up providing different values to different segments</a:t>
          </a:r>
        </a:p>
      </dgm:t>
    </dgm:pt>
    <dgm:pt modelId="{D0DC83D4-F37F-49B7-B7E8-3C460A80E041}" type="parTrans" cxnId="{FA14E994-B64E-4847-B100-6803B1508512}">
      <dgm:prSet/>
      <dgm:spPr/>
      <dgm:t>
        <a:bodyPr/>
        <a:lstStyle/>
        <a:p>
          <a:endParaRPr lang="en-US"/>
        </a:p>
      </dgm:t>
    </dgm:pt>
    <dgm:pt modelId="{2896815A-3E77-47EB-81E9-C0E691348858}" type="sibTrans" cxnId="{FA14E994-B64E-4847-B100-6803B1508512}">
      <dgm:prSet/>
      <dgm:spPr/>
      <dgm:t>
        <a:bodyPr/>
        <a:lstStyle/>
        <a:p>
          <a:endParaRPr lang="en-US"/>
        </a:p>
      </dgm:t>
    </dgm:pt>
    <dgm:pt modelId="{465DAE4E-9FBE-4CDB-B2C0-7C5A6B5927FC}">
      <dgm:prSet phldrT="[Texte]"/>
      <dgm:spPr>
        <a:solidFill>
          <a:srgbClr val="EC7B2B"/>
        </a:solidFill>
      </dgm:spPr>
      <dgm:t>
        <a:bodyPr/>
        <a:lstStyle/>
        <a:p>
          <a:r>
            <a:rPr lang="en-US" dirty="0">
              <a:solidFill>
                <a:schemeClr val="tx1"/>
              </a:solidFill>
            </a:rPr>
            <a:t>Market specialization</a:t>
          </a:r>
        </a:p>
      </dgm:t>
    </dgm:pt>
    <dgm:pt modelId="{11FFDD26-19D9-4197-A2F7-6FB69D36D9A9}" type="parTrans" cxnId="{4BAA5342-2C93-41EB-A01B-3E578B1E89E5}">
      <dgm:prSet/>
      <dgm:spPr/>
      <dgm:t>
        <a:bodyPr/>
        <a:lstStyle/>
        <a:p>
          <a:endParaRPr lang="en-US"/>
        </a:p>
      </dgm:t>
    </dgm:pt>
    <dgm:pt modelId="{87A08ED3-D919-418F-BA63-B924B3780267}" type="sibTrans" cxnId="{4BAA5342-2C93-41EB-A01B-3E578B1E89E5}">
      <dgm:prSet/>
      <dgm:spPr/>
      <dgm:t>
        <a:bodyPr/>
        <a:lstStyle/>
        <a:p>
          <a:endParaRPr lang="en-US"/>
        </a:p>
      </dgm:t>
    </dgm:pt>
    <dgm:pt modelId="{4312D84B-AC9C-46C9-9D2D-22D476F32168}">
      <dgm:prSet phldrT="[Texte]"/>
      <dgm:spPr>
        <a:solidFill>
          <a:schemeClr val="tx1"/>
        </a:solidFill>
      </dgm:spPr>
      <dgm:t>
        <a:bodyPr/>
        <a:lstStyle/>
        <a:p>
          <a:r>
            <a:rPr lang="en-US" dirty="0"/>
            <a:t>A &amp; B have different ways to provide the value</a:t>
          </a:r>
        </a:p>
      </dgm:t>
    </dgm:pt>
    <dgm:pt modelId="{6A0345A6-3438-41FE-8371-8EFA993CF6BC}" type="parTrans" cxnId="{9B625706-639C-452C-BD06-C7D6D733F6AB}">
      <dgm:prSet/>
      <dgm:spPr/>
      <dgm:t>
        <a:bodyPr/>
        <a:lstStyle/>
        <a:p>
          <a:endParaRPr lang="en-US"/>
        </a:p>
      </dgm:t>
    </dgm:pt>
    <dgm:pt modelId="{6C144A02-5546-486E-AFE8-B75DA707EF46}" type="sibTrans" cxnId="{9B625706-639C-452C-BD06-C7D6D733F6AB}">
      <dgm:prSet/>
      <dgm:spPr/>
      <dgm:t>
        <a:bodyPr/>
        <a:lstStyle/>
        <a:p>
          <a:endParaRPr lang="en-US"/>
        </a:p>
      </dgm:t>
    </dgm:pt>
    <dgm:pt modelId="{35C328DD-3A99-4823-802D-EE83F4E75910}">
      <dgm:prSet phldrT="[Texte]"/>
      <dgm:spPr/>
      <dgm:t>
        <a:bodyPr/>
        <a:lstStyle/>
        <a:p>
          <a:r>
            <a:rPr lang="en-US" dirty="0"/>
            <a:t>A &amp; B merge their powers </a:t>
          </a:r>
        </a:p>
      </dgm:t>
    </dgm:pt>
    <dgm:pt modelId="{F899B7F7-BEDE-4986-9E71-A32596EA0B27}" type="parTrans" cxnId="{7366B87C-7DF8-41F1-85E4-F7001A9C07AC}">
      <dgm:prSet/>
      <dgm:spPr/>
      <dgm:t>
        <a:bodyPr/>
        <a:lstStyle/>
        <a:p>
          <a:endParaRPr lang="en-US"/>
        </a:p>
      </dgm:t>
    </dgm:pt>
    <dgm:pt modelId="{954CF4E7-CC0F-43B4-907A-F9CEB1E3A868}" type="sibTrans" cxnId="{7366B87C-7DF8-41F1-85E4-F7001A9C07AC}">
      <dgm:prSet/>
      <dgm:spPr/>
      <dgm:t>
        <a:bodyPr/>
        <a:lstStyle/>
        <a:p>
          <a:endParaRPr lang="en-US"/>
        </a:p>
      </dgm:t>
    </dgm:pt>
    <dgm:pt modelId="{79FD669E-EAC1-4025-9AD2-929C55644B73}">
      <dgm:prSet phldrT="[Texte]"/>
      <dgm:spPr/>
      <dgm:t>
        <a:bodyPr/>
        <a:lstStyle/>
        <a:p>
          <a:endParaRPr lang="en-US" dirty="0"/>
        </a:p>
      </dgm:t>
    </dgm:pt>
    <dgm:pt modelId="{EBB23182-2EC9-49B2-814D-FA5231D4C237}" type="parTrans" cxnId="{95CFA4BC-BCE7-481A-BE5B-D790223268CB}">
      <dgm:prSet/>
      <dgm:spPr/>
      <dgm:t>
        <a:bodyPr/>
        <a:lstStyle/>
        <a:p>
          <a:endParaRPr lang="en-US"/>
        </a:p>
      </dgm:t>
    </dgm:pt>
    <dgm:pt modelId="{345D2A0A-C546-49C0-91E8-F6A53714D048}" type="sibTrans" cxnId="{95CFA4BC-BCE7-481A-BE5B-D790223268CB}">
      <dgm:prSet/>
      <dgm:spPr/>
      <dgm:t>
        <a:bodyPr/>
        <a:lstStyle/>
        <a:p>
          <a:endParaRPr lang="en-US"/>
        </a:p>
      </dgm:t>
    </dgm:pt>
    <dgm:pt modelId="{0192008B-16D9-45D1-8854-0581E5139FD7}">
      <dgm:prSet phldrT="[Texte]"/>
      <dgm:spPr/>
      <dgm:t>
        <a:bodyPr/>
        <a:lstStyle/>
        <a:p>
          <a:r>
            <a:rPr lang="en-US" dirty="0"/>
            <a:t>Content Curation, Common events, Common structures &amp; processes</a:t>
          </a:r>
        </a:p>
      </dgm:t>
    </dgm:pt>
    <dgm:pt modelId="{9C1BD299-4FF5-4269-91EB-E5F29AFC2678}" type="parTrans" cxnId="{B40A5765-E068-4B5E-A14F-EDEE91596FC1}">
      <dgm:prSet/>
      <dgm:spPr/>
      <dgm:t>
        <a:bodyPr/>
        <a:lstStyle/>
        <a:p>
          <a:endParaRPr lang="en-US"/>
        </a:p>
      </dgm:t>
    </dgm:pt>
    <dgm:pt modelId="{6B308F07-201F-426C-A390-159A53956FF3}" type="sibTrans" cxnId="{B40A5765-E068-4B5E-A14F-EDEE91596FC1}">
      <dgm:prSet/>
      <dgm:spPr/>
      <dgm:t>
        <a:bodyPr/>
        <a:lstStyle/>
        <a:p>
          <a:endParaRPr lang="en-US"/>
        </a:p>
      </dgm:t>
    </dgm:pt>
    <dgm:pt modelId="{15630165-C41B-457D-8BB3-163364EC3CB9}">
      <dgm:prSet phldrT="[Texte]"/>
      <dgm:spPr/>
      <dgm:t>
        <a:bodyPr/>
        <a:lstStyle/>
        <a:p>
          <a:r>
            <a:rPr lang="en-US" dirty="0"/>
            <a:t>Common governance to define</a:t>
          </a:r>
        </a:p>
      </dgm:t>
    </dgm:pt>
    <dgm:pt modelId="{D925ACE0-C79D-4FA6-A350-D27E66E02E57}" type="parTrans" cxnId="{75389648-2A80-4A17-8632-3917542F8349}">
      <dgm:prSet/>
      <dgm:spPr/>
      <dgm:t>
        <a:bodyPr/>
        <a:lstStyle/>
        <a:p>
          <a:endParaRPr lang="en-US"/>
        </a:p>
      </dgm:t>
    </dgm:pt>
    <dgm:pt modelId="{D38954D9-6AA9-4D81-9FD9-2B0A79A4A7A8}" type="sibTrans" cxnId="{75389648-2A80-4A17-8632-3917542F8349}">
      <dgm:prSet/>
      <dgm:spPr/>
      <dgm:t>
        <a:bodyPr/>
        <a:lstStyle/>
        <a:p>
          <a:endParaRPr lang="en-US"/>
        </a:p>
      </dgm:t>
    </dgm:pt>
    <dgm:pt modelId="{99D93983-FFF0-41D8-81DA-16AB75271B41}">
      <dgm:prSet phldrT="[Texte]"/>
      <dgm:spPr>
        <a:solidFill>
          <a:srgbClr val="EC7B2B"/>
        </a:solidFill>
      </dgm:spPr>
      <dgm:t>
        <a:bodyPr/>
        <a:lstStyle/>
        <a:p>
          <a:r>
            <a:rPr lang="en-US" dirty="0">
              <a:solidFill>
                <a:schemeClr val="tx1"/>
              </a:solidFill>
            </a:rPr>
            <a:t>Co-Define the borders and Co-define the segments. Redirect.</a:t>
          </a:r>
        </a:p>
      </dgm:t>
    </dgm:pt>
    <dgm:pt modelId="{EEEA6F77-3D7F-4C15-8C47-B76817FF0C79}" type="parTrans" cxnId="{8FFB4085-A74C-42E3-85B4-D256834FA05C}">
      <dgm:prSet/>
      <dgm:spPr/>
      <dgm:t>
        <a:bodyPr/>
        <a:lstStyle/>
        <a:p>
          <a:endParaRPr lang="en-US"/>
        </a:p>
      </dgm:t>
    </dgm:pt>
    <dgm:pt modelId="{54875C49-6237-48B7-9133-0F99D503DA71}" type="sibTrans" cxnId="{8FFB4085-A74C-42E3-85B4-D256834FA05C}">
      <dgm:prSet/>
      <dgm:spPr/>
      <dgm:t>
        <a:bodyPr/>
        <a:lstStyle/>
        <a:p>
          <a:endParaRPr lang="en-US"/>
        </a:p>
      </dgm:t>
    </dgm:pt>
    <dgm:pt modelId="{EEFC3FA3-CF55-49EC-B002-68FD41B19E85}">
      <dgm:prSet phldrT="[Texte]"/>
      <dgm:spPr>
        <a:solidFill>
          <a:srgbClr val="EC7B2B"/>
        </a:solidFill>
      </dgm:spPr>
      <dgm:t>
        <a:bodyPr/>
        <a:lstStyle/>
        <a:p>
          <a:r>
            <a:rPr lang="en-US" dirty="0">
              <a:solidFill>
                <a:schemeClr val="tx1"/>
              </a:solidFill>
            </a:rPr>
            <a:t>Agree on value segments</a:t>
          </a:r>
        </a:p>
      </dgm:t>
    </dgm:pt>
    <dgm:pt modelId="{DDC42E38-8442-426D-8A56-FCE4BDB0A8E9}" type="parTrans" cxnId="{D4E232CB-C73E-4404-8D6E-5FCAEADB5934}">
      <dgm:prSet/>
      <dgm:spPr/>
      <dgm:t>
        <a:bodyPr/>
        <a:lstStyle/>
        <a:p>
          <a:endParaRPr lang="en-US"/>
        </a:p>
      </dgm:t>
    </dgm:pt>
    <dgm:pt modelId="{AABC117D-0B20-4C74-BEC7-55F44FC387DB}" type="sibTrans" cxnId="{D4E232CB-C73E-4404-8D6E-5FCAEADB5934}">
      <dgm:prSet/>
      <dgm:spPr/>
      <dgm:t>
        <a:bodyPr/>
        <a:lstStyle/>
        <a:p>
          <a:endParaRPr lang="en-US"/>
        </a:p>
      </dgm:t>
    </dgm:pt>
    <dgm:pt modelId="{45B1E2D3-DC41-49A4-86AB-CE83AEAB44AF}" type="pres">
      <dgm:prSet presAssocID="{800D229A-19A0-433C-A6C6-72B1E95EA3A7}" presName="diagram" presStyleCnt="0">
        <dgm:presLayoutVars>
          <dgm:chPref val="1"/>
          <dgm:dir/>
          <dgm:animOne val="branch"/>
          <dgm:animLvl val="lvl"/>
          <dgm:resizeHandles val="exact"/>
        </dgm:presLayoutVars>
      </dgm:prSet>
      <dgm:spPr/>
    </dgm:pt>
    <dgm:pt modelId="{EBB26AF0-076C-49B3-9B15-F5D3402B3683}" type="pres">
      <dgm:prSet presAssocID="{79FD669E-EAC1-4025-9AD2-929C55644B73}" presName="root1" presStyleCnt="0"/>
      <dgm:spPr/>
    </dgm:pt>
    <dgm:pt modelId="{5A9FF5F8-D918-4C5B-8F8D-6AA97118B5B3}" type="pres">
      <dgm:prSet presAssocID="{79FD669E-EAC1-4025-9AD2-929C55644B73}" presName="LevelOneTextNode" presStyleLbl="node0" presStyleIdx="0" presStyleCnt="1">
        <dgm:presLayoutVars>
          <dgm:chPref val="3"/>
        </dgm:presLayoutVars>
      </dgm:prSet>
      <dgm:spPr/>
    </dgm:pt>
    <dgm:pt modelId="{527C7936-5CD7-4473-941E-735BA5779286}" type="pres">
      <dgm:prSet presAssocID="{79FD669E-EAC1-4025-9AD2-929C55644B73}" presName="level2hierChild" presStyleCnt="0"/>
      <dgm:spPr/>
    </dgm:pt>
    <dgm:pt modelId="{D20800DF-786F-4F46-BC8E-7C08B0011206}" type="pres">
      <dgm:prSet presAssocID="{4D30B0F8-992E-4213-BCF8-71A32C146541}" presName="conn2-1" presStyleLbl="parChTrans1D2" presStyleIdx="0" presStyleCnt="3"/>
      <dgm:spPr/>
    </dgm:pt>
    <dgm:pt modelId="{94F801FA-C5A2-4E0B-8E38-C8D9140202CF}" type="pres">
      <dgm:prSet presAssocID="{4D30B0F8-992E-4213-BCF8-71A32C146541}" presName="connTx" presStyleLbl="parChTrans1D2" presStyleIdx="0" presStyleCnt="3"/>
      <dgm:spPr/>
    </dgm:pt>
    <dgm:pt modelId="{5B96A166-B3C9-4D65-B782-51476E50FAD9}" type="pres">
      <dgm:prSet presAssocID="{FC74915A-8638-408F-AF12-34C5BD84E326}" presName="root2" presStyleCnt="0"/>
      <dgm:spPr/>
    </dgm:pt>
    <dgm:pt modelId="{337B761F-BAA9-446C-A8E3-99D1120EE415}" type="pres">
      <dgm:prSet presAssocID="{FC74915A-8638-408F-AF12-34C5BD84E326}" presName="LevelTwoTextNode" presStyleLbl="node2" presStyleIdx="0" presStyleCnt="3">
        <dgm:presLayoutVars>
          <dgm:chPref val="3"/>
        </dgm:presLayoutVars>
      </dgm:prSet>
      <dgm:spPr/>
    </dgm:pt>
    <dgm:pt modelId="{A22D8E5D-C12C-457C-8083-D79AD682A8FC}" type="pres">
      <dgm:prSet presAssocID="{FC74915A-8638-408F-AF12-34C5BD84E326}" presName="level3hierChild" presStyleCnt="0"/>
      <dgm:spPr/>
    </dgm:pt>
    <dgm:pt modelId="{64ED4F26-6F6D-4A7A-BB9C-168A4173F247}" type="pres">
      <dgm:prSet presAssocID="{6A0345A6-3438-41FE-8371-8EFA993CF6BC}" presName="conn2-1" presStyleLbl="parChTrans1D3" presStyleIdx="0" presStyleCnt="6"/>
      <dgm:spPr/>
    </dgm:pt>
    <dgm:pt modelId="{77DCE99B-C449-410F-9235-83A71CB4E136}" type="pres">
      <dgm:prSet presAssocID="{6A0345A6-3438-41FE-8371-8EFA993CF6BC}" presName="connTx" presStyleLbl="parChTrans1D3" presStyleIdx="0" presStyleCnt="6"/>
      <dgm:spPr/>
    </dgm:pt>
    <dgm:pt modelId="{6EE3EA7E-5B63-4258-B99A-036FCB8ECA99}" type="pres">
      <dgm:prSet presAssocID="{4312D84B-AC9C-46C9-9D2D-22D476F32168}" presName="root2" presStyleCnt="0"/>
      <dgm:spPr/>
    </dgm:pt>
    <dgm:pt modelId="{713C6B1F-5D5E-4D8A-B185-2B84207921A9}" type="pres">
      <dgm:prSet presAssocID="{4312D84B-AC9C-46C9-9D2D-22D476F32168}" presName="LevelTwoTextNode" presStyleLbl="node3" presStyleIdx="0" presStyleCnt="6">
        <dgm:presLayoutVars>
          <dgm:chPref val="3"/>
        </dgm:presLayoutVars>
      </dgm:prSet>
      <dgm:spPr/>
    </dgm:pt>
    <dgm:pt modelId="{0FC25E09-2D2C-42B1-AFC5-EE2EDA3EC4DB}" type="pres">
      <dgm:prSet presAssocID="{4312D84B-AC9C-46C9-9D2D-22D476F32168}" presName="level3hierChild" presStyleCnt="0"/>
      <dgm:spPr/>
    </dgm:pt>
    <dgm:pt modelId="{3C78C75D-17CC-4FDF-8F37-5F0B527EFE85}" type="pres">
      <dgm:prSet presAssocID="{1FB112A8-5112-493E-828F-B800085E17EE}" presName="conn2-1" presStyleLbl="parChTrans1D3" presStyleIdx="1" presStyleCnt="6"/>
      <dgm:spPr/>
    </dgm:pt>
    <dgm:pt modelId="{FA4A68EB-B181-40A3-A138-DA0EA6689D19}" type="pres">
      <dgm:prSet presAssocID="{1FB112A8-5112-493E-828F-B800085E17EE}" presName="connTx" presStyleLbl="parChTrans1D3" presStyleIdx="1" presStyleCnt="6"/>
      <dgm:spPr/>
    </dgm:pt>
    <dgm:pt modelId="{5CD5D021-47DC-40DC-840B-4CF6859B3619}" type="pres">
      <dgm:prSet presAssocID="{8493C182-2520-438D-BE72-764BCA5FF4AE}" presName="root2" presStyleCnt="0"/>
      <dgm:spPr/>
    </dgm:pt>
    <dgm:pt modelId="{47772240-F486-4145-836D-AB0E8AD0B855}" type="pres">
      <dgm:prSet presAssocID="{8493C182-2520-438D-BE72-764BCA5FF4AE}" presName="LevelTwoTextNode" presStyleLbl="node3" presStyleIdx="1" presStyleCnt="6">
        <dgm:presLayoutVars>
          <dgm:chPref val="3"/>
        </dgm:presLayoutVars>
      </dgm:prSet>
      <dgm:spPr/>
    </dgm:pt>
    <dgm:pt modelId="{4707EDAD-C36A-4191-9D08-049FA539A2AA}" type="pres">
      <dgm:prSet presAssocID="{8493C182-2520-438D-BE72-764BCA5FF4AE}" presName="level3hierChild" presStyleCnt="0"/>
      <dgm:spPr/>
    </dgm:pt>
    <dgm:pt modelId="{15BBA178-4DA1-4DFF-9F1B-41EA3B61A245}" type="pres">
      <dgm:prSet presAssocID="{B833E9EF-C990-4654-A909-7131C3EEA37F}" presName="conn2-1" presStyleLbl="parChTrans1D2" presStyleIdx="1" presStyleCnt="3"/>
      <dgm:spPr/>
    </dgm:pt>
    <dgm:pt modelId="{047509D2-5553-4EAA-B72E-D6FFC04C6B66}" type="pres">
      <dgm:prSet presAssocID="{B833E9EF-C990-4654-A909-7131C3EEA37F}" presName="connTx" presStyleLbl="parChTrans1D2" presStyleIdx="1" presStyleCnt="3"/>
      <dgm:spPr/>
    </dgm:pt>
    <dgm:pt modelId="{4F1CF974-A802-4121-A7A3-EAFF84EE5785}" type="pres">
      <dgm:prSet presAssocID="{2A7931A8-D178-4453-9E69-0ED76931D554}" presName="root2" presStyleCnt="0"/>
      <dgm:spPr/>
    </dgm:pt>
    <dgm:pt modelId="{4F1D22CF-CA04-4D7B-88B3-9E053BFBD9AF}" type="pres">
      <dgm:prSet presAssocID="{2A7931A8-D178-4453-9E69-0ED76931D554}" presName="LevelTwoTextNode" presStyleLbl="node2" presStyleIdx="1" presStyleCnt="3">
        <dgm:presLayoutVars>
          <dgm:chPref val="3"/>
        </dgm:presLayoutVars>
      </dgm:prSet>
      <dgm:spPr/>
    </dgm:pt>
    <dgm:pt modelId="{C076007F-C85A-4AEA-A2A7-47C55F16CBA5}" type="pres">
      <dgm:prSet presAssocID="{2A7931A8-D178-4453-9E69-0ED76931D554}" presName="level3hierChild" presStyleCnt="0"/>
      <dgm:spPr/>
    </dgm:pt>
    <dgm:pt modelId="{D1A4060D-AED0-4635-B767-3CE0398E0F23}" type="pres">
      <dgm:prSet presAssocID="{F899B7F7-BEDE-4986-9E71-A32596EA0B27}" presName="conn2-1" presStyleLbl="parChTrans1D3" presStyleIdx="2" presStyleCnt="6"/>
      <dgm:spPr/>
    </dgm:pt>
    <dgm:pt modelId="{7B7EA043-1D16-4355-9515-D8D7209DEE24}" type="pres">
      <dgm:prSet presAssocID="{F899B7F7-BEDE-4986-9E71-A32596EA0B27}" presName="connTx" presStyleLbl="parChTrans1D3" presStyleIdx="2" presStyleCnt="6"/>
      <dgm:spPr/>
    </dgm:pt>
    <dgm:pt modelId="{99F93951-C676-4FBB-940D-3988D5F8FB00}" type="pres">
      <dgm:prSet presAssocID="{35C328DD-3A99-4823-802D-EE83F4E75910}" presName="root2" presStyleCnt="0"/>
      <dgm:spPr/>
    </dgm:pt>
    <dgm:pt modelId="{0DCB2157-AB66-4EC7-AC92-DE3882A0E5ED}" type="pres">
      <dgm:prSet presAssocID="{35C328DD-3A99-4823-802D-EE83F4E75910}" presName="LevelTwoTextNode" presStyleLbl="node3" presStyleIdx="2" presStyleCnt="6">
        <dgm:presLayoutVars>
          <dgm:chPref val="3"/>
        </dgm:presLayoutVars>
      </dgm:prSet>
      <dgm:spPr/>
    </dgm:pt>
    <dgm:pt modelId="{F8D7FB58-7C7E-4D7B-83DE-30C2B7874A4B}" type="pres">
      <dgm:prSet presAssocID="{35C328DD-3A99-4823-802D-EE83F4E75910}" presName="level3hierChild" presStyleCnt="0"/>
      <dgm:spPr/>
    </dgm:pt>
    <dgm:pt modelId="{427630FF-46CE-4847-91B5-DBBB27B74F1C}" type="pres">
      <dgm:prSet presAssocID="{9C1BD299-4FF5-4269-91EB-E5F29AFC2678}" presName="conn2-1" presStyleLbl="parChTrans1D4" presStyleIdx="0" presStyleCnt="4"/>
      <dgm:spPr/>
    </dgm:pt>
    <dgm:pt modelId="{9E6F2BD9-A132-4210-9D9F-4B85B4AC4AB4}" type="pres">
      <dgm:prSet presAssocID="{9C1BD299-4FF5-4269-91EB-E5F29AFC2678}" presName="connTx" presStyleLbl="parChTrans1D4" presStyleIdx="0" presStyleCnt="4"/>
      <dgm:spPr/>
    </dgm:pt>
    <dgm:pt modelId="{D7A441D7-E5FD-4484-AD4B-AB9EE0733A69}" type="pres">
      <dgm:prSet presAssocID="{0192008B-16D9-45D1-8854-0581E5139FD7}" presName="root2" presStyleCnt="0"/>
      <dgm:spPr/>
    </dgm:pt>
    <dgm:pt modelId="{7B978CEB-ECE0-4404-9A96-4EF84FF948A8}" type="pres">
      <dgm:prSet presAssocID="{0192008B-16D9-45D1-8854-0581E5139FD7}" presName="LevelTwoTextNode" presStyleLbl="node4" presStyleIdx="0" presStyleCnt="4">
        <dgm:presLayoutVars>
          <dgm:chPref val="3"/>
        </dgm:presLayoutVars>
      </dgm:prSet>
      <dgm:spPr/>
    </dgm:pt>
    <dgm:pt modelId="{C7D7F7D1-5D53-40E1-9798-4784BB5C140A}" type="pres">
      <dgm:prSet presAssocID="{0192008B-16D9-45D1-8854-0581E5139FD7}" presName="level3hierChild" presStyleCnt="0"/>
      <dgm:spPr/>
    </dgm:pt>
    <dgm:pt modelId="{87B7EAED-9F88-4A3A-851A-3814BE1BFD34}" type="pres">
      <dgm:prSet presAssocID="{B68476FA-7658-469C-9F7B-D39B0EFA4847}" presName="conn2-1" presStyleLbl="parChTrans1D3" presStyleIdx="3" presStyleCnt="6"/>
      <dgm:spPr/>
    </dgm:pt>
    <dgm:pt modelId="{F140F9DB-5F36-47E8-8ED7-4826D1C97EE0}" type="pres">
      <dgm:prSet presAssocID="{B68476FA-7658-469C-9F7B-D39B0EFA4847}" presName="connTx" presStyleLbl="parChTrans1D3" presStyleIdx="3" presStyleCnt="6"/>
      <dgm:spPr/>
    </dgm:pt>
    <dgm:pt modelId="{29F55129-5288-4E4A-9BBF-B2A2A9125A22}" type="pres">
      <dgm:prSet presAssocID="{92339BD1-AB1B-49C1-8C74-0C1FECA4B413}" presName="root2" presStyleCnt="0"/>
      <dgm:spPr/>
    </dgm:pt>
    <dgm:pt modelId="{7F1D7330-592B-464A-B257-CC8BDD367325}" type="pres">
      <dgm:prSet presAssocID="{92339BD1-AB1B-49C1-8C74-0C1FECA4B413}" presName="LevelTwoTextNode" presStyleLbl="node3" presStyleIdx="3" presStyleCnt="6">
        <dgm:presLayoutVars>
          <dgm:chPref val="3"/>
        </dgm:presLayoutVars>
      </dgm:prSet>
      <dgm:spPr/>
    </dgm:pt>
    <dgm:pt modelId="{3432FD37-8615-4781-89E7-74F4FE8D9569}" type="pres">
      <dgm:prSet presAssocID="{92339BD1-AB1B-49C1-8C74-0C1FECA4B413}" presName="level3hierChild" presStyleCnt="0"/>
      <dgm:spPr/>
    </dgm:pt>
    <dgm:pt modelId="{AF919F0C-D3B0-4675-8A05-421AE7EA6329}" type="pres">
      <dgm:prSet presAssocID="{D925ACE0-C79D-4FA6-A350-D27E66E02E57}" presName="conn2-1" presStyleLbl="parChTrans1D4" presStyleIdx="1" presStyleCnt="4"/>
      <dgm:spPr/>
    </dgm:pt>
    <dgm:pt modelId="{8EF78C2E-BB62-46CA-8D2C-5DB336C2EB5D}" type="pres">
      <dgm:prSet presAssocID="{D925ACE0-C79D-4FA6-A350-D27E66E02E57}" presName="connTx" presStyleLbl="parChTrans1D4" presStyleIdx="1" presStyleCnt="4"/>
      <dgm:spPr/>
    </dgm:pt>
    <dgm:pt modelId="{E5803FE4-B658-4D77-9C56-9327F7D02E57}" type="pres">
      <dgm:prSet presAssocID="{15630165-C41B-457D-8BB3-163364EC3CB9}" presName="root2" presStyleCnt="0"/>
      <dgm:spPr/>
    </dgm:pt>
    <dgm:pt modelId="{F568B395-4AE8-41FF-955A-729C5CBC6CC0}" type="pres">
      <dgm:prSet presAssocID="{15630165-C41B-457D-8BB3-163364EC3CB9}" presName="LevelTwoTextNode" presStyleLbl="node4" presStyleIdx="1" presStyleCnt="4">
        <dgm:presLayoutVars>
          <dgm:chPref val="3"/>
        </dgm:presLayoutVars>
      </dgm:prSet>
      <dgm:spPr/>
    </dgm:pt>
    <dgm:pt modelId="{7B8AE765-A9C8-424D-B90B-D1DDAD81CD5E}" type="pres">
      <dgm:prSet presAssocID="{15630165-C41B-457D-8BB3-163364EC3CB9}" presName="level3hierChild" presStyleCnt="0"/>
      <dgm:spPr/>
    </dgm:pt>
    <dgm:pt modelId="{CCA14011-EFA3-4EA7-97AD-2FD54FA1DE20}" type="pres">
      <dgm:prSet presAssocID="{680E9281-1BAA-47BA-8188-0A479C1F719F}" presName="conn2-1" presStyleLbl="parChTrans1D2" presStyleIdx="2" presStyleCnt="3"/>
      <dgm:spPr/>
    </dgm:pt>
    <dgm:pt modelId="{F4C90B94-2AA9-412F-8E57-8411944D1049}" type="pres">
      <dgm:prSet presAssocID="{680E9281-1BAA-47BA-8188-0A479C1F719F}" presName="connTx" presStyleLbl="parChTrans1D2" presStyleIdx="2" presStyleCnt="3"/>
      <dgm:spPr/>
    </dgm:pt>
    <dgm:pt modelId="{050E7A25-6CB3-4141-BDDB-90DE3EF6C58A}" type="pres">
      <dgm:prSet presAssocID="{DCF9BA05-DC0F-4D0A-A6AB-E299A13C7337}" presName="root2" presStyleCnt="0"/>
      <dgm:spPr/>
    </dgm:pt>
    <dgm:pt modelId="{E23154D6-1286-42D1-A2F8-0687BFB08A15}" type="pres">
      <dgm:prSet presAssocID="{DCF9BA05-DC0F-4D0A-A6AB-E299A13C7337}" presName="LevelTwoTextNode" presStyleLbl="node2" presStyleIdx="2" presStyleCnt="3">
        <dgm:presLayoutVars>
          <dgm:chPref val="3"/>
        </dgm:presLayoutVars>
      </dgm:prSet>
      <dgm:spPr/>
    </dgm:pt>
    <dgm:pt modelId="{C53A5B4B-F10B-4F4B-9CA2-DEC77E901036}" type="pres">
      <dgm:prSet presAssocID="{DCF9BA05-DC0F-4D0A-A6AB-E299A13C7337}" presName="level3hierChild" presStyleCnt="0"/>
      <dgm:spPr/>
    </dgm:pt>
    <dgm:pt modelId="{A88A2A4B-E057-475F-BD60-1518C88EC744}" type="pres">
      <dgm:prSet presAssocID="{D0DC83D4-F37F-49B7-B7E8-3C460A80E041}" presName="conn2-1" presStyleLbl="parChTrans1D3" presStyleIdx="4" presStyleCnt="6"/>
      <dgm:spPr/>
    </dgm:pt>
    <dgm:pt modelId="{80A324EE-3118-403B-930E-D270B83599C5}" type="pres">
      <dgm:prSet presAssocID="{D0DC83D4-F37F-49B7-B7E8-3C460A80E041}" presName="connTx" presStyleLbl="parChTrans1D3" presStyleIdx="4" presStyleCnt="6"/>
      <dgm:spPr/>
    </dgm:pt>
    <dgm:pt modelId="{7FF8EB1D-6BC6-4D5E-B434-277A9B1AED77}" type="pres">
      <dgm:prSet presAssocID="{1791073C-7326-4754-9166-F64EF026F387}" presName="root2" presStyleCnt="0"/>
      <dgm:spPr/>
    </dgm:pt>
    <dgm:pt modelId="{DBA1A94C-9E9B-4A0B-A42D-58DFF72D7B58}" type="pres">
      <dgm:prSet presAssocID="{1791073C-7326-4754-9166-F64EF026F387}" presName="LevelTwoTextNode" presStyleLbl="node3" presStyleIdx="4" presStyleCnt="6">
        <dgm:presLayoutVars>
          <dgm:chPref val="3"/>
        </dgm:presLayoutVars>
      </dgm:prSet>
      <dgm:spPr/>
    </dgm:pt>
    <dgm:pt modelId="{37CC0C28-741E-43C7-AA28-31F95C6367BE}" type="pres">
      <dgm:prSet presAssocID="{1791073C-7326-4754-9166-F64EF026F387}" presName="level3hierChild" presStyleCnt="0"/>
      <dgm:spPr/>
    </dgm:pt>
    <dgm:pt modelId="{33E9F206-D276-4A23-BA67-9AA1A10A4526}" type="pres">
      <dgm:prSet presAssocID="{EEEA6F77-3D7F-4C15-8C47-B76817FF0C79}" presName="conn2-1" presStyleLbl="parChTrans1D4" presStyleIdx="2" presStyleCnt="4"/>
      <dgm:spPr/>
    </dgm:pt>
    <dgm:pt modelId="{89F703F2-8060-45BF-B8E4-9FA789BDA7DF}" type="pres">
      <dgm:prSet presAssocID="{EEEA6F77-3D7F-4C15-8C47-B76817FF0C79}" presName="connTx" presStyleLbl="parChTrans1D4" presStyleIdx="2" presStyleCnt="4"/>
      <dgm:spPr/>
    </dgm:pt>
    <dgm:pt modelId="{5731DC1B-4FDA-4AA2-9C5C-BCACDD2A1FE4}" type="pres">
      <dgm:prSet presAssocID="{99D93983-FFF0-41D8-81DA-16AB75271B41}" presName="root2" presStyleCnt="0"/>
      <dgm:spPr/>
    </dgm:pt>
    <dgm:pt modelId="{7072FE84-83A5-4E10-9BB3-D8A0C463BD96}" type="pres">
      <dgm:prSet presAssocID="{99D93983-FFF0-41D8-81DA-16AB75271B41}" presName="LevelTwoTextNode" presStyleLbl="node4" presStyleIdx="2" presStyleCnt="4">
        <dgm:presLayoutVars>
          <dgm:chPref val="3"/>
        </dgm:presLayoutVars>
      </dgm:prSet>
      <dgm:spPr/>
    </dgm:pt>
    <dgm:pt modelId="{043C4DD8-7DCA-4640-BACB-8D6B11B65E06}" type="pres">
      <dgm:prSet presAssocID="{99D93983-FFF0-41D8-81DA-16AB75271B41}" presName="level3hierChild" presStyleCnt="0"/>
      <dgm:spPr/>
    </dgm:pt>
    <dgm:pt modelId="{100AEC06-EDDE-47D7-BBCE-B98A116499A0}" type="pres">
      <dgm:prSet presAssocID="{11FFDD26-19D9-4197-A2F7-6FB69D36D9A9}" presName="conn2-1" presStyleLbl="parChTrans1D3" presStyleIdx="5" presStyleCnt="6"/>
      <dgm:spPr/>
    </dgm:pt>
    <dgm:pt modelId="{19BC2DDA-C041-4592-9D2F-EAFBBCD4A762}" type="pres">
      <dgm:prSet presAssocID="{11FFDD26-19D9-4197-A2F7-6FB69D36D9A9}" presName="connTx" presStyleLbl="parChTrans1D3" presStyleIdx="5" presStyleCnt="6"/>
      <dgm:spPr/>
    </dgm:pt>
    <dgm:pt modelId="{4FA69742-1C7F-4BA9-910D-142A9A8DC817}" type="pres">
      <dgm:prSet presAssocID="{465DAE4E-9FBE-4CDB-B2C0-7C5A6B5927FC}" presName="root2" presStyleCnt="0"/>
      <dgm:spPr/>
    </dgm:pt>
    <dgm:pt modelId="{0759E216-B6CB-4A04-806A-BB17CDA8F6BB}" type="pres">
      <dgm:prSet presAssocID="{465DAE4E-9FBE-4CDB-B2C0-7C5A6B5927FC}" presName="LevelTwoTextNode" presStyleLbl="node3" presStyleIdx="5" presStyleCnt="6">
        <dgm:presLayoutVars>
          <dgm:chPref val="3"/>
        </dgm:presLayoutVars>
      </dgm:prSet>
      <dgm:spPr/>
    </dgm:pt>
    <dgm:pt modelId="{2AA6AD56-D15D-4B83-A122-31FA75E70977}" type="pres">
      <dgm:prSet presAssocID="{465DAE4E-9FBE-4CDB-B2C0-7C5A6B5927FC}" presName="level3hierChild" presStyleCnt="0"/>
      <dgm:spPr/>
    </dgm:pt>
    <dgm:pt modelId="{3DFF0752-00CB-41A4-BE70-33E0B40A0077}" type="pres">
      <dgm:prSet presAssocID="{DDC42E38-8442-426D-8A56-FCE4BDB0A8E9}" presName="conn2-1" presStyleLbl="parChTrans1D4" presStyleIdx="3" presStyleCnt="4"/>
      <dgm:spPr/>
    </dgm:pt>
    <dgm:pt modelId="{070A88D9-DB91-40A8-9101-5D53991D160E}" type="pres">
      <dgm:prSet presAssocID="{DDC42E38-8442-426D-8A56-FCE4BDB0A8E9}" presName="connTx" presStyleLbl="parChTrans1D4" presStyleIdx="3" presStyleCnt="4"/>
      <dgm:spPr/>
    </dgm:pt>
    <dgm:pt modelId="{D5D8DA58-E9FF-4833-B8AF-39264CDDE52A}" type="pres">
      <dgm:prSet presAssocID="{EEFC3FA3-CF55-49EC-B002-68FD41B19E85}" presName="root2" presStyleCnt="0"/>
      <dgm:spPr/>
    </dgm:pt>
    <dgm:pt modelId="{DBA7DFE3-C36B-42BF-81E3-D686025FB760}" type="pres">
      <dgm:prSet presAssocID="{EEFC3FA3-CF55-49EC-B002-68FD41B19E85}" presName="LevelTwoTextNode" presStyleLbl="node4" presStyleIdx="3" presStyleCnt="4">
        <dgm:presLayoutVars>
          <dgm:chPref val="3"/>
        </dgm:presLayoutVars>
      </dgm:prSet>
      <dgm:spPr/>
    </dgm:pt>
    <dgm:pt modelId="{FA876DDB-46D3-4020-8BEA-640C4CA3655B}" type="pres">
      <dgm:prSet presAssocID="{EEFC3FA3-CF55-49EC-B002-68FD41B19E85}" presName="level3hierChild" presStyleCnt="0"/>
      <dgm:spPr/>
    </dgm:pt>
  </dgm:ptLst>
  <dgm:cxnLst>
    <dgm:cxn modelId="{1862B903-8844-4263-8004-B8EE735C6A66}" srcId="{79FD669E-EAC1-4025-9AD2-929C55644B73}" destId="{FC74915A-8638-408F-AF12-34C5BD84E326}" srcOrd="0" destOrd="0" parTransId="{4D30B0F8-992E-4213-BCF8-71A32C146541}" sibTransId="{E0CD23B3-0E1C-48A8-A4E5-19CA824E17DA}"/>
    <dgm:cxn modelId="{9B625706-639C-452C-BD06-C7D6D733F6AB}" srcId="{FC74915A-8638-408F-AF12-34C5BD84E326}" destId="{4312D84B-AC9C-46C9-9D2D-22D476F32168}" srcOrd="0" destOrd="0" parTransId="{6A0345A6-3438-41FE-8371-8EFA993CF6BC}" sibTransId="{6C144A02-5546-486E-AFE8-B75DA707EF46}"/>
    <dgm:cxn modelId="{4991E007-5169-4614-8BB5-97086945915F}" type="presOf" srcId="{EEFC3FA3-CF55-49EC-B002-68FD41B19E85}" destId="{DBA7DFE3-C36B-42BF-81E3-D686025FB760}" srcOrd="0" destOrd="0" presId="urn:microsoft.com/office/officeart/2005/8/layout/hierarchy2"/>
    <dgm:cxn modelId="{4DF2770B-5BD3-4F8D-AB80-5497C64C17E6}" type="presOf" srcId="{680E9281-1BAA-47BA-8188-0A479C1F719F}" destId="{CCA14011-EFA3-4EA7-97AD-2FD54FA1DE20}" srcOrd="0" destOrd="0" presId="urn:microsoft.com/office/officeart/2005/8/layout/hierarchy2"/>
    <dgm:cxn modelId="{1C4D5C10-AA78-4F8D-8E20-97C7FABA3F64}" type="presOf" srcId="{11FFDD26-19D9-4197-A2F7-6FB69D36D9A9}" destId="{19BC2DDA-C041-4592-9D2F-EAFBBCD4A762}" srcOrd="1" destOrd="0" presId="urn:microsoft.com/office/officeart/2005/8/layout/hierarchy2"/>
    <dgm:cxn modelId="{06D6B215-174A-46F1-9700-84455640380A}" type="presOf" srcId="{4312D84B-AC9C-46C9-9D2D-22D476F32168}" destId="{713C6B1F-5D5E-4D8A-B185-2B84207921A9}" srcOrd="0" destOrd="0" presId="urn:microsoft.com/office/officeart/2005/8/layout/hierarchy2"/>
    <dgm:cxn modelId="{39EA821A-91B7-4DC0-A1E1-8E40B7093E66}" type="presOf" srcId="{D0DC83D4-F37F-49B7-B7E8-3C460A80E041}" destId="{80A324EE-3118-403B-930E-D270B83599C5}" srcOrd="1" destOrd="0" presId="urn:microsoft.com/office/officeart/2005/8/layout/hierarchy2"/>
    <dgm:cxn modelId="{01AF991D-1692-4FBD-8ED4-5508C4E29AD4}" type="presOf" srcId="{1FB112A8-5112-493E-828F-B800085E17EE}" destId="{3C78C75D-17CC-4FDF-8F37-5F0B527EFE85}" srcOrd="0" destOrd="0" presId="urn:microsoft.com/office/officeart/2005/8/layout/hierarchy2"/>
    <dgm:cxn modelId="{D2D3D924-4D70-4703-B534-1750E7B6652C}" type="presOf" srcId="{4D30B0F8-992E-4213-BCF8-71A32C146541}" destId="{94F801FA-C5A2-4E0B-8E38-C8D9140202CF}" srcOrd="1" destOrd="0" presId="urn:microsoft.com/office/officeart/2005/8/layout/hierarchy2"/>
    <dgm:cxn modelId="{FA50F42C-6BE3-4D87-9C96-058E3F9B5964}" type="presOf" srcId="{680E9281-1BAA-47BA-8188-0A479C1F719F}" destId="{F4C90B94-2AA9-412F-8E57-8411944D1049}" srcOrd="1" destOrd="0" presId="urn:microsoft.com/office/officeart/2005/8/layout/hierarchy2"/>
    <dgm:cxn modelId="{B6511C2D-1BA5-4F1C-A7B2-5620F8DED17D}" type="presOf" srcId="{B68476FA-7658-469C-9F7B-D39B0EFA4847}" destId="{F140F9DB-5F36-47E8-8ED7-4826D1C97EE0}" srcOrd="1" destOrd="0" presId="urn:microsoft.com/office/officeart/2005/8/layout/hierarchy2"/>
    <dgm:cxn modelId="{04E35F36-1E26-411A-92F3-4B2A40B438A4}" type="presOf" srcId="{DDC42E38-8442-426D-8A56-FCE4BDB0A8E9}" destId="{3DFF0752-00CB-41A4-BE70-33E0B40A0077}" srcOrd="0" destOrd="0" presId="urn:microsoft.com/office/officeart/2005/8/layout/hierarchy2"/>
    <dgm:cxn modelId="{37669738-E311-4AAA-9A4E-68BCCC2BDE54}" type="presOf" srcId="{DCF9BA05-DC0F-4D0A-A6AB-E299A13C7337}" destId="{E23154D6-1286-42D1-A2F8-0687BFB08A15}" srcOrd="0" destOrd="0" presId="urn:microsoft.com/office/officeart/2005/8/layout/hierarchy2"/>
    <dgm:cxn modelId="{F9DF0A3A-72A7-480A-B60F-61EDF37F4FFB}" type="presOf" srcId="{9C1BD299-4FF5-4269-91EB-E5F29AFC2678}" destId="{427630FF-46CE-4847-91B5-DBBB27B74F1C}" srcOrd="0" destOrd="0" presId="urn:microsoft.com/office/officeart/2005/8/layout/hierarchy2"/>
    <dgm:cxn modelId="{BAE3353E-C1C4-4950-A26B-222C0BE25BF4}" type="presOf" srcId="{D0DC83D4-F37F-49B7-B7E8-3C460A80E041}" destId="{A88A2A4B-E057-475F-BD60-1518C88EC744}" srcOrd="0" destOrd="0" presId="urn:microsoft.com/office/officeart/2005/8/layout/hierarchy2"/>
    <dgm:cxn modelId="{EF3D553E-CFF7-48FB-946A-517FD4D25920}" srcId="{79FD669E-EAC1-4025-9AD2-929C55644B73}" destId="{DCF9BA05-DC0F-4D0A-A6AB-E299A13C7337}" srcOrd="2" destOrd="0" parTransId="{680E9281-1BAA-47BA-8188-0A479C1F719F}" sibTransId="{A28A60F1-557D-4854-949F-49C8D6BEBE29}"/>
    <dgm:cxn modelId="{AF4B145C-A5B5-4541-AED3-9ECCB1BC3928}" type="presOf" srcId="{B833E9EF-C990-4654-A909-7131C3EEA37F}" destId="{047509D2-5553-4EAA-B72E-D6FFC04C6B66}" srcOrd="1" destOrd="0" presId="urn:microsoft.com/office/officeart/2005/8/layout/hierarchy2"/>
    <dgm:cxn modelId="{4BAA5342-2C93-41EB-A01B-3E578B1E89E5}" srcId="{DCF9BA05-DC0F-4D0A-A6AB-E299A13C7337}" destId="{465DAE4E-9FBE-4CDB-B2C0-7C5A6B5927FC}" srcOrd="1" destOrd="0" parTransId="{11FFDD26-19D9-4197-A2F7-6FB69D36D9A9}" sibTransId="{87A08ED3-D919-418F-BA63-B924B3780267}"/>
    <dgm:cxn modelId="{CFA73263-5642-4B44-9811-3D1F2E7A98B4}" type="presOf" srcId="{F899B7F7-BEDE-4986-9E71-A32596EA0B27}" destId="{7B7EA043-1D16-4355-9515-D8D7209DEE24}" srcOrd="1" destOrd="0" presId="urn:microsoft.com/office/officeart/2005/8/layout/hierarchy2"/>
    <dgm:cxn modelId="{7C5A4C65-FC06-47CC-BC4F-3F11BC82315E}" type="presOf" srcId="{8493C182-2520-438D-BE72-764BCA5FF4AE}" destId="{47772240-F486-4145-836D-AB0E8AD0B855}" srcOrd="0" destOrd="0" presId="urn:microsoft.com/office/officeart/2005/8/layout/hierarchy2"/>
    <dgm:cxn modelId="{B40A5765-E068-4B5E-A14F-EDEE91596FC1}" srcId="{35C328DD-3A99-4823-802D-EE83F4E75910}" destId="{0192008B-16D9-45D1-8854-0581E5139FD7}" srcOrd="0" destOrd="0" parTransId="{9C1BD299-4FF5-4269-91EB-E5F29AFC2678}" sibTransId="{6B308F07-201F-426C-A390-159A53956FF3}"/>
    <dgm:cxn modelId="{19F68A65-627E-4FCE-8BF1-9F04E88718B1}" type="presOf" srcId="{9C1BD299-4FF5-4269-91EB-E5F29AFC2678}" destId="{9E6F2BD9-A132-4210-9D9F-4B85B4AC4AB4}" srcOrd="1" destOrd="0" presId="urn:microsoft.com/office/officeart/2005/8/layout/hierarchy2"/>
    <dgm:cxn modelId="{3B402F48-3013-4431-B0DD-276368756D37}" type="presOf" srcId="{99D93983-FFF0-41D8-81DA-16AB75271B41}" destId="{7072FE84-83A5-4E10-9BB3-D8A0C463BD96}" srcOrd="0" destOrd="0" presId="urn:microsoft.com/office/officeart/2005/8/layout/hierarchy2"/>
    <dgm:cxn modelId="{75389648-2A80-4A17-8632-3917542F8349}" srcId="{92339BD1-AB1B-49C1-8C74-0C1FECA4B413}" destId="{15630165-C41B-457D-8BB3-163364EC3CB9}" srcOrd="0" destOrd="0" parTransId="{D925ACE0-C79D-4FA6-A350-D27E66E02E57}" sibTransId="{D38954D9-6AA9-4D81-9FD9-2B0A79A4A7A8}"/>
    <dgm:cxn modelId="{E80B6B4E-2C66-4382-A22A-48BCE76B49F1}" type="presOf" srcId="{0192008B-16D9-45D1-8854-0581E5139FD7}" destId="{7B978CEB-ECE0-4404-9A96-4EF84FF948A8}" srcOrd="0" destOrd="0" presId="urn:microsoft.com/office/officeart/2005/8/layout/hierarchy2"/>
    <dgm:cxn modelId="{94B15152-EFEA-4392-A243-DA075FC520EA}" type="presOf" srcId="{B68476FA-7658-469C-9F7B-D39B0EFA4847}" destId="{87B7EAED-9F88-4A3A-851A-3814BE1BFD34}" srcOrd="0" destOrd="0" presId="urn:microsoft.com/office/officeart/2005/8/layout/hierarchy2"/>
    <dgm:cxn modelId="{94F15754-D397-43BF-934D-38CADD1F23F5}" type="presOf" srcId="{FC74915A-8638-408F-AF12-34C5BD84E326}" destId="{337B761F-BAA9-446C-A8E3-99D1120EE415}" srcOrd="0" destOrd="0" presId="urn:microsoft.com/office/officeart/2005/8/layout/hierarchy2"/>
    <dgm:cxn modelId="{BC01FC56-AB21-42E2-A432-2DBF1FCBDFB0}" type="presOf" srcId="{92339BD1-AB1B-49C1-8C74-0C1FECA4B413}" destId="{7F1D7330-592B-464A-B257-CC8BDD367325}" srcOrd="0" destOrd="0" presId="urn:microsoft.com/office/officeart/2005/8/layout/hierarchy2"/>
    <dgm:cxn modelId="{E9609677-929A-4EC1-A389-D48118BC56DC}" type="presOf" srcId="{EEEA6F77-3D7F-4C15-8C47-B76817FF0C79}" destId="{89F703F2-8060-45BF-B8E4-9FA789BDA7DF}" srcOrd="1" destOrd="0" presId="urn:microsoft.com/office/officeart/2005/8/layout/hierarchy2"/>
    <dgm:cxn modelId="{8CFAD45A-2C6E-40A3-A12F-E7CE9A60B4F4}" type="presOf" srcId="{35C328DD-3A99-4823-802D-EE83F4E75910}" destId="{0DCB2157-AB66-4EC7-AC92-DE3882A0E5ED}" srcOrd="0" destOrd="0" presId="urn:microsoft.com/office/officeart/2005/8/layout/hierarchy2"/>
    <dgm:cxn modelId="{7366B87C-7DF8-41F1-85E4-F7001A9C07AC}" srcId="{2A7931A8-D178-4453-9E69-0ED76931D554}" destId="{35C328DD-3A99-4823-802D-EE83F4E75910}" srcOrd="0" destOrd="0" parTransId="{F899B7F7-BEDE-4986-9E71-A32596EA0B27}" sibTransId="{954CF4E7-CC0F-43B4-907A-F9CEB1E3A868}"/>
    <dgm:cxn modelId="{0FD09480-F0AC-4CDE-BC8D-B3447F58C2D6}" type="presOf" srcId="{6A0345A6-3438-41FE-8371-8EFA993CF6BC}" destId="{77DCE99B-C449-410F-9235-83A71CB4E136}" srcOrd="1" destOrd="0" presId="urn:microsoft.com/office/officeart/2005/8/layout/hierarchy2"/>
    <dgm:cxn modelId="{1ADFB680-1104-464F-A07E-95F1D2C360BA}" srcId="{FC74915A-8638-408F-AF12-34C5BD84E326}" destId="{8493C182-2520-438D-BE72-764BCA5FF4AE}" srcOrd="1" destOrd="0" parTransId="{1FB112A8-5112-493E-828F-B800085E17EE}" sibTransId="{44B26CDE-3A9B-4222-9A8A-30385CB4EC57}"/>
    <dgm:cxn modelId="{F219E283-EB14-49DD-8AF5-75956E01D715}" type="presOf" srcId="{D925ACE0-C79D-4FA6-A350-D27E66E02E57}" destId="{AF919F0C-D3B0-4675-8A05-421AE7EA6329}" srcOrd="0" destOrd="0" presId="urn:microsoft.com/office/officeart/2005/8/layout/hierarchy2"/>
    <dgm:cxn modelId="{8FFB4085-A74C-42E3-85B4-D256834FA05C}" srcId="{1791073C-7326-4754-9166-F64EF026F387}" destId="{99D93983-FFF0-41D8-81DA-16AB75271B41}" srcOrd="0" destOrd="0" parTransId="{EEEA6F77-3D7F-4C15-8C47-B76817FF0C79}" sibTransId="{54875C49-6237-48B7-9133-0F99D503DA71}"/>
    <dgm:cxn modelId="{E1D7558A-B9C9-4AC5-B05A-C93E1243E1C2}" type="presOf" srcId="{4D30B0F8-992E-4213-BCF8-71A32C146541}" destId="{D20800DF-786F-4F46-BC8E-7C08B0011206}" srcOrd="0" destOrd="0" presId="urn:microsoft.com/office/officeart/2005/8/layout/hierarchy2"/>
    <dgm:cxn modelId="{79F68F8F-D9AD-4504-B462-98297A40046B}" type="presOf" srcId="{DDC42E38-8442-426D-8A56-FCE4BDB0A8E9}" destId="{070A88D9-DB91-40A8-9101-5D53991D160E}" srcOrd="1" destOrd="0" presId="urn:microsoft.com/office/officeart/2005/8/layout/hierarchy2"/>
    <dgm:cxn modelId="{FA14E994-B64E-4847-B100-6803B1508512}" srcId="{DCF9BA05-DC0F-4D0A-A6AB-E299A13C7337}" destId="{1791073C-7326-4754-9166-F64EF026F387}" srcOrd="0" destOrd="0" parTransId="{D0DC83D4-F37F-49B7-B7E8-3C460A80E041}" sibTransId="{2896815A-3E77-47EB-81E9-C0E691348858}"/>
    <dgm:cxn modelId="{D20DCCA4-212F-4458-9CF0-C0CC5019B3C8}" type="presOf" srcId="{B833E9EF-C990-4654-A909-7131C3EEA37F}" destId="{15BBA178-4DA1-4DFF-9F1B-41EA3B61A245}" srcOrd="0" destOrd="0" presId="urn:microsoft.com/office/officeart/2005/8/layout/hierarchy2"/>
    <dgm:cxn modelId="{9374F5AA-76ED-4CBA-8D8D-0BD4EEC3E7BE}" type="presOf" srcId="{2A7931A8-D178-4453-9E69-0ED76931D554}" destId="{4F1D22CF-CA04-4D7B-88B3-9E053BFBD9AF}" srcOrd="0" destOrd="0" presId="urn:microsoft.com/office/officeart/2005/8/layout/hierarchy2"/>
    <dgm:cxn modelId="{95CFA4BC-BCE7-481A-BE5B-D790223268CB}" srcId="{800D229A-19A0-433C-A6C6-72B1E95EA3A7}" destId="{79FD669E-EAC1-4025-9AD2-929C55644B73}" srcOrd="0" destOrd="0" parTransId="{EBB23182-2EC9-49B2-814D-FA5231D4C237}" sibTransId="{345D2A0A-C546-49C0-91E8-F6A53714D048}"/>
    <dgm:cxn modelId="{E931BCBF-3E0E-497B-9582-EC9B72D9123E}" type="presOf" srcId="{1791073C-7326-4754-9166-F64EF026F387}" destId="{DBA1A94C-9E9B-4A0B-A42D-58DFF72D7B58}" srcOrd="0" destOrd="0" presId="urn:microsoft.com/office/officeart/2005/8/layout/hierarchy2"/>
    <dgm:cxn modelId="{D4E232CB-C73E-4404-8D6E-5FCAEADB5934}" srcId="{465DAE4E-9FBE-4CDB-B2C0-7C5A6B5927FC}" destId="{EEFC3FA3-CF55-49EC-B002-68FD41B19E85}" srcOrd="0" destOrd="0" parTransId="{DDC42E38-8442-426D-8A56-FCE4BDB0A8E9}" sibTransId="{AABC117D-0B20-4C74-BEC7-55F44FC387DB}"/>
    <dgm:cxn modelId="{971768D3-A8C2-4AB2-A6E3-452B6C5C683F}" type="presOf" srcId="{15630165-C41B-457D-8BB3-163364EC3CB9}" destId="{F568B395-4AE8-41FF-955A-729C5CBC6CC0}" srcOrd="0" destOrd="0" presId="urn:microsoft.com/office/officeart/2005/8/layout/hierarchy2"/>
    <dgm:cxn modelId="{DEFC97D5-9C5D-48D7-837F-E1412023801E}" type="presOf" srcId="{1FB112A8-5112-493E-828F-B800085E17EE}" destId="{FA4A68EB-B181-40A3-A138-DA0EA6689D19}" srcOrd="1" destOrd="0" presId="urn:microsoft.com/office/officeart/2005/8/layout/hierarchy2"/>
    <dgm:cxn modelId="{74405BD8-B1D3-44A3-95BF-23CAD2ACD5A2}" type="presOf" srcId="{F899B7F7-BEDE-4986-9E71-A32596EA0B27}" destId="{D1A4060D-AED0-4635-B767-3CE0398E0F23}" srcOrd="0" destOrd="0" presId="urn:microsoft.com/office/officeart/2005/8/layout/hierarchy2"/>
    <dgm:cxn modelId="{37A746D8-AD0F-4B04-B2B6-4B9533239325}" type="presOf" srcId="{11FFDD26-19D9-4197-A2F7-6FB69D36D9A9}" destId="{100AEC06-EDDE-47D7-BBCE-B98A116499A0}" srcOrd="0" destOrd="0" presId="urn:microsoft.com/office/officeart/2005/8/layout/hierarchy2"/>
    <dgm:cxn modelId="{59A91AE8-FF5C-496F-BE08-C9FC96FDBF3B}" type="presOf" srcId="{6A0345A6-3438-41FE-8371-8EFA993CF6BC}" destId="{64ED4F26-6F6D-4A7A-BB9C-168A4173F247}" srcOrd="0" destOrd="0" presId="urn:microsoft.com/office/officeart/2005/8/layout/hierarchy2"/>
    <dgm:cxn modelId="{40F331EA-CB16-46E3-8021-40FEC6CC4F3B}" type="presOf" srcId="{EEEA6F77-3D7F-4C15-8C47-B76817FF0C79}" destId="{33E9F206-D276-4A23-BA67-9AA1A10A4526}" srcOrd="0" destOrd="0" presId="urn:microsoft.com/office/officeart/2005/8/layout/hierarchy2"/>
    <dgm:cxn modelId="{FFD33BEA-7FBD-430D-A55B-A40DE831C35F}" type="presOf" srcId="{800D229A-19A0-433C-A6C6-72B1E95EA3A7}" destId="{45B1E2D3-DC41-49A4-86AB-CE83AEAB44AF}" srcOrd="0" destOrd="0" presId="urn:microsoft.com/office/officeart/2005/8/layout/hierarchy2"/>
    <dgm:cxn modelId="{BF75B9EB-5631-4C68-8F86-4C93D3EFB13B}" srcId="{2A7931A8-D178-4453-9E69-0ED76931D554}" destId="{92339BD1-AB1B-49C1-8C74-0C1FECA4B413}" srcOrd="1" destOrd="0" parTransId="{B68476FA-7658-469C-9F7B-D39B0EFA4847}" sibTransId="{5B755510-9C2D-462D-9DC3-BAAF744C5771}"/>
    <dgm:cxn modelId="{4A5BE5ED-C9AB-41B4-9C9D-B31F17F8D7E4}" type="presOf" srcId="{79FD669E-EAC1-4025-9AD2-929C55644B73}" destId="{5A9FF5F8-D918-4C5B-8F8D-6AA97118B5B3}" srcOrd="0" destOrd="0" presId="urn:microsoft.com/office/officeart/2005/8/layout/hierarchy2"/>
    <dgm:cxn modelId="{642B6BF5-9ED3-4C9A-B817-BC3A1AA48111}" type="presOf" srcId="{465DAE4E-9FBE-4CDB-B2C0-7C5A6B5927FC}" destId="{0759E216-B6CB-4A04-806A-BB17CDA8F6BB}" srcOrd="0" destOrd="0" presId="urn:microsoft.com/office/officeart/2005/8/layout/hierarchy2"/>
    <dgm:cxn modelId="{31CC21FB-C14B-4D9F-B5A0-CF46628819E0}" type="presOf" srcId="{D925ACE0-C79D-4FA6-A350-D27E66E02E57}" destId="{8EF78C2E-BB62-46CA-8D2C-5DB336C2EB5D}" srcOrd="1" destOrd="0" presId="urn:microsoft.com/office/officeart/2005/8/layout/hierarchy2"/>
    <dgm:cxn modelId="{9A0867FE-8576-44D3-84AC-D0116EDAF954}" srcId="{79FD669E-EAC1-4025-9AD2-929C55644B73}" destId="{2A7931A8-D178-4453-9E69-0ED76931D554}" srcOrd="1" destOrd="0" parTransId="{B833E9EF-C990-4654-A909-7131C3EEA37F}" sibTransId="{669408E8-A2E0-4682-A0D0-6D8D3F84BA3D}"/>
    <dgm:cxn modelId="{0A15F796-D747-49C9-ADBA-AFB614D5D723}" type="presParOf" srcId="{45B1E2D3-DC41-49A4-86AB-CE83AEAB44AF}" destId="{EBB26AF0-076C-49B3-9B15-F5D3402B3683}" srcOrd="0" destOrd="0" presId="urn:microsoft.com/office/officeart/2005/8/layout/hierarchy2"/>
    <dgm:cxn modelId="{5CF66948-8D19-45A8-A338-F8D3032571A2}" type="presParOf" srcId="{EBB26AF0-076C-49B3-9B15-F5D3402B3683}" destId="{5A9FF5F8-D918-4C5B-8F8D-6AA97118B5B3}" srcOrd="0" destOrd="0" presId="urn:microsoft.com/office/officeart/2005/8/layout/hierarchy2"/>
    <dgm:cxn modelId="{5FB99851-2309-46D7-A894-0F0010FC4963}" type="presParOf" srcId="{EBB26AF0-076C-49B3-9B15-F5D3402B3683}" destId="{527C7936-5CD7-4473-941E-735BA5779286}" srcOrd="1" destOrd="0" presId="urn:microsoft.com/office/officeart/2005/8/layout/hierarchy2"/>
    <dgm:cxn modelId="{CB2781F8-45E7-4FA1-A634-D79778B96D55}" type="presParOf" srcId="{527C7936-5CD7-4473-941E-735BA5779286}" destId="{D20800DF-786F-4F46-BC8E-7C08B0011206}" srcOrd="0" destOrd="0" presId="urn:microsoft.com/office/officeart/2005/8/layout/hierarchy2"/>
    <dgm:cxn modelId="{DBFC8DF6-E142-4725-B1BF-A562CD7E6902}" type="presParOf" srcId="{D20800DF-786F-4F46-BC8E-7C08B0011206}" destId="{94F801FA-C5A2-4E0B-8E38-C8D9140202CF}" srcOrd="0" destOrd="0" presId="urn:microsoft.com/office/officeart/2005/8/layout/hierarchy2"/>
    <dgm:cxn modelId="{FB1A7601-4BD1-4995-9810-22876707CC96}" type="presParOf" srcId="{527C7936-5CD7-4473-941E-735BA5779286}" destId="{5B96A166-B3C9-4D65-B782-51476E50FAD9}" srcOrd="1" destOrd="0" presId="urn:microsoft.com/office/officeart/2005/8/layout/hierarchy2"/>
    <dgm:cxn modelId="{9F7796A8-015B-48B1-BAF7-C8B688587E61}" type="presParOf" srcId="{5B96A166-B3C9-4D65-B782-51476E50FAD9}" destId="{337B761F-BAA9-446C-A8E3-99D1120EE415}" srcOrd="0" destOrd="0" presId="urn:microsoft.com/office/officeart/2005/8/layout/hierarchy2"/>
    <dgm:cxn modelId="{C7D992A8-33F3-45E4-B4F6-A34C9FEB2A51}" type="presParOf" srcId="{5B96A166-B3C9-4D65-B782-51476E50FAD9}" destId="{A22D8E5D-C12C-457C-8083-D79AD682A8FC}" srcOrd="1" destOrd="0" presId="urn:microsoft.com/office/officeart/2005/8/layout/hierarchy2"/>
    <dgm:cxn modelId="{836200BC-01DC-4F9C-BB54-870B33C8BFC5}" type="presParOf" srcId="{A22D8E5D-C12C-457C-8083-D79AD682A8FC}" destId="{64ED4F26-6F6D-4A7A-BB9C-168A4173F247}" srcOrd="0" destOrd="0" presId="urn:microsoft.com/office/officeart/2005/8/layout/hierarchy2"/>
    <dgm:cxn modelId="{FDF89815-3144-477A-8F83-C10B8E69C417}" type="presParOf" srcId="{64ED4F26-6F6D-4A7A-BB9C-168A4173F247}" destId="{77DCE99B-C449-410F-9235-83A71CB4E136}" srcOrd="0" destOrd="0" presId="urn:microsoft.com/office/officeart/2005/8/layout/hierarchy2"/>
    <dgm:cxn modelId="{63859183-EFB8-4F21-96DF-9547685DD0FD}" type="presParOf" srcId="{A22D8E5D-C12C-457C-8083-D79AD682A8FC}" destId="{6EE3EA7E-5B63-4258-B99A-036FCB8ECA99}" srcOrd="1" destOrd="0" presId="urn:microsoft.com/office/officeart/2005/8/layout/hierarchy2"/>
    <dgm:cxn modelId="{1AFA03CC-6963-48A3-8809-F7012FB1DE92}" type="presParOf" srcId="{6EE3EA7E-5B63-4258-B99A-036FCB8ECA99}" destId="{713C6B1F-5D5E-4D8A-B185-2B84207921A9}" srcOrd="0" destOrd="0" presId="urn:microsoft.com/office/officeart/2005/8/layout/hierarchy2"/>
    <dgm:cxn modelId="{3FBE41C4-C69D-4FBB-B694-CFE80B08F875}" type="presParOf" srcId="{6EE3EA7E-5B63-4258-B99A-036FCB8ECA99}" destId="{0FC25E09-2D2C-42B1-AFC5-EE2EDA3EC4DB}" srcOrd="1" destOrd="0" presId="urn:microsoft.com/office/officeart/2005/8/layout/hierarchy2"/>
    <dgm:cxn modelId="{1F6ECF7A-7947-4E0C-A46C-E58D44E5298B}" type="presParOf" srcId="{A22D8E5D-C12C-457C-8083-D79AD682A8FC}" destId="{3C78C75D-17CC-4FDF-8F37-5F0B527EFE85}" srcOrd="2" destOrd="0" presId="urn:microsoft.com/office/officeart/2005/8/layout/hierarchy2"/>
    <dgm:cxn modelId="{26565986-EE1F-4C79-86C0-61B1F0ED416F}" type="presParOf" srcId="{3C78C75D-17CC-4FDF-8F37-5F0B527EFE85}" destId="{FA4A68EB-B181-40A3-A138-DA0EA6689D19}" srcOrd="0" destOrd="0" presId="urn:microsoft.com/office/officeart/2005/8/layout/hierarchy2"/>
    <dgm:cxn modelId="{D63D4283-5A2C-4AAA-9068-22A8D6C94DA2}" type="presParOf" srcId="{A22D8E5D-C12C-457C-8083-D79AD682A8FC}" destId="{5CD5D021-47DC-40DC-840B-4CF6859B3619}" srcOrd="3" destOrd="0" presId="urn:microsoft.com/office/officeart/2005/8/layout/hierarchy2"/>
    <dgm:cxn modelId="{D6970395-3BE5-40A9-B864-2BE01A94540E}" type="presParOf" srcId="{5CD5D021-47DC-40DC-840B-4CF6859B3619}" destId="{47772240-F486-4145-836D-AB0E8AD0B855}" srcOrd="0" destOrd="0" presId="urn:microsoft.com/office/officeart/2005/8/layout/hierarchy2"/>
    <dgm:cxn modelId="{FD34F864-A0D0-44DD-B264-30A626EB372E}" type="presParOf" srcId="{5CD5D021-47DC-40DC-840B-4CF6859B3619}" destId="{4707EDAD-C36A-4191-9D08-049FA539A2AA}" srcOrd="1" destOrd="0" presId="urn:microsoft.com/office/officeart/2005/8/layout/hierarchy2"/>
    <dgm:cxn modelId="{C0E4D537-8887-4BF0-AEC6-136666CC01B3}" type="presParOf" srcId="{527C7936-5CD7-4473-941E-735BA5779286}" destId="{15BBA178-4DA1-4DFF-9F1B-41EA3B61A245}" srcOrd="2" destOrd="0" presId="urn:microsoft.com/office/officeart/2005/8/layout/hierarchy2"/>
    <dgm:cxn modelId="{DAB227EB-8944-4B37-8A06-EAAB48C7F506}" type="presParOf" srcId="{15BBA178-4DA1-4DFF-9F1B-41EA3B61A245}" destId="{047509D2-5553-4EAA-B72E-D6FFC04C6B66}" srcOrd="0" destOrd="0" presId="urn:microsoft.com/office/officeart/2005/8/layout/hierarchy2"/>
    <dgm:cxn modelId="{B794E6B4-2D4A-4983-9306-2EA634DC0B2F}" type="presParOf" srcId="{527C7936-5CD7-4473-941E-735BA5779286}" destId="{4F1CF974-A802-4121-A7A3-EAFF84EE5785}" srcOrd="3" destOrd="0" presId="urn:microsoft.com/office/officeart/2005/8/layout/hierarchy2"/>
    <dgm:cxn modelId="{9FBB3D86-4B63-4145-AD2A-D862B6DDF197}" type="presParOf" srcId="{4F1CF974-A802-4121-A7A3-EAFF84EE5785}" destId="{4F1D22CF-CA04-4D7B-88B3-9E053BFBD9AF}" srcOrd="0" destOrd="0" presId="urn:microsoft.com/office/officeart/2005/8/layout/hierarchy2"/>
    <dgm:cxn modelId="{19A86B82-FDA6-43AE-BAB1-E00596683FAA}" type="presParOf" srcId="{4F1CF974-A802-4121-A7A3-EAFF84EE5785}" destId="{C076007F-C85A-4AEA-A2A7-47C55F16CBA5}" srcOrd="1" destOrd="0" presId="urn:microsoft.com/office/officeart/2005/8/layout/hierarchy2"/>
    <dgm:cxn modelId="{BC83F91E-B814-4B3C-9546-72FAB62E5B67}" type="presParOf" srcId="{C076007F-C85A-4AEA-A2A7-47C55F16CBA5}" destId="{D1A4060D-AED0-4635-B767-3CE0398E0F23}" srcOrd="0" destOrd="0" presId="urn:microsoft.com/office/officeart/2005/8/layout/hierarchy2"/>
    <dgm:cxn modelId="{44432183-2F55-423D-957C-979B8CAD9001}" type="presParOf" srcId="{D1A4060D-AED0-4635-B767-3CE0398E0F23}" destId="{7B7EA043-1D16-4355-9515-D8D7209DEE24}" srcOrd="0" destOrd="0" presId="urn:microsoft.com/office/officeart/2005/8/layout/hierarchy2"/>
    <dgm:cxn modelId="{026F83BB-8F10-4D46-8C60-B48B535CCA54}" type="presParOf" srcId="{C076007F-C85A-4AEA-A2A7-47C55F16CBA5}" destId="{99F93951-C676-4FBB-940D-3988D5F8FB00}" srcOrd="1" destOrd="0" presId="urn:microsoft.com/office/officeart/2005/8/layout/hierarchy2"/>
    <dgm:cxn modelId="{0F3569D0-D435-44B3-99CF-70CEC6BE97FD}" type="presParOf" srcId="{99F93951-C676-4FBB-940D-3988D5F8FB00}" destId="{0DCB2157-AB66-4EC7-AC92-DE3882A0E5ED}" srcOrd="0" destOrd="0" presId="urn:microsoft.com/office/officeart/2005/8/layout/hierarchy2"/>
    <dgm:cxn modelId="{36A93BF9-A6F2-4A19-9722-5BA0468F2418}" type="presParOf" srcId="{99F93951-C676-4FBB-940D-3988D5F8FB00}" destId="{F8D7FB58-7C7E-4D7B-83DE-30C2B7874A4B}" srcOrd="1" destOrd="0" presId="urn:microsoft.com/office/officeart/2005/8/layout/hierarchy2"/>
    <dgm:cxn modelId="{645681D0-860C-409F-B861-EA5828A5B9FA}" type="presParOf" srcId="{F8D7FB58-7C7E-4D7B-83DE-30C2B7874A4B}" destId="{427630FF-46CE-4847-91B5-DBBB27B74F1C}" srcOrd="0" destOrd="0" presId="urn:microsoft.com/office/officeart/2005/8/layout/hierarchy2"/>
    <dgm:cxn modelId="{6D80ADE1-9007-4BEA-8EF7-B750902D6710}" type="presParOf" srcId="{427630FF-46CE-4847-91B5-DBBB27B74F1C}" destId="{9E6F2BD9-A132-4210-9D9F-4B85B4AC4AB4}" srcOrd="0" destOrd="0" presId="urn:microsoft.com/office/officeart/2005/8/layout/hierarchy2"/>
    <dgm:cxn modelId="{260D3644-3A9B-4BA7-9F85-F523100E3A25}" type="presParOf" srcId="{F8D7FB58-7C7E-4D7B-83DE-30C2B7874A4B}" destId="{D7A441D7-E5FD-4484-AD4B-AB9EE0733A69}" srcOrd="1" destOrd="0" presId="urn:microsoft.com/office/officeart/2005/8/layout/hierarchy2"/>
    <dgm:cxn modelId="{5C05BDD1-41B8-49F0-8692-95ED0FDF9887}" type="presParOf" srcId="{D7A441D7-E5FD-4484-AD4B-AB9EE0733A69}" destId="{7B978CEB-ECE0-4404-9A96-4EF84FF948A8}" srcOrd="0" destOrd="0" presId="urn:microsoft.com/office/officeart/2005/8/layout/hierarchy2"/>
    <dgm:cxn modelId="{237FF06B-888A-4DCC-A1AC-8D5399B2CE27}" type="presParOf" srcId="{D7A441D7-E5FD-4484-AD4B-AB9EE0733A69}" destId="{C7D7F7D1-5D53-40E1-9798-4784BB5C140A}" srcOrd="1" destOrd="0" presId="urn:microsoft.com/office/officeart/2005/8/layout/hierarchy2"/>
    <dgm:cxn modelId="{173A3187-98C5-415E-A014-3BE1A53CFEF8}" type="presParOf" srcId="{C076007F-C85A-4AEA-A2A7-47C55F16CBA5}" destId="{87B7EAED-9F88-4A3A-851A-3814BE1BFD34}" srcOrd="2" destOrd="0" presId="urn:microsoft.com/office/officeart/2005/8/layout/hierarchy2"/>
    <dgm:cxn modelId="{FBEC7CB4-E5AD-40ED-B2BF-D827E9234107}" type="presParOf" srcId="{87B7EAED-9F88-4A3A-851A-3814BE1BFD34}" destId="{F140F9DB-5F36-47E8-8ED7-4826D1C97EE0}" srcOrd="0" destOrd="0" presId="urn:microsoft.com/office/officeart/2005/8/layout/hierarchy2"/>
    <dgm:cxn modelId="{E04691D1-DF2C-4568-8382-AA179B6087F8}" type="presParOf" srcId="{C076007F-C85A-4AEA-A2A7-47C55F16CBA5}" destId="{29F55129-5288-4E4A-9BBF-B2A2A9125A22}" srcOrd="3" destOrd="0" presId="urn:microsoft.com/office/officeart/2005/8/layout/hierarchy2"/>
    <dgm:cxn modelId="{4B249498-7E40-4B21-A94A-98E0A2829A98}" type="presParOf" srcId="{29F55129-5288-4E4A-9BBF-B2A2A9125A22}" destId="{7F1D7330-592B-464A-B257-CC8BDD367325}" srcOrd="0" destOrd="0" presId="urn:microsoft.com/office/officeart/2005/8/layout/hierarchy2"/>
    <dgm:cxn modelId="{38B7B9F0-BBB6-4AAC-A1E6-C2CBB9550920}" type="presParOf" srcId="{29F55129-5288-4E4A-9BBF-B2A2A9125A22}" destId="{3432FD37-8615-4781-89E7-74F4FE8D9569}" srcOrd="1" destOrd="0" presId="urn:microsoft.com/office/officeart/2005/8/layout/hierarchy2"/>
    <dgm:cxn modelId="{3E81BCF0-F87B-4194-A589-694569E83695}" type="presParOf" srcId="{3432FD37-8615-4781-89E7-74F4FE8D9569}" destId="{AF919F0C-D3B0-4675-8A05-421AE7EA6329}" srcOrd="0" destOrd="0" presId="urn:microsoft.com/office/officeart/2005/8/layout/hierarchy2"/>
    <dgm:cxn modelId="{2404279D-8143-4B00-BB66-FD4F0C1F7351}" type="presParOf" srcId="{AF919F0C-D3B0-4675-8A05-421AE7EA6329}" destId="{8EF78C2E-BB62-46CA-8D2C-5DB336C2EB5D}" srcOrd="0" destOrd="0" presId="urn:microsoft.com/office/officeart/2005/8/layout/hierarchy2"/>
    <dgm:cxn modelId="{9934F855-9770-418A-B5D9-DD1DE6C81384}" type="presParOf" srcId="{3432FD37-8615-4781-89E7-74F4FE8D9569}" destId="{E5803FE4-B658-4D77-9C56-9327F7D02E57}" srcOrd="1" destOrd="0" presId="urn:microsoft.com/office/officeart/2005/8/layout/hierarchy2"/>
    <dgm:cxn modelId="{0785371C-04D0-46CA-8F8C-D20DBBBDA1A8}" type="presParOf" srcId="{E5803FE4-B658-4D77-9C56-9327F7D02E57}" destId="{F568B395-4AE8-41FF-955A-729C5CBC6CC0}" srcOrd="0" destOrd="0" presId="urn:microsoft.com/office/officeart/2005/8/layout/hierarchy2"/>
    <dgm:cxn modelId="{C2AC4EA0-C4EF-4B3F-B01D-8469D886097D}" type="presParOf" srcId="{E5803FE4-B658-4D77-9C56-9327F7D02E57}" destId="{7B8AE765-A9C8-424D-B90B-D1DDAD81CD5E}" srcOrd="1" destOrd="0" presId="urn:microsoft.com/office/officeart/2005/8/layout/hierarchy2"/>
    <dgm:cxn modelId="{33F39DF3-C5F4-41D1-9F1A-94CDC47E0036}" type="presParOf" srcId="{527C7936-5CD7-4473-941E-735BA5779286}" destId="{CCA14011-EFA3-4EA7-97AD-2FD54FA1DE20}" srcOrd="4" destOrd="0" presId="urn:microsoft.com/office/officeart/2005/8/layout/hierarchy2"/>
    <dgm:cxn modelId="{1B9FEA29-6AB7-4316-9C81-76C3B8C93668}" type="presParOf" srcId="{CCA14011-EFA3-4EA7-97AD-2FD54FA1DE20}" destId="{F4C90B94-2AA9-412F-8E57-8411944D1049}" srcOrd="0" destOrd="0" presId="urn:microsoft.com/office/officeart/2005/8/layout/hierarchy2"/>
    <dgm:cxn modelId="{EE056F17-1CCC-47F3-88F0-A2927A58371A}" type="presParOf" srcId="{527C7936-5CD7-4473-941E-735BA5779286}" destId="{050E7A25-6CB3-4141-BDDB-90DE3EF6C58A}" srcOrd="5" destOrd="0" presId="urn:microsoft.com/office/officeart/2005/8/layout/hierarchy2"/>
    <dgm:cxn modelId="{E15B4535-B2BC-4B5B-9C9D-A8C510CACC50}" type="presParOf" srcId="{050E7A25-6CB3-4141-BDDB-90DE3EF6C58A}" destId="{E23154D6-1286-42D1-A2F8-0687BFB08A15}" srcOrd="0" destOrd="0" presId="urn:microsoft.com/office/officeart/2005/8/layout/hierarchy2"/>
    <dgm:cxn modelId="{601EBC21-4D8B-4BE3-B13D-C0AADD8BED5A}" type="presParOf" srcId="{050E7A25-6CB3-4141-BDDB-90DE3EF6C58A}" destId="{C53A5B4B-F10B-4F4B-9CA2-DEC77E901036}" srcOrd="1" destOrd="0" presId="urn:microsoft.com/office/officeart/2005/8/layout/hierarchy2"/>
    <dgm:cxn modelId="{1ACB0C8D-EAAE-4D43-9B14-12BB25E5A71E}" type="presParOf" srcId="{C53A5B4B-F10B-4F4B-9CA2-DEC77E901036}" destId="{A88A2A4B-E057-475F-BD60-1518C88EC744}" srcOrd="0" destOrd="0" presId="urn:microsoft.com/office/officeart/2005/8/layout/hierarchy2"/>
    <dgm:cxn modelId="{C35A7C8E-9CEB-494E-B51E-E87EA88E059B}" type="presParOf" srcId="{A88A2A4B-E057-475F-BD60-1518C88EC744}" destId="{80A324EE-3118-403B-930E-D270B83599C5}" srcOrd="0" destOrd="0" presId="urn:microsoft.com/office/officeart/2005/8/layout/hierarchy2"/>
    <dgm:cxn modelId="{E53793A2-ACFB-49D1-B411-B7EC8DC7A155}" type="presParOf" srcId="{C53A5B4B-F10B-4F4B-9CA2-DEC77E901036}" destId="{7FF8EB1D-6BC6-4D5E-B434-277A9B1AED77}" srcOrd="1" destOrd="0" presId="urn:microsoft.com/office/officeart/2005/8/layout/hierarchy2"/>
    <dgm:cxn modelId="{CECA27CF-5D76-4758-A909-80036327FC3F}" type="presParOf" srcId="{7FF8EB1D-6BC6-4D5E-B434-277A9B1AED77}" destId="{DBA1A94C-9E9B-4A0B-A42D-58DFF72D7B58}" srcOrd="0" destOrd="0" presId="urn:microsoft.com/office/officeart/2005/8/layout/hierarchy2"/>
    <dgm:cxn modelId="{1CA15FE8-7EF0-4301-A56E-6A56B219B465}" type="presParOf" srcId="{7FF8EB1D-6BC6-4D5E-B434-277A9B1AED77}" destId="{37CC0C28-741E-43C7-AA28-31F95C6367BE}" srcOrd="1" destOrd="0" presId="urn:microsoft.com/office/officeart/2005/8/layout/hierarchy2"/>
    <dgm:cxn modelId="{3F644A5A-7590-4622-A7D0-992EFDFC2849}" type="presParOf" srcId="{37CC0C28-741E-43C7-AA28-31F95C6367BE}" destId="{33E9F206-D276-4A23-BA67-9AA1A10A4526}" srcOrd="0" destOrd="0" presId="urn:microsoft.com/office/officeart/2005/8/layout/hierarchy2"/>
    <dgm:cxn modelId="{37BF02BC-5189-4ACF-82C0-E4FF26F547B6}" type="presParOf" srcId="{33E9F206-D276-4A23-BA67-9AA1A10A4526}" destId="{89F703F2-8060-45BF-B8E4-9FA789BDA7DF}" srcOrd="0" destOrd="0" presId="urn:microsoft.com/office/officeart/2005/8/layout/hierarchy2"/>
    <dgm:cxn modelId="{C69487CE-C645-4571-9FFA-A32048AF9A4C}" type="presParOf" srcId="{37CC0C28-741E-43C7-AA28-31F95C6367BE}" destId="{5731DC1B-4FDA-4AA2-9C5C-BCACDD2A1FE4}" srcOrd="1" destOrd="0" presId="urn:microsoft.com/office/officeart/2005/8/layout/hierarchy2"/>
    <dgm:cxn modelId="{E6934229-ABF4-43E0-95EB-A75B75FCD375}" type="presParOf" srcId="{5731DC1B-4FDA-4AA2-9C5C-BCACDD2A1FE4}" destId="{7072FE84-83A5-4E10-9BB3-D8A0C463BD96}" srcOrd="0" destOrd="0" presId="urn:microsoft.com/office/officeart/2005/8/layout/hierarchy2"/>
    <dgm:cxn modelId="{8F230C6C-D1A6-4C1D-8403-03D1EE210107}" type="presParOf" srcId="{5731DC1B-4FDA-4AA2-9C5C-BCACDD2A1FE4}" destId="{043C4DD8-7DCA-4640-BACB-8D6B11B65E06}" srcOrd="1" destOrd="0" presId="urn:microsoft.com/office/officeart/2005/8/layout/hierarchy2"/>
    <dgm:cxn modelId="{21B8F837-6398-464D-B1F4-41023AE92C38}" type="presParOf" srcId="{C53A5B4B-F10B-4F4B-9CA2-DEC77E901036}" destId="{100AEC06-EDDE-47D7-BBCE-B98A116499A0}" srcOrd="2" destOrd="0" presId="urn:microsoft.com/office/officeart/2005/8/layout/hierarchy2"/>
    <dgm:cxn modelId="{5EA85B56-D05E-48D0-B291-17772E8903A1}" type="presParOf" srcId="{100AEC06-EDDE-47D7-BBCE-B98A116499A0}" destId="{19BC2DDA-C041-4592-9D2F-EAFBBCD4A762}" srcOrd="0" destOrd="0" presId="urn:microsoft.com/office/officeart/2005/8/layout/hierarchy2"/>
    <dgm:cxn modelId="{F0473591-4348-461C-8D60-ED726BA118D6}" type="presParOf" srcId="{C53A5B4B-F10B-4F4B-9CA2-DEC77E901036}" destId="{4FA69742-1C7F-4BA9-910D-142A9A8DC817}" srcOrd="3" destOrd="0" presId="urn:microsoft.com/office/officeart/2005/8/layout/hierarchy2"/>
    <dgm:cxn modelId="{23177D88-34DD-400D-9466-EFB37586DB83}" type="presParOf" srcId="{4FA69742-1C7F-4BA9-910D-142A9A8DC817}" destId="{0759E216-B6CB-4A04-806A-BB17CDA8F6BB}" srcOrd="0" destOrd="0" presId="urn:microsoft.com/office/officeart/2005/8/layout/hierarchy2"/>
    <dgm:cxn modelId="{916C4E22-08DE-44FA-87C0-14D0E0D0D6BD}" type="presParOf" srcId="{4FA69742-1C7F-4BA9-910D-142A9A8DC817}" destId="{2AA6AD56-D15D-4B83-A122-31FA75E70977}" srcOrd="1" destOrd="0" presId="urn:microsoft.com/office/officeart/2005/8/layout/hierarchy2"/>
    <dgm:cxn modelId="{A246A24E-E9A6-44F8-88E9-5F2543141108}" type="presParOf" srcId="{2AA6AD56-D15D-4B83-A122-31FA75E70977}" destId="{3DFF0752-00CB-41A4-BE70-33E0B40A0077}" srcOrd="0" destOrd="0" presId="urn:microsoft.com/office/officeart/2005/8/layout/hierarchy2"/>
    <dgm:cxn modelId="{311ABF31-6823-46E6-A705-683C19F7450C}" type="presParOf" srcId="{3DFF0752-00CB-41A4-BE70-33E0B40A0077}" destId="{070A88D9-DB91-40A8-9101-5D53991D160E}" srcOrd="0" destOrd="0" presId="urn:microsoft.com/office/officeart/2005/8/layout/hierarchy2"/>
    <dgm:cxn modelId="{D4E5C78D-7F1D-41E6-979F-27D22942F63C}" type="presParOf" srcId="{2AA6AD56-D15D-4B83-A122-31FA75E70977}" destId="{D5D8DA58-E9FF-4833-B8AF-39264CDDE52A}" srcOrd="1" destOrd="0" presId="urn:microsoft.com/office/officeart/2005/8/layout/hierarchy2"/>
    <dgm:cxn modelId="{3A84217F-49A1-4A1A-AA00-E356A7572612}" type="presParOf" srcId="{D5D8DA58-E9FF-4833-B8AF-39264CDDE52A}" destId="{DBA7DFE3-C36B-42BF-81E3-D686025FB760}" srcOrd="0" destOrd="0" presId="urn:microsoft.com/office/officeart/2005/8/layout/hierarchy2"/>
    <dgm:cxn modelId="{762474FB-CE07-4280-8653-1538069E7194}" type="presParOf" srcId="{D5D8DA58-E9FF-4833-B8AF-39264CDDE52A}" destId="{FA876DDB-46D3-4020-8BEA-640C4CA3655B}"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9FAB3A7-8EDA-4438-AE54-8F34977CF569}" type="doc">
      <dgm:prSet loTypeId="urn:microsoft.com/office/officeart/2005/8/layout/venn1" loCatId="relationship" qsTypeId="urn:microsoft.com/office/officeart/2005/8/quickstyle/simple1" qsCatId="simple" csTypeId="urn:microsoft.com/office/officeart/2005/8/colors/accent1_2" csCatId="accent1" phldr="1"/>
      <dgm:spPr/>
    </dgm:pt>
    <dgm:pt modelId="{A2456913-D75F-42CF-A8F7-D5E63BC1ADF5}">
      <dgm:prSet phldrT="[Texte]"/>
      <dgm:spPr/>
      <dgm:t>
        <a:bodyPr/>
        <a:lstStyle/>
        <a:p>
          <a:r>
            <a:rPr lang="en-US" dirty="0"/>
            <a:t>Top Management</a:t>
          </a:r>
        </a:p>
      </dgm:t>
    </dgm:pt>
    <dgm:pt modelId="{2959F125-BF81-4DF0-AC7E-AB0A10D2C1B1}" type="parTrans" cxnId="{38732BDB-A836-4D07-AECE-566953EFEACB}">
      <dgm:prSet/>
      <dgm:spPr/>
      <dgm:t>
        <a:bodyPr/>
        <a:lstStyle/>
        <a:p>
          <a:endParaRPr lang="en-US"/>
        </a:p>
      </dgm:t>
    </dgm:pt>
    <dgm:pt modelId="{1B008E8B-9650-482A-BAD7-93BCAF3487B2}" type="sibTrans" cxnId="{38732BDB-A836-4D07-AECE-566953EFEACB}">
      <dgm:prSet/>
      <dgm:spPr/>
      <dgm:t>
        <a:bodyPr/>
        <a:lstStyle/>
        <a:p>
          <a:endParaRPr lang="en-US"/>
        </a:p>
      </dgm:t>
    </dgm:pt>
    <dgm:pt modelId="{B508C8E4-EE26-490F-9307-D733BBA4198E}">
      <dgm:prSet phldrT="[Texte]"/>
      <dgm:spPr/>
      <dgm:t>
        <a:bodyPr/>
        <a:lstStyle/>
        <a:p>
          <a:r>
            <a:rPr lang="en-US" dirty="0"/>
            <a:t>Non-sponsoring &amp; involved hierarchy</a:t>
          </a:r>
        </a:p>
      </dgm:t>
    </dgm:pt>
    <dgm:pt modelId="{625C136C-7EA3-4E5D-90F6-69524A914FD3}" type="parTrans" cxnId="{1A291F51-6C4B-4304-9B6E-865DD1C3ACA2}">
      <dgm:prSet/>
      <dgm:spPr/>
      <dgm:t>
        <a:bodyPr/>
        <a:lstStyle/>
        <a:p>
          <a:endParaRPr lang="en-US"/>
        </a:p>
      </dgm:t>
    </dgm:pt>
    <dgm:pt modelId="{D0777452-3C37-4AC9-95F7-8721FF6FA9F4}" type="sibTrans" cxnId="{1A291F51-6C4B-4304-9B6E-865DD1C3ACA2}">
      <dgm:prSet/>
      <dgm:spPr/>
      <dgm:t>
        <a:bodyPr/>
        <a:lstStyle/>
        <a:p>
          <a:endParaRPr lang="en-US"/>
        </a:p>
      </dgm:t>
    </dgm:pt>
    <dgm:pt modelId="{CDB746D6-4646-44F4-97DC-69F35DDE20CD}">
      <dgm:prSet phldrT="[Texte]"/>
      <dgm:spPr/>
      <dgm:t>
        <a:bodyPr/>
        <a:lstStyle/>
        <a:p>
          <a:r>
            <a:rPr lang="en-US" dirty="0"/>
            <a:t>Sponsoring hierarchy</a:t>
          </a:r>
        </a:p>
      </dgm:t>
    </dgm:pt>
    <dgm:pt modelId="{0B64969E-4450-44A6-890B-07D968CBA028}" type="parTrans" cxnId="{5DAA413E-AC35-419D-96B3-B2329A7424CD}">
      <dgm:prSet/>
      <dgm:spPr/>
      <dgm:t>
        <a:bodyPr/>
        <a:lstStyle/>
        <a:p>
          <a:endParaRPr lang="en-US"/>
        </a:p>
      </dgm:t>
    </dgm:pt>
    <dgm:pt modelId="{2BDB0DB0-3E4A-43B5-94B8-EB44E5A38237}" type="sibTrans" cxnId="{5DAA413E-AC35-419D-96B3-B2329A7424CD}">
      <dgm:prSet/>
      <dgm:spPr/>
      <dgm:t>
        <a:bodyPr/>
        <a:lstStyle/>
        <a:p>
          <a:endParaRPr lang="en-US"/>
        </a:p>
      </dgm:t>
    </dgm:pt>
    <dgm:pt modelId="{EFC1F83B-CE42-4539-B975-E0AA7BC094AD}" type="pres">
      <dgm:prSet presAssocID="{09FAB3A7-8EDA-4438-AE54-8F34977CF569}" presName="compositeShape" presStyleCnt="0">
        <dgm:presLayoutVars>
          <dgm:chMax val="7"/>
          <dgm:dir/>
          <dgm:resizeHandles val="exact"/>
        </dgm:presLayoutVars>
      </dgm:prSet>
      <dgm:spPr/>
    </dgm:pt>
    <dgm:pt modelId="{58C7F6BF-71EA-402A-B404-2BF5077554B3}" type="pres">
      <dgm:prSet presAssocID="{A2456913-D75F-42CF-A8F7-D5E63BC1ADF5}" presName="circ1" presStyleLbl="vennNode1" presStyleIdx="0" presStyleCnt="3"/>
      <dgm:spPr/>
    </dgm:pt>
    <dgm:pt modelId="{A386C470-086E-442F-BA63-F32E6252E3E7}" type="pres">
      <dgm:prSet presAssocID="{A2456913-D75F-42CF-A8F7-D5E63BC1ADF5}" presName="circ1Tx" presStyleLbl="revTx" presStyleIdx="0" presStyleCnt="0">
        <dgm:presLayoutVars>
          <dgm:chMax val="0"/>
          <dgm:chPref val="0"/>
          <dgm:bulletEnabled val="1"/>
        </dgm:presLayoutVars>
      </dgm:prSet>
      <dgm:spPr/>
    </dgm:pt>
    <dgm:pt modelId="{0248D111-9D2D-4EBD-9057-65DA6DDDF885}" type="pres">
      <dgm:prSet presAssocID="{B508C8E4-EE26-490F-9307-D733BBA4198E}" presName="circ2" presStyleLbl="vennNode1" presStyleIdx="1" presStyleCnt="3"/>
      <dgm:spPr/>
    </dgm:pt>
    <dgm:pt modelId="{2F55CC80-AB9F-4781-8709-E4C2464209CB}" type="pres">
      <dgm:prSet presAssocID="{B508C8E4-EE26-490F-9307-D733BBA4198E}" presName="circ2Tx" presStyleLbl="revTx" presStyleIdx="0" presStyleCnt="0">
        <dgm:presLayoutVars>
          <dgm:chMax val="0"/>
          <dgm:chPref val="0"/>
          <dgm:bulletEnabled val="1"/>
        </dgm:presLayoutVars>
      </dgm:prSet>
      <dgm:spPr/>
    </dgm:pt>
    <dgm:pt modelId="{BDA84CC1-9F86-4A73-82C0-8B45F7BF48B4}" type="pres">
      <dgm:prSet presAssocID="{CDB746D6-4646-44F4-97DC-69F35DDE20CD}" presName="circ3" presStyleLbl="vennNode1" presStyleIdx="2" presStyleCnt="3"/>
      <dgm:spPr/>
    </dgm:pt>
    <dgm:pt modelId="{DD02229C-C643-4B06-898D-E589F0F75059}" type="pres">
      <dgm:prSet presAssocID="{CDB746D6-4646-44F4-97DC-69F35DDE20CD}" presName="circ3Tx" presStyleLbl="revTx" presStyleIdx="0" presStyleCnt="0">
        <dgm:presLayoutVars>
          <dgm:chMax val="0"/>
          <dgm:chPref val="0"/>
          <dgm:bulletEnabled val="1"/>
        </dgm:presLayoutVars>
      </dgm:prSet>
      <dgm:spPr/>
    </dgm:pt>
  </dgm:ptLst>
  <dgm:cxnLst>
    <dgm:cxn modelId="{524FF915-EB83-48FC-BA15-157C6A15A7E9}" type="presOf" srcId="{CDB746D6-4646-44F4-97DC-69F35DDE20CD}" destId="{DD02229C-C643-4B06-898D-E589F0F75059}" srcOrd="1" destOrd="0" presId="urn:microsoft.com/office/officeart/2005/8/layout/venn1"/>
    <dgm:cxn modelId="{3643F61A-B346-480D-95E2-36DADC8ECF04}" type="presOf" srcId="{A2456913-D75F-42CF-A8F7-D5E63BC1ADF5}" destId="{58C7F6BF-71EA-402A-B404-2BF5077554B3}" srcOrd="0" destOrd="0" presId="urn:microsoft.com/office/officeart/2005/8/layout/venn1"/>
    <dgm:cxn modelId="{0D07491C-9E88-41F2-9F4C-54A491688D8C}" type="presOf" srcId="{09FAB3A7-8EDA-4438-AE54-8F34977CF569}" destId="{EFC1F83B-CE42-4539-B975-E0AA7BC094AD}" srcOrd="0" destOrd="0" presId="urn:microsoft.com/office/officeart/2005/8/layout/venn1"/>
    <dgm:cxn modelId="{28A7DB37-82D6-40DA-B3EB-039AF2D377C9}" type="presOf" srcId="{B508C8E4-EE26-490F-9307-D733BBA4198E}" destId="{0248D111-9D2D-4EBD-9057-65DA6DDDF885}" srcOrd="0" destOrd="0" presId="urn:microsoft.com/office/officeart/2005/8/layout/venn1"/>
    <dgm:cxn modelId="{5DAA413E-AC35-419D-96B3-B2329A7424CD}" srcId="{09FAB3A7-8EDA-4438-AE54-8F34977CF569}" destId="{CDB746D6-4646-44F4-97DC-69F35DDE20CD}" srcOrd="2" destOrd="0" parTransId="{0B64969E-4450-44A6-890B-07D968CBA028}" sibTransId="{2BDB0DB0-3E4A-43B5-94B8-EB44E5A38237}"/>
    <dgm:cxn modelId="{1A291F51-6C4B-4304-9B6E-865DD1C3ACA2}" srcId="{09FAB3A7-8EDA-4438-AE54-8F34977CF569}" destId="{B508C8E4-EE26-490F-9307-D733BBA4198E}" srcOrd="1" destOrd="0" parTransId="{625C136C-7EA3-4E5D-90F6-69524A914FD3}" sibTransId="{D0777452-3C37-4AC9-95F7-8721FF6FA9F4}"/>
    <dgm:cxn modelId="{0277F375-69A2-48E7-8938-0AAB23A698A5}" type="presOf" srcId="{B508C8E4-EE26-490F-9307-D733BBA4198E}" destId="{2F55CC80-AB9F-4781-8709-E4C2464209CB}" srcOrd="1" destOrd="0" presId="urn:microsoft.com/office/officeart/2005/8/layout/venn1"/>
    <dgm:cxn modelId="{E7A117A0-EE99-451B-B026-237F7B386C48}" type="presOf" srcId="{A2456913-D75F-42CF-A8F7-D5E63BC1ADF5}" destId="{A386C470-086E-442F-BA63-F32E6252E3E7}" srcOrd="1" destOrd="0" presId="urn:microsoft.com/office/officeart/2005/8/layout/venn1"/>
    <dgm:cxn modelId="{38732BDB-A836-4D07-AECE-566953EFEACB}" srcId="{09FAB3A7-8EDA-4438-AE54-8F34977CF569}" destId="{A2456913-D75F-42CF-A8F7-D5E63BC1ADF5}" srcOrd="0" destOrd="0" parTransId="{2959F125-BF81-4DF0-AC7E-AB0A10D2C1B1}" sibTransId="{1B008E8B-9650-482A-BAD7-93BCAF3487B2}"/>
    <dgm:cxn modelId="{7362ABEF-9AD5-43CA-A8B1-A9174BFBCC34}" type="presOf" srcId="{CDB746D6-4646-44F4-97DC-69F35DDE20CD}" destId="{BDA84CC1-9F86-4A73-82C0-8B45F7BF48B4}" srcOrd="0" destOrd="0" presId="urn:microsoft.com/office/officeart/2005/8/layout/venn1"/>
    <dgm:cxn modelId="{18AA21AE-A81B-40CD-912E-24F5FD6EC4CF}" type="presParOf" srcId="{EFC1F83B-CE42-4539-B975-E0AA7BC094AD}" destId="{58C7F6BF-71EA-402A-B404-2BF5077554B3}" srcOrd="0" destOrd="0" presId="urn:microsoft.com/office/officeart/2005/8/layout/venn1"/>
    <dgm:cxn modelId="{4326940E-6A07-4AD0-BB3B-5825A3F2B423}" type="presParOf" srcId="{EFC1F83B-CE42-4539-B975-E0AA7BC094AD}" destId="{A386C470-086E-442F-BA63-F32E6252E3E7}" srcOrd="1" destOrd="0" presId="urn:microsoft.com/office/officeart/2005/8/layout/venn1"/>
    <dgm:cxn modelId="{3734ABB8-761E-462C-AF82-2B8F3AA67458}" type="presParOf" srcId="{EFC1F83B-CE42-4539-B975-E0AA7BC094AD}" destId="{0248D111-9D2D-4EBD-9057-65DA6DDDF885}" srcOrd="2" destOrd="0" presId="urn:microsoft.com/office/officeart/2005/8/layout/venn1"/>
    <dgm:cxn modelId="{1BCAE4D8-0D6B-4185-8CF7-D649E4F3CDE0}" type="presParOf" srcId="{EFC1F83B-CE42-4539-B975-E0AA7BC094AD}" destId="{2F55CC80-AB9F-4781-8709-E4C2464209CB}" srcOrd="3" destOrd="0" presId="urn:microsoft.com/office/officeart/2005/8/layout/venn1"/>
    <dgm:cxn modelId="{8A35077E-6E39-4B76-A6A2-95C0B1B425E7}" type="presParOf" srcId="{EFC1F83B-CE42-4539-B975-E0AA7BC094AD}" destId="{BDA84CC1-9F86-4A73-82C0-8B45F7BF48B4}" srcOrd="4" destOrd="0" presId="urn:microsoft.com/office/officeart/2005/8/layout/venn1"/>
    <dgm:cxn modelId="{95E90F00-3A68-4341-B509-6167B2A0F4B1}" type="presParOf" srcId="{EFC1F83B-CE42-4539-B975-E0AA7BC094AD}" destId="{DD02229C-C643-4B06-898D-E589F0F75059}" srcOrd="5" destOrd="0" presId="urn:microsoft.com/office/officeart/2005/8/layout/ven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9FAB3A7-8EDA-4438-AE54-8F34977CF569}" type="doc">
      <dgm:prSet loTypeId="urn:microsoft.com/office/officeart/2005/8/layout/venn1" loCatId="relationship" qsTypeId="urn:microsoft.com/office/officeart/2005/8/quickstyle/simple1" qsCatId="simple" csTypeId="urn:microsoft.com/office/officeart/2005/8/colors/accent1_2" csCatId="accent1" phldr="1"/>
      <dgm:spPr/>
    </dgm:pt>
    <dgm:pt modelId="{A2456913-D75F-42CF-A8F7-D5E63BC1ADF5}">
      <dgm:prSet phldrT="[Texte]" custT="1"/>
      <dgm:spPr/>
      <dgm:t>
        <a:bodyPr anchor="t"/>
        <a:lstStyle/>
        <a:p>
          <a:r>
            <a:rPr lang="en-US" sz="900" dirty="0"/>
            <a:t>Top Management</a:t>
          </a:r>
        </a:p>
      </dgm:t>
    </dgm:pt>
    <dgm:pt modelId="{2959F125-BF81-4DF0-AC7E-AB0A10D2C1B1}" type="parTrans" cxnId="{38732BDB-A836-4D07-AECE-566953EFEACB}">
      <dgm:prSet/>
      <dgm:spPr/>
      <dgm:t>
        <a:bodyPr/>
        <a:lstStyle/>
        <a:p>
          <a:endParaRPr lang="en-US"/>
        </a:p>
      </dgm:t>
    </dgm:pt>
    <dgm:pt modelId="{1B008E8B-9650-482A-BAD7-93BCAF3487B2}" type="sibTrans" cxnId="{38732BDB-A836-4D07-AECE-566953EFEACB}">
      <dgm:prSet/>
      <dgm:spPr/>
      <dgm:t>
        <a:bodyPr/>
        <a:lstStyle/>
        <a:p>
          <a:endParaRPr lang="en-US"/>
        </a:p>
      </dgm:t>
    </dgm:pt>
    <dgm:pt modelId="{B508C8E4-EE26-490F-9307-D733BBA4198E}">
      <dgm:prSet phldrT="[Texte]" custT="1"/>
      <dgm:spPr/>
      <dgm:t>
        <a:bodyPr anchor="t"/>
        <a:lstStyle/>
        <a:p>
          <a:pPr algn="r"/>
          <a:r>
            <a:rPr lang="en-US" sz="900" dirty="0"/>
            <a:t>Non-sponsoring &amp; involved hierarchy</a:t>
          </a:r>
        </a:p>
      </dgm:t>
    </dgm:pt>
    <dgm:pt modelId="{625C136C-7EA3-4E5D-90F6-69524A914FD3}" type="parTrans" cxnId="{1A291F51-6C4B-4304-9B6E-865DD1C3ACA2}">
      <dgm:prSet/>
      <dgm:spPr/>
      <dgm:t>
        <a:bodyPr/>
        <a:lstStyle/>
        <a:p>
          <a:endParaRPr lang="en-US"/>
        </a:p>
      </dgm:t>
    </dgm:pt>
    <dgm:pt modelId="{D0777452-3C37-4AC9-95F7-8721FF6FA9F4}" type="sibTrans" cxnId="{1A291F51-6C4B-4304-9B6E-865DD1C3ACA2}">
      <dgm:prSet/>
      <dgm:spPr/>
      <dgm:t>
        <a:bodyPr/>
        <a:lstStyle/>
        <a:p>
          <a:endParaRPr lang="en-US"/>
        </a:p>
      </dgm:t>
    </dgm:pt>
    <dgm:pt modelId="{CDB746D6-4646-44F4-97DC-69F35DDE20CD}">
      <dgm:prSet phldrT="[Texte]" custT="1"/>
      <dgm:spPr/>
      <dgm:t>
        <a:bodyPr anchor="t"/>
        <a:lstStyle/>
        <a:p>
          <a:pPr algn="l"/>
          <a:r>
            <a:rPr lang="en-US" sz="900" dirty="0"/>
            <a:t>Sponsoring hierarchy</a:t>
          </a:r>
        </a:p>
      </dgm:t>
    </dgm:pt>
    <dgm:pt modelId="{0B64969E-4450-44A6-890B-07D968CBA028}" type="parTrans" cxnId="{5DAA413E-AC35-419D-96B3-B2329A7424CD}">
      <dgm:prSet/>
      <dgm:spPr/>
      <dgm:t>
        <a:bodyPr/>
        <a:lstStyle/>
        <a:p>
          <a:endParaRPr lang="en-US"/>
        </a:p>
      </dgm:t>
    </dgm:pt>
    <dgm:pt modelId="{2BDB0DB0-3E4A-43B5-94B8-EB44E5A38237}" type="sibTrans" cxnId="{5DAA413E-AC35-419D-96B3-B2329A7424CD}">
      <dgm:prSet/>
      <dgm:spPr/>
      <dgm:t>
        <a:bodyPr/>
        <a:lstStyle/>
        <a:p>
          <a:endParaRPr lang="en-US"/>
        </a:p>
      </dgm:t>
    </dgm:pt>
    <dgm:pt modelId="{EFC1F83B-CE42-4539-B975-E0AA7BC094AD}" type="pres">
      <dgm:prSet presAssocID="{09FAB3A7-8EDA-4438-AE54-8F34977CF569}" presName="compositeShape" presStyleCnt="0">
        <dgm:presLayoutVars>
          <dgm:chMax val="7"/>
          <dgm:dir/>
          <dgm:resizeHandles val="exact"/>
        </dgm:presLayoutVars>
      </dgm:prSet>
      <dgm:spPr/>
    </dgm:pt>
    <dgm:pt modelId="{58C7F6BF-71EA-402A-B404-2BF5077554B3}" type="pres">
      <dgm:prSet presAssocID="{A2456913-D75F-42CF-A8F7-D5E63BC1ADF5}" presName="circ1" presStyleLbl="vennNode1" presStyleIdx="0" presStyleCnt="3" custLinFactNeighborX="-4382" custLinFactNeighborY="20042"/>
      <dgm:spPr/>
    </dgm:pt>
    <dgm:pt modelId="{A386C470-086E-442F-BA63-F32E6252E3E7}" type="pres">
      <dgm:prSet presAssocID="{A2456913-D75F-42CF-A8F7-D5E63BC1ADF5}" presName="circ1Tx" presStyleLbl="revTx" presStyleIdx="0" presStyleCnt="0">
        <dgm:presLayoutVars>
          <dgm:chMax val="0"/>
          <dgm:chPref val="0"/>
          <dgm:bulletEnabled val="1"/>
        </dgm:presLayoutVars>
      </dgm:prSet>
      <dgm:spPr/>
    </dgm:pt>
    <dgm:pt modelId="{0248D111-9D2D-4EBD-9057-65DA6DDDF885}" type="pres">
      <dgm:prSet presAssocID="{B508C8E4-EE26-490F-9307-D733BBA4198E}" presName="circ2" presStyleLbl="vennNode1" presStyleIdx="1" presStyleCnt="3" custLinFactNeighborX="-21326" custLinFactNeighborY="-14163"/>
      <dgm:spPr/>
    </dgm:pt>
    <dgm:pt modelId="{2F55CC80-AB9F-4781-8709-E4C2464209CB}" type="pres">
      <dgm:prSet presAssocID="{B508C8E4-EE26-490F-9307-D733BBA4198E}" presName="circ2Tx" presStyleLbl="revTx" presStyleIdx="0" presStyleCnt="0">
        <dgm:presLayoutVars>
          <dgm:chMax val="0"/>
          <dgm:chPref val="0"/>
          <dgm:bulletEnabled val="1"/>
        </dgm:presLayoutVars>
      </dgm:prSet>
      <dgm:spPr/>
    </dgm:pt>
    <dgm:pt modelId="{BDA84CC1-9F86-4A73-82C0-8B45F7BF48B4}" type="pres">
      <dgm:prSet presAssocID="{CDB746D6-4646-44F4-97DC-69F35DDE20CD}" presName="circ3" presStyleLbl="vennNode1" presStyleIdx="2" presStyleCnt="3" custLinFactNeighborX="9572" custLinFactNeighborY="-14163"/>
      <dgm:spPr/>
    </dgm:pt>
    <dgm:pt modelId="{DD02229C-C643-4B06-898D-E589F0F75059}" type="pres">
      <dgm:prSet presAssocID="{CDB746D6-4646-44F4-97DC-69F35DDE20CD}" presName="circ3Tx" presStyleLbl="revTx" presStyleIdx="0" presStyleCnt="0">
        <dgm:presLayoutVars>
          <dgm:chMax val="0"/>
          <dgm:chPref val="0"/>
          <dgm:bulletEnabled val="1"/>
        </dgm:presLayoutVars>
      </dgm:prSet>
      <dgm:spPr/>
    </dgm:pt>
  </dgm:ptLst>
  <dgm:cxnLst>
    <dgm:cxn modelId="{524FF915-EB83-48FC-BA15-157C6A15A7E9}" type="presOf" srcId="{CDB746D6-4646-44F4-97DC-69F35DDE20CD}" destId="{DD02229C-C643-4B06-898D-E589F0F75059}" srcOrd="1" destOrd="0" presId="urn:microsoft.com/office/officeart/2005/8/layout/venn1"/>
    <dgm:cxn modelId="{3643F61A-B346-480D-95E2-36DADC8ECF04}" type="presOf" srcId="{A2456913-D75F-42CF-A8F7-D5E63BC1ADF5}" destId="{58C7F6BF-71EA-402A-B404-2BF5077554B3}" srcOrd="0" destOrd="0" presId="urn:microsoft.com/office/officeart/2005/8/layout/venn1"/>
    <dgm:cxn modelId="{0D07491C-9E88-41F2-9F4C-54A491688D8C}" type="presOf" srcId="{09FAB3A7-8EDA-4438-AE54-8F34977CF569}" destId="{EFC1F83B-CE42-4539-B975-E0AA7BC094AD}" srcOrd="0" destOrd="0" presId="urn:microsoft.com/office/officeart/2005/8/layout/venn1"/>
    <dgm:cxn modelId="{28A7DB37-82D6-40DA-B3EB-039AF2D377C9}" type="presOf" srcId="{B508C8E4-EE26-490F-9307-D733BBA4198E}" destId="{0248D111-9D2D-4EBD-9057-65DA6DDDF885}" srcOrd="0" destOrd="0" presId="urn:microsoft.com/office/officeart/2005/8/layout/venn1"/>
    <dgm:cxn modelId="{5DAA413E-AC35-419D-96B3-B2329A7424CD}" srcId="{09FAB3A7-8EDA-4438-AE54-8F34977CF569}" destId="{CDB746D6-4646-44F4-97DC-69F35DDE20CD}" srcOrd="2" destOrd="0" parTransId="{0B64969E-4450-44A6-890B-07D968CBA028}" sibTransId="{2BDB0DB0-3E4A-43B5-94B8-EB44E5A38237}"/>
    <dgm:cxn modelId="{1A291F51-6C4B-4304-9B6E-865DD1C3ACA2}" srcId="{09FAB3A7-8EDA-4438-AE54-8F34977CF569}" destId="{B508C8E4-EE26-490F-9307-D733BBA4198E}" srcOrd="1" destOrd="0" parTransId="{625C136C-7EA3-4E5D-90F6-69524A914FD3}" sibTransId="{D0777452-3C37-4AC9-95F7-8721FF6FA9F4}"/>
    <dgm:cxn modelId="{0277F375-69A2-48E7-8938-0AAB23A698A5}" type="presOf" srcId="{B508C8E4-EE26-490F-9307-D733BBA4198E}" destId="{2F55CC80-AB9F-4781-8709-E4C2464209CB}" srcOrd="1" destOrd="0" presId="urn:microsoft.com/office/officeart/2005/8/layout/venn1"/>
    <dgm:cxn modelId="{E7A117A0-EE99-451B-B026-237F7B386C48}" type="presOf" srcId="{A2456913-D75F-42CF-A8F7-D5E63BC1ADF5}" destId="{A386C470-086E-442F-BA63-F32E6252E3E7}" srcOrd="1" destOrd="0" presId="urn:microsoft.com/office/officeart/2005/8/layout/venn1"/>
    <dgm:cxn modelId="{38732BDB-A836-4D07-AECE-566953EFEACB}" srcId="{09FAB3A7-8EDA-4438-AE54-8F34977CF569}" destId="{A2456913-D75F-42CF-A8F7-D5E63BC1ADF5}" srcOrd="0" destOrd="0" parTransId="{2959F125-BF81-4DF0-AC7E-AB0A10D2C1B1}" sibTransId="{1B008E8B-9650-482A-BAD7-93BCAF3487B2}"/>
    <dgm:cxn modelId="{7362ABEF-9AD5-43CA-A8B1-A9174BFBCC34}" type="presOf" srcId="{CDB746D6-4646-44F4-97DC-69F35DDE20CD}" destId="{BDA84CC1-9F86-4A73-82C0-8B45F7BF48B4}" srcOrd="0" destOrd="0" presId="urn:microsoft.com/office/officeart/2005/8/layout/venn1"/>
    <dgm:cxn modelId="{18AA21AE-A81B-40CD-912E-24F5FD6EC4CF}" type="presParOf" srcId="{EFC1F83B-CE42-4539-B975-E0AA7BC094AD}" destId="{58C7F6BF-71EA-402A-B404-2BF5077554B3}" srcOrd="0" destOrd="0" presId="urn:microsoft.com/office/officeart/2005/8/layout/venn1"/>
    <dgm:cxn modelId="{4326940E-6A07-4AD0-BB3B-5825A3F2B423}" type="presParOf" srcId="{EFC1F83B-CE42-4539-B975-E0AA7BC094AD}" destId="{A386C470-086E-442F-BA63-F32E6252E3E7}" srcOrd="1" destOrd="0" presId="urn:microsoft.com/office/officeart/2005/8/layout/venn1"/>
    <dgm:cxn modelId="{3734ABB8-761E-462C-AF82-2B8F3AA67458}" type="presParOf" srcId="{EFC1F83B-CE42-4539-B975-E0AA7BC094AD}" destId="{0248D111-9D2D-4EBD-9057-65DA6DDDF885}" srcOrd="2" destOrd="0" presId="urn:microsoft.com/office/officeart/2005/8/layout/venn1"/>
    <dgm:cxn modelId="{1BCAE4D8-0D6B-4185-8CF7-D649E4F3CDE0}" type="presParOf" srcId="{EFC1F83B-CE42-4539-B975-E0AA7BC094AD}" destId="{2F55CC80-AB9F-4781-8709-E4C2464209CB}" srcOrd="3" destOrd="0" presId="urn:microsoft.com/office/officeart/2005/8/layout/venn1"/>
    <dgm:cxn modelId="{8A35077E-6E39-4B76-A6A2-95C0B1B425E7}" type="presParOf" srcId="{EFC1F83B-CE42-4539-B975-E0AA7BC094AD}" destId="{BDA84CC1-9F86-4A73-82C0-8B45F7BF48B4}" srcOrd="4" destOrd="0" presId="urn:microsoft.com/office/officeart/2005/8/layout/venn1"/>
    <dgm:cxn modelId="{95E90F00-3A68-4341-B509-6167B2A0F4B1}" type="presParOf" srcId="{EFC1F83B-CE42-4539-B975-E0AA7BC094AD}" destId="{DD02229C-C643-4B06-898D-E589F0F75059}" srcOrd="5" destOrd="0" presId="urn:microsoft.com/office/officeart/2005/8/layout/ven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custT="1"/>
      <dgm:spPr/>
      <dgm:t>
        <a:bodyPr/>
        <a:lstStyle/>
        <a:p>
          <a:r>
            <a:rPr lang="en-US" sz="800" b="1" dirty="0"/>
            <a:t>More people</a:t>
          </a:r>
        </a:p>
      </dgm:t>
    </dgm:pt>
    <dgm:pt modelId="{9232635D-5312-42B0-BA57-0F09C4B56DF1}" type="parTrans" cxnId="{49EB360C-02C8-4CB6-A094-8106A0192502}">
      <dgm:prSet/>
      <dgm:spPr/>
      <dgm:t>
        <a:bodyPr/>
        <a:lstStyle/>
        <a:p>
          <a:endParaRPr lang="en-US" sz="1800" b="1"/>
        </a:p>
      </dgm:t>
    </dgm:pt>
    <dgm:pt modelId="{06F61274-B21B-43BF-844D-D632E4551B4F}" type="sibTrans" cxnId="{49EB360C-02C8-4CB6-A094-8106A0192502}">
      <dgm:prSet custT="1"/>
      <dgm:spPr/>
      <dgm:t>
        <a:bodyPr/>
        <a:lstStyle/>
        <a:p>
          <a:endParaRPr lang="en-US" sz="600" b="1"/>
        </a:p>
      </dgm:t>
    </dgm:pt>
    <dgm:pt modelId="{9B4DC6A7-7C46-4C6B-A261-AECC0649BB0D}">
      <dgm:prSet phldrT="[Texte]" custT="1"/>
      <dgm:spPr/>
      <dgm:t>
        <a:bodyPr/>
        <a:lstStyle/>
        <a:p>
          <a:r>
            <a:rPr lang="en-US" sz="800" b="1" dirty="0"/>
            <a:t>More value for the corporation</a:t>
          </a:r>
        </a:p>
      </dgm:t>
    </dgm:pt>
    <dgm:pt modelId="{77E7BFB1-A830-41FD-BC9C-364B3051F064}" type="parTrans" cxnId="{79DB2F35-07AA-42BB-841E-BD41D03251DC}">
      <dgm:prSet/>
      <dgm:spPr/>
      <dgm:t>
        <a:bodyPr/>
        <a:lstStyle/>
        <a:p>
          <a:endParaRPr lang="en-US" sz="1800" b="1"/>
        </a:p>
      </dgm:t>
    </dgm:pt>
    <dgm:pt modelId="{A76513B2-4E2F-4C24-B085-566FCE194767}" type="sibTrans" cxnId="{79DB2F35-07AA-42BB-841E-BD41D03251DC}">
      <dgm:prSet custT="1"/>
      <dgm:spPr/>
      <dgm:t>
        <a:bodyPr/>
        <a:lstStyle/>
        <a:p>
          <a:endParaRPr lang="en-US" sz="600" b="1"/>
        </a:p>
      </dgm:t>
    </dgm:pt>
    <dgm:pt modelId="{C9BAC5D4-6B92-4D8B-8E4A-FCE15958AA4D}">
      <dgm:prSet phldrT="[Texte]" custT="1"/>
      <dgm:spPr/>
      <dgm:t>
        <a:bodyPr/>
        <a:lstStyle/>
        <a:p>
          <a:r>
            <a:rPr lang="en-US" sz="800" b="1" dirty="0"/>
            <a:t>More corporate motivation and support</a:t>
          </a:r>
        </a:p>
      </dgm:t>
    </dgm:pt>
    <dgm:pt modelId="{EDDB9094-C016-4A19-81E2-2397AC9C23F4}" type="parTrans" cxnId="{1B42B3E6-C0BE-4986-8EF2-61313E93A8D5}">
      <dgm:prSet/>
      <dgm:spPr/>
      <dgm:t>
        <a:bodyPr/>
        <a:lstStyle/>
        <a:p>
          <a:endParaRPr lang="en-US" sz="1800" b="1"/>
        </a:p>
      </dgm:t>
    </dgm:pt>
    <dgm:pt modelId="{0B9DA761-6CEE-462A-BA60-1AD627DD5FC9}" type="sibTrans" cxnId="{1B42B3E6-C0BE-4986-8EF2-61313E93A8D5}">
      <dgm:prSet custT="1"/>
      <dgm:spPr/>
      <dgm:t>
        <a:bodyPr/>
        <a:lstStyle/>
        <a:p>
          <a:endParaRPr lang="en-US" sz="600" b="1"/>
        </a:p>
      </dgm:t>
    </dgm:pt>
    <dgm:pt modelId="{263B52C9-FDFF-47DF-9CB9-20D626ABFE49}">
      <dgm:prSet phldrT="[Texte]" custT="1"/>
      <dgm:spPr/>
      <dgm:t>
        <a:bodyPr/>
        <a:lstStyle/>
        <a:p>
          <a:r>
            <a:rPr lang="en-US" sz="800" b="1" dirty="0"/>
            <a:t>More engagement</a:t>
          </a:r>
        </a:p>
      </dgm:t>
    </dgm:pt>
    <dgm:pt modelId="{6ED0B508-6D3D-481B-9C1B-EDB03B43812C}" type="parTrans" cxnId="{BB825076-F455-4C92-81C3-4419A8842026}">
      <dgm:prSet/>
      <dgm:spPr/>
      <dgm:t>
        <a:bodyPr/>
        <a:lstStyle/>
        <a:p>
          <a:endParaRPr lang="en-US" sz="1800" b="1"/>
        </a:p>
      </dgm:t>
    </dgm:pt>
    <dgm:pt modelId="{70CD97F0-DBE2-4209-A0A0-B85F29D1C439}" type="sibTrans" cxnId="{BB825076-F455-4C92-81C3-4419A8842026}">
      <dgm:prSet custT="1"/>
      <dgm:spPr/>
      <dgm:t>
        <a:bodyPr/>
        <a:lstStyle/>
        <a:p>
          <a:endParaRPr lang="en-US" sz="600" b="1"/>
        </a:p>
      </dgm:t>
    </dgm:pt>
    <dgm:pt modelId="{606759FB-A33D-48E3-BD80-5FE6AF6D25EB}">
      <dgm:prSet phldrT="[Texte]" custT="1"/>
      <dgm:spPr/>
      <dgm:t>
        <a:bodyPr/>
        <a:lstStyle/>
        <a:p>
          <a:r>
            <a:rPr lang="en-US" sz="800" b="1" dirty="0"/>
            <a:t>More interesting content</a:t>
          </a:r>
        </a:p>
      </dgm:t>
    </dgm:pt>
    <dgm:pt modelId="{BC9A91DD-72C7-42A2-A109-4981D89F5B1F}" type="parTrans" cxnId="{39A3B4E8-90DD-41C9-B51D-D1179C106CA4}">
      <dgm:prSet/>
      <dgm:spPr/>
      <dgm:t>
        <a:bodyPr/>
        <a:lstStyle/>
        <a:p>
          <a:endParaRPr lang="en-US" sz="1800" b="1"/>
        </a:p>
      </dgm:t>
    </dgm:pt>
    <dgm:pt modelId="{342DD8B2-1190-4C54-A5BB-209C1845322D}" type="sibTrans" cxnId="{39A3B4E8-90DD-41C9-B51D-D1179C106CA4}">
      <dgm:prSet custT="1"/>
      <dgm:spPr/>
      <dgm:t>
        <a:bodyPr/>
        <a:lstStyle/>
        <a:p>
          <a:endParaRPr lang="en-US" sz="600" b="1"/>
        </a:p>
      </dgm:t>
    </dgm:pt>
    <dgm:pt modelId="{101BC55A-179D-4CD3-A504-5B12E4663615}">
      <dgm:prSet phldrT="[Texte]" custT="1"/>
      <dgm:spPr/>
      <dgm:t>
        <a:bodyPr/>
        <a:lstStyle/>
        <a:p>
          <a:r>
            <a:rPr lang="en-US" sz="800" b="1" dirty="0"/>
            <a:t>More opportunities to be relevant</a:t>
          </a:r>
        </a:p>
      </dgm:t>
    </dgm:pt>
    <dgm:pt modelId="{BAB9A53A-3274-4611-A90C-77F793C5E558}" type="parTrans" cxnId="{D3A3C9DF-7010-48F7-9C41-FB299A1CC73F}">
      <dgm:prSet/>
      <dgm:spPr/>
      <dgm:t>
        <a:bodyPr/>
        <a:lstStyle/>
        <a:p>
          <a:endParaRPr lang="en-US" sz="1800" b="1"/>
        </a:p>
      </dgm:t>
    </dgm:pt>
    <dgm:pt modelId="{FE77B22C-4769-44D3-B758-BF12CF2DC89B}" type="sibTrans" cxnId="{D3A3C9DF-7010-48F7-9C41-FB299A1CC73F}">
      <dgm:prSet custT="1"/>
      <dgm:spPr/>
      <dgm:t>
        <a:bodyPr/>
        <a:lstStyle/>
        <a:p>
          <a:endParaRPr lang="en-US" sz="600" b="1"/>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B75C3D4D-8CFB-41F6-BC95-4C450335A616}" type="pres">
      <dgm:prSet presAssocID="{101BC55A-179D-4CD3-A504-5B12E4663615}" presName="node" presStyleLbl="node1" presStyleIdx="1" presStyleCnt="6">
        <dgm:presLayoutVars>
          <dgm:bulletEnabled val="1"/>
        </dgm:presLayoutVars>
      </dgm:prSet>
      <dgm:spPr/>
    </dgm:pt>
    <dgm:pt modelId="{8E4D8D41-5E16-478A-8931-BC35828BAA47}" type="pres">
      <dgm:prSet presAssocID="{FE77B22C-4769-44D3-B758-BF12CF2DC89B}" presName="sibTrans" presStyleLbl="sibTrans2D1" presStyleIdx="1" presStyleCnt="6"/>
      <dgm:spPr/>
    </dgm:pt>
    <dgm:pt modelId="{A8198487-314D-4D08-AD63-B015B4DE06DC}" type="pres">
      <dgm:prSet presAssocID="{FE77B22C-4769-44D3-B758-BF12CF2DC89B}"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1F917F1F-DC98-449F-A9CF-625F2849B137}" type="presOf" srcId="{101BC55A-179D-4CD3-A504-5B12E4663615}" destId="{B75C3D4D-8CFB-41F6-BC95-4C450335A616}" srcOrd="0" destOrd="0" presId="urn:microsoft.com/office/officeart/2005/8/layout/cycle2"/>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CCF00F43-B5DF-4EFF-A3B2-A3E61CFC9B01}" type="presOf" srcId="{FE77B22C-4769-44D3-B758-BF12CF2DC89B}" destId="{A8198487-314D-4D08-AD63-B015B4DE06DC}"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06C6DF7C-DEC4-4558-A877-165C9B297BC2}" type="presOf" srcId="{FE77B22C-4769-44D3-B758-BF12CF2DC89B}" destId="{8E4D8D41-5E16-478A-8931-BC35828BAA47}" srcOrd="0" destOrd="0" presId="urn:microsoft.com/office/officeart/2005/8/layout/cycle2"/>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D3A3C9DF-7010-48F7-9C41-FB299A1CC73F}" srcId="{F8E97109-13EA-465B-937C-B0F244A818F3}" destId="{101BC55A-179D-4CD3-A504-5B12E4663615}" srcOrd="1" destOrd="0" parTransId="{BAB9A53A-3274-4611-A90C-77F793C5E558}" sibTransId="{FE77B22C-4769-44D3-B758-BF12CF2DC89B}"/>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5BF4B706-0F4C-40C3-B13E-3BDCAF2933E3}" type="presParOf" srcId="{4126167E-9776-4EEA-AC58-B29B58AACD5D}" destId="{B75C3D4D-8CFB-41F6-BC95-4C450335A616}" srcOrd="2" destOrd="0" presId="urn:microsoft.com/office/officeart/2005/8/layout/cycle2"/>
    <dgm:cxn modelId="{DBE44F37-F907-43C5-941A-70841F1E6BC7}" type="presParOf" srcId="{4126167E-9776-4EEA-AC58-B29B58AACD5D}" destId="{8E4D8D41-5E16-478A-8931-BC35828BAA47}" srcOrd="3" destOrd="0" presId="urn:microsoft.com/office/officeart/2005/8/layout/cycle2"/>
    <dgm:cxn modelId="{3BD1CFB3-B3D8-464F-B859-1210E0580674}" type="presParOf" srcId="{8E4D8D41-5E16-478A-8931-BC35828BAA47}" destId="{A8198487-314D-4D08-AD63-B015B4DE06DC}"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dgm:spPr/>
      <dgm:t>
        <a:bodyPr/>
        <a:lstStyle/>
        <a:p>
          <a:r>
            <a:rPr lang="en-US" dirty="0"/>
            <a:t>More people</a:t>
          </a:r>
        </a:p>
      </dgm:t>
    </dgm:pt>
    <dgm:pt modelId="{9232635D-5312-42B0-BA57-0F09C4B56DF1}" type="parTrans" cxnId="{49EB360C-02C8-4CB6-A094-8106A0192502}">
      <dgm:prSet/>
      <dgm:spPr/>
      <dgm:t>
        <a:bodyPr/>
        <a:lstStyle/>
        <a:p>
          <a:endParaRPr lang="en-US"/>
        </a:p>
      </dgm:t>
    </dgm:pt>
    <dgm:pt modelId="{06F61274-B21B-43BF-844D-D632E4551B4F}" type="sibTrans" cxnId="{49EB360C-02C8-4CB6-A094-8106A0192502}">
      <dgm:prSet/>
      <dgm:spPr/>
      <dgm:t>
        <a:bodyPr/>
        <a:lstStyle/>
        <a:p>
          <a:endParaRPr lang="en-US"/>
        </a:p>
      </dgm:t>
    </dgm:pt>
    <dgm:pt modelId="{9B4DC6A7-7C46-4C6B-A261-AECC0649BB0D}">
      <dgm:prSet phldrT="[Texte]"/>
      <dgm:spPr/>
      <dgm:t>
        <a:bodyPr/>
        <a:lstStyle/>
        <a:p>
          <a:r>
            <a:rPr lang="en-US" dirty="0"/>
            <a:t>More value for the corporation</a:t>
          </a:r>
        </a:p>
      </dgm:t>
    </dgm:pt>
    <dgm:pt modelId="{77E7BFB1-A830-41FD-BC9C-364B3051F064}" type="parTrans" cxnId="{79DB2F35-07AA-42BB-841E-BD41D03251DC}">
      <dgm:prSet/>
      <dgm:spPr/>
      <dgm:t>
        <a:bodyPr/>
        <a:lstStyle/>
        <a:p>
          <a:endParaRPr lang="en-US"/>
        </a:p>
      </dgm:t>
    </dgm:pt>
    <dgm:pt modelId="{A76513B2-4E2F-4C24-B085-566FCE194767}" type="sibTrans" cxnId="{79DB2F35-07AA-42BB-841E-BD41D03251DC}">
      <dgm:prSet/>
      <dgm:spPr/>
      <dgm:t>
        <a:bodyPr/>
        <a:lstStyle/>
        <a:p>
          <a:endParaRPr lang="en-US"/>
        </a:p>
      </dgm:t>
    </dgm:pt>
    <dgm:pt modelId="{C9BAC5D4-6B92-4D8B-8E4A-FCE15958AA4D}">
      <dgm:prSet phldrT="[Texte]"/>
      <dgm:spPr/>
      <dgm:t>
        <a:bodyPr/>
        <a:lstStyle/>
        <a:p>
          <a:r>
            <a:rPr lang="en-US" dirty="0"/>
            <a:t>More corporate motivation and support</a:t>
          </a:r>
        </a:p>
      </dgm:t>
    </dgm:pt>
    <dgm:pt modelId="{EDDB9094-C016-4A19-81E2-2397AC9C23F4}" type="parTrans" cxnId="{1B42B3E6-C0BE-4986-8EF2-61313E93A8D5}">
      <dgm:prSet/>
      <dgm:spPr/>
      <dgm:t>
        <a:bodyPr/>
        <a:lstStyle/>
        <a:p>
          <a:endParaRPr lang="en-US"/>
        </a:p>
      </dgm:t>
    </dgm:pt>
    <dgm:pt modelId="{0B9DA761-6CEE-462A-BA60-1AD627DD5FC9}" type="sibTrans" cxnId="{1B42B3E6-C0BE-4986-8EF2-61313E93A8D5}">
      <dgm:prSet/>
      <dgm:spPr/>
      <dgm:t>
        <a:bodyPr/>
        <a:lstStyle/>
        <a:p>
          <a:endParaRPr lang="en-US"/>
        </a:p>
      </dgm:t>
    </dgm:pt>
    <dgm:pt modelId="{263B52C9-FDFF-47DF-9CB9-20D626ABFE49}">
      <dgm:prSet phldrT="[Texte]"/>
      <dgm:spPr/>
      <dgm:t>
        <a:bodyPr/>
        <a:lstStyle/>
        <a:p>
          <a:r>
            <a:rPr lang="en-US" dirty="0"/>
            <a:t>More engagement</a:t>
          </a:r>
        </a:p>
      </dgm:t>
    </dgm:pt>
    <dgm:pt modelId="{6ED0B508-6D3D-481B-9C1B-EDB03B43812C}" type="parTrans" cxnId="{BB825076-F455-4C92-81C3-4419A8842026}">
      <dgm:prSet/>
      <dgm:spPr/>
      <dgm:t>
        <a:bodyPr/>
        <a:lstStyle/>
        <a:p>
          <a:endParaRPr lang="en-US"/>
        </a:p>
      </dgm:t>
    </dgm:pt>
    <dgm:pt modelId="{70CD97F0-DBE2-4209-A0A0-B85F29D1C439}" type="sibTrans" cxnId="{BB825076-F455-4C92-81C3-4419A8842026}">
      <dgm:prSet/>
      <dgm:spPr/>
      <dgm:t>
        <a:bodyPr/>
        <a:lstStyle/>
        <a:p>
          <a:endParaRPr lang="en-US"/>
        </a:p>
      </dgm:t>
    </dgm:pt>
    <dgm:pt modelId="{606759FB-A33D-48E3-BD80-5FE6AF6D25EB}">
      <dgm:prSet phldrT="[Texte]"/>
      <dgm:spPr/>
      <dgm:t>
        <a:bodyPr/>
        <a:lstStyle/>
        <a:p>
          <a:r>
            <a:rPr lang="en-US" dirty="0"/>
            <a:t>More interesting content</a:t>
          </a:r>
        </a:p>
      </dgm:t>
    </dgm:pt>
    <dgm:pt modelId="{BC9A91DD-72C7-42A2-A109-4981D89F5B1F}" type="parTrans" cxnId="{39A3B4E8-90DD-41C9-B51D-D1179C106CA4}">
      <dgm:prSet/>
      <dgm:spPr/>
      <dgm:t>
        <a:bodyPr/>
        <a:lstStyle/>
        <a:p>
          <a:endParaRPr lang="en-US"/>
        </a:p>
      </dgm:t>
    </dgm:pt>
    <dgm:pt modelId="{342DD8B2-1190-4C54-A5BB-209C1845322D}" type="sibTrans" cxnId="{39A3B4E8-90DD-41C9-B51D-D1179C106CA4}">
      <dgm:prSet/>
      <dgm:spPr/>
      <dgm:t>
        <a:bodyPr/>
        <a:lstStyle/>
        <a:p>
          <a:endParaRPr lang="en-US"/>
        </a:p>
      </dgm:t>
    </dgm:pt>
    <dgm:pt modelId="{101BC55A-179D-4CD3-A504-5B12E4663615}">
      <dgm:prSet phldrT="[Texte]"/>
      <dgm:spPr/>
      <dgm:t>
        <a:bodyPr/>
        <a:lstStyle/>
        <a:p>
          <a:r>
            <a:rPr lang="en-US" dirty="0"/>
            <a:t>More opportunities to be relevant</a:t>
          </a:r>
        </a:p>
      </dgm:t>
    </dgm:pt>
    <dgm:pt modelId="{BAB9A53A-3274-4611-A90C-77F793C5E558}" type="parTrans" cxnId="{D3A3C9DF-7010-48F7-9C41-FB299A1CC73F}">
      <dgm:prSet/>
      <dgm:spPr/>
      <dgm:t>
        <a:bodyPr/>
        <a:lstStyle/>
        <a:p>
          <a:endParaRPr lang="en-US"/>
        </a:p>
      </dgm:t>
    </dgm:pt>
    <dgm:pt modelId="{FE77B22C-4769-44D3-B758-BF12CF2DC89B}" type="sibTrans" cxnId="{D3A3C9DF-7010-48F7-9C41-FB299A1CC73F}">
      <dgm:prSet/>
      <dgm:spPr/>
      <dgm:t>
        <a:bodyPr/>
        <a:lstStyle/>
        <a:p>
          <a:endParaRPr lang="en-US"/>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B75C3D4D-8CFB-41F6-BC95-4C450335A616}" type="pres">
      <dgm:prSet presAssocID="{101BC55A-179D-4CD3-A504-5B12E4663615}" presName="node" presStyleLbl="node1" presStyleIdx="1" presStyleCnt="6">
        <dgm:presLayoutVars>
          <dgm:bulletEnabled val="1"/>
        </dgm:presLayoutVars>
      </dgm:prSet>
      <dgm:spPr/>
    </dgm:pt>
    <dgm:pt modelId="{8E4D8D41-5E16-478A-8931-BC35828BAA47}" type="pres">
      <dgm:prSet presAssocID="{FE77B22C-4769-44D3-B758-BF12CF2DC89B}" presName="sibTrans" presStyleLbl="sibTrans2D1" presStyleIdx="1" presStyleCnt="6"/>
      <dgm:spPr/>
    </dgm:pt>
    <dgm:pt modelId="{A8198487-314D-4D08-AD63-B015B4DE06DC}" type="pres">
      <dgm:prSet presAssocID="{FE77B22C-4769-44D3-B758-BF12CF2DC89B}"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1F917F1F-DC98-449F-A9CF-625F2849B137}" type="presOf" srcId="{101BC55A-179D-4CD3-A504-5B12E4663615}" destId="{B75C3D4D-8CFB-41F6-BC95-4C450335A616}" srcOrd="0" destOrd="0" presId="urn:microsoft.com/office/officeart/2005/8/layout/cycle2"/>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CCF00F43-B5DF-4EFF-A3B2-A3E61CFC9B01}" type="presOf" srcId="{FE77B22C-4769-44D3-B758-BF12CF2DC89B}" destId="{A8198487-314D-4D08-AD63-B015B4DE06DC}"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06C6DF7C-DEC4-4558-A877-165C9B297BC2}" type="presOf" srcId="{FE77B22C-4769-44D3-B758-BF12CF2DC89B}" destId="{8E4D8D41-5E16-478A-8931-BC35828BAA47}" srcOrd="0" destOrd="0" presId="urn:microsoft.com/office/officeart/2005/8/layout/cycle2"/>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D3A3C9DF-7010-48F7-9C41-FB299A1CC73F}" srcId="{F8E97109-13EA-465B-937C-B0F244A818F3}" destId="{101BC55A-179D-4CD3-A504-5B12E4663615}" srcOrd="1" destOrd="0" parTransId="{BAB9A53A-3274-4611-A90C-77F793C5E558}" sibTransId="{FE77B22C-4769-44D3-B758-BF12CF2DC89B}"/>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5BF4B706-0F4C-40C3-B13E-3BDCAF2933E3}" type="presParOf" srcId="{4126167E-9776-4EEA-AC58-B29B58AACD5D}" destId="{B75C3D4D-8CFB-41F6-BC95-4C450335A616}" srcOrd="2" destOrd="0" presId="urn:microsoft.com/office/officeart/2005/8/layout/cycle2"/>
    <dgm:cxn modelId="{DBE44F37-F907-43C5-941A-70841F1E6BC7}" type="presParOf" srcId="{4126167E-9776-4EEA-AC58-B29B58AACD5D}" destId="{8E4D8D41-5E16-478A-8931-BC35828BAA47}" srcOrd="3" destOrd="0" presId="urn:microsoft.com/office/officeart/2005/8/layout/cycle2"/>
    <dgm:cxn modelId="{3BD1CFB3-B3D8-464F-B859-1210E0580674}" type="presParOf" srcId="{8E4D8D41-5E16-478A-8931-BC35828BAA47}" destId="{A8198487-314D-4D08-AD63-B015B4DE06DC}"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4453627-57B0-4538-AF5F-3E3A5AE92A16}"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fr-FR"/>
        </a:p>
      </dgm:t>
    </dgm:pt>
    <dgm:pt modelId="{2129840B-2843-4FD5-A9E5-D6AAE987D56F}">
      <dgm:prSet phldrT="[Texte]"/>
      <dgm:spPr>
        <a:solidFill>
          <a:srgbClr val="3494BA"/>
        </a:solidFill>
      </dgm:spPr>
      <dgm:t>
        <a:bodyPr/>
        <a:lstStyle/>
        <a:p>
          <a:r>
            <a:rPr lang="en-US" noProof="0" dirty="0">
              <a:solidFill>
                <a:schemeClr val="bg1"/>
              </a:solidFill>
            </a:rPr>
            <a:t>Arguments to engage in the Community</a:t>
          </a:r>
        </a:p>
      </dgm:t>
    </dgm:pt>
    <dgm:pt modelId="{73920017-53B8-42C9-8955-8075C6AC98E0}" type="parTrans" cxnId="{EE30A1FF-CC4C-439C-9E14-0D8385B57630}">
      <dgm:prSet/>
      <dgm:spPr/>
      <dgm:t>
        <a:bodyPr/>
        <a:lstStyle/>
        <a:p>
          <a:endParaRPr lang="fr-FR"/>
        </a:p>
      </dgm:t>
    </dgm:pt>
    <dgm:pt modelId="{AA0857BF-50CB-453F-83DF-14C5F47D33CD}" type="sibTrans" cxnId="{EE30A1FF-CC4C-439C-9E14-0D8385B57630}">
      <dgm:prSet/>
      <dgm:spPr/>
      <dgm:t>
        <a:bodyPr/>
        <a:lstStyle/>
        <a:p>
          <a:endParaRPr lang="fr-FR"/>
        </a:p>
      </dgm:t>
    </dgm:pt>
    <dgm:pt modelId="{A4A16339-C8B8-4939-97AB-B87A9F3DEC88}">
      <dgm:prSet phldrT="[Texte]"/>
      <dgm:spPr>
        <a:solidFill>
          <a:srgbClr val="3494BA"/>
        </a:solidFill>
      </dgm:spPr>
      <dgm:t>
        <a:bodyPr/>
        <a:lstStyle/>
        <a:p>
          <a:r>
            <a:rPr lang="en-US" noProof="0" dirty="0"/>
            <a:t>Value provided by the Community on a professional level</a:t>
          </a:r>
        </a:p>
      </dgm:t>
    </dgm:pt>
    <dgm:pt modelId="{D833D8BD-1897-437E-BF3C-A3AC45C37F09}" type="parTrans" cxnId="{62693D1C-12A9-468D-992B-EF3D7B414D30}">
      <dgm:prSet/>
      <dgm:spPr/>
      <dgm:t>
        <a:bodyPr/>
        <a:lstStyle/>
        <a:p>
          <a:endParaRPr lang="fr-FR"/>
        </a:p>
      </dgm:t>
    </dgm:pt>
    <dgm:pt modelId="{4E57A1C1-C477-4C12-A3D8-31D9F67FB426}" type="sibTrans" cxnId="{62693D1C-12A9-468D-992B-EF3D7B414D30}">
      <dgm:prSet/>
      <dgm:spPr/>
      <dgm:t>
        <a:bodyPr/>
        <a:lstStyle/>
        <a:p>
          <a:endParaRPr lang="fr-FR"/>
        </a:p>
      </dgm:t>
    </dgm:pt>
    <dgm:pt modelId="{A71421AF-D0BC-481A-8FF7-56CA8550B489}">
      <dgm:prSet phldrT="[Texte]"/>
      <dgm:spPr>
        <a:solidFill>
          <a:srgbClr val="3494BA"/>
        </a:solidFill>
      </dgm:spPr>
      <dgm:t>
        <a:bodyPr/>
        <a:lstStyle/>
        <a:p>
          <a:r>
            <a:rPr lang="en-US" noProof="0" dirty="0"/>
            <a:t>Value provided by the Community on a personal level</a:t>
          </a:r>
        </a:p>
      </dgm:t>
    </dgm:pt>
    <dgm:pt modelId="{26FCD2C9-0812-4199-88D1-45C2B13A4814}" type="parTrans" cxnId="{BC2CA4E3-32E4-4202-98C7-9CD74514ACA2}">
      <dgm:prSet/>
      <dgm:spPr/>
      <dgm:t>
        <a:bodyPr/>
        <a:lstStyle/>
        <a:p>
          <a:endParaRPr lang="fr-FR"/>
        </a:p>
      </dgm:t>
    </dgm:pt>
    <dgm:pt modelId="{2558E445-F12B-4D68-81BA-BAE050077EF4}" type="sibTrans" cxnId="{BC2CA4E3-32E4-4202-98C7-9CD74514ACA2}">
      <dgm:prSet/>
      <dgm:spPr/>
      <dgm:t>
        <a:bodyPr/>
        <a:lstStyle/>
        <a:p>
          <a:endParaRPr lang="fr-FR"/>
        </a:p>
      </dgm:t>
    </dgm:pt>
    <dgm:pt modelId="{AB4B7C9F-DB59-4A84-9441-754554B0FE04}">
      <dgm:prSet phldrT="[Texte]"/>
      <dgm:spPr>
        <a:solidFill>
          <a:srgbClr val="EC7B2B"/>
        </a:solidFill>
      </dgm:spPr>
      <dgm:t>
        <a:bodyPr/>
        <a:lstStyle/>
        <a:p>
          <a:r>
            <a:rPr lang="en-US" noProof="0" dirty="0"/>
            <a:t>Arguments to disengage from the Community</a:t>
          </a:r>
        </a:p>
      </dgm:t>
    </dgm:pt>
    <dgm:pt modelId="{D8A54461-E777-4249-A64B-16CD68065FDD}" type="parTrans" cxnId="{32E20A19-0B48-429F-9BD4-FAB71F353CCD}">
      <dgm:prSet/>
      <dgm:spPr/>
      <dgm:t>
        <a:bodyPr/>
        <a:lstStyle/>
        <a:p>
          <a:endParaRPr lang="fr-FR"/>
        </a:p>
      </dgm:t>
    </dgm:pt>
    <dgm:pt modelId="{34769596-64C8-4133-A0A2-DA4D83501A3D}" type="sibTrans" cxnId="{32E20A19-0B48-429F-9BD4-FAB71F353CCD}">
      <dgm:prSet/>
      <dgm:spPr/>
      <dgm:t>
        <a:bodyPr/>
        <a:lstStyle/>
        <a:p>
          <a:endParaRPr lang="fr-FR"/>
        </a:p>
      </dgm:t>
    </dgm:pt>
    <dgm:pt modelId="{AE29CD35-B490-4A1D-84B7-3686FBAEE9C5}">
      <dgm:prSet phldrT="[Texte]"/>
      <dgm:spPr>
        <a:solidFill>
          <a:srgbClr val="EC7B2B"/>
        </a:solidFill>
      </dgm:spPr>
      <dgm:t>
        <a:bodyPr/>
        <a:lstStyle/>
        <a:p>
          <a:r>
            <a:rPr lang="en-US" noProof="0" dirty="0">
              <a:solidFill>
                <a:schemeClr val="tx1"/>
              </a:solidFill>
            </a:rPr>
            <a:t>Professional priorities</a:t>
          </a:r>
        </a:p>
      </dgm:t>
    </dgm:pt>
    <dgm:pt modelId="{5BDE4B5E-78C2-4799-BE33-E6AAD63BBE06}" type="parTrans" cxnId="{225EB2F5-BAE6-4D40-968D-C65459D30BD4}">
      <dgm:prSet/>
      <dgm:spPr/>
      <dgm:t>
        <a:bodyPr/>
        <a:lstStyle/>
        <a:p>
          <a:endParaRPr lang="fr-FR"/>
        </a:p>
      </dgm:t>
    </dgm:pt>
    <dgm:pt modelId="{24D2B6F4-B40D-473F-82AB-8F0729217702}" type="sibTrans" cxnId="{225EB2F5-BAE6-4D40-968D-C65459D30BD4}">
      <dgm:prSet/>
      <dgm:spPr/>
      <dgm:t>
        <a:bodyPr/>
        <a:lstStyle/>
        <a:p>
          <a:endParaRPr lang="fr-FR"/>
        </a:p>
      </dgm:t>
    </dgm:pt>
    <dgm:pt modelId="{EFDC0516-554E-4118-B1F8-AC6CB388254F}">
      <dgm:prSet phldrT="[Texte]"/>
      <dgm:spPr>
        <a:solidFill>
          <a:srgbClr val="EC7B2B"/>
        </a:solidFill>
      </dgm:spPr>
      <dgm:t>
        <a:bodyPr/>
        <a:lstStyle/>
        <a:p>
          <a:r>
            <a:rPr lang="en-US" noProof="0" dirty="0">
              <a:solidFill>
                <a:schemeClr val="tx1"/>
              </a:solidFill>
            </a:rPr>
            <a:t>Logistical constraints </a:t>
          </a:r>
        </a:p>
      </dgm:t>
    </dgm:pt>
    <dgm:pt modelId="{E687A85C-D292-4BC3-8373-E135E75D4762}" type="parTrans" cxnId="{3E5B9473-DF9A-4DF4-B2FD-BD05BB93888A}">
      <dgm:prSet/>
      <dgm:spPr/>
      <dgm:t>
        <a:bodyPr/>
        <a:lstStyle/>
        <a:p>
          <a:endParaRPr lang="fr-FR"/>
        </a:p>
      </dgm:t>
    </dgm:pt>
    <dgm:pt modelId="{A4E999DC-3784-43E7-8AF8-A95597ED3950}" type="sibTrans" cxnId="{3E5B9473-DF9A-4DF4-B2FD-BD05BB93888A}">
      <dgm:prSet/>
      <dgm:spPr/>
      <dgm:t>
        <a:bodyPr/>
        <a:lstStyle/>
        <a:p>
          <a:endParaRPr lang="fr-FR"/>
        </a:p>
      </dgm:t>
    </dgm:pt>
    <dgm:pt modelId="{EC7761D0-B2E3-4E41-9154-29A2DC3C566B}">
      <dgm:prSet phldrT="[Texte]"/>
      <dgm:spPr>
        <a:solidFill>
          <a:srgbClr val="EC7B2B"/>
        </a:solidFill>
      </dgm:spPr>
      <dgm:t>
        <a:bodyPr/>
        <a:lstStyle/>
        <a:p>
          <a:r>
            <a:rPr lang="en-US" noProof="0" dirty="0">
              <a:solidFill>
                <a:schemeClr val="tx1"/>
              </a:solidFill>
            </a:rPr>
            <a:t>Personal priorities</a:t>
          </a:r>
        </a:p>
      </dgm:t>
    </dgm:pt>
    <dgm:pt modelId="{B3ADC4F7-E1BB-4663-A77D-70744043AED3}" type="parTrans" cxnId="{6EE871DA-2642-482A-951A-1AD0CEEAF1A3}">
      <dgm:prSet/>
      <dgm:spPr/>
      <dgm:t>
        <a:bodyPr/>
        <a:lstStyle/>
        <a:p>
          <a:endParaRPr lang="fr-FR"/>
        </a:p>
      </dgm:t>
    </dgm:pt>
    <dgm:pt modelId="{6848F4C6-5FEC-41D4-B9B0-18880E845800}" type="sibTrans" cxnId="{6EE871DA-2642-482A-951A-1AD0CEEAF1A3}">
      <dgm:prSet/>
      <dgm:spPr/>
      <dgm:t>
        <a:bodyPr/>
        <a:lstStyle/>
        <a:p>
          <a:endParaRPr lang="fr-FR"/>
        </a:p>
      </dgm:t>
    </dgm:pt>
    <dgm:pt modelId="{E29C6483-1EC6-44E2-8AAC-3C62CEC72881}">
      <dgm:prSet phldrT="[Texte]"/>
      <dgm:spPr>
        <a:solidFill>
          <a:srgbClr val="3494BA"/>
        </a:solidFill>
      </dgm:spPr>
      <dgm:t>
        <a:bodyPr/>
        <a:lstStyle/>
        <a:p>
          <a:r>
            <a:rPr lang="en-US" noProof="0" dirty="0"/>
            <a:t>Logistical convenience of community activities</a:t>
          </a:r>
        </a:p>
      </dgm:t>
    </dgm:pt>
    <dgm:pt modelId="{BA4C827B-E3D8-4551-AFBB-2AEA57C872E6}" type="parTrans" cxnId="{76241224-6935-4CD8-B569-70B8F58CA633}">
      <dgm:prSet/>
      <dgm:spPr/>
      <dgm:t>
        <a:bodyPr/>
        <a:lstStyle/>
        <a:p>
          <a:endParaRPr lang="en-US"/>
        </a:p>
      </dgm:t>
    </dgm:pt>
    <dgm:pt modelId="{8315E50F-A58D-46A8-8015-A28F52DEFFBA}" type="sibTrans" cxnId="{76241224-6935-4CD8-B569-70B8F58CA633}">
      <dgm:prSet/>
      <dgm:spPr/>
      <dgm:t>
        <a:bodyPr/>
        <a:lstStyle/>
        <a:p>
          <a:endParaRPr lang="en-US"/>
        </a:p>
      </dgm:t>
    </dgm:pt>
    <dgm:pt modelId="{067B2893-13F8-470E-B8C5-78EE87C96E4E}" type="pres">
      <dgm:prSet presAssocID="{A4453627-57B0-4538-AF5F-3E3A5AE92A16}" presName="outerComposite" presStyleCnt="0">
        <dgm:presLayoutVars>
          <dgm:chMax val="2"/>
          <dgm:animLvl val="lvl"/>
          <dgm:resizeHandles val="exact"/>
        </dgm:presLayoutVars>
      </dgm:prSet>
      <dgm:spPr/>
    </dgm:pt>
    <dgm:pt modelId="{44E81D97-66B6-42E7-91B2-198B9410560C}" type="pres">
      <dgm:prSet presAssocID="{A4453627-57B0-4538-AF5F-3E3A5AE92A16}" presName="dummyMaxCanvas" presStyleCnt="0"/>
      <dgm:spPr/>
    </dgm:pt>
    <dgm:pt modelId="{0A5A8852-148E-42CB-B26E-D7AB6EFE5639}" type="pres">
      <dgm:prSet presAssocID="{A4453627-57B0-4538-AF5F-3E3A5AE92A16}" presName="parentComposite" presStyleCnt="0"/>
      <dgm:spPr/>
    </dgm:pt>
    <dgm:pt modelId="{8FB7A985-A13C-4535-9554-2FEC635DADB2}" type="pres">
      <dgm:prSet presAssocID="{A4453627-57B0-4538-AF5F-3E3A5AE92A16}" presName="parent1" presStyleLbl="alignAccFollowNode1" presStyleIdx="0" presStyleCnt="4">
        <dgm:presLayoutVars>
          <dgm:chMax val="4"/>
        </dgm:presLayoutVars>
      </dgm:prSet>
      <dgm:spPr/>
    </dgm:pt>
    <dgm:pt modelId="{A397673A-7326-4686-80DB-276D2279729F}" type="pres">
      <dgm:prSet presAssocID="{A4453627-57B0-4538-AF5F-3E3A5AE92A16}" presName="parent2" presStyleLbl="alignAccFollowNode1" presStyleIdx="1" presStyleCnt="4">
        <dgm:presLayoutVars>
          <dgm:chMax val="4"/>
        </dgm:presLayoutVars>
      </dgm:prSet>
      <dgm:spPr/>
    </dgm:pt>
    <dgm:pt modelId="{9830282D-15AC-491B-AB91-DC7F85248DBC}" type="pres">
      <dgm:prSet presAssocID="{A4453627-57B0-4538-AF5F-3E3A5AE92A16}" presName="childrenComposite" presStyleCnt="0"/>
      <dgm:spPr/>
    </dgm:pt>
    <dgm:pt modelId="{2D2AE0A1-156B-4D83-9395-377B529FB4B9}" type="pres">
      <dgm:prSet presAssocID="{A4453627-57B0-4538-AF5F-3E3A5AE92A16}" presName="dummyMaxCanvas_ChildArea" presStyleCnt="0"/>
      <dgm:spPr/>
    </dgm:pt>
    <dgm:pt modelId="{5143B11A-B367-4080-AC29-85DBCD0225FB}" type="pres">
      <dgm:prSet presAssocID="{A4453627-57B0-4538-AF5F-3E3A5AE92A16}" presName="fulcrum" presStyleLbl="alignAccFollowNode1" presStyleIdx="2" presStyleCnt="4"/>
      <dgm:spPr/>
    </dgm:pt>
    <dgm:pt modelId="{737F23A0-7BFD-47F8-A846-DD131B4676DF}" type="pres">
      <dgm:prSet presAssocID="{A4453627-57B0-4538-AF5F-3E3A5AE92A16}" presName="balance_33" presStyleLbl="alignAccFollowNode1" presStyleIdx="3" presStyleCnt="4">
        <dgm:presLayoutVars>
          <dgm:bulletEnabled val="1"/>
        </dgm:presLayoutVars>
      </dgm:prSet>
      <dgm:spPr/>
    </dgm:pt>
    <dgm:pt modelId="{A854A76E-D983-47E1-9E03-7B600BA77826}" type="pres">
      <dgm:prSet presAssocID="{A4453627-57B0-4538-AF5F-3E3A5AE92A16}" presName="right_33_1" presStyleLbl="node1" presStyleIdx="0" presStyleCnt="6">
        <dgm:presLayoutVars>
          <dgm:bulletEnabled val="1"/>
        </dgm:presLayoutVars>
      </dgm:prSet>
      <dgm:spPr/>
    </dgm:pt>
    <dgm:pt modelId="{617C7C83-CD86-4EA3-9C15-322049BCE65C}" type="pres">
      <dgm:prSet presAssocID="{A4453627-57B0-4538-AF5F-3E3A5AE92A16}" presName="right_33_2" presStyleLbl="node1" presStyleIdx="1" presStyleCnt="6">
        <dgm:presLayoutVars>
          <dgm:bulletEnabled val="1"/>
        </dgm:presLayoutVars>
      </dgm:prSet>
      <dgm:spPr/>
    </dgm:pt>
    <dgm:pt modelId="{03AF0741-F1B8-478E-BADE-19AC256845AE}" type="pres">
      <dgm:prSet presAssocID="{A4453627-57B0-4538-AF5F-3E3A5AE92A16}" presName="right_33_3" presStyleLbl="node1" presStyleIdx="2" presStyleCnt="6">
        <dgm:presLayoutVars>
          <dgm:bulletEnabled val="1"/>
        </dgm:presLayoutVars>
      </dgm:prSet>
      <dgm:spPr/>
    </dgm:pt>
    <dgm:pt modelId="{33EDA83D-5ACE-462C-8CB0-94901517B7D7}" type="pres">
      <dgm:prSet presAssocID="{A4453627-57B0-4538-AF5F-3E3A5AE92A16}" presName="left_33_1" presStyleLbl="node1" presStyleIdx="3" presStyleCnt="6">
        <dgm:presLayoutVars>
          <dgm:bulletEnabled val="1"/>
        </dgm:presLayoutVars>
      </dgm:prSet>
      <dgm:spPr/>
    </dgm:pt>
    <dgm:pt modelId="{34F31D01-14F0-4D66-9848-F49EEDD4033D}" type="pres">
      <dgm:prSet presAssocID="{A4453627-57B0-4538-AF5F-3E3A5AE92A16}" presName="left_33_2" presStyleLbl="node1" presStyleIdx="4" presStyleCnt="6">
        <dgm:presLayoutVars>
          <dgm:bulletEnabled val="1"/>
        </dgm:presLayoutVars>
      </dgm:prSet>
      <dgm:spPr/>
    </dgm:pt>
    <dgm:pt modelId="{2EA7EB0F-1624-40DA-92C4-A8E13EC7A817}" type="pres">
      <dgm:prSet presAssocID="{A4453627-57B0-4538-AF5F-3E3A5AE92A16}" presName="left_33_3" presStyleLbl="node1" presStyleIdx="5" presStyleCnt="6">
        <dgm:presLayoutVars>
          <dgm:bulletEnabled val="1"/>
        </dgm:presLayoutVars>
      </dgm:prSet>
      <dgm:spPr/>
    </dgm:pt>
  </dgm:ptLst>
  <dgm:cxnLst>
    <dgm:cxn modelId="{32E20A19-0B48-429F-9BD4-FAB71F353CCD}" srcId="{A4453627-57B0-4538-AF5F-3E3A5AE92A16}" destId="{AB4B7C9F-DB59-4A84-9441-754554B0FE04}" srcOrd="1" destOrd="0" parTransId="{D8A54461-E777-4249-A64B-16CD68065FDD}" sibTransId="{34769596-64C8-4133-A0A2-DA4D83501A3D}"/>
    <dgm:cxn modelId="{62693D1C-12A9-468D-992B-EF3D7B414D30}" srcId="{2129840B-2843-4FD5-A9E5-D6AAE987D56F}" destId="{A4A16339-C8B8-4939-97AB-B87A9F3DEC88}" srcOrd="0" destOrd="0" parTransId="{D833D8BD-1897-437E-BF3C-A3AC45C37F09}" sibTransId="{4E57A1C1-C477-4C12-A3D8-31D9F67FB426}"/>
    <dgm:cxn modelId="{76241224-6935-4CD8-B569-70B8F58CA633}" srcId="{2129840B-2843-4FD5-A9E5-D6AAE987D56F}" destId="{E29C6483-1EC6-44E2-8AAC-3C62CEC72881}" srcOrd="1" destOrd="0" parTransId="{BA4C827B-E3D8-4551-AFBB-2AEA57C872E6}" sibTransId="{8315E50F-A58D-46A8-8015-A28F52DEFFBA}"/>
    <dgm:cxn modelId="{4416CB2F-925F-435F-B04C-73EDD0AE613B}" type="presOf" srcId="{EC7761D0-B2E3-4E41-9154-29A2DC3C566B}" destId="{03AF0741-F1B8-478E-BADE-19AC256845AE}" srcOrd="0" destOrd="0" presId="urn:microsoft.com/office/officeart/2005/8/layout/balance1"/>
    <dgm:cxn modelId="{964C2B35-57AD-4ADF-A99C-5AD2516C3A85}" type="presOf" srcId="{AB4B7C9F-DB59-4A84-9441-754554B0FE04}" destId="{A397673A-7326-4686-80DB-276D2279729F}" srcOrd="0" destOrd="0" presId="urn:microsoft.com/office/officeart/2005/8/layout/balance1"/>
    <dgm:cxn modelId="{D0D0C960-925A-49C3-83D8-A7F086A556E2}" type="presOf" srcId="{EFDC0516-554E-4118-B1F8-AC6CB388254F}" destId="{617C7C83-CD86-4EA3-9C15-322049BCE65C}" srcOrd="0" destOrd="0" presId="urn:microsoft.com/office/officeart/2005/8/layout/balance1"/>
    <dgm:cxn modelId="{EB75CD52-9204-49F8-899E-7B45619EF49D}" type="presOf" srcId="{2129840B-2843-4FD5-A9E5-D6AAE987D56F}" destId="{8FB7A985-A13C-4535-9554-2FEC635DADB2}" srcOrd="0" destOrd="0" presId="urn:microsoft.com/office/officeart/2005/8/layout/balance1"/>
    <dgm:cxn modelId="{3E5B9473-DF9A-4DF4-B2FD-BD05BB93888A}" srcId="{AB4B7C9F-DB59-4A84-9441-754554B0FE04}" destId="{EFDC0516-554E-4118-B1F8-AC6CB388254F}" srcOrd="1" destOrd="0" parTransId="{E687A85C-D292-4BC3-8373-E135E75D4762}" sibTransId="{A4E999DC-3784-43E7-8AF8-A95597ED3950}"/>
    <dgm:cxn modelId="{E343078F-5AC4-4BC0-964A-C33BF8C79FB0}" type="presOf" srcId="{A71421AF-D0BC-481A-8FF7-56CA8550B489}" destId="{2EA7EB0F-1624-40DA-92C4-A8E13EC7A817}" srcOrd="0" destOrd="0" presId="urn:microsoft.com/office/officeart/2005/8/layout/balance1"/>
    <dgm:cxn modelId="{9ECE029C-739D-4ABB-B25A-4F694503FE15}" type="presOf" srcId="{A4453627-57B0-4538-AF5F-3E3A5AE92A16}" destId="{067B2893-13F8-470E-B8C5-78EE87C96E4E}" srcOrd="0" destOrd="0" presId="urn:microsoft.com/office/officeart/2005/8/layout/balance1"/>
    <dgm:cxn modelId="{C2B016AA-26C0-4CD5-A37C-9A90C79FF84B}" type="presOf" srcId="{A4A16339-C8B8-4939-97AB-B87A9F3DEC88}" destId="{33EDA83D-5ACE-462C-8CB0-94901517B7D7}" srcOrd="0" destOrd="0" presId="urn:microsoft.com/office/officeart/2005/8/layout/balance1"/>
    <dgm:cxn modelId="{832CA4B6-25ED-4C5A-9997-B53CFCF5D9A9}" type="presOf" srcId="{AE29CD35-B490-4A1D-84B7-3686FBAEE9C5}" destId="{A854A76E-D983-47E1-9E03-7B600BA77826}" srcOrd="0" destOrd="0" presId="urn:microsoft.com/office/officeart/2005/8/layout/balance1"/>
    <dgm:cxn modelId="{BDAA74C2-4873-4F23-9CEF-7B4A72C1FB7D}" type="presOf" srcId="{E29C6483-1EC6-44E2-8AAC-3C62CEC72881}" destId="{34F31D01-14F0-4D66-9848-F49EEDD4033D}" srcOrd="0" destOrd="0" presId="urn:microsoft.com/office/officeart/2005/8/layout/balance1"/>
    <dgm:cxn modelId="{6EE871DA-2642-482A-951A-1AD0CEEAF1A3}" srcId="{AB4B7C9F-DB59-4A84-9441-754554B0FE04}" destId="{EC7761D0-B2E3-4E41-9154-29A2DC3C566B}" srcOrd="2" destOrd="0" parTransId="{B3ADC4F7-E1BB-4663-A77D-70744043AED3}" sibTransId="{6848F4C6-5FEC-41D4-B9B0-18880E845800}"/>
    <dgm:cxn modelId="{BC2CA4E3-32E4-4202-98C7-9CD74514ACA2}" srcId="{2129840B-2843-4FD5-A9E5-D6AAE987D56F}" destId="{A71421AF-D0BC-481A-8FF7-56CA8550B489}" srcOrd="2" destOrd="0" parTransId="{26FCD2C9-0812-4199-88D1-45C2B13A4814}" sibTransId="{2558E445-F12B-4D68-81BA-BAE050077EF4}"/>
    <dgm:cxn modelId="{225EB2F5-BAE6-4D40-968D-C65459D30BD4}" srcId="{AB4B7C9F-DB59-4A84-9441-754554B0FE04}" destId="{AE29CD35-B490-4A1D-84B7-3686FBAEE9C5}" srcOrd="0" destOrd="0" parTransId="{5BDE4B5E-78C2-4799-BE33-E6AAD63BBE06}" sibTransId="{24D2B6F4-B40D-473F-82AB-8F0729217702}"/>
    <dgm:cxn modelId="{EE30A1FF-CC4C-439C-9E14-0D8385B57630}" srcId="{A4453627-57B0-4538-AF5F-3E3A5AE92A16}" destId="{2129840B-2843-4FD5-A9E5-D6AAE987D56F}" srcOrd="0" destOrd="0" parTransId="{73920017-53B8-42C9-8955-8075C6AC98E0}" sibTransId="{AA0857BF-50CB-453F-83DF-14C5F47D33CD}"/>
    <dgm:cxn modelId="{DEECD6A2-3D0D-47AF-B02C-68FDD5962A31}" type="presParOf" srcId="{067B2893-13F8-470E-B8C5-78EE87C96E4E}" destId="{44E81D97-66B6-42E7-91B2-198B9410560C}" srcOrd="0" destOrd="0" presId="urn:microsoft.com/office/officeart/2005/8/layout/balance1"/>
    <dgm:cxn modelId="{C82A9BDD-B2B8-4FBF-90D5-BC3D8D3F9AFE}" type="presParOf" srcId="{067B2893-13F8-470E-B8C5-78EE87C96E4E}" destId="{0A5A8852-148E-42CB-B26E-D7AB6EFE5639}" srcOrd="1" destOrd="0" presId="urn:microsoft.com/office/officeart/2005/8/layout/balance1"/>
    <dgm:cxn modelId="{62DE075F-B256-46BD-AF25-25F3F32312D7}" type="presParOf" srcId="{0A5A8852-148E-42CB-B26E-D7AB6EFE5639}" destId="{8FB7A985-A13C-4535-9554-2FEC635DADB2}" srcOrd="0" destOrd="0" presId="urn:microsoft.com/office/officeart/2005/8/layout/balance1"/>
    <dgm:cxn modelId="{EEB87CAB-E7F4-444F-807E-07A946D4B673}" type="presParOf" srcId="{0A5A8852-148E-42CB-B26E-D7AB6EFE5639}" destId="{A397673A-7326-4686-80DB-276D2279729F}" srcOrd="1" destOrd="0" presId="urn:microsoft.com/office/officeart/2005/8/layout/balance1"/>
    <dgm:cxn modelId="{4971B60E-E93A-4CC5-9783-CD057E9F09F8}" type="presParOf" srcId="{067B2893-13F8-470E-B8C5-78EE87C96E4E}" destId="{9830282D-15AC-491B-AB91-DC7F85248DBC}" srcOrd="2" destOrd="0" presId="urn:microsoft.com/office/officeart/2005/8/layout/balance1"/>
    <dgm:cxn modelId="{00100FB4-0F95-4309-87F8-D1B7FC6204C7}" type="presParOf" srcId="{9830282D-15AC-491B-AB91-DC7F85248DBC}" destId="{2D2AE0A1-156B-4D83-9395-377B529FB4B9}" srcOrd="0" destOrd="0" presId="urn:microsoft.com/office/officeart/2005/8/layout/balance1"/>
    <dgm:cxn modelId="{4F7DF9D3-983A-4029-93AF-935B58E8356F}" type="presParOf" srcId="{9830282D-15AC-491B-AB91-DC7F85248DBC}" destId="{5143B11A-B367-4080-AC29-85DBCD0225FB}" srcOrd="1" destOrd="0" presId="urn:microsoft.com/office/officeart/2005/8/layout/balance1"/>
    <dgm:cxn modelId="{5912D9CC-ACA6-4746-9B81-327D9DF94449}" type="presParOf" srcId="{9830282D-15AC-491B-AB91-DC7F85248DBC}" destId="{737F23A0-7BFD-47F8-A846-DD131B4676DF}" srcOrd="2" destOrd="0" presId="urn:microsoft.com/office/officeart/2005/8/layout/balance1"/>
    <dgm:cxn modelId="{394B8130-7718-4EC8-B05F-4582581C4F54}" type="presParOf" srcId="{9830282D-15AC-491B-AB91-DC7F85248DBC}" destId="{A854A76E-D983-47E1-9E03-7B600BA77826}" srcOrd="3" destOrd="0" presId="urn:microsoft.com/office/officeart/2005/8/layout/balance1"/>
    <dgm:cxn modelId="{BE1B3910-2D73-4812-A800-9CAF3DCB4A73}" type="presParOf" srcId="{9830282D-15AC-491B-AB91-DC7F85248DBC}" destId="{617C7C83-CD86-4EA3-9C15-322049BCE65C}" srcOrd="4" destOrd="0" presId="urn:microsoft.com/office/officeart/2005/8/layout/balance1"/>
    <dgm:cxn modelId="{0616DB61-AD62-493D-86E4-0BC727CEC33C}" type="presParOf" srcId="{9830282D-15AC-491B-AB91-DC7F85248DBC}" destId="{03AF0741-F1B8-478E-BADE-19AC256845AE}" srcOrd="5" destOrd="0" presId="urn:microsoft.com/office/officeart/2005/8/layout/balance1"/>
    <dgm:cxn modelId="{43051874-48CA-4CC7-B252-E2BD8132B51F}" type="presParOf" srcId="{9830282D-15AC-491B-AB91-DC7F85248DBC}" destId="{33EDA83D-5ACE-462C-8CB0-94901517B7D7}" srcOrd="6" destOrd="0" presId="urn:microsoft.com/office/officeart/2005/8/layout/balance1"/>
    <dgm:cxn modelId="{D0D11D1A-5D3E-4AED-9665-A5F312387059}" type="presParOf" srcId="{9830282D-15AC-491B-AB91-DC7F85248DBC}" destId="{34F31D01-14F0-4D66-9848-F49EEDD4033D}" srcOrd="7" destOrd="0" presId="urn:microsoft.com/office/officeart/2005/8/layout/balance1"/>
    <dgm:cxn modelId="{831F1B85-2EEA-4E30-9EBA-D491FE689275}" type="presParOf" srcId="{9830282D-15AC-491B-AB91-DC7F85248DBC}" destId="{2EA7EB0F-1624-40DA-92C4-A8E13EC7A817}" srcOrd="8"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4453627-57B0-4538-AF5F-3E3A5AE92A16}"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fr-FR"/>
        </a:p>
      </dgm:t>
    </dgm:pt>
    <dgm:pt modelId="{2129840B-2843-4FD5-A9E5-D6AAE987D56F}">
      <dgm:prSet phldrT="[Texte]"/>
      <dgm:spPr>
        <a:solidFill>
          <a:srgbClr val="3494BA"/>
        </a:solidFill>
      </dgm:spPr>
      <dgm:t>
        <a:bodyPr/>
        <a:lstStyle/>
        <a:p>
          <a:r>
            <a:rPr lang="en-US" noProof="0" dirty="0">
              <a:solidFill>
                <a:schemeClr val="bg1"/>
              </a:solidFill>
            </a:rPr>
            <a:t>Arguments to engage in the Community</a:t>
          </a:r>
        </a:p>
      </dgm:t>
    </dgm:pt>
    <dgm:pt modelId="{73920017-53B8-42C9-8955-8075C6AC98E0}" type="parTrans" cxnId="{EE30A1FF-CC4C-439C-9E14-0D8385B57630}">
      <dgm:prSet/>
      <dgm:spPr/>
      <dgm:t>
        <a:bodyPr/>
        <a:lstStyle/>
        <a:p>
          <a:endParaRPr lang="fr-FR"/>
        </a:p>
      </dgm:t>
    </dgm:pt>
    <dgm:pt modelId="{AA0857BF-50CB-453F-83DF-14C5F47D33CD}" type="sibTrans" cxnId="{EE30A1FF-CC4C-439C-9E14-0D8385B57630}">
      <dgm:prSet/>
      <dgm:spPr/>
      <dgm:t>
        <a:bodyPr/>
        <a:lstStyle/>
        <a:p>
          <a:endParaRPr lang="fr-FR"/>
        </a:p>
      </dgm:t>
    </dgm:pt>
    <dgm:pt modelId="{A4A16339-C8B8-4939-97AB-B87A9F3DEC88}">
      <dgm:prSet phldrT="[Texte]"/>
      <dgm:spPr>
        <a:solidFill>
          <a:srgbClr val="3494BA"/>
        </a:solidFill>
      </dgm:spPr>
      <dgm:t>
        <a:bodyPr/>
        <a:lstStyle/>
        <a:p>
          <a:r>
            <a:rPr lang="en-US" noProof="0" dirty="0"/>
            <a:t>Value provided by the Community on a professional level</a:t>
          </a:r>
        </a:p>
      </dgm:t>
    </dgm:pt>
    <dgm:pt modelId="{D833D8BD-1897-437E-BF3C-A3AC45C37F09}" type="parTrans" cxnId="{62693D1C-12A9-468D-992B-EF3D7B414D30}">
      <dgm:prSet/>
      <dgm:spPr/>
      <dgm:t>
        <a:bodyPr/>
        <a:lstStyle/>
        <a:p>
          <a:endParaRPr lang="fr-FR"/>
        </a:p>
      </dgm:t>
    </dgm:pt>
    <dgm:pt modelId="{4E57A1C1-C477-4C12-A3D8-31D9F67FB426}" type="sibTrans" cxnId="{62693D1C-12A9-468D-992B-EF3D7B414D30}">
      <dgm:prSet/>
      <dgm:spPr/>
      <dgm:t>
        <a:bodyPr/>
        <a:lstStyle/>
        <a:p>
          <a:endParaRPr lang="fr-FR"/>
        </a:p>
      </dgm:t>
    </dgm:pt>
    <dgm:pt modelId="{A71421AF-D0BC-481A-8FF7-56CA8550B489}">
      <dgm:prSet phldrT="[Texte]"/>
      <dgm:spPr>
        <a:solidFill>
          <a:srgbClr val="3494BA"/>
        </a:solidFill>
      </dgm:spPr>
      <dgm:t>
        <a:bodyPr/>
        <a:lstStyle/>
        <a:p>
          <a:r>
            <a:rPr lang="en-US" noProof="0" dirty="0"/>
            <a:t>Value provided by the Community on a personal level</a:t>
          </a:r>
        </a:p>
      </dgm:t>
    </dgm:pt>
    <dgm:pt modelId="{26FCD2C9-0812-4199-88D1-45C2B13A4814}" type="parTrans" cxnId="{BC2CA4E3-32E4-4202-98C7-9CD74514ACA2}">
      <dgm:prSet/>
      <dgm:spPr/>
      <dgm:t>
        <a:bodyPr/>
        <a:lstStyle/>
        <a:p>
          <a:endParaRPr lang="fr-FR"/>
        </a:p>
      </dgm:t>
    </dgm:pt>
    <dgm:pt modelId="{2558E445-F12B-4D68-81BA-BAE050077EF4}" type="sibTrans" cxnId="{BC2CA4E3-32E4-4202-98C7-9CD74514ACA2}">
      <dgm:prSet/>
      <dgm:spPr/>
      <dgm:t>
        <a:bodyPr/>
        <a:lstStyle/>
        <a:p>
          <a:endParaRPr lang="fr-FR"/>
        </a:p>
      </dgm:t>
    </dgm:pt>
    <dgm:pt modelId="{AB4B7C9F-DB59-4A84-9441-754554B0FE04}">
      <dgm:prSet phldrT="[Texte]"/>
      <dgm:spPr>
        <a:solidFill>
          <a:srgbClr val="EC7B2B"/>
        </a:solidFill>
      </dgm:spPr>
      <dgm:t>
        <a:bodyPr/>
        <a:lstStyle/>
        <a:p>
          <a:r>
            <a:rPr lang="en-US" noProof="0" dirty="0"/>
            <a:t>Arguments to disengage from the Community</a:t>
          </a:r>
        </a:p>
      </dgm:t>
    </dgm:pt>
    <dgm:pt modelId="{D8A54461-E777-4249-A64B-16CD68065FDD}" type="parTrans" cxnId="{32E20A19-0B48-429F-9BD4-FAB71F353CCD}">
      <dgm:prSet/>
      <dgm:spPr/>
      <dgm:t>
        <a:bodyPr/>
        <a:lstStyle/>
        <a:p>
          <a:endParaRPr lang="fr-FR"/>
        </a:p>
      </dgm:t>
    </dgm:pt>
    <dgm:pt modelId="{34769596-64C8-4133-A0A2-DA4D83501A3D}" type="sibTrans" cxnId="{32E20A19-0B48-429F-9BD4-FAB71F353CCD}">
      <dgm:prSet/>
      <dgm:spPr/>
      <dgm:t>
        <a:bodyPr/>
        <a:lstStyle/>
        <a:p>
          <a:endParaRPr lang="fr-FR"/>
        </a:p>
      </dgm:t>
    </dgm:pt>
    <dgm:pt modelId="{AE29CD35-B490-4A1D-84B7-3686FBAEE9C5}">
      <dgm:prSet phldrT="[Texte]"/>
      <dgm:spPr>
        <a:solidFill>
          <a:srgbClr val="EC7B2B"/>
        </a:solidFill>
      </dgm:spPr>
      <dgm:t>
        <a:bodyPr/>
        <a:lstStyle/>
        <a:p>
          <a:r>
            <a:rPr lang="en-US" noProof="0" dirty="0">
              <a:solidFill>
                <a:schemeClr val="tx1"/>
              </a:solidFill>
            </a:rPr>
            <a:t>Professional priorities</a:t>
          </a:r>
        </a:p>
      </dgm:t>
    </dgm:pt>
    <dgm:pt modelId="{5BDE4B5E-78C2-4799-BE33-E6AAD63BBE06}" type="parTrans" cxnId="{225EB2F5-BAE6-4D40-968D-C65459D30BD4}">
      <dgm:prSet/>
      <dgm:spPr/>
      <dgm:t>
        <a:bodyPr/>
        <a:lstStyle/>
        <a:p>
          <a:endParaRPr lang="fr-FR"/>
        </a:p>
      </dgm:t>
    </dgm:pt>
    <dgm:pt modelId="{24D2B6F4-B40D-473F-82AB-8F0729217702}" type="sibTrans" cxnId="{225EB2F5-BAE6-4D40-968D-C65459D30BD4}">
      <dgm:prSet/>
      <dgm:spPr/>
      <dgm:t>
        <a:bodyPr/>
        <a:lstStyle/>
        <a:p>
          <a:endParaRPr lang="fr-FR"/>
        </a:p>
      </dgm:t>
    </dgm:pt>
    <dgm:pt modelId="{EFDC0516-554E-4118-B1F8-AC6CB388254F}">
      <dgm:prSet phldrT="[Texte]"/>
      <dgm:spPr>
        <a:solidFill>
          <a:srgbClr val="EC7B2B"/>
        </a:solidFill>
      </dgm:spPr>
      <dgm:t>
        <a:bodyPr/>
        <a:lstStyle/>
        <a:p>
          <a:r>
            <a:rPr lang="en-US" noProof="0" dirty="0">
              <a:solidFill>
                <a:schemeClr val="tx1"/>
              </a:solidFill>
            </a:rPr>
            <a:t>Logistical constraints </a:t>
          </a:r>
        </a:p>
      </dgm:t>
    </dgm:pt>
    <dgm:pt modelId="{E687A85C-D292-4BC3-8373-E135E75D4762}" type="parTrans" cxnId="{3E5B9473-DF9A-4DF4-B2FD-BD05BB93888A}">
      <dgm:prSet/>
      <dgm:spPr/>
      <dgm:t>
        <a:bodyPr/>
        <a:lstStyle/>
        <a:p>
          <a:endParaRPr lang="fr-FR"/>
        </a:p>
      </dgm:t>
    </dgm:pt>
    <dgm:pt modelId="{A4E999DC-3784-43E7-8AF8-A95597ED3950}" type="sibTrans" cxnId="{3E5B9473-DF9A-4DF4-B2FD-BD05BB93888A}">
      <dgm:prSet/>
      <dgm:spPr/>
      <dgm:t>
        <a:bodyPr/>
        <a:lstStyle/>
        <a:p>
          <a:endParaRPr lang="fr-FR"/>
        </a:p>
      </dgm:t>
    </dgm:pt>
    <dgm:pt modelId="{EC7761D0-B2E3-4E41-9154-29A2DC3C566B}">
      <dgm:prSet phldrT="[Texte]"/>
      <dgm:spPr>
        <a:solidFill>
          <a:srgbClr val="EC7B2B"/>
        </a:solidFill>
      </dgm:spPr>
      <dgm:t>
        <a:bodyPr/>
        <a:lstStyle/>
        <a:p>
          <a:r>
            <a:rPr lang="en-US" noProof="0" dirty="0">
              <a:solidFill>
                <a:schemeClr val="tx1"/>
              </a:solidFill>
            </a:rPr>
            <a:t>Personal priorities</a:t>
          </a:r>
        </a:p>
      </dgm:t>
    </dgm:pt>
    <dgm:pt modelId="{B3ADC4F7-E1BB-4663-A77D-70744043AED3}" type="parTrans" cxnId="{6EE871DA-2642-482A-951A-1AD0CEEAF1A3}">
      <dgm:prSet/>
      <dgm:spPr/>
      <dgm:t>
        <a:bodyPr/>
        <a:lstStyle/>
        <a:p>
          <a:endParaRPr lang="fr-FR"/>
        </a:p>
      </dgm:t>
    </dgm:pt>
    <dgm:pt modelId="{6848F4C6-5FEC-41D4-B9B0-18880E845800}" type="sibTrans" cxnId="{6EE871DA-2642-482A-951A-1AD0CEEAF1A3}">
      <dgm:prSet/>
      <dgm:spPr/>
      <dgm:t>
        <a:bodyPr/>
        <a:lstStyle/>
        <a:p>
          <a:endParaRPr lang="fr-FR"/>
        </a:p>
      </dgm:t>
    </dgm:pt>
    <dgm:pt modelId="{E29C6483-1EC6-44E2-8AAC-3C62CEC72881}">
      <dgm:prSet phldrT="[Texte]"/>
      <dgm:spPr>
        <a:solidFill>
          <a:srgbClr val="3494BA"/>
        </a:solidFill>
      </dgm:spPr>
      <dgm:t>
        <a:bodyPr/>
        <a:lstStyle/>
        <a:p>
          <a:r>
            <a:rPr lang="en-US" noProof="0" dirty="0"/>
            <a:t>Logistical convenience of community activities</a:t>
          </a:r>
        </a:p>
      </dgm:t>
    </dgm:pt>
    <dgm:pt modelId="{BA4C827B-E3D8-4551-AFBB-2AEA57C872E6}" type="parTrans" cxnId="{76241224-6935-4CD8-B569-70B8F58CA633}">
      <dgm:prSet/>
      <dgm:spPr/>
      <dgm:t>
        <a:bodyPr/>
        <a:lstStyle/>
        <a:p>
          <a:endParaRPr lang="en-US"/>
        </a:p>
      </dgm:t>
    </dgm:pt>
    <dgm:pt modelId="{8315E50F-A58D-46A8-8015-A28F52DEFFBA}" type="sibTrans" cxnId="{76241224-6935-4CD8-B569-70B8F58CA633}">
      <dgm:prSet/>
      <dgm:spPr/>
      <dgm:t>
        <a:bodyPr/>
        <a:lstStyle/>
        <a:p>
          <a:endParaRPr lang="en-US"/>
        </a:p>
      </dgm:t>
    </dgm:pt>
    <dgm:pt modelId="{067B2893-13F8-470E-B8C5-78EE87C96E4E}" type="pres">
      <dgm:prSet presAssocID="{A4453627-57B0-4538-AF5F-3E3A5AE92A16}" presName="outerComposite" presStyleCnt="0">
        <dgm:presLayoutVars>
          <dgm:chMax val="2"/>
          <dgm:animLvl val="lvl"/>
          <dgm:resizeHandles val="exact"/>
        </dgm:presLayoutVars>
      </dgm:prSet>
      <dgm:spPr/>
    </dgm:pt>
    <dgm:pt modelId="{44E81D97-66B6-42E7-91B2-198B9410560C}" type="pres">
      <dgm:prSet presAssocID="{A4453627-57B0-4538-AF5F-3E3A5AE92A16}" presName="dummyMaxCanvas" presStyleCnt="0"/>
      <dgm:spPr/>
    </dgm:pt>
    <dgm:pt modelId="{0A5A8852-148E-42CB-B26E-D7AB6EFE5639}" type="pres">
      <dgm:prSet presAssocID="{A4453627-57B0-4538-AF5F-3E3A5AE92A16}" presName="parentComposite" presStyleCnt="0"/>
      <dgm:spPr/>
    </dgm:pt>
    <dgm:pt modelId="{8FB7A985-A13C-4535-9554-2FEC635DADB2}" type="pres">
      <dgm:prSet presAssocID="{A4453627-57B0-4538-AF5F-3E3A5AE92A16}" presName="parent1" presStyleLbl="alignAccFollowNode1" presStyleIdx="0" presStyleCnt="4">
        <dgm:presLayoutVars>
          <dgm:chMax val="4"/>
        </dgm:presLayoutVars>
      </dgm:prSet>
      <dgm:spPr/>
    </dgm:pt>
    <dgm:pt modelId="{A397673A-7326-4686-80DB-276D2279729F}" type="pres">
      <dgm:prSet presAssocID="{A4453627-57B0-4538-AF5F-3E3A5AE92A16}" presName="parent2" presStyleLbl="alignAccFollowNode1" presStyleIdx="1" presStyleCnt="4">
        <dgm:presLayoutVars>
          <dgm:chMax val="4"/>
        </dgm:presLayoutVars>
      </dgm:prSet>
      <dgm:spPr/>
    </dgm:pt>
    <dgm:pt modelId="{9830282D-15AC-491B-AB91-DC7F85248DBC}" type="pres">
      <dgm:prSet presAssocID="{A4453627-57B0-4538-AF5F-3E3A5AE92A16}" presName="childrenComposite" presStyleCnt="0"/>
      <dgm:spPr/>
    </dgm:pt>
    <dgm:pt modelId="{2D2AE0A1-156B-4D83-9395-377B529FB4B9}" type="pres">
      <dgm:prSet presAssocID="{A4453627-57B0-4538-AF5F-3E3A5AE92A16}" presName="dummyMaxCanvas_ChildArea" presStyleCnt="0"/>
      <dgm:spPr/>
    </dgm:pt>
    <dgm:pt modelId="{5143B11A-B367-4080-AC29-85DBCD0225FB}" type="pres">
      <dgm:prSet presAssocID="{A4453627-57B0-4538-AF5F-3E3A5AE92A16}" presName="fulcrum" presStyleLbl="alignAccFollowNode1" presStyleIdx="2" presStyleCnt="4"/>
      <dgm:spPr/>
    </dgm:pt>
    <dgm:pt modelId="{737F23A0-7BFD-47F8-A846-DD131B4676DF}" type="pres">
      <dgm:prSet presAssocID="{A4453627-57B0-4538-AF5F-3E3A5AE92A16}" presName="balance_33" presStyleLbl="alignAccFollowNode1" presStyleIdx="3" presStyleCnt="4">
        <dgm:presLayoutVars>
          <dgm:bulletEnabled val="1"/>
        </dgm:presLayoutVars>
      </dgm:prSet>
      <dgm:spPr/>
    </dgm:pt>
    <dgm:pt modelId="{A854A76E-D983-47E1-9E03-7B600BA77826}" type="pres">
      <dgm:prSet presAssocID="{A4453627-57B0-4538-AF5F-3E3A5AE92A16}" presName="right_33_1" presStyleLbl="node1" presStyleIdx="0" presStyleCnt="6">
        <dgm:presLayoutVars>
          <dgm:bulletEnabled val="1"/>
        </dgm:presLayoutVars>
      </dgm:prSet>
      <dgm:spPr/>
    </dgm:pt>
    <dgm:pt modelId="{617C7C83-CD86-4EA3-9C15-322049BCE65C}" type="pres">
      <dgm:prSet presAssocID="{A4453627-57B0-4538-AF5F-3E3A5AE92A16}" presName="right_33_2" presStyleLbl="node1" presStyleIdx="1" presStyleCnt="6">
        <dgm:presLayoutVars>
          <dgm:bulletEnabled val="1"/>
        </dgm:presLayoutVars>
      </dgm:prSet>
      <dgm:spPr/>
    </dgm:pt>
    <dgm:pt modelId="{03AF0741-F1B8-478E-BADE-19AC256845AE}" type="pres">
      <dgm:prSet presAssocID="{A4453627-57B0-4538-AF5F-3E3A5AE92A16}" presName="right_33_3" presStyleLbl="node1" presStyleIdx="2" presStyleCnt="6">
        <dgm:presLayoutVars>
          <dgm:bulletEnabled val="1"/>
        </dgm:presLayoutVars>
      </dgm:prSet>
      <dgm:spPr/>
    </dgm:pt>
    <dgm:pt modelId="{33EDA83D-5ACE-462C-8CB0-94901517B7D7}" type="pres">
      <dgm:prSet presAssocID="{A4453627-57B0-4538-AF5F-3E3A5AE92A16}" presName="left_33_1" presStyleLbl="node1" presStyleIdx="3" presStyleCnt="6">
        <dgm:presLayoutVars>
          <dgm:bulletEnabled val="1"/>
        </dgm:presLayoutVars>
      </dgm:prSet>
      <dgm:spPr/>
    </dgm:pt>
    <dgm:pt modelId="{34F31D01-14F0-4D66-9848-F49EEDD4033D}" type="pres">
      <dgm:prSet presAssocID="{A4453627-57B0-4538-AF5F-3E3A5AE92A16}" presName="left_33_2" presStyleLbl="node1" presStyleIdx="4" presStyleCnt="6">
        <dgm:presLayoutVars>
          <dgm:bulletEnabled val="1"/>
        </dgm:presLayoutVars>
      </dgm:prSet>
      <dgm:spPr/>
    </dgm:pt>
    <dgm:pt modelId="{2EA7EB0F-1624-40DA-92C4-A8E13EC7A817}" type="pres">
      <dgm:prSet presAssocID="{A4453627-57B0-4538-AF5F-3E3A5AE92A16}" presName="left_33_3" presStyleLbl="node1" presStyleIdx="5" presStyleCnt="6">
        <dgm:presLayoutVars>
          <dgm:bulletEnabled val="1"/>
        </dgm:presLayoutVars>
      </dgm:prSet>
      <dgm:spPr/>
    </dgm:pt>
  </dgm:ptLst>
  <dgm:cxnLst>
    <dgm:cxn modelId="{32E20A19-0B48-429F-9BD4-FAB71F353CCD}" srcId="{A4453627-57B0-4538-AF5F-3E3A5AE92A16}" destId="{AB4B7C9F-DB59-4A84-9441-754554B0FE04}" srcOrd="1" destOrd="0" parTransId="{D8A54461-E777-4249-A64B-16CD68065FDD}" sibTransId="{34769596-64C8-4133-A0A2-DA4D83501A3D}"/>
    <dgm:cxn modelId="{62693D1C-12A9-468D-992B-EF3D7B414D30}" srcId="{2129840B-2843-4FD5-A9E5-D6AAE987D56F}" destId="{A4A16339-C8B8-4939-97AB-B87A9F3DEC88}" srcOrd="0" destOrd="0" parTransId="{D833D8BD-1897-437E-BF3C-A3AC45C37F09}" sibTransId="{4E57A1C1-C477-4C12-A3D8-31D9F67FB426}"/>
    <dgm:cxn modelId="{76241224-6935-4CD8-B569-70B8F58CA633}" srcId="{2129840B-2843-4FD5-A9E5-D6AAE987D56F}" destId="{E29C6483-1EC6-44E2-8AAC-3C62CEC72881}" srcOrd="1" destOrd="0" parTransId="{BA4C827B-E3D8-4551-AFBB-2AEA57C872E6}" sibTransId="{8315E50F-A58D-46A8-8015-A28F52DEFFBA}"/>
    <dgm:cxn modelId="{4416CB2F-925F-435F-B04C-73EDD0AE613B}" type="presOf" srcId="{EC7761D0-B2E3-4E41-9154-29A2DC3C566B}" destId="{03AF0741-F1B8-478E-BADE-19AC256845AE}" srcOrd="0" destOrd="0" presId="urn:microsoft.com/office/officeart/2005/8/layout/balance1"/>
    <dgm:cxn modelId="{964C2B35-57AD-4ADF-A99C-5AD2516C3A85}" type="presOf" srcId="{AB4B7C9F-DB59-4A84-9441-754554B0FE04}" destId="{A397673A-7326-4686-80DB-276D2279729F}" srcOrd="0" destOrd="0" presId="urn:microsoft.com/office/officeart/2005/8/layout/balance1"/>
    <dgm:cxn modelId="{D0D0C960-925A-49C3-83D8-A7F086A556E2}" type="presOf" srcId="{EFDC0516-554E-4118-B1F8-AC6CB388254F}" destId="{617C7C83-CD86-4EA3-9C15-322049BCE65C}" srcOrd="0" destOrd="0" presId="urn:microsoft.com/office/officeart/2005/8/layout/balance1"/>
    <dgm:cxn modelId="{EB75CD52-9204-49F8-899E-7B45619EF49D}" type="presOf" srcId="{2129840B-2843-4FD5-A9E5-D6AAE987D56F}" destId="{8FB7A985-A13C-4535-9554-2FEC635DADB2}" srcOrd="0" destOrd="0" presId="urn:microsoft.com/office/officeart/2005/8/layout/balance1"/>
    <dgm:cxn modelId="{3E5B9473-DF9A-4DF4-B2FD-BD05BB93888A}" srcId="{AB4B7C9F-DB59-4A84-9441-754554B0FE04}" destId="{EFDC0516-554E-4118-B1F8-AC6CB388254F}" srcOrd="1" destOrd="0" parTransId="{E687A85C-D292-4BC3-8373-E135E75D4762}" sibTransId="{A4E999DC-3784-43E7-8AF8-A95597ED3950}"/>
    <dgm:cxn modelId="{E343078F-5AC4-4BC0-964A-C33BF8C79FB0}" type="presOf" srcId="{A71421AF-D0BC-481A-8FF7-56CA8550B489}" destId="{2EA7EB0F-1624-40DA-92C4-A8E13EC7A817}" srcOrd="0" destOrd="0" presId="urn:microsoft.com/office/officeart/2005/8/layout/balance1"/>
    <dgm:cxn modelId="{9ECE029C-739D-4ABB-B25A-4F694503FE15}" type="presOf" srcId="{A4453627-57B0-4538-AF5F-3E3A5AE92A16}" destId="{067B2893-13F8-470E-B8C5-78EE87C96E4E}" srcOrd="0" destOrd="0" presId="urn:microsoft.com/office/officeart/2005/8/layout/balance1"/>
    <dgm:cxn modelId="{C2B016AA-26C0-4CD5-A37C-9A90C79FF84B}" type="presOf" srcId="{A4A16339-C8B8-4939-97AB-B87A9F3DEC88}" destId="{33EDA83D-5ACE-462C-8CB0-94901517B7D7}" srcOrd="0" destOrd="0" presId="urn:microsoft.com/office/officeart/2005/8/layout/balance1"/>
    <dgm:cxn modelId="{832CA4B6-25ED-4C5A-9997-B53CFCF5D9A9}" type="presOf" srcId="{AE29CD35-B490-4A1D-84B7-3686FBAEE9C5}" destId="{A854A76E-D983-47E1-9E03-7B600BA77826}" srcOrd="0" destOrd="0" presId="urn:microsoft.com/office/officeart/2005/8/layout/balance1"/>
    <dgm:cxn modelId="{BDAA74C2-4873-4F23-9CEF-7B4A72C1FB7D}" type="presOf" srcId="{E29C6483-1EC6-44E2-8AAC-3C62CEC72881}" destId="{34F31D01-14F0-4D66-9848-F49EEDD4033D}" srcOrd="0" destOrd="0" presId="urn:microsoft.com/office/officeart/2005/8/layout/balance1"/>
    <dgm:cxn modelId="{6EE871DA-2642-482A-951A-1AD0CEEAF1A3}" srcId="{AB4B7C9F-DB59-4A84-9441-754554B0FE04}" destId="{EC7761D0-B2E3-4E41-9154-29A2DC3C566B}" srcOrd="2" destOrd="0" parTransId="{B3ADC4F7-E1BB-4663-A77D-70744043AED3}" sibTransId="{6848F4C6-5FEC-41D4-B9B0-18880E845800}"/>
    <dgm:cxn modelId="{BC2CA4E3-32E4-4202-98C7-9CD74514ACA2}" srcId="{2129840B-2843-4FD5-A9E5-D6AAE987D56F}" destId="{A71421AF-D0BC-481A-8FF7-56CA8550B489}" srcOrd="2" destOrd="0" parTransId="{26FCD2C9-0812-4199-88D1-45C2B13A4814}" sibTransId="{2558E445-F12B-4D68-81BA-BAE050077EF4}"/>
    <dgm:cxn modelId="{225EB2F5-BAE6-4D40-968D-C65459D30BD4}" srcId="{AB4B7C9F-DB59-4A84-9441-754554B0FE04}" destId="{AE29CD35-B490-4A1D-84B7-3686FBAEE9C5}" srcOrd="0" destOrd="0" parTransId="{5BDE4B5E-78C2-4799-BE33-E6AAD63BBE06}" sibTransId="{24D2B6F4-B40D-473F-82AB-8F0729217702}"/>
    <dgm:cxn modelId="{EE30A1FF-CC4C-439C-9E14-0D8385B57630}" srcId="{A4453627-57B0-4538-AF5F-3E3A5AE92A16}" destId="{2129840B-2843-4FD5-A9E5-D6AAE987D56F}" srcOrd="0" destOrd="0" parTransId="{73920017-53B8-42C9-8955-8075C6AC98E0}" sibTransId="{AA0857BF-50CB-453F-83DF-14C5F47D33CD}"/>
    <dgm:cxn modelId="{DEECD6A2-3D0D-47AF-B02C-68FDD5962A31}" type="presParOf" srcId="{067B2893-13F8-470E-B8C5-78EE87C96E4E}" destId="{44E81D97-66B6-42E7-91B2-198B9410560C}" srcOrd="0" destOrd="0" presId="urn:microsoft.com/office/officeart/2005/8/layout/balance1"/>
    <dgm:cxn modelId="{C82A9BDD-B2B8-4FBF-90D5-BC3D8D3F9AFE}" type="presParOf" srcId="{067B2893-13F8-470E-B8C5-78EE87C96E4E}" destId="{0A5A8852-148E-42CB-B26E-D7AB6EFE5639}" srcOrd="1" destOrd="0" presId="urn:microsoft.com/office/officeart/2005/8/layout/balance1"/>
    <dgm:cxn modelId="{62DE075F-B256-46BD-AF25-25F3F32312D7}" type="presParOf" srcId="{0A5A8852-148E-42CB-B26E-D7AB6EFE5639}" destId="{8FB7A985-A13C-4535-9554-2FEC635DADB2}" srcOrd="0" destOrd="0" presId="urn:microsoft.com/office/officeart/2005/8/layout/balance1"/>
    <dgm:cxn modelId="{EEB87CAB-E7F4-444F-807E-07A946D4B673}" type="presParOf" srcId="{0A5A8852-148E-42CB-B26E-D7AB6EFE5639}" destId="{A397673A-7326-4686-80DB-276D2279729F}" srcOrd="1" destOrd="0" presId="urn:microsoft.com/office/officeart/2005/8/layout/balance1"/>
    <dgm:cxn modelId="{4971B60E-E93A-4CC5-9783-CD057E9F09F8}" type="presParOf" srcId="{067B2893-13F8-470E-B8C5-78EE87C96E4E}" destId="{9830282D-15AC-491B-AB91-DC7F85248DBC}" srcOrd="2" destOrd="0" presId="urn:microsoft.com/office/officeart/2005/8/layout/balance1"/>
    <dgm:cxn modelId="{00100FB4-0F95-4309-87F8-D1B7FC6204C7}" type="presParOf" srcId="{9830282D-15AC-491B-AB91-DC7F85248DBC}" destId="{2D2AE0A1-156B-4D83-9395-377B529FB4B9}" srcOrd="0" destOrd="0" presId="urn:microsoft.com/office/officeart/2005/8/layout/balance1"/>
    <dgm:cxn modelId="{4F7DF9D3-983A-4029-93AF-935B58E8356F}" type="presParOf" srcId="{9830282D-15AC-491B-AB91-DC7F85248DBC}" destId="{5143B11A-B367-4080-AC29-85DBCD0225FB}" srcOrd="1" destOrd="0" presId="urn:microsoft.com/office/officeart/2005/8/layout/balance1"/>
    <dgm:cxn modelId="{5912D9CC-ACA6-4746-9B81-327D9DF94449}" type="presParOf" srcId="{9830282D-15AC-491B-AB91-DC7F85248DBC}" destId="{737F23A0-7BFD-47F8-A846-DD131B4676DF}" srcOrd="2" destOrd="0" presId="urn:microsoft.com/office/officeart/2005/8/layout/balance1"/>
    <dgm:cxn modelId="{394B8130-7718-4EC8-B05F-4582581C4F54}" type="presParOf" srcId="{9830282D-15AC-491B-AB91-DC7F85248DBC}" destId="{A854A76E-D983-47E1-9E03-7B600BA77826}" srcOrd="3" destOrd="0" presId="urn:microsoft.com/office/officeart/2005/8/layout/balance1"/>
    <dgm:cxn modelId="{BE1B3910-2D73-4812-A800-9CAF3DCB4A73}" type="presParOf" srcId="{9830282D-15AC-491B-AB91-DC7F85248DBC}" destId="{617C7C83-CD86-4EA3-9C15-322049BCE65C}" srcOrd="4" destOrd="0" presId="urn:microsoft.com/office/officeart/2005/8/layout/balance1"/>
    <dgm:cxn modelId="{0616DB61-AD62-493D-86E4-0BC727CEC33C}" type="presParOf" srcId="{9830282D-15AC-491B-AB91-DC7F85248DBC}" destId="{03AF0741-F1B8-478E-BADE-19AC256845AE}" srcOrd="5" destOrd="0" presId="urn:microsoft.com/office/officeart/2005/8/layout/balance1"/>
    <dgm:cxn modelId="{43051874-48CA-4CC7-B252-E2BD8132B51F}" type="presParOf" srcId="{9830282D-15AC-491B-AB91-DC7F85248DBC}" destId="{33EDA83D-5ACE-462C-8CB0-94901517B7D7}" srcOrd="6" destOrd="0" presId="urn:microsoft.com/office/officeart/2005/8/layout/balance1"/>
    <dgm:cxn modelId="{D0D11D1A-5D3E-4AED-9665-A5F312387059}" type="presParOf" srcId="{9830282D-15AC-491B-AB91-DC7F85248DBC}" destId="{34F31D01-14F0-4D66-9848-F49EEDD4033D}" srcOrd="7" destOrd="0" presId="urn:microsoft.com/office/officeart/2005/8/layout/balance1"/>
    <dgm:cxn modelId="{831F1B85-2EEA-4E30-9EBA-D491FE689275}" type="presParOf" srcId="{9830282D-15AC-491B-AB91-DC7F85248DBC}" destId="{2EA7EB0F-1624-40DA-92C4-A8E13EC7A817}" srcOrd="8"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4453627-57B0-4538-AF5F-3E3A5AE92A16}"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fr-FR"/>
        </a:p>
      </dgm:t>
    </dgm:pt>
    <dgm:pt modelId="{2129840B-2843-4FD5-A9E5-D6AAE987D56F}">
      <dgm:prSet phldrT="[Texte]"/>
      <dgm:spPr>
        <a:solidFill>
          <a:srgbClr val="3494BA"/>
        </a:solidFill>
      </dgm:spPr>
      <dgm:t>
        <a:bodyPr/>
        <a:lstStyle/>
        <a:p>
          <a:r>
            <a:rPr lang="en-US" noProof="0" dirty="0">
              <a:solidFill>
                <a:schemeClr val="bg1"/>
              </a:solidFill>
            </a:rPr>
            <a:t>Arguments to engage in the Community</a:t>
          </a:r>
        </a:p>
      </dgm:t>
    </dgm:pt>
    <dgm:pt modelId="{73920017-53B8-42C9-8955-8075C6AC98E0}" type="parTrans" cxnId="{EE30A1FF-CC4C-439C-9E14-0D8385B57630}">
      <dgm:prSet/>
      <dgm:spPr/>
      <dgm:t>
        <a:bodyPr/>
        <a:lstStyle/>
        <a:p>
          <a:endParaRPr lang="fr-FR"/>
        </a:p>
      </dgm:t>
    </dgm:pt>
    <dgm:pt modelId="{AA0857BF-50CB-453F-83DF-14C5F47D33CD}" type="sibTrans" cxnId="{EE30A1FF-CC4C-439C-9E14-0D8385B57630}">
      <dgm:prSet/>
      <dgm:spPr/>
      <dgm:t>
        <a:bodyPr/>
        <a:lstStyle/>
        <a:p>
          <a:endParaRPr lang="fr-FR"/>
        </a:p>
      </dgm:t>
    </dgm:pt>
    <dgm:pt modelId="{A4A16339-C8B8-4939-97AB-B87A9F3DEC88}">
      <dgm:prSet phldrT="[Texte]"/>
      <dgm:spPr>
        <a:solidFill>
          <a:srgbClr val="3494BA"/>
        </a:solidFill>
      </dgm:spPr>
      <dgm:t>
        <a:bodyPr/>
        <a:lstStyle/>
        <a:p>
          <a:r>
            <a:rPr lang="en-US" noProof="0" dirty="0"/>
            <a:t>Value provided by the Community on a professional level</a:t>
          </a:r>
        </a:p>
      </dgm:t>
    </dgm:pt>
    <dgm:pt modelId="{D833D8BD-1897-437E-BF3C-A3AC45C37F09}" type="parTrans" cxnId="{62693D1C-12A9-468D-992B-EF3D7B414D30}">
      <dgm:prSet/>
      <dgm:spPr/>
      <dgm:t>
        <a:bodyPr/>
        <a:lstStyle/>
        <a:p>
          <a:endParaRPr lang="fr-FR"/>
        </a:p>
      </dgm:t>
    </dgm:pt>
    <dgm:pt modelId="{4E57A1C1-C477-4C12-A3D8-31D9F67FB426}" type="sibTrans" cxnId="{62693D1C-12A9-468D-992B-EF3D7B414D30}">
      <dgm:prSet/>
      <dgm:spPr/>
      <dgm:t>
        <a:bodyPr/>
        <a:lstStyle/>
        <a:p>
          <a:endParaRPr lang="fr-FR"/>
        </a:p>
      </dgm:t>
    </dgm:pt>
    <dgm:pt modelId="{A71421AF-D0BC-481A-8FF7-56CA8550B489}">
      <dgm:prSet phldrT="[Texte]"/>
      <dgm:spPr>
        <a:solidFill>
          <a:srgbClr val="3494BA"/>
        </a:solidFill>
      </dgm:spPr>
      <dgm:t>
        <a:bodyPr/>
        <a:lstStyle/>
        <a:p>
          <a:r>
            <a:rPr lang="en-US" noProof="0" dirty="0"/>
            <a:t>Value provided by the Community on a personal level</a:t>
          </a:r>
        </a:p>
      </dgm:t>
    </dgm:pt>
    <dgm:pt modelId="{26FCD2C9-0812-4199-88D1-45C2B13A4814}" type="parTrans" cxnId="{BC2CA4E3-32E4-4202-98C7-9CD74514ACA2}">
      <dgm:prSet/>
      <dgm:spPr/>
      <dgm:t>
        <a:bodyPr/>
        <a:lstStyle/>
        <a:p>
          <a:endParaRPr lang="fr-FR"/>
        </a:p>
      </dgm:t>
    </dgm:pt>
    <dgm:pt modelId="{2558E445-F12B-4D68-81BA-BAE050077EF4}" type="sibTrans" cxnId="{BC2CA4E3-32E4-4202-98C7-9CD74514ACA2}">
      <dgm:prSet/>
      <dgm:spPr/>
      <dgm:t>
        <a:bodyPr/>
        <a:lstStyle/>
        <a:p>
          <a:endParaRPr lang="fr-FR"/>
        </a:p>
      </dgm:t>
    </dgm:pt>
    <dgm:pt modelId="{AB4B7C9F-DB59-4A84-9441-754554B0FE04}">
      <dgm:prSet phldrT="[Texte]"/>
      <dgm:spPr>
        <a:solidFill>
          <a:srgbClr val="EC7B2B"/>
        </a:solidFill>
      </dgm:spPr>
      <dgm:t>
        <a:bodyPr/>
        <a:lstStyle/>
        <a:p>
          <a:r>
            <a:rPr lang="en-US" noProof="0" dirty="0"/>
            <a:t>Arguments to disengage from the Community</a:t>
          </a:r>
        </a:p>
      </dgm:t>
    </dgm:pt>
    <dgm:pt modelId="{D8A54461-E777-4249-A64B-16CD68065FDD}" type="parTrans" cxnId="{32E20A19-0B48-429F-9BD4-FAB71F353CCD}">
      <dgm:prSet/>
      <dgm:spPr/>
      <dgm:t>
        <a:bodyPr/>
        <a:lstStyle/>
        <a:p>
          <a:endParaRPr lang="fr-FR"/>
        </a:p>
      </dgm:t>
    </dgm:pt>
    <dgm:pt modelId="{34769596-64C8-4133-A0A2-DA4D83501A3D}" type="sibTrans" cxnId="{32E20A19-0B48-429F-9BD4-FAB71F353CCD}">
      <dgm:prSet/>
      <dgm:spPr/>
      <dgm:t>
        <a:bodyPr/>
        <a:lstStyle/>
        <a:p>
          <a:endParaRPr lang="fr-FR"/>
        </a:p>
      </dgm:t>
    </dgm:pt>
    <dgm:pt modelId="{AE29CD35-B490-4A1D-84B7-3686FBAEE9C5}">
      <dgm:prSet phldrT="[Texte]"/>
      <dgm:spPr>
        <a:solidFill>
          <a:srgbClr val="EC7B2B"/>
        </a:solidFill>
      </dgm:spPr>
      <dgm:t>
        <a:bodyPr/>
        <a:lstStyle/>
        <a:p>
          <a:r>
            <a:rPr lang="en-US" noProof="0" dirty="0">
              <a:solidFill>
                <a:schemeClr val="tx1"/>
              </a:solidFill>
            </a:rPr>
            <a:t>Professional priorities</a:t>
          </a:r>
        </a:p>
      </dgm:t>
    </dgm:pt>
    <dgm:pt modelId="{5BDE4B5E-78C2-4799-BE33-E6AAD63BBE06}" type="parTrans" cxnId="{225EB2F5-BAE6-4D40-968D-C65459D30BD4}">
      <dgm:prSet/>
      <dgm:spPr/>
      <dgm:t>
        <a:bodyPr/>
        <a:lstStyle/>
        <a:p>
          <a:endParaRPr lang="fr-FR"/>
        </a:p>
      </dgm:t>
    </dgm:pt>
    <dgm:pt modelId="{24D2B6F4-B40D-473F-82AB-8F0729217702}" type="sibTrans" cxnId="{225EB2F5-BAE6-4D40-968D-C65459D30BD4}">
      <dgm:prSet/>
      <dgm:spPr/>
      <dgm:t>
        <a:bodyPr/>
        <a:lstStyle/>
        <a:p>
          <a:endParaRPr lang="fr-FR"/>
        </a:p>
      </dgm:t>
    </dgm:pt>
    <dgm:pt modelId="{EFDC0516-554E-4118-B1F8-AC6CB388254F}">
      <dgm:prSet phldrT="[Texte]"/>
      <dgm:spPr>
        <a:solidFill>
          <a:srgbClr val="EC7B2B"/>
        </a:solidFill>
      </dgm:spPr>
      <dgm:t>
        <a:bodyPr/>
        <a:lstStyle/>
        <a:p>
          <a:r>
            <a:rPr lang="en-US" noProof="0" dirty="0">
              <a:solidFill>
                <a:schemeClr val="tx1"/>
              </a:solidFill>
            </a:rPr>
            <a:t>Logistical constraints </a:t>
          </a:r>
        </a:p>
      </dgm:t>
    </dgm:pt>
    <dgm:pt modelId="{E687A85C-D292-4BC3-8373-E135E75D4762}" type="parTrans" cxnId="{3E5B9473-DF9A-4DF4-B2FD-BD05BB93888A}">
      <dgm:prSet/>
      <dgm:spPr/>
      <dgm:t>
        <a:bodyPr/>
        <a:lstStyle/>
        <a:p>
          <a:endParaRPr lang="fr-FR"/>
        </a:p>
      </dgm:t>
    </dgm:pt>
    <dgm:pt modelId="{A4E999DC-3784-43E7-8AF8-A95597ED3950}" type="sibTrans" cxnId="{3E5B9473-DF9A-4DF4-B2FD-BD05BB93888A}">
      <dgm:prSet/>
      <dgm:spPr/>
      <dgm:t>
        <a:bodyPr/>
        <a:lstStyle/>
        <a:p>
          <a:endParaRPr lang="fr-FR"/>
        </a:p>
      </dgm:t>
    </dgm:pt>
    <dgm:pt modelId="{EC7761D0-B2E3-4E41-9154-29A2DC3C566B}">
      <dgm:prSet phldrT="[Texte]"/>
      <dgm:spPr>
        <a:solidFill>
          <a:srgbClr val="EC7B2B"/>
        </a:solidFill>
      </dgm:spPr>
      <dgm:t>
        <a:bodyPr/>
        <a:lstStyle/>
        <a:p>
          <a:r>
            <a:rPr lang="en-US" noProof="0" dirty="0">
              <a:solidFill>
                <a:schemeClr val="tx1"/>
              </a:solidFill>
            </a:rPr>
            <a:t>Personal priorities</a:t>
          </a:r>
        </a:p>
      </dgm:t>
    </dgm:pt>
    <dgm:pt modelId="{B3ADC4F7-E1BB-4663-A77D-70744043AED3}" type="parTrans" cxnId="{6EE871DA-2642-482A-951A-1AD0CEEAF1A3}">
      <dgm:prSet/>
      <dgm:spPr/>
      <dgm:t>
        <a:bodyPr/>
        <a:lstStyle/>
        <a:p>
          <a:endParaRPr lang="fr-FR"/>
        </a:p>
      </dgm:t>
    </dgm:pt>
    <dgm:pt modelId="{6848F4C6-5FEC-41D4-B9B0-18880E845800}" type="sibTrans" cxnId="{6EE871DA-2642-482A-951A-1AD0CEEAF1A3}">
      <dgm:prSet/>
      <dgm:spPr/>
      <dgm:t>
        <a:bodyPr/>
        <a:lstStyle/>
        <a:p>
          <a:endParaRPr lang="fr-FR"/>
        </a:p>
      </dgm:t>
    </dgm:pt>
    <dgm:pt modelId="{E29C6483-1EC6-44E2-8AAC-3C62CEC72881}">
      <dgm:prSet phldrT="[Texte]"/>
      <dgm:spPr>
        <a:solidFill>
          <a:srgbClr val="3494BA"/>
        </a:solidFill>
      </dgm:spPr>
      <dgm:t>
        <a:bodyPr/>
        <a:lstStyle/>
        <a:p>
          <a:r>
            <a:rPr lang="en-US" noProof="0" dirty="0"/>
            <a:t>Logistical convenience of community activities</a:t>
          </a:r>
        </a:p>
      </dgm:t>
    </dgm:pt>
    <dgm:pt modelId="{BA4C827B-E3D8-4551-AFBB-2AEA57C872E6}" type="parTrans" cxnId="{76241224-6935-4CD8-B569-70B8F58CA633}">
      <dgm:prSet/>
      <dgm:spPr/>
      <dgm:t>
        <a:bodyPr/>
        <a:lstStyle/>
        <a:p>
          <a:endParaRPr lang="en-US"/>
        </a:p>
      </dgm:t>
    </dgm:pt>
    <dgm:pt modelId="{8315E50F-A58D-46A8-8015-A28F52DEFFBA}" type="sibTrans" cxnId="{76241224-6935-4CD8-B569-70B8F58CA633}">
      <dgm:prSet/>
      <dgm:spPr/>
      <dgm:t>
        <a:bodyPr/>
        <a:lstStyle/>
        <a:p>
          <a:endParaRPr lang="en-US"/>
        </a:p>
      </dgm:t>
    </dgm:pt>
    <dgm:pt modelId="{067B2893-13F8-470E-B8C5-78EE87C96E4E}" type="pres">
      <dgm:prSet presAssocID="{A4453627-57B0-4538-AF5F-3E3A5AE92A16}" presName="outerComposite" presStyleCnt="0">
        <dgm:presLayoutVars>
          <dgm:chMax val="2"/>
          <dgm:animLvl val="lvl"/>
          <dgm:resizeHandles val="exact"/>
        </dgm:presLayoutVars>
      </dgm:prSet>
      <dgm:spPr/>
    </dgm:pt>
    <dgm:pt modelId="{44E81D97-66B6-42E7-91B2-198B9410560C}" type="pres">
      <dgm:prSet presAssocID="{A4453627-57B0-4538-AF5F-3E3A5AE92A16}" presName="dummyMaxCanvas" presStyleCnt="0"/>
      <dgm:spPr/>
    </dgm:pt>
    <dgm:pt modelId="{0A5A8852-148E-42CB-B26E-D7AB6EFE5639}" type="pres">
      <dgm:prSet presAssocID="{A4453627-57B0-4538-AF5F-3E3A5AE92A16}" presName="parentComposite" presStyleCnt="0"/>
      <dgm:spPr/>
    </dgm:pt>
    <dgm:pt modelId="{8FB7A985-A13C-4535-9554-2FEC635DADB2}" type="pres">
      <dgm:prSet presAssocID="{A4453627-57B0-4538-AF5F-3E3A5AE92A16}" presName="parent1" presStyleLbl="alignAccFollowNode1" presStyleIdx="0" presStyleCnt="4">
        <dgm:presLayoutVars>
          <dgm:chMax val="4"/>
        </dgm:presLayoutVars>
      </dgm:prSet>
      <dgm:spPr/>
    </dgm:pt>
    <dgm:pt modelId="{A397673A-7326-4686-80DB-276D2279729F}" type="pres">
      <dgm:prSet presAssocID="{A4453627-57B0-4538-AF5F-3E3A5AE92A16}" presName="parent2" presStyleLbl="alignAccFollowNode1" presStyleIdx="1" presStyleCnt="4">
        <dgm:presLayoutVars>
          <dgm:chMax val="4"/>
        </dgm:presLayoutVars>
      </dgm:prSet>
      <dgm:spPr/>
    </dgm:pt>
    <dgm:pt modelId="{9830282D-15AC-491B-AB91-DC7F85248DBC}" type="pres">
      <dgm:prSet presAssocID="{A4453627-57B0-4538-AF5F-3E3A5AE92A16}" presName="childrenComposite" presStyleCnt="0"/>
      <dgm:spPr/>
    </dgm:pt>
    <dgm:pt modelId="{2D2AE0A1-156B-4D83-9395-377B529FB4B9}" type="pres">
      <dgm:prSet presAssocID="{A4453627-57B0-4538-AF5F-3E3A5AE92A16}" presName="dummyMaxCanvas_ChildArea" presStyleCnt="0"/>
      <dgm:spPr/>
    </dgm:pt>
    <dgm:pt modelId="{5143B11A-B367-4080-AC29-85DBCD0225FB}" type="pres">
      <dgm:prSet presAssocID="{A4453627-57B0-4538-AF5F-3E3A5AE92A16}" presName="fulcrum" presStyleLbl="alignAccFollowNode1" presStyleIdx="2" presStyleCnt="4"/>
      <dgm:spPr/>
    </dgm:pt>
    <dgm:pt modelId="{737F23A0-7BFD-47F8-A846-DD131B4676DF}" type="pres">
      <dgm:prSet presAssocID="{A4453627-57B0-4538-AF5F-3E3A5AE92A16}" presName="balance_33" presStyleLbl="alignAccFollowNode1" presStyleIdx="3" presStyleCnt="4">
        <dgm:presLayoutVars>
          <dgm:bulletEnabled val="1"/>
        </dgm:presLayoutVars>
      </dgm:prSet>
      <dgm:spPr/>
    </dgm:pt>
    <dgm:pt modelId="{A854A76E-D983-47E1-9E03-7B600BA77826}" type="pres">
      <dgm:prSet presAssocID="{A4453627-57B0-4538-AF5F-3E3A5AE92A16}" presName="right_33_1" presStyleLbl="node1" presStyleIdx="0" presStyleCnt="6">
        <dgm:presLayoutVars>
          <dgm:bulletEnabled val="1"/>
        </dgm:presLayoutVars>
      </dgm:prSet>
      <dgm:spPr/>
    </dgm:pt>
    <dgm:pt modelId="{617C7C83-CD86-4EA3-9C15-322049BCE65C}" type="pres">
      <dgm:prSet presAssocID="{A4453627-57B0-4538-AF5F-3E3A5AE92A16}" presName="right_33_2" presStyleLbl="node1" presStyleIdx="1" presStyleCnt="6">
        <dgm:presLayoutVars>
          <dgm:bulletEnabled val="1"/>
        </dgm:presLayoutVars>
      </dgm:prSet>
      <dgm:spPr/>
    </dgm:pt>
    <dgm:pt modelId="{03AF0741-F1B8-478E-BADE-19AC256845AE}" type="pres">
      <dgm:prSet presAssocID="{A4453627-57B0-4538-AF5F-3E3A5AE92A16}" presName="right_33_3" presStyleLbl="node1" presStyleIdx="2" presStyleCnt="6">
        <dgm:presLayoutVars>
          <dgm:bulletEnabled val="1"/>
        </dgm:presLayoutVars>
      </dgm:prSet>
      <dgm:spPr/>
    </dgm:pt>
    <dgm:pt modelId="{33EDA83D-5ACE-462C-8CB0-94901517B7D7}" type="pres">
      <dgm:prSet presAssocID="{A4453627-57B0-4538-AF5F-3E3A5AE92A16}" presName="left_33_1" presStyleLbl="node1" presStyleIdx="3" presStyleCnt="6">
        <dgm:presLayoutVars>
          <dgm:bulletEnabled val="1"/>
        </dgm:presLayoutVars>
      </dgm:prSet>
      <dgm:spPr/>
    </dgm:pt>
    <dgm:pt modelId="{34F31D01-14F0-4D66-9848-F49EEDD4033D}" type="pres">
      <dgm:prSet presAssocID="{A4453627-57B0-4538-AF5F-3E3A5AE92A16}" presName="left_33_2" presStyleLbl="node1" presStyleIdx="4" presStyleCnt="6">
        <dgm:presLayoutVars>
          <dgm:bulletEnabled val="1"/>
        </dgm:presLayoutVars>
      </dgm:prSet>
      <dgm:spPr/>
    </dgm:pt>
    <dgm:pt modelId="{2EA7EB0F-1624-40DA-92C4-A8E13EC7A817}" type="pres">
      <dgm:prSet presAssocID="{A4453627-57B0-4538-AF5F-3E3A5AE92A16}" presName="left_33_3" presStyleLbl="node1" presStyleIdx="5" presStyleCnt="6">
        <dgm:presLayoutVars>
          <dgm:bulletEnabled val="1"/>
        </dgm:presLayoutVars>
      </dgm:prSet>
      <dgm:spPr/>
    </dgm:pt>
  </dgm:ptLst>
  <dgm:cxnLst>
    <dgm:cxn modelId="{32E20A19-0B48-429F-9BD4-FAB71F353CCD}" srcId="{A4453627-57B0-4538-AF5F-3E3A5AE92A16}" destId="{AB4B7C9F-DB59-4A84-9441-754554B0FE04}" srcOrd="1" destOrd="0" parTransId="{D8A54461-E777-4249-A64B-16CD68065FDD}" sibTransId="{34769596-64C8-4133-A0A2-DA4D83501A3D}"/>
    <dgm:cxn modelId="{62693D1C-12A9-468D-992B-EF3D7B414D30}" srcId="{2129840B-2843-4FD5-A9E5-D6AAE987D56F}" destId="{A4A16339-C8B8-4939-97AB-B87A9F3DEC88}" srcOrd="0" destOrd="0" parTransId="{D833D8BD-1897-437E-BF3C-A3AC45C37F09}" sibTransId="{4E57A1C1-C477-4C12-A3D8-31D9F67FB426}"/>
    <dgm:cxn modelId="{76241224-6935-4CD8-B569-70B8F58CA633}" srcId="{2129840B-2843-4FD5-A9E5-D6AAE987D56F}" destId="{E29C6483-1EC6-44E2-8AAC-3C62CEC72881}" srcOrd="1" destOrd="0" parTransId="{BA4C827B-E3D8-4551-AFBB-2AEA57C872E6}" sibTransId="{8315E50F-A58D-46A8-8015-A28F52DEFFBA}"/>
    <dgm:cxn modelId="{4416CB2F-925F-435F-B04C-73EDD0AE613B}" type="presOf" srcId="{EC7761D0-B2E3-4E41-9154-29A2DC3C566B}" destId="{03AF0741-F1B8-478E-BADE-19AC256845AE}" srcOrd="0" destOrd="0" presId="urn:microsoft.com/office/officeart/2005/8/layout/balance1"/>
    <dgm:cxn modelId="{964C2B35-57AD-4ADF-A99C-5AD2516C3A85}" type="presOf" srcId="{AB4B7C9F-DB59-4A84-9441-754554B0FE04}" destId="{A397673A-7326-4686-80DB-276D2279729F}" srcOrd="0" destOrd="0" presId="urn:microsoft.com/office/officeart/2005/8/layout/balance1"/>
    <dgm:cxn modelId="{D0D0C960-925A-49C3-83D8-A7F086A556E2}" type="presOf" srcId="{EFDC0516-554E-4118-B1F8-AC6CB388254F}" destId="{617C7C83-CD86-4EA3-9C15-322049BCE65C}" srcOrd="0" destOrd="0" presId="urn:microsoft.com/office/officeart/2005/8/layout/balance1"/>
    <dgm:cxn modelId="{EB75CD52-9204-49F8-899E-7B45619EF49D}" type="presOf" srcId="{2129840B-2843-4FD5-A9E5-D6AAE987D56F}" destId="{8FB7A985-A13C-4535-9554-2FEC635DADB2}" srcOrd="0" destOrd="0" presId="urn:microsoft.com/office/officeart/2005/8/layout/balance1"/>
    <dgm:cxn modelId="{3E5B9473-DF9A-4DF4-B2FD-BD05BB93888A}" srcId="{AB4B7C9F-DB59-4A84-9441-754554B0FE04}" destId="{EFDC0516-554E-4118-B1F8-AC6CB388254F}" srcOrd="1" destOrd="0" parTransId="{E687A85C-D292-4BC3-8373-E135E75D4762}" sibTransId="{A4E999DC-3784-43E7-8AF8-A95597ED3950}"/>
    <dgm:cxn modelId="{E343078F-5AC4-4BC0-964A-C33BF8C79FB0}" type="presOf" srcId="{A71421AF-D0BC-481A-8FF7-56CA8550B489}" destId="{2EA7EB0F-1624-40DA-92C4-A8E13EC7A817}" srcOrd="0" destOrd="0" presId="urn:microsoft.com/office/officeart/2005/8/layout/balance1"/>
    <dgm:cxn modelId="{9ECE029C-739D-4ABB-B25A-4F694503FE15}" type="presOf" srcId="{A4453627-57B0-4538-AF5F-3E3A5AE92A16}" destId="{067B2893-13F8-470E-B8C5-78EE87C96E4E}" srcOrd="0" destOrd="0" presId="urn:microsoft.com/office/officeart/2005/8/layout/balance1"/>
    <dgm:cxn modelId="{C2B016AA-26C0-4CD5-A37C-9A90C79FF84B}" type="presOf" srcId="{A4A16339-C8B8-4939-97AB-B87A9F3DEC88}" destId="{33EDA83D-5ACE-462C-8CB0-94901517B7D7}" srcOrd="0" destOrd="0" presId="urn:microsoft.com/office/officeart/2005/8/layout/balance1"/>
    <dgm:cxn modelId="{832CA4B6-25ED-4C5A-9997-B53CFCF5D9A9}" type="presOf" srcId="{AE29CD35-B490-4A1D-84B7-3686FBAEE9C5}" destId="{A854A76E-D983-47E1-9E03-7B600BA77826}" srcOrd="0" destOrd="0" presId="urn:microsoft.com/office/officeart/2005/8/layout/balance1"/>
    <dgm:cxn modelId="{BDAA74C2-4873-4F23-9CEF-7B4A72C1FB7D}" type="presOf" srcId="{E29C6483-1EC6-44E2-8AAC-3C62CEC72881}" destId="{34F31D01-14F0-4D66-9848-F49EEDD4033D}" srcOrd="0" destOrd="0" presId="urn:microsoft.com/office/officeart/2005/8/layout/balance1"/>
    <dgm:cxn modelId="{6EE871DA-2642-482A-951A-1AD0CEEAF1A3}" srcId="{AB4B7C9F-DB59-4A84-9441-754554B0FE04}" destId="{EC7761D0-B2E3-4E41-9154-29A2DC3C566B}" srcOrd="2" destOrd="0" parTransId="{B3ADC4F7-E1BB-4663-A77D-70744043AED3}" sibTransId="{6848F4C6-5FEC-41D4-B9B0-18880E845800}"/>
    <dgm:cxn modelId="{BC2CA4E3-32E4-4202-98C7-9CD74514ACA2}" srcId="{2129840B-2843-4FD5-A9E5-D6AAE987D56F}" destId="{A71421AF-D0BC-481A-8FF7-56CA8550B489}" srcOrd="2" destOrd="0" parTransId="{26FCD2C9-0812-4199-88D1-45C2B13A4814}" sibTransId="{2558E445-F12B-4D68-81BA-BAE050077EF4}"/>
    <dgm:cxn modelId="{225EB2F5-BAE6-4D40-968D-C65459D30BD4}" srcId="{AB4B7C9F-DB59-4A84-9441-754554B0FE04}" destId="{AE29CD35-B490-4A1D-84B7-3686FBAEE9C5}" srcOrd="0" destOrd="0" parTransId="{5BDE4B5E-78C2-4799-BE33-E6AAD63BBE06}" sibTransId="{24D2B6F4-B40D-473F-82AB-8F0729217702}"/>
    <dgm:cxn modelId="{EE30A1FF-CC4C-439C-9E14-0D8385B57630}" srcId="{A4453627-57B0-4538-AF5F-3E3A5AE92A16}" destId="{2129840B-2843-4FD5-A9E5-D6AAE987D56F}" srcOrd="0" destOrd="0" parTransId="{73920017-53B8-42C9-8955-8075C6AC98E0}" sibTransId="{AA0857BF-50CB-453F-83DF-14C5F47D33CD}"/>
    <dgm:cxn modelId="{DEECD6A2-3D0D-47AF-B02C-68FDD5962A31}" type="presParOf" srcId="{067B2893-13F8-470E-B8C5-78EE87C96E4E}" destId="{44E81D97-66B6-42E7-91B2-198B9410560C}" srcOrd="0" destOrd="0" presId="urn:microsoft.com/office/officeart/2005/8/layout/balance1"/>
    <dgm:cxn modelId="{C82A9BDD-B2B8-4FBF-90D5-BC3D8D3F9AFE}" type="presParOf" srcId="{067B2893-13F8-470E-B8C5-78EE87C96E4E}" destId="{0A5A8852-148E-42CB-B26E-D7AB6EFE5639}" srcOrd="1" destOrd="0" presId="urn:microsoft.com/office/officeart/2005/8/layout/balance1"/>
    <dgm:cxn modelId="{62DE075F-B256-46BD-AF25-25F3F32312D7}" type="presParOf" srcId="{0A5A8852-148E-42CB-B26E-D7AB6EFE5639}" destId="{8FB7A985-A13C-4535-9554-2FEC635DADB2}" srcOrd="0" destOrd="0" presId="urn:microsoft.com/office/officeart/2005/8/layout/balance1"/>
    <dgm:cxn modelId="{EEB87CAB-E7F4-444F-807E-07A946D4B673}" type="presParOf" srcId="{0A5A8852-148E-42CB-B26E-D7AB6EFE5639}" destId="{A397673A-7326-4686-80DB-276D2279729F}" srcOrd="1" destOrd="0" presId="urn:microsoft.com/office/officeart/2005/8/layout/balance1"/>
    <dgm:cxn modelId="{4971B60E-E93A-4CC5-9783-CD057E9F09F8}" type="presParOf" srcId="{067B2893-13F8-470E-B8C5-78EE87C96E4E}" destId="{9830282D-15AC-491B-AB91-DC7F85248DBC}" srcOrd="2" destOrd="0" presId="urn:microsoft.com/office/officeart/2005/8/layout/balance1"/>
    <dgm:cxn modelId="{00100FB4-0F95-4309-87F8-D1B7FC6204C7}" type="presParOf" srcId="{9830282D-15AC-491B-AB91-DC7F85248DBC}" destId="{2D2AE0A1-156B-4D83-9395-377B529FB4B9}" srcOrd="0" destOrd="0" presId="urn:microsoft.com/office/officeart/2005/8/layout/balance1"/>
    <dgm:cxn modelId="{4F7DF9D3-983A-4029-93AF-935B58E8356F}" type="presParOf" srcId="{9830282D-15AC-491B-AB91-DC7F85248DBC}" destId="{5143B11A-B367-4080-AC29-85DBCD0225FB}" srcOrd="1" destOrd="0" presId="urn:microsoft.com/office/officeart/2005/8/layout/balance1"/>
    <dgm:cxn modelId="{5912D9CC-ACA6-4746-9B81-327D9DF94449}" type="presParOf" srcId="{9830282D-15AC-491B-AB91-DC7F85248DBC}" destId="{737F23A0-7BFD-47F8-A846-DD131B4676DF}" srcOrd="2" destOrd="0" presId="urn:microsoft.com/office/officeart/2005/8/layout/balance1"/>
    <dgm:cxn modelId="{394B8130-7718-4EC8-B05F-4582581C4F54}" type="presParOf" srcId="{9830282D-15AC-491B-AB91-DC7F85248DBC}" destId="{A854A76E-D983-47E1-9E03-7B600BA77826}" srcOrd="3" destOrd="0" presId="urn:microsoft.com/office/officeart/2005/8/layout/balance1"/>
    <dgm:cxn modelId="{BE1B3910-2D73-4812-A800-9CAF3DCB4A73}" type="presParOf" srcId="{9830282D-15AC-491B-AB91-DC7F85248DBC}" destId="{617C7C83-CD86-4EA3-9C15-322049BCE65C}" srcOrd="4" destOrd="0" presId="urn:microsoft.com/office/officeart/2005/8/layout/balance1"/>
    <dgm:cxn modelId="{0616DB61-AD62-493D-86E4-0BC727CEC33C}" type="presParOf" srcId="{9830282D-15AC-491B-AB91-DC7F85248DBC}" destId="{03AF0741-F1B8-478E-BADE-19AC256845AE}" srcOrd="5" destOrd="0" presId="urn:microsoft.com/office/officeart/2005/8/layout/balance1"/>
    <dgm:cxn modelId="{43051874-48CA-4CC7-B252-E2BD8132B51F}" type="presParOf" srcId="{9830282D-15AC-491B-AB91-DC7F85248DBC}" destId="{33EDA83D-5ACE-462C-8CB0-94901517B7D7}" srcOrd="6" destOrd="0" presId="urn:microsoft.com/office/officeart/2005/8/layout/balance1"/>
    <dgm:cxn modelId="{D0D11D1A-5D3E-4AED-9665-A5F312387059}" type="presParOf" srcId="{9830282D-15AC-491B-AB91-DC7F85248DBC}" destId="{34F31D01-14F0-4D66-9848-F49EEDD4033D}" srcOrd="7" destOrd="0" presId="urn:microsoft.com/office/officeart/2005/8/layout/balance1"/>
    <dgm:cxn modelId="{831F1B85-2EEA-4E30-9EBA-D491FE689275}" type="presParOf" srcId="{9830282D-15AC-491B-AB91-DC7F85248DBC}" destId="{2EA7EB0F-1624-40DA-92C4-A8E13EC7A817}" srcOrd="8"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749CDFB-85F2-4B45-9DCB-5EB350C8BCC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AD4AF4A3-4786-4CFC-8B1B-62416CB69073}">
      <dgm:prSet phldrT="[Texte]"/>
      <dgm:spPr/>
      <dgm:t>
        <a:bodyPr/>
        <a:lstStyle/>
        <a:p>
          <a:pPr>
            <a:buNone/>
          </a:pPr>
          <a:r>
            <a:rPr lang="en-US"/>
            <a:t>Frames of reference: </a:t>
          </a:r>
        </a:p>
      </dgm:t>
    </dgm:pt>
    <dgm:pt modelId="{7A154485-0BBC-4B9C-87E8-DB24E6CD7FDA}" type="parTrans" cxnId="{71B1D13E-D9C0-459D-A890-8BAF914C1BBB}">
      <dgm:prSet/>
      <dgm:spPr/>
      <dgm:t>
        <a:bodyPr/>
        <a:lstStyle/>
        <a:p>
          <a:endParaRPr lang="en-US"/>
        </a:p>
      </dgm:t>
    </dgm:pt>
    <dgm:pt modelId="{08E52B32-7A94-430A-A2AF-309C0AA85C07}" type="sibTrans" cxnId="{71B1D13E-D9C0-459D-A890-8BAF914C1BBB}">
      <dgm:prSet/>
      <dgm:spPr/>
      <dgm:t>
        <a:bodyPr/>
        <a:lstStyle/>
        <a:p>
          <a:endParaRPr lang="en-US"/>
        </a:p>
      </dgm:t>
    </dgm:pt>
    <dgm:pt modelId="{6D482CDF-0DFE-4B05-B60F-B4A71FCF2594}">
      <dgm:prSet/>
      <dgm:spPr/>
      <dgm:t>
        <a:bodyPr/>
        <a:lstStyle/>
        <a:p>
          <a:r>
            <a:rPr lang="en-US"/>
            <a:t>7 levels of engagement in content</a:t>
          </a:r>
        </a:p>
      </dgm:t>
    </dgm:pt>
    <dgm:pt modelId="{A3E1316F-78D7-49D5-81E1-7DA4DB97898A}" type="parTrans" cxnId="{A515532E-0597-40CC-A648-C96A608A48DB}">
      <dgm:prSet/>
      <dgm:spPr/>
      <dgm:t>
        <a:bodyPr/>
        <a:lstStyle/>
        <a:p>
          <a:endParaRPr lang="en-US"/>
        </a:p>
      </dgm:t>
    </dgm:pt>
    <dgm:pt modelId="{041F28CF-2297-4DC7-96BB-D64A5F914FAD}" type="sibTrans" cxnId="{A515532E-0597-40CC-A648-C96A608A48DB}">
      <dgm:prSet/>
      <dgm:spPr/>
      <dgm:t>
        <a:bodyPr/>
        <a:lstStyle/>
        <a:p>
          <a:endParaRPr lang="en-US"/>
        </a:p>
      </dgm:t>
    </dgm:pt>
    <dgm:pt modelId="{15D7954F-3D17-4FEA-A12B-C70547D061FF}">
      <dgm:prSet/>
      <dgm:spPr/>
      <dgm:t>
        <a:bodyPr/>
        <a:lstStyle/>
        <a:p>
          <a:r>
            <a:rPr lang="en-US"/>
            <a:t>7 levels of engagement </a:t>
          </a:r>
        </a:p>
      </dgm:t>
    </dgm:pt>
    <dgm:pt modelId="{BCA95D82-7535-49F6-AE83-D2A4E863CFC3}" type="parTrans" cxnId="{CD9AF30D-8559-40A1-A6EF-ECDD2C42BC06}">
      <dgm:prSet/>
      <dgm:spPr/>
      <dgm:t>
        <a:bodyPr/>
        <a:lstStyle/>
        <a:p>
          <a:endParaRPr lang="en-US"/>
        </a:p>
      </dgm:t>
    </dgm:pt>
    <dgm:pt modelId="{67DC8CF1-895F-44DB-A6D3-84C70EF0C011}" type="sibTrans" cxnId="{CD9AF30D-8559-40A1-A6EF-ECDD2C42BC06}">
      <dgm:prSet/>
      <dgm:spPr/>
      <dgm:t>
        <a:bodyPr/>
        <a:lstStyle/>
        <a:p>
          <a:endParaRPr lang="en-US"/>
        </a:p>
      </dgm:t>
    </dgm:pt>
    <dgm:pt modelId="{DA43E7CB-3EFB-467C-AB5B-97649BCE4244}">
      <dgm:prSet/>
      <dgm:spPr/>
      <dgm:t>
        <a:bodyPr/>
        <a:lstStyle/>
        <a:p>
          <a:r>
            <a:rPr lang="en-US"/>
            <a:t>Concepts </a:t>
          </a:r>
        </a:p>
      </dgm:t>
    </dgm:pt>
    <dgm:pt modelId="{9ABC1C8F-C59B-48AF-88F4-F81C03175A67}" type="parTrans" cxnId="{88D429E5-69C1-463D-8893-B20074B49CBB}">
      <dgm:prSet/>
      <dgm:spPr/>
      <dgm:t>
        <a:bodyPr/>
        <a:lstStyle/>
        <a:p>
          <a:endParaRPr lang="en-US"/>
        </a:p>
      </dgm:t>
    </dgm:pt>
    <dgm:pt modelId="{BC73D8C8-BFF1-4396-90D2-C993E908D2C4}" type="sibTrans" cxnId="{88D429E5-69C1-463D-8893-B20074B49CBB}">
      <dgm:prSet/>
      <dgm:spPr/>
      <dgm:t>
        <a:bodyPr/>
        <a:lstStyle/>
        <a:p>
          <a:endParaRPr lang="en-US"/>
        </a:p>
      </dgm:t>
    </dgm:pt>
    <dgm:pt modelId="{BBD66B36-B20D-41D1-9810-F62F4CCB5838}">
      <dgm:prSet/>
      <dgm:spPr/>
      <dgm:t>
        <a:bodyPr/>
        <a:lstStyle/>
        <a:p>
          <a:r>
            <a:rPr lang="en-US"/>
            <a:t>Community Desert Circle</a:t>
          </a:r>
        </a:p>
      </dgm:t>
    </dgm:pt>
    <dgm:pt modelId="{8587C4F7-D0BE-4C67-BD1A-C2904884EF98}" type="parTrans" cxnId="{26E3C523-59DE-4D74-8EAD-47863868F0D6}">
      <dgm:prSet/>
      <dgm:spPr/>
      <dgm:t>
        <a:bodyPr/>
        <a:lstStyle/>
        <a:p>
          <a:endParaRPr lang="en-US"/>
        </a:p>
      </dgm:t>
    </dgm:pt>
    <dgm:pt modelId="{3FA23666-E7A4-462C-918C-6398FBF0236D}" type="sibTrans" cxnId="{26E3C523-59DE-4D74-8EAD-47863868F0D6}">
      <dgm:prSet/>
      <dgm:spPr/>
      <dgm:t>
        <a:bodyPr/>
        <a:lstStyle/>
        <a:p>
          <a:endParaRPr lang="en-US"/>
        </a:p>
      </dgm:t>
    </dgm:pt>
    <dgm:pt modelId="{5C2B1505-5599-401B-AA1B-19C6AB9F1778}">
      <dgm:prSet/>
      <dgm:spPr/>
      <dgm:t>
        <a:bodyPr/>
        <a:lstStyle/>
        <a:p>
          <a:r>
            <a:rPr lang="en-US"/>
            <a:t>Community Engagement Target</a:t>
          </a:r>
        </a:p>
      </dgm:t>
    </dgm:pt>
    <dgm:pt modelId="{24025626-E53F-40E7-B1A1-3882C8987FA1}" type="parTrans" cxnId="{498B87BE-EA5B-4533-882B-FF9787F96874}">
      <dgm:prSet/>
      <dgm:spPr/>
      <dgm:t>
        <a:bodyPr/>
        <a:lstStyle/>
        <a:p>
          <a:endParaRPr lang="en-US"/>
        </a:p>
      </dgm:t>
    </dgm:pt>
    <dgm:pt modelId="{A27EF13A-F71D-48CC-AC8E-DFF99EC143A5}" type="sibTrans" cxnId="{498B87BE-EA5B-4533-882B-FF9787F96874}">
      <dgm:prSet/>
      <dgm:spPr/>
      <dgm:t>
        <a:bodyPr/>
        <a:lstStyle/>
        <a:p>
          <a:endParaRPr lang="en-US"/>
        </a:p>
      </dgm:t>
    </dgm:pt>
    <dgm:pt modelId="{2831A330-115E-4018-B6C8-77D954EF32C1}">
      <dgm:prSet/>
      <dgm:spPr/>
      <dgm:t>
        <a:bodyPr/>
        <a:lstStyle/>
        <a:p>
          <a:r>
            <a:rPr lang="en-US"/>
            <a:t>Engagement Walls</a:t>
          </a:r>
        </a:p>
      </dgm:t>
    </dgm:pt>
    <dgm:pt modelId="{6A3958A0-09A1-4E61-817D-3BC1FE6BD303}" type="parTrans" cxnId="{24EA83CE-0D53-4294-B2C9-3C9714457DBD}">
      <dgm:prSet/>
      <dgm:spPr/>
      <dgm:t>
        <a:bodyPr/>
        <a:lstStyle/>
        <a:p>
          <a:endParaRPr lang="en-US"/>
        </a:p>
      </dgm:t>
    </dgm:pt>
    <dgm:pt modelId="{ECBB9C2A-525A-40C1-86C2-D71A3525F67B}" type="sibTrans" cxnId="{24EA83CE-0D53-4294-B2C9-3C9714457DBD}">
      <dgm:prSet/>
      <dgm:spPr/>
      <dgm:t>
        <a:bodyPr/>
        <a:lstStyle/>
        <a:p>
          <a:endParaRPr lang="en-US"/>
        </a:p>
      </dgm:t>
    </dgm:pt>
    <dgm:pt modelId="{90D46215-11D1-4C2C-8D15-DEB2C4D0B8B5}">
      <dgm:prSet/>
      <dgm:spPr/>
      <dgm:t>
        <a:bodyPr/>
        <a:lstStyle/>
        <a:p>
          <a:r>
            <a:rPr lang="en-US"/>
            <a:t>Engagement Jumps</a:t>
          </a:r>
        </a:p>
      </dgm:t>
    </dgm:pt>
    <dgm:pt modelId="{536E98CA-A245-41E4-91CA-2CFEA541983E}" type="parTrans" cxnId="{9B5844B8-7732-443E-B09B-8BDE258A3A9E}">
      <dgm:prSet/>
      <dgm:spPr/>
      <dgm:t>
        <a:bodyPr/>
        <a:lstStyle/>
        <a:p>
          <a:endParaRPr lang="en-US"/>
        </a:p>
      </dgm:t>
    </dgm:pt>
    <dgm:pt modelId="{04C22222-0E21-45CC-A2C9-52BA3528B8BB}" type="sibTrans" cxnId="{9B5844B8-7732-443E-B09B-8BDE258A3A9E}">
      <dgm:prSet/>
      <dgm:spPr/>
      <dgm:t>
        <a:bodyPr/>
        <a:lstStyle/>
        <a:p>
          <a:endParaRPr lang="en-US"/>
        </a:p>
      </dgm:t>
    </dgm:pt>
    <dgm:pt modelId="{7C74151C-4A5B-447F-8A03-57774BDB9793}">
      <dgm:prSet/>
      <dgm:spPr/>
      <dgm:t>
        <a:bodyPr/>
        <a:lstStyle/>
        <a:p>
          <a:r>
            <a:rPr lang="en-US"/>
            <a:t>Other</a:t>
          </a:r>
        </a:p>
      </dgm:t>
    </dgm:pt>
    <dgm:pt modelId="{8A2F1582-2295-4CD6-ACD5-64CE41345C2F}" type="parTrans" cxnId="{DDAFAE19-57BC-4729-88E6-B9D6CA1EF128}">
      <dgm:prSet/>
      <dgm:spPr/>
      <dgm:t>
        <a:bodyPr/>
        <a:lstStyle/>
        <a:p>
          <a:endParaRPr lang="en-US"/>
        </a:p>
      </dgm:t>
    </dgm:pt>
    <dgm:pt modelId="{B969A61E-FFDF-467D-8203-7C65D4619752}" type="sibTrans" cxnId="{DDAFAE19-57BC-4729-88E6-B9D6CA1EF128}">
      <dgm:prSet/>
      <dgm:spPr/>
      <dgm:t>
        <a:bodyPr/>
        <a:lstStyle/>
        <a:p>
          <a:endParaRPr lang="en-US"/>
        </a:p>
      </dgm:t>
    </dgm:pt>
    <dgm:pt modelId="{8C729156-DD27-44ED-868A-B16422CAB6A3}">
      <dgm:prSet/>
      <dgm:spPr/>
      <dgm:t>
        <a:bodyPr/>
        <a:lstStyle/>
        <a:p>
          <a:r>
            <a:rPr lang="en-US"/>
            <a:t>Key stories and examples</a:t>
          </a:r>
        </a:p>
      </dgm:t>
    </dgm:pt>
    <dgm:pt modelId="{29735C53-498D-43C7-AB4C-59819B1E4E59}" type="parTrans" cxnId="{9112C532-35BF-4316-8741-D681BEFC18DA}">
      <dgm:prSet/>
      <dgm:spPr/>
      <dgm:t>
        <a:bodyPr/>
        <a:lstStyle/>
        <a:p>
          <a:endParaRPr lang="en-US"/>
        </a:p>
      </dgm:t>
    </dgm:pt>
    <dgm:pt modelId="{EDA5B305-0275-465B-92C5-0752292CC23E}" type="sibTrans" cxnId="{9112C532-35BF-4316-8741-D681BEFC18DA}">
      <dgm:prSet/>
      <dgm:spPr/>
      <dgm:t>
        <a:bodyPr/>
        <a:lstStyle/>
        <a:p>
          <a:endParaRPr lang="en-US"/>
        </a:p>
      </dgm:t>
    </dgm:pt>
    <dgm:pt modelId="{95035A09-E0E3-4F4E-97F6-AD6AC930F86A}">
      <dgm:prSet/>
      <dgm:spPr/>
      <dgm:t>
        <a:bodyPr/>
        <a:lstStyle/>
        <a:p>
          <a:endParaRPr lang="en-US"/>
        </a:p>
      </dgm:t>
    </dgm:pt>
    <dgm:pt modelId="{2F470CB0-3BB9-4378-A9E3-BB0F9D21A7FB}" type="parTrans" cxnId="{98DEDD1F-A3DC-40E9-AC6D-D181F5DD8CFE}">
      <dgm:prSet/>
      <dgm:spPr/>
      <dgm:t>
        <a:bodyPr/>
        <a:lstStyle/>
        <a:p>
          <a:endParaRPr lang="en-US"/>
        </a:p>
      </dgm:t>
    </dgm:pt>
    <dgm:pt modelId="{9237A9DE-BF3D-45B5-AC6B-34498C1DDAC5}" type="sibTrans" cxnId="{98DEDD1F-A3DC-40E9-AC6D-D181F5DD8CFE}">
      <dgm:prSet/>
      <dgm:spPr/>
      <dgm:t>
        <a:bodyPr/>
        <a:lstStyle/>
        <a:p>
          <a:endParaRPr lang="en-US"/>
        </a:p>
      </dgm:t>
    </dgm:pt>
    <dgm:pt modelId="{57113144-51EA-489E-9535-00F003465B8A}">
      <dgm:prSet/>
      <dgm:spPr/>
      <dgm:t>
        <a:bodyPr/>
        <a:lstStyle/>
        <a:p>
          <a:r>
            <a:rPr lang="en-US"/>
            <a:t>Value-Content-People</a:t>
          </a:r>
        </a:p>
      </dgm:t>
    </dgm:pt>
    <dgm:pt modelId="{D2C50F78-1B32-4A3C-A133-1E7655CAE2D3}" type="parTrans" cxnId="{7D0F9BD5-E429-4C85-9EB0-8749420194E1}">
      <dgm:prSet/>
      <dgm:spPr/>
      <dgm:t>
        <a:bodyPr/>
        <a:lstStyle/>
        <a:p>
          <a:endParaRPr lang="en-US"/>
        </a:p>
      </dgm:t>
    </dgm:pt>
    <dgm:pt modelId="{B8B1EDAF-5F11-4DFA-95E5-EDABC224FAFA}" type="sibTrans" cxnId="{7D0F9BD5-E429-4C85-9EB0-8749420194E1}">
      <dgm:prSet/>
      <dgm:spPr/>
      <dgm:t>
        <a:bodyPr/>
        <a:lstStyle/>
        <a:p>
          <a:endParaRPr lang="en-US"/>
        </a:p>
      </dgm:t>
    </dgm:pt>
    <dgm:pt modelId="{7AD4FC3E-375D-49B6-973E-539E43D2B18A}">
      <dgm:prSet/>
      <dgm:spPr/>
      <dgm:t>
        <a:bodyPr/>
        <a:lstStyle/>
        <a:p>
          <a:r>
            <a:rPr lang="en-US"/>
            <a:t>Golden Engagement Circle</a:t>
          </a:r>
        </a:p>
      </dgm:t>
    </dgm:pt>
    <dgm:pt modelId="{CF1A8887-B272-46B7-A1C7-0E4C9CEC68FD}" type="parTrans" cxnId="{2ABF30B7-BFB4-4DBB-B9FF-F02B64E66A96}">
      <dgm:prSet/>
      <dgm:spPr/>
      <dgm:t>
        <a:bodyPr/>
        <a:lstStyle/>
        <a:p>
          <a:endParaRPr lang="en-US"/>
        </a:p>
      </dgm:t>
    </dgm:pt>
    <dgm:pt modelId="{901AF677-6B00-42FC-9DB8-A568E84D72FB}" type="sibTrans" cxnId="{2ABF30B7-BFB4-4DBB-B9FF-F02B64E66A96}">
      <dgm:prSet/>
      <dgm:spPr/>
      <dgm:t>
        <a:bodyPr/>
        <a:lstStyle/>
        <a:p>
          <a:endParaRPr lang="en-US"/>
        </a:p>
      </dgm:t>
    </dgm:pt>
    <dgm:pt modelId="{F6F41F99-41BB-4DCA-85B2-EA62FB9800EE}">
      <dgm:prSet/>
      <dgm:spPr/>
      <dgm:t>
        <a:bodyPr/>
        <a:lstStyle/>
        <a:p>
          <a:r>
            <a:rPr lang="en-US"/>
            <a:t>Value Momentum</a:t>
          </a:r>
        </a:p>
      </dgm:t>
    </dgm:pt>
    <dgm:pt modelId="{1AAF67CE-731A-4935-A92A-B67F4B734B3C}" type="parTrans" cxnId="{0D263862-9B46-4C87-BF15-A52BA5E71A7D}">
      <dgm:prSet/>
      <dgm:spPr/>
      <dgm:t>
        <a:bodyPr/>
        <a:lstStyle/>
        <a:p>
          <a:endParaRPr lang="en-US"/>
        </a:p>
      </dgm:t>
    </dgm:pt>
    <dgm:pt modelId="{6736A9A2-7E26-47BF-9AA8-822FD0AEB572}" type="sibTrans" cxnId="{0D263862-9B46-4C87-BF15-A52BA5E71A7D}">
      <dgm:prSet/>
      <dgm:spPr/>
      <dgm:t>
        <a:bodyPr/>
        <a:lstStyle/>
        <a:p>
          <a:endParaRPr lang="en-US"/>
        </a:p>
      </dgm:t>
    </dgm:pt>
    <dgm:pt modelId="{FF3F09ED-6D6A-4F02-A57B-ADD3A3ACD219}">
      <dgm:prSet/>
      <dgm:spPr/>
      <dgm:t>
        <a:bodyPr/>
        <a:lstStyle/>
        <a:p>
          <a:r>
            <a:rPr lang="en-US"/>
            <a:t>Engagement flow</a:t>
          </a:r>
        </a:p>
      </dgm:t>
    </dgm:pt>
    <dgm:pt modelId="{2A52CE92-E45E-420D-9C06-6D9F99F0DC7C}" type="parTrans" cxnId="{CA669A74-7C74-4942-9FB6-097BC5B7661B}">
      <dgm:prSet/>
      <dgm:spPr/>
      <dgm:t>
        <a:bodyPr/>
        <a:lstStyle/>
        <a:p>
          <a:endParaRPr lang="en-US"/>
        </a:p>
      </dgm:t>
    </dgm:pt>
    <dgm:pt modelId="{37BEF848-8541-47D0-93C7-C2B753626B85}" type="sibTrans" cxnId="{CA669A74-7C74-4942-9FB6-097BC5B7661B}">
      <dgm:prSet/>
      <dgm:spPr/>
      <dgm:t>
        <a:bodyPr/>
        <a:lstStyle/>
        <a:p>
          <a:endParaRPr lang="en-US"/>
        </a:p>
      </dgm:t>
    </dgm:pt>
    <dgm:pt modelId="{6576C69B-CEBA-42F6-A034-3D6F54BCE3A6}">
      <dgm:prSet/>
      <dgm:spPr/>
      <dgm:t>
        <a:bodyPr/>
        <a:lstStyle/>
        <a:p>
          <a:r>
            <a:rPr lang="en-US"/>
            <a:t>Link Definition, architecture, Community Artifacts</a:t>
          </a:r>
        </a:p>
      </dgm:t>
    </dgm:pt>
    <dgm:pt modelId="{935B3F9F-1114-4E82-A252-F3F16091033D}" type="parTrans" cxnId="{6D64DD3C-3CE1-4F48-8330-342A2678BB71}">
      <dgm:prSet/>
      <dgm:spPr/>
    </dgm:pt>
    <dgm:pt modelId="{A48831D6-A429-4830-96E2-AAB454C5AEC7}" type="sibTrans" cxnId="{6D64DD3C-3CE1-4F48-8330-342A2678BB71}">
      <dgm:prSet/>
      <dgm:spPr/>
    </dgm:pt>
    <dgm:pt modelId="{354B2D11-3A68-4CFF-B969-C4662FFA76F2}" type="pres">
      <dgm:prSet presAssocID="{A749CDFB-85F2-4B45-9DCB-5EB350C8BCC3}" presName="Name0" presStyleCnt="0">
        <dgm:presLayoutVars>
          <dgm:dir/>
          <dgm:animLvl val="lvl"/>
          <dgm:resizeHandles val="exact"/>
        </dgm:presLayoutVars>
      </dgm:prSet>
      <dgm:spPr/>
    </dgm:pt>
    <dgm:pt modelId="{CB1583C8-E373-4A0A-9A4F-97CBF07998B0}" type="pres">
      <dgm:prSet presAssocID="{AD4AF4A3-4786-4CFC-8B1B-62416CB69073}" presName="composite" presStyleCnt="0"/>
      <dgm:spPr/>
    </dgm:pt>
    <dgm:pt modelId="{67026E10-4716-4639-A657-2E16EA53879E}" type="pres">
      <dgm:prSet presAssocID="{AD4AF4A3-4786-4CFC-8B1B-62416CB69073}" presName="parTx" presStyleLbl="alignNode1" presStyleIdx="0" presStyleCnt="3">
        <dgm:presLayoutVars>
          <dgm:chMax val="0"/>
          <dgm:chPref val="0"/>
          <dgm:bulletEnabled val="1"/>
        </dgm:presLayoutVars>
      </dgm:prSet>
      <dgm:spPr/>
    </dgm:pt>
    <dgm:pt modelId="{C359CBB0-7154-4945-9FFB-18F0CE823382}" type="pres">
      <dgm:prSet presAssocID="{AD4AF4A3-4786-4CFC-8B1B-62416CB69073}" presName="desTx" presStyleLbl="alignAccFollowNode1" presStyleIdx="0" presStyleCnt="3">
        <dgm:presLayoutVars>
          <dgm:bulletEnabled val="1"/>
        </dgm:presLayoutVars>
      </dgm:prSet>
      <dgm:spPr/>
    </dgm:pt>
    <dgm:pt modelId="{3FF26837-A003-4680-B40F-947DB080A07E}" type="pres">
      <dgm:prSet presAssocID="{08E52B32-7A94-430A-A2AF-309C0AA85C07}" presName="space" presStyleCnt="0"/>
      <dgm:spPr/>
    </dgm:pt>
    <dgm:pt modelId="{31BB4D98-B298-4633-80FF-15DBECA72152}" type="pres">
      <dgm:prSet presAssocID="{DA43E7CB-3EFB-467C-AB5B-97649BCE4244}" presName="composite" presStyleCnt="0"/>
      <dgm:spPr/>
    </dgm:pt>
    <dgm:pt modelId="{C94BF5E9-E3BA-4C3D-A9DD-854FF82AB7A0}" type="pres">
      <dgm:prSet presAssocID="{DA43E7CB-3EFB-467C-AB5B-97649BCE4244}" presName="parTx" presStyleLbl="alignNode1" presStyleIdx="1" presStyleCnt="3">
        <dgm:presLayoutVars>
          <dgm:chMax val="0"/>
          <dgm:chPref val="0"/>
          <dgm:bulletEnabled val="1"/>
        </dgm:presLayoutVars>
      </dgm:prSet>
      <dgm:spPr/>
    </dgm:pt>
    <dgm:pt modelId="{9C43EC8D-417E-4BBA-9E0D-8DD3492F0ADB}" type="pres">
      <dgm:prSet presAssocID="{DA43E7CB-3EFB-467C-AB5B-97649BCE4244}" presName="desTx" presStyleLbl="alignAccFollowNode1" presStyleIdx="1" presStyleCnt="3">
        <dgm:presLayoutVars>
          <dgm:bulletEnabled val="1"/>
        </dgm:presLayoutVars>
      </dgm:prSet>
      <dgm:spPr/>
    </dgm:pt>
    <dgm:pt modelId="{EAB7A58B-50EF-4399-BB36-4DACF68CE0D5}" type="pres">
      <dgm:prSet presAssocID="{BC73D8C8-BFF1-4396-90D2-C993E908D2C4}" presName="space" presStyleCnt="0"/>
      <dgm:spPr/>
    </dgm:pt>
    <dgm:pt modelId="{963998C1-0841-4612-93C3-1F1400E11922}" type="pres">
      <dgm:prSet presAssocID="{7C74151C-4A5B-447F-8A03-57774BDB9793}" presName="composite" presStyleCnt="0"/>
      <dgm:spPr/>
    </dgm:pt>
    <dgm:pt modelId="{7F014E5F-8563-436E-A73C-C7124B8B7198}" type="pres">
      <dgm:prSet presAssocID="{7C74151C-4A5B-447F-8A03-57774BDB9793}" presName="parTx" presStyleLbl="alignNode1" presStyleIdx="2" presStyleCnt="3">
        <dgm:presLayoutVars>
          <dgm:chMax val="0"/>
          <dgm:chPref val="0"/>
          <dgm:bulletEnabled val="1"/>
        </dgm:presLayoutVars>
      </dgm:prSet>
      <dgm:spPr/>
    </dgm:pt>
    <dgm:pt modelId="{9C0F6E90-834A-4714-A658-CB34A8DD0A75}" type="pres">
      <dgm:prSet presAssocID="{7C74151C-4A5B-447F-8A03-57774BDB9793}" presName="desTx" presStyleLbl="alignAccFollowNode1" presStyleIdx="2" presStyleCnt="3">
        <dgm:presLayoutVars>
          <dgm:bulletEnabled val="1"/>
        </dgm:presLayoutVars>
      </dgm:prSet>
      <dgm:spPr/>
    </dgm:pt>
  </dgm:ptLst>
  <dgm:cxnLst>
    <dgm:cxn modelId="{CD9AF30D-8559-40A1-A6EF-ECDD2C42BC06}" srcId="{AD4AF4A3-4786-4CFC-8B1B-62416CB69073}" destId="{15D7954F-3D17-4FEA-A12B-C70547D061FF}" srcOrd="2" destOrd="0" parTransId="{BCA95D82-7535-49F6-AE83-D2A4E863CFC3}" sibTransId="{67DC8CF1-895F-44DB-A6D3-84C70EF0C011}"/>
    <dgm:cxn modelId="{87604912-C4B7-4977-9B06-B9DC0C6CF50E}" type="presOf" srcId="{2831A330-115E-4018-B6C8-77D954EF32C1}" destId="{9C43EC8D-417E-4BBA-9E0D-8DD3492F0ADB}" srcOrd="0" destOrd="5" presId="urn:microsoft.com/office/officeart/2005/8/layout/hList1"/>
    <dgm:cxn modelId="{BE856413-6CF2-41F8-AA70-BA526B220F85}" type="presOf" srcId="{8C729156-DD27-44ED-868A-B16422CAB6A3}" destId="{9C0F6E90-834A-4714-A658-CB34A8DD0A75}" srcOrd="0" destOrd="0" presId="urn:microsoft.com/office/officeart/2005/8/layout/hList1"/>
    <dgm:cxn modelId="{DDAFAE19-57BC-4729-88E6-B9D6CA1EF128}" srcId="{A749CDFB-85F2-4B45-9DCB-5EB350C8BCC3}" destId="{7C74151C-4A5B-447F-8A03-57774BDB9793}" srcOrd="2" destOrd="0" parTransId="{8A2F1582-2295-4CD6-ACD5-64CE41345C2F}" sibTransId="{B969A61E-FFDF-467D-8203-7C65D4619752}"/>
    <dgm:cxn modelId="{98DEDD1F-A3DC-40E9-AC6D-D181F5DD8CFE}" srcId="{7C74151C-4A5B-447F-8A03-57774BDB9793}" destId="{95035A09-E0E3-4F4E-97F6-AD6AC930F86A}" srcOrd="1" destOrd="0" parTransId="{2F470CB0-3BB9-4378-A9E3-BB0F9D21A7FB}" sibTransId="{9237A9DE-BF3D-45B5-AC6B-34498C1DDAC5}"/>
    <dgm:cxn modelId="{26E3C523-59DE-4D74-8EAD-47863868F0D6}" srcId="{DA43E7CB-3EFB-467C-AB5B-97649BCE4244}" destId="{BBD66B36-B20D-41D1-9810-F62F4CCB5838}" srcOrd="0" destOrd="0" parTransId="{8587C4F7-D0BE-4C67-BD1A-C2904884EF98}" sibTransId="{3FA23666-E7A4-462C-918C-6398FBF0236D}"/>
    <dgm:cxn modelId="{C2739C2D-A800-434B-9E30-3FFC8D034BBB}" type="presOf" srcId="{6576C69B-CEBA-42F6-A034-3D6F54BCE3A6}" destId="{9C43EC8D-417E-4BBA-9E0D-8DD3492F0ADB}" srcOrd="0" destOrd="7" presId="urn:microsoft.com/office/officeart/2005/8/layout/hList1"/>
    <dgm:cxn modelId="{A515532E-0597-40CC-A648-C96A608A48DB}" srcId="{AD4AF4A3-4786-4CFC-8B1B-62416CB69073}" destId="{6D482CDF-0DFE-4B05-B60F-B4A71FCF2594}" srcOrd="1" destOrd="0" parTransId="{A3E1316F-78D7-49D5-81E1-7DA4DB97898A}" sibTransId="{041F28CF-2297-4DC7-96BB-D64A5F914FAD}"/>
    <dgm:cxn modelId="{9112C532-35BF-4316-8741-D681BEFC18DA}" srcId="{7C74151C-4A5B-447F-8A03-57774BDB9793}" destId="{8C729156-DD27-44ED-868A-B16422CAB6A3}" srcOrd="0" destOrd="0" parTransId="{29735C53-498D-43C7-AB4C-59819B1E4E59}" sibTransId="{EDA5B305-0275-465B-92C5-0752292CC23E}"/>
    <dgm:cxn modelId="{6D64DD3C-3CE1-4F48-8330-342A2678BB71}" srcId="{DA43E7CB-3EFB-467C-AB5B-97649BCE4244}" destId="{6576C69B-CEBA-42F6-A034-3D6F54BCE3A6}" srcOrd="7" destOrd="0" parTransId="{935B3F9F-1114-4E82-A252-F3F16091033D}" sibTransId="{A48831D6-A429-4830-96E2-AAB454C5AEC7}"/>
    <dgm:cxn modelId="{71B1D13E-D9C0-459D-A890-8BAF914C1BBB}" srcId="{A749CDFB-85F2-4B45-9DCB-5EB350C8BCC3}" destId="{AD4AF4A3-4786-4CFC-8B1B-62416CB69073}" srcOrd="0" destOrd="0" parTransId="{7A154485-0BBC-4B9C-87E8-DB24E6CD7FDA}" sibTransId="{08E52B32-7A94-430A-A2AF-309C0AA85C07}"/>
    <dgm:cxn modelId="{654A705C-14F4-4A7F-BCEB-D2BEB225ADB5}" type="presOf" srcId="{BBD66B36-B20D-41D1-9810-F62F4CCB5838}" destId="{9C43EC8D-417E-4BBA-9E0D-8DD3492F0ADB}" srcOrd="0" destOrd="0" presId="urn:microsoft.com/office/officeart/2005/8/layout/hList1"/>
    <dgm:cxn modelId="{0D263862-9B46-4C87-BF15-A52BA5E71A7D}" srcId="{DA43E7CB-3EFB-467C-AB5B-97649BCE4244}" destId="{F6F41F99-41BB-4DCA-85B2-EA62FB9800EE}" srcOrd="2" destOrd="0" parTransId="{1AAF67CE-731A-4935-A92A-B67F4B734B3C}" sibTransId="{6736A9A2-7E26-47BF-9AA8-822FD0AEB572}"/>
    <dgm:cxn modelId="{E41A5C4C-CCA4-41B6-9045-792A08AF5F84}" type="presOf" srcId="{F6F41F99-41BB-4DCA-85B2-EA62FB9800EE}" destId="{9C43EC8D-417E-4BBA-9E0D-8DD3492F0ADB}" srcOrd="0" destOrd="2" presId="urn:microsoft.com/office/officeart/2005/8/layout/hList1"/>
    <dgm:cxn modelId="{A49DBE6D-159E-48D6-8CD9-8A2B9C7186AA}" type="presOf" srcId="{A749CDFB-85F2-4B45-9DCB-5EB350C8BCC3}" destId="{354B2D11-3A68-4CFF-B969-C4662FFA76F2}" srcOrd="0" destOrd="0" presId="urn:microsoft.com/office/officeart/2005/8/layout/hList1"/>
    <dgm:cxn modelId="{CA669A74-7C74-4942-9FB6-097BC5B7661B}" srcId="{DA43E7CB-3EFB-467C-AB5B-97649BCE4244}" destId="{FF3F09ED-6D6A-4F02-A57B-ADD3A3ACD219}" srcOrd="3" destOrd="0" parTransId="{2A52CE92-E45E-420D-9C06-6D9F99F0DC7C}" sibTransId="{37BEF848-8541-47D0-93C7-C2B753626B85}"/>
    <dgm:cxn modelId="{B0CA9357-895B-4CDA-BC44-0020AA29656A}" type="presOf" srcId="{7AD4FC3E-375D-49B6-973E-539E43D2B18A}" destId="{9C43EC8D-417E-4BBA-9E0D-8DD3492F0ADB}" srcOrd="0" destOrd="1" presId="urn:microsoft.com/office/officeart/2005/8/layout/hList1"/>
    <dgm:cxn modelId="{BDFF4E85-094F-452E-954A-7C7788E29811}" type="presOf" srcId="{DA43E7CB-3EFB-467C-AB5B-97649BCE4244}" destId="{C94BF5E9-E3BA-4C3D-A9DD-854FF82AB7A0}" srcOrd="0" destOrd="0" presId="urn:microsoft.com/office/officeart/2005/8/layout/hList1"/>
    <dgm:cxn modelId="{F377808C-9920-4F70-9C04-B1ECD33BAB70}" type="presOf" srcId="{57113144-51EA-489E-9535-00F003465B8A}" destId="{C359CBB0-7154-4945-9FFB-18F0CE823382}" srcOrd="0" destOrd="0" presId="urn:microsoft.com/office/officeart/2005/8/layout/hList1"/>
    <dgm:cxn modelId="{9C33B098-BB22-43C8-984F-6B958626B7BD}" type="presOf" srcId="{AD4AF4A3-4786-4CFC-8B1B-62416CB69073}" destId="{67026E10-4716-4639-A657-2E16EA53879E}" srcOrd="0" destOrd="0" presId="urn:microsoft.com/office/officeart/2005/8/layout/hList1"/>
    <dgm:cxn modelId="{7472FA9B-513D-4755-B6F4-96C6555C3ED7}" type="presOf" srcId="{90D46215-11D1-4C2C-8D15-DEB2C4D0B8B5}" destId="{9C43EC8D-417E-4BBA-9E0D-8DD3492F0ADB}" srcOrd="0" destOrd="6" presId="urn:microsoft.com/office/officeart/2005/8/layout/hList1"/>
    <dgm:cxn modelId="{7871699C-E8FF-4676-852B-4344B584C4AD}" type="presOf" srcId="{15D7954F-3D17-4FEA-A12B-C70547D061FF}" destId="{C359CBB0-7154-4945-9FFB-18F0CE823382}" srcOrd="0" destOrd="2" presId="urn:microsoft.com/office/officeart/2005/8/layout/hList1"/>
    <dgm:cxn modelId="{959DCFB1-6D54-4E9D-BBDF-84AF3C7F8F01}" type="presOf" srcId="{5C2B1505-5599-401B-AA1B-19C6AB9F1778}" destId="{9C43EC8D-417E-4BBA-9E0D-8DD3492F0ADB}" srcOrd="0" destOrd="4" presId="urn:microsoft.com/office/officeart/2005/8/layout/hList1"/>
    <dgm:cxn modelId="{2ABF30B7-BFB4-4DBB-B9FF-F02B64E66A96}" srcId="{DA43E7CB-3EFB-467C-AB5B-97649BCE4244}" destId="{7AD4FC3E-375D-49B6-973E-539E43D2B18A}" srcOrd="1" destOrd="0" parTransId="{CF1A8887-B272-46B7-A1C7-0E4C9CEC68FD}" sibTransId="{901AF677-6B00-42FC-9DB8-A568E84D72FB}"/>
    <dgm:cxn modelId="{9B5844B8-7732-443E-B09B-8BDE258A3A9E}" srcId="{DA43E7CB-3EFB-467C-AB5B-97649BCE4244}" destId="{90D46215-11D1-4C2C-8D15-DEB2C4D0B8B5}" srcOrd="6" destOrd="0" parTransId="{536E98CA-A245-41E4-91CA-2CFEA541983E}" sibTransId="{04C22222-0E21-45CC-A2C9-52BA3528B8BB}"/>
    <dgm:cxn modelId="{498B87BE-EA5B-4533-882B-FF9787F96874}" srcId="{DA43E7CB-3EFB-467C-AB5B-97649BCE4244}" destId="{5C2B1505-5599-401B-AA1B-19C6AB9F1778}" srcOrd="4" destOrd="0" parTransId="{24025626-E53F-40E7-B1A1-3882C8987FA1}" sibTransId="{A27EF13A-F71D-48CC-AC8E-DFF99EC143A5}"/>
    <dgm:cxn modelId="{99F19EC3-0E8A-4A3F-9137-3613E8F7D744}" type="presOf" srcId="{FF3F09ED-6D6A-4F02-A57B-ADD3A3ACD219}" destId="{9C43EC8D-417E-4BBA-9E0D-8DD3492F0ADB}" srcOrd="0" destOrd="3" presId="urn:microsoft.com/office/officeart/2005/8/layout/hList1"/>
    <dgm:cxn modelId="{C2C52EC6-C1FF-4198-8DD9-1DB2A31ED12E}" type="presOf" srcId="{95035A09-E0E3-4F4E-97F6-AD6AC930F86A}" destId="{9C0F6E90-834A-4714-A658-CB34A8DD0A75}" srcOrd="0" destOrd="1" presId="urn:microsoft.com/office/officeart/2005/8/layout/hList1"/>
    <dgm:cxn modelId="{24EA83CE-0D53-4294-B2C9-3C9714457DBD}" srcId="{DA43E7CB-3EFB-467C-AB5B-97649BCE4244}" destId="{2831A330-115E-4018-B6C8-77D954EF32C1}" srcOrd="5" destOrd="0" parTransId="{6A3958A0-09A1-4E61-817D-3BC1FE6BD303}" sibTransId="{ECBB9C2A-525A-40C1-86C2-D71A3525F67B}"/>
    <dgm:cxn modelId="{7D0F9BD5-E429-4C85-9EB0-8749420194E1}" srcId="{AD4AF4A3-4786-4CFC-8B1B-62416CB69073}" destId="{57113144-51EA-489E-9535-00F003465B8A}" srcOrd="0" destOrd="0" parTransId="{D2C50F78-1B32-4A3C-A133-1E7655CAE2D3}" sibTransId="{B8B1EDAF-5F11-4DFA-95E5-EDABC224FAFA}"/>
    <dgm:cxn modelId="{D3FFE2DD-AA7B-449B-AB72-84D56F6F8DCE}" type="presOf" srcId="{6D482CDF-0DFE-4B05-B60F-B4A71FCF2594}" destId="{C359CBB0-7154-4945-9FFB-18F0CE823382}" srcOrd="0" destOrd="1" presId="urn:microsoft.com/office/officeart/2005/8/layout/hList1"/>
    <dgm:cxn modelId="{88D429E5-69C1-463D-8893-B20074B49CBB}" srcId="{A749CDFB-85F2-4B45-9DCB-5EB350C8BCC3}" destId="{DA43E7CB-3EFB-467C-AB5B-97649BCE4244}" srcOrd="1" destOrd="0" parTransId="{9ABC1C8F-C59B-48AF-88F4-F81C03175A67}" sibTransId="{BC73D8C8-BFF1-4396-90D2-C993E908D2C4}"/>
    <dgm:cxn modelId="{DF8822F0-6B30-47BA-8E5D-506DC41B8F97}" type="presOf" srcId="{7C74151C-4A5B-447F-8A03-57774BDB9793}" destId="{7F014E5F-8563-436E-A73C-C7124B8B7198}" srcOrd="0" destOrd="0" presId="urn:microsoft.com/office/officeart/2005/8/layout/hList1"/>
    <dgm:cxn modelId="{557E1566-D6E9-42B3-A5CB-C2C94A6FD07D}" type="presParOf" srcId="{354B2D11-3A68-4CFF-B969-C4662FFA76F2}" destId="{CB1583C8-E373-4A0A-9A4F-97CBF07998B0}" srcOrd="0" destOrd="0" presId="urn:microsoft.com/office/officeart/2005/8/layout/hList1"/>
    <dgm:cxn modelId="{F4C8A260-7F0B-4809-9655-1E6639DE41E7}" type="presParOf" srcId="{CB1583C8-E373-4A0A-9A4F-97CBF07998B0}" destId="{67026E10-4716-4639-A657-2E16EA53879E}" srcOrd="0" destOrd="0" presId="urn:microsoft.com/office/officeart/2005/8/layout/hList1"/>
    <dgm:cxn modelId="{84FC8EED-6D93-4738-B78F-DA46B71F5280}" type="presParOf" srcId="{CB1583C8-E373-4A0A-9A4F-97CBF07998B0}" destId="{C359CBB0-7154-4945-9FFB-18F0CE823382}" srcOrd="1" destOrd="0" presId="urn:microsoft.com/office/officeart/2005/8/layout/hList1"/>
    <dgm:cxn modelId="{E80FAFA5-F689-4F3E-BA80-C1E70375DC32}" type="presParOf" srcId="{354B2D11-3A68-4CFF-B969-C4662FFA76F2}" destId="{3FF26837-A003-4680-B40F-947DB080A07E}" srcOrd="1" destOrd="0" presId="urn:microsoft.com/office/officeart/2005/8/layout/hList1"/>
    <dgm:cxn modelId="{2411116F-BAAC-4C3D-AAAC-AF9A6B1C97C6}" type="presParOf" srcId="{354B2D11-3A68-4CFF-B969-C4662FFA76F2}" destId="{31BB4D98-B298-4633-80FF-15DBECA72152}" srcOrd="2" destOrd="0" presId="urn:microsoft.com/office/officeart/2005/8/layout/hList1"/>
    <dgm:cxn modelId="{E8942918-0C45-4DE9-B0A9-DF3993D9F481}" type="presParOf" srcId="{31BB4D98-B298-4633-80FF-15DBECA72152}" destId="{C94BF5E9-E3BA-4C3D-A9DD-854FF82AB7A0}" srcOrd="0" destOrd="0" presId="urn:microsoft.com/office/officeart/2005/8/layout/hList1"/>
    <dgm:cxn modelId="{0BAA033B-40D7-47A1-86FD-E2F346FCE231}" type="presParOf" srcId="{31BB4D98-B298-4633-80FF-15DBECA72152}" destId="{9C43EC8D-417E-4BBA-9E0D-8DD3492F0ADB}" srcOrd="1" destOrd="0" presId="urn:microsoft.com/office/officeart/2005/8/layout/hList1"/>
    <dgm:cxn modelId="{3E24FA89-E5F6-499C-8F06-6AA7078355D5}" type="presParOf" srcId="{354B2D11-3A68-4CFF-B969-C4662FFA76F2}" destId="{EAB7A58B-50EF-4399-BB36-4DACF68CE0D5}" srcOrd="3" destOrd="0" presId="urn:microsoft.com/office/officeart/2005/8/layout/hList1"/>
    <dgm:cxn modelId="{F754B8BA-3CBC-44B0-B285-93455D04B404}" type="presParOf" srcId="{354B2D11-3A68-4CFF-B969-C4662FFA76F2}" destId="{963998C1-0841-4612-93C3-1F1400E11922}" srcOrd="4" destOrd="0" presId="urn:microsoft.com/office/officeart/2005/8/layout/hList1"/>
    <dgm:cxn modelId="{5520262F-6675-4ACF-BF7E-CDD10D95C907}" type="presParOf" srcId="{963998C1-0841-4612-93C3-1F1400E11922}" destId="{7F014E5F-8563-436E-A73C-C7124B8B7198}" srcOrd="0" destOrd="0" presId="urn:microsoft.com/office/officeart/2005/8/layout/hList1"/>
    <dgm:cxn modelId="{19388671-2A44-48DD-BFE8-86F88F212F39}" type="presParOf" srcId="{963998C1-0841-4612-93C3-1F1400E11922}" destId="{9C0F6E90-834A-4714-A658-CB34A8DD0A7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749CDFB-85F2-4B45-9DCB-5EB350C8BCC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AD4AF4A3-4786-4CFC-8B1B-62416CB69073}">
      <dgm:prSet phldrT="[Texte]"/>
      <dgm:spPr/>
      <dgm:t>
        <a:bodyPr/>
        <a:lstStyle/>
        <a:p>
          <a:pPr>
            <a:buNone/>
          </a:pPr>
          <a:r>
            <a:rPr lang="en-US"/>
            <a:t>Value Challenges</a:t>
          </a:r>
        </a:p>
      </dgm:t>
    </dgm:pt>
    <dgm:pt modelId="{7A154485-0BBC-4B9C-87E8-DB24E6CD7FDA}" type="parTrans" cxnId="{71B1D13E-D9C0-459D-A890-8BAF914C1BBB}">
      <dgm:prSet/>
      <dgm:spPr/>
      <dgm:t>
        <a:bodyPr/>
        <a:lstStyle/>
        <a:p>
          <a:endParaRPr lang="en-US"/>
        </a:p>
      </dgm:t>
    </dgm:pt>
    <dgm:pt modelId="{08E52B32-7A94-430A-A2AF-309C0AA85C07}" type="sibTrans" cxnId="{71B1D13E-D9C0-459D-A890-8BAF914C1BBB}">
      <dgm:prSet/>
      <dgm:spPr/>
      <dgm:t>
        <a:bodyPr/>
        <a:lstStyle/>
        <a:p>
          <a:endParaRPr lang="en-US"/>
        </a:p>
      </dgm:t>
    </dgm:pt>
    <dgm:pt modelId="{DA43E7CB-3EFB-467C-AB5B-97649BCE4244}">
      <dgm:prSet/>
      <dgm:spPr/>
      <dgm:t>
        <a:bodyPr/>
        <a:lstStyle/>
        <a:p>
          <a:r>
            <a:rPr lang="en-US"/>
            <a:t>Content Challenges</a:t>
          </a:r>
        </a:p>
      </dgm:t>
    </dgm:pt>
    <dgm:pt modelId="{9ABC1C8F-C59B-48AF-88F4-F81C03175A67}" type="parTrans" cxnId="{88D429E5-69C1-463D-8893-B20074B49CBB}">
      <dgm:prSet/>
      <dgm:spPr/>
      <dgm:t>
        <a:bodyPr/>
        <a:lstStyle/>
        <a:p>
          <a:endParaRPr lang="en-US"/>
        </a:p>
      </dgm:t>
    </dgm:pt>
    <dgm:pt modelId="{BC73D8C8-BFF1-4396-90D2-C993E908D2C4}" type="sibTrans" cxnId="{88D429E5-69C1-463D-8893-B20074B49CBB}">
      <dgm:prSet/>
      <dgm:spPr/>
      <dgm:t>
        <a:bodyPr/>
        <a:lstStyle/>
        <a:p>
          <a:endParaRPr lang="en-US"/>
        </a:p>
      </dgm:t>
    </dgm:pt>
    <dgm:pt modelId="{57113144-51EA-489E-9535-00F003465B8A}">
      <dgm:prSet/>
      <dgm:spPr/>
      <dgm:t>
        <a:bodyPr/>
        <a:lstStyle/>
        <a:p>
          <a:endParaRPr lang="en-US"/>
        </a:p>
      </dgm:t>
    </dgm:pt>
    <dgm:pt modelId="{D2C50F78-1B32-4A3C-A133-1E7655CAE2D3}" type="parTrans" cxnId="{7D0F9BD5-E429-4C85-9EB0-8749420194E1}">
      <dgm:prSet/>
      <dgm:spPr/>
      <dgm:t>
        <a:bodyPr/>
        <a:lstStyle/>
        <a:p>
          <a:endParaRPr lang="en-US"/>
        </a:p>
      </dgm:t>
    </dgm:pt>
    <dgm:pt modelId="{B8B1EDAF-5F11-4DFA-95E5-EDABC224FAFA}" type="sibTrans" cxnId="{7D0F9BD5-E429-4C85-9EB0-8749420194E1}">
      <dgm:prSet/>
      <dgm:spPr/>
      <dgm:t>
        <a:bodyPr/>
        <a:lstStyle/>
        <a:p>
          <a:endParaRPr lang="en-US"/>
        </a:p>
      </dgm:t>
    </dgm:pt>
    <dgm:pt modelId="{BBD66B36-B20D-41D1-9810-F62F4CCB5838}">
      <dgm:prSet/>
      <dgm:spPr/>
      <dgm:t>
        <a:bodyPr/>
        <a:lstStyle/>
        <a:p>
          <a:pPr>
            <a:buFont typeface="+mj-lt"/>
            <a:buAutoNum type="arabicPeriod"/>
          </a:pPr>
          <a:r>
            <a:rPr lang="en-US"/>
            <a:t>Catch attention in a noisy environment</a:t>
          </a:r>
        </a:p>
      </dgm:t>
    </dgm:pt>
    <dgm:pt modelId="{3FA23666-E7A4-462C-918C-6398FBF0236D}" type="sibTrans" cxnId="{26E3C523-59DE-4D74-8EAD-47863868F0D6}">
      <dgm:prSet/>
      <dgm:spPr/>
      <dgm:t>
        <a:bodyPr/>
        <a:lstStyle/>
        <a:p>
          <a:endParaRPr lang="en-US"/>
        </a:p>
      </dgm:t>
    </dgm:pt>
    <dgm:pt modelId="{8587C4F7-D0BE-4C67-BD1A-C2904884EF98}" type="parTrans" cxnId="{26E3C523-59DE-4D74-8EAD-47863868F0D6}">
      <dgm:prSet/>
      <dgm:spPr/>
      <dgm:t>
        <a:bodyPr/>
        <a:lstStyle/>
        <a:p>
          <a:endParaRPr lang="en-US"/>
        </a:p>
      </dgm:t>
    </dgm:pt>
    <dgm:pt modelId="{F64FADDA-BE1B-4E4E-BADB-BAE52EA5CC53}">
      <dgm:prSet/>
      <dgm:spPr/>
      <dgm:t>
        <a:bodyPr/>
        <a:lstStyle/>
        <a:p>
          <a:pPr>
            <a:buFont typeface="+mj-lt"/>
            <a:buAutoNum type="arabicPeriod"/>
          </a:pPr>
          <a:r>
            <a:rPr lang="en-US"/>
            <a:t>Locate the value of your Corporate Community</a:t>
          </a:r>
        </a:p>
      </dgm:t>
    </dgm:pt>
    <dgm:pt modelId="{AB91F2BE-3911-4EEC-B4DA-937B8C2445EB}" type="parTrans" cxnId="{108E3DA6-A2F4-45EC-9593-AEBE3CB2DE92}">
      <dgm:prSet/>
      <dgm:spPr/>
      <dgm:t>
        <a:bodyPr/>
        <a:lstStyle/>
        <a:p>
          <a:endParaRPr lang="fr-FR"/>
        </a:p>
      </dgm:t>
    </dgm:pt>
    <dgm:pt modelId="{AE794041-7F63-43CA-9B58-B62AD5CEF156}" type="sibTrans" cxnId="{108E3DA6-A2F4-45EC-9593-AEBE3CB2DE92}">
      <dgm:prSet/>
      <dgm:spPr/>
      <dgm:t>
        <a:bodyPr/>
        <a:lstStyle/>
        <a:p>
          <a:endParaRPr lang="fr-FR"/>
        </a:p>
      </dgm:t>
    </dgm:pt>
    <dgm:pt modelId="{D7B95D85-44BB-4BA0-B4A8-64A401A2032A}">
      <dgm:prSet/>
      <dgm:spPr/>
      <dgm:t>
        <a:bodyPr/>
        <a:lstStyle/>
        <a:p>
          <a:pPr>
            <a:buFont typeface="+mj-lt"/>
            <a:buAutoNum type="arabicPeriod"/>
          </a:pPr>
          <a:r>
            <a:rPr lang="en-US"/>
            <a:t>Exploit value momentum</a:t>
          </a:r>
        </a:p>
      </dgm:t>
    </dgm:pt>
    <dgm:pt modelId="{0734F6F7-24FC-4975-AFFF-FA7DBA9D4AA4}" type="parTrans" cxnId="{CE3D4F09-F505-41C4-A506-772DD769F4F9}">
      <dgm:prSet/>
      <dgm:spPr/>
      <dgm:t>
        <a:bodyPr/>
        <a:lstStyle/>
        <a:p>
          <a:endParaRPr lang="fr-FR"/>
        </a:p>
      </dgm:t>
    </dgm:pt>
    <dgm:pt modelId="{B0757E44-B677-4EE6-9A79-FF33A0672F2C}" type="sibTrans" cxnId="{CE3D4F09-F505-41C4-A506-772DD769F4F9}">
      <dgm:prSet/>
      <dgm:spPr/>
      <dgm:t>
        <a:bodyPr/>
        <a:lstStyle/>
        <a:p>
          <a:endParaRPr lang="fr-FR"/>
        </a:p>
      </dgm:t>
    </dgm:pt>
    <dgm:pt modelId="{ADFBC8AE-FD18-4369-86D4-358E8BA7BC83}">
      <dgm:prSet/>
      <dgm:spPr/>
      <dgm:t>
        <a:bodyPr/>
        <a:lstStyle/>
        <a:p>
          <a:pPr>
            <a:buFont typeface="+mj-lt"/>
            <a:buAutoNum type="arabicPeriod"/>
          </a:pPr>
          <a:r>
            <a:rPr lang="en-US"/>
            <a:t>Manage your Community Borders</a:t>
          </a:r>
        </a:p>
      </dgm:t>
    </dgm:pt>
    <dgm:pt modelId="{9073B7AA-AA5A-408A-8B0C-7F922DD21A10}" type="parTrans" cxnId="{1E1ADD99-172B-4979-A8BA-8560AB32BE31}">
      <dgm:prSet/>
      <dgm:spPr/>
      <dgm:t>
        <a:bodyPr/>
        <a:lstStyle/>
        <a:p>
          <a:endParaRPr lang="fr-FR"/>
        </a:p>
      </dgm:t>
    </dgm:pt>
    <dgm:pt modelId="{608EBA7D-B37A-47F5-A327-55337E39F27B}" type="sibTrans" cxnId="{1E1ADD99-172B-4979-A8BA-8560AB32BE31}">
      <dgm:prSet/>
      <dgm:spPr/>
      <dgm:t>
        <a:bodyPr/>
        <a:lstStyle/>
        <a:p>
          <a:endParaRPr lang="fr-FR"/>
        </a:p>
      </dgm:t>
    </dgm:pt>
    <dgm:pt modelId="{D9A74DDD-991D-4818-B3CB-E382A76E0BAF}">
      <dgm:prSet/>
      <dgm:spPr/>
      <dgm:t>
        <a:bodyPr/>
        <a:lstStyle/>
        <a:p>
          <a:pPr>
            <a:buFont typeface="+mj-lt"/>
            <a:buAutoNum type="arabicPeriod"/>
          </a:pPr>
          <a:r>
            <a:rPr lang="en-US"/>
            <a:t>Get a click / touch</a:t>
          </a:r>
        </a:p>
      </dgm:t>
    </dgm:pt>
    <dgm:pt modelId="{C7840A57-124F-4C85-8E3A-53C655A80277}" type="parTrans" cxnId="{CD2EF860-B6E6-4970-9CE1-960A873F9E03}">
      <dgm:prSet/>
      <dgm:spPr/>
      <dgm:t>
        <a:bodyPr/>
        <a:lstStyle/>
        <a:p>
          <a:endParaRPr lang="fr-FR"/>
        </a:p>
      </dgm:t>
    </dgm:pt>
    <dgm:pt modelId="{9D595E91-E163-4DBC-9C25-51AC86C18320}" type="sibTrans" cxnId="{CD2EF860-B6E6-4970-9CE1-960A873F9E03}">
      <dgm:prSet/>
      <dgm:spPr/>
      <dgm:t>
        <a:bodyPr/>
        <a:lstStyle/>
        <a:p>
          <a:endParaRPr lang="fr-FR"/>
        </a:p>
      </dgm:t>
    </dgm:pt>
    <dgm:pt modelId="{5F8FAF01-6735-4D35-A1A0-83B0FF19BA04}">
      <dgm:prSet/>
      <dgm:spPr/>
      <dgm:t>
        <a:bodyPr/>
        <a:lstStyle/>
        <a:p>
          <a:pPr>
            <a:buFont typeface="+mj-lt"/>
            <a:buAutoNum type="arabicPeriod"/>
          </a:pPr>
          <a:r>
            <a:rPr lang="en-US"/>
            <a:t>Know how catchy you can be</a:t>
          </a:r>
        </a:p>
      </dgm:t>
    </dgm:pt>
    <dgm:pt modelId="{9C4EFDC2-6371-4654-961E-7712B6C9BACD}" type="parTrans" cxnId="{B3EB9E1D-7F18-4866-ACDE-FD2A05C0931A}">
      <dgm:prSet/>
      <dgm:spPr/>
      <dgm:t>
        <a:bodyPr/>
        <a:lstStyle/>
        <a:p>
          <a:endParaRPr lang="fr-FR"/>
        </a:p>
      </dgm:t>
    </dgm:pt>
    <dgm:pt modelId="{F23E4293-1DB3-4AB1-9411-2569A378260C}" type="sibTrans" cxnId="{B3EB9E1D-7F18-4866-ACDE-FD2A05C0931A}">
      <dgm:prSet/>
      <dgm:spPr/>
      <dgm:t>
        <a:bodyPr/>
        <a:lstStyle/>
        <a:p>
          <a:endParaRPr lang="fr-FR"/>
        </a:p>
      </dgm:t>
    </dgm:pt>
    <dgm:pt modelId="{0B4EC4FD-C54B-49EF-BC85-1325662E1703}">
      <dgm:prSet/>
      <dgm:spPr/>
      <dgm:t>
        <a:bodyPr/>
        <a:lstStyle/>
        <a:p>
          <a:pPr>
            <a:buFont typeface="+mj-lt"/>
            <a:buAutoNum type="arabicPeriod"/>
          </a:pPr>
          <a:r>
            <a:rPr lang="en-US"/>
            <a:t>Choose the right content format, balancing scalability and undivided attention</a:t>
          </a:r>
        </a:p>
      </dgm:t>
    </dgm:pt>
    <dgm:pt modelId="{FF037BFE-7DAC-41C0-B019-E313C8CB0951}" type="parTrans" cxnId="{9C710147-929A-48C8-BACE-B312647F84F2}">
      <dgm:prSet/>
      <dgm:spPr/>
      <dgm:t>
        <a:bodyPr/>
        <a:lstStyle/>
        <a:p>
          <a:endParaRPr lang="fr-FR"/>
        </a:p>
      </dgm:t>
    </dgm:pt>
    <dgm:pt modelId="{DA9A3811-6AF2-47C3-AC8B-0F541759AEBA}" type="sibTrans" cxnId="{9C710147-929A-48C8-BACE-B312647F84F2}">
      <dgm:prSet/>
      <dgm:spPr/>
      <dgm:t>
        <a:bodyPr/>
        <a:lstStyle/>
        <a:p>
          <a:endParaRPr lang="fr-FR"/>
        </a:p>
      </dgm:t>
    </dgm:pt>
    <dgm:pt modelId="{27FDA1E5-1347-4F00-9C08-583F28458DBD}">
      <dgm:prSet/>
      <dgm:spPr/>
      <dgm:t>
        <a:bodyPr/>
        <a:lstStyle/>
        <a:p>
          <a:pPr>
            <a:buFont typeface="+mj-lt"/>
            <a:buAutoNum type="arabicPeriod"/>
          </a:pPr>
          <a:r>
            <a:rPr lang="en-US"/>
            <a:t>Know your next move</a:t>
          </a:r>
        </a:p>
      </dgm:t>
    </dgm:pt>
    <dgm:pt modelId="{0148C0DB-AE96-4AC7-BB2C-877D42D7FD95}" type="parTrans" cxnId="{C552B21F-A06F-4CC4-A1CC-773B5177F8BE}">
      <dgm:prSet/>
      <dgm:spPr/>
      <dgm:t>
        <a:bodyPr/>
        <a:lstStyle/>
        <a:p>
          <a:endParaRPr lang="fr-FR"/>
        </a:p>
      </dgm:t>
    </dgm:pt>
    <dgm:pt modelId="{3B8C24EE-89A2-41E3-B9C8-C1A79AEA9116}" type="sibTrans" cxnId="{C552B21F-A06F-4CC4-A1CC-773B5177F8BE}">
      <dgm:prSet/>
      <dgm:spPr/>
      <dgm:t>
        <a:bodyPr/>
        <a:lstStyle/>
        <a:p>
          <a:endParaRPr lang="fr-FR"/>
        </a:p>
      </dgm:t>
    </dgm:pt>
    <dgm:pt modelId="{FCEEEF12-50F5-4FFE-BCF4-39841D270D6A}">
      <dgm:prSet/>
      <dgm:spPr/>
      <dgm:t>
        <a:bodyPr/>
        <a:lstStyle/>
        <a:p>
          <a:pPr>
            <a:buFont typeface="+mj-lt"/>
            <a:buAutoNum type="arabicPeriod"/>
          </a:pPr>
          <a:r>
            <a:rPr lang="en-US"/>
            <a:t>Engage audience in your content</a:t>
          </a:r>
        </a:p>
      </dgm:t>
    </dgm:pt>
    <dgm:pt modelId="{22555012-E025-48E1-A5C8-499186879D54}" type="parTrans" cxnId="{C50CBC5E-EC7F-433F-B3D5-2C551E29921E}">
      <dgm:prSet/>
      <dgm:spPr/>
      <dgm:t>
        <a:bodyPr/>
        <a:lstStyle/>
        <a:p>
          <a:endParaRPr lang="fr-FR"/>
        </a:p>
      </dgm:t>
    </dgm:pt>
    <dgm:pt modelId="{A37C8510-9752-456F-8883-31B8E6BC19EA}" type="sibTrans" cxnId="{C50CBC5E-EC7F-433F-B3D5-2C551E29921E}">
      <dgm:prSet/>
      <dgm:spPr/>
      <dgm:t>
        <a:bodyPr/>
        <a:lstStyle/>
        <a:p>
          <a:endParaRPr lang="fr-FR"/>
        </a:p>
      </dgm:t>
    </dgm:pt>
    <dgm:pt modelId="{C8840FB9-F5B4-4EFB-B527-25D0F6E7D295}">
      <dgm:prSet/>
      <dgm:spPr/>
      <dgm:t>
        <a:bodyPr/>
        <a:lstStyle/>
        <a:p>
          <a:pPr>
            <a:buFont typeface="+mj-lt"/>
            <a:buAutoNum type="arabicPeriod"/>
          </a:pPr>
          <a:r>
            <a:rPr lang="en-US"/>
            <a:t>Understand the Community Desert Circle</a:t>
          </a:r>
        </a:p>
      </dgm:t>
    </dgm:pt>
    <dgm:pt modelId="{B6FE0770-2CB8-4C13-8EFF-2C553D6CEB92}" type="parTrans" cxnId="{DA997214-4442-4291-B489-24E97B758063}">
      <dgm:prSet/>
      <dgm:spPr/>
      <dgm:t>
        <a:bodyPr/>
        <a:lstStyle/>
        <a:p>
          <a:endParaRPr lang="fr-FR"/>
        </a:p>
      </dgm:t>
    </dgm:pt>
    <dgm:pt modelId="{3AB2B66D-65B5-485D-AA27-BFC9FBA2399C}" type="sibTrans" cxnId="{DA997214-4442-4291-B489-24E97B758063}">
      <dgm:prSet/>
      <dgm:spPr/>
      <dgm:t>
        <a:bodyPr/>
        <a:lstStyle/>
        <a:p>
          <a:endParaRPr lang="fr-FR"/>
        </a:p>
      </dgm:t>
    </dgm:pt>
    <dgm:pt modelId="{511D60C9-B4E8-4C38-B865-CDC304B900B4}">
      <dgm:prSet/>
      <dgm:spPr/>
      <dgm:t>
        <a:bodyPr/>
        <a:lstStyle/>
        <a:p>
          <a:pPr>
            <a:buFont typeface="+mj-lt"/>
            <a:buAutoNum type="arabicPeriod"/>
          </a:pPr>
          <a:r>
            <a:rPr lang="en-US"/>
            <a:t>Choose between creating and curating</a:t>
          </a:r>
        </a:p>
      </dgm:t>
    </dgm:pt>
    <dgm:pt modelId="{0216A04D-4E0C-40D9-99DF-0D5246B03F09}" type="parTrans" cxnId="{23A6667E-0691-4B19-879F-891AD04CEEE0}">
      <dgm:prSet/>
      <dgm:spPr/>
      <dgm:t>
        <a:bodyPr/>
        <a:lstStyle/>
        <a:p>
          <a:endParaRPr lang="fr-FR"/>
        </a:p>
      </dgm:t>
    </dgm:pt>
    <dgm:pt modelId="{49C1FEFB-732A-4341-8CF5-625434DC6ADE}" type="sibTrans" cxnId="{23A6667E-0691-4B19-879F-891AD04CEEE0}">
      <dgm:prSet/>
      <dgm:spPr/>
      <dgm:t>
        <a:bodyPr/>
        <a:lstStyle/>
        <a:p>
          <a:endParaRPr lang="fr-FR"/>
        </a:p>
      </dgm:t>
    </dgm:pt>
    <dgm:pt modelId="{354B2D11-3A68-4CFF-B969-C4662FFA76F2}" type="pres">
      <dgm:prSet presAssocID="{A749CDFB-85F2-4B45-9DCB-5EB350C8BCC3}" presName="Name0" presStyleCnt="0">
        <dgm:presLayoutVars>
          <dgm:dir/>
          <dgm:animLvl val="lvl"/>
          <dgm:resizeHandles val="exact"/>
        </dgm:presLayoutVars>
      </dgm:prSet>
      <dgm:spPr/>
    </dgm:pt>
    <dgm:pt modelId="{CB1583C8-E373-4A0A-9A4F-97CBF07998B0}" type="pres">
      <dgm:prSet presAssocID="{AD4AF4A3-4786-4CFC-8B1B-62416CB69073}" presName="composite" presStyleCnt="0"/>
      <dgm:spPr/>
    </dgm:pt>
    <dgm:pt modelId="{67026E10-4716-4639-A657-2E16EA53879E}" type="pres">
      <dgm:prSet presAssocID="{AD4AF4A3-4786-4CFC-8B1B-62416CB69073}" presName="parTx" presStyleLbl="alignNode1" presStyleIdx="0" presStyleCnt="2">
        <dgm:presLayoutVars>
          <dgm:chMax val="0"/>
          <dgm:chPref val="0"/>
          <dgm:bulletEnabled val="1"/>
        </dgm:presLayoutVars>
      </dgm:prSet>
      <dgm:spPr/>
    </dgm:pt>
    <dgm:pt modelId="{C359CBB0-7154-4945-9FFB-18F0CE823382}" type="pres">
      <dgm:prSet presAssocID="{AD4AF4A3-4786-4CFC-8B1B-62416CB69073}" presName="desTx" presStyleLbl="alignAccFollowNode1" presStyleIdx="0" presStyleCnt="2">
        <dgm:presLayoutVars>
          <dgm:bulletEnabled val="1"/>
        </dgm:presLayoutVars>
      </dgm:prSet>
      <dgm:spPr/>
    </dgm:pt>
    <dgm:pt modelId="{3FF26837-A003-4680-B40F-947DB080A07E}" type="pres">
      <dgm:prSet presAssocID="{08E52B32-7A94-430A-A2AF-309C0AA85C07}" presName="space" presStyleCnt="0"/>
      <dgm:spPr/>
    </dgm:pt>
    <dgm:pt modelId="{31BB4D98-B298-4633-80FF-15DBECA72152}" type="pres">
      <dgm:prSet presAssocID="{DA43E7CB-3EFB-467C-AB5B-97649BCE4244}" presName="composite" presStyleCnt="0"/>
      <dgm:spPr/>
    </dgm:pt>
    <dgm:pt modelId="{C94BF5E9-E3BA-4C3D-A9DD-854FF82AB7A0}" type="pres">
      <dgm:prSet presAssocID="{DA43E7CB-3EFB-467C-AB5B-97649BCE4244}" presName="parTx" presStyleLbl="alignNode1" presStyleIdx="1" presStyleCnt="2">
        <dgm:presLayoutVars>
          <dgm:chMax val="0"/>
          <dgm:chPref val="0"/>
          <dgm:bulletEnabled val="1"/>
        </dgm:presLayoutVars>
      </dgm:prSet>
      <dgm:spPr/>
    </dgm:pt>
    <dgm:pt modelId="{9C43EC8D-417E-4BBA-9E0D-8DD3492F0ADB}" type="pres">
      <dgm:prSet presAssocID="{DA43E7CB-3EFB-467C-AB5B-97649BCE4244}" presName="desTx" presStyleLbl="alignAccFollowNode1" presStyleIdx="1" presStyleCnt="2">
        <dgm:presLayoutVars>
          <dgm:bulletEnabled val="1"/>
        </dgm:presLayoutVars>
      </dgm:prSet>
      <dgm:spPr/>
    </dgm:pt>
  </dgm:ptLst>
  <dgm:cxnLst>
    <dgm:cxn modelId="{1892AE06-E1CC-4F81-A644-C952490F2A98}" type="presOf" srcId="{D9A74DDD-991D-4818-B3CB-E382A76E0BAF}" destId="{9C43EC8D-417E-4BBA-9E0D-8DD3492F0ADB}" srcOrd="0" destOrd="1" presId="urn:microsoft.com/office/officeart/2005/8/layout/hList1"/>
    <dgm:cxn modelId="{CE3D4F09-F505-41C4-A506-772DD769F4F9}" srcId="{AD4AF4A3-4786-4CFC-8B1B-62416CB69073}" destId="{D7B95D85-44BB-4BA0-B4A8-64A401A2032A}" srcOrd="1" destOrd="0" parTransId="{0734F6F7-24FC-4975-AFFF-FA7DBA9D4AA4}" sibTransId="{B0757E44-B677-4EE6-9A79-FF33A0672F2C}"/>
    <dgm:cxn modelId="{792D5613-87A6-4E79-964D-60623AE69F06}" type="presOf" srcId="{511D60C9-B4E8-4C38-B865-CDC304B900B4}" destId="{9C43EC8D-417E-4BBA-9E0D-8DD3492F0ADB}" srcOrd="0" destOrd="7" presId="urn:microsoft.com/office/officeart/2005/8/layout/hList1"/>
    <dgm:cxn modelId="{DA997214-4442-4291-B489-24E97B758063}" srcId="{DA43E7CB-3EFB-467C-AB5B-97649BCE4244}" destId="{C8840FB9-F5B4-4EFB-B527-25D0F6E7D295}" srcOrd="6" destOrd="0" parTransId="{B6FE0770-2CB8-4C13-8EFF-2C553D6CEB92}" sibTransId="{3AB2B66D-65B5-485D-AA27-BFC9FBA2399C}"/>
    <dgm:cxn modelId="{90311F1A-6248-46E9-9922-22A9266D310E}" type="presOf" srcId="{ADFBC8AE-FD18-4369-86D4-358E8BA7BC83}" destId="{C359CBB0-7154-4945-9FFB-18F0CE823382}" srcOrd="0" destOrd="2" presId="urn:microsoft.com/office/officeart/2005/8/layout/hList1"/>
    <dgm:cxn modelId="{B3EB9E1D-7F18-4866-ACDE-FD2A05C0931A}" srcId="{DA43E7CB-3EFB-467C-AB5B-97649BCE4244}" destId="{5F8FAF01-6735-4D35-A1A0-83B0FF19BA04}" srcOrd="2" destOrd="0" parTransId="{9C4EFDC2-6371-4654-961E-7712B6C9BACD}" sibTransId="{F23E4293-1DB3-4AB1-9411-2569A378260C}"/>
    <dgm:cxn modelId="{C552B21F-A06F-4CC4-A1CC-773B5177F8BE}" srcId="{DA43E7CB-3EFB-467C-AB5B-97649BCE4244}" destId="{27FDA1E5-1347-4F00-9C08-583F28458DBD}" srcOrd="4" destOrd="0" parTransId="{0148C0DB-AE96-4AC7-BB2C-877D42D7FD95}" sibTransId="{3B8C24EE-89A2-41E3-B9C8-C1A79AEA9116}"/>
    <dgm:cxn modelId="{17879B21-D13A-4591-B91C-0F15493CDA9E}" type="presOf" srcId="{F64FADDA-BE1B-4E4E-BADB-BAE52EA5CC53}" destId="{C359CBB0-7154-4945-9FFB-18F0CE823382}" srcOrd="0" destOrd="0" presId="urn:microsoft.com/office/officeart/2005/8/layout/hList1"/>
    <dgm:cxn modelId="{26E3C523-59DE-4D74-8EAD-47863868F0D6}" srcId="{DA43E7CB-3EFB-467C-AB5B-97649BCE4244}" destId="{BBD66B36-B20D-41D1-9810-F62F4CCB5838}" srcOrd="0" destOrd="0" parTransId="{8587C4F7-D0BE-4C67-BD1A-C2904884EF98}" sibTransId="{3FA23666-E7A4-462C-918C-6398FBF0236D}"/>
    <dgm:cxn modelId="{71B1D13E-D9C0-459D-A890-8BAF914C1BBB}" srcId="{A749CDFB-85F2-4B45-9DCB-5EB350C8BCC3}" destId="{AD4AF4A3-4786-4CFC-8B1B-62416CB69073}" srcOrd="0" destOrd="0" parTransId="{7A154485-0BBC-4B9C-87E8-DB24E6CD7FDA}" sibTransId="{08E52B32-7A94-430A-A2AF-309C0AA85C07}"/>
    <dgm:cxn modelId="{D2B4175B-2300-4431-BE56-5615583F2170}" type="presOf" srcId="{D7B95D85-44BB-4BA0-B4A8-64A401A2032A}" destId="{C359CBB0-7154-4945-9FFB-18F0CE823382}" srcOrd="0" destOrd="1" presId="urn:microsoft.com/office/officeart/2005/8/layout/hList1"/>
    <dgm:cxn modelId="{654A705C-14F4-4A7F-BCEB-D2BEB225ADB5}" type="presOf" srcId="{BBD66B36-B20D-41D1-9810-F62F4CCB5838}" destId="{9C43EC8D-417E-4BBA-9E0D-8DD3492F0ADB}" srcOrd="0" destOrd="0" presId="urn:microsoft.com/office/officeart/2005/8/layout/hList1"/>
    <dgm:cxn modelId="{C50CBC5E-EC7F-433F-B3D5-2C551E29921E}" srcId="{DA43E7CB-3EFB-467C-AB5B-97649BCE4244}" destId="{FCEEEF12-50F5-4FFE-BCF4-39841D270D6A}" srcOrd="5" destOrd="0" parTransId="{22555012-E025-48E1-A5C8-499186879D54}" sibTransId="{A37C8510-9752-456F-8883-31B8E6BC19EA}"/>
    <dgm:cxn modelId="{CD2EF860-B6E6-4970-9CE1-960A873F9E03}" srcId="{DA43E7CB-3EFB-467C-AB5B-97649BCE4244}" destId="{D9A74DDD-991D-4818-B3CB-E382A76E0BAF}" srcOrd="1" destOrd="0" parTransId="{C7840A57-124F-4C85-8E3A-53C655A80277}" sibTransId="{9D595E91-E163-4DBC-9C25-51AC86C18320}"/>
    <dgm:cxn modelId="{9C710147-929A-48C8-BACE-B312647F84F2}" srcId="{DA43E7CB-3EFB-467C-AB5B-97649BCE4244}" destId="{0B4EC4FD-C54B-49EF-BC85-1325662E1703}" srcOrd="3" destOrd="0" parTransId="{FF037BFE-7DAC-41C0-B019-E313C8CB0951}" sibTransId="{DA9A3811-6AF2-47C3-AC8B-0F541759AEBA}"/>
    <dgm:cxn modelId="{A49DBE6D-159E-48D6-8CD9-8A2B9C7186AA}" type="presOf" srcId="{A749CDFB-85F2-4B45-9DCB-5EB350C8BCC3}" destId="{354B2D11-3A68-4CFF-B969-C4662FFA76F2}" srcOrd="0" destOrd="0" presId="urn:microsoft.com/office/officeart/2005/8/layout/hList1"/>
    <dgm:cxn modelId="{54E9C957-5874-4BFB-885C-4E1603D22574}" type="presOf" srcId="{0B4EC4FD-C54B-49EF-BC85-1325662E1703}" destId="{9C43EC8D-417E-4BBA-9E0D-8DD3492F0ADB}" srcOrd="0" destOrd="3" presId="urn:microsoft.com/office/officeart/2005/8/layout/hList1"/>
    <dgm:cxn modelId="{23A6667E-0691-4B19-879F-891AD04CEEE0}" srcId="{DA43E7CB-3EFB-467C-AB5B-97649BCE4244}" destId="{511D60C9-B4E8-4C38-B865-CDC304B900B4}" srcOrd="7" destOrd="0" parTransId="{0216A04D-4E0C-40D9-99DF-0D5246B03F09}" sibTransId="{49C1FEFB-732A-4341-8CF5-625434DC6ADE}"/>
    <dgm:cxn modelId="{4F4FEC80-07BE-4931-9595-F9B3E110ADF2}" type="presOf" srcId="{C8840FB9-F5B4-4EFB-B527-25D0F6E7D295}" destId="{9C43EC8D-417E-4BBA-9E0D-8DD3492F0ADB}" srcOrd="0" destOrd="6" presId="urn:microsoft.com/office/officeart/2005/8/layout/hList1"/>
    <dgm:cxn modelId="{BDFF4E85-094F-452E-954A-7C7788E29811}" type="presOf" srcId="{DA43E7CB-3EFB-467C-AB5B-97649BCE4244}" destId="{C94BF5E9-E3BA-4C3D-A9DD-854FF82AB7A0}" srcOrd="0" destOrd="0" presId="urn:microsoft.com/office/officeart/2005/8/layout/hList1"/>
    <dgm:cxn modelId="{F377808C-9920-4F70-9C04-B1ECD33BAB70}" type="presOf" srcId="{57113144-51EA-489E-9535-00F003465B8A}" destId="{C359CBB0-7154-4945-9FFB-18F0CE823382}" srcOrd="0" destOrd="3" presId="urn:microsoft.com/office/officeart/2005/8/layout/hList1"/>
    <dgm:cxn modelId="{9C33B098-BB22-43C8-984F-6B958626B7BD}" type="presOf" srcId="{AD4AF4A3-4786-4CFC-8B1B-62416CB69073}" destId="{67026E10-4716-4639-A657-2E16EA53879E}" srcOrd="0" destOrd="0" presId="urn:microsoft.com/office/officeart/2005/8/layout/hList1"/>
    <dgm:cxn modelId="{1E1ADD99-172B-4979-A8BA-8560AB32BE31}" srcId="{AD4AF4A3-4786-4CFC-8B1B-62416CB69073}" destId="{ADFBC8AE-FD18-4369-86D4-358E8BA7BC83}" srcOrd="2" destOrd="0" parTransId="{9073B7AA-AA5A-408A-8B0C-7F922DD21A10}" sibTransId="{608EBA7D-B37A-47F5-A327-55337E39F27B}"/>
    <dgm:cxn modelId="{108E3DA6-A2F4-45EC-9593-AEBE3CB2DE92}" srcId="{AD4AF4A3-4786-4CFC-8B1B-62416CB69073}" destId="{F64FADDA-BE1B-4E4E-BADB-BAE52EA5CC53}" srcOrd="0" destOrd="0" parTransId="{AB91F2BE-3911-4EEC-B4DA-937B8C2445EB}" sibTransId="{AE794041-7F63-43CA-9B58-B62AD5CEF156}"/>
    <dgm:cxn modelId="{0484C0AB-8E85-44C6-AE49-ED64B60DC31A}" type="presOf" srcId="{27FDA1E5-1347-4F00-9C08-583F28458DBD}" destId="{9C43EC8D-417E-4BBA-9E0D-8DD3492F0ADB}" srcOrd="0" destOrd="4" presId="urn:microsoft.com/office/officeart/2005/8/layout/hList1"/>
    <dgm:cxn modelId="{748F3FBD-9A45-4BD4-B5A5-9756ABDEC4CD}" type="presOf" srcId="{FCEEEF12-50F5-4FFE-BCF4-39841D270D6A}" destId="{9C43EC8D-417E-4BBA-9E0D-8DD3492F0ADB}" srcOrd="0" destOrd="5" presId="urn:microsoft.com/office/officeart/2005/8/layout/hList1"/>
    <dgm:cxn modelId="{7D0F9BD5-E429-4C85-9EB0-8749420194E1}" srcId="{AD4AF4A3-4786-4CFC-8B1B-62416CB69073}" destId="{57113144-51EA-489E-9535-00F003465B8A}" srcOrd="3" destOrd="0" parTransId="{D2C50F78-1B32-4A3C-A133-1E7655CAE2D3}" sibTransId="{B8B1EDAF-5F11-4DFA-95E5-EDABC224FAFA}"/>
    <dgm:cxn modelId="{38DDECDE-7FDC-41DA-8CB8-5FF91BF9BBDC}" type="presOf" srcId="{5F8FAF01-6735-4D35-A1A0-83B0FF19BA04}" destId="{9C43EC8D-417E-4BBA-9E0D-8DD3492F0ADB}" srcOrd="0" destOrd="2" presId="urn:microsoft.com/office/officeart/2005/8/layout/hList1"/>
    <dgm:cxn modelId="{88D429E5-69C1-463D-8893-B20074B49CBB}" srcId="{A749CDFB-85F2-4B45-9DCB-5EB350C8BCC3}" destId="{DA43E7CB-3EFB-467C-AB5B-97649BCE4244}" srcOrd="1" destOrd="0" parTransId="{9ABC1C8F-C59B-48AF-88F4-F81C03175A67}" sibTransId="{BC73D8C8-BFF1-4396-90D2-C993E908D2C4}"/>
    <dgm:cxn modelId="{557E1566-D6E9-42B3-A5CB-C2C94A6FD07D}" type="presParOf" srcId="{354B2D11-3A68-4CFF-B969-C4662FFA76F2}" destId="{CB1583C8-E373-4A0A-9A4F-97CBF07998B0}" srcOrd="0" destOrd="0" presId="urn:microsoft.com/office/officeart/2005/8/layout/hList1"/>
    <dgm:cxn modelId="{F4C8A260-7F0B-4809-9655-1E6639DE41E7}" type="presParOf" srcId="{CB1583C8-E373-4A0A-9A4F-97CBF07998B0}" destId="{67026E10-4716-4639-A657-2E16EA53879E}" srcOrd="0" destOrd="0" presId="urn:microsoft.com/office/officeart/2005/8/layout/hList1"/>
    <dgm:cxn modelId="{84FC8EED-6D93-4738-B78F-DA46B71F5280}" type="presParOf" srcId="{CB1583C8-E373-4A0A-9A4F-97CBF07998B0}" destId="{C359CBB0-7154-4945-9FFB-18F0CE823382}" srcOrd="1" destOrd="0" presId="urn:microsoft.com/office/officeart/2005/8/layout/hList1"/>
    <dgm:cxn modelId="{E80FAFA5-F689-4F3E-BA80-C1E70375DC32}" type="presParOf" srcId="{354B2D11-3A68-4CFF-B969-C4662FFA76F2}" destId="{3FF26837-A003-4680-B40F-947DB080A07E}" srcOrd="1" destOrd="0" presId="urn:microsoft.com/office/officeart/2005/8/layout/hList1"/>
    <dgm:cxn modelId="{2411116F-BAAC-4C3D-AAAC-AF9A6B1C97C6}" type="presParOf" srcId="{354B2D11-3A68-4CFF-B969-C4662FFA76F2}" destId="{31BB4D98-B298-4633-80FF-15DBECA72152}" srcOrd="2" destOrd="0" presId="urn:microsoft.com/office/officeart/2005/8/layout/hList1"/>
    <dgm:cxn modelId="{E8942918-0C45-4DE9-B0A9-DF3993D9F481}" type="presParOf" srcId="{31BB4D98-B298-4633-80FF-15DBECA72152}" destId="{C94BF5E9-E3BA-4C3D-A9DD-854FF82AB7A0}" srcOrd="0" destOrd="0" presId="urn:microsoft.com/office/officeart/2005/8/layout/hList1"/>
    <dgm:cxn modelId="{0BAA033B-40D7-47A1-86FD-E2F346FCE231}" type="presParOf" srcId="{31BB4D98-B298-4633-80FF-15DBECA72152}" destId="{9C43EC8D-417E-4BBA-9E0D-8DD3492F0AD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749CDFB-85F2-4B45-9DCB-5EB350C8BCC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7C74151C-4A5B-447F-8A03-57774BDB9793}">
      <dgm:prSet/>
      <dgm:spPr>
        <a:solidFill>
          <a:srgbClr val="EC7B2B"/>
        </a:solidFill>
        <a:ln>
          <a:noFill/>
        </a:ln>
      </dgm:spPr>
      <dgm:t>
        <a:bodyPr/>
        <a:lstStyle/>
        <a:p>
          <a:r>
            <a:rPr lang="en-US">
              <a:solidFill>
                <a:schemeClr val="tx1"/>
              </a:solidFill>
            </a:rPr>
            <a:t>People Link Challenges</a:t>
          </a:r>
        </a:p>
      </dgm:t>
    </dgm:pt>
    <dgm:pt modelId="{8A2F1582-2295-4CD6-ACD5-64CE41345C2F}" type="parTrans" cxnId="{DDAFAE19-57BC-4729-88E6-B9D6CA1EF128}">
      <dgm:prSet/>
      <dgm:spPr/>
      <dgm:t>
        <a:bodyPr/>
        <a:lstStyle/>
        <a:p>
          <a:endParaRPr lang="en-US"/>
        </a:p>
      </dgm:t>
    </dgm:pt>
    <dgm:pt modelId="{B969A61E-FFDF-467D-8203-7C65D4619752}" type="sibTrans" cxnId="{DDAFAE19-57BC-4729-88E6-B9D6CA1EF128}">
      <dgm:prSet/>
      <dgm:spPr/>
      <dgm:t>
        <a:bodyPr/>
        <a:lstStyle/>
        <a:p>
          <a:endParaRPr lang="en-US"/>
        </a:p>
      </dgm:t>
    </dgm:pt>
    <dgm:pt modelId="{95035A09-E0E3-4F4E-97F6-AD6AC930F86A}">
      <dgm:prSet/>
      <dgm:spPr>
        <a:solidFill>
          <a:srgbClr val="EC7B2B"/>
        </a:solidFill>
        <a:ln>
          <a:noFill/>
        </a:ln>
      </dgm:spPr>
      <dgm:t>
        <a:bodyPr/>
        <a:lstStyle/>
        <a:p>
          <a:r>
            <a:rPr lang="en-US">
              <a:solidFill>
                <a:schemeClr val="tx1"/>
              </a:solidFill>
            </a:rPr>
            <a:t>Other Challenges</a:t>
          </a:r>
        </a:p>
      </dgm:t>
    </dgm:pt>
    <dgm:pt modelId="{2F470CB0-3BB9-4378-A9E3-BB0F9D21A7FB}" type="parTrans" cxnId="{98DEDD1F-A3DC-40E9-AC6D-D181F5DD8CFE}">
      <dgm:prSet/>
      <dgm:spPr/>
      <dgm:t>
        <a:bodyPr/>
        <a:lstStyle/>
        <a:p>
          <a:endParaRPr lang="en-US"/>
        </a:p>
      </dgm:t>
    </dgm:pt>
    <dgm:pt modelId="{9237A9DE-BF3D-45B5-AC6B-34498C1DDAC5}" type="sibTrans" cxnId="{98DEDD1F-A3DC-40E9-AC6D-D181F5DD8CFE}">
      <dgm:prSet/>
      <dgm:spPr/>
      <dgm:t>
        <a:bodyPr/>
        <a:lstStyle/>
        <a:p>
          <a:endParaRPr lang="en-US"/>
        </a:p>
      </dgm:t>
    </dgm:pt>
    <dgm:pt modelId="{4196A958-1F29-4025-8AC3-B2A3B4AABAA7}">
      <dgm:prSet/>
      <dgm:spPr>
        <a:solidFill>
          <a:srgbClr val="EC7B2B">
            <a:alpha val="30196"/>
          </a:srgbClr>
        </a:solidFill>
      </dgm:spPr>
      <dgm:t>
        <a:bodyPr/>
        <a:lstStyle/>
        <a:p>
          <a:pPr>
            <a:buFont typeface="+mj-lt"/>
            <a:buAutoNum type="arabicPeriod"/>
          </a:pPr>
          <a:r>
            <a:rPr lang="en-US"/>
            <a:t>Identify Link dynamics</a:t>
          </a:r>
        </a:p>
      </dgm:t>
    </dgm:pt>
    <dgm:pt modelId="{399FD6AA-6478-4450-BE85-A7E92E564A54}" type="parTrans" cxnId="{7BF1CC43-6625-47C4-BDC7-07EE67C9BA51}">
      <dgm:prSet/>
      <dgm:spPr/>
      <dgm:t>
        <a:bodyPr/>
        <a:lstStyle/>
        <a:p>
          <a:endParaRPr lang="fr-FR"/>
        </a:p>
      </dgm:t>
    </dgm:pt>
    <dgm:pt modelId="{EC581E87-9354-4006-801D-EFAE2DBBE660}" type="sibTrans" cxnId="{7BF1CC43-6625-47C4-BDC7-07EE67C9BA51}">
      <dgm:prSet/>
      <dgm:spPr/>
      <dgm:t>
        <a:bodyPr/>
        <a:lstStyle/>
        <a:p>
          <a:endParaRPr lang="fr-FR"/>
        </a:p>
      </dgm:t>
    </dgm:pt>
    <dgm:pt modelId="{8C729156-DD27-44ED-868A-B16422CAB6A3}">
      <dgm:prSet/>
      <dgm:spPr>
        <a:solidFill>
          <a:srgbClr val="EC7B2B">
            <a:alpha val="30196"/>
          </a:srgbClr>
        </a:solidFill>
      </dgm:spPr>
      <dgm:t>
        <a:bodyPr/>
        <a:lstStyle/>
        <a:p>
          <a:pPr>
            <a:buFont typeface="+mj-lt"/>
            <a:buAutoNum type="arabicPeriod"/>
          </a:pPr>
          <a:r>
            <a:rPr lang="en-US"/>
            <a:t>Assess the importance of Link</a:t>
          </a:r>
        </a:p>
      </dgm:t>
    </dgm:pt>
    <dgm:pt modelId="{EDA5B305-0275-465B-92C5-0752292CC23E}" type="sibTrans" cxnId="{9112C532-35BF-4316-8741-D681BEFC18DA}">
      <dgm:prSet/>
      <dgm:spPr/>
      <dgm:t>
        <a:bodyPr/>
        <a:lstStyle/>
        <a:p>
          <a:endParaRPr lang="en-US"/>
        </a:p>
      </dgm:t>
    </dgm:pt>
    <dgm:pt modelId="{29735C53-498D-43C7-AB4C-59819B1E4E59}" type="parTrans" cxnId="{9112C532-35BF-4316-8741-D681BEFC18DA}">
      <dgm:prSet/>
      <dgm:spPr/>
      <dgm:t>
        <a:bodyPr/>
        <a:lstStyle/>
        <a:p>
          <a:endParaRPr lang="en-US"/>
        </a:p>
      </dgm:t>
    </dgm:pt>
    <dgm:pt modelId="{E747DF3D-0129-4F87-AE68-768DDF3A28CA}">
      <dgm:prSet/>
      <dgm:spPr>
        <a:solidFill>
          <a:srgbClr val="EC7B2B">
            <a:alpha val="30196"/>
          </a:srgbClr>
        </a:solidFill>
      </dgm:spPr>
      <dgm:t>
        <a:bodyPr/>
        <a:lstStyle/>
        <a:p>
          <a:pPr>
            <a:buFont typeface="+mj-lt"/>
            <a:buAutoNum type="arabicPeriod"/>
          </a:pPr>
          <a:r>
            <a:rPr lang="en-US"/>
            <a:t>Figure out 360 expectations</a:t>
          </a:r>
        </a:p>
      </dgm:t>
    </dgm:pt>
    <dgm:pt modelId="{6C10AC80-FBB3-47B3-B895-BC993FB145DD}" type="parTrans" cxnId="{EFE7E057-8C22-4D6A-8CE9-EC43DEB77811}">
      <dgm:prSet/>
      <dgm:spPr/>
      <dgm:t>
        <a:bodyPr/>
        <a:lstStyle/>
        <a:p>
          <a:endParaRPr lang="fr-FR"/>
        </a:p>
      </dgm:t>
    </dgm:pt>
    <dgm:pt modelId="{96110F7B-8AE8-4389-9F87-464839FF9C4E}" type="sibTrans" cxnId="{EFE7E057-8C22-4D6A-8CE9-EC43DEB77811}">
      <dgm:prSet/>
      <dgm:spPr/>
      <dgm:t>
        <a:bodyPr/>
        <a:lstStyle/>
        <a:p>
          <a:endParaRPr lang="fr-FR"/>
        </a:p>
      </dgm:t>
    </dgm:pt>
    <dgm:pt modelId="{59F72B3A-B090-4171-B959-ED02C5FD1DA3}">
      <dgm:prSet/>
      <dgm:spPr>
        <a:solidFill>
          <a:srgbClr val="EC7B2B">
            <a:alpha val="30196"/>
          </a:srgbClr>
        </a:solidFill>
      </dgm:spPr>
      <dgm:t>
        <a:bodyPr/>
        <a:lstStyle/>
        <a:p>
          <a:pPr>
            <a:buFont typeface="+mj-lt"/>
            <a:buAutoNum type="arabicPeriod"/>
          </a:pPr>
          <a:r>
            <a:rPr lang="en-US"/>
            <a:t>Understand the limits of links for an individual</a:t>
          </a:r>
        </a:p>
      </dgm:t>
    </dgm:pt>
    <dgm:pt modelId="{C7DAD085-9FD0-49ED-BD88-3D9ED777B895}" type="parTrans" cxnId="{E481B57D-CFC2-4C66-8086-A9D6033FB50A}">
      <dgm:prSet/>
      <dgm:spPr/>
      <dgm:t>
        <a:bodyPr/>
        <a:lstStyle/>
        <a:p>
          <a:endParaRPr lang="fr-FR"/>
        </a:p>
      </dgm:t>
    </dgm:pt>
    <dgm:pt modelId="{2AB66325-930B-460E-8BF0-22A4AB5DCAFE}" type="sibTrans" cxnId="{E481B57D-CFC2-4C66-8086-A9D6033FB50A}">
      <dgm:prSet/>
      <dgm:spPr/>
      <dgm:t>
        <a:bodyPr/>
        <a:lstStyle/>
        <a:p>
          <a:endParaRPr lang="fr-FR"/>
        </a:p>
      </dgm:t>
    </dgm:pt>
    <dgm:pt modelId="{7CDBE555-15F3-452F-84DC-47BBE1B7C9E4}">
      <dgm:prSet/>
      <dgm:spPr>
        <a:solidFill>
          <a:srgbClr val="EC7B2B">
            <a:alpha val="30196"/>
          </a:srgbClr>
        </a:solidFill>
      </dgm:spPr>
      <dgm:t>
        <a:bodyPr/>
        <a:lstStyle/>
        <a:p>
          <a:pPr>
            <a:buFont typeface="+mj-lt"/>
            <a:buAutoNum type="arabicPeriod"/>
          </a:pPr>
          <a:r>
            <a:rPr lang="en-US"/>
            <a:t>Choose how you define Link</a:t>
          </a:r>
        </a:p>
      </dgm:t>
    </dgm:pt>
    <dgm:pt modelId="{1E72AED4-8866-40EE-A072-D45850836163}" type="parTrans" cxnId="{D57C3488-84BA-41A5-B633-C16406123AB9}">
      <dgm:prSet/>
      <dgm:spPr/>
      <dgm:t>
        <a:bodyPr/>
        <a:lstStyle/>
        <a:p>
          <a:endParaRPr lang="fr-FR"/>
        </a:p>
      </dgm:t>
    </dgm:pt>
    <dgm:pt modelId="{CFACFE7B-41BB-489F-8A41-FE4C451716F0}" type="sibTrans" cxnId="{D57C3488-84BA-41A5-B633-C16406123AB9}">
      <dgm:prSet/>
      <dgm:spPr/>
      <dgm:t>
        <a:bodyPr/>
        <a:lstStyle/>
        <a:p>
          <a:endParaRPr lang="fr-FR"/>
        </a:p>
      </dgm:t>
    </dgm:pt>
    <dgm:pt modelId="{DA1C876F-324E-4868-BDCF-A78AB8322F39}">
      <dgm:prSet/>
      <dgm:spPr>
        <a:solidFill>
          <a:srgbClr val="EC7B2B">
            <a:alpha val="30196"/>
          </a:srgbClr>
        </a:solidFill>
      </dgm:spPr>
      <dgm:t>
        <a:bodyPr/>
        <a:lstStyle/>
        <a:p>
          <a:pPr>
            <a:buFont typeface="+mj-lt"/>
            <a:buAutoNum type="arabicPeriod"/>
          </a:pPr>
          <a:r>
            <a:rPr lang="en-US"/>
            <a:t>Measure Link</a:t>
          </a:r>
        </a:p>
      </dgm:t>
    </dgm:pt>
    <dgm:pt modelId="{3B9E3346-A063-41E1-8237-0E74F41ED495}" type="parTrans" cxnId="{B21ECD05-0B71-4860-B898-E48500853241}">
      <dgm:prSet/>
      <dgm:spPr/>
      <dgm:t>
        <a:bodyPr/>
        <a:lstStyle/>
        <a:p>
          <a:endParaRPr lang="fr-FR"/>
        </a:p>
      </dgm:t>
    </dgm:pt>
    <dgm:pt modelId="{D2C4C04C-AE3B-4013-AE14-59043D1E3594}" type="sibTrans" cxnId="{B21ECD05-0B71-4860-B898-E48500853241}">
      <dgm:prSet/>
      <dgm:spPr/>
      <dgm:t>
        <a:bodyPr/>
        <a:lstStyle/>
        <a:p>
          <a:endParaRPr lang="fr-FR"/>
        </a:p>
      </dgm:t>
    </dgm:pt>
    <dgm:pt modelId="{FF93A5E1-0936-4367-A9DA-68D297EE6500}">
      <dgm:prSet/>
      <dgm:spPr>
        <a:solidFill>
          <a:srgbClr val="EC7B2B">
            <a:alpha val="30196"/>
          </a:srgbClr>
        </a:solidFill>
      </dgm:spPr>
      <dgm:t>
        <a:bodyPr/>
        <a:lstStyle/>
        <a:p>
          <a:pPr>
            <a:buFont typeface="+mj-lt"/>
            <a:buAutoNum type="arabicPeriod"/>
          </a:pPr>
          <a:r>
            <a:rPr lang="en-US"/>
            <a:t>Understand how link, numbers and engagement work together (or not!)</a:t>
          </a:r>
        </a:p>
      </dgm:t>
    </dgm:pt>
    <dgm:pt modelId="{04EEC985-6FBE-4D0D-ABD3-129CA0A44DD4}" type="parTrans" cxnId="{060EE806-928B-4302-BF01-02D5CFCA6D94}">
      <dgm:prSet/>
      <dgm:spPr/>
      <dgm:t>
        <a:bodyPr/>
        <a:lstStyle/>
        <a:p>
          <a:endParaRPr lang="fr-FR"/>
        </a:p>
      </dgm:t>
    </dgm:pt>
    <dgm:pt modelId="{9A935C8E-9F13-4EC2-BD80-ABA59B03E7FD}" type="sibTrans" cxnId="{060EE806-928B-4302-BF01-02D5CFCA6D94}">
      <dgm:prSet/>
      <dgm:spPr/>
      <dgm:t>
        <a:bodyPr/>
        <a:lstStyle/>
        <a:p>
          <a:endParaRPr lang="fr-FR"/>
        </a:p>
      </dgm:t>
    </dgm:pt>
    <dgm:pt modelId="{EA20C399-2845-40B4-947C-323515229C70}">
      <dgm:prSet/>
      <dgm:spPr>
        <a:solidFill>
          <a:srgbClr val="EC7B2B">
            <a:alpha val="30196"/>
          </a:srgbClr>
        </a:solidFill>
      </dgm:spPr>
      <dgm:t>
        <a:bodyPr/>
        <a:lstStyle/>
        <a:p>
          <a:pPr>
            <a:buFont typeface="+mj-lt"/>
            <a:buAutoNum type="arabicPeriod"/>
          </a:pPr>
          <a:r>
            <a:rPr lang="en-US"/>
            <a:t>Identify Patterns in your link architecture</a:t>
          </a:r>
        </a:p>
      </dgm:t>
    </dgm:pt>
    <dgm:pt modelId="{6DC9B224-A67B-4D21-BA80-3C75A3859658}" type="parTrans" cxnId="{768D7A75-F8CE-4B73-8AAC-54A4B86B70A5}">
      <dgm:prSet/>
      <dgm:spPr/>
      <dgm:t>
        <a:bodyPr/>
        <a:lstStyle/>
        <a:p>
          <a:endParaRPr lang="fr-FR"/>
        </a:p>
      </dgm:t>
    </dgm:pt>
    <dgm:pt modelId="{31EEB073-141D-466E-AEB3-FC35A3285974}" type="sibTrans" cxnId="{768D7A75-F8CE-4B73-8AAC-54A4B86B70A5}">
      <dgm:prSet/>
      <dgm:spPr/>
      <dgm:t>
        <a:bodyPr/>
        <a:lstStyle/>
        <a:p>
          <a:endParaRPr lang="fr-FR"/>
        </a:p>
      </dgm:t>
    </dgm:pt>
    <dgm:pt modelId="{9915AFAE-BA45-4F69-B5D9-7CECFA5F36B6}">
      <dgm:prSet/>
      <dgm:spPr>
        <a:solidFill>
          <a:srgbClr val="EC7B2B">
            <a:alpha val="30196"/>
          </a:srgbClr>
        </a:solidFill>
      </dgm:spPr>
      <dgm:t>
        <a:bodyPr/>
        <a:lstStyle/>
        <a:p>
          <a:pPr>
            <a:buFont typeface="+mj-lt"/>
            <a:buAutoNum type="arabicPeriod"/>
          </a:pPr>
          <a:r>
            <a:rPr lang="en-US"/>
            <a:t>Embrace Community Boosters Ethics</a:t>
          </a:r>
        </a:p>
      </dgm:t>
    </dgm:pt>
    <dgm:pt modelId="{A7D63C59-06D1-4DE0-82AF-A5BA745AD456}" type="parTrans" cxnId="{09202B67-920D-4A68-B87E-19C08C1EC9F1}">
      <dgm:prSet/>
      <dgm:spPr/>
      <dgm:t>
        <a:bodyPr/>
        <a:lstStyle/>
        <a:p>
          <a:endParaRPr lang="fr-FR"/>
        </a:p>
      </dgm:t>
    </dgm:pt>
    <dgm:pt modelId="{FA1528FF-83AE-47D5-8C10-19D2BAEB8EF4}" type="sibTrans" cxnId="{09202B67-920D-4A68-B87E-19C08C1EC9F1}">
      <dgm:prSet/>
      <dgm:spPr/>
      <dgm:t>
        <a:bodyPr/>
        <a:lstStyle/>
        <a:p>
          <a:endParaRPr lang="fr-FR"/>
        </a:p>
      </dgm:t>
    </dgm:pt>
    <dgm:pt modelId="{1E80BF30-70FE-4C13-818F-0953DD3E367D}">
      <dgm:prSet/>
      <dgm:spPr>
        <a:solidFill>
          <a:srgbClr val="EC7B2B"/>
        </a:solidFill>
        <a:ln>
          <a:noFill/>
        </a:ln>
      </dgm:spPr>
      <dgm:t>
        <a:bodyPr/>
        <a:lstStyle/>
        <a:p>
          <a:r>
            <a:rPr lang="en-US">
              <a:solidFill>
                <a:schemeClr val="tx1"/>
              </a:solidFill>
            </a:rPr>
            <a:t>People Engagement Challenges</a:t>
          </a:r>
        </a:p>
      </dgm:t>
    </dgm:pt>
    <dgm:pt modelId="{3DD7A8E9-286E-4299-B4ED-B7D7C6AC44D5}" type="parTrans" cxnId="{04760066-D1D7-47E8-89F3-7B9CCCF4556A}">
      <dgm:prSet/>
      <dgm:spPr/>
      <dgm:t>
        <a:bodyPr/>
        <a:lstStyle/>
        <a:p>
          <a:endParaRPr lang="fr-FR"/>
        </a:p>
      </dgm:t>
    </dgm:pt>
    <dgm:pt modelId="{22C03C81-39B1-4730-BCD6-0FF9FA4DF9F5}" type="sibTrans" cxnId="{04760066-D1D7-47E8-89F3-7B9CCCF4556A}">
      <dgm:prSet/>
      <dgm:spPr/>
      <dgm:t>
        <a:bodyPr/>
        <a:lstStyle/>
        <a:p>
          <a:endParaRPr lang="fr-FR"/>
        </a:p>
      </dgm:t>
    </dgm:pt>
    <dgm:pt modelId="{FF1AAD4A-39BE-44A2-B124-DDB85590CCED}">
      <dgm:prSet/>
      <dgm:spPr>
        <a:solidFill>
          <a:srgbClr val="EC7B2B"/>
        </a:solidFill>
        <a:ln>
          <a:noFill/>
        </a:ln>
        <a:effectLst/>
      </dgm:spPr>
      <dgm:t>
        <a:bodyPr/>
        <a:lstStyle/>
        <a:p>
          <a:pPr>
            <a:buFont typeface="+mj-lt"/>
            <a:buAutoNum type="arabicPeriod"/>
          </a:pPr>
          <a:r>
            <a:rPr lang="en-US"/>
            <a:t>Manage sponsors &amp; hierarchy expectations</a:t>
          </a:r>
        </a:p>
      </dgm:t>
    </dgm:pt>
    <dgm:pt modelId="{27AC51BE-C3B2-4BB2-BDEB-B4FBECF24F9E}" type="parTrans" cxnId="{D4264674-DC95-4380-81E2-92BB3AA26160}">
      <dgm:prSet/>
      <dgm:spPr/>
      <dgm:t>
        <a:bodyPr/>
        <a:lstStyle/>
        <a:p>
          <a:endParaRPr lang="fr-FR"/>
        </a:p>
      </dgm:t>
    </dgm:pt>
    <dgm:pt modelId="{40D7CEB2-6296-436A-81B8-E839F208700D}" type="sibTrans" cxnId="{D4264674-DC95-4380-81E2-92BB3AA26160}">
      <dgm:prSet/>
      <dgm:spPr/>
      <dgm:t>
        <a:bodyPr/>
        <a:lstStyle/>
        <a:p>
          <a:endParaRPr lang="fr-FR"/>
        </a:p>
      </dgm:t>
    </dgm:pt>
    <dgm:pt modelId="{0B4F60B0-D823-4C2B-A6FC-3CDA6DBD1B1F}">
      <dgm:prSet/>
      <dgm:spPr>
        <a:solidFill>
          <a:srgbClr val="EC7B2B"/>
        </a:solidFill>
        <a:ln>
          <a:noFill/>
        </a:ln>
        <a:effectLst/>
      </dgm:spPr>
      <dgm:t>
        <a:bodyPr/>
        <a:lstStyle/>
        <a:p>
          <a:pPr>
            <a:buFont typeface="+mj-lt"/>
            <a:buAutoNum type="arabicPeriod"/>
          </a:pPr>
          <a:r>
            <a:rPr lang="en-US"/>
            <a:t>Measure your Community performance</a:t>
          </a:r>
        </a:p>
      </dgm:t>
    </dgm:pt>
    <dgm:pt modelId="{A35A860A-A418-400B-ADF7-AAF15ADC5ECD}" type="parTrans" cxnId="{72712550-28C8-4633-9358-867BCB4AB790}">
      <dgm:prSet/>
      <dgm:spPr/>
      <dgm:t>
        <a:bodyPr/>
        <a:lstStyle/>
        <a:p>
          <a:endParaRPr lang="fr-FR"/>
        </a:p>
      </dgm:t>
    </dgm:pt>
    <dgm:pt modelId="{B9E6838B-5EF6-4350-943C-928AE2AF7A8F}" type="sibTrans" cxnId="{72712550-28C8-4633-9358-867BCB4AB790}">
      <dgm:prSet/>
      <dgm:spPr/>
      <dgm:t>
        <a:bodyPr/>
        <a:lstStyle/>
        <a:p>
          <a:endParaRPr lang="fr-FR"/>
        </a:p>
      </dgm:t>
    </dgm:pt>
    <dgm:pt modelId="{20D5CCB3-7926-4BC3-8F12-6FDF4E12CC4C}">
      <dgm:prSet/>
      <dgm:spPr>
        <a:solidFill>
          <a:srgbClr val="EC7B2B"/>
        </a:solidFill>
        <a:ln>
          <a:noFill/>
        </a:ln>
        <a:effectLst/>
      </dgm:spPr>
      <dgm:t>
        <a:bodyPr/>
        <a:lstStyle/>
        <a:p>
          <a:pPr>
            <a:buFont typeface="+mj-lt"/>
            <a:buAutoNum type="arabicPeriod"/>
          </a:pPr>
          <a:endParaRPr lang="en-US"/>
        </a:p>
      </dgm:t>
    </dgm:pt>
    <dgm:pt modelId="{A4BB255A-56AF-4BC4-A343-F8CD14759AF8}" type="parTrans" cxnId="{0E5BDEFF-74C2-427F-89E7-D327D8D2FF80}">
      <dgm:prSet/>
      <dgm:spPr/>
      <dgm:t>
        <a:bodyPr/>
        <a:lstStyle/>
        <a:p>
          <a:endParaRPr lang="fr-FR"/>
        </a:p>
      </dgm:t>
    </dgm:pt>
    <dgm:pt modelId="{B5912209-A6A9-458A-9593-DDE2B9C9D9AB}" type="sibTrans" cxnId="{0E5BDEFF-74C2-427F-89E7-D327D8D2FF80}">
      <dgm:prSet/>
      <dgm:spPr/>
      <dgm:t>
        <a:bodyPr/>
        <a:lstStyle/>
        <a:p>
          <a:endParaRPr lang="fr-FR"/>
        </a:p>
      </dgm:t>
    </dgm:pt>
    <dgm:pt modelId="{801C8AC0-E564-42C4-A7E4-153F61E8E33D}">
      <dgm:prSet/>
      <dgm:spPr>
        <a:solidFill>
          <a:srgbClr val="EC7B2B"/>
        </a:solidFill>
        <a:ln>
          <a:noFill/>
        </a:ln>
        <a:effectLst/>
      </dgm:spPr>
      <dgm:t>
        <a:bodyPr/>
        <a:lstStyle/>
        <a:p>
          <a:pPr>
            <a:buFont typeface="+mj-lt"/>
            <a:buAutoNum type="arabicPeriod"/>
          </a:pPr>
          <a:r>
            <a:rPr lang="en-US"/>
            <a:t>Understand your own version of the Golden Engagement Circle </a:t>
          </a:r>
        </a:p>
      </dgm:t>
    </dgm:pt>
    <dgm:pt modelId="{B5D36B3F-CF03-407B-9EC9-D7D472F7987E}" type="parTrans" cxnId="{3591D969-F81C-4F16-8158-4C421F82B6CE}">
      <dgm:prSet/>
      <dgm:spPr/>
      <dgm:t>
        <a:bodyPr/>
        <a:lstStyle/>
        <a:p>
          <a:endParaRPr lang="fr-FR"/>
        </a:p>
      </dgm:t>
    </dgm:pt>
    <dgm:pt modelId="{A2487CA7-E459-469B-A2D2-79E889FF3A7C}" type="sibTrans" cxnId="{3591D969-F81C-4F16-8158-4C421F82B6CE}">
      <dgm:prSet/>
      <dgm:spPr/>
      <dgm:t>
        <a:bodyPr/>
        <a:lstStyle/>
        <a:p>
          <a:endParaRPr lang="fr-FR"/>
        </a:p>
      </dgm:t>
    </dgm:pt>
    <dgm:pt modelId="{21413A1E-33A8-49DC-BF08-F3C4BD21F4E9}">
      <dgm:prSet/>
      <dgm:spPr>
        <a:solidFill>
          <a:srgbClr val="EC7B2B"/>
        </a:solidFill>
        <a:ln>
          <a:noFill/>
        </a:ln>
        <a:effectLst/>
      </dgm:spPr>
      <dgm:t>
        <a:bodyPr/>
        <a:lstStyle/>
        <a:p>
          <a:pPr>
            <a:buFont typeface="+mj-lt"/>
            <a:buAutoNum type="arabicPeriod"/>
          </a:pPr>
          <a:r>
            <a:rPr lang="en-US"/>
            <a:t>Identify members’ Engagement and available time</a:t>
          </a:r>
        </a:p>
      </dgm:t>
    </dgm:pt>
    <dgm:pt modelId="{D6CDCF68-E6D9-4DEF-B9B1-6F4E2F087418}" type="parTrans" cxnId="{A4327186-299C-4F35-91C3-178B607BD069}">
      <dgm:prSet/>
      <dgm:spPr/>
      <dgm:t>
        <a:bodyPr/>
        <a:lstStyle/>
        <a:p>
          <a:endParaRPr lang="fr-FR"/>
        </a:p>
      </dgm:t>
    </dgm:pt>
    <dgm:pt modelId="{B45C8BC4-C483-419B-9972-96663AAA254E}" type="sibTrans" cxnId="{A4327186-299C-4F35-91C3-178B607BD069}">
      <dgm:prSet/>
      <dgm:spPr/>
      <dgm:t>
        <a:bodyPr/>
        <a:lstStyle/>
        <a:p>
          <a:endParaRPr lang="fr-FR"/>
        </a:p>
      </dgm:t>
    </dgm:pt>
    <dgm:pt modelId="{49FC0D34-FECA-44C7-B868-CE51AFDEF4B3}">
      <dgm:prSet/>
      <dgm:spPr>
        <a:solidFill>
          <a:srgbClr val="EC7B2B"/>
        </a:solidFill>
        <a:ln>
          <a:noFill/>
        </a:ln>
        <a:effectLst/>
      </dgm:spPr>
      <dgm:t>
        <a:bodyPr/>
        <a:lstStyle/>
        <a:p>
          <a:pPr>
            <a:buFont typeface="+mj-lt"/>
            <a:buAutoNum type="arabicPeriod"/>
          </a:pPr>
          <a:r>
            <a:rPr lang="en-US"/>
            <a:t>Outline members’ time investment profiles</a:t>
          </a:r>
        </a:p>
      </dgm:t>
    </dgm:pt>
    <dgm:pt modelId="{F12564A6-F843-4F13-86FC-15E1FADF371D}" type="parTrans" cxnId="{A57C9253-0778-4DA5-9976-B502DCC4E6AB}">
      <dgm:prSet/>
      <dgm:spPr/>
      <dgm:t>
        <a:bodyPr/>
        <a:lstStyle/>
        <a:p>
          <a:endParaRPr lang="fr-FR"/>
        </a:p>
      </dgm:t>
    </dgm:pt>
    <dgm:pt modelId="{501B89C0-7C51-4923-BB56-66A999EC551A}" type="sibTrans" cxnId="{A57C9253-0778-4DA5-9976-B502DCC4E6AB}">
      <dgm:prSet/>
      <dgm:spPr/>
      <dgm:t>
        <a:bodyPr/>
        <a:lstStyle/>
        <a:p>
          <a:endParaRPr lang="fr-FR"/>
        </a:p>
      </dgm:t>
    </dgm:pt>
    <dgm:pt modelId="{59BFD629-493D-4DE4-AF16-E5CD68BAA759}">
      <dgm:prSet/>
      <dgm:spPr>
        <a:solidFill>
          <a:srgbClr val="EC7B2B"/>
        </a:solidFill>
        <a:ln>
          <a:noFill/>
        </a:ln>
        <a:effectLst/>
      </dgm:spPr>
      <dgm:t>
        <a:bodyPr/>
        <a:lstStyle/>
        <a:p>
          <a:pPr>
            <a:buFont typeface="+mj-lt"/>
            <a:buAutoNum type="arabicPeriod"/>
          </a:pPr>
          <a:r>
            <a:rPr lang="en-US"/>
            <a:t>Understand Engagement Flow</a:t>
          </a:r>
        </a:p>
      </dgm:t>
    </dgm:pt>
    <dgm:pt modelId="{099F2274-BEEF-42CF-9282-378E4FC53729}" type="parTrans" cxnId="{875B0317-AFE3-4DDC-8BDC-E0B23C75CA4E}">
      <dgm:prSet/>
      <dgm:spPr/>
      <dgm:t>
        <a:bodyPr/>
        <a:lstStyle/>
        <a:p>
          <a:endParaRPr lang="fr-FR"/>
        </a:p>
      </dgm:t>
    </dgm:pt>
    <dgm:pt modelId="{177E0172-7306-463E-A078-E0EB4E079955}" type="sibTrans" cxnId="{875B0317-AFE3-4DDC-8BDC-E0B23C75CA4E}">
      <dgm:prSet/>
      <dgm:spPr/>
      <dgm:t>
        <a:bodyPr/>
        <a:lstStyle/>
        <a:p>
          <a:endParaRPr lang="fr-FR"/>
        </a:p>
      </dgm:t>
    </dgm:pt>
    <dgm:pt modelId="{B15D9896-54FE-4532-875F-6073DEB168B9}">
      <dgm:prSet/>
      <dgm:spPr>
        <a:solidFill>
          <a:srgbClr val="EC7B2B"/>
        </a:solidFill>
        <a:ln>
          <a:noFill/>
        </a:ln>
        <a:effectLst/>
      </dgm:spPr>
      <dgm:t>
        <a:bodyPr/>
        <a:lstStyle/>
        <a:p>
          <a:pPr>
            <a:buFont typeface="+mj-lt"/>
            <a:buAutoNum type="arabicPeriod"/>
          </a:pPr>
          <a:r>
            <a:rPr lang="en-US"/>
            <a:t>Outline for each Engagement level what are the Gives &amp; Takes</a:t>
          </a:r>
        </a:p>
      </dgm:t>
    </dgm:pt>
    <dgm:pt modelId="{6FF22E4A-4333-42F5-B4D6-AE5500989BD0}" type="parTrans" cxnId="{4C151AB5-293B-430F-8B40-A4CFF861C6C7}">
      <dgm:prSet/>
      <dgm:spPr/>
      <dgm:t>
        <a:bodyPr/>
        <a:lstStyle/>
        <a:p>
          <a:endParaRPr lang="fr-FR"/>
        </a:p>
      </dgm:t>
    </dgm:pt>
    <dgm:pt modelId="{D2D8E7B9-44CE-431E-AAA2-C0E02519FBCA}" type="sibTrans" cxnId="{4C151AB5-293B-430F-8B40-A4CFF861C6C7}">
      <dgm:prSet/>
      <dgm:spPr/>
      <dgm:t>
        <a:bodyPr/>
        <a:lstStyle/>
        <a:p>
          <a:endParaRPr lang="fr-FR"/>
        </a:p>
      </dgm:t>
    </dgm:pt>
    <dgm:pt modelId="{9A695819-CE79-4B74-8A2E-D7B4FA948F75}">
      <dgm:prSet/>
      <dgm:spPr>
        <a:solidFill>
          <a:srgbClr val="EC7B2B"/>
        </a:solidFill>
        <a:ln>
          <a:noFill/>
        </a:ln>
        <a:effectLst/>
      </dgm:spPr>
      <dgm:t>
        <a:bodyPr/>
        <a:lstStyle/>
        <a:p>
          <a:pPr>
            <a:buFont typeface="+mj-lt"/>
            <a:buAutoNum type="arabicPeriod"/>
          </a:pPr>
          <a:r>
            <a:rPr lang="en-US"/>
            <a:t>Identify example activities &amp; content for each level</a:t>
          </a:r>
        </a:p>
      </dgm:t>
    </dgm:pt>
    <dgm:pt modelId="{DE7646EA-0834-46DD-B707-6816CC5E0D6C}" type="parTrans" cxnId="{35CF5612-96CE-4EA2-8C61-4A224F4404A7}">
      <dgm:prSet/>
      <dgm:spPr/>
      <dgm:t>
        <a:bodyPr/>
        <a:lstStyle/>
        <a:p>
          <a:endParaRPr lang="fr-FR"/>
        </a:p>
      </dgm:t>
    </dgm:pt>
    <dgm:pt modelId="{E693A1EF-69F5-44D4-A1EC-E7EAA8C7133A}" type="sibTrans" cxnId="{35CF5612-96CE-4EA2-8C61-4A224F4404A7}">
      <dgm:prSet/>
      <dgm:spPr/>
      <dgm:t>
        <a:bodyPr/>
        <a:lstStyle/>
        <a:p>
          <a:endParaRPr lang="fr-FR"/>
        </a:p>
      </dgm:t>
    </dgm:pt>
    <dgm:pt modelId="{7331B15D-417F-453D-8972-12D017A84695}">
      <dgm:prSet/>
      <dgm:spPr>
        <a:solidFill>
          <a:srgbClr val="EC7B2B"/>
        </a:solidFill>
        <a:ln>
          <a:noFill/>
        </a:ln>
        <a:effectLst/>
      </dgm:spPr>
      <dgm:t>
        <a:bodyPr/>
        <a:lstStyle/>
        <a:p>
          <a:pPr>
            <a:buFont typeface="+mj-lt"/>
            <a:buAutoNum type="arabicPeriod"/>
          </a:pPr>
          <a:r>
            <a:rPr lang="en-US"/>
            <a:t>Set up a Community Engagement Target</a:t>
          </a:r>
        </a:p>
      </dgm:t>
    </dgm:pt>
    <dgm:pt modelId="{F0DFD019-4E87-47B3-A588-768B7FE3D873}" type="parTrans" cxnId="{92B696B8-B97C-41B3-B0EB-A56E854277C6}">
      <dgm:prSet/>
      <dgm:spPr/>
      <dgm:t>
        <a:bodyPr/>
        <a:lstStyle/>
        <a:p>
          <a:endParaRPr lang="fr-FR"/>
        </a:p>
      </dgm:t>
    </dgm:pt>
    <dgm:pt modelId="{1F4E7EC6-DF30-4939-BDC2-8DA37DA6F711}" type="sibTrans" cxnId="{92B696B8-B97C-41B3-B0EB-A56E854277C6}">
      <dgm:prSet/>
      <dgm:spPr/>
      <dgm:t>
        <a:bodyPr/>
        <a:lstStyle/>
        <a:p>
          <a:endParaRPr lang="fr-FR"/>
        </a:p>
      </dgm:t>
    </dgm:pt>
    <dgm:pt modelId="{96D0EC47-F716-4805-B7BF-C27120800391}">
      <dgm:prSet/>
      <dgm:spPr>
        <a:solidFill>
          <a:srgbClr val="EC7B2B"/>
        </a:solidFill>
        <a:ln>
          <a:noFill/>
        </a:ln>
        <a:effectLst/>
      </dgm:spPr>
      <dgm:t>
        <a:bodyPr/>
        <a:lstStyle/>
        <a:p>
          <a:pPr>
            <a:buFont typeface="+mj-lt"/>
            <a:buAutoNum type="arabicPeriod"/>
          </a:pPr>
          <a:r>
            <a:rPr lang="en-US"/>
            <a:t>Identify Engagement Walls</a:t>
          </a:r>
        </a:p>
      </dgm:t>
    </dgm:pt>
    <dgm:pt modelId="{669D9895-7662-4F63-900B-920A7ACCF123}" type="parTrans" cxnId="{557642E1-33DD-4AB8-A172-41ADCB81805A}">
      <dgm:prSet/>
      <dgm:spPr/>
      <dgm:t>
        <a:bodyPr/>
        <a:lstStyle/>
        <a:p>
          <a:endParaRPr lang="fr-FR"/>
        </a:p>
      </dgm:t>
    </dgm:pt>
    <dgm:pt modelId="{D6854E19-E008-4087-AA6C-AB876981BA58}" type="sibTrans" cxnId="{557642E1-33DD-4AB8-A172-41ADCB81805A}">
      <dgm:prSet/>
      <dgm:spPr/>
      <dgm:t>
        <a:bodyPr/>
        <a:lstStyle/>
        <a:p>
          <a:endParaRPr lang="fr-FR"/>
        </a:p>
      </dgm:t>
    </dgm:pt>
    <dgm:pt modelId="{A1DB7B29-1945-4648-87FC-6E71F8D93126}">
      <dgm:prSet/>
      <dgm:spPr>
        <a:solidFill>
          <a:srgbClr val="EC7B2B"/>
        </a:solidFill>
        <a:ln>
          <a:noFill/>
        </a:ln>
        <a:effectLst/>
      </dgm:spPr>
      <dgm:t>
        <a:bodyPr/>
        <a:lstStyle/>
        <a:p>
          <a:pPr>
            <a:buFont typeface="+mj-lt"/>
            <a:buAutoNum type="arabicPeriod"/>
          </a:pPr>
          <a:r>
            <a:rPr lang="en-US"/>
            <a:t>Identify and design Engagement Jumps</a:t>
          </a:r>
        </a:p>
      </dgm:t>
    </dgm:pt>
    <dgm:pt modelId="{97DFD6DD-1EE7-48E6-A41D-4343AA337AFC}" type="parTrans" cxnId="{DCB89FA5-A762-4CDE-A514-0073F2A6F519}">
      <dgm:prSet/>
      <dgm:spPr/>
      <dgm:t>
        <a:bodyPr/>
        <a:lstStyle/>
        <a:p>
          <a:endParaRPr lang="fr-FR"/>
        </a:p>
      </dgm:t>
    </dgm:pt>
    <dgm:pt modelId="{10A68062-28B4-4285-AB76-FD5ED9295BDF}" type="sibTrans" cxnId="{DCB89FA5-A762-4CDE-A514-0073F2A6F519}">
      <dgm:prSet/>
      <dgm:spPr/>
      <dgm:t>
        <a:bodyPr/>
        <a:lstStyle/>
        <a:p>
          <a:endParaRPr lang="fr-FR"/>
        </a:p>
      </dgm:t>
    </dgm:pt>
    <dgm:pt modelId="{354B2D11-3A68-4CFF-B969-C4662FFA76F2}" type="pres">
      <dgm:prSet presAssocID="{A749CDFB-85F2-4B45-9DCB-5EB350C8BCC3}" presName="Name0" presStyleCnt="0">
        <dgm:presLayoutVars>
          <dgm:dir/>
          <dgm:animLvl val="lvl"/>
          <dgm:resizeHandles val="exact"/>
        </dgm:presLayoutVars>
      </dgm:prSet>
      <dgm:spPr/>
    </dgm:pt>
    <dgm:pt modelId="{2ED3196B-FB51-4F36-AAB6-8CCD792FA5FF}" type="pres">
      <dgm:prSet presAssocID="{1E80BF30-70FE-4C13-818F-0953DD3E367D}" presName="composite" presStyleCnt="0"/>
      <dgm:spPr/>
    </dgm:pt>
    <dgm:pt modelId="{F530E1CF-4C53-4E03-9369-AB230B2A8258}" type="pres">
      <dgm:prSet presAssocID="{1E80BF30-70FE-4C13-818F-0953DD3E367D}" presName="parTx" presStyleLbl="alignNode1" presStyleIdx="0" presStyleCnt="3">
        <dgm:presLayoutVars>
          <dgm:chMax val="0"/>
          <dgm:chPref val="0"/>
          <dgm:bulletEnabled val="1"/>
        </dgm:presLayoutVars>
      </dgm:prSet>
      <dgm:spPr/>
    </dgm:pt>
    <dgm:pt modelId="{BFC0650F-B96B-407C-9D60-58C271F238C5}" type="pres">
      <dgm:prSet presAssocID="{1E80BF30-70FE-4C13-818F-0953DD3E367D}" presName="desTx" presStyleLbl="alignAccFollowNode1" presStyleIdx="0" presStyleCnt="3">
        <dgm:presLayoutVars>
          <dgm:bulletEnabled val="1"/>
        </dgm:presLayoutVars>
      </dgm:prSet>
      <dgm:spPr>
        <a:xfrm>
          <a:off x="3177" y="580755"/>
          <a:ext cx="3098043" cy="2964600"/>
        </a:xfrm>
        <a:prstGeom prst="rect">
          <a:avLst/>
        </a:prstGeom>
        <a:solidFill>
          <a:srgbClr val="EC7B2B">
            <a:alpha val="30196"/>
          </a:srgbClr>
        </a:solidFill>
        <a:ln w="12700" cap="flat" cmpd="sng" algn="ctr">
          <a:solidFill>
            <a:srgbClr val="3494BA">
              <a:alpha val="90000"/>
              <a:tint val="40000"/>
              <a:hueOff val="0"/>
              <a:satOff val="0"/>
              <a:lumOff val="0"/>
              <a:alphaOff val="0"/>
            </a:srgbClr>
          </a:solidFill>
          <a:prstDash val="solid"/>
          <a:miter lim="800000"/>
        </a:ln>
      </dgm:spPr>
    </dgm:pt>
    <dgm:pt modelId="{D2B4D8BF-6BD1-4C6D-889B-BF16D0E086B8}" type="pres">
      <dgm:prSet presAssocID="{22C03C81-39B1-4730-BCD6-0FF9FA4DF9F5}" presName="space" presStyleCnt="0"/>
      <dgm:spPr/>
    </dgm:pt>
    <dgm:pt modelId="{963998C1-0841-4612-93C3-1F1400E11922}" type="pres">
      <dgm:prSet presAssocID="{7C74151C-4A5B-447F-8A03-57774BDB9793}" presName="composite" presStyleCnt="0"/>
      <dgm:spPr/>
    </dgm:pt>
    <dgm:pt modelId="{7F014E5F-8563-436E-A73C-C7124B8B7198}" type="pres">
      <dgm:prSet presAssocID="{7C74151C-4A5B-447F-8A03-57774BDB9793}" presName="parTx" presStyleLbl="alignNode1" presStyleIdx="1" presStyleCnt="3">
        <dgm:presLayoutVars>
          <dgm:chMax val="0"/>
          <dgm:chPref val="0"/>
          <dgm:bulletEnabled val="1"/>
        </dgm:presLayoutVars>
      </dgm:prSet>
      <dgm:spPr/>
    </dgm:pt>
    <dgm:pt modelId="{9C0F6E90-834A-4714-A658-CB34A8DD0A75}" type="pres">
      <dgm:prSet presAssocID="{7C74151C-4A5B-447F-8A03-57774BDB9793}" presName="desTx" presStyleLbl="alignAccFollowNode1" presStyleIdx="1" presStyleCnt="3">
        <dgm:presLayoutVars>
          <dgm:bulletEnabled val="1"/>
        </dgm:presLayoutVars>
      </dgm:prSet>
      <dgm:spPr/>
    </dgm:pt>
    <dgm:pt modelId="{40D8DD85-E3FB-4E7D-B1E8-7770CA61D8DB}" type="pres">
      <dgm:prSet presAssocID="{B969A61E-FFDF-467D-8203-7C65D4619752}" presName="space" presStyleCnt="0"/>
      <dgm:spPr/>
    </dgm:pt>
    <dgm:pt modelId="{6A17A80D-0773-49D2-993B-B78E718B02D8}" type="pres">
      <dgm:prSet presAssocID="{95035A09-E0E3-4F4E-97F6-AD6AC930F86A}" presName="composite" presStyleCnt="0"/>
      <dgm:spPr/>
    </dgm:pt>
    <dgm:pt modelId="{786EC625-4EE4-4280-B2E2-36C218F4FDF4}" type="pres">
      <dgm:prSet presAssocID="{95035A09-E0E3-4F4E-97F6-AD6AC930F86A}" presName="parTx" presStyleLbl="alignNode1" presStyleIdx="2" presStyleCnt="3">
        <dgm:presLayoutVars>
          <dgm:chMax val="0"/>
          <dgm:chPref val="0"/>
          <dgm:bulletEnabled val="1"/>
        </dgm:presLayoutVars>
      </dgm:prSet>
      <dgm:spPr/>
    </dgm:pt>
    <dgm:pt modelId="{D047B1F2-751E-497C-8F68-4580984CDAD8}" type="pres">
      <dgm:prSet presAssocID="{95035A09-E0E3-4F4E-97F6-AD6AC930F86A}" presName="desTx" presStyleLbl="alignAccFollowNode1" presStyleIdx="2" presStyleCnt="3">
        <dgm:presLayoutVars>
          <dgm:bulletEnabled val="1"/>
        </dgm:presLayoutVars>
      </dgm:prSet>
      <dgm:spPr/>
    </dgm:pt>
  </dgm:ptLst>
  <dgm:cxnLst>
    <dgm:cxn modelId="{B21ECD05-0B71-4860-B898-E48500853241}" srcId="{7C74151C-4A5B-447F-8A03-57774BDB9793}" destId="{DA1C876F-324E-4868-BDCF-A78AB8322F39}" srcOrd="2" destOrd="0" parTransId="{3B9E3346-A063-41E1-8237-0E74F41ED495}" sibTransId="{D2C4C04C-AE3B-4013-AE14-59043D1E3594}"/>
    <dgm:cxn modelId="{060EE806-928B-4302-BF01-02D5CFCA6D94}" srcId="{7C74151C-4A5B-447F-8A03-57774BDB9793}" destId="{FF93A5E1-0936-4367-A9DA-68D297EE6500}" srcOrd="3" destOrd="0" parTransId="{04EEC985-6FBE-4D0D-ABD3-129CA0A44DD4}" sibTransId="{9A935C8E-9F13-4EC2-BD80-ABA59B03E7FD}"/>
    <dgm:cxn modelId="{FD1EE009-F6BE-41E4-832A-B41AB033BA78}" type="presOf" srcId="{95035A09-E0E3-4F4E-97F6-AD6AC930F86A}" destId="{786EC625-4EE4-4280-B2E2-36C218F4FDF4}" srcOrd="0" destOrd="0" presId="urn:microsoft.com/office/officeart/2005/8/layout/hList1"/>
    <dgm:cxn modelId="{AD6F030A-CC4D-45F3-83C5-AB1524506F2D}" type="presOf" srcId="{801C8AC0-E564-42C4-A7E4-153F61E8E33D}" destId="{BFC0650F-B96B-407C-9D60-58C271F238C5}" srcOrd="0" destOrd="2" presId="urn:microsoft.com/office/officeart/2005/8/layout/hList1"/>
    <dgm:cxn modelId="{35CF5612-96CE-4EA2-8C61-4A224F4404A7}" srcId="{1E80BF30-70FE-4C13-818F-0953DD3E367D}" destId="{9A695819-CE79-4B74-8A2E-D7B4FA948F75}" srcOrd="7" destOrd="0" parTransId="{DE7646EA-0834-46DD-B707-6816CC5E0D6C}" sibTransId="{E693A1EF-69F5-44D4-A1EC-E7EAA8C7133A}"/>
    <dgm:cxn modelId="{BE856413-6CF2-41F8-AA70-BA526B220F85}" type="presOf" srcId="{8C729156-DD27-44ED-868A-B16422CAB6A3}" destId="{9C0F6E90-834A-4714-A658-CB34A8DD0A75}" srcOrd="0" destOrd="0" presId="urn:microsoft.com/office/officeart/2005/8/layout/hList1"/>
    <dgm:cxn modelId="{875B0317-AFE3-4DDC-8BDC-E0B23C75CA4E}" srcId="{1E80BF30-70FE-4C13-818F-0953DD3E367D}" destId="{59BFD629-493D-4DE4-AF16-E5CD68BAA759}" srcOrd="5" destOrd="0" parTransId="{099F2274-BEEF-42CF-9282-378E4FC53729}" sibTransId="{177E0172-7306-463E-A078-E0EB4E079955}"/>
    <dgm:cxn modelId="{9C4F8417-161D-4B7A-893D-81A0B371323D}" type="presOf" srcId="{FF93A5E1-0936-4367-A9DA-68D297EE6500}" destId="{9C0F6E90-834A-4714-A658-CB34A8DD0A75}" srcOrd="0" destOrd="3" presId="urn:microsoft.com/office/officeart/2005/8/layout/hList1"/>
    <dgm:cxn modelId="{DDAFAE19-57BC-4729-88E6-B9D6CA1EF128}" srcId="{A749CDFB-85F2-4B45-9DCB-5EB350C8BCC3}" destId="{7C74151C-4A5B-447F-8A03-57774BDB9793}" srcOrd="1" destOrd="0" parTransId="{8A2F1582-2295-4CD6-ACD5-64CE41345C2F}" sibTransId="{B969A61E-FFDF-467D-8203-7C65D4619752}"/>
    <dgm:cxn modelId="{98DEDD1F-A3DC-40E9-AC6D-D181F5DD8CFE}" srcId="{A749CDFB-85F2-4B45-9DCB-5EB350C8BCC3}" destId="{95035A09-E0E3-4F4E-97F6-AD6AC930F86A}" srcOrd="2" destOrd="0" parTransId="{2F470CB0-3BB9-4378-A9E3-BB0F9D21A7FB}" sibTransId="{9237A9DE-BF3D-45B5-AC6B-34498C1DDAC5}"/>
    <dgm:cxn modelId="{A234C026-4B94-441D-9BF1-BA573A98D6C5}" type="presOf" srcId="{49FC0D34-FECA-44C7-B868-CE51AFDEF4B3}" destId="{BFC0650F-B96B-407C-9D60-58C271F238C5}" srcOrd="0" destOrd="4" presId="urn:microsoft.com/office/officeart/2005/8/layout/hList1"/>
    <dgm:cxn modelId="{9112C532-35BF-4316-8741-D681BEFC18DA}" srcId="{7C74151C-4A5B-447F-8A03-57774BDB9793}" destId="{8C729156-DD27-44ED-868A-B16422CAB6A3}" srcOrd="0" destOrd="0" parTransId="{29735C53-498D-43C7-AB4C-59819B1E4E59}" sibTransId="{EDA5B305-0275-465B-92C5-0752292CC23E}"/>
    <dgm:cxn modelId="{7BDB6D40-27F5-453D-84AD-3075F3F6DBFB}" type="presOf" srcId="{59F72B3A-B090-4171-B959-ED02C5FD1DA3}" destId="{9C0F6E90-834A-4714-A658-CB34A8DD0A75}" srcOrd="0" destOrd="5" presId="urn:microsoft.com/office/officeart/2005/8/layout/hList1"/>
    <dgm:cxn modelId="{7BF1CC43-6625-47C4-BDC7-07EE67C9BA51}" srcId="{7C74151C-4A5B-447F-8A03-57774BDB9793}" destId="{4196A958-1F29-4025-8AC3-B2A3B4AABAA7}" srcOrd="6" destOrd="0" parTransId="{399FD6AA-6478-4450-BE85-A7E92E564A54}" sibTransId="{EC581E87-9354-4006-801D-EFAE2DBBE660}"/>
    <dgm:cxn modelId="{04760066-D1D7-47E8-89F3-7B9CCCF4556A}" srcId="{A749CDFB-85F2-4B45-9DCB-5EB350C8BCC3}" destId="{1E80BF30-70FE-4C13-818F-0953DD3E367D}" srcOrd="0" destOrd="0" parTransId="{3DD7A8E9-286E-4299-B4ED-B7D7C6AC44D5}" sibTransId="{22C03C81-39B1-4730-BCD6-0FF9FA4DF9F5}"/>
    <dgm:cxn modelId="{09202B67-920D-4A68-B87E-19C08C1EC9F1}" srcId="{95035A09-E0E3-4F4E-97F6-AD6AC930F86A}" destId="{9915AFAE-BA45-4F69-B5D9-7CECFA5F36B6}" srcOrd="1" destOrd="0" parTransId="{A7D63C59-06D1-4DE0-82AF-A5BA745AD456}" sibTransId="{FA1528FF-83AE-47D5-8C10-19D2BAEB8EF4}"/>
    <dgm:cxn modelId="{3591D969-F81C-4F16-8158-4C421F82B6CE}" srcId="{1E80BF30-70FE-4C13-818F-0953DD3E367D}" destId="{801C8AC0-E564-42C4-A7E4-153F61E8E33D}" srcOrd="2" destOrd="0" parTransId="{B5D36B3F-CF03-407B-9EC9-D7D472F7987E}" sibTransId="{A2487CA7-E459-469B-A2D2-79E889FF3A7C}"/>
    <dgm:cxn modelId="{65BE604C-8C83-49A8-91E1-42BF286447CF}" type="presOf" srcId="{9A695819-CE79-4B74-8A2E-D7B4FA948F75}" destId="{BFC0650F-B96B-407C-9D60-58C271F238C5}" srcOrd="0" destOrd="7" presId="urn:microsoft.com/office/officeart/2005/8/layout/hList1"/>
    <dgm:cxn modelId="{A49DBE6D-159E-48D6-8CD9-8A2B9C7186AA}" type="presOf" srcId="{A749CDFB-85F2-4B45-9DCB-5EB350C8BCC3}" destId="{354B2D11-3A68-4CFF-B969-C4662FFA76F2}" srcOrd="0" destOrd="0" presId="urn:microsoft.com/office/officeart/2005/8/layout/hList1"/>
    <dgm:cxn modelId="{72712550-28C8-4633-9358-867BCB4AB790}" srcId="{1E80BF30-70FE-4C13-818F-0953DD3E367D}" destId="{0B4F60B0-D823-4C2B-A6FC-3CDA6DBD1B1F}" srcOrd="1" destOrd="0" parTransId="{A35A860A-A418-400B-ADF7-AAF15ADC5ECD}" sibTransId="{B9E6838B-5EF6-4350-943C-928AE2AF7A8F}"/>
    <dgm:cxn modelId="{A57C9253-0778-4DA5-9976-B502DCC4E6AB}" srcId="{1E80BF30-70FE-4C13-818F-0953DD3E367D}" destId="{49FC0D34-FECA-44C7-B868-CE51AFDEF4B3}" srcOrd="4" destOrd="0" parTransId="{F12564A6-F843-4F13-86FC-15E1FADF371D}" sibTransId="{501B89C0-7C51-4923-BB56-66A999EC551A}"/>
    <dgm:cxn modelId="{D4264674-DC95-4380-81E2-92BB3AA26160}" srcId="{1E80BF30-70FE-4C13-818F-0953DD3E367D}" destId="{FF1AAD4A-39BE-44A2-B124-DDB85590CCED}" srcOrd="0" destOrd="0" parTransId="{27AC51BE-C3B2-4BB2-BDEB-B4FBECF24F9E}" sibTransId="{40D7CEB2-6296-436A-81B8-E839F208700D}"/>
    <dgm:cxn modelId="{F3880275-8313-4A49-A708-5F55C3B96A6D}" type="presOf" srcId="{59BFD629-493D-4DE4-AF16-E5CD68BAA759}" destId="{BFC0650F-B96B-407C-9D60-58C271F238C5}" srcOrd="0" destOrd="5" presId="urn:microsoft.com/office/officeart/2005/8/layout/hList1"/>
    <dgm:cxn modelId="{768D7A75-F8CE-4B73-8AAC-54A4B86B70A5}" srcId="{7C74151C-4A5B-447F-8A03-57774BDB9793}" destId="{EA20C399-2845-40B4-947C-323515229C70}" srcOrd="4" destOrd="0" parTransId="{6DC9B224-A67B-4D21-BA80-3C75A3859658}" sibTransId="{31EEB073-141D-466E-AEB3-FC35A3285974}"/>
    <dgm:cxn modelId="{EFE7E057-8C22-4D6A-8CE9-EC43DEB77811}" srcId="{95035A09-E0E3-4F4E-97F6-AD6AC930F86A}" destId="{E747DF3D-0129-4F87-AE68-768DDF3A28CA}" srcOrd="0" destOrd="0" parTransId="{6C10AC80-FBB3-47B3-B895-BC993FB145DD}" sibTransId="{96110F7B-8AE8-4389-9F87-464839FF9C4E}"/>
    <dgm:cxn modelId="{E481B57D-CFC2-4C66-8086-A9D6033FB50A}" srcId="{7C74151C-4A5B-447F-8A03-57774BDB9793}" destId="{59F72B3A-B090-4171-B959-ED02C5FD1DA3}" srcOrd="5" destOrd="0" parTransId="{C7DAD085-9FD0-49ED-BD88-3D9ED777B895}" sibTransId="{2AB66325-930B-460E-8BF0-22A4AB5DCAFE}"/>
    <dgm:cxn modelId="{C6BDBA7E-3F67-4646-9334-88EAECD43ABE}" type="presOf" srcId="{1E80BF30-70FE-4C13-818F-0953DD3E367D}" destId="{F530E1CF-4C53-4E03-9369-AB230B2A8258}" srcOrd="0" destOrd="0" presId="urn:microsoft.com/office/officeart/2005/8/layout/hList1"/>
    <dgm:cxn modelId="{A4327186-299C-4F35-91C3-178B607BD069}" srcId="{1E80BF30-70FE-4C13-818F-0953DD3E367D}" destId="{21413A1E-33A8-49DC-BF08-F3C4BD21F4E9}" srcOrd="3" destOrd="0" parTransId="{D6CDCF68-E6D9-4DEF-B9B1-6F4E2F087418}" sibTransId="{B45C8BC4-C483-419B-9972-96663AAA254E}"/>
    <dgm:cxn modelId="{A68B3388-EDDB-4E46-A873-C9FAF3CF2448}" type="presOf" srcId="{7CDBE555-15F3-452F-84DC-47BBE1B7C9E4}" destId="{9C0F6E90-834A-4714-A658-CB34A8DD0A75}" srcOrd="0" destOrd="1" presId="urn:microsoft.com/office/officeart/2005/8/layout/hList1"/>
    <dgm:cxn modelId="{D57C3488-84BA-41A5-B633-C16406123AB9}" srcId="{7C74151C-4A5B-447F-8A03-57774BDB9793}" destId="{7CDBE555-15F3-452F-84DC-47BBE1B7C9E4}" srcOrd="1" destOrd="0" parTransId="{1E72AED4-8866-40EE-A072-D45850836163}" sibTransId="{CFACFE7B-41BB-489F-8A41-FE4C451716F0}"/>
    <dgm:cxn modelId="{1D2C248C-5B0B-4374-9764-ECA89A0E9245}" type="presOf" srcId="{FF1AAD4A-39BE-44A2-B124-DDB85590CCED}" destId="{BFC0650F-B96B-407C-9D60-58C271F238C5}" srcOrd="0" destOrd="0" presId="urn:microsoft.com/office/officeart/2005/8/layout/hList1"/>
    <dgm:cxn modelId="{51C23C8D-3B95-4D37-840F-2EAD9C33A8BC}" type="presOf" srcId="{9915AFAE-BA45-4F69-B5D9-7CECFA5F36B6}" destId="{D047B1F2-751E-497C-8F68-4580984CDAD8}" srcOrd="0" destOrd="1" presId="urn:microsoft.com/office/officeart/2005/8/layout/hList1"/>
    <dgm:cxn modelId="{52961596-EF80-422F-B47C-25715D34A93F}" type="presOf" srcId="{0B4F60B0-D823-4C2B-A6FC-3CDA6DBD1B1F}" destId="{BFC0650F-B96B-407C-9D60-58C271F238C5}" srcOrd="0" destOrd="1" presId="urn:microsoft.com/office/officeart/2005/8/layout/hList1"/>
    <dgm:cxn modelId="{F913849C-5A65-4C88-BE44-6058A328290A}" type="presOf" srcId="{DA1C876F-324E-4868-BDCF-A78AB8322F39}" destId="{9C0F6E90-834A-4714-A658-CB34A8DD0A75}" srcOrd="0" destOrd="2" presId="urn:microsoft.com/office/officeart/2005/8/layout/hList1"/>
    <dgm:cxn modelId="{BB0462A0-0E9D-4F8E-8691-A758ED7FF651}" type="presOf" srcId="{21413A1E-33A8-49DC-BF08-F3C4BD21F4E9}" destId="{BFC0650F-B96B-407C-9D60-58C271F238C5}" srcOrd="0" destOrd="3" presId="urn:microsoft.com/office/officeart/2005/8/layout/hList1"/>
    <dgm:cxn modelId="{7748CEA0-0730-4006-B1E0-E2DFAF87505A}" type="presOf" srcId="{E747DF3D-0129-4F87-AE68-768DDF3A28CA}" destId="{D047B1F2-751E-497C-8F68-4580984CDAD8}" srcOrd="0" destOrd="0" presId="urn:microsoft.com/office/officeart/2005/8/layout/hList1"/>
    <dgm:cxn modelId="{252DBCA2-CF35-4087-8D37-09FBBC386283}" type="presOf" srcId="{20D5CCB3-7926-4BC3-8F12-6FDF4E12CC4C}" destId="{BFC0650F-B96B-407C-9D60-58C271F238C5}" srcOrd="0" destOrd="11" presId="urn:microsoft.com/office/officeart/2005/8/layout/hList1"/>
    <dgm:cxn modelId="{DCB89FA5-A762-4CDE-A514-0073F2A6F519}" srcId="{1E80BF30-70FE-4C13-818F-0953DD3E367D}" destId="{A1DB7B29-1945-4648-87FC-6E71F8D93126}" srcOrd="10" destOrd="0" parTransId="{97DFD6DD-1EE7-48E6-A41D-4343AA337AFC}" sibTransId="{10A68062-28B4-4285-AB76-FD5ED9295BDF}"/>
    <dgm:cxn modelId="{0C2650AD-58E4-4CB5-ADA3-CFBCCBD665EB}" type="presOf" srcId="{7331B15D-417F-453D-8972-12D017A84695}" destId="{BFC0650F-B96B-407C-9D60-58C271F238C5}" srcOrd="0" destOrd="8" presId="urn:microsoft.com/office/officeart/2005/8/layout/hList1"/>
    <dgm:cxn modelId="{4C151AB5-293B-430F-8B40-A4CFF861C6C7}" srcId="{1E80BF30-70FE-4C13-818F-0953DD3E367D}" destId="{B15D9896-54FE-4532-875F-6073DEB168B9}" srcOrd="6" destOrd="0" parTransId="{6FF22E4A-4333-42F5-B4D6-AE5500989BD0}" sibTransId="{D2D8E7B9-44CE-431E-AAA2-C0E02519FBCA}"/>
    <dgm:cxn modelId="{92B696B8-B97C-41B3-B0EB-A56E854277C6}" srcId="{1E80BF30-70FE-4C13-818F-0953DD3E367D}" destId="{7331B15D-417F-453D-8972-12D017A84695}" srcOrd="8" destOrd="0" parTransId="{F0DFD019-4E87-47B3-A588-768B7FE3D873}" sibTransId="{1F4E7EC6-DF30-4939-BDC2-8DA37DA6F711}"/>
    <dgm:cxn modelId="{2CC512BD-69F1-432B-A41D-2910247B4217}" type="presOf" srcId="{EA20C399-2845-40B4-947C-323515229C70}" destId="{9C0F6E90-834A-4714-A658-CB34A8DD0A75}" srcOrd="0" destOrd="4" presId="urn:microsoft.com/office/officeart/2005/8/layout/hList1"/>
    <dgm:cxn modelId="{D10046CD-0FEC-4C55-80B8-9A7E725C1F4F}" type="presOf" srcId="{4196A958-1F29-4025-8AC3-B2A3B4AABAA7}" destId="{9C0F6E90-834A-4714-A658-CB34A8DD0A75}" srcOrd="0" destOrd="6" presId="urn:microsoft.com/office/officeart/2005/8/layout/hList1"/>
    <dgm:cxn modelId="{FA065FD1-3EDF-4BDC-9993-BEA1F47880B3}" type="presOf" srcId="{A1DB7B29-1945-4648-87FC-6E71F8D93126}" destId="{BFC0650F-B96B-407C-9D60-58C271F238C5}" srcOrd="0" destOrd="10" presId="urn:microsoft.com/office/officeart/2005/8/layout/hList1"/>
    <dgm:cxn modelId="{F41656DF-86F8-4C63-9F27-EED7DC8F0557}" type="presOf" srcId="{96D0EC47-F716-4805-B7BF-C27120800391}" destId="{BFC0650F-B96B-407C-9D60-58C271F238C5}" srcOrd="0" destOrd="9" presId="urn:microsoft.com/office/officeart/2005/8/layout/hList1"/>
    <dgm:cxn modelId="{557642E1-33DD-4AB8-A172-41ADCB81805A}" srcId="{1E80BF30-70FE-4C13-818F-0953DD3E367D}" destId="{96D0EC47-F716-4805-B7BF-C27120800391}" srcOrd="9" destOrd="0" parTransId="{669D9895-7662-4F63-900B-920A7ACCF123}" sibTransId="{D6854E19-E008-4087-AA6C-AB876981BA58}"/>
    <dgm:cxn modelId="{84EAC4E8-7671-4D66-9767-6FCE420DBEA4}" type="presOf" srcId="{B15D9896-54FE-4532-875F-6073DEB168B9}" destId="{BFC0650F-B96B-407C-9D60-58C271F238C5}" srcOrd="0" destOrd="6" presId="urn:microsoft.com/office/officeart/2005/8/layout/hList1"/>
    <dgm:cxn modelId="{DF8822F0-6B30-47BA-8E5D-506DC41B8F97}" type="presOf" srcId="{7C74151C-4A5B-447F-8A03-57774BDB9793}" destId="{7F014E5F-8563-436E-A73C-C7124B8B7198}" srcOrd="0" destOrd="0" presId="urn:microsoft.com/office/officeart/2005/8/layout/hList1"/>
    <dgm:cxn modelId="{0E5BDEFF-74C2-427F-89E7-D327D8D2FF80}" srcId="{1E80BF30-70FE-4C13-818F-0953DD3E367D}" destId="{20D5CCB3-7926-4BC3-8F12-6FDF4E12CC4C}" srcOrd="11" destOrd="0" parTransId="{A4BB255A-56AF-4BC4-A343-F8CD14759AF8}" sibTransId="{B5912209-A6A9-458A-9593-DDE2B9C9D9AB}"/>
    <dgm:cxn modelId="{950F1DAD-79C3-48A2-ADE2-2A1504F94EFC}" type="presParOf" srcId="{354B2D11-3A68-4CFF-B969-C4662FFA76F2}" destId="{2ED3196B-FB51-4F36-AAB6-8CCD792FA5FF}" srcOrd="0" destOrd="0" presId="urn:microsoft.com/office/officeart/2005/8/layout/hList1"/>
    <dgm:cxn modelId="{FA712611-5CD2-4545-84BA-B5DAFC31BAF4}" type="presParOf" srcId="{2ED3196B-FB51-4F36-AAB6-8CCD792FA5FF}" destId="{F530E1CF-4C53-4E03-9369-AB230B2A8258}" srcOrd="0" destOrd="0" presId="urn:microsoft.com/office/officeart/2005/8/layout/hList1"/>
    <dgm:cxn modelId="{5DD8CB2B-C806-44FA-835E-54C535E1713A}" type="presParOf" srcId="{2ED3196B-FB51-4F36-AAB6-8CCD792FA5FF}" destId="{BFC0650F-B96B-407C-9D60-58C271F238C5}" srcOrd="1" destOrd="0" presId="urn:microsoft.com/office/officeart/2005/8/layout/hList1"/>
    <dgm:cxn modelId="{849E7EAE-9CF1-4916-90F9-26CA266A1928}" type="presParOf" srcId="{354B2D11-3A68-4CFF-B969-C4662FFA76F2}" destId="{D2B4D8BF-6BD1-4C6D-889B-BF16D0E086B8}" srcOrd="1" destOrd="0" presId="urn:microsoft.com/office/officeart/2005/8/layout/hList1"/>
    <dgm:cxn modelId="{F754B8BA-3CBC-44B0-B285-93455D04B404}" type="presParOf" srcId="{354B2D11-3A68-4CFF-B969-C4662FFA76F2}" destId="{963998C1-0841-4612-93C3-1F1400E11922}" srcOrd="2" destOrd="0" presId="urn:microsoft.com/office/officeart/2005/8/layout/hList1"/>
    <dgm:cxn modelId="{5520262F-6675-4ACF-BF7E-CDD10D95C907}" type="presParOf" srcId="{963998C1-0841-4612-93C3-1F1400E11922}" destId="{7F014E5F-8563-436E-A73C-C7124B8B7198}" srcOrd="0" destOrd="0" presId="urn:microsoft.com/office/officeart/2005/8/layout/hList1"/>
    <dgm:cxn modelId="{19388671-2A44-48DD-BFE8-86F88F212F39}" type="presParOf" srcId="{963998C1-0841-4612-93C3-1F1400E11922}" destId="{9C0F6E90-834A-4714-A658-CB34A8DD0A75}" srcOrd="1" destOrd="0" presId="urn:microsoft.com/office/officeart/2005/8/layout/hList1"/>
    <dgm:cxn modelId="{D3BD48A4-6C44-418C-B800-5753B67C8DED}" type="presParOf" srcId="{354B2D11-3A68-4CFF-B969-C4662FFA76F2}" destId="{40D8DD85-E3FB-4E7D-B1E8-7770CA61D8DB}" srcOrd="3" destOrd="0" presId="urn:microsoft.com/office/officeart/2005/8/layout/hList1"/>
    <dgm:cxn modelId="{46591363-0AD2-4E06-932A-CC25205FC508}" type="presParOf" srcId="{354B2D11-3A68-4CFF-B969-C4662FFA76F2}" destId="{6A17A80D-0773-49D2-993B-B78E718B02D8}" srcOrd="4" destOrd="0" presId="urn:microsoft.com/office/officeart/2005/8/layout/hList1"/>
    <dgm:cxn modelId="{53A6E839-7756-427C-B89E-43905008D650}" type="presParOf" srcId="{6A17A80D-0773-49D2-993B-B78E718B02D8}" destId="{786EC625-4EE4-4280-B2E2-36C218F4FDF4}" srcOrd="0" destOrd="0" presId="urn:microsoft.com/office/officeart/2005/8/layout/hList1"/>
    <dgm:cxn modelId="{ED87AD35-1BF5-459D-93B4-6728A9821F1B}" type="presParOf" srcId="{6A17A80D-0773-49D2-993B-B78E718B02D8}" destId="{D047B1F2-751E-497C-8F68-4580984CDAD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chemeClr val="bg1">
            <a:lumMod val="85000"/>
          </a:schemeClr>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chemeClr val="bg1">
            <a:lumMod val="85000"/>
          </a:schemeClr>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chemeClr val="bg1">
            <a:lumMod val="85000"/>
          </a:schemeClr>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EC7B2B"/>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3494BA"/>
        </a:solidFill>
        <a:ln>
          <a:no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3494BA"/>
        </a:solidFill>
        <a:ln>
          <a:solidFill>
            <a:srgbClr val="3494BA"/>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3494BA"/>
        </a:solidFill>
        <a:ln>
          <a:solidFill>
            <a:srgbClr val="3494BA"/>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21AC70B-DA6F-418A-AD73-2FCF6857F8CA}"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83FB57B4-2F5C-4DEA-8D2A-4EC5832233BC}">
      <dgm:prSet phldrT="[Texte]"/>
      <dgm:spPr/>
      <dgm:t>
        <a:bodyPr/>
        <a:lstStyle/>
        <a:p>
          <a:r>
            <a:rPr lang="en-US" b="1" dirty="0"/>
            <a:t>Example : </a:t>
          </a:r>
          <a:r>
            <a:rPr lang="en-US" dirty="0"/>
            <a:t>Business opportunity  sharing community</a:t>
          </a:r>
        </a:p>
      </dgm:t>
    </dgm:pt>
    <dgm:pt modelId="{51162959-3944-4FBF-A268-8C1665B2ECF9}" type="parTrans" cxnId="{DD7184E5-76AF-43F5-A899-F5F065059314}">
      <dgm:prSet/>
      <dgm:spPr/>
      <dgm:t>
        <a:bodyPr/>
        <a:lstStyle/>
        <a:p>
          <a:endParaRPr lang="en-US"/>
        </a:p>
      </dgm:t>
    </dgm:pt>
    <dgm:pt modelId="{6293082A-F93B-481D-921A-1C60D582DF15}" type="sibTrans" cxnId="{DD7184E5-76AF-43F5-A899-F5F065059314}">
      <dgm:prSet/>
      <dgm:spPr/>
      <dgm:t>
        <a:bodyPr/>
        <a:lstStyle/>
        <a:p>
          <a:endParaRPr lang="en-US"/>
        </a:p>
      </dgm:t>
    </dgm:pt>
    <dgm:pt modelId="{BADAC260-E2FE-4FB8-A54C-002672B7217A}">
      <dgm:prSet phldrT="[Texte]"/>
      <dgm:spPr/>
      <dgm:t>
        <a:bodyPr/>
        <a:lstStyle/>
        <a:p>
          <a:r>
            <a:rPr lang="en-US" b="1" dirty="0"/>
            <a:t>Example : </a:t>
          </a:r>
          <a:r>
            <a:rPr lang="en-US" dirty="0"/>
            <a:t>Cybersecurity Community</a:t>
          </a:r>
        </a:p>
      </dgm:t>
    </dgm:pt>
    <dgm:pt modelId="{A2924177-7196-4F9F-BF65-D8F708030763}" type="parTrans" cxnId="{D123F2D5-B5F8-4F94-A73D-741EB1056F8E}">
      <dgm:prSet/>
      <dgm:spPr/>
      <dgm:t>
        <a:bodyPr/>
        <a:lstStyle/>
        <a:p>
          <a:endParaRPr lang="en-US"/>
        </a:p>
      </dgm:t>
    </dgm:pt>
    <dgm:pt modelId="{E25B38D3-7EA4-42B8-B23C-46BB53D77C9B}" type="sibTrans" cxnId="{D123F2D5-B5F8-4F94-A73D-741EB1056F8E}">
      <dgm:prSet/>
      <dgm:spPr/>
      <dgm:t>
        <a:bodyPr/>
        <a:lstStyle/>
        <a:p>
          <a:endParaRPr lang="en-US"/>
        </a:p>
      </dgm:t>
    </dgm:pt>
    <dgm:pt modelId="{9FDF9540-E308-4374-9255-3531CFB4ADD4}">
      <dgm:prSet phldrT="[Texte]"/>
      <dgm:spPr/>
      <dgm:t>
        <a:bodyPr/>
        <a:lstStyle/>
        <a:p>
          <a:r>
            <a:rPr lang="en-US" b="1" dirty="0"/>
            <a:t>Example : </a:t>
          </a:r>
          <a:r>
            <a:rPr lang="en-US" dirty="0"/>
            <a:t>Company’s Football club </a:t>
          </a:r>
        </a:p>
      </dgm:t>
    </dgm:pt>
    <dgm:pt modelId="{889E7495-2496-4FC8-B562-4ED55920C75F}" type="parTrans" cxnId="{63C5B2EC-BC1E-4FFF-9EF0-BF0CF328111B}">
      <dgm:prSet/>
      <dgm:spPr/>
      <dgm:t>
        <a:bodyPr/>
        <a:lstStyle/>
        <a:p>
          <a:endParaRPr lang="en-US"/>
        </a:p>
      </dgm:t>
    </dgm:pt>
    <dgm:pt modelId="{840265DE-14AC-463F-98DF-9E684B6D28BD}" type="sibTrans" cxnId="{63C5B2EC-BC1E-4FFF-9EF0-BF0CF328111B}">
      <dgm:prSet/>
      <dgm:spPr/>
      <dgm:t>
        <a:bodyPr/>
        <a:lstStyle/>
        <a:p>
          <a:endParaRPr lang="en-US"/>
        </a:p>
      </dgm:t>
    </dgm:pt>
    <dgm:pt modelId="{1E8D59DE-2C8A-4C56-A672-613DE08AFA27}">
      <dgm:prSet phldrT="[Texte]"/>
      <dgm:spPr/>
      <dgm:t>
        <a:bodyPr/>
        <a:lstStyle/>
        <a:p>
          <a:r>
            <a:rPr lang="en-US" b="1" dirty="0"/>
            <a:t>Example : </a:t>
          </a:r>
          <a:r>
            <a:rPr lang="en-US" dirty="0"/>
            <a:t>Corporate Alumni</a:t>
          </a:r>
        </a:p>
      </dgm:t>
    </dgm:pt>
    <dgm:pt modelId="{E9A2DC3B-5BCE-4EBA-BE9B-B2C8961BA713}" type="parTrans" cxnId="{5EB77B0A-D495-4F26-B91D-7D51530BBF90}">
      <dgm:prSet/>
      <dgm:spPr/>
      <dgm:t>
        <a:bodyPr/>
        <a:lstStyle/>
        <a:p>
          <a:endParaRPr lang="en-US"/>
        </a:p>
      </dgm:t>
    </dgm:pt>
    <dgm:pt modelId="{E8F6C686-3755-4E59-9ADB-CC3A0E73EAC5}" type="sibTrans" cxnId="{5EB77B0A-D495-4F26-B91D-7D51530BBF90}">
      <dgm:prSet/>
      <dgm:spPr/>
      <dgm:t>
        <a:bodyPr/>
        <a:lstStyle/>
        <a:p>
          <a:endParaRPr lang="en-US"/>
        </a:p>
      </dgm:t>
    </dgm:pt>
    <dgm:pt modelId="{8DB48165-A908-4D3E-A6C0-4BB501B0BA8F}" type="pres">
      <dgm:prSet presAssocID="{621AC70B-DA6F-418A-AD73-2FCF6857F8CA}" presName="matrix" presStyleCnt="0">
        <dgm:presLayoutVars>
          <dgm:chMax val="1"/>
          <dgm:dir/>
          <dgm:resizeHandles val="exact"/>
        </dgm:presLayoutVars>
      </dgm:prSet>
      <dgm:spPr/>
    </dgm:pt>
    <dgm:pt modelId="{591C4A35-AB1B-4C89-9012-4D815899236A}" type="pres">
      <dgm:prSet presAssocID="{621AC70B-DA6F-418A-AD73-2FCF6857F8CA}" presName="axisShape" presStyleLbl="bgShp" presStyleIdx="0" presStyleCnt="1"/>
      <dgm:spPr/>
    </dgm:pt>
    <dgm:pt modelId="{F2C6944C-965A-4B4D-9C78-CD9F058004EE}" type="pres">
      <dgm:prSet presAssocID="{621AC70B-DA6F-418A-AD73-2FCF6857F8CA}" presName="rect1" presStyleLbl="node1" presStyleIdx="0" presStyleCnt="4">
        <dgm:presLayoutVars>
          <dgm:chMax val="0"/>
          <dgm:chPref val="0"/>
          <dgm:bulletEnabled val="1"/>
        </dgm:presLayoutVars>
      </dgm:prSet>
      <dgm:spPr/>
    </dgm:pt>
    <dgm:pt modelId="{80BE38E1-7F02-41C1-B9E4-D01CE55E2CAE}" type="pres">
      <dgm:prSet presAssocID="{621AC70B-DA6F-418A-AD73-2FCF6857F8CA}" presName="rect2" presStyleLbl="node1" presStyleIdx="1" presStyleCnt="4">
        <dgm:presLayoutVars>
          <dgm:chMax val="0"/>
          <dgm:chPref val="0"/>
          <dgm:bulletEnabled val="1"/>
        </dgm:presLayoutVars>
      </dgm:prSet>
      <dgm:spPr/>
    </dgm:pt>
    <dgm:pt modelId="{54C98DBC-967C-4B83-82B0-7594891B9DF1}" type="pres">
      <dgm:prSet presAssocID="{621AC70B-DA6F-418A-AD73-2FCF6857F8CA}" presName="rect3" presStyleLbl="node1" presStyleIdx="2" presStyleCnt="4">
        <dgm:presLayoutVars>
          <dgm:chMax val="0"/>
          <dgm:chPref val="0"/>
          <dgm:bulletEnabled val="1"/>
        </dgm:presLayoutVars>
      </dgm:prSet>
      <dgm:spPr/>
    </dgm:pt>
    <dgm:pt modelId="{4AD6F6A6-C812-4581-82B2-3966CF1D347B}" type="pres">
      <dgm:prSet presAssocID="{621AC70B-DA6F-418A-AD73-2FCF6857F8CA}" presName="rect4" presStyleLbl="node1" presStyleIdx="3" presStyleCnt="4">
        <dgm:presLayoutVars>
          <dgm:chMax val="0"/>
          <dgm:chPref val="0"/>
          <dgm:bulletEnabled val="1"/>
        </dgm:presLayoutVars>
      </dgm:prSet>
      <dgm:spPr/>
    </dgm:pt>
  </dgm:ptLst>
  <dgm:cxnLst>
    <dgm:cxn modelId="{02183403-B291-4B32-9D64-4BB079DAC32B}" type="presOf" srcId="{621AC70B-DA6F-418A-AD73-2FCF6857F8CA}" destId="{8DB48165-A908-4D3E-A6C0-4BB501B0BA8F}" srcOrd="0" destOrd="0" presId="urn:microsoft.com/office/officeart/2005/8/layout/matrix2"/>
    <dgm:cxn modelId="{3E2ADC09-6961-4840-BD94-579116095771}" type="presOf" srcId="{1E8D59DE-2C8A-4C56-A672-613DE08AFA27}" destId="{4AD6F6A6-C812-4581-82B2-3966CF1D347B}" srcOrd="0" destOrd="0" presId="urn:microsoft.com/office/officeart/2005/8/layout/matrix2"/>
    <dgm:cxn modelId="{5EB77B0A-D495-4F26-B91D-7D51530BBF90}" srcId="{621AC70B-DA6F-418A-AD73-2FCF6857F8CA}" destId="{1E8D59DE-2C8A-4C56-A672-613DE08AFA27}" srcOrd="3" destOrd="0" parTransId="{E9A2DC3B-5BCE-4EBA-BE9B-B2C8961BA713}" sibTransId="{E8F6C686-3755-4E59-9ADB-CC3A0E73EAC5}"/>
    <dgm:cxn modelId="{D132562D-1E3C-41C5-BD59-4D7C57F6AB40}" type="presOf" srcId="{83FB57B4-2F5C-4DEA-8D2A-4EC5832233BC}" destId="{F2C6944C-965A-4B4D-9C78-CD9F058004EE}" srcOrd="0" destOrd="0" presId="urn:microsoft.com/office/officeart/2005/8/layout/matrix2"/>
    <dgm:cxn modelId="{8FFF0A5D-E461-45B2-AD48-E680CBFE38B8}" type="presOf" srcId="{9FDF9540-E308-4374-9255-3531CFB4ADD4}" destId="{54C98DBC-967C-4B83-82B0-7594891B9DF1}" srcOrd="0" destOrd="0" presId="urn:microsoft.com/office/officeart/2005/8/layout/matrix2"/>
    <dgm:cxn modelId="{49858750-8122-4517-B8ED-ADA06C460BC3}" type="presOf" srcId="{BADAC260-E2FE-4FB8-A54C-002672B7217A}" destId="{80BE38E1-7F02-41C1-B9E4-D01CE55E2CAE}" srcOrd="0" destOrd="0" presId="urn:microsoft.com/office/officeart/2005/8/layout/matrix2"/>
    <dgm:cxn modelId="{D123F2D5-B5F8-4F94-A73D-741EB1056F8E}" srcId="{621AC70B-DA6F-418A-AD73-2FCF6857F8CA}" destId="{BADAC260-E2FE-4FB8-A54C-002672B7217A}" srcOrd="1" destOrd="0" parTransId="{A2924177-7196-4F9F-BF65-D8F708030763}" sibTransId="{E25B38D3-7EA4-42B8-B23C-46BB53D77C9B}"/>
    <dgm:cxn modelId="{DD7184E5-76AF-43F5-A899-F5F065059314}" srcId="{621AC70B-DA6F-418A-AD73-2FCF6857F8CA}" destId="{83FB57B4-2F5C-4DEA-8D2A-4EC5832233BC}" srcOrd="0" destOrd="0" parTransId="{51162959-3944-4FBF-A268-8C1665B2ECF9}" sibTransId="{6293082A-F93B-481D-921A-1C60D582DF15}"/>
    <dgm:cxn modelId="{63C5B2EC-BC1E-4FFF-9EF0-BF0CF328111B}" srcId="{621AC70B-DA6F-418A-AD73-2FCF6857F8CA}" destId="{9FDF9540-E308-4374-9255-3531CFB4ADD4}" srcOrd="2" destOrd="0" parTransId="{889E7495-2496-4FC8-B562-4ED55920C75F}" sibTransId="{840265DE-14AC-463F-98DF-9E684B6D28BD}"/>
    <dgm:cxn modelId="{2FB5A35F-0864-472F-8150-8DF9E52EA072}" type="presParOf" srcId="{8DB48165-A908-4D3E-A6C0-4BB501B0BA8F}" destId="{591C4A35-AB1B-4C89-9012-4D815899236A}" srcOrd="0" destOrd="0" presId="urn:microsoft.com/office/officeart/2005/8/layout/matrix2"/>
    <dgm:cxn modelId="{ED080F50-8CA5-4049-A00C-4E47EAF846BF}" type="presParOf" srcId="{8DB48165-A908-4D3E-A6C0-4BB501B0BA8F}" destId="{F2C6944C-965A-4B4D-9C78-CD9F058004EE}" srcOrd="1" destOrd="0" presId="urn:microsoft.com/office/officeart/2005/8/layout/matrix2"/>
    <dgm:cxn modelId="{CB346ABA-9521-40A2-9C8C-270735F92B8C}" type="presParOf" srcId="{8DB48165-A908-4D3E-A6C0-4BB501B0BA8F}" destId="{80BE38E1-7F02-41C1-B9E4-D01CE55E2CAE}" srcOrd="2" destOrd="0" presId="urn:microsoft.com/office/officeart/2005/8/layout/matrix2"/>
    <dgm:cxn modelId="{F6DF53A2-6155-4DEB-9736-EB1AD2944B6E}" type="presParOf" srcId="{8DB48165-A908-4D3E-A6C0-4BB501B0BA8F}" destId="{54C98DBC-967C-4B83-82B0-7594891B9DF1}" srcOrd="3" destOrd="0" presId="urn:microsoft.com/office/officeart/2005/8/layout/matrix2"/>
    <dgm:cxn modelId="{221EDC27-0BFC-4729-8304-72A1DDE2311F}" type="presParOf" srcId="{8DB48165-A908-4D3E-A6C0-4BB501B0BA8F}" destId="{4AD6F6A6-C812-4581-82B2-3966CF1D347B}"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AEF9B37-C2FA-479A-B442-6A2F012ACB5E}" type="doc">
      <dgm:prSet loTypeId="urn:microsoft.com/office/officeart/2005/8/layout/venn1" loCatId="relationship" qsTypeId="urn:microsoft.com/office/officeart/2005/8/quickstyle/simple1" qsCatId="simple" csTypeId="urn:microsoft.com/office/officeart/2005/8/colors/accent1_2" csCatId="accent1" phldr="1"/>
      <dgm:spPr/>
    </dgm:pt>
    <dgm:pt modelId="{7F7949AB-2F5E-43D8-BB94-1F3C41960C5D}">
      <dgm:prSet phldrT="[Texte]"/>
      <dgm:spPr>
        <a:solidFill>
          <a:srgbClr val="EC7B2B">
            <a:alpha val="50000"/>
          </a:srgbClr>
        </a:solidFill>
      </dgm:spPr>
      <dgm:t>
        <a:bodyPr/>
        <a:lstStyle/>
        <a:p>
          <a:r>
            <a:rPr lang="en-US" dirty="0"/>
            <a:t>Our Community</a:t>
          </a:r>
        </a:p>
      </dgm:t>
    </dgm:pt>
    <dgm:pt modelId="{898C6BB1-8406-4409-AAA1-565D1493812B}" type="parTrans" cxnId="{FC5B4A90-6E99-4E69-A1D5-1A1F2E1B1CE8}">
      <dgm:prSet/>
      <dgm:spPr/>
      <dgm:t>
        <a:bodyPr/>
        <a:lstStyle/>
        <a:p>
          <a:endParaRPr lang="en-US"/>
        </a:p>
      </dgm:t>
    </dgm:pt>
    <dgm:pt modelId="{0A7502C8-ED57-4A40-9DB2-E3F45807F37E}" type="sibTrans" cxnId="{FC5B4A90-6E99-4E69-A1D5-1A1F2E1B1CE8}">
      <dgm:prSet/>
      <dgm:spPr/>
      <dgm:t>
        <a:bodyPr/>
        <a:lstStyle/>
        <a:p>
          <a:endParaRPr lang="en-US"/>
        </a:p>
      </dgm:t>
    </dgm:pt>
    <dgm:pt modelId="{8E7C3095-5486-4C26-804D-DEE06CCCF27D}">
      <dgm:prSet phldrT="[Texte]"/>
      <dgm:spPr/>
      <dgm:t>
        <a:bodyPr/>
        <a:lstStyle/>
        <a:p>
          <a:r>
            <a:rPr lang="en-US" dirty="0"/>
            <a:t>Community B</a:t>
          </a:r>
        </a:p>
      </dgm:t>
    </dgm:pt>
    <dgm:pt modelId="{280A553E-C3F6-410F-A68D-2F86B30E3AC3}" type="parTrans" cxnId="{71DAA70E-5D38-40A7-B45A-4E23299070BE}">
      <dgm:prSet/>
      <dgm:spPr/>
      <dgm:t>
        <a:bodyPr/>
        <a:lstStyle/>
        <a:p>
          <a:endParaRPr lang="en-US"/>
        </a:p>
      </dgm:t>
    </dgm:pt>
    <dgm:pt modelId="{B921F38F-DF1A-4EB6-A277-983549C3B85D}" type="sibTrans" cxnId="{71DAA70E-5D38-40A7-B45A-4E23299070BE}">
      <dgm:prSet/>
      <dgm:spPr/>
      <dgm:t>
        <a:bodyPr/>
        <a:lstStyle/>
        <a:p>
          <a:endParaRPr lang="en-US"/>
        </a:p>
      </dgm:t>
    </dgm:pt>
    <dgm:pt modelId="{255050DE-336F-49DB-890A-38CCD4B563FE}" type="pres">
      <dgm:prSet presAssocID="{FAEF9B37-C2FA-479A-B442-6A2F012ACB5E}" presName="compositeShape" presStyleCnt="0">
        <dgm:presLayoutVars>
          <dgm:chMax val="7"/>
          <dgm:dir/>
          <dgm:resizeHandles val="exact"/>
        </dgm:presLayoutVars>
      </dgm:prSet>
      <dgm:spPr/>
    </dgm:pt>
    <dgm:pt modelId="{A8AA3E52-F105-4DEF-93EE-5CF362D8832C}" type="pres">
      <dgm:prSet presAssocID="{7F7949AB-2F5E-43D8-BB94-1F3C41960C5D}" presName="circ1" presStyleLbl="vennNode1" presStyleIdx="0" presStyleCnt="2"/>
      <dgm:spPr/>
    </dgm:pt>
    <dgm:pt modelId="{3CEAF3B5-D34E-4D44-89E1-DCB066EC384E}" type="pres">
      <dgm:prSet presAssocID="{7F7949AB-2F5E-43D8-BB94-1F3C41960C5D}" presName="circ1Tx" presStyleLbl="revTx" presStyleIdx="0" presStyleCnt="0">
        <dgm:presLayoutVars>
          <dgm:chMax val="0"/>
          <dgm:chPref val="0"/>
          <dgm:bulletEnabled val="1"/>
        </dgm:presLayoutVars>
      </dgm:prSet>
      <dgm:spPr/>
    </dgm:pt>
    <dgm:pt modelId="{4ADD6E9E-1418-47E4-BF3C-CC6F38261B07}" type="pres">
      <dgm:prSet presAssocID="{8E7C3095-5486-4C26-804D-DEE06CCCF27D}" presName="circ2" presStyleLbl="vennNode1" presStyleIdx="1" presStyleCnt="2" custLinFactNeighborX="-2487" custLinFactNeighborY="0"/>
      <dgm:spPr/>
    </dgm:pt>
    <dgm:pt modelId="{313338B8-F045-4C10-9864-745578F506A3}" type="pres">
      <dgm:prSet presAssocID="{8E7C3095-5486-4C26-804D-DEE06CCCF27D}" presName="circ2Tx" presStyleLbl="revTx" presStyleIdx="0" presStyleCnt="0">
        <dgm:presLayoutVars>
          <dgm:chMax val="0"/>
          <dgm:chPref val="0"/>
          <dgm:bulletEnabled val="1"/>
        </dgm:presLayoutVars>
      </dgm:prSet>
      <dgm:spPr/>
    </dgm:pt>
  </dgm:ptLst>
  <dgm:cxnLst>
    <dgm:cxn modelId="{AC577907-EC2E-4E12-8608-0D93CC490E3E}" type="presOf" srcId="{7F7949AB-2F5E-43D8-BB94-1F3C41960C5D}" destId="{A8AA3E52-F105-4DEF-93EE-5CF362D8832C}" srcOrd="0" destOrd="0" presId="urn:microsoft.com/office/officeart/2005/8/layout/venn1"/>
    <dgm:cxn modelId="{71DAA70E-5D38-40A7-B45A-4E23299070BE}" srcId="{FAEF9B37-C2FA-479A-B442-6A2F012ACB5E}" destId="{8E7C3095-5486-4C26-804D-DEE06CCCF27D}" srcOrd="1" destOrd="0" parTransId="{280A553E-C3F6-410F-A68D-2F86B30E3AC3}" sibTransId="{B921F38F-DF1A-4EB6-A277-983549C3B85D}"/>
    <dgm:cxn modelId="{1BC2005D-FC68-421C-9D34-302485AFE9A1}" type="presOf" srcId="{FAEF9B37-C2FA-479A-B442-6A2F012ACB5E}" destId="{255050DE-336F-49DB-890A-38CCD4B563FE}" srcOrd="0" destOrd="0" presId="urn:microsoft.com/office/officeart/2005/8/layout/venn1"/>
    <dgm:cxn modelId="{88FB5377-B651-4ED7-A3CD-527920458D2C}" type="presOf" srcId="{7F7949AB-2F5E-43D8-BB94-1F3C41960C5D}" destId="{3CEAF3B5-D34E-4D44-89E1-DCB066EC384E}" srcOrd="1" destOrd="0" presId="urn:microsoft.com/office/officeart/2005/8/layout/venn1"/>
    <dgm:cxn modelId="{C5E38A7F-247F-4B6E-9EFE-113A47679DC8}" type="presOf" srcId="{8E7C3095-5486-4C26-804D-DEE06CCCF27D}" destId="{313338B8-F045-4C10-9864-745578F506A3}" srcOrd="1" destOrd="0" presId="urn:microsoft.com/office/officeart/2005/8/layout/venn1"/>
    <dgm:cxn modelId="{FC5B4A90-6E99-4E69-A1D5-1A1F2E1B1CE8}" srcId="{FAEF9B37-C2FA-479A-B442-6A2F012ACB5E}" destId="{7F7949AB-2F5E-43D8-BB94-1F3C41960C5D}" srcOrd="0" destOrd="0" parTransId="{898C6BB1-8406-4409-AAA1-565D1493812B}" sibTransId="{0A7502C8-ED57-4A40-9DB2-E3F45807F37E}"/>
    <dgm:cxn modelId="{CC62E4FB-707A-4312-A213-CB105DA5C81C}" type="presOf" srcId="{8E7C3095-5486-4C26-804D-DEE06CCCF27D}" destId="{4ADD6E9E-1418-47E4-BF3C-CC6F38261B07}" srcOrd="0" destOrd="0" presId="urn:microsoft.com/office/officeart/2005/8/layout/venn1"/>
    <dgm:cxn modelId="{D81960B2-5A1F-4234-B3AF-06ACF7D91800}" type="presParOf" srcId="{255050DE-336F-49DB-890A-38CCD4B563FE}" destId="{A8AA3E52-F105-4DEF-93EE-5CF362D8832C}" srcOrd="0" destOrd="0" presId="urn:microsoft.com/office/officeart/2005/8/layout/venn1"/>
    <dgm:cxn modelId="{891C48AB-759F-4618-B6BF-CD89EEB640E3}" type="presParOf" srcId="{255050DE-336F-49DB-890A-38CCD4B563FE}" destId="{3CEAF3B5-D34E-4D44-89E1-DCB066EC384E}" srcOrd="1" destOrd="0" presId="urn:microsoft.com/office/officeart/2005/8/layout/venn1"/>
    <dgm:cxn modelId="{42021308-5C7F-46D3-91F7-284246EAA1AB}" type="presParOf" srcId="{255050DE-336F-49DB-890A-38CCD4B563FE}" destId="{4ADD6E9E-1418-47E4-BF3C-CC6F38261B07}" srcOrd="2" destOrd="0" presId="urn:microsoft.com/office/officeart/2005/8/layout/venn1"/>
    <dgm:cxn modelId="{7E25ABB4-3E23-4E35-9609-F030F7D61248}" type="presParOf" srcId="{255050DE-336F-49DB-890A-38CCD4B563FE}" destId="{313338B8-F045-4C10-9864-745578F506A3}"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800D229A-19A0-433C-A6C6-72B1E95EA3A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FC74915A-8638-408F-AF12-34C5BD84E326}">
      <dgm:prSet phldrT="[Texte]"/>
      <dgm:spPr>
        <a:solidFill>
          <a:schemeClr val="tx1"/>
        </a:solidFill>
      </dgm:spPr>
      <dgm:t>
        <a:bodyPr/>
        <a:lstStyle/>
        <a:p>
          <a:r>
            <a:rPr lang="en-US" dirty="0"/>
            <a:t>Compete</a:t>
          </a:r>
        </a:p>
      </dgm:t>
    </dgm:pt>
    <dgm:pt modelId="{4D30B0F8-992E-4213-BCF8-71A32C146541}" type="parTrans" cxnId="{1862B903-8844-4263-8004-B8EE735C6A66}">
      <dgm:prSet/>
      <dgm:spPr/>
      <dgm:t>
        <a:bodyPr/>
        <a:lstStyle/>
        <a:p>
          <a:endParaRPr lang="en-US"/>
        </a:p>
      </dgm:t>
    </dgm:pt>
    <dgm:pt modelId="{E0CD23B3-0E1C-48A8-A4E5-19CA824E17DA}" type="sibTrans" cxnId="{1862B903-8844-4263-8004-B8EE735C6A66}">
      <dgm:prSet/>
      <dgm:spPr/>
      <dgm:t>
        <a:bodyPr/>
        <a:lstStyle/>
        <a:p>
          <a:endParaRPr lang="en-US"/>
        </a:p>
      </dgm:t>
    </dgm:pt>
    <dgm:pt modelId="{8493C182-2520-438D-BE72-764BCA5FF4AE}">
      <dgm:prSet phldrT="[Texte]"/>
      <dgm:spPr>
        <a:solidFill>
          <a:schemeClr val="tx1"/>
        </a:solidFill>
      </dgm:spPr>
      <dgm:t>
        <a:bodyPr/>
        <a:lstStyle/>
        <a:p>
          <a:r>
            <a:rPr lang="en-US" dirty="0"/>
            <a:t>The best way wins or dominates</a:t>
          </a:r>
        </a:p>
      </dgm:t>
    </dgm:pt>
    <dgm:pt modelId="{1FB112A8-5112-493E-828F-B800085E17EE}" type="parTrans" cxnId="{1ADFB680-1104-464F-A07E-95F1D2C360BA}">
      <dgm:prSet/>
      <dgm:spPr/>
      <dgm:t>
        <a:bodyPr/>
        <a:lstStyle/>
        <a:p>
          <a:endParaRPr lang="en-US"/>
        </a:p>
      </dgm:t>
    </dgm:pt>
    <dgm:pt modelId="{44B26CDE-3A9B-4222-9A8A-30385CB4EC57}" type="sibTrans" cxnId="{1ADFB680-1104-464F-A07E-95F1D2C360BA}">
      <dgm:prSet/>
      <dgm:spPr/>
      <dgm:t>
        <a:bodyPr/>
        <a:lstStyle/>
        <a:p>
          <a:endParaRPr lang="en-US"/>
        </a:p>
      </dgm:t>
    </dgm:pt>
    <dgm:pt modelId="{2A7931A8-D178-4453-9E69-0ED76931D554}">
      <dgm:prSet phldrT="[Texte]"/>
      <dgm:spPr/>
      <dgm:t>
        <a:bodyPr/>
        <a:lstStyle/>
        <a:p>
          <a:r>
            <a:rPr lang="en-US" dirty="0"/>
            <a:t>Integrate</a:t>
          </a:r>
        </a:p>
      </dgm:t>
    </dgm:pt>
    <dgm:pt modelId="{B833E9EF-C990-4654-A909-7131C3EEA37F}" type="parTrans" cxnId="{9A0867FE-8576-44D3-84AC-D0116EDAF954}">
      <dgm:prSet/>
      <dgm:spPr/>
      <dgm:t>
        <a:bodyPr/>
        <a:lstStyle/>
        <a:p>
          <a:endParaRPr lang="en-US"/>
        </a:p>
      </dgm:t>
    </dgm:pt>
    <dgm:pt modelId="{669408E8-A2E0-4682-A0D0-6D8D3F84BA3D}" type="sibTrans" cxnId="{9A0867FE-8576-44D3-84AC-D0116EDAF954}">
      <dgm:prSet/>
      <dgm:spPr/>
      <dgm:t>
        <a:bodyPr/>
        <a:lstStyle/>
        <a:p>
          <a:endParaRPr lang="en-US"/>
        </a:p>
      </dgm:t>
    </dgm:pt>
    <dgm:pt modelId="{92339BD1-AB1B-49C1-8C74-0C1FECA4B413}">
      <dgm:prSet phldrT="[Texte]"/>
      <dgm:spPr/>
      <dgm:t>
        <a:bodyPr/>
        <a:lstStyle/>
        <a:p>
          <a:r>
            <a:rPr lang="en-US" dirty="0"/>
            <a:t>Synergy</a:t>
          </a:r>
        </a:p>
      </dgm:t>
    </dgm:pt>
    <dgm:pt modelId="{B68476FA-7658-469C-9F7B-D39B0EFA4847}" type="parTrans" cxnId="{BF75B9EB-5631-4C68-8F86-4C93D3EFB13B}">
      <dgm:prSet/>
      <dgm:spPr/>
      <dgm:t>
        <a:bodyPr/>
        <a:lstStyle/>
        <a:p>
          <a:endParaRPr lang="en-US"/>
        </a:p>
      </dgm:t>
    </dgm:pt>
    <dgm:pt modelId="{5B755510-9C2D-462D-9DC3-BAAF744C5771}" type="sibTrans" cxnId="{BF75B9EB-5631-4C68-8F86-4C93D3EFB13B}">
      <dgm:prSet/>
      <dgm:spPr/>
      <dgm:t>
        <a:bodyPr/>
        <a:lstStyle/>
        <a:p>
          <a:endParaRPr lang="en-US"/>
        </a:p>
      </dgm:t>
    </dgm:pt>
    <dgm:pt modelId="{DCF9BA05-DC0F-4D0A-A6AB-E299A13C7337}">
      <dgm:prSet phldrT="[Texte]"/>
      <dgm:spPr>
        <a:solidFill>
          <a:srgbClr val="EC7B2B"/>
        </a:solidFill>
      </dgm:spPr>
      <dgm:t>
        <a:bodyPr/>
        <a:lstStyle/>
        <a:p>
          <a:r>
            <a:rPr lang="en-US" dirty="0">
              <a:solidFill>
                <a:schemeClr val="tx1"/>
              </a:solidFill>
            </a:rPr>
            <a:t>Differentiate</a:t>
          </a:r>
        </a:p>
      </dgm:t>
    </dgm:pt>
    <dgm:pt modelId="{680E9281-1BAA-47BA-8188-0A479C1F719F}" type="parTrans" cxnId="{EF3D553E-CFF7-48FB-946A-517FD4D25920}">
      <dgm:prSet/>
      <dgm:spPr/>
      <dgm:t>
        <a:bodyPr/>
        <a:lstStyle/>
        <a:p>
          <a:endParaRPr lang="en-US"/>
        </a:p>
      </dgm:t>
    </dgm:pt>
    <dgm:pt modelId="{A28A60F1-557D-4854-949F-49C8D6BEBE29}" type="sibTrans" cxnId="{EF3D553E-CFF7-48FB-946A-517FD4D25920}">
      <dgm:prSet/>
      <dgm:spPr/>
      <dgm:t>
        <a:bodyPr/>
        <a:lstStyle/>
        <a:p>
          <a:endParaRPr lang="en-US"/>
        </a:p>
      </dgm:t>
    </dgm:pt>
    <dgm:pt modelId="{1791073C-7326-4754-9166-F64EF026F387}">
      <dgm:prSet phldrT="[Texte]"/>
      <dgm:spPr>
        <a:solidFill>
          <a:srgbClr val="EC7B2B"/>
        </a:solidFill>
      </dgm:spPr>
      <dgm:t>
        <a:bodyPr/>
        <a:lstStyle/>
        <a:p>
          <a:r>
            <a:rPr lang="en-US" dirty="0">
              <a:solidFill>
                <a:schemeClr val="tx1"/>
              </a:solidFill>
            </a:rPr>
            <a:t>A &amp; B end up providing different values to different segments</a:t>
          </a:r>
        </a:p>
      </dgm:t>
    </dgm:pt>
    <dgm:pt modelId="{D0DC83D4-F37F-49B7-B7E8-3C460A80E041}" type="parTrans" cxnId="{FA14E994-B64E-4847-B100-6803B1508512}">
      <dgm:prSet/>
      <dgm:spPr/>
      <dgm:t>
        <a:bodyPr/>
        <a:lstStyle/>
        <a:p>
          <a:endParaRPr lang="en-US"/>
        </a:p>
      </dgm:t>
    </dgm:pt>
    <dgm:pt modelId="{2896815A-3E77-47EB-81E9-C0E691348858}" type="sibTrans" cxnId="{FA14E994-B64E-4847-B100-6803B1508512}">
      <dgm:prSet/>
      <dgm:spPr/>
      <dgm:t>
        <a:bodyPr/>
        <a:lstStyle/>
        <a:p>
          <a:endParaRPr lang="en-US"/>
        </a:p>
      </dgm:t>
    </dgm:pt>
    <dgm:pt modelId="{465DAE4E-9FBE-4CDB-B2C0-7C5A6B5927FC}">
      <dgm:prSet phldrT="[Texte]"/>
      <dgm:spPr>
        <a:solidFill>
          <a:srgbClr val="EC7B2B"/>
        </a:solidFill>
      </dgm:spPr>
      <dgm:t>
        <a:bodyPr/>
        <a:lstStyle/>
        <a:p>
          <a:r>
            <a:rPr lang="en-US" dirty="0">
              <a:solidFill>
                <a:schemeClr val="tx1"/>
              </a:solidFill>
            </a:rPr>
            <a:t>Market specialization</a:t>
          </a:r>
        </a:p>
      </dgm:t>
    </dgm:pt>
    <dgm:pt modelId="{11FFDD26-19D9-4197-A2F7-6FB69D36D9A9}" type="parTrans" cxnId="{4BAA5342-2C93-41EB-A01B-3E578B1E89E5}">
      <dgm:prSet/>
      <dgm:spPr/>
      <dgm:t>
        <a:bodyPr/>
        <a:lstStyle/>
        <a:p>
          <a:endParaRPr lang="en-US"/>
        </a:p>
      </dgm:t>
    </dgm:pt>
    <dgm:pt modelId="{87A08ED3-D919-418F-BA63-B924B3780267}" type="sibTrans" cxnId="{4BAA5342-2C93-41EB-A01B-3E578B1E89E5}">
      <dgm:prSet/>
      <dgm:spPr/>
      <dgm:t>
        <a:bodyPr/>
        <a:lstStyle/>
        <a:p>
          <a:endParaRPr lang="en-US"/>
        </a:p>
      </dgm:t>
    </dgm:pt>
    <dgm:pt modelId="{4312D84B-AC9C-46C9-9D2D-22D476F32168}">
      <dgm:prSet phldrT="[Texte]"/>
      <dgm:spPr>
        <a:solidFill>
          <a:schemeClr val="tx1"/>
        </a:solidFill>
      </dgm:spPr>
      <dgm:t>
        <a:bodyPr/>
        <a:lstStyle/>
        <a:p>
          <a:r>
            <a:rPr lang="en-US" dirty="0"/>
            <a:t>A &amp; B have different ways to provide the value</a:t>
          </a:r>
        </a:p>
      </dgm:t>
    </dgm:pt>
    <dgm:pt modelId="{6A0345A6-3438-41FE-8371-8EFA993CF6BC}" type="parTrans" cxnId="{9B625706-639C-452C-BD06-C7D6D733F6AB}">
      <dgm:prSet/>
      <dgm:spPr/>
      <dgm:t>
        <a:bodyPr/>
        <a:lstStyle/>
        <a:p>
          <a:endParaRPr lang="en-US"/>
        </a:p>
      </dgm:t>
    </dgm:pt>
    <dgm:pt modelId="{6C144A02-5546-486E-AFE8-B75DA707EF46}" type="sibTrans" cxnId="{9B625706-639C-452C-BD06-C7D6D733F6AB}">
      <dgm:prSet/>
      <dgm:spPr/>
      <dgm:t>
        <a:bodyPr/>
        <a:lstStyle/>
        <a:p>
          <a:endParaRPr lang="en-US"/>
        </a:p>
      </dgm:t>
    </dgm:pt>
    <dgm:pt modelId="{35C328DD-3A99-4823-802D-EE83F4E75910}">
      <dgm:prSet phldrT="[Texte]"/>
      <dgm:spPr/>
      <dgm:t>
        <a:bodyPr/>
        <a:lstStyle/>
        <a:p>
          <a:r>
            <a:rPr lang="en-US" dirty="0"/>
            <a:t>A &amp; B merge their powers </a:t>
          </a:r>
        </a:p>
      </dgm:t>
    </dgm:pt>
    <dgm:pt modelId="{F899B7F7-BEDE-4986-9E71-A32596EA0B27}" type="parTrans" cxnId="{7366B87C-7DF8-41F1-85E4-F7001A9C07AC}">
      <dgm:prSet/>
      <dgm:spPr/>
      <dgm:t>
        <a:bodyPr/>
        <a:lstStyle/>
        <a:p>
          <a:endParaRPr lang="en-US"/>
        </a:p>
      </dgm:t>
    </dgm:pt>
    <dgm:pt modelId="{954CF4E7-CC0F-43B4-907A-F9CEB1E3A868}" type="sibTrans" cxnId="{7366B87C-7DF8-41F1-85E4-F7001A9C07AC}">
      <dgm:prSet/>
      <dgm:spPr/>
      <dgm:t>
        <a:bodyPr/>
        <a:lstStyle/>
        <a:p>
          <a:endParaRPr lang="en-US"/>
        </a:p>
      </dgm:t>
    </dgm:pt>
    <dgm:pt modelId="{79FD669E-EAC1-4025-9AD2-929C55644B73}">
      <dgm:prSet phldrT="[Texte]"/>
      <dgm:spPr/>
      <dgm:t>
        <a:bodyPr/>
        <a:lstStyle/>
        <a:p>
          <a:endParaRPr lang="en-US" dirty="0"/>
        </a:p>
      </dgm:t>
    </dgm:pt>
    <dgm:pt modelId="{EBB23182-2EC9-49B2-814D-FA5231D4C237}" type="parTrans" cxnId="{95CFA4BC-BCE7-481A-BE5B-D790223268CB}">
      <dgm:prSet/>
      <dgm:spPr/>
      <dgm:t>
        <a:bodyPr/>
        <a:lstStyle/>
        <a:p>
          <a:endParaRPr lang="en-US"/>
        </a:p>
      </dgm:t>
    </dgm:pt>
    <dgm:pt modelId="{345D2A0A-C546-49C0-91E8-F6A53714D048}" type="sibTrans" cxnId="{95CFA4BC-BCE7-481A-BE5B-D790223268CB}">
      <dgm:prSet/>
      <dgm:spPr/>
      <dgm:t>
        <a:bodyPr/>
        <a:lstStyle/>
        <a:p>
          <a:endParaRPr lang="en-US"/>
        </a:p>
      </dgm:t>
    </dgm:pt>
    <dgm:pt modelId="{0192008B-16D9-45D1-8854-0581E5139FD7}">
      <dgm:prSet phldrT="[Texte]"/>
      <dgm:spPr/>
      <dgm:t>
        <a:bodyPr/>
        <a:lstStyle/>
        <a:p>
          <a:r>
            <a:rPr lang="en-US" dirty="0"/>
            <a:t>Content Curation, Common events, Common structures &amp; processes</a:t>
          </a:r>
        </a:p>
      </dgm:t>
    </dgm:pt>
    <dgm:pt modelId="{9C1BD299-4FF5-4269-91EB-E5F29AFC2678}" type="parTrans" cxnId="{B40A5765-E068-4B5E-A14F-EDEE91596FC1}">
      <dgm:prSet/>
      <dgm:spPr/>
      <dgm:t>
        <a:bodyPr/>
        <a:lstStyle/>
        <a:p>
          <a:endParaRPr lang="en-US"/>
        </a:p>
      </dgm:t>
    </dgm:pt>
    <dgm:pt modelId="{6B308F07-201F-426C-A390-159A53956FF3}" type="sibTrans" cxnId="{B40A5765-E068-4B5E-A14F-EDEE91596FC1}">
      <dgm:prSet/>
      <dgm:spPr/>
      <dgm:t>
        <a:bodyPr/>
        <a:lstStyle/>
        <a:p>
          <a:endParaRPr lang="en-US"/>
        </a:p>
      </dgm:t>
    </dgm:pt>
    <dgm:pt modelId="{15630165-C41B-457D-8BB3-163364EC3CB9}">
      <dgm:prSet phldrT="[Texte]"/>
      <dgm:spPr/>
      <dgm:t>
        <a:bodyPr/>
        <a:lstStyle/>
        <a:p>
          <a:r>
            <a:rPr lang="en-US" dirty="0"/>
            <a:t>Common governance to define</a:t>
          </a:r>
        </a:p>
      </dgm:t>
    </dgm:pt>
    <dgm:pt modelId="{D925ACE0-C79D-4FA6-A350-D27E66E02E57}" type="parTrans" cxnId="{75389648-2A80-4A17-8632-3917542F8349}">
      <dgm:prSet/>
      <dgm:spPr/>
      <dgm:t>
        <a:bodyPr/>
        <a:lstStyle/>
        <a:p>
          <a:endParaRPr lang="en-US"/>
        </a:p>
      </dgm:t>
    </dgm:pt>
    <dgm:pt modelId="{D38954D9-6AA9-4D81-9FD9-2B0A79A4A7A8}" type="sibTrans" cxnId="{75389648-2A80-4A17-8632-3917542F8349}">
      <dgm:prSet/>
      <dgm:spPr/>
      <dgm:t>
        <a:bodyPr/>
        <a:lstStyle/>
        <a:p>
          <a:endParaRPr lang="en-US"/>
        </a:p>
      </dgm:t>
    </dgm:pt>
    <dgm:pt modelId="{99D93983-FFF0-41D8-81DA-16AB75271B41}">
      <dgm:prSet phldrT="[Texte]"/>
      <dgm:spPr>
        <a:solidFill>
          <a:srgbClr val="EC7B2B"/>
        </a:solidFill>
      </dgm:spPr>
      <dgm:t>
        <a:bodyPr/>
        <a:lstStyle/>
        <a:p>
          <a:r>
            <a:rPr lang="en-US" dirty="0">
              <a:solidFill>
                <a:schemeClr val="tx1"/>
              </a:solidFill>
            </a:rPr>
            <a:t>Co-Define the borders and Co-define the segments. Redirect.</a:t>
          </a:r>
        </a:p>
      </dgm:t>
    </dgm:pt>
    <dgm:pt modelId="{EEEA6F77-3D7F-4C15-8C47-B76817FF0C79}" type="parTrans" cxnId="{8FFB4085-A74C-42E3-85B4-D256834FA05C}">
      <dgm:prSet/>
      <dgm:spPr/>
      <dgm:t>
        <a:bodyPr/>
        <a:lstStyle/>
        <a:p>
          <a:endParaRPr lang="en-US"/>
        </a:p>
      </dgm:t>
    </dgm:pt>
    <dgm:pt modelId="{54875C49-6237-48B7-9133-0F99D503DA71}" type="sibTrans" cxnId="{8FFB4085-A74C-42E3-85B4-D256834FA05C}">
      <dgm:prSet/>
      <dgm:spPr/>
      <dgm:t>
        <a:bodyPr/>
        <a:lstStyle/>
        <a:p>
          <a:endParaRPr lang="en-US"/>
        </a:p>
      </dgm:t>
    </dgm:pt>
    <dgm:pt modelId="{EEFC3FA3-CF55-49EC-B002-68FD41B19E85}">
      <dgm:prSet phldrT="[Texte]"/>
      <dgm:spPr>
        <a:solidFill>
          <a:srgbClr val="EC7B2B"/>
        </a:solidFill>
      </dgm:spPr>
      <dgm:t>
        <a:bodyPr/>
        <a:lstStyle/>
        <a:p>
          <a:r>
            <a:rPr lang="en-US" dirty="0">
              <a:solidFill>
                <a:schemeClr val="tx1"/>
              </a:solidFill>
            </a:rPr>
            <a:t>Agree on value segments</a:t>
          </a:r>
        </a:p>
      </dgm:t>
    </dgm:pt>
    <dgm:pt modelId="{DDC42E38-8442-426D-8A56-FCE4BDB0A8E9}" type="parTrans" cxnId="{D4E232CB-C73E-4404-8D6E-5FCAEADB5934}">
      <dgm:prSet/>
      <dgm:spPr/>
      <dgm:t>
        <a:bodyPr/>
        <a:lstStyle/>
        <a:p>
          <a:endParaRPr lang="en-US"/>
        </a:p>
      </dgm:t>
    </dgm:pt>
    <dgm:pt modelId="{AABC117D-0B20-4C74-BEC7-55F44FC387DB}" type="sibTrans" cxnId="{D4E232CB-C73E-4404-8D6E-5FCAEADB5934}">
      <dgm:prSet/>
      <dgm:spPr/>
      <dgm:t>
        <a:bodyPr/>
        <a:lstStyle/>
        <a:p>
          <a:endParaRPr lang="en-US"/>
        </a:p>
      </dgm:t>
    </dgm:pt>
    <dgm:pt modelId="{45B1E2D3-DC41-49A4-86AB-CE83AEAB44AF}" type="pres">
      <dgm:prSet presAssocID="{800D229A-19A0-433C-A6C6-72B1E95EA3A7}" presName="diagram" presStyleCnt="0">
        <dgm:presLayoutVars>
          <dgm:chPref val="1"/>
          <dgm:dir/>
          <dgm:animOne val="branch"/>
          <dgm:animLvl val="lvl"/>
          <dgm:resizeHandles val="exact"/>
        </dgm:presLayoutVars>
      </dgm:prSet>
      <dgm:spPr/>
    </dgm:pt>
    <dgm:pt modelId="{EBB26AF0-076C-49B3-9B15-F5D3402B3683}" type="pres">
      <dgm:prSet presAssocID="{79FD669E-EAC1-4025-9AD2-929C55644B73}" presName="root1" presStyleCnt="0"/>
      <dgm:spPr/>
    </dgm:pt>
    <dgm:pt modelId="{5A9FF5F8-D918-4C5B-8F8D-6AA97118B5B3}" type="pres">
      <dgm:prSet presAssocID="{79FD669E-EAC1-4025-9AD2-929C55644B73}" presName="LevelOneTextNode" presStyleLbl="node0" presStyleIdx="0" presStyleCnt="1">
        <dgm:presLayoutVars>
          <dgm:chPref val="3"/>
        </dgm:presLayoutVars>
      </dgm:prSet>
      <dgm:spPr/>
    </dgm:pt>
    <dgm:pt modelId="{527C7936-5CD7-4473-941E-735BA5779286}" type="pres">
      <dgm:prSet presAssocID="{79FD669E-EAC1-4025-9AD2-929C55644B73}" presName="level2hierChild" presStyleCnt="0"/>
      <dgm:spPr/>
    </dgm:pt>
    <dgm:pt modelId="{D20800DF-786F-4F46-BC8E-7C08B0011206}" type="pres">
      <dgm:prSet presAssocID="{4D30B0F8-992E-4213-BCF8-71A32C146541}" presName="conn2-1" presStyleLbl="parChTrans1D2" presStyleIdx="0" presStyleCnt="3"/>
      <dgm:spPr/>
    </dgm:pt>
    <dgm:pt modelId="{94F801FA-C5A2-4E0B-8E38-C8D9140202CF}" type="pres">
      <dgm:prSet presAssocID="{4D30B0F8-992E-4213-BCF8-71A32C146541}" presName="connTx" presStyleLbl="parChTrans1D2" presStyleIdx="0" presStyleCnt="3"/>
      <dgm:spPr/>
    </dgm:pt>
    <dgm:pt modelId="{5B96A166-B3C9-4D65-B782-51476E50FAD9}" type="pres">
      <dgm:prSet presAssocID="{FC74915A-8638-408F-AF12-34C5BD84E326}" presName="root2" presStyleCnt="0"/>
      <dgm:spPr/>
    </dgm:pt>
    <dgm:pt modelId="{337B761F-BAA9-446C-A8E3-99D1120EE415}" type="pres">
      <dgm:prSet presAssocID="{FC74915A-8638-408F-AF12-34C5BD84E326}" presName="LevelTwoTextNode" presStyleLbl="node2" presStyleIdx="0" presStyleCnt="3">
        <dgm:presLayoutVars>
          <dgm:chPref val="3"/>
        </dgm:presLayoutVars>
      </dgm:prSet>
      <dgm:spPr/>
    </dgm:pt>
    <dgm:pt modelId="{A22D8E5D-C12C-457C-8083-D79AD682A8FC}" type="pres">
      <dgm:prSet presAssocID="{FC74915A-8638-408F-AF12-34C5BD84E326}" presName="level3hierChild" presStyleCnt="0"/>
      <dgm:spPr/>
    </dgm:pt>
    <dgm:pt modelId="{64ED4F26-6F6D-4A7A-BB9C-168A4173F247}" type="pres">
      <dgm:prSet presAssocID="{6A0345A6-3438-41FE-8371-8EFA993CF6BC}" presName="conn2-1" presStyleLbl="parChTrans1D3" presStyleIdx="0" presStyleCnt="6"/>
      <dgm:spPr/>
    </dgm:pt>
    <dgm:pt modelId="{77DCE99B-C449-410F-9235-83A71CB4E136}" type="pres">
      <dgm:prSet presAssocID="{6A0345A6-3438-41FE-8371-8EFA993CF6BC}" presName="connTx" presStyleLbl="parChTrans1D3" presStyleIdx="0" presStyleCnt="6"/>
      <dgm:spPr/>
    </dgm:pt>
    <dgm:pt modelId="{6EE3EA7E-5B63-4258-B99A-036FCB8ECA99}" type="pres">
      <dgm:prSet presAssocID="{4312D84B-AC9C-46C9-9D2D-22D476F32168}" presName="root2" presStyleCnt="0"/>
      <dgm:spPr/>
    </dgm:pt>
    <dgm:pt modelId="{713C6B1F-5D5E-4D8A-B185-2B84207921A9}" type="pres">
      <dgm:prSet presAssocID="{4312D84B-AC9C-46C9-9D2D-22D476F32168}" presName="LevelTwoTextNode" presStyleLbl="node3" presStyleIdx="0" presStyleCnt="6">
        <dgm:presLayoutVars>
          <dgm:chPref val="3"/>
        </dgm:presLayoutVars>
      </dgm:prSet>
      <dgm:spPr/>
    </dgm:pt>
    <dgm:pt modelId="{0FC25E09-2D2C-42B1-AFC5-EE2EDA3EC4DB}" type="pres">
      <dgm:prSet presAssocID="{4312D84B-AC9C-46C9-9D2D-22D476F32168}" presName="level3hierChild" presStyleCnt="0"/>
      <dgm:spPr/>
    </dgm:pt>
    <dgm:pt modelId="{3C78C75D-17CC-4FDF-8F37-5F0B527EFE85}" type="pres">
      <dgm:prSet presAssocID="{1FB112A8-5112-493E-828F-B800085E17EE}" presName="conn2-1" presStyleLbl="parChTrans1D3" presStyleIdx="1" presStyleCnt="6"/>
      <dgm:spPr/>
    </dgm:pt>
    <dgm:pt modelId="{FA4A68EB-B181-40A3-A138-DA0EA6689D19}" type="pres">
      <dgm:prSet presAssocID="{1FB112A8-5112-493E-828F-B800085E17EE}" presName="connTx" presStyleLbl="parChTrans1D3" presStyleIdx="1" presStyleCnt="6"/>
      <dgm:spPr/>
    </dgm:pt>
    <dgm:pt modelId="{5CD5D021-47DC-40DC-840B-4CF6859B3619}" type="pres">
      <dgm:prSet presAssocID="{8493C182-2520-438D-BE72-764BCA5FF4AE}" presName="root2" presStyleCnt="0"/>
      <dgm:spPr/>
    </dgm:pt>
    <dgm:pt modelId="{47772240-F486-4145-836D-AB0E8AD0B855}" type="pres">
      <dgm:prSet presAssocID="{8493C182-2520-438D-BE72-764BCA5FF4AE}" presName="LevelTwoTextNode" presStyleLbl="node3" presStyleIdx="1" presStyleCnt="6">
        <dgm:presLayoutVars>
          <dgm:chPref val="3"/>
        </dgm:presLayoutVars>
      </dgm:prSet>
      <dgm:spPr/>
    </dgm:pt>
    <dgm:pt modelId="{4707EDAD-C36A-4191-9D08-049FA539A2AA}" type="pres">
      <dgm:prSet presAssocID="{8493C182-2520-438D-BE72-764BCA5FF4AE}" presName="level3hierChild" presStyleCnt="0"/>
      <dgm:spPr/>
    </dgm:pt>
    <dgm:pt modelId="{15BBA178-4DA1-4DFF-9F1B-41EA3B61A245}" type="pres">
      <dgm:prSet presAssocID="{B833E9EF-C990-4654-A909-7131C3EEA37F}" presName="conn2-1" presStyleLbl="parChTrans1D2" presStyleIdx="1" presStyleCnt="3"/>
      <dgm:spPr/>
    </dgm:pt>
    <dgm:pt modelId="{047509D2-5553-4EAA-B72E-D6FFC04C6B66}" type="pres">
      <dgm:prSet presAssocID="{B833E9EF-C990-4654-A909-7131C3EEA37F}" presName="connTx" presStyleLbl="parChTrans1D2" presStyleIdx="1" presStyleCnt="3"/>
      <dgm:spPr/>
    </dgm:pt>
    <dgm:pt modelId="{4F1CF974-A802-4121-A7A3-EAFF84EE5785}" type="pres">
      <dgm:prSet presAssocID="{2A7931A8-D178-4453-9E69-0ED76931D554}" presName="root2" presStyleCnt="0"/>
      <dgm:spPr/>
    </dgm:pt>
    <dgm:pt modelId="{4F1D22CF-CA04-4D7B-88B3-9E053BFBD9AF}" type="pres">
      <dgm:prSet presAssocID="{2A7931A8-D178-4453-9E69-0ED76931D554}" presName="LevelTwoTextNode" presStyleLbl="node2" presStyleIdx="1" presStyleCnt="3">
        <dgm:presLayoutVars>
          <dgm:chPref val="3"/>
        </dgm:presLayoutVars>
      </dgm:prSet>
      <dgm:spPr/>
    </dgm:pt>
    <dgm:pt modelId="{C076007F-C85A-4AEA-A2A7-47C55F16CBA5}" type="pres">
      <dgm:prSet presAssocID="{2A7931A8-D178-4453-9E69-0ED76931D554}" presName="level3hierChild" presStyleCnt="0"/>
      <dgm:spPr/>
    </dgm:pt>
    <dgm:pt modelId="{D1A4060D-AED0-4635-B767-3CE0398E0F23}" type="pres">
      <dgm:prSet presAssocID="{F899B7F7-BEDE-4986-9E71-A32596EA0B27}" presName="conn2-1" presStyleLbl="parChTrans1D3" presStyleIdx="2" presStyleCnt="6"/>
      <dgm:spPr/>
    </dgm:pt>
    <dgm:pt modelId="{7B7EA043-1D16-4355-9515-D8D7209DEE24}" type="pres">
      <dgm:prSet presAssocID="{F899B7F7-BEDE-4986-9E71-A32596EA0B27}" presName="connTx" presStyleLbl="parChTrans1D3" presStyleIdx="2" presStyleCnt="6"/>
      <dgm:spPr/>
    </dgm:pt>
    <dgm:pt modelId="{99F93951-C676-4FBB-940D-3988D5F8FB00}" type="pres">
      <dgm:prSet presAssocID="{35C328DD-3A99-4823-802D-EE83F4E75910}" presName="root2" presStyleCnt="0"/>
      <dgm:spPr/>
    </dgm:pt>
    <dgm:pt modelId="{0DCB2157-AB66-4EC7-AC92-DE3882A0E5ED}" type="pres">
      <dgm:prSet presAssocID="{35C328DD-3A99-4823-802D-EE83F4E75910}" presName="LevelTwoTextNode" presStyleLbl="node3" presStyleIdx="2" presStyleCnt="6">
        <dgm:presLayoutVars>
          <dgm:chPref val="3"/>
        </dgm:presLayoutVars>
      </dgm:prSet>
      <dgm:spPr/>
    </dgm:pt>
    <dgm:pt modelId="{F8D7FB58-7C7E-4D7B-83DE-30C2B7874A4B}" type="pres">
      <dgm:prSet presAssocID="{35C328DD-3A99-4823-802D-EE83F4E75910}" presName="level3hierChild" presStyleCnt="0"/>
      <dgm:spPr/>
    </dgm:pt>
    <dgm:pt modelId="{427630FF-46CE-4847-91B5-DBBB27B74F1C}" type="pres">
      <dgm:prSet presAssocID="{9C1BD299-4FF5-4269-91EB-E5F29AFC2678}" presName="conn2-1" presStyleLbl="parChTrans1D4" presStyleIdx="0" presStyleCnt="4"/>
      <dgm:spPr/>
    </dgm:pt>
    <dgm:pt modelId="{9E6F2BD9-A132-4210-9D9F-4B85B4AC4AB4}" type="pres">
      <dgm:prSet presAssocID="{9C1BD299-4FF5-4269-91EB-E5F29AFC2678}" presName="connTx" presStyleLbl="parChTrans1D4" presStyleIdx="0" presStyleCnt="4"/>
      <dgm:spPr/>
    </dgm:pt>
    <dgm:pt modelId="{D7A441D7-E5FD-4484-AD4B-AB9EE0733A69}" type="pres">
      <dgm:prSet presAssocID="{0192008B-16D9-45D1-8854-0581E5139FD7}" presName="root2" presStyleCnt="0"/>
      <dgm:spPr/>
    </dgm:pt>
    <dgm:pt modelId="{7B978CEB-ECE0-4404-9A96-4EF84FF948A8}" type="pres">
      <dgm:prSet presAssocID="{0192008B-16D9-45D1-8854-0581E5139FD7}" presName="LevelTwoTextNode" presStyleLbl="node4" presStyleIdx="0" presStyleCnt="4">
        <dgm:presLayoutVars>
          <dgm:chPref val="3"/>
        </dgm:presLayoutVars>
      </dgm:prSet>
      <dgm:spPr/>
    </dgm:pt>
    <dgm:pt modelId="{C7D7F7D1-5D53-40E1-9798-4784BB5C140A}" type="pres">
      <dgm:prSet presAssocID="{0192008B-16D9-45D1-8854-0581E5139FD7}" presName="level3hierChild" presStyleCnt="0"/>
      <dgm:spPr/>
    </dgm:pt>
    <dgm:pt modelId="{87B7EAED-9F88-4A3A-851A-3814BE1BFD34}" type="pres">
      <dgm:prSet presAssocID="{B68476FA-7658-469C-9F7B-D39B0EFA4847}" presName="conn2-1" presStyleLbl="parChTrans1D3" presStyleIdx="3" presStyleCnt="6"/>
      <dgm:spPr/>
    </dgm:pt>
    <dgm:pt modelId="{F140F9DB-5F36-47E8-8ED7-4826D1C97EE0}" type="pres">
      <dgm:prSet presAssocID="{B68476FA-7658-469C-9F7B-D39B0EFA4847}" presName="connTx" presStyleLbl="parChTrans1D3" presStyleIdx="3" presStyleCnt="6"/>
      <dgm:spPr/>
    </dgm:pt>
    <dgm:pt modelId="{29F55129-5288-4E4A-9BBF-B2A2A9125A22}" type="pres">
      <dgm:prSet presAssocID="{92339BD1-AB1B-49C1-8C74-0C1FECA4B413}" presName="root2" presStyleCnt="0"/>
      <dgm:spPr/>
    </dgm:pt>
    <dgm:pt modelId="{7F1D7330-592B-464A-B257-CC8BDD367325}" type="pres">
      <dgm:prSet presAssocID="{92339BD1-AB1B-49C1-8C74-0C1FECA4B413}" presName="LevelTwoTextNode" presStyleLbl="node3" presStyleIdx="3" presStyleCnt="6">
        <dgm:presLayoutVars>
          <dgm:chPref val="3"/>
        </dgm:presLayoutVars>
      </dgm:prSet>
      <dgm:spPr/>
    </dgm:pt>
    <dgm:pt modelId="{3432FD37-8615-4781-89E7-74F4FE8D9569}" type="pres">
      <dgm:prSet presAssocID="{92339BD1-AB1B-49C1-8C74-0C1FECA4B413}" presName="level3hierChild" presStyleCnt="0"/>
      <dgm:spPr/>
    </dgm:pt>
    <dgm:pt modelId="{AF919F0C-D3B0-4675-8A05-421AE7EA6329}" type="pres">
      <dgm:prSet presAssocID="{D925ACE0-C79D-4FA6-A350-D27E66E02E57}" presName="conn2-1" presStyleLbl="parChTrans1D4" presStyleIdx="1" presStyleCnt="4"/>
      <dgm:spPr/>
    </dgm:pt>
    <dgm:pt modelId="{8EF78C2E-BB62-46CA-8D2C-5DB336C2EB5D}" type="pres">
      <dgm:prSet presAssocID="{D925ACE0-C79D-4FA6-A350-D27E66E02E57}" presName="connTx" presStyleLbl="parChTrans1D4" presStyleIdx="1" presStyleCnt="4"/>
      <dgm:spPr/>
    </dgm:pt>
    <dgm:pt modelId="{E5803FE4-B658-4D77-9C56-9327F7D02E57}" type="pres">
      <dgm:prSet presAssocID="{15630165-C41B-457D-8BB3-163364EC3CB9}" presName="root2" presStyleCnt="0"/>
      <dgm:spPr/>
    </dgm:pt>
    <dgm:pt modelId="{F568B395-4AE8-41FF-955A-729C5CBC6CC0}" type="pres">
      <dgm:prSet presAssocID="{15630165-C41B-457D-8BB3-163364EC3CB9}" presName="LevelTwoTextNode" presStyleLbl="node4" presStyleIdx="1" presStyleCnt="4">
        <dgm:presLayoutVars>
          <dgm:chPref val="3"/>
        </dgm:presLayoutVars>
      </dgm:prSet>
      <dgm:spPr/>
    </dgm:pt>
    <dgm:pt modelId="{7B8AE765-A9C8-424D-B90B-D1DDAD81CD5E}" type="pres">
      <dgm:prSet presAssocID="{15630165-C41B-457D-8BB3-163364EC3CB9}" presName="level3hierChild" presStyleCnt="0"/>
      <dgm:spPr/>
    </dgm:pt>
    <dgm:pt modelId="{CCA14011-EFA3-4EA7-97AD-2FD54FA1DE20}" type="pres">
      <dgm:prSet presAssocID="{680E9281-1BAA-47BA-8188-0A479C1F719F}" presName="conn2-1" presStyleLbl="parChTrans1D2" presStyleIdx="2" presStyleCnt="3"/>
      <dgm:spPr/>
    </dgm:pt>
    <dgm:pt modelId="{F4C90B94-2AA9-412F-8E57-8411944D1049}" type="pres">
      <dgm:prSet presAssocID="{680E9281-1BAA-47BA-8188-0A479C1F719F}" presName="connTx" presStyleLbl="parChTrans1D2" presStyleIdx="2" presStyleCnt="3"/>
      <dgm:spPr/>
    </dgm:pt>
    <dgm:pt modelId="{050E7A25-6CB3-4141-BDDB-90DE3EF6C58A}" type="pres">
      <dgm:prSet presAssocID="{DCF9BA05-DC0F-4D0A-A6AB-E299A13C7337}" presName="root2" presStyleCnt="0"/>
      <dgm:spPr/>
    </dgm:pt>
    <dgm:pt modelId="{E23154D6-1286-42D1-A2F8-0687BFB08A15}" type="pres">
      <dgm:prSet presAssocID="{DCF9BA05-DC0F-4D0A-A6AB-E299A13C7337}" presName="LevelTwoTextNode" presStyleLbl="node2" presStyleIdx="2" presStyleCnt="3">
        <dgm:presLayoutVars>
          <dgm:chPref val="3"/>
        </dgm:presLayoutVars>
      </dgm:prSet>
      <dgm:spPr/>
    </dgm:pt>
    <dgm:pt modelId="{C53A5B4B-F10B-4F4B-9CA2-DEC77E901036}" type="pres">
      <dgm:prSet presAssocID="{DCF9BA05-DC0F-4D0A-A6AB-E299A13C7337}" presName="level3hierChild" presStyleCnt="0"/>
      <dgm:spPr/>
    </dgm:pt>
    <dgm:pt modelId="{A88A2A4B-E057-475F-BD60-1518C88EC744}" type="pres">
      <dgm:prSet presAssocID="{D0DC83D4-F37F-49B7-B7E8-3C460A80E041}" presName="conn2-1" presStyleLbl="parChTrans1D3" presStyleIdx="4" presStyleCnt="6"/>
      <dgm:spPr/>
    </dgm:pt>
    <dgm:pt modelId="{80A324EE-3118-403B-930E-D270B83599C5}" type="pres">
      <dgm:prSet presAssocID="{D0DC83D4-F37F-49B7-B7E8-3C460A80E041}" presName="connTx" presStyleLbl="parChTrans1D3" presStyleIdx="4" presStyleCnt="6"/>
      <dgm:spPr/>
    </dgm:pt>
    <dgm:pt modelId="{7FF8EB1D-6BC6-4D5E-B434-277A9B1AED77}" type="pres">
      <dgm:prSet presAssocID="{1791073C-7326-4754-9166-F64EF026F387}" presName="root2" presStyleCnt="0"/>
      <dgm:spPr/>
    </dgm:pt>
    <dgm:pt modelId="{DBA1A94C-9E9B-4A0B-A42D-58DFF72D7B58}" type="pres">
      <dgm:prSet presAssocID="{1791073C-7326-4754-9166-F64EF026F387}" presName="LevelTwoTextNode" presStyleLbl="node3" presStyleIdx="4" presStyleCnt="6">
        <dgm:presLayoutVars>
          <dgm:chPref val="3"/>
        </dgm:presLayoutVars>
      </dgm:prSet>
      <dgm:spPr/>
    </dgm:pt>
    <dgm:pt modelId="{37CC0C28-741E-43C7-AA28-31F95C6367BE}" type="pres">
      <dgm:prSet presAssocID="{1791073C-7326-4754-9166-F64EF026F387}" presName="level3hierChild" presStyleCnt="0"/>
      <dgm:spPr/>
    </dgm:pt>
    <dgm:pt modelId="{33E9F206-D276-4A23-BA67-9AA1A10A4526}" type="pres">
      <dgm:prSet presAssocID="{EEEA6F77-3D7F-4C15-8C47-B76817FF0C79}" presName="conn2-1" presStyleLbl="parChTrans1D4" presStyleIdx="2" presStyleCnt="4"/>
      <dgm:spPr/>
    </dgm:pt>
    <dgm:pt modelId="{89F703F2-8060-45BF-B8E4-9FA789BDA7DF}" type="pres">
      <dgm:prSet presAssocID="{EEEA6F77-3D7F-4C15-8C47-B76817FF0C79}" presName="connTx" presStyleLbl="parChTrans1D4" presStyleIdx="2" presStyleCnt="4"/>
      <dgm:spPr/>
    </dgm:pt>
    <dgm:pt modelId="{5731DC1B-4FDA-4AA2-9C5C-BCACDD2A1FE4}" type="pres">
      <dgm:prSet presAssocID="{99D93983-FFF0-41D8-81DA-16AB75271B41}" presName="root2" presStyleCnt="0"/>
      <dgm:spPr/>
    </dgm:pt>
    <dgm:pt modelId="{7072FE84-83A5-4E10-9BB3-D8A0C463BD96}" type="pres">
      <dgm:prSet presAssocID="{99D93983-FFF0-41D8-81DA-16AB75271B41}" presName="LevelTwoTextNode" presStyleLbl="node4" presStyleIdx="2" presStyleCnt="4">
        <dgm:presLayoutVars>
          <dgm:chPref val="3"/>
        </dgm:presLayoutVars>
      </dgm:prSet>
      <dgm:spPr/>
    </dgm:pt>
    <dgm:pt modelId="{043C4DD8-7DCA-4640-BACB-8D6B11B65E06}" type="pres">
      <dgm:prSet presAssocID="{99D93983-FFF0-41D8-81DA-16AB75271B41}" presName="level3hierChild" presStyleCnt="0"/>
      <dgm:spPr/>
    </dgm:pt>
    <dgm:pt modelId="{100AEC06-EDDE-47D7-BBCE-B98A116499A0}" type="pres">
      <dgm:prSet presAssocID="{11FFDD26-19D9-4197-A2F7-6FB69D36D9A9}" presName="conn2-1" presStyleLbl="parChTrans1D3" presStyleIdx="5" presStyleCnt="6"/>
      <dgm:spPr/>
    </dgm:pt>
    <dgm:pt modelId="{19BC2DDA-C041-4592-9D2F-EAFBBCD4A762}" type="pres">
      <dgm:prSet presAssocID="{11FFDD26-19D9-4197-A2F7-6FB69D36D9A9}" presName="connTx" presStyleLbl="parChTrans1D3" presStyleIdx="5" presStyleCnt="6"/>
      <dgm:spPr/>
    </dgm:pt>
    <dgm:pt modelId="{4FA69742-1C7F-4BA9-910D-142A9A8DC817}" type="pres">
      <dgm:prSet presAssocID="{465DAE4E-9FBE-4CDB-B2C0-7C5A6B5927FC}" presName="root2" presStyleCnt="0"/>
      <dgm:spPr/>
    </dgm:pt>
    <dgm:pt modelId="{0759E216-B6CB-4A04-806A-BB17CDA8F6BB}" type="pres">
      <dgm:prSet presAssocID="{465DAE4E-9FBE-4CDB-B2C0-7C5A6B5927FC}" presName="LevelTwoTextNode" presStyleLbl="node3" presStyleIdx="5" presStyleCnt="6">
        <dgm:presLayoutVars>
          <dgm:chPref val="3"/>
        </dgm:presLayoutVars>
      </dgm:prSet>
      <dgm:spPr/>
    </dgm:pt>
    <dgm:pt modelId="{2AA6AD56-D15D-4B83-A122-31FA75E70977}" type="pres">
      <dgm:prSet presAssocID="{465DAE4E-9FBE-4CDB-B2C0-7C5A6B5927FC}" presName="level3hierChild" presStyleCnt="0"/>
      <dgm:spPr/>
    </dgm:pt>
    <dgm:pt modelId="{3DFF0752-00CB-41A4-BE70-33E0B40A0077}" type="pres">
      <dgm:prSet presAssocID="{DDC42E38-8442-426D-8A56-FCE4BDB0A8E9}" presName="conn2-1" presStyleLbl="parChTrans1D4" presStyleIdx="3" presStyleCnt="4"/>
      <dgm:spPr/>
    </dgm:pt>
    <dgm:pt modelId="{070A88D9-DB91-40A8-9101-5D53991D160E}" type="pres">
      <dgm:prSet presAssocID="{DDC42E38-8442-426D-8A56-FCE4BDB0A8E9}" presName="connTx" presStyleLbl="parChTrans1D4" presStyleIdx="3" presStyleCnt="4"/>
      <dgm:spPr/>
    </dgm:pt>
    <dgm:pt modelId="{D5D8DA58-E9FF-4833-B8AF-39264CDDE52A}" type="pres">
      <dgm:prSet presAssocID="{EEFC3FA3-CF55-49EC-B002-68FD41B19E85}" presName="root2" presStyleCnt="0"/>
      <dgm:spPr/>
    </dgm:pt>
    <dgm:pt modelId="{DBA7DFE3-C36B-42BF-81E3-D686025FB760}" type="pres">
      <dgm:prSet presAssocID="{EEFC3FA3-CF55-49EC-B002-68FD41B19E85}" presName="LevelTwoTextNode" presStyleLbl="node4" presStyleIdx="3" presStyleCnt="4">
        <dgm:presLayoutVars>
          <dgm:chPref val="3"/>
        </dgm:presLayoutVars>
      </dgm:prSet>
      <dgm:spPr/>
    </dgm:pt>
    <dgm:pt modelId="{FA876DDB-46D3-4020-8BEA-640C4CA3655B}" type="pres">
      <dgm:prSet presAssocID="{EEFC3FA3-CF55-49EC-B002-68FD41B19E85}" presName="level3hierChild" presStyleCnt="0"/>
      <dgm:spPr/>
    </dgm:pt>
  </dgm:ptLst>
  <dgm:cxnLst>
    <dgm:cxn modelId="{1862B903-8844-4263-8004-B8EE735C6A66}" srcId="{79FD669E-EAC1-4025-9AD2-929C55644B73}" destId="{FC74915A-8638-408F-AF12-34C5BD84E326}" srcOrd="0" destOrd="0" parTransId="{4D30B0F8-992E-4213-BCF8-71A32C146541}" sibTransId="{E0CD23B3-0E1C-48A8-A4E5-19CA824E17DA}"/>
    <dgm:cxn modelId="{9B625706-639C-452C-BD06-C7D6D733F6AB}" srcId="{FC74915A-8638-408F-AF12-34C5BD84E326}" destId="{4312D84B-AC9C-46C9-9D2D-22D476F32168}" srcOrd="0" destOrd="0" parTransId="{6A0345A6-3438-41FE-8371-8EFA993CF6BC}" sibTransId="{6C144A02-5546-486E-AFE8-B75DA707EF46}"/>
    <dgm:cxn modelId="{4991E007-5169-4614-8BB5-97086945915F}" type="presOf" srcId="{EEFC3FA3-CF55-49EC-B002-68FD41B19E85}" destId="{DBA7DFE3-C36B-42BF-81E3-D686025FB760}" srcOrd="0" destOrd="0" presId="urn:microsoft.com/office/officeart/2005/8/layout/hierarchy2"/>
    <dgm:cxn modelId="{4DF2770B-5BD3-4F8D-AB80-5497C64C17E6}" type="presOf" srcId="{680E9281-1BAA-47BA-8188-0A479C1F719F}" destId="{CCA14011-EFA3-4EA7-97AD-2FD54FA1DE20}" srcOrd="0" destOrd="0" presId="urn:microsoft.com/office/officeart/2005/8/layout/hierarchy2"/>
    <dgm:cxn modelId="{1C4D5C10-AA78-4F8D-8E20-97C7FABA3F64}" type="presOf" srcId="{11FFDD26-19D9-4197-A2F7-6FB69D36D9A9}" destId="{19BC2DDA-C041-4592-9D2F-EAFBBCD4A762}" srcOrd="1" destOrd="0" presId="urn:microsoft.com/office/officeart/2005/8/layout/hierarchy2"/>
    <dgm:cxn modelId="{06D6B215-174A-46F1-9700-84455640380A}" type="presOf" srcId="{4312D84B-AC9C-46C9-9D2D-22D476F32168}" destId="{713C6B1F-5D5E-4D8A-B185-2B84207921A9}" srcOrd="0" destOrd="0" presId="urn:microsoft.com/office/officeart/2005/8/layout/hierarchy2"/>
    <dgm:cxn modelId="{39EA821A-91B7-4DC0-A1E1-8E40B7093E66}" type="presOf" srcId="{D0DC83D4-F37F-49B7-B7E8-3C460A80E041}" destId="{80A324EE-3118-403B-930E-D270B83599C5}" srcOrd="1" destOrd="0" presId="urn:microsoft.com/office/officeart/2005/8/layout/hierarchy2"/>
    <dgm:cxn modelId="{01AF991D-1692-4FBD-8ED4-5508C4E29AD4}" type="presOf" srcId="{1FB112A8-5112-493E-828F-B800085E17EE}" destId="{3C78C75D-17CC-4FDF-8F37-5F0B527EFE85}" srcOrd="0" destOrd="0" presId="urn:microsoft.com/office/officeart/2005/8/layout/hierarchy2"/>
    <dgm:cxn modelId="{D2D3D924-4D70-4703-B534-1750E7B6652C}" type="presOf" srcId="{4D30B0F8-992E-4213-BCF8-71A32C146541}" destId="{94F801FA-C5A2-4E0B-8E38-C8D9140202CF}" srcOrd="1" destOrd="0" presId="urn:microsoft.com/office/officeart/2005/8/layout/hierarchy2"/>
    <dgm:cxn modelId="{FA50F42C-6BE3-4D87-9C96-058E3F9B5964}" type="presOf" srcId="{680E9281-1BAA-47BA-8188-0A479C1F719F}" destId="{F4C90B94-2AA9-412F-8E57-8411944D1049}" srcOrd="1" destOrd="0" presId="urn:microsoft.com/office/officeart/2005/8/layout/hierarchy2"/>
    <dgm:cxn modelId="{B6511C2D-1BA5-4F1C-A7B2-5620F8DED17D}" type="presOf" srcId="{B68476FA-7658-469C-9F7B-D39B0EFA4847}" destId="{F140F9DB-5F36-47E8-8ED7-4826D1C97EE0}" srcOrd="1" destOrd="0" presId="urn:microsoft.com/office/officeart/2005/8/layout/hierarchy2"/>
    <dgm:cxn modelId="{04E35F36-1E26-411A-92F3-4B2A40B438A4}" type="presOf" srcId="{DDC42E38-8442-426D-8A56-FCE4BDB0A8E9}" destId="{3DFF0752-00CB-41A4-BE70-33E0B40A0077}" srcOrd="0" destOrd="0" presId="urn:microsoft.com/office/officeart/2005/8/layout/hierarchy2"/>
    <dgm:cxn modelId="{37669738-E311-4AAA-9A4E-68BCCC2BDE54}" type="presOf" srcId="{DCF9BA05-DC0F-4D0A-A6AB-E299A13C7337}" destId="{E23154D6-1286-42D1-A2F8-0687BFB08A15}" srcOrd="0" destOrd="0" presId="urn:microsoft.com/office/officeart/2005/8/layout/hierarchy2"/>
    <dgm:cxn modelId="{F9DF0A3A-72A7-480A-B60F-61EDF37F4FFB}" type="presOf" srcId="{9C1BD299-4FF5-4269-91EB-E5F29AFC2678}" destId="{427630FF-46CE-4847-91B5-DBBB27B74F1C}" srcOrd="0" destOrd="0" presId="urn:microsoft.com/office/officeart/2005/8/layout/hierarchy2"/>
    <dgm:cxn modelId="{BAE3353E-C1C4-4950-A26B-222C0BE25BF4}" type="presOf" srcId="{D0DC83D4-F37F-49B7-B7E8-3C460A80E041}" destId="{A88A2A4B-E057-475F-BD60-1518C88EC744}" srcOrd="0" destOrd="0" presId="urn:microsoft.com/office/officeart/2005/8/layout/hierarchy2"/>
    <dgm:cxn modelId="{EF3D553E-CFF7-48FB-946A-517FD4D25920}" srcId="{79FD669E-EAC1-4025-9AD2-929C55644B73}" destId="{DCF9BA05-DC0F-4D0A-A6AB-E299A13C7337}" srcOrd="2" destOrd="0" parTransId="{680E9281-1BAA-47BA-8188-0A479C1F719F}" sibTransId="{A28A60F1-557D-4854-949F-49C8D6BEBE29}"/>
    <dgm:cxn modelId="{AF4B145C-A5B5-4541-AED3-9ECCB1BC3928}" type="presOf" srcId="{B833E9EF-C990-4654-A909-7131C3EEA37F}" destId="{047509D2-5553-4EAA-B72E-D6FFC04C6B66}" srcOrd="1" destOrd="0" presId="urn:microsoft.com/office/officeart/2005/8/layout/hierarchy2"/>
    <dgm:cxn modelId="{4BAA5342-2C93-41EB-A01B-3E578B1E89E5}" srcId="{DCF9BA05-DC0F-4D0A-A6AB-E299A13C7337}" destId="{465DAE4E-9FBE-4CDB-B2C0-7C5A6B5927FC}" srcOrd="1" destOrd="0" parTransId="{11FFDD26-19D9-4197-A2F7-6FB69D36D9A9}" sibTransId="{87A08ED3-D919-418F-BA63-B924B3780267}"/>
    <dgm:cxn modelId="{CFA73263-5642-4B44-9811-3D1F2E7A98B4}" type="presOf" srcId="{F899B7F7-BEDE-4986-9E71-A32596EA0B27}" destId="{7B7EA043-1D16-4355-9515-D8D7209DEE24}" srcOrd="1" destOrd="0" presId="urn:microsoft.com/office/officeart/2005/8/layout/hierarchy2"/>
    <dgm:cxn modelId="{7C5A4C65-FC06-47CC-BC4F-3F11BC82315E}" type="presOf" srcId="{8493C182-2520-438D-BE72-764BCA5FF4AE}" destId="{47772240-F486-4145-836D-AB0E8AD0B855}" srcOrd="0" destOrd="0" presId="urn:microsoft.com/office/officeart/2005/8/layout/hierarchy2"/>
    <dgm:cxn modelId="{B40A5765-E068-4B5E-A14F-EDEE91596FC1}" srcId="{35C328DD-3A99-4823-802D-EE83F4E75910}" destId="{0192008B-16D9-45D1-8854-0581E5139FD7}" srcOrd="0" destOrd="0" parTransId="{9C1BD299-4FF5-4269-91EB-E5F29AFC2678}" sibTransId="{6B308F07-201F-426C-A390-159A53956FF3}"/>
    <dgm:cxn modelId="{19F68A65-627E-4FCE-8BF1-9F04E88718B1}" type="presOf" srcId="{9C1BD299-4FF5-4269-91EB-E5F29AFC2678}" destId="{9E6F2BD9-A132-4210-9D9F-4B85B4AC4AB4}" srcOrd="1" destOrd="0" presId="urn:microsoft.com/office/officeart/2005/8/layout/hierarchy2"/>
    <dgm:cxn modelId="{3B402F48-3013-4431-B0DD-276368756D37}" type="presOf" srcId="{99D93983-FFF0-41D8-81DA-16AB75271B41}" destId="{7072FE84-83A5-4E10-9BB3-D8A0C463BD96}" srcOrd="0" destOrd="0" presId="urn:microsoft.com/office/officeart/2005/8/layout/hierarchy2"/>
    <dgm:cxn modelId="{75389648-2A80-4A17-8632-3917542F8349}" srcId="{92339BD1-AB1B-49C1-8C74-0C1FECA4B413}" destId="{15630165-C41B-457D-8BB3-163364EC3CB9}" srcOrd="0" destOrd="0" parTransId="{D925ACE0-C79D-4FA6-A350-D27E66E02E57}" sibTransId="{D38954D9-6AA9-4D81-9FD9-2B0A79A4A7A8}"/>
    <dgm:cxn modelId="{E80B6B4E-2C66-4382-A22A-48BCE76B49F1}" type="presOf" srcId="{0192008B-16D9-45D1-8854-0581E5139FD7}" destId="{7B978CEB-ECE0-4404-9A96-4EF84FF948A8}" srcOrd="0" destOrd="0" presId="urn:microsoft.com/office/officeart/2005/8/layout/hierarchy2"/>
    <dgm:cxn modelId="{94B15152-EFEA-4392-A243-DA075FC520EA}" type="presOf" srcId="{B68476FA-7658-469C-9F7B-D39B0EFA4847}" destId="{87B7EAED-9F88-4A3A-851A-3814BE1BFD34}" srcOrd="0" destOrd="0" presId="urn:microsoft.com/office/officeart/2005/8/layout/hierarchy2"/>
    <dgm:cxn modelId="{94F15754-D397-43BF-934D-38CADD1F23F5}" type="presOf" srcId="{FC74915A-8638-408F-AF12-34C5BD84E326}" destId="{337B761F-BAA9-446C-A8E3-99D1120EE415}" srcOrd="0" destOrd="0" presId="urn:microsoft.com/office/officeart/2005/8/layout/hierarchy2"/>
    <dgm:cxn modelId="{BC01FC56-AB21-42E2-A432-2DBF1FCBDFB0}" type="presOf" srcId="{92339BD1-AB1B-49C1-8C74-0C1FECA4B413}" destId="{7F1D7330-592B-464A-B257-CC8BDD367325}" srcOrd="0" destOrd="0" presId="urn:microsoft.com/office/officeart/2005/8/layout/hierarchy2"/>
    <dgm:cxn modelId="{E9609677-929A-4EC1-A389-D48118BC56DC}" type="presOf" srcId="{EEEA6F77-3D7F-4C15-8C47-B76817FF0C79}" destId="{89F703F2-8060-45BF-B8E4-9FA789BDA7DF}" srcOrd="1" destOrd="0" presId="urn:microsoft.com/office/officeart/2005/8/layout/hierarchy2"/>
    <dgm:cxn modelId="{8CFAD45A-2C6E-40A3-A12F-E7CE9A60B4F4}" type="presOf" srcId="{35C328DD-3A99-4823-802D-EE83F4E75910}" destId="{0DCB2157-AB66-4EC7-AC92-DE3882A0E5ED}" srcOrd="0" destOrd="0" presId="urn:microsoft.com/office/officeart/2005/8/layout/hierarchy2"/>
    <dgm:cxn modelId="{7366B87C-7DF8-41F1-85E4-F7001A9C07AC}" srcId="{2A7931A8-D178-4453-9E69-0ED76931D554}" destId="{35C328DD-3A99-4823-802D-EE83F4E75910}" srcOrd="0" destOrd="0" parTransId="{F899B7F7-BEDE-4986-9E71-A32596EA0B27}" sibTransId="{954CF4E7-CC0F-43B4-907A-F9CEB1E3A868}"/>
    <dgm:cxn modelId="{0FD09480-F0AC-4CDE-BC8D-B3447F58C2D6}" type="presOf" srcId="{6A0345A6-3438-41FE-8371-8EFA993CF6BC}" destId="{77DCE99B-C449-410F-9235-83A71CB4E136}" srcOrd="1" destOrd="0" presId="urn:microsoft.com/office/officeart/2005/8/layout/hierarchy2"/>
    <dgm:cxn modelId="{1ADFB680-1104-464F-A07E-95F1D2C360BA}" srcId="{FC74915A-8638-408F-AF12-34C5BD84E326}" destId="{8493C182-2520-438D-BE72-764BCA5FF4AE}" srcOrd="1" destOrd="0" parTransId="{1FB112A8-5112-493E-828F-B800085E17EE}" sibTransId="{44B26CDE-3A9B-4222-9A8A-30385CB4EC57}"/>
    <dgm:cxn modelId="{F219E283-EB14-49DD-8AF5-75956E01D715}" type="presOf" srcId="{D925ACE0-C79D-4FA6-A350-D27E66E02E57}" destId="{AF919F0C-D3B0-4675-8A05-421AE7EA6329}" srcOrd="0" destOrd="0" presId="urn:microsoft.com/office/officeart/2005/8/layout/hierarchy2"/>
    <dgm:cxn modelId="{8FFB4085-A74C-42E3-85B4-D256834FA05C}" srcId="{1791073C-7326-4754-9166-F64EF026F387}" destId="{99D93983-FFF0-41D8-81DA-16AB75271B41}" srcOrd="0" destOrd="0" parTransId="{EEEA6F77-3D7F-4C15-8C47-B76817FF0C79}" sibTransId="{54875C49-6237-48B7-9133-0F99D503DA71}"/>
    <dgm:cxn modelId="{E1D7558A-B9C9-4AC5-B05A-C93E1243E1C2}" type="presOf" srcId="{4D30B0F8-992E-4213-BCF8-71A32C146541}" destId="{D20800DF-786F-4F46-BC8E-7C08B0011206}" srcOrd="0" destOrd="0" presId="urn:microsoft.com/office/officeart/2005/8/layout/hierarchy2"/>
    <dgm:cxn modelId="{79F68F8F-D9AD-4504-B462-98297A40046B}" type="presOf" srcId="{DDC42E38-8442-426D-8A56-FCE4BDB0A8E9}" destId="{070A88D9-DB91-40A8-9101-5D53991D160E}" srcOrd="1" destOrd="0" presId="urn:microsoft.com/office/officeart/2005/8/layout/hierarchy2"/>
    <dgm:cxn modelId="{FA14E994-B64E-4847-B100-6803B1508512}" srcId="{DCF9BA05-DC0F-4D0A-A6AB-E299A13C7337}" destId="{1791073C-7326-4754-9166-F64EF026F387}" srcOrd="0" destOrd="0" parTransId="{D0DC83D4-F37F-49B7-B7E8-3C460A80E041}" sibTransId="{2896815A-3E77-47EB-81E9-C0E691348858}"/>
    <dgm:cxn modelId="{D20DCCA4-212F-4458-9CF0-C0CC5019B3C8}" type="presOf" srcId="{B833E9EF-C990-4654-A909-7131C3EEA37F}" destId="{15BBA178-4DA1-4DFF-9F1B-41EA3B61A245}" srcOrd="0" destOrd="0" presId="urn:microsoft.com/office/officeart/2005/8/layout/hierarchy2"/>
    <dgm:cxn modelId="{9374F5AA-76ED-4CBA-8D8D-0BD4EEC3E7BE}" type="presOf" srcId="{2A7931A8-D178-4453-9E69-0ED76931D554}" destId="{4F1D22CF-CA04-4D7B-88B3-9E053BFBD9AF}" srcOrd="0" destOrd="0" presId="urn:microsoft.com/office/officeart/2005/8/layout/hierarchy2"/>
    <dgm:cxn modelId="{95CFA4BC-BCE7-481A-BE5B-D790223268CB}" srcId="{800D229A-19A0-433C-A6C6-72B1E95EA3A7}" destId="{79FD669E-EAC1-4025-9AD2-929C55644B73}" srcOrd="0" destOrd="0" parTransId="{EBB23182-2EC9-49B2-814D-FA5231D4C237}" sibTransId="{345D2A0A-C546-49C0-91E8-F6A53714D048}"/>
    <dgm:cxn modelId="{E931BCBF-3E0E-497B-9582-EC9B72D9123E}" type="presOf" srcId="{1791073C-7326-4754-9166-F64EF026F387}" destId="{DBA1A94C-9E9B-4A0B-A42D-58DFF72D7B58}" srcOrd="0" destOrd="0" presId="urn:microsoft.com/office/officeart/2005/8/layout/hierarchy2"/>
    <dgm:cxn modelId="{D4E232CB-C73E-4404-8D6E-5FCAEADB5934}" srcId="{465DAE4E-9FBE-4CDB-B2C0-7C5A6B5927FC}" destId="{EEFC3FA3-CF55-49EC-B002-68FD41B19E85}" srcOrd="0" destOrd="0" parTransId="{DDC42E38-8442-426D-8A56-FCE4BDB0A8E9}" sibTransId="{AABC117D-0B20-4C74-BEC7-55F44FC387DB}"/>
    <dgm:cxn modelId="{971768D3-A8C2-4AB2-A6E3-452B6C5C683F}" type="presOf" srcId="{15630165-C41B-457D-8BB3-163364EC3CB9}" destId="{F568B395-4AE8-41FF-955A-729C5CBC6CC0}" srcOrd="0" destOrd="0" presId="urn:microsoft.com/office/officeart/2005/8/layout/hierarchy2"/>
    <dgm:cxn modelId="{DEFC97D5-9C5D-48D7-837F-E1412023801E}" type="presOf" srcId="{1FB112A8-5112-493E-828F-B800085E17EE}" destId="{FA4A68EB-B181-40A3-A138-DA0EA6689D19}" srcOrd="1" destOrd="0" presId="urn:microsoft.com/office/officeart/2005/8/layout/hierarchy2"/>
    <dgm:cxn modelId="{74405BD8-B1D3-44A3-95BF-23CAD2ACD5A2}" type="presOf" srcId="{F899B7F7-BEDE-4986-9E71-A32596EA0B27}" destId="{D1A4060D-AED0-4635-B767-3CE0398E0F23}" srcOrd="0" destOrd="0" presId="urn:microsoft.com/office/officeart/2005/8/layout/hierarchy2"/>
    <dgm:cxn modelId="{37A746D8-AD0F-4B04-B2B6-4B9533239325}" type="presOf" srcId="{11FFDD26-19D9-4197-A2F7-6FB69D36D9A9}" destId="{100AEC06-EDDE-47D7-BBCE-B98A116499A0}" srcOrd="0" destOrd="0" presId="urn:microsoft.com/office/officeart/2005/8/layout/hierarchy2"/>
    <dgm:cxn modelId="{59A91AE8-FF5C-496F-BE08-C9FC96FDBF3B}" type="presOf" srcId="{6A0345A6-3438-41FE-8371-8EFA993CF6BC}" destId="{64ED4F26-6F6D-4A7A-BB9C-168A4173F247}" srcOrd="0" destOrd="0" presId="urn:microsoft.com/office/officeart/2005/8/layout/hierarchy2"/>
    <dgm:cxn modelId="{40F331EA-CB16-46E3-8021-40FEC6CC4F3B}" type="presOf" srcId="{EEEA6F77-3D7F-4C15-8C47-B76817FF0C79}" destId="{33E9F206-D276-4A23-BA67-9AA1A10A4526}" srcOrd="0" destOrd="0" presId="urn:microsoft.com/office/officeart/2005/8/layout/hierarchy2"/>
    <dgm:cxn modelId="{FFD33BEA-7FBD-430D-A55B-A40DE831C35F}" type="presOf" srcId="{800D229A-19A0-433C-A6C6-72B1E95EA3A7}" destId="{45B1E2D3-DC41-49A4-86AB-CE83AEAB44AF}" srcOrd="0" destOrd="0" presId="urn:microsoft.com/office/officeart/2005/8/layout/hierarchy2"/>
    <dgm:cxn modelId="{BF75B9EB-5631-4C68-8F86-4C93D3EFB13B}" srcId="{2A7931A8-D178-4453-9E69-0ED76931D554}" destId="{92339BD1-AB1B-49C1-8C74-0C1FECA4B413}" srcOrd="1" destOrd="0" parTransId="{B68476FA-7658-469C-9F7B-D39B0EFA4847}" sibTransId="{5B755510-9C2D-462D-9DC3-BAAF744C5771}"/>
    <dgm:cxn modelId="{4A5BE5ED-C9AB-41B4-9C9D-B31F17F8D7E4}" type="presOf" srcId="{79FD669E-EAC1-4025-9AD2-929C55644B73}" destId="{5A9FF5F8-D918-4C5B-8F8D-6AA97118B5B3}" srcOrd="0" destOrd="0" presId="urn:microsoft.com/office/officeart/2005/8/layout/hierarchy2"/>
    <dgm:cxn modelId="{642B6BF5-9ED3-4C9A-B817-BC3A1AA48111}" type="presOf" srcId="{465DAE4E-9FBE-4CDB-B2C0-7C5A6B5927FC}" destId="{0759E216-B6CB-4A04-806A-BB17CDA8F6BB}" srcOrd="0" destOrd="0" presId="urn:microsoft.com/office/officeart/2005/8/layout/hierarchy2"/>
    <dgm:cxn modelId="{31CC21FB-C14B-4D9F-B5A0-CF46628819E0}" type="presOf" srcId="{D925ACE0-C79D-4FA6-A350-D27E66E02E57}" destId="{8EF78C2E-BB62-46CA-8D2C-5DB336C2EB5D}" srcOrd="1" destOrd="0" presId="urn:microsoft.com/office/officeart/2005/8/layout/hierarchy2"/>
    <dgm:cxn modelId="{9A0867FE-8576-44D3-84AC-D0116EDAF954}" srcId="{79FD669E-EAC1-4025-9AD2-929C55644B73}" destId="{2A7931A8-D178-4453-9E69-0ED76931D554}" srcOrd="1" destOrd="0" parTransId="{B833E9EF-C990-4654-A909-7131C3EEA37F}" sibTransId="{669408E8-A2E0-4682-A0D0-6D8D3F84BA3D}"/>
    <dgm:cxn modelId="{0A15F796-D747-49C9-ADBA-AFB614D5D723}" type="presParOf" srcId="{45B1E2D3-DC41-49A4-86AB-CE83AEAB44AF}" destId="{EBB26AF0-076C-49B3-9B15-F5D3402B3683}" srcOrd="0" destOrd="0" presId="urn:microsoft.com/office/officeart/2005/8/layout/hierarchy2"/>
    <dgm:cxn modelId="{5CF66948-8D19-45A8-A338-F8D3032571A2}" type="presParOf" srcId="{EBB26AF0-076C-49B3-9B15-F5D3402B3683}" destId="{5A9FF5F8-D918-4C5B-8F8D-6AA97118B5B3}" srcOrd="0" destOrd="0" presId="urn:microsoft.com/office/officeart/2005/8/layout/hierarchy2"/>
    <dgm:cxn modelId="{5FB99851-2309-46D7-A894-0F0010FC4963}" type="presParOf" srcId="{EBB26AF0-076C-49B3-9B15-F5D3402B3683}" destId="{527C7936-5CD7-4473-941E-735BA5779286}" srcOrd="1" destOrd="0" presId="urn:microsoft.com/office/officeart/2005/8/layout/hierarchy2"/>
    <dgm:cxn modelId="{CB2781F8-45E7-4FA1-A634-D79778B96D55}" type="presParOf" srcId="{527C7936-5CD7-4473-941E-735BA5779286}" destId="{D20800DF-786F-4F46-BC8E-7C08B0011206}" srcOrd="0" destOrd="0" presId="urn:microsoft.com/office/officeart/2005/8/layout/hierarchy2"/>
    <dgm:cxn modelId="{DBFC8DF6-E142-4725-B1BF-A562CD7E6902}" type="presParOf" srcId="{D20800DF-786F-4F46-BC8E-7C08B0011206}" destId="{94F801FA-C5A2-4E0B-8E38-C8D9140202CF}" srcOrd="0" destOrd="0" presId="urn:microsoft.com/office/officeart/2005/8/layout/hierarchy2"/>
    <dgm:cxn modelId="{FB1A7601-4BD1-4995-9810-22876707CC96}" type="presParOf" srcId="{527C7936-5CD7-4473-941E-735BA5779286}" destId="{5B96A166-B3C9-4D65-B782-51476E50FAD9}" srcOrd="1" destOrd="0" presId="urn:microsoft.com/office/officeart/2005/8/layout/hierarchy2"/>
    <dgm:cxn modelId="{9F7796A8-015B-48B1-BAF7-C8B688587E61}" type="presParOf" srcId="{5B96A166-B3C9-4D65-B782-51476E50FAD9}" destId="{337B761F-BAA9-446C-A8E3-99D1120EE415}" srcOrd="0" destOrd="0" presId="urn:microsoft.com/office/officeart/2005/8/layout/hierarchy2"/>
    <dgm:cxn modelId="{C7D992A8-33F3-45E4-B4F6-A34C9FEB2A51}" type="presParOf" srcId="{5B96A166-B3C9-4D65-B782-51476E50FAD9}" destId="{A22D8E5D-C12C-457C-8083-D79AD682A8FC}" srcOrd="1" destOrd="0" presId="urn:microsoft.com/office/officeart/2005/8/layout/hierarchy2"/>
    <dgm:cxn modelId="{836200BC-01DC-4F9C-BB54-870B33C8BFC5}" type="presParOf" srcId="{A22D8E5D-C12C-457C-8083-D79AD682A8FC}" destId="{64ED4F26-6F6D-4A7A-BB9C-168A4173F247}" srcOrd="0" destOrd="0" presId="urn:microsoft.com/office/officeart/2005/8/layout/hierarchy2"/>
    <dgm:cxn modelId="{FDF89815-3144-477A-8F83-C10B8E69C417}" type="presParOf" srcId="{64ED4F26-6F6D-4A7A-BB9C-168A4173F247}" destId="{77DCE99B-C449-410F-9235-83A71CB4E136}" srcOrd="0" destOrd="0" presId="urn:microsoft.com/office/officeart/2005/8/layout/hierarchy2"/>
    <dgm:cxn modelId="{63859183-EFB8-4F21-96DF-9547685DD0FD}" type="presParOf" srcId="{A22D8E5D-C12C-457C-8083-D79AD682A8FC}" destId="{6EE3EA7E-5B63-4258-B99A-036FCB8ECA99}" srcOrd="1" destOrd="0" presId="urn:microsoft.com/office/officeart/2005/8/layout/hierarchy2"/>
    <dgm:cxn modelId="{1AFA03CC-6963-48A3-8809-F7012FB1DE92}" type="presParOf" srcId="{6EE3EA7E-5B63-4258-B99A-036FCB8ECA99}" destId="{713C6B1F-5D5E-4D8A-B185-2B84207921A9}" srcOrd="0" destOrd="0" presId="urn:microsoft.com/office/officeart/2005/8/layout/hierarchy2"/>
    <dgm:cxn modelId="{3FBE41C4-C69D-4FBB-B694-CFE80B08F875}" type="presParOf" srcId="{6EE3EA7E-5B63-4258-B99A-036FCB8ECA99}" destId="{0FC25E09-2D2C-42B1-AFC5-EE2EDA3EC4DB}" srcOrd="1" destOrd="0" presId="urn:microsoft.com/office/officeart/2005/8/layout/hierarchy2"/>
    <dgm:cxn modelId="{1F6ECF7A-7947-4E0C-A46C-E58D44E5298B}" type="presParOf" srcId="{A22D8E5D-C12C-457C-8083-D79AD682A8FC}" destId="{3C78C75D-17CC-4FDF-8F37-5F0B527EFE85}" srcOrd="2" destOrd="0" presId="urn:microsoft.com/office/officeart/2005/8/layout/hierarchy2"/>
    <dgm:cxn modelId="{26565986-EE1F-4C79-86C0-61B1F0ED416F}" type="presParOf" srcId="{3C78C75D-17CC-4FDF-8F37-5F0B527EFE85}" destId="{FA4A68EB-B181-40A3-A138-DA0EA6689D19}" srcOrd="0" destOrd="0" presId="urn:microsoft.com/office/officeart/2005/8/layout/hierarchy2"/>
    <dgm:cxn modelId="{D63D4283-5A2C-4AAA-9068-22A8D6C94DA2}" type="presParOf" srcId="{A22D8E5D-C12C-457C-8083-D79AD682A8FC}" destId="{5CD5D021-47DC-40DC-840B-4CF6859B3619}" srcOrd="3" destOrd="0" presId="urn:microsoft.com/office/officeart/2005/8/layout/hierarchy2"/>
    <dgm:cxn modelId="{D6970395-3BE5-40A9-B864-2BE01A94540E}" type="presParOf" srcId="{5CD5D021-47DC-40DC-840B-4CF6859B3619}" destId="{47772240-F486-4145-836D-AB0E8AD0B855}" srcOrd="0" destOrd="0" presId="urn:microsoft.com/office/officeart/2005/8/layout/hierarchy2"/>
    <dgm:cxn modelId="{FD34F864-A0D0-44DD-B264-30A626EB372E}" type="presParOf" srcId="{5CD5D021-47DC-40DC-840B-4CF6859B3619}" destId="{4707EDAD-C36A-4191-9D08-049FA539A2AA}" srcOrd="1" destOrd="0" presId="urn:microsoft.com/office/officeart/2005/8/layout/hierarchy2"/>
    <dgm:cxn modelId="{C0E4D537-8887-4BF0-AEC6-136666CC01B3}" type="presParOf" srcId="{527C7936-5CD7-4473-941E-735BA5779286}" destId="{15BBA178-4DA1-4DFF-9F1B-41EA3B61A245}" srcOrd="2" destOrd="0" presId="urn:microsoft.com/office/officeart/2005/8/layout/hierarchy2"/>
    <dgm:cxn modelId="{DAB227EB-8944-4B37-8A06-EAAB48C7F506}" type="presParOf" srcId="{15BBA178-4DA1-4DFF-9F1B-41EA3B61A245}" destId="{047509D2-5553-4EAA-B72E-D6FFC04C6B66}" srcOrd="0" destOrd="0" presId="urn:microsoft.com/office/officeart/2005/8/layout/hierarchy2"/>
    <dgm:cxn modelId="{B794E6B4-2D4A-4983-9306-2EA634DC0B2F}" type="presParOf" srcId="{527C7936-5CD7-4473-941E-735BA5779286}" destId="{4F1CF974-A802-4121-A7A3-EAFF84EE5785}" srcOrd="3" destOrd="0" presId="urn:microsoft.com/office/officeart/2005/8/layout/hierarchy2"/>
    <dgm:cxn modelId="{9FBB3D86-4B63-4145-AD2A-D862B6DDF197}" type="presParOf" srcId="{4F1CF974-A802-4121-A7A3-EAFF84EE5785}" destId="{4F1D22CF-CA04-4D7B-88B3-9E053BFBD9AF}" srcOrd="0" destOrd="0" presId="urn:microsoft.com/office/officeart/2005/8/layout/hierarchy2"/>
    <dgm:cxn modelId="{19A86B82-FDA6-43AE-BAB1-E00596683FAA}" type="presParOf" srcId="{4F1CF974-A802-4121-A7A3-EAFF84EE5785}" destId="{C076007F-C85A-4AEA-A2A7-47C55F16CBA5}" srcOrd="1" destOrd="0" presId="urn:microsoft.com/office/officeart/2005/8/layout/hierarchy2"/>
    <dgm:cxn modelId="{BC83F91E-B814-4B3C-9546-72FAB62E5B67}" type="presParOf" srcId="{C076007F-C85A-4AEA-A2A7-47C55F16CBA5}" destId="{D1A4060D-AED0-4635-B767-3CE0398E0F23}" srcOrd="0" destOrd="0" presId="urn:microsoft.com/office/officeart/2005/8/layout/hierarchy2"/>
    <dgm:cxn modelId="{44432183-2F55-423D-957C-979B8CAD9001}" type="presParOf" srcId="{D1A4060D-AED0-4635-B767-3CE0398E0F23}" destId="{7B7EA043-1D16-4355-9515-D8D7209DEE24}" srcOrd="0" destOrd="0" presId="urn:microsoft.com/office/officeart/2005/8/layout/hierarchy2"/>
    <dgm:cxn modelId="{026F83BB-8F10-4D46-8C60-B48B535CCA54}" type="presParOf" srcId="{C076007F-C85A-4AEA-A2A7-47C55F16CBA5}" destId="{99F93951-C676-4FBB-940D-3988D5F8FB00}" srcOrd="1" destOrd="0" presId="urn:microsoft.com/office/officeart/2005/8/layout/hierarchy2"/>
    <dgm:cxn modelId="{0F3569D0-D435-44B3-99CF-70CEC6BE97FD}" type="presParOf" srcId="{99F93951-C676-4FBB-940D-3988D5F8FB00}" destId="{0DCB2157-AB66-4EC7-AC92-DE3882A0E5ED}" srcOrd="0" destOrd="0" presId="urn:microsoft.com/office/officeart/2005/8/layout/hierarchy2"/>
    <dgm:cxn modelId="{36A93BF9-A6F2-4A19-9722-5BA0468F2418}" type="presParOf" srcId="{99F93951-C676-4FBB-940D-3988D5F8FB00}" destId="{F8D7FB58-7C7E-4D7B-83DE-30C2B7874A4B}" srcOrd="1" destOrd="0" presId="urn:microsoft.com/office/officeart/2005/8/layout/hierarchy2"/>
    <dgm:cxn modelId="{645681D0-860C-409F-B861-EA5828A5B9FA}" type="presParOf" srcId="{F8D7FB58-7C7E-4D7B-83DE-30C2B7874A4B}" destId="{427630FF-46CE-4847-91B5-DBBB27B74F1C}" srcOrd="0" destOrd="0" presId="urn:microsoft.com/office/officeart/2005/8/layout/hierarchy2"/>
    <dgm:cxn modelId="{6D80ADE1-9007-4BEA-8EF7-B750902D6710}" type="presParOf" srcId="{427630FF-46CE-4847-91B5-DBBB27B74F1C}" destId="{9E6F2BD9-A132-4210-9D9F-4B85B4AC4AB4}" srcOrd="0" destOrd="0" presId="urn:microsoft.com/office/officeart/2005/8/layout/hierarchy2"/>
    <dgm:cxn modelId="{260D3644-3A9B-4BA7-9F85-F523100E3A25}" type="presParOf" srcId="{F8D7FB58-7C7E-4D7B-83DE-30C2B7874A4B}" destId="{D7A441D7-E5FD-4484-AD4B-AB9EE0733A69}" srcOrd="1" destOrd="0" presId="urn:microsoft.com/office/officeart/2005/8/layout/hierarchy2"/>
    <dgm:cxn modelId="{5C05BDD1-41B8-49F0-8692-95ED0FDF9887}" type="presParOf" srcId="{D7A441D7-E5FD-4484-AD4B-AB9EE0733A69}" destId="{7B978CEB-ECE0-4404-9A96-4EF84FF948A8}" srcOrd="0" destOrd="0" presId="urn:microsoft.com/office/officeart/2005/8/layout/hierarchy2"/>
    <dgm:cxn modelId="{237FF06B-888A-4DCC-A1AC-8D5399B2CE27}" type="presParOf" srcId="{D7A441D7-E5FD-4484-AD4B-AB9EE0733A69}" destId="{C7D7F7D1-5D53-40E1-9798-4784BB5C140A}" srcOrd="1" destOrd="0" presId="urn:microsoft.com/office/officeart/2005/8/layout/hierarchy2"/>
    <dgm:cxn modelId="{173A3187-98C5-415E-A014-3BE1A53CFEF8}" type="presParOf" srcId="{C076007F-C85A-4AEA-A2A7-47C55F16CBA5}" destId="{87B7EAED-9F88-4A3A-851A-3814BE1BFD34}" srcOrd="2" destOrd="0" presId="urn:microsoft.com/office/officeart/2005/8/layout/hierarchy2"/>
    <dgm:cxn modelId="{FBEC7CB4-E5AD-40ED-B2BF-D827E9234107}" type="presParOf" srcId="{87B7EAED-9F88-4A3A-851A-3814BE1BFD34}" destId="{F140F9DB-5F36-47E8-8ED7-4826D1C97EE0}" srcOrd="0" destOrd="0" presId="urn:microsoft.com/office/officeart/2005/8/layout/hierarchy2"/>
    <dgm:cxn modelId="{E04691D1-DF2C-4568-8382-AA179B6087F8}" type="presParOf" srcId="{C076007F-C85A-4AEA-A2A7-47C55F16CBA5}" destId="{29F55129-5288-4E4A-9BBF-B2A2A9125A22}" srcOrd="3" destOrd="0" presId="urn:microsoft.com/office/officeart/2005/8/layout/hierarchy2"/>
    <dgm:cxn modelId="{4B249498-7E40-4B21-A94A-98E0A2829A98}" type="presParOf" srcId="{29F55129-5288-4E4A-9BBF-B2A2A9125A22}" destId="{7F1D7330-592B-464A-B257-CC8BDD367325}" srcOrd="0" destOrd="0" presId="urn:microsoft.com/office/officeart/2005/8/layout/hierarchy2"/>
    <dgm:cxn modelId="{38B7B9F0-BBB6-4AAC-A1E6-C2CBB9550920}" type="presParOf" srcId="{29F55129-5288-4E4A-9BBF-B2A2A9125A22}" destId="{3432FD37-8615-4781-89E7-74F4FE8D9569}" srcOrd="1" destOrd="0" presId="urn:microsoft.com/office/officeart/2005/8/layout/hierarchy2"/>
    <dgm:cxn modelId="{3E81BCF0-F87B-4194-A589-694569E83695}" type="presParOf" srcId="{3432FD37-8615-4781-89E7-74F4FE8D9569}" destId="{AF919F0C-D3B0-4675-8A05-421AE7EA6329}" srcOrd="0" destOrd="0" presId="urn:microsoft.com/office/officeart/2005/8/layout/hierarchy2"/>
    <dgm:cxn modelId="{2404279D-8143-4B00-BB66-FD4F0C1F7351}" type="presParOf" srcId="{AF919F0C-D3B0-4675-8A05-421AE7EA6329}" destId="{8EF78C2E-BB62-46CA-8D2C-5DB336C2EB5D}" srcOrd="0" destOrd="0" presId="urn:microsoft.com/office/officeart/2005/8/layout/hierarchy2"/>
    <dgm:cxn modelId="{9934F855-9770-418A-B5D9-DD1DE6C81384}" type="presParOf" srcId="{3432FD37-8615-4781-89E7-74F4FE8D9569}" destId="{E5803FE4-B658-4D77-9C56-9327F7D02E57}" srcOrd="1" destOrd="0" presId="urn:microsoft.com/office/officeart/2005/8/layout/hierarchy2"/>
    <dgm:cxn modelId="{0785371C-04D0-46CA-8F8C-D20DBBBDA1A8}" type="presParOf" srcId="{E5803FE4-B658-4D77-9C56-9327F7D02E57}" destId="{F568B395-4AE8-41FF-955A-729C5CBC6CC0}" srcOrd="0" destOrd="0" presId="urn:microsoft.com/office/officeart/2005/8/layout/hierarchy2"/>
    <dgm:cxn modelId="{C2AC4EA0-C4EF-4B3F-B01D-8469D886097D}" type="presParOf" srcId="{E5803FE4-B658-4D77-9C56-9327F7D02E57}" destId="{7B8AE765-A9C8-424D-B90B-D1DDAD81CD5E}" srcOrd="1" destOrd="0" presId="urn:microsoft.com/office/officeart/2005/8/layout/hierarchy2"/>
    <dgm:cxn modelId="{33F39DF3-C5F4-41D1-9F1A-94CDC47E0036}" type="presParOf" srcId="{527C7936-5CD7-4473-941E-735BA5779286}" destId="{CCA14011-EFA3-4EA7-97AD-2FD54FA1DE20}" srcOrd="4" destOrd="0" presId="urn:microsoft.com/office/officeart/2005/8/layout/hierarchy2"/>
    <dgm:cxn modelId="{1B9FEA29-6AB7-4316-9C81-76C3B8C93668}" type="presParOf" srcId="{CCA14011-EFA3-4EA7-97AD-2FD54FA1DE20}" destId="{F4C90B94-2AA9-412F-8E57-8411944D1049}" srcOrd="0" destOrd="0" presId="urn:microsoft.com/office/officeart/2005/8/layout/hierarchy2"/>
    <dgm:cxn modelId="{EE056F17-1CCC-47F3-88F0-A2927A58371A}" type="presParOf" srcId="{527C7936-5CD7-4473-941E-735BA5779286}" destId="{050E7A25-6CB3-4141-BDDB-90DE3EF6C58A}" srcOrd="5" destOrd="0" presId="urn:microsoft.com/office/officeart/2005/8/layout/hierarchy2"/>
    <dgm:cxn modelId="{E15B4535-B2BC-4B5B-9C9D-A8C510CACC50}" type="presParOf" srcId="{050E7A25-6CB3-4141-BDDB-90DE3EF6C58A}" destId="{E23154D6-1286-42D1-A2F8-0687BFB08A15}" srcOrd="0" destOrd="0" presId="urn:microsoft.com/office/officeart/2005/8/layout/hierarchy2"/>
    <dgm:cxn modelId="{601EBC21-4D8B-4BE3-B13D-C0AADD8BED5A}" type="presParOf" srcId="{050E7A25-6CB3-4141-BDDB-90DE3EF6C58A}" destId="{C53A5B4B-F10B-4F4B-9CA2-DEC77E901036}" srcOrd="1" destOrd="0" presId="urn:microsoft.com/office/officeart/2005/8/layout/hierarchy2"/>
    <dgm:cxn modelId="{1ACB0C8D-EAAE-4D43-9B14-12BB25E5A71E}" type="presParOf" srcId="{C53A5B4B-F10B-4F4B-9CA2-DEC77E901036}" destId="{A88A2A4B-E057-475F-BD60-1518C88EC744}" srcOrd="0" destOrd="0" presId="urn:microsoft.com/office/officeart/2005/8/layout/hierarchy2"/>
    <dgm:cxn modelId="{C35A7C8E-9CEB-494E-B51E-E87EA88E059B}" type="presParOf" srcId="{A88A2A4B-E057-475F-BD60-1518C88EC744}" destId="{80A324EE-3118-403B-930E-D270B83599C5}" srcOrd="0" destOrd="0" presId="urn:microsoft.com/office/officeart/2005/8/layout/hierarchy2"/>
    <dgm:cxn modelId="{E53793A2-ACFB-49D1-B411-B7EC8DC7A155}" type="presParOf" srcId="{C53A5B4B-F10B-4F4B-9CA2-DEC77E901036}" destId="{7FF8EB1D-6BC6-4D5E-B434-277A9B1AED77}" srcOrd="1" destOrd="0" presId="urn:microsoft.com/office/officeart/2005/8/layout/hierarchy2"/>
    <dgm:cxn modelId="{CECA27CF-5D76-4758-A909-80036327FC3F}" type="presParOf" srcId="{7FF8EB1D-6BC6-4D5E-B434-277A9B1AED77}" destId="{DBA1A94C-9E9B-4A0B-A42D-58DFF72D7B58}" srcOrd="0" destOrd="0" presId="urn:microsoft.com/office/officeart/2005/8/layout/hierarchy2"/>
    <dgm:cxn modelId="{1CA15FE8-7EF0-4301-A56E-6A56B219B465}" type="presParOf" srcId="{7FF8EB1D-6BC6-4D5E-B434-277A9B1AED77}" destId="{37CC0C28-741E-43C7-AA28-31F95C6367BE}" srcOrd="1" destOrd="0" presId="urn:microsoft.com/office/officeart/2005/8/layout/hierarchy2"/>
    <dgm:cxn modelId="{3F644A5A-7590-4622-A7D0-992EFDFC2849}" type="presParOf" srcId="{37CC0C28-741E-43C7-AA28-31F95C6367BE}" destId="{33E9F206-D276-4A23-BA67-9AA1A10A4526}" srcOrd="0" destOrd="0" presId="urn:microsoft.com/office/officeart/2005/8/layout/hierarchy2"/>
    <dgm:cxn modelId="{37BF02BC-5189-4ACF-82C0-E4FF26F547B6}" type="presParOf" srcId="{33E9F206-D276-4A23-BA67-9AA1A10A4526}" destId="{89F703F2-8060-45BF-B8E4-9FA789BDA7DF}" srcOrd="0" destOrd="0" presId="urn:microsoft.com/office/officeart/2005/8/layout/hierarchy2"/>
    <dgm:cxn modelId="{C69487CE-C645-4571-9FFA-A32048AF9A4C}" type="presParOf" srcId="{37CC0C28-741E-43C7-AA28-31F95C6367BE}" destId="{5731DC1B-4FDA-4AA2-9C5C-BCACDD2A1FE4}" srcOrd="1" destOrd="0" presId="urn:microsoft.com/office/officeart/2005/8/layout/hierarchy2"/>
    <dgm:cxn modelId="{E6934229-ABF4-43E0-95EB-A75B75FCD375}" type="presParOf" srcId="{5731DC1B-4FDA-4AA2-9C5C-BCACDD2A1FE4}" destId="{7072FE84-83A5-4E10-9BB3-D8A0C463BD96}" srcOrd="0" destOrd="0" presId="urn:microsoft.com/office/officeart/2005/8/layout/hierarchy2"/>
    <dgm:cxn modelId="{8F230C6C-D1A6-4C1D-8403-03D1EE210107}" type="presParOf" srcId="{5731DC1B-4FDA-4AA2-9C5C-BCACDD2A1FE4}" destId="{043C4DD8-7DCA-4640-BACB-8D6B11B65E06}" srcOrd="1" destOrd="0" presId="urn:microsoft.com/office/officeart/2005/8/layout/hierarchy2"/>
    <dgm:cxn modelId="{21B8F837-6398-464D-B1F4-41023AE92C38}" type="presParOf" srcId="{C53A5B4B-F10B-4F4B-9CA2-DEC77E901036}" destId="{100AEC06-EDDE-47D7-BBCE-B98A116499A0}" srcOrd="2" destOrd="0" presId="urn:microsoft.com/office/officeart/2005/8/layout/hierarchy2"/>
    <dgm:cxn modelId="{5EA85B56-D05E-48D0-B291-17772E8903A1}" type="presParOf" srcId="{100AEC06-EDDE-47D7-BBCE-B98A116499A0}" destId="{19BC2DDA-C041-4592-9D2F-EAFBBCD4A762}" srcOrd="0" destOrd="0" presId="urn:microsoft.com/office/officeart/2005/8/layout/hierarchy2"/>
    <dgm:cxn modelId="{F0473591-4348-461C-8D60-ED726BA118D6}" type="presParOf" srcId="{C53A5B4B-F10B-4F4B-9CA2-DEC77E901036}" destId="{4FA69742-1C7F-4BA9-910D-142A9A8DC817}" srcOrd="3" destOrd="0" presId="urn:microsoft.com/office/officeart/2005/8/layout/hierarchy2"/>
    <dgm:cxn modelId="{23177D88-34DD-400D-9466-EFB37586DB83}" type="presParOf" srcId="{4FA69742-1C7F-4BA9-910D-142A9A8DC817}" destId="{0759E216-B6CB-4A04-806A-BB17CDA8F6BB}" srcOrd="0" destOrd="0" presId="urn:microsoft.com/office/officeart/2005/8/layout/hierarchy2"/>
    <dgm:cxn modelId="{916C4E22-08DE-44FA-87C0-14D0E0D0D6BD}" type="presParOf" srcId="{4FA69742-1C7F-4BA9-910D-142A9A8DC817}" destId="{2AA6AD56-D15D-4B83-A122-31FA75E70977}" srcOrd="1" destOrd="0" presId="urn:microsoft.com/office/officeart/2005/8/layout/hierarchy2"/>
    <dgm:cxn modelId="{A246A24E-E9A6-44F8-88E9-5F2543141108}" type="presParOf" srcId="{2AA6AD56-D15D-4B83-A122-31FA75E70977}" destId="{3DFF0752-00CB-41A4-BE70-33E0B40A0077}" srcOrd="0" destOrd="0" presId="urn:microsoft.com/office/officeart/2005/8/layout/hierarchy2"/>
    <dgm:cxn modelId="{311ABF31-6823-46E6-A705-683C19F7450C}" type="presParOf" srcId="{3DFF0752-00CB-41A4-BE70-33E0B40A0077}" destId="{070A88D9-DB91-40A8-9101-5D53991D160E}" srcOrd="0" destOrd="0" presId="urn:microsoft.com/office/officeart/2005/8/layout/hierarchy2"/>
    <dgm:cxn modelId="{D4E5C78D-7F1D-41E6-979F-27D22942F63C}" type="presParOf" srcId="{2AA6AD56-D15D-4B83-A122-31FA75E70977}" destId="{D5D8DA58-E9FF-4833-B8AF-39264CDDE52A}" srcOrd="1" destOrd="0" presId="urn:microsoft.com/office/officeart/2005/8/layout/hierarchy2"/>
    <dgm:cxn modelId="{3A84217F-49A1-4A1A-AA00-E356A7572612}" type="presParOf" srcId="{D5D8DA58-E9FF-4833-B8AF-39264CDDE52A}" destId="{DBA7DFE3-C36B-42BF-81E3-D686025FB760}" srcOrd="0" destOrd="0" presId="urn:microsoft.com/office/officeart/2005/8/layout/hierarchy2"/>
    <dgm:cxn modelId="{762474FB-CE07-4280-8653-1538069E7194}" type="presParOf" srcId="{D5D8DA58-E9FF-4833-B8AF-39264CDDE52A}" destId="{FA876DDB-46D3-4020-8BEA-640C4CA3655B}"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09FAB3A7-8EDA-4438-AE54-8F34977CF569}" type="doc">
      <dgm:prSet loTypeId="urn:microsoft.com/office/officeart/2005/8/layout/venn1" loCatId="relationship" qsTypeId="urn:microsoft.com/office/officeart/2005/8/quickstyle/simple1" qsCatId="simple" csTypeId="urn:microsoft.com/office/officeart/2005/8/colors/accent1_2" csCatId="accent1" phldr="1"/>
      <dgm:spPr/>
    </dgm:pt>
    <dgm:pt modelId="{A2456913-D75F-42CF-A8F7-D5E63BC1ADF5}">
      <dgm:prSet phldrT="[Texte]" custT="1"/>
      <dgm:spPr/>
      <dgm:t>
        <a:bodyPr anchor="t"/>
        <a:lstStyle/>
        <a:p>
          <a:r>
            <a:rPr lang="en-US" sz="900" dirty="0"/>
            <a:t>Top Management</a:t>
          </a:r>
        </a:p>
      </dgm:t>
    </dgm:pt>
    <dgm:pt modelId="{2959F125-BF81-4DF0-AC7E-AB0A10D2C1B1}" type="parTrans" cxnId="{38732BDB-A836-4D07-AECE-566953EFEACB}">
      <dgm:prSet/>
      <dgm:spPr/>
      <dgm:t>
        <a:bodyPr/>
        <a:lstStyle/>
        <a:p>
          <a:endParaRPr lang="en-US"/>
        </a:p>
      </dgm:t>
    </dgm:pt>
    <dgm:pt modelId="{1B008E8B-9650-482A-BAD7-93BCAF3487B2}" type="sibTrans" cxnId="{38732BDB-A836-4D07-AECE-566953EFEACB}">
      <dgm:prSet/>
      <dgm:spPr/>
      <dgm:t>
        <a:bodyPr/>
        <a:lstStyle/>
        <a:p>
          <a:endParaRPr lang="en-US"/>
        </a:p>
      </dgm:t>
    </dgm:pt>
    <dgm:pt modelId="{B508C8E4-EE26-490F-9307-D733BBA4198E}">
      <dgm:prSet phldrT="[Texte]" custT="1"/>
      <dgm:spPr/>
      <dgm:t>
        <a:bodyPr anchor="t"/>
        <a:lstStyle/>
        <a:p>
          <a:pPr algn="r"/>
          <a:r>
            <a:rPr lang="en-US" sz="900" dirty="0"/>
            <a:t>Non-sponsoring &amp; involved hierarchy</a:t>
          </a:r>
        </a:p>
      </dgm:t>
    </dgm:pt>
    <dgm:pt modelId="{625C136C-7EA3-4E5D-90F6-69524A914FD3}" type="parTrans" cxnId="{1A291F51-6C4B-4304-9B6E-865DD1C3ACA2}">
      <dgm:prSet/>
      <dgm:spPr/>
      <dgm:t>
        <a:bodyPr/>
        <a:lstStyle/>
        <a:p>
          <a:endParaRPr lang="en-US"/>
        </a:p>
      </dgm:t>
    </dgm:pt>
    <dgm:pt modelId="{D0777452-3C37-4AC9-95F7-8721FF6FA9F4}" type="sibTrans" cxnId="{1A291F51-6C4B-4304-9B6E-865DD1C3ACA2}">
      <dgm:prSet/>
      <dgm:spPr/>
      <dgm:t>
        <a:bodyPr/>
        <a:lstStyle/>
        <a:p>
          <a:endParaRPr lang="en-US"/>
        </a:p>
      </dgm:t>
    </dgm:pt>
    <dgm:pt modelId="{CDB746D6-4646-44F4-97DC-69F35DDE20CD}">
      <dgm:prSet phldrT="[Texte]" custT="1"/>
      <dgm:spPr/>
      <dgm:t>
        <a:bodyPr anchor="t"/>
        <a:lstStyle/>
        <a:p>
          <a:pPr algn="l"/>
          <a:r>
            <a:rPr lang="en-US" sz="900" dirty="0"/>
            <a:t>Sponsoring hierarchy</a:t>
          </a:r>
        </a:p>
      </dgm:t>
    </dgm:pt>
    <dgm:pt modelId="{0B64969E-4450-44A6-890B-07D968CBA028}" type="parTrans" cxnId="{5DAA413E-AC35-419D-96B3-B2329A7424CD}">
      <dgm:prSet/>
      <dgm:spPr/>
      <dgm:t>
        <a:bodyPr/>
        <a:lstStyle/>
        <a:p>
          <a:endParaRPr lang="en-US"/>
        </a:p>
      </dgm:t>
    </dgm:pt>
    <dgm:pt modelId="{2BDB0DB0-3E4A-43B5-94B8-EB44E5A38237}" type="sibTrans" cxnId="{5DAA413E-AC35-419D-96B3-B2329A7424CD}">
      <dgm:prSet/>
      <dgm:spPr/>
      <dgm:t>
        <a:bodyPr/>
        <a:lstStyle/>
        <a:p>
          <a:endParaRPr lang="en-US"/>
        </a:p>
      </dgm:t>
    </dgm:pt>
    <dgm:pt modelId="{EFC1F83B-CE42-4539-B975-E0AA7BC094AD}" type="pres">
      <dgm:prSet presAssocID="{09FAB3A7-8EDA-4438-AE54-8F34977CF569}" presName="compositeShape" presStyleCnt="0">
        <dgm:presLayoutVars>
          <dgm:chMax val="7"/>
          <dgm:dir/>
          <dgm:resizeHandles val="exact"/>
        </dgm:presLayoutVars>
      </dgm:prSet>
      <dgm:spPr/>
    </dgm:pt>
    <dgm:pt modelId="{58C7F6BF-71EA-402A-B404-2BF5077554B3}" type="pres">
      <dgm:prSet presAssocID="{A2456913-D75F-42CF-A8F7-D5E63BC1ADF5}" presName="circ1" presStyleLbl="vennNode1" presStyleIdx="0" presStyleCnt="3" custLinFactNeighborX="-4382" custLinFactNeighborY="20042"/>
      <dgm:spPr/>
    </dgm:pt>
    <dgm:pt modelId="{A386C470-086E-442F-BA63-F32E6252E3E7}" type="pres">
      <dgm:prSet presAssocID="{A2456913-D75F-42CF-A8F7-D5E63BC1ADF5}" presName="circ1Tx" presStyleLbl="revTx" presStyleIdx="0" presStyleCnt="0">
        <dgm:presLayoutVars>
          <dgm:chMax val="0"/>
          <dgm:chPref val="0"/>
          <dgm:bulletEnabled val="1"/>
        </dgm:presLayoutVars>
      </dgm:prSet>
      <dgm:spPr/>
    </dgm:pt>
    <dgm:pt modelId="{0248D111-9D2D-4EBD-9057-65DA6DDDF885}" type="pres">
      <dgm:prSet presAssocID="{B508C8E4-EE26-490F-9307-D733BBA4198E}" presName="circ2" presStyleLbl="vennNode1" presStyleIdx="1" presStyleCnt="3" custLinFactNeighborX="-21326" custLinFactNeighborY="-14163"/>
      <dgm:spPr/>
    </dgm:pt>
    <dgm:pt modelId="{2F55CC80-AB9F-4781-8709-E4C2464209CB}" type="pres">
      <dgm:prSet presAssocID="{B508C8E4-EE26-490F-9307-D733BBA4198E}" presName="circ2Tx" presStyleLbl="revTx" presStyleIdx="0" presStyleCnt="0">
        <dgm:presLayoutVars>
          <dgm:chMax val="0"/>
          <dgm:chPref val="0"/>
          <dgm:bulletEnabled val="1"/>
        </dgm:presLayoutVars>
      </dgm:prSet>
      <dgm:spPr/>
    </dgm:pt>
    <dgm:pt modelId="{BDA84CC1-9F86-4A73-82C0-8B45F7BF48B4}" type="pres">
      <dgm:prSet presAssocID="{CDB746D6-4646-44F4-97DC-69F35DDE20CD}" presName="circ3" presStyleLbl="vennNode1" presStyleIdx="2" presStyleCnt="3" custLinFactNeighborX="9572" custLinFactNeighborY="-14163"/>
      <dgm:spPr/>
    </dgm:pt>
    <dgm:pt modelId="{DD02229C-C643-4B06-898D-E589F0F75059}" type="pres">
      <dgm:prSet presAssocID="{CDB746D6-4646-44F4-97DC-69F35DDE20CD}" presName="circ3Tx" presStyleLbl="revTx" presStyleIdx="0" presStyleCnt="0">
        <dgm:presLayoutVars>
          <dgm:chMax val="0"/>
          <dgm:chPref val="0"/>
          <dgm:bulletEnabled val="1"/>
        </dgm:presLayoutVars>
      </dgm:prSet>
      <dgm:spPr/>
    </dgm:pt>
  </dgm:ptLst>
  <dgm:cxnLst>
    <dgm:cxn modelId="{524FF915-EB83-48FC-BA15-157C6A15A7E9}" type="presOf" srcId="{CDB746D6-4646-44F4-97DC-69F35DDE20CD}" destId="{DD02229C-C643-4B06-898D-E589F0F75059}" srcOrd="1" destOrd="0" presId="urn:microsoft.com/office/officeart/2005/8/layout/venn1"/>
    <dgm:cxn modelId="{3643F61A-B346-480D-95E2-36DADC8ECF04}" type="presOf" srcId="{A2456913-D75F-42CF-A8F7-D5E63BC1ADF5}" destId="{58C7F6BF-71EA-402A-B404-2BF5077554B3}" srcOrd="0" destOrd="0" presId="urn:microsoft.com/office/officeart/2005/8/layout/venn1"/>
    <dgm:cxn modelId="{0D07491C-9E88-41F2-9F4C-54A491688D8C}" type="presOf" srcId="{09FAB3A7-8EDA-4438-AE54-8F34977CF569}" destId="{EFC1F83B-CE42-4539-B975-E0AA7BC094AD}" srcOrd="0" destOrd="0" presId="urn:microsoft.com/office/officeart/2005/8/layout/venn1"/>
    <dgm:cxn modelId="{28A7DB37-82D6-40DA-B3EB-039AF2D377C9}" type="presOf" srcId="{B508C8E4-EE26-490F-9307-D733BBA4198E}" destId="{0248D111-9D2D-4EBD-9057-65DA6DDDF885}" srcOrd="0" destOrd="0" presId="urn:microsoft.com/office/officeart/2005/8/layout/venn1"/>
    <dgm:cxn modelId="{5DAA413E-AC35-419D-96B3-B2329A7424CD}" srcId="{09FAB3A7-8EDA-4438-AE54-8F34977CF569}" destId="{CDB746D6-4646-44F4-97DC-69F35DDE20CD}" srcOrd="2" destOrd="0" parTransId="{0B64969E-4450-44A6-890B-07D968CBA028}" sibTransId="{2BDB0DB0-3E4A-43B5-94B8-EB44E5A38237}"/>
    <dgm:cxn modelId="{1A291F51-6C4B-4304-9B6E-865DD1C3ACA2}" srcId="{09FAB3A7-8EDA-4438-AE54-8F34977CF569}" destId="{B508C8E4-EE26-490F-9307-D733BBA4198E}" srcOrd="1" destOrd="0" parTransId="{625C136C-7EA3-4E5D-90F6-69524A914FD3}" sibTransId="{D0777452-3C37-4AC9-95F7-8721FF6FA9F4}"/>
    <dgm:cxn modelId="{0277F375-69A2-48E7-8938-0AAB23A698A5}" type="presOf" srcId="{B508C8E4-EE26-490F-9307-D733BBA4198E}" destId="{2F55CC80-AB9F-4781-8709-E4C2464209CB}" srcOrd="1" destOrd="0" presId="urn:microsoft.com/office/officeart/2005/8/layout/venn1"/>
    <dgm:cxn modelId="{E7A117A0-EE99-451B-B026-237F7B386C48}" type="presOf" srcId="{A2456913-D75F-42CF-A8F7-D5E63BC1ADF5}" destId="{A386C470-086E-442F-BA63-F32E6252E3E7}" srcOrd="1" destOrd="0" presId="urn:microsoft.com/office/officeart/2005/8/layout/venn1"/>
    <dgm:cxn modelId="{38732BDB-A836-4D07-AECE-566953EFEACB}" srcId="{09FAB3A7-8EDA-4438-AE54-8F34977CF569}" destId="{A2456913-D75F-42CF-A8F7-D5E63BC1ADF5}" srcOrd="0" destOrd="0" parTransId="{2959F125-BF81-4DF0-AC7E-AB0A10D2C1B1}" sibTransId="{1B008E8B-9650-482A-BAD7-93BCAF3487B2}"/>
    <dgm:cxn modelId="{7362ABEF-9AD5-43CA-A8B1-A9174BFBCC34}" type="presOf" srcId="{CDB746D6-4646-44F4-97DC-69F35DDE20CD}" destId="{BDA84CC1-9F86-4A73-82C0-8B45F7BF48B4}" srcOrd="0" destOrd="0" presId="urn:microsoft.com/office/officeart/2005/8/layout/venn1"/>
    <dgm:cxn modelId="{18AA21AE-A81B-40CD-912E-24F5FD6EC4CF}" type="presParOf" srcId="{EFC1F83B-CE42-4539-B975-E0AA7BC094AD}" destId="{58C7F6BF-71EA-402A-B404-2BF5077554B3}" srcOrd="0" destOrd="0" presId="urn:microsoft.com/office/officeart/2005/8/layout/venn1"/>
    <dgm:cxn modelId="{4326940E-6A07-4AD0-BB3B-5825A3F2B423}" type="presParOf" srcId="{EFC1F83B-CE42-4539-B975-E0AA7BC094AD}" destId="{A386C470-086E-442F-BA63-F32E6252E3E7}" srcOrd="1" destOrd="0" presId="urn:microsoft.com/office/officeart/2005/8/layout/venn1"/>
    <dgm:cxn modelId="{3734ABB8-761E-462C-AF82-2B8F3AA67458}" type="presParOf" srcId="{EFC1F83B-CE42-4539-B975-E0AA7BC094AD}" destId="{0248D111-9D2D-4EBD-9057-65DA6DDDF885}" srcOrd="2" destOrd="0" presId="urn:microsoft.com/office/officeart/2005/8/layout/venn1"/>
    <dgm:cxn modelId="{1BCAE4D8-0D6B-4185-8CF7-D649E4F3CDE0}" type="presParOf" srcId="{EFC1F83B-CE42-4539-B975-E0AA7BC094AD}" destId="{2F55CC80-AB9F-4781-8709-E4C2464209CB}" srcOrd="3" destOrd="0" presId="urn:microsoft.com/office/officeart/2005/8/layout/venn1"/>
    <dgm:cxn modelId="{8A35077E-6E39-4B76-A6A2-95C0B1B425E7}" type="presParOf" srcId="{EFC1F83B-CE42-4539-B975-E0AA7BC094AD}" destId="{BDA84CC1-9F86-4A73-82C0-8B45F7BF48B4}" srcOrd="4" destOrd="0" presId="urn:microsoft.com/office/officeart/2005/8/layout/venn1"/>
    <dgm:cxn modelId="{95E90F00-3A68-4341-B509-6167B2A0F4B1}" type="presParOf" srcId="{EFC1F83B-CE42-4539-B975-E0AA7BC094AD}" destId="{DD02229C-C643-4B06-898D-E589F0F75059}" srcOrd="5" destOrd="0" presId="urn:microsoft.com/office/officeart/2005/8/layout/ven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4453627-57B0-4538-AF5F-3E3A5AE92A16}"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fr-FR"/>
        </a:p>
      </dgm:t>
    </dgm:pt>
    <dgm:pt modelId="{2129840B-2843-4FD5-A9E5-D6AAE987D56F}">
      <dgm:prSet phldrT="[Texte]"/>
      <dgm:spPr>
        <a:solidFill>
          <a:srgbClr val="3494BA"/>
        </a:solidFill>
      </dgm:spPr>
      <dgm:t>
        <a:bodyPr/>
        <a:lstStyle/>
        <a:p>
          <a:r>
            <a:rPr lang="en-US" noProof="0" dirty="0">
              <a:solidFill>
                <a:schemeClr val="bg1"/>
              </a:solidFill>
            </a:rPr>
            <a:t>Arguments to engage in the Community</a:t>
          </a:r>
        </a:p>
      </dgm:t>
    </dgm:pt>
    <dgm:pt modelId="{73920017-53B8-42C9-8955-8075C6AC98E0}" type="parTrans" cxnId="{EE30A1FF-CC4C-439C-9E14-0D8385B57630}">
      <dgm:prSet/>
      <dgm:spPr/>
      <dgm:t>
        <a:bodyPr/>
        <a:lstStyle/>
        <a:p>
          <a:endParaRPr lang="fr-FR"/>
        </a:p>
      </dgm:t>
    </dgm:pt>
    <dgm:pt modelId="{AA0857BF-50CB-453F-83DF-14C5F47D33CD}" type="sibTrans" cxnId="{EE30A1FF-CC4C-439C-9E14-0D8385B57630}">
      <dgm:prSet/>
      <dgm:spPr/>
      <dgm:t>
        <a:bodyPr/>
        <a:lstStyle/>
        <a:p>
          <a:endParaRPr lang="fr-FR"/>
        </a:p>
      </dgm:t>
    </dgm:pt>
    <dgm:pt modelId="{A4A16339-C8B8-4939-97AB-B87A9F3DEC88}">
      <dgm:prSet phldrT="[Texte]"/>
      <dgm:spPr>
        <a:solidFill>
          <a:srgbClr val="3494BA"/>
        </a:solidFill>
      </dgm:spPr>
      <dgm:t>
        <a:bodyPr/>
        <a:lstStyle/>
        <a:p>
          <a:r>
            <a:rPr lang="en-US" noProof="0" dirty="0"/>
            <a:t>Value provided by the Community on a professional level</a:t>
          </a:r>
        </a:p>
      </dgm:t>
    </dgm:pt>
    <dgm:pt modelId="{D833D8BD-1897-437E-BF3C-A3AC45C37F09}" type="parTrans" cxnId="{62693D1C-12A9-468D-992B-EF3D7B414D30}">
      <dgm:prSet/>
      <dgm:spPr/>
      <dgm:t>
        <a:bodyPr/>
        <a:lstStyle/>
        <a:p>
          <a:endParaRPr lang="fr-FR"/>
        </a:p>
      </dgm:t>
    </dgm:pt>
    <dgm:pt modelId="{4E57A1C1-C477-4C12-A3D8-31D9F67FB426}" type="sibTrans" cxnId="{62693D1C-12A9-468D-992B-EF3D7B414D30}">
      <dgm:prSet/>
      <dgm:spPr/>
      <dgm:t>
        <a:bodyPr/>
        <a:lstStyle/>
        <a:p>
          <a:endParaRPr lang="fr-FR"/>
        </a:p>
      </dgm:t>
    </dgm:pt>
    <dgm:pt modelId="{A71421AF-D0BC-481A-8FF7-56CA8550B489}">
      <dgm:prSet phldrT="[Texte]"/>
      <dgm:spPr>
        <a:solidFill>
          <a:srgbClr val="3494BA"/>
        </a:solidFill>
      </dgm:spPr>
      <dgm:t>
        <a:bodyPr/>
        <a:lstStyle/>
        <a:p>
          <a:r>
            <a:rPr lang="en-US" noProof="0" dirty="0"/>
            <a:t>Value provided by the Community on a personal level</a:t>
          </a:r>
        </a:p>
      </dgm:t>
    </dgm:pt>
    <dgm:pt modelId="{26FCD2C9-0812-4199-88D1-45C2B13A4814}" type="parTrans" cxnId="{BC2CA4E3-32E4-4202-98C7-9CD74514ACA2}">
      <dgm:prSet/>
      <dgm:spPr/>
      <dgm:t>
        <a:bodyPr/>
        <a:lstStyle/>
        <a:p>
          <a:endParaRPr lang="fr-FR"/>
        </a:p>
      </dgm:t>
    </dgm:pt>
    <dgm:pt modelId="{2558E445-F12B-4D68-81BA-BAE050077EF4}" type="sibTrans" cxnId="{BC2CA4E3-32E4-4202-98C7-9CD74514ACA2}">
      <dgm:prSet/>
      <dgm:spPr/>
      <dgm:t>
        <a:bodyPr/>
        <a:lstStyle/>
        <a:p>
          <a:endParaRPr lang="fr-FR"/>
        </a:p>
      </dgm:t>
    </dgm:pt>
    <dgm:pt modelId="{AB4B7C9F-DB59-4A84-9441-754554B0FE04}">
      <dgm:prSet phldrT="[Texte]"/>
      <dgm:spPr>
        <a:solidFill>
          <a:srgbClr val="EC7B2B"/>
        </a:solidFill>
      </dgm:spPr>
      <dgm:t>
        <a:bodyPr/>
        <a:lstStyle/>
        <a:p>
          <a:r>
            <a:rPr lang="en-US" noProof="0" dirty="0"/>
            <a:t>Arguments to disengage from the Community</a:t>
          </a:r>
        </a:p>
      </dgm:t>
    </dgm:pt>
    <dgm:pt modelId="{D8A54461-E777-4249-A64B-16CD68065FDD}" type="parTrans" cxnId="{32E20A19-0B48-429F-9BD4-FAB71F353CCD}">
      <dgm:prSet/>
      <dgm:spPr/>
      <dgm:t>
        <a:bodyPr/>
        <a:lstStyle/>
        <a:p>
          <a:endParaRPr lang="fr-FR"/>
        </a:p>
      </dgm:t>
    </dgm:pt>
    <dgm:pt modelId="{34769596-64C8-4133-A0A2-DA4D83501A3D}" type="sibTrans" cxnId="{32E20A19-0B48-429F-9BD4-FAB71F353CCD}">
      <dgm:prSet/>
      <dgm:spPr/>
      <dgm:t>
        <a:bodyPr/>
        <a:lstStyle/>
        <a:p>
          <a:endParaRPr lang="fr-FR"/>
        </a:p>
      </dgm:t>
    </dgm:pt>
    <dgm:pt modelId="{AE29CD35-B490-4A1D-84B7-3686FBAEE9C5}">
      <dgm:prSet phldrT="[Texte]"/>
      <dgm:spPr>
        <a:solidFill>
          <a:srgbClr val="EC7B2B"/>
        </a:solidFill>
      </dgm:spPr>
      <dgm:t>
        <a:bodyPr/>
        <a:lstStyle/>
        <a:p>
          <a:r>
            <a:rPr lang="en-US" noProof="0" dirty="0">
              <a:solidFill>
                <a:schemeClr val="tx1"/>
              </a:solidFill>
            </a:rPr>
            <a:t>Professional priorities</a:t>
          </a:r>
        </a:p>
      </dgm:t>
    </dgm:pt>
    <dgm:pt modelId="{5BDE4B5E-78C2-4799-BE33-E6AAD63BBE06}" type="parTrans" cxnId="{225EB2F5-BAE6-4D40-968D-C65459D30BD4}">
      <dgm:prSet/>
      <dgm:spPr/>
      <dgm:t>
        <a:bodyPr/>
        <a:lstStyle/>
        <a:p>
          <a:endParaRPr lang="fr-FR"/>
        </a:p>
      </dgm:t>
    </dgm:pt>
    <dgm:pt modelId="{24D2B6F4-B40D-473F-82AB-8F0729217702}" type="sibTrans" cxnId="{225EB2F5-BAE6-4D40-968D-C65459D30BD4}">
      <dgm:prSet/>
      <dgm:spPr/>
      <dgm:t>
        <a:bodyPr/>
        <a:lstStyle/>
        <a:p>
          <a:endParaRPr lang="fr-FR"/>
        </a:p>
      </dgm:t>
    </dgm:pt>
    <dgm:pt modelId="{EFDC0516-554E-4118-B1F8-AC6CB388254F}">
      <dgm:prSet phldrT="[Texte]"/>
      <dgm:spPr>
        <a:solidFill>
          <a:srgbClr val="EC7B2B"/>
        </a:solidFill>
      </dgm:spPr>
      <dgm:t>
        <a:bodyPr/>
        <a:lstStyle/>
        <a:p>
          <a:r>
            <a:rPr lang="en-US" noProof="0" dirty="0">
              <a:solidFill>
                <a:schemeClr val="tx1"/>
              </a:solidFill>
            </a:rPr>
            <a:t>Logistical constraints </a:t>
          </a:r>
        </a:p>
      </dgm:t>
    </dgm:pt>
    <dgm:pt modelId="{E687A85C-D292-4BC3-8373-E135E75D4762}" type="parTrans" cxnId="{3E5B9473-DF9A-4DF4-B2FD-BD05BB93888A}">
      <dgm:prSet/>
      <dgm:spPr/>
      <dgm:t>
        <a:bodyPr/>
        <a:lstStyle/>
        <a:p>
          <a:endParaRPr lang="fr-FR"/>
        </a:p>
      </dgm:t>
    </dgm:pt>
    <dgm:pt modelId="{A4E999DC-3784-43E7-8AF8-A95597ED3950}" type="sibTrans" cxnId="{3E5B9473-DF9A-4DF4-B2FD-BD05BB93888A}">
      <dgm:prSet/>
      <dgm:spPr/>
      <dgm:t>
        <a:bodyPr/>
        <a:lstStyle/>
        <a:p>
          <a:endParaRPr lang="fr-FR"/>
        </a:p>
      </dgm:t>
    </dgm:pt>
    <dgm:pt modelId="{EC7761D0-B2E3-4E41-9154-29A2DC3C566B}">
      <dgm:prSet phldrT="[Texte]"/>
      <dgm:spPr>
        <a:solidFill>
          <a:srgbClr val="EC7B2B"/>
        </a:solidFill>
      </dgm:spPr>
      <dgm:t>
        <a:bodyPr/>
        <a:lstStyle/>
        <a:p>
          <a:r>
            <a:rPr lang="en-US" noProof="0" dirty="0">
              <a:solidFill>
                <a:schemeClr val="tx1"/>
              </a:solidFill>
            </a:rPr>
            <a:t>Personal priorities</a:t>
          </a:r>
        </a:p>
      </dgm:t>
    </dgm:pt>
    <dgm:pt modelId="{B3ADC4F7-E1BB-4663-A77D-70744043AED3}" type="parTrans" cxnId="{6EE871DA-2642-482A-951A-1AD0CEEAF1A3}">
      <dgm:prSet/>
      <dgm:spPr/>
      <dgm:t>
        <a:bodyPr/>
        <a:lstStyle/>
        <a:p>
          <a:endParaRPr lang="fr-FR"/>
        </a:p>
      </dgm:t>
    </dgm:pt>
    <dgm:pt modelId="{6848F4C6-5FEC-41D4-B9B0-18880E845800}" type="sibTrans" cxnId="{6EE871DA-2642-482A-951A-1AD0CEEAF1A3}">
      <dgm:prSet/>
      <dgm:spPr/>
      <dgm:t>
        <a:bodyPr/>
        <a:lstStyle/>
        <a:p>
          <a:endParaRPr lang="fr-FR"/>
        </a:p>
      </dgm:t>
    </dgm:pt>
    <dgm:pt modelId="{E29C6483-1EC6-44E2-8AAC-3C62CEC72881}">
      <dgm:prSet phldrT="[Texte]"/>
      <dgm:spPr>
        <a:solidFill>
          <a:srgbClr val="3494BA"/>
        </a:solidFill>
      </dgm:spPr>
      <dgm:t>
        <a:bodyPr/>
        <a:lstStyle/>
        <a:p>
          <a:r>
            <a:rPr lang="en-US" noProof="0" dirty="0"/>
            <a:t>Logistical convenience of community activities</a:t>
          </a:r>
        </a:p>
      </dgm:t>
    </dgm:pt>
    <dgm:pt modelId="{BA4C827B-E3D8-4551-AFBB-2AEA57C872E6}" type="parTrans" cxnId="{76241224-6935-4CD8-B569-70B8F58CA633}">
      <dgm:prSet/>
      <dgm:spPr/>
      <dgm:t>
        <a:bodyPr/>
        <a:lstStyle/>
        <a:p>
          <a:endParaRPr lang="en-US"/>
        </a:p>
      </dgm:t>
    </dgm:pt>
    <dgm:pt modelId="{8315E50F-A58D-46A8-8015-A28F52DEFFBA}" type="sibTrans" cxnId="{76241224-6935-4CD8-B569-70B8F58CA633}">
      <dgm:prSet/>
      <dgm:spPr/>
      <dgm:t>
        <a:bodyPr/>
        <a:lstStyle/>
        <a:p>
          <a:endParaRPr lang="en-US"/>
        </a:p>
      </dgm:t>
    </dgm:pt>
    <dgm:pt modelId="{067B2893-13F8-470E-B8C5-78EE87C96E4E}" type="pres">
      <dgm:prSet presAssocID="{A4453627-57B0-4538-AF5F-3E3A5AE92A16}" presName="outerComposite" presStyleCnt="0">
        <dgm:presLayoutVars>
          <dgm:chMax val="2"/>
          <dgm:animLvl val="lvl"/>
          <dgm:resizeHandles val="exact"/>
        </dgm:presLayoutVars>
      </dgm:prSet>
      <dgm:spPr/>
    </dgm:pt>
    <dgm:pt modelId="{44E81D97-66B6-42E7-91B2-198B9410560C}" type="pres">
      <dgm:prSet presAssocID="{A4453627-57B0-4538-AF5F-3E3A5AE92A16}" presName="dummyMaxCanvas" presStyleCnt="0"/>
      <dgm:spPr/>
    </dgm:pt>
    <dgm:pt modelId="{0A5A8852-148E-42CB-B26E-D7AB6EFE5639}" type="pres">
      <dgm:prSet presAssocID="{A4453627-57B0-4538-AF5F-3E3A5AE92A16}" presName="parentComposite" presStyleCnt="0"/>
      <dgm:spPr/>
    </dgm:pt>
    <dgm:pt modelId="{8FB7A985-A13C-4535-9554-2FEC635DADB2}" type="pres">
      <dgm:prSet presAssocID="{A4453627-57B0-4538-AF5F-3E3A5AE92A16}" presName="parent1" presStyleLbl="alignAccFollowNode1" presStyleIdx="0" presStyleCnt="4">
        <dgm:presLayoutVars>
          <dgm:chMax val="4"/>
        </dgm:presLayoutVars>
      </dgm:prSet>
      <dgm:spPr/>
    </dgm:pt>
    <dgm:pt modelId="{A397673A-7326-4686-80DB-276D2279729F}" type="pres">
      <dgm:prSet presAssocID="{A4453627-57B0-4538-AF5F-3E3A5AE92A16}" presName="parent2" presStyleLbl="alignAccFollowNode1" presStyleIdx="1" presStyleCnt="4">
        <dgm:presLayoutVars>
          <dgm:chMax val="4"/>
        </dgm:presLayoutVars>
      </dgm:prSet>
      <dgm:spPr/>
    </dgm:pt>
    <dgm:pt modelId="{9830282D-15AC-491B-AB91-DC7F85248DBC}" type="pres">
      <dgm:prSet presAssocID="{A4453627-57B0-4538-AF5F-3E3A5AE92A16}" presName="childrenComposite" presStyleCnt="0"/>
      <dgm:spPr/>
    </dgm:pt>
    <dgm:pt modelId="{2D2AE0A1-156B-4D83-9395-377B529FB4B9}" type="pres">
      <dgm:prSet presAssocID="{A4453627-57B0-4538-AF5F-3E3A5AE92A16}" presName="dummyMaxCanvas_ChildArea" presStyleCnt="0"/>
      <dgm:spPr/>
    </dgm:pt>
    <dgm:pt modelId="{5143B11A-B367-4080-AC29-85DBCD0225FB}" type="pres">
      <dgm:prSet presAssocID="{A4453627-57B0-4538-AF5F-3E3A5AE92A16}" presName="fulcrum" presStyleLbl="alignAccFollowNode1" presStyleIdx="2" presStyleCnt="4"/>
      <dgm:spPr/>
    </dgm:pt>
    <dgm:pt modelId="{737F23A0-7BFD-47F8-A846-DD131B4676DF}" type="pres">
      <dgm:prSet presAssocID="{A4453627-57B0-4538-AF5F-3E3A5AE92A16}" presName="balance_33" presStyleLbl="alignAccFollowNode1" presStyleIdx="3" presStyleCnt="4">
        <dgm:presLayoutVars>
          <dgm:bulletEnabled val="1"/>
        </dgm:presLayoutVars>
      </dgm:prSet>
      <dgm:spPr/>
    </dgm:pt>
    <dgm:pt modelId="{A854A76E-D983-47E1-9E03-7B600BA77826}" type="pres">
      <dgm:prSet presAssocID="{A4453627-57B0-4538-AF5F-3E3A5AE92A16}" presName="right_33_1" presStyleLbl="node1" presStyleIdx="0" presStyleCnt="6">
        <dgm:presLayoutVars>
          <dgm:bulletEnabled val="1"/>
        </dgm:presLayoutVars>
      </dgm:prSet>
      <dgm:spPr/>
    </dgm:pt>
    <dgm:pt modelId="{617C7C83-CD86-4EA3-9C15-322049BCE65C}" type="pres">
      <dgm:prSet presAssocID="{A4453627-57B0-4538-AF5F-3E3A5AE92A16}" presName="right_33_2" presStyleLbl="node1" presStyleIdx="1" presStyleCnt="6">
        <dgm:presLayoutVars>
          <dgm:bulletEnabled val="1"/>
        </dgm:presLayoutVars>
      </dgm:prSet>
      <dgm:spPr/>
    </dgm:pt>
    <dgm:pt modelId="{03AF0741-F1B8-478E-BADE-19AC256845AE}" type="pres">
      <dgm:prSet presAssocID="{A4453627-57B0-4538-AF5F-3E3A5AE92A16}" presName="right_33_3" presStyleLbl="node1" presStyleIdx="2" presStyleCnt="6">
        <dgm:presLayoutVars>
          <dgm:bulletEnabled val="1"/>
        </dgm:presLayoutVars>
      </dgm:prSet>
      <dgm:spPr/>
    </dgm:pt>
    <dgm:pt modelId="{33EDA83D-5ACE-462C-8CB0-94901517B7D7}" type="pres">
      <dgm:prSet presAssocID="{A4453627-57B0-4538-AF5F-3E3A5AE92A16}" presName="left_33_1" presStyleLbl="node1" presStyleIdx="3" presStyleCnt="6">
        <dgm:presLayoutVars>
          <dgm:bulletEnabled val="1"/>
        </dgm:presLayoutVars>
      </dgm:prSet>
      <dgm:spPr/>
    </dgm:pt>
    <dgm:pt modelId="{34F31D01-14F0-4D66-9848-F49EEDD4033D}" type="pres">
      <dgm:prSet presAssocID="{A4453627-57B0-4538-AF5F-3E3A5AE92A16}" presName="left_33_2" presStyleLbl="node1" presStyleIdx="4" presStyleCnt="6">
        <dgm:presLayoutVars>
          <dgm:bulletEnabled val="1"/>
        </dgm:presLayoutVars>
      </dgm:prSet>
      <dgm:spPr/>
    </dgm:pt>
    <dgm:pt modelId="{2EA7EB0F-1624-40DA-92C4-A8E13EC7A817}" type="pres">
      <dgm:prSet presAssocID="{A4453627-57B0-4538-AF5F-3E3A5AE92A16}" presName="left_33_3" presStyleLbl="node1" presStyleIdx="5" presStyleCnt="6">
        <dgm:presLayoutVars>
          <dgm:bulletEnabled val="1"/>
        </dgm:presLayoutVars>
      </dgm:prSet>
      <dgm:spPr/>
    </dgm:pt>
  </dgm:ptLst>
  <dgm:cxnLst>
    <dgm:cxn modelId="{32E20A19-0B48-429F-9BD4-FAB71F353CCD}" srcId="{A4453627-57B0-4538-AF5F-3E3A5AE92A16}" destId="{AB4B7C9F-DB59-4A84-9441-754554B0FE04}" srcOrd="1" destOrd="0" parTransId="{D8A54461-E777-4249-A64B-16CD68065FDD}" sibTransId="{34769596-64C8-4133-A0A2-DA4D83501A3D}"/>
    <dgm:cxn modelId="{62693D1C-12A9-468D-992B-EF3D7B414D30}" srcId="{2129840B-2843-4FD5-A9E5-D6AAE987D56F}" destId="{A4A16339-C8B8-4939-97AB-B87A9F3DEC88}" srcOrd="0" destOrd="0" parTransId="{D833D8BD-1897-437E-BF3C-A3AC45C37F09}" sibTransId="{4E57A1C1-C477-4C12-A3D8-31D9F67FB426}"/>
    <dgm:cxn modelId="{76241224-6935-4CD8-B569-70B8F58CA633}" srcId="{2129840B-2843-4FD5-A9E5-D6AAE987D56F}" destId="{E29C6483-1EC6-44E2-8AAC-3C62CEC72881}" srcOrd="1" destOrd="0" parTransId="{BA4C827B-E3D8-4551-AFBB-2AEA57C872E6}" sibTransId="{8315E50F-A58D-46A8-8015-A28F52DEFFBA}"/>
    <dgm:cxn modelId="{4416CB2F-925F-435F-B04C-73EDD0AE613B}" type="presOf" srcId="{EC7761D0-B2E3-4E41-9154-29A2DC3C566B}" destId="{03AF0741-F1B8-478E-BADE-19AC256845AE}" srcOrd="0" destOrd="0" presId="urn:microsoft.com/office/officeart/2005/8/layout/balance1"/>
    <dgm:cxn modelId="{964C2B35-57AD-4ADF-A99C-5AD2516C3A85}" type="presOf" srcId="{AB4B7C9F-DB59-4A84-9441-754554B0FE04}" destId="{A397673A-7326-4686-80DB-276D2279729F}" srcOrd="0" destOrd="0" presId="urn:microsoft.com/office/officeart/2005/8/layout/balance1"/>
    <dgm:cxn modelId="{D0D0C960-925A-49C3-83D8-A7F086A556E2}" type="presOf" srcId="{EFDC0516-554E-4118-B1F8-AC6CB388254F}" destId="{617C7C83-CD86-4EA3-9C15-322049BCE65C}" srcOrd="0" destOrd="0" presId="urn:microsoft.com/office/officeart/2005/8/layout/balance1"/>
    <dgm:cxn modelId="{EB75CD52-9204-49F8-899E-7B45619EF49D}" type="presOf" srcId="{2129840B-2843-4FD5-A9E5-D6AAE987D56F}" destId="{8FB7A985-A13C-4535-9554-2FEC635DADB2}" srcOrd="0" destOrd="0" presId="urn:microsoft.com/office/officeart/2005/8/layout/balance1"/>
    <dgm:cxn modelId="{3E5B9473-DF9A-4DF4-B2FD-BD05BB93888A}" srcId="{AB4B7C9F-DB59-4A84-9441-754554B0FE04}" destId="{EFDC0516-554E-4118-B1F8-AC6CB388254F}" srcOrd="1" destOrd="0" parTransId="{E687A85C-D292-4BC3-8373-E135E75D4762}" sibTransId="{A4E999DC-3784-43E7-8AF8-A95597ED3950}"/>
    <dgm:cxn modelId="{E343078F-5AC4-4BC0-964A-C33BF8C79FB0}" type="presOf" srcId="{A71421AF-D0BC-481A-8FF7-56CA8550B489}" destId="{2EA7EB0F-1624-40DA-92C4-A8E13EC7A817}" srcOrd="0" destOrd="0" presId="urn:microsoft.com/office/officeart/2005/8/layout/balance1"/>
    <dgm:cxn modelId="{9ECE029C-739D-4ABB-B25A-4F694503FE15}" type="presOf" srcId="{A4453627-57B0-4538-AF5F-3E3A5AE92A16}" destId="{067B2893-13F8-470E-B8C5-78EE87C96E4E}" srcOrd="0" destOrd="0" presId="urn:microsoft.com/office/officeart/2005/8/layout/balance1"/>
    <dgm:cxn modelId="{C2B016AA-26C0-4CD5-A37C-9A90C79FF84B}" type="presOf" srcId="{A4A16339-C8B8-4939-97AB-B87A9F3DEC88}" destId="{33EDA83D-5ACE-462C-8CB0-94901517B7D7}" srcOrd="0" destOrd="0" presId="urn:microsoft.com/office/officeart/2005/8/layout/balance1"/>
    <dgm:cxn modelId="{832CA4B6-25ED-4C5A-9997-B53CFCF5D9A9}" type="presOf" srcId="{AE29CD35-B490-4A1D-84B7-3686FBAEE9C5}" destId="{A854A76E-D983-47E1-9E03-7B600BA77826}" srcOrd="0" destOrd="0" presId="urn:microsoft.com/office/officeart/2005/8/layout/balance1"/>
    <dgm:cxn modelId="{BDAA74C2-4873-4F23-9CEF-7B4A72C1FB7D}" type="presOf" srcId="{E29C6483-1EC6-44E2-8AAC-3C62CEC72881}" destId="{34F31D01-14F0-4D66-9848-F49EEDD4033D}" srcOrd="0" destOrd="0" presId="urn:microsoft.com/office/officeart/2005/8/layout/balance1"/>
    <dgm:cxn modelId="{6EE871DA-2642-482A-951A-1AD0CEEAF1A3}" srcId="{AB4B7C9F-DB59-4A84-9441-754554B0FE04}" destId="{EC7761D0-B2E3-4E41-9154-29A2DC3C566B}" srcOrd="2" destOrd="0" parTransId="{B3ADC4F7-E1BB-4663-A77D-70744043AED3}" sibTransId="{6848F4C6-5FEC-41D4-B9B0-18880E845800}"/>
    <dgm:cxn modelId="{BC2CA4E3-32E4-4202-98C7-9CD74514ACA2}" srcId="{2129840B-2843-4FD5-A9E5-D6AAE987D56F}" destId="{A71421AF-D0BC-481A-8FF7-56CA8550B489}" srcOrd="2" destOrd="0" parTransId="{26FCD2C9-0812-4199-88D1-45C2B13A4814}" sibTransId="{2558E445-F12B-4D68-81BA-BAE050077EF4}"/>
    <dgm:cxn modelId="{225EB2F5-BAE6-4D40-968D-C65459D30BD4}" srcId="{AB4B7C9F-DB59-4A84-9441-754554B0FE04}" destId="{AE29CD35-B490-4A1D-84B7-3686FBAEE9C5}" srcOrd="0" destOrd="0" parTransId="{5BDE4B5E-78C2-4799-BE33-E6AAD63BBE06}" sibTransId="{24D2B6F4-B40D-473F-82AB-8F0729217702}"/>
    <dgm:cxn modelId="{EE30A1FF-CC4C-439C-9E14-0D8385B57630}" srcId="{A4453627-57B0-4538-AF5F-3E3A5AE92A16}" destId="{2129840B-2843-4FD5-A9E5-D6AAE987D56F}" srcOrd="0" destOrd="0" parTransId="{73920017-53B8-42C9-8955-8075C6AC98E0}" sibTransId="{AA0857BF-50CB-453F-83DF-14C5F47D33CD}"/>
    <dgm:cxn modelId="{DEECD6A2-3D0D-47AF-B02C-68FDD5962A31}" type="presParOf" srcId="{067B2893-13F8-470E-B8C5-78EE87C96E4E}" destId="{44E81D97-66B6-42E7-91B2-198B9410560C}" srcOrd="0" destOrd="0" presId="urn:microsoft.com/office/officeart/2005/8/layout/balance1"/>
    <dgm:cxn modelId="{C82A9BDD-B2B8-4FBF-90D5-BC3D8D3F9AFE}" type="presParOf" srcId="{067B2893-13F8-470E-B8C5-78EE87C96E4E}" destId="{0A5A8852-148E-42CB-B26E-D7AB6EFE5639}" srcOrd="1" destOrd="0" presId="urn:microsoft.com/office/officeart/2005/8/layout/balance1"/>
    <dgm:cxn modelId="{62DE075F-B256-46BD-AF25-25F3F32312D7}" type="presParOf" srcId="{0A5A8852-148E-42CB-B26E-D7AB6EFE5639}" destId="{8FB7A985-A13C-4535-9554-2FEC635DADB2}" srcOrd="0" destOrd="0" presId="urn:microsoft.com/office/officeart/2005/8/layout/balance1"/>
    <dgm:cxn modelId="{EEB87CAB-E7F4-444F-807E-07A946D4B673}" type="presParOf" srcId="{0A5A8852-148E-42CB-B26E-D7AB6EFE5639}" destId="{A397673A-7326-4686-80DB-276D2279729F}" srcOrd="1" destOrd="0" presId="urn:microsoft.com/office/officeart/2005/8/layout/balance1"/>
    <dgm:cxn modelId="{4971B60E-E93A-4CC5-9783-CD057E9F09F8}" type="presParOf" srcId="{067B2893-13F8-470E-B8C5-78EE87C96E4E}" destId="{9830282D-15AC-491B-AB91-DC7F85248DBC}" srcOrd="2" destOrd="0" presId="urn:microsoft.com/office/officeart/2005/8/layout/balance1"/>
    <dgm:cxn modelId="{00100FB4-0F95-4309-87F8-D1B7FC6204C7}" type="presParOf" srcId="{9830282D-15AC-491B-AB91-DC7F85248DBC}" destId="{2D2AE0A1-156B-4D83-9395-377B529FB4B9}" srcOrd="0" destOrd="0" presId="urn:microsoft.com/office/officeart/2005/8/layout/balance1"/>
    <dgm:cxn modelId="{4F7DF9D3-983A-4029-93AF-935B58E8356F}" type="presParOf" srcId="{9830282D-15AC-491B-AB91-DC7F85248DBC}" destId="{5143B11A-B367-4080-AC29-85DBCD0225FB}" srcOrd="1" destOrd="0" presId="urn:microsoft.com/office/officeart/2005/8/layout/balance1"/>
    <dgm:cxn modelId="{5912D9CC-ACA6-4746-9B81-327D9DF94449}" type="presParOf" srcId="{9830282D-15AC-491B-AB91-DC7F85248DBC}" destId="{737F23A0-7BFD-47F8-A846-DD131B4676DF}" srcOrd="2" destOrd="0" presId="urn:microsoft.com/office/officeart/2005/8/layout/balance1"/>
    <dgm:cxn modelId="{394B8130-7718-4EC8-B05F-4582581C4F54}" type="presParOf" srcId="{9830282D-15AC-491B-AB91-DC7F85248DBC}" destId="{A854A76E-D983-47E1-9E03-7B600BA77826}" srcOrd="3" destOrd="0" presId="urn:microsoft.com/office/officeart/2005/8/layout/balance1"/>
    <dgm:cxn modelId="{BE1B3910-2D73-4812-A800-9CAF3DCB4A73}" type="presParOf" srcId="{9830282D-15AC-491B-AB91-DC7F85248DBC}" destId="{617C7C83-CD86-4EA3-9C15-322049BCE65C}" srcOrd="4" destOrd="0" presId="urn:microsoft.com/office/officeart/2005/8/layout/balance1"/>
    <dgm:cxn modelId="{0616DB61-AD62-493D-86E4-0BC727CEC33C}" type="presParOf" srcId="{9830282D-15AC-491B-AB91-DC7F85248DBC}" destId="{03AF0741-F1B8-478E-BADE-19AC256845AE}" srcOrd="5" destOrd="0" presId="urn:microsoft.com/office/officeart/2005/8/layout/balance1"/>
    <dgm:cxn modelId="{43051874-48CA-4CC7-B252-E2BD8132B51F}" type="presParOf" srcId="{9830282D-15AC-491B-AB91-DC7F85248DBC}" destId="{33EDA83D-5ACE-462C-8CB0-94901517B7D7}" srcOrd="6" destOrd="0" presId="urn:microsoft.com/office/officeart/2005/8/layout/balance1"/>
    <dgm:cxn modelId="{D0D11D1A-5D3E-4AED-9665-A5F312387059}" type="presParOf" srcId="{9830282D-15AC-491B-AB91-DC7F85248DBC}" destId="{34F31D01-14F0-4D66-9848-F49EEDD4033D}" srcOrd="7" destOrd="0" presId="urn:microsoft.com/office/officeart/2005/8/layout/balance1"/>
    <dgm:cxn modelId="{831F1B85-2EEA-4E30-9EBA-D491FE689275}" type="presParOf" srcId="{9830282D-15AC-491B-AB91-DC7F85248DBC}" destId="{2EA7EB0F-1624-40DA-92C4-A8E13EC7A817}" srcOrd="8"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dgm:spPr/>
      <dgm:t>
        <a:bodyPr/>
        <a:lstStyle/>
        <a:p>
          <a:pPr algn="ctr"/>
          <a:r>
            <a:rPr lang="en-US" noProof="0"/>
            <a:t>You can help by </a:t>
          </a:r>
          <a:r>
            <a:rPr lang="en-US" b="1" noProof="0"/>
            <a:t>personally forwarding  a recent community content </a:t>
          </a:r>
          <a:r>
            <a:rPr lang="en-US" noProof="0"/>
            <a:t> to specific people around you. Believe us : personal invites make a big difference</a:t>
          </a:r>
          <a:endParaRPr lang="en-US" b="0" noProof="0"/>
        </a:p>
      </dgm:t>
    </dgm:pt>
    <dgm:pt modelId="{067E9044-C40B-4316-93EA-A92A4ECAE950}" type="parTrans" cxnId="{2E7949A9-4916-4EDB-9D8B-A976E6C2DA37}">
      <dgm:prSet/>
      <dgm:spPr/>
      <dgm:t>
        <a:bodyPr/>
        <a:lstStyle/>
        <a:p>
          <a:endParaRPr lang="fr-FR"/>
        </a:p>
      </dgm:t>
    </dgm:pt>
    <dgm:pt modelId="{3B1EB9FD-9A37-4CCA-ACA1-0D64039F17D9}" type="sibTrans" cxnId="{2E7949A9-4916-4EDB-9D8B-A976E6C2DA37}">
      <dgm:prSet/>
      <dgm:spPr/>
      <dgm:t>
        <a:bodyPr/>
        <a:lstStyle/>
        <a:p>
          <a:endParaRPr lang="fr-FR"/>
        </a:p>
      </dgm:t>
    </dgm:pt>
    <dgm:pt modelId="{2A800630-C82C-4D2E-9CA2-07AF9907F8E2}">
      <dgm:prSet phldrT="[Texte]"/>
      <dgm:spPr/>
      <dgm:t>
        <a:bodyPr/>
        <a:lstStyle/>
        <a:p>
          <a:r>
            <a:rPr lang="en-US" noProof="0"/>
            <a:t>You are not the only one sharing the same level availability, and most of us will enjoy snacking cybersecurity content you might share on our social network. </a:t>
          </a:r>
        </a:p>
      </dgm:t>
    </dgm:pt>
    <dgm:pt modelId="{315E4E1A-7793-43B2-B248-1D90BDD5E85C}" type="parTrans" cxnId="{CCB16BD5-DA92-4776-ABA4-C60160D40F02}">
      <dgm:prSet/>
      <dgm:spPr/>
      <dgm:t>
        <a:bodyPr/>
        <a:lstStyle/>
        <a:p>
          <a:endParaRPr lang="fr-FR"/>
        </a:p>
      </dgm:t>
    </dgm:pt>
    <dgm:pt modelId="{28B6BE6B-2E0F-4F2B-A73A-43933C3EE117}" type="sibTrans" cxnId="{CCB16BD5-DA92-4776-ABA4-C60160D40F02}">
      <dgm:prSet/>
      <dgm:spPr/>
      <dgm:t>
        <a:bodyPr/>
        <a:lstStyle/>
        <a:p>
          <a:endParaRPr lang="fr-FR"/>
        </a:p>
      </dgm:t>
    </dgm:pt>
    <dgm:pt modelId="{E072D5FA-D96C-4052-A44E-A0EEC6E6F48E}">
      <dgm:prSet phldrT="[Texte]"/>
      <dgm:spPr/>
      <dgm:t>
        <a:bodyPr/>
        <a:lstStyle/>
        <a:p>
          <a:r>
            <a:rPr lang="en-US" noProof="0"/>
            <a:t>No matter if you are curious, amateur or expert, there is probably a question you can ask the community or an answer you can provide to existing questions. Check out the forums !</a:t>
          </a:r>
        </a:p>
      </dgm:t>
    </dgm:pt>
    <dgm:pt modelId="{988D2C16-6723-4508-B712-EF96CCD17340}" type="parTrans" cxnId="{8C23C0C8-F4A5-459B-9777-1CDE8A858084}">
      <dgm:prSet/>
      <dgm:spPr/>
      <dgm:t>
        <a:bodyPr/>
        <a:lstStyle/>
        <a:p>
          <a:endParaRPr lang="fr-FR"/>
        </a:p>
      </dgm:t>
    </dgm:pt>
    <dgm:pt modelId="{65005B8E-A5AA-4912-9FEC-526B058FE77D}" type="sibTrans" cxnId="{8C23C0C8-F4A5-459B-9777-1CDE8A858084}">
      <dgm:prSet/>
      <dgm:spPr/>
      <dgm:t>
        <a:bodyPr/>
        <a:lstStyle/>
        <a:p>
          <a:endParaRPr lang="fr-FR"/>
        </a:p>
      </dgm:t>
    </dgm:pt>
    <dgm:pt modelId="{B0470A51-11AD-4E90-9EDD-C42BB5F7EF4E}">
      <dgm:prSet phldrT="[Texte]"/>
      <dgm:spPr/>
      <dgm:t>
        <a:bodyPr/>
        <a:lstStyle/>
        <a:p>
          <a:r>
            <a:rPr lang="en-US" noProof="0"/>
            <a:t>You can attend an event of the Cybersecurity community and bring colleagues in. We are always happy to welcome new members knowledge and skills.</a:t>
          </a:r>
        </a:p>
      </dgm:t>
    </dgm:pt>
    <dgm:pt modelId="{C20588E9-F66D-49AE-9430-D2C06C6BC1D0}" type="parTrans" cxnId="{8D52ADD1-250A-4291-9E60-C4203DCACC57}">
      <dgm:prSet/>
      <dgm:spPr/>
      <dgm:t>
        <a:bodyPr/>
        <a:lstStyle/>
        <a:p>
          <a:endParaRPr lang="fr-FR"/>
        </a:p>
      </dgm:t>
    </dgm:pt>
    <dgm:pt modelId="{8D8D18C2-88CB-4854-9149-68F790556F74}" type="sibTrans" cxnId="{8D52ADD1-250A-4291-9E60-C4203DCACC57}">
      <dgm:prSet/>
      <dgm:spPr/>
      <dgm:t>
        <a:bodyPr/>
        <a:lstStyle/>
        <a:p>
          <a:endParaRPr lang="fr-FR"/>
        </a:p>
      </dgm:t>
    </dgm:pt>
    <dgm:pt modelId="{0B29FC3C-8A8D-499A-83D6-9B8EA78FF2C6}">
      <dgm:prSet phldrT="[Texte]"/>
      <dgm:spPr/>
      <dgm:t>
        <a:bodyPr/>
        <a:lstStyle/>
        <a:p>
          <a:r>
            <a:rPr lang="en-US" noProof="0"/>
            <a:t>As a regular member, people get to know you and you get to know people. Co-hosting is can go from simple welcoming to questions answers or even co-creating the content.</a:t>
          </a:r>
        </a:p>
      </dgm:t>
    </dgm:pt>
    <dgm:pt modelId="{CC34ED61-8FCF-4467-8F2D-771A90B5E7EC}" type="parTrans" cxnId="{BC9C495B-D6A0-4B39-A0E1-CDCC6A01BFA9}">
      <dgm:prSet/>
      <dgm:spPr/>
      <dgm:t>
        <a:bodyPr/>
        <a:lstStyle/>
        <a:p>
          <a:endParaRPr lang="fr-FR"/>
        </a:p>
      </dgm:t>
    </dgm:pt>
    <dgm:pt modelId="{FAAADA48-87D4-47EA-A6C7-4020CBE3BA33}" type="sibTrans" cxnId="{BC9C495B-D6A0-4B39-A0E1-CDCC6A01BFA9}">
      <dgm:prSet/>
      <dgm:spPr/>
      <dgm:t>
        <a:bodyPr/>
        <a:lstStyle/>
        <a:p>
          <a:endParaRPr lang="fr-FR"/>
        </a:p>
      </dgm:t>
    </dgm:pt>
    <dgm:pt modelId="{21B5F943-B084-4F92-88A6-B4C2A64F7286}">
      <dgm:prSet phldrT="[Texte]"/>
      <dgm:spPr/>
      <dgm:t>
        <a:bodyPr/>
        <a:lstStyle/>
        <a:p>
          <a:r>
            <a:rPr lang="en-US" noProof="0"/>
            <a:t>The Cybersecurity community is on constant building and growth, there are many things to design together for Thales.</a:t>
          </a:r>
        </a:p>
      </dgm:t>
    </dgm:pt>
    <dgm:pt modelId="{A195647A-5F4B-4936-A315-0F0CF0FDD3C0}" type="parTrans" cxnId="{4343D786-1BA1-4F11-8009-AE0F9E8BEF9E}">
      <dgm:prSet/>
      <dgm:spPr/>
      <dgm:t>
        <a:bodyPr/>
        <a:lstStyle/>
        <a:p>
          <a:endParaRPr lang="fr-FR"/>
        </a:p>
      </dgm:t>
    </dgm:pt>
    <dgm:pt modelId="{C0F68925-1F25-4590-840C-85F16B31C23A}" type="sibTrans" cxnId="{4343D786-1BA1-4F11-8009-AE0F9E8BEF9E}">
      <dgm:prSet/>
      <dgm:spPr/>
      <dgm:t>
        <a:bodyPr/>
        <a:lstStyle/>
        <a:p>
          <a:endParaRPr lang="fr-FR"/>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1"/>
      <dgm:spPr>
        <a:solidFill>
          <a:srgbClr val="FFFF00"/>
        </a:solidFill>
        <a:ln>
          <a:noFill/>
        </a:ln>
      </dgm:spPr>
    </dgm:pt>
    <dgm:pt modelId="{A8F73CF3-5C35-4D3F-9BFA-3C60D3E39869}" type="pres">
      <dgm:prSet presAssocID="{D319E433-0934-4606-AB7D-2BC75F8DFA0D}" presName="ParentText" presStyleLbl="revTx" presStyleIdx="0" presStyleCnt="6">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1"/>
      <dgm:spPr>
        <a:solidFill>
          <a:srgbClr val="FFFF00"/>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2" presStyleCnt="11"/>
      <dgm:spPr>
        <a:solidFill>
          <a:srgbClr val="FFFF00"/>
        </a:solidFill>
        <a:ln>
          <a:noFill/>
        </a:ln>
      </dgm:spPr>
    </dgm:pt>
    <dgm:pt modelId="{6937B817-1A63-4D95-94E9-FD03A7BC1B40}" type="pres">
      <dgm:prSet presAssocID="{2A800630-C82C-4D2E-9CA2-07AF9907F8E2}" presName="ParentText" presStyleLbl="revTx" presStyleIdx="1" presStyleCnt="6">
        <dgm:presLayoutVars>
          <dgm:chMax val="0"/>
          <dgm:chPref val="0"/>
          <dgm:bulletEnabled val="1"/>
        </dgm:presLayoutVars>
      </dgm:prSet>
      <dgm:spPr/>
    </dgm:pt>
    <dgm:pt modelId="{CEC1A658-099E-49E5-BC89-D956E9F29B72}" type="pres">
      <dgm:prSet presAssocID="{2A800630-C82C-4D2E-9CA2-07AF9907F8E2}" presName="Triangle" presStyleLbl="alignNode1" presStyleIdx="3" presStyleCnt="11"/>
      <dgm:spPr>
        <a:solidFill>
          <a:srgbClr val="FFFF00"/>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4" presStyleCnt="11"/>
      <dgm:spPr>
        <a:solidFill>
          <a:srgbClr val="FFC000"/>
        </a:solidFill>
        <a:ln>
          <a:noFill/>
        </a:ln>
      </dgm:spPr>
    </dgm:pt>
    <dgm:pt modelId="{E1915B3A-8748-4A22-80A3-00E2828C973E}" type="pres">
      <dgm:prSet presAssocID="{E072D5FA-D96C-4052-A44E-A0EEC6E6F48E}" presName="ParentText" presStyleLbl="revTx" presStyleIdx="2" presStyleCnt="6">
        <dgm:presLayoutVars>
          <dgm:chMax val="0"/>
          <dgm:chPref val="0"/>
          <dgm:bulletEnabled val="1"/>
        </dgm:presLayoutVars>
      </dgm:prSet>
      <dgm:spPr/>
    </dgm:pt>
    <dgm:pt modelId="{B4FFB1F2-72D2-443E-96C5-38A27895A5A5}" type="pres">
      <dgm:prSet presAssocID="{E072D5FA-D96C-4052-A44E-A0EEC6E6F48E}" presName="Triangle" presStyleLbl="alignNode1" presStyleIdx="5" presStyleCnt="11"/>
      <dgm:spPr>
        <a:solidFill>
          <a:srgbClr val="FFC000"/>
        </a:solidFill>
        <a:ln>
          <a:noFill/>
        </a:ln>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6" presStyleCnt="11"/>
      <dgm:spPr>
        <a:solidFill>
          <a:srgbClr val="FFC000"/>
        </a:solidFill>
        <a:ln>
          <a:noFill/>
        </a:ln>
      </dgm:spPr>
    </dgm:pt>
    <dgm:pt modelId="{6BB94EDB-46AE-42AC-8381-C2B29F768819}" type="pres">
      <dgm:prSet presAssocID="{B0470A51-11AD-4E90-9EDD-C42BB5F7EF4E}" presName="ParentText" presStyleLbl="revTx" presStyleIdx="3" presStyleCnt="6">
        <dgm:presLayoutVars>
          <dgm:chMax val="0"/>
          <dgm:chPref val="0"/>
          <dgm:bulletEnabled val="1"/>
        </dgm:presLayoutVars>
      </dgm:prSet>
      <dgm:spPr/>
    </dgm:pt>
    <dgm:pt modelId="{B61612F3-149C-445E-B77C-8D7D7291AAB9}" type="pres">
      <dgm:prSet presAssocID="{B0470A51-11AD-4E90-9EDD-C42BB5F7EF4E}" presName="Triangle" presStyleLbl="alignNode1" presStyleIdx="7" presStyleCnt="11"/>
      <dgm:spPr>
        <a:solidFill>
          <a:srgbClr val="FFC000"/>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8" presStyleCnt="11"/>
      <dgm:spPr>
        <a:solidFill>
          <a:srgbClr val="FF0000"/>
        </a:solidFill>
        <a:ln>
          <a:noFill/>
        </a:ln>
      </dgm:spPr>
    </dgm:pt>
    <dgm:pt modelId="{EE26FCBE-40C7-4DE0-9CD7-9F29486EDACB}" type="pres">
      <dgm:prSet presAssocID="{0B29FC3C-8A8D-499A-83D6-9B8EA78FF2C6}" presName="ParentText" presStyleLbl="revTx" presStyleIdx="4" presStyleCnt="6">
        <dgm:presLayoutVars>
          <dgm:chMax val="0"/>
          <dgm:chPref val="0"/>
          <dgm:bulletEnabled val="1"/>
        </dgm:presLayoutVars>
      </dgm:prSet>
      <dgm:spPr/>
    </dgm:pt>
    <dgm:pt modelId="{04931DB7-88D0-4962-8D4A-7798AC4C5BB9}" type="pres">
      <dgm:prSet presAssocID="{0B29FC3C-8A8D-499A-83D6-9B8EA78FF2C6}" presName="Triangle" presStyleLbl="alignNode1" presStyleIdx="9" presStyleCnt="11"/>
      <dgm:spPr>
        <a:solidFill>
          <a:srgbClr val="FF0000"/>
        </a:solidFill>
        <a:ln>
          <a:noFill/>
        </a:ln>
      </dgm:spPr>
    </dgm:pt>
    <dgm:pt modelId="{ADED5CDB-E05F-4242-8553-ECB3AE36B8CC}" type="pres">
      <dgm:prSet presAssocID="{FAAADA48-87D4-47EA-A6C7-4020CBE3BA33}" presName="sibTrans" presStyleCnt="0"/>
      <dgm:spPr/>
    </dgm:pt>
    <dgm:pt modelId="{AD809BE8-7F10-4AA2-936D-605319C80EB6}" type="pres">
      <dgm:prSet presAssocID="{FAAADA48-87D4-47EA-A6C7-4020CBE3BA33}" presName="space" presStyleCnt="0"/>
      <dgm:spPr/>
    </dgm:pt>
    <dgm:pt modelId="{F03219F0-7AF2-4848-8BEE-427EC3A498ED}" type="pres">
      <dgm:prSet presAssocID="{21B5F943-B084-4F92-88A6-B4C2A64F7286}" presName="composite" presStyleCnt="0"/>
      <dgm:spPr/>
    </dgm:pt>
    <dgm:pt modelId="{8F7185B2-34DE-4686-8B37-8B37F9BEB4BF}" type="pres">
      <dgm:prSet presAssocID="{21B5F943-B084-4F92-88A6-B4C2A64F7286}" presName="LShape" presStyleLbl="alignNode1" presStyleIdx="10" presStyleCnt="11"/>
      <dgm:spPr>
        <a:solidFill>
          <a:srgbClr val="FF0000"/>
        </a:solidFill>
        <a:ln>
          <a:noFill/>
        </a:ln>
      </dgm:spPr>
    </dgm:pt>
    <dgm:pt modelId="{1E8C3E76-7687-4AD3-89B2-1DE96AAB1E55}" type="pres">
      <dgm:prSet presAssocID="{21B5F943-B084-4F92-88A6-B4C2A64F7286}" presName="ParentText" presStyleLbl="revTx" presStyleIdx="5" presStyleCnt="6" custScaleY="128550" custLinFactNeighborX="597" custLinFactNeighborY="15538">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4" destOrd="0" parTransId="{CC34ED61-8FCF-4467-8F2D-771A90B5E7EC}" sibTransId="{FAAADA48-87D4-47EA-A6C7-4020CBE3BA33}"/>
    <dgm:cxn modelId="{2B96C050-6158-4163-8018-5A3FAB2DC0B4}" type="presOf" srcId="{2A800630-C82C-4D2E-9CA2-07AF9907F8E2}" destId="{6937B817-1A63-4D95-94E9-FD03A7BC1B40}" srcOrd="0" destOrd="0" presId="urn:microsoft.com/office/officeart/2009/3/layout/StepUpProcess"/>
    <dgm:cxn modelId="{84B98E7D-3950-426D-8BCC-303B12EAF0E2}" type="presOf" srcId="{21B5F943-B084-4F92-88A6-B4C2A64F7286}" destId="{1E8C3E76-7687-4AD3-89B2-1DE96AAB1E55}" srcOrd="0" destOrd="0" presId="urn:microsoft.com/office/officeart/2009/3/layout/StepUpProcess"/>
    <dgm:cxn modelId="{4343D786-1BA1-4F11-8009-AE0F9E8BEF9E}" srcId="{AC7B8218-7C73-412C-A5E8-1313A5017D96}" destId="{21B5F943-B084-4F92-88A6-B4C2A64F7286}" srcOrd="5" destOrd="0" parTransId="{A195647A-5F4B-4936-A315-0F0CF0FDD3C0}" sibTransId="{C0F68925-1F25-4590-840C-85F16B31C23A}"/>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2" destOrd="0" parTransId="{988D2C16-6723-4508-B712-EF96CCD17340}" sibTransId="{65005B8E-A5AA-4912-9FEC-526B058FE77D}"/>
    <dgm:cxn modelId="{8D52ADD1-250A-4291-9E60-C4203DCACC57}" srcId="{AC7B8218-7C73-412C-A5E8-1313A5017D96}" destId="{B0470A51-11AD-4E90-9EDD-C42BB5F7EF4E}" srcOrd="3" destOrd="0" parTransId="{C20588E9-F66D-49AE-9430-D2C06C6BC1D0}" sibTransId="{8D8D18C2-88CB-4854-9149-68F790556F74}"/>
    <dgm:cxn modelId="{CCB16BD5-DA92-4776-ABA4-C60160D40F02}" srcId="{AC7B8218-7C73-412C-A5E8-1313A5017D96}" destId="{2A800630-C82C-4D2E-9CA2-07AF9907F8E2}" srcOrd="1"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14E918EF-2DC3-4EFC-88D7-3A282E7A0109}" type="presParOf" srcId="{BE813A4A-4C2E-4B5B-85E2-394A65F1EB92}" destId="{5ACA83E8-29A0-44BA-B900-6A4B6138E717}" srcOrd="2"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3"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4"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5"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6"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7"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8"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 modelId="{CFDBDFFC-F703-4645-AA1D-14F0F11313D7}" type="presParOf" srcId="{ACAD3B18-3E90-4481-87BF-092310327A96}" destId="{04931DB7-88D0-4962-8D4A-7798AC4C5BB9}" srcOrd="2" destOrd="0" presId="urn:microsoft.com/office/officeart/2009/3/layout/StepUpProcess"/>
    <dgm:cxn modelId="{65741D5A-39FE-4084-AAFB-D2D8F8D990CB}" type="presParOf" srcId="{BE813A4A-4C2E-4B5B-85E2-394A65F1EB92}" destId="{ADED5CDB-E05F-4242-8553-ECB3AE36B8CC}" srcOrd="9" destOrd="0" presId="urn:microsoft.com/office/officeart/2009/3/layout/StepUpProcess"/>
    <dgm:cxn modelId="{25CC80EC-3BDE-4A45-8C0A-1909645C8417}" type="presParOf" srcId="{ADED5CDB-E05F-4242-8553-ECB3AE36B8CC}" destId="{AD809BE8-7F10-4AA2-936D-605319C80EB6}" srcOrd="0" destOrd="0" presId="urn:microsoft.com/office/officeart/2009/3/layout/StepUpProcess"/>
    <dgm:cxn modelId="{80F12346-7499-4F0D-A8B8-07BC01B941AE}" type="presParOf" srcId="{BE813A4A-4C2E-4B5B-85E2-394A65F1EB92}" destId="{F03219F0-7AF2-4848-8BEE-427EC3A498ED}" srcOrd="10" destOrd="0" presId="urn:microsoft.com/office/officeart/2009/3/layout/StepUpProcess"/>
    <dgm:cxn modelId="{D35BA85B-9193-4AB1-99C6-245173F435D1}" type="presParOf" srcId="{F03219F0-7AF2-4848-8BEE-427EC3A498ED}" destId="{8F7185B2-34DE-4686-8B37-8B37F9BEB4BF}" srcOrd="0" destOrd="0" presId="urn:microsoft.com/office/officeart/2009/3/layout/StepUpProcess"/>
    <dgm:cxn modelId="{A420D01A-F53C-471D-8DA7-2387DC68E18C}" type="presParOf" srcId="{F03219F0-7AF2-4848-8BEE-427EC3A498ED}" destId="{1E8C3E76-7687-4AD3-89B2-1DE96AAB1E55}"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DED7F62F-EDEA-423F-9225-48A76EE946E7}" type="doc">
      <dgm:prSet loTypeId="urn:microsoft.com/office/officeart/2005/8/layout/venn1" loCatId="relationship" qsTypeId="urn:microsoft.com/office/officeart/2005/8/quickstyle/simple1" qsCatId="simple" csTypeId="urn:microsoft.com/office/officeart/2005/8/colors/accent1_2" csCatId="accent1" phldr="1"/>
      <dgm:spPr/>
    </dgm:pt>
    <dgm:pt modelId="{37A5BE3B-B392-4C80-A659-4EA8C4D242D3}">
      <dgm:prSet phldrT="[Texte]"/>
      <dgm:spPr/>
      <dgm:t>
        <a:bodyPr/>
        <a:lstStyle/>
        <a:p>
          <a:r>
            <a:rPr lang="fr-FR"/>
            <a:t>💗</a:t>
          </a:r>
          <a:r>
            <a:rPr lang="en-US" noProof="0"/>
            <a:t>The topics we like the most</a:t>
          </a:r>
        </a:p>
      </dgm:t>
    </dgm:pt>
    <dgm:pt modelId="{B6FC87A8-578E-423F-9D87-DC4A7505F3AD}" type="parTrans" cxnId="{16945E26-73B4-4776-A45A-51C1E3F13060}">
      <dgm:prSet/>
      <dgm:spPr/>
      <dgm:t>
        <a:bodyPr/>
        <a:lstStyle/>
        <a:p>
          <a:endParaRPr lang="fr-FR"/>
        </a:p>
      </dgm:t>
    </dgm:pt>
    <dgm:pt modelId="{FACC1C0E-36DA-42AC-97A9-A21E236768B1}" type="sibTrans" cxnId="{16945E26-73B4-4776-A45A-51C1E3F13060}">
      <dgm:prSet/>
      <dgm:spPr/>
      <dgm:t>
        <a:bodyPr/>
        <a:lstStyle/>
        <a:p>
          <a:endParaRPr lang="fr-FR"/>
        </a:p>
      </dgm:t>
    </dgm:pt>
    <dgm:pt modelId="{A7151407-D00E-4E20-BB94-805547B054A0}">
      <dgm:prSet phldrT="[Texte]"/>
      <dgm:spPr/>
      <dgm:t>
        <a:bodyPr/>
        <a:lstStyle/>
        <a:p>
          <a:r>
            <a:rPr lang="en-US" noProof="0"/>
            <a:t>🏠The topics with the most business impact</a:t>
          </a:r>
        </a:p>
      </dgm:t>
    </dgm:pt>
    <dgm:pt modelId="{445237D7-F881-4988-898F-4C53A5F95671}" type="parTrans" cxnId="{01ABFF5B-94B0-4C15-9C86-53E21A722C71}">
      <dgm:prSet/>
      <dgm:spPr/>
      <dgm:t>
        <a:bodyPr/>
        <a:lstStyle/>
        <a:p>
          <a:endParaRPr lang="fr-FR"/>
        </a:p>
      </dgm:t>
    </dgm:pt>
    <dgm:pt modelId="{FBF39783-3D53-4BC9-B4F7-E2C5C5842076}" type="sibTrans" cxnId="{01ABFF5B-94B0-4C15-9C86-53E21A722C71}">
      <dgm:prSet/>
      <dgm:spPr/>
      <dgm:t>
        <a:bodyPr/>
        <a:lstStyle/>
        <a:p>
          <a:endParaRPr lang="fr-FR"/>
        </a:p>
      </dgm:t>
    </dgm:pt>
    <dgm:pt modelId="{B0D4E6B6-38BB-4D68-8B14-906599B62D4D}">
      <dgm:prSet phldrT="[Texte]"/>
      <dgm:spPr/>
      <dgm:t>
        <a:bodyPr/>
        <a:lstStyle/>
        <a:p>
          <a:r>
            <a:rPr lang="en-US" noProof="0"/>
            <a:t>🛠️The topics in which we are the most skilled</a:t>
          </a:r>
        </a:p>
      </dgm:t>
    </dgm:pt>
    <dgm:pt modelId="{7DC89E53-1D18-407F-A13C-1F4EE2931654}" type="parTrans" cxnId="{22BA76ED-B88F-4CC0-8A28-B9572C67DE27}">
      <dgm:prSet/>
      <dgm:spPr/>
      <dgm:t>
        <a:bodyPr/>
        <a:lstStyle/>
        <a:p>
          <a:endParaRPr lang="fr-FR"/>
        </a:p>
      </dgm:t>
    </dgm:pt>
    <dgm:pt modelId="{6AE8ACBF-915C-4D04-B614-FDCD6FCEDEFE}" type="sibTrans" cxnId="{22BA76ED-B88F-4CC0-8A28-B9572C67DE27}">
      <dgm:prSet/>
      <dgm:spPr/>
      <dgm:t>
        <a:bodyPr/>
        <a:lstStyle/>
        <a:p>
          <a:endParaRPr lang="fr-FR"/>
        </a:p>
      </dgm:t>
    </dgm:pt>
    <dgm:pt modelId="{CC1E2BA0-5D89-4528-9797-DDE74D925B08}" type="pres">
      <dgm:prSet presAssocID="{DED7F62F-EDEA-423F-9225-48A76EE946E7}" presName="compositeShape" presStyleCnt="0">
        <dgm:presLayoutVars>
          <dgm:chMax val="7"/>
          <dgm:dir/>
          <dgm:resizeHandles val="exact"/>
        </dgm:presLayoutVars>
      </dgm:prSet>
      <dgm:spPr/>
    </dgm:pt>
    <dgm:pt modelId="{9E17BE2F-12FE-4758-8E5D-D48F9E6520A9}" type="pres">
      <dgm:prSet presAssocID="{37A5BE3B-B392-4C80-A659-4EA8C4D242D3}" presName="circ1" presStyleLbl="vennNode1" presStyleIdx="0" presStyleCnt="3"/>
      <dgm:spPr/>
    </dgm:pt>
    <dgm:pt modelId="{92BE93A5-0C00-470B-99B6-0124359EB37E}" type="pres">
      <dgm:prSet presAssocID="{37A5BE3B-B392-4C80-A659-4EA8C4D242D3}" presName="circ1Tx" presStyleLbl="revTx" presStyleIdx="0" presStyleCnt="0">
        <dgm:presLayoutVars>
          <dgm:chMax val="0"/>
          <dgm:chPref val="0"/>
          <dgm:bulletEnabled val="1"/>
        </dgm:presLayoutVars>
      </dgm:prSet>
      <dgm:spPr/>
    </dgm:pt>
    <dgm:pt modelId="{3E6C0EE5-0153-4187-BE9F-69BD27E0480F}" type="pres">
      <dgm:prSet presAssocID="{A7151407-D00E-4E20-BB94-805547B054A0}" presName="circ2" presStyleLbl="vennNode1" presStyleIdx="1" presStyleCnt="3"/>
      <dgm:spPr/>
    </dgm:pt>
    <dgm:pt modelId="{4711764D-B89A-4129-8442-AB5919189AD0}" type="pres">
      <dgm:prSet presAssocID="{A7151407-D00E-4E20-BB94-805547B054A0}" presName="circ2Tx" presStyleLbl="revTx" presStyleIdx="0" presStyleCnt="0">
        <dgm:presLayoutVars>
          <dgm:chMax val="0"/>
          <dgm:chPref val="0"/>
          <dgm:bulletEnabled val="1"/>
        </dgm:presLayoutVars>
      </dgm:prSet>
      <dgm:spPr/>
    </dgm:pt>
    <dgm:pt modelId="{F9A898C6-4830-4483-9AD5-1D8850B0FD23}" type="pres">
      <dgm:prSet presAssocID="{B0D4E6B6-38BB-4D68-8B14-906599B62D4D}" presName="circ3" presStyleLbl="vennNode1" presStyleIdx="2" presStyleCnt="3"/>
      <dgm:spPr/>
    </dgm:pt>
    <dgm:pt modelId="{B466EDD7-3D12-4627-B507-8736E29E7DF7}" type="pres">
      <dgm:prSet presAssocID="{B0D4E6B6-38BB-4D68-8B14-906599B62D4D}" presName="circ3Tx" presStyleLbl="revTx" presStyleIdx="0" presStyleCnt="0">
        <dgm:presLayoutVars>
          <dgm:chMax val="0"/>
          <dgm:chPref val="0"/>
          <dgm:bulletEnabled val="1"/>
        </dgm:presLayoutVars>
      </dgm:prSet>
      <dgm:spPr/>
    </dgm:pt>
  </dgm:ptLst>
  <dgm:cxnLst>
    <dgm:cxn modelId="{16945E26-73B4-4776-A45A-51C1E3F13060}" srcId="{DED7F62F-EDEA-423F-9225-48A76EE946E7}" destId="{37A5BE3B-B392-4C80-A659-4EA8C4D242D3}" srcOrd="0" destOrd="0" parTransId="{B6FC87A8-578E-423F-9D87-DC4A7505F3AD}" sibTransId="{FACC1C0E-36DA-42AC-97A9-A21E236768B1}"/>
    <dgm:cxn modelId="{226DA431-5BA6-444E-992B-65DF19768063}" type="presOf" srcId="{B0D4E6B6-38BB-4D68-8B14-906599B62D4D}" destId="{F9A898C6-4830-4483-9AD5-1D8850B0FD23}" srcOrd="0" destOrd="0" presId="urn:microsoft.com/office/officeart/2005/8/layout/venn1"/>
    <dgm:cxn modelId="{01ABFF5B-94B0-4C15-9C86-53E21A722C71}" srcId="{DED7F62F-EDEA-423F-9225-48A76EE946E7}" destId="{A7151407-D00E-4E20-BB94-805547B054A0}" srcOrd="1" destOrd="0" parTransId="{445237D7-F881-4988-898F-4C53A5F95671}" sibTransId="{FBF39783-3D53-4BC9-B4F7-E2C5C5842076}"/>
    <dgm:cxn modelId="{FFFA0A5A-59E7-4736-B37D-995BB6F0CC40}" type="presOf" srcId="{37A5BE3B-B392-4C80-A659-4EA8C4D242D3}" destId="{9E17BE2F-12FE-4758-8E5D-D48F9E6520A9}" srcOrd="0" destOrd="0" presId="urn:microsoft.com/office/officeart/2005/8/layout/venn1"/>
    <dgm:cxn modelId="{09E32A80-791F-4184-A678-FDD4A950BFB2}" type="presOf" srcId="{DED7F62F-EDEA-423F-9225-48A76EE946E7}" destId="{CC1E2BA0-5D89-4528-9797-DDE74D925B08}" srcOrd="0" destOrd="0" presId="urn:microsoft.com/office/officeart/2005/8/layout/venn1"/>
    <dgm:cxn modelId="{6B797E80-5623-4924-9518-BF17AD84B502}" type="presOf" srcId="{A7151407-D00E-4E20-BB94-805547B054A0}" destId="{3E6C0EE5-0153-4187-BE9F-69BD27E0480F}" srcOrd="0" destOrd="0" presId="urn:microsoft.com/office/officeart/2005/8/layout/venn1"/>
    <dgm:cxn modelId="{C700C583-F3FB-4A65-9B4A-08076A4B0C07}" type="presOf" srcId="{B0D4E6B6-38BB-4D68-8B14-906599B62D4D}" destId="{B466EDD7-3D12-4627-B507-8736E29E7DF7}" srcOrd="1" destOrd="0" presId="urn:microsoft.com/office/officeart/2005/8/layout/venn1"/>
    <dgm:cxn modelId="{C38E75B5-E7B8-4347-A914-0356CE862087}" type="presOf" srcId="{A7151407-D00E-4E20-BB94-805547B054A0}" destId="{4711764D-B89A-4129-8442-AB5919189AD0}" srcOrd="1" destOrd="0" presId="urn:microsoft.com/office/officeart/2005/8/layout/venn1"/>
    <dgm:cxn modelId="{7791F1DF-E0CA-4C91-BE5E-10E7B32B2B61}" type="presOf" srcId="{37A5BE3B-B392-4C80-A659-4EA8C4D242D3}" destId="{92BE93A5-0C00-470B-99B6-0124359EB37E}" srcOrd="1" destOrd="0" presId="urn:microsoft.com/office/officeart/2005/8/layout/venn1"/>
    <dgm:cxn modelId="{22BA76ED-B88F-4CC0-8A28-B9572C67DE27}" srcId="{DED7F62F-EDEA-423F-9225-48A76EE946E7}" destId="{B0D4E6B6-38BB-4D68-8B14-906599B62D4D}" srcOrd="2" destOrd="0" parTransId="{7DC89E53-1D18-407F-A13C-1F4EE2931654}" sibTransId="{6AE8ACBF-915C-4D04-B614-FDCD6FCEDEFE}"/>
    <dgm:cxn modelId="{3D990C31-7F0F-421D-818E-45C3CFA43A36}" type="presParOf" srcId="{CC1E2BA0-5D89-4528-9797-DDE74D925B08}" destId="{9E17BE2F-12FE-4758-8E5D-D48F9E6520A9}" srcOrd="0" destOrd="0" presId="urn:microsoft.com/office/officeart/2005/8/layout/venn1"/>
    <dgm:cxn modelId="{C186E1A5-D5A6-45AC-9BF6-BEEDD886652C}" type="presParOf" srcId="{CC1E2BA0-5D89-4528-9797-DDE74D925B08}" destId="{92BE93A5-0C00-470B-99B6-0124359EB37E}" srcOrd="1" destOrd="0" presId="urn:microsoft.com/office/officeart/2005/8/layout/venn1"/>
    <dgm:cxn modelId="{4ED199E7-F017-4868-9150-2D1C3F98F091}" type="presParOf" srcId="{CC1E2BA0-5D89-4528-9797-DDE74D925B08}" destId="{3E6C0EE5-0153-4187-BE9F-69BD27E0480F}" srcOrd="2" destOrd="0" presId="urn:microsoft.com/office/officeart/2005/8/layout/venn1"/>
    <dgm:cxn modelId="{8086C739-B271-424D-8AF4-4A64C535449D}" type="presParOf" srcId="{CC1E2BA0-5D89-4528-9797-DDE74D925B08}" destId="{4711764D-B89A-4129-8442-AB5919189AD0}" srcOrd="3" destOrd="0" presId="urn:microsoft.com/office/officeart/2005/8/layout/venn1"/>
    <dgm:cxn modelId="{96EC075E-AECB-496C-A1E9-9E9810D2665D}" type="presParOf" srcId="{CC1E2BA0-5D89-4528-9797-DDE74D925B08}" destId="{F9A898C6-4830-4483-9AD5-1D8850B0FD23}" srcOrd="4" destOrd="0" presId="urn:microsoft.com/office/officeart/2005/8/layout/venn1"/>
    <dgm:cxn modelId="{DC6AA0A4-DB45-4D18-86E7-25E75182E823}" type="presParOf" srcId="{CC1E2BA0-5D89-4528-9797-DDE74D925B08}" destId="{B466EDD7-3D12-4627-B507-8736E29E7DF7}"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6A40FE2C-2681-4995-AEBD-07C3F8C3D44E}" type="doc">
      <dgm:prSet loTypeId="urn:microsoft.com/office/officeart/2005/8/layout/venn1" loCatId="relationship" qsTypeId="urn:microsoft.com/office/officeart/2005/8/quickstyle/simple1" qsCatId="simple" csTypeId="urn:microsoft.com/office/officeart/2005/8/colors/colorful1" csCatId="colorful" phldr="1"/>
      <dgm:spPr/>
    </dgm:pt>
    <dgm:pt modelId="{62F6F127-44BD-47B0-9123-7B6A70471469}">
      <dgm:prSet phldrT="[Texte]"/>
      <dgm:spPr>
        <a:solidFill>
          <a:srgbClr val="ED7D31">
            <a:alpha val="50000"/>
          </a:srgbClr>
        </a:solidFill>
      </dgm:spPr>
      <dgm:t>
        <a:bodyPr/>
        <a:lstStyle/>
        <a:p>
          <a:r>
            <a:rPr lang="fr-FR" dirty="0"/>
            <a:t>More </a:t>
          </a:r>
          <a:r>
            <a:rPr lang="fr-FR" dirty="0" err="1"/>
            <a:t>learners</a:t>
          </a:r>
          <a:r>
            <a:rPr lang="fr-FR" dirty="0"/>
            <a:t> </a:t>
          </a:r>
          <a:r>
            <a:rPr lang="fr-FR" dirty="0" err="1"/>
            <a:t>become</a:t>
          </a:r>
          <a:r>
            <a:rPr lang="fr-FR" dirty="0"/>
            <a:t> </a:t>
          </a:r>
          <a:r>
            <a:rPr lang="fr-FR" dirty="0" err="1"/>
            <a:t>knowledge</a:t>
          </a:r>
          <a:r>
            <a:rPr lang="fr-FR" dirty="0"/>
            <a:t> </a:t>
          </a:r>
          <a:r>
            <a:rPr lang="fr-FR" dirty="0" err="1"/>
            <a:t>sharers</a:t>
          </a:r>
          <a:endParaRPr lang="fr-FR" dirty="0"/>
        </a:p>
      </dgm:t>
    </dgm:pt>
    <dgm:pt modelId="{7C377CEC-C4C4-487C-BC54-DE318187A128}" type="parTrans" cxnId="{069E4D5C-B41F-4928-AB1E-82B9CA0C97C4}">
      <dgm:prSet/>
      <dgm:spPr/>
      <dgm:t>
        <a:bodyPr/>
        <a:lstStyle/>
        <a:p>
          <a:endParaRPr lang="fr-FR"/>
        </a:p>
      </dgm:t>
    </dgm:pt>
    <dgm:pt modelId="{56372FC4-C0B8-46A4-B187-B369CFA82E7E}" type="sibTrans" cxnId="{069E4D5C-B41F-4928-AB1E-82B9CA0C97C4}">
      <dgm:prSet/>
      <dgm:spPr/>
      <dgm:t>
        <a:bodyPr/>
        <a:lstStyle/>
        <a:p>
          <a:endParaRPr lang="fr-FR"/>
        </a:p>
      </dgm:t>
    </dgm:pt>
    <dgm:pt modelId="{377373FA-703B-4594-9373-F19F7A277676}">
      <dgm:prSet phldrT="[Texte]"/>
      <dgm:spPr>
        <a:solidFill>
          <a:srgbClr val="3494BA">
            <a:alpha val="50000"/>
          </a:srgbClr>
        </a:solidFill>
      </dgm:spPr>
      <dgm:t>
        <a:bodyPr/>
        <a:lstStyle/>
        <a:p>
          <a:r>
            <a:rPr lang="fr-FR" dirty="0"/>
            <a:t>Community content </a:t>
          </a:r>
          <a:r>
            <a:rPr lang="fr-FR" dirty="0" err="1"/>
            <a:t>becomes</a:t>
          </a:r>
          <a:r>
            <a:rPr lang="fr-FR" dirty="0"/>
            <a:t> </a:t>
          </a:r>
          <a:r>
            <a:rPr lang="fr-FR" dirty="0" err="1"/>
            <a:t>easier</a:t>
          </a:r>
          <a:r>
            <a:rPr lang="fr-FR" dirty="0"/>
            <a:t> to </a:t>
          </a:r>
          <a:r>
            <a:rPr lang="fr-FR" dirty="0" err="1"/>
            <a:t>share</a:t>
          </a:r>
          <a:endParaRPr lang="fr-FR" dirty="0"/>
        </a:p>
      </dgm:t>
    </dgm:pt>
    <dgm:pt modelId="{524B11AD-8F82-44BB-95D0-698F55760BF4}" type="parTrans" cxnId="{8F36DAF8-080E-45C3-853B-6FD39BEFA91A}">
      <dgm:prSet/>
      <dgm:spPr/>
      <dgm:t>
        <a:bodyPr/>
        <a:lstStyle/>
        <a:p>
          <a:endParaRPr lang="fr-FR"/>
        </a:p>
      </dgm:t>
    </dgm:pt>
    <dgm:pt modelId="{30F512E8-3210-4A83-9156-518602EC871B}" type="sibTrans" cxnId="{8F36DAF8-080E-45C3-853B-6FD39BEFA91A}">
      <dgm:prSet/>
      <dgm:spPr/>
      <dgm:t>
        <a:bodyPr/>
        <a:lstStyle/>
        <a:p>
          <a:endParaRPr lang="fr-FR"/>
        </a:p>
      </dgm:t>
    </dgm:pt>
    <dgm:pt modelId="{FA29AC6F-0879-470D-A89F-D51BE9E5CDED}">
      <dgm:prSet phldrT="[Texte]"/>
      <dgm:spPr/>
      <dgm:t>
        <a:bodyPr/>
        <a:lstStyle/>
        <a:p>
          <a:pPr rtl="0"/>
          <a:r>
            <a:rPr lang="fr-FR" dirty="0" err="1"/>
            <a:t>Knowledge</a:t>
          </a:r>
          <a:r>
            <a:rPr lang="fr-FR" dirty="0"/>
            <a:t> sharing has more value for the host </a:t>
          </a:r>
          <a:r>
            <a:rPr lang="fr-FR" dirty="0" err="1"/>
            <a:t>organization</a:t>
          </a:r>
          <a:endParaRPr lang="fr-FR" dirty="0"/>
        </a:p>
      </dgm:t>
    </dgm:pt>
    <dgm:pt modelId="{819B6541-83FE-4D5B-B3CB-7D6F6C34DA28}" type="parTrans" cxnId="{8317E7EE-A6E1-4B0F-9DE6-A7F14BCB68F2}">
      <dgm:prSet/>
      <dgm:spPr/>
      <dgm:t>
        <a:bodyPr/>
        <a:lstStyle/>
        <a:p>
          <a:endParaRPr lang="fr-FR"/>
        </a:p>
      </dgm:t>
    </dgm:pt>
    <dgm:pt modelId="{E6AADEC9-AAC9-4D4F-A0E2-AC918601FE39}" type="sibTrans" cxnId="{8317E7EE-A6E1-4B0F-9DE6-A7F14BCB68F2}">
      <dgm:prSet/>
      <dgm:spPr/>
      <dgm:t>
        <a:bodyPr/>
        <a:lstStyle/>
        <a:p>
          <a:endParaRPr lang="fr-FR"/>
        </a:p>
      </dgm:t>
    </dgm:pt>
    <dgm:pt modelId="{8686B15A-B2CC-493D-BB49-AB5DA1052502}" type="pres">
      <dgm:prSet presAssocID="{6A40FE2C-2681-4995-AEBD-07C3F8C3D44E}" presName="compositeShape" presStyleCnt="0">
        <dgm:presLayoutVars>
          <dgm:chMax val="7"/>
          <dgm:dir/>
          <dgm:resizeHandles val="exact"/>
        </dgm:presLayoutVars>
      </dgm:prSet>
      <dgm:spPr/>
    </dgm:pt>
    <dgm:pt modelId="{5E8BC00D-933E-4F57-83E0-495B285AB9BB}" type="pres">
      <dgm:prSet presAssocID="{62F6F127-44BD-47B0-9123-7B6A70471469}" presName="circ1" presStyleLbl="vennNode1" presStyleIdx="0" presStyleCnt="3"/>
      <dgm:spPr/>
    </dgm:pt>
    <dgm:pt modelId="{2E7AB915-04B3-45AC-BFCD-E8AE6BE582AB}" type="pres">
      <dgm:prSet presAssocID="{62F6F127-44BD-47B0-9123-7B6A70471469}" presName="circ1Tx" presStyleLbl="revTx" presStyleIdx="0" presStyleCnt="0">
        <dgm:presLayoutVars>
          <dgm:chMax val="0"/>
          <dgm:chPref val="0"/>
          <dgm:bulletEnabled val="1"/>
        </dgm:presLayoutVars>
      </dgm:prSet>
      <dgm:spPr/>
    </dgm:pt>
    <dgm:pt modelId="{477EA68D-3F5E-475B-B096-E87DE630E97F}" type="pres">
      <dgm:prSet presAssocID="{377373FA-703B-4594-9373-F19F7A277676}" presName="circ2" presStyleLbl="vennNode1" presStyleIdx="1" presStyleCnt="3"/>
      <dgm:spPr/>
    </dgm:pt>
    <dgm:pt modelId="{1A97D10A-6FB8-4E13-9904-122FB4D524E6}" type="pres">
      <dgm:prSet presAssocID="{377373FA-703B-4594-9373-F19F7A277676}" presName="circ2Tx" presStyleLbl="revTx" presStyleIdx="0" presStyleCnt="0">
        <dgm:presLayoutVars>
          <dgm:chMax val="0"/>
          <dgm:chPref val="0"/>
          <dgm:bulletEnabled val="1"/>
        </dgm:presLayoutVars>
      </dgm:prSet>
      <dgm:spPr/>
    </dgm:pt>
    <dgm:pt modelId="{85C226D7-7181-4CCB-8F21-C4C671EF6574}" type="pres">
      <dgm:prSet presAssocID="{FA29AC6F-0879-470D-A89F-D51BE9E5CDED}" presName="circ3" presStyleLbl="vennNode1" presStyleIdx="2" presStyleCnt="3"/>
      <dgm:spPr/>
    </dgm:pt>
    <dgm:pt modelId="{077F4A67-5F20-4945-9930-6650F754BFC7}" type="pres">
      <dgm:prSet presAssocID="{FA29AC6F-0879-470D-A89F-D51BE9E5CDED}" presName="circ3Tx" presStyleLbl="revTx" presStyleIdx="0" presStyleCnt="0">
        <dgm:presLayoutVars>
          <dgm:chMax val="0"/>
          <dgm:chPref val="0"/>
          <dgm:bulletEnabled val="1"/>
        </dgm:presLayoutVars>
      </dgm:prSet>
      <dgm:spPr/>
    </dgm:pt>
  </dgm:ptLst>
  <dgm:cxnLst>
    <dgm:cxn modelId="{7AA8DF12-2488-45E3-91BA-DAA71BB44323}" type="presOf" srcId="{6A40FE2C-2681-4995-AEBD-07C3F8C3D44E}" destId="{8686B15A-B2CC-493D-BB49-AB5DA1052502}" srcOrd="0" destOrd="0" presId="urn:microsoft.com/office/officeart/2005/8/layout/venn1"/>
    <dgm:cxn modelId="{D9F48E15-E19F-414D-9C21-9C74F91B3E76}" type="presOf" srcId="{62F6F127-44BD-47B0-9123-7B6A70471469}" destId="{5E8BC00D-933E-4F57-83E0-495B285AB9BB}" srcOrd="1" destOrd="0" presId="urn:microsoft.com/office/officeart/2005/8/layout/venn1"/>
    <dgm:cxn modelId="{069E4D5C-B41F-4928-AB1E-82B9CA0C97C4}" srcId="{6A40FE2C-2681-4995-AEBD-07C3F8C3D44E}" destId="{62F6F127-44BD-47B0-9123-7B6A70471469}" srcOrd="0" destOrd="0" parTransId="{7C377CEC-C4C4-487C-BC54-DE318187A128}" sibTransId="{56372FC4-C0B8-46A4-B187-B369CFA82E7E}"/>
    <dgm:cxn modelId="{ABB95D47-9FDA-4AAB-AFD1-9E3932CE286B}" type="presOf" srcId="{FA29AC6F-0879-470D-A89F-D51BE9E5CDED}" destId="{85C226D7-7181-4CCB-8F21-C4C671EF6574}" srcOrd="1" destOrd="0" presId="urn:microsoft.com/office/officeart/2005/8/layout/venn1"/>
    <dgm:cxn modelId="{BE4A5C6A-F8A2-4A75-A885-BBA641A8868B}" type="presOf" srcId="{377373FA-703B-4594-9373-F19F7A277676}" destId="{1A97D10A-6FB8-4E13-9904-122FB4D524E6}" srcOrd="0" destOrd="0" presId="urn:microsoft.com/office/officeart/2005/8/layout/venn1"/>
    <dgm:cxn modelId="{52236176-D14F-4199-A8ED-641F38DC9F59}" type="presOf" srcId="{FA29AC6F-0879-470D-A89F-D51BE9E5CDED}" destId="{077F4A67-5F20-4945-9930-6650F754BFC7}" srcOrd="0" destOrd="0" presId="urn:microsoft.com/office/officeart/2005/8/layout/venn1"/>
    <dgm:cxn modelId="{1FACF8B8-11E4-4001-A2F3-BA13F0CB489D}" type="presOf" srcId="{377373FA-703B-4594-9373-F19F7A277676}" destId="{477EA68D-3F5E-475B-B096-E87DE630E97F}" srcOrd="1" destOrd="0" presId="urn:microsoft.com/office/officeart/2005/8/layout/venn1"/>
    <dgm:cxn modelId="{F9CBDADB-3B7B-4771-826D-54A9F1B6E7FC}" type="presOf" srcId="{62F6F127-44BD-47B0-9123-7B6A70471469}" destId="{2E7AB915-04B3-45AC-BFCD-E8AE6BE582AB}" srcOrd="0" destOrd="0" presId="urn:microsoft.com/office/officeart/2005/8/layout/venn1"/>
    <dgm:cxn modelId="{8317E7EE-A6E1-4B0F-9DE6-A7F14BCB68F2}" srcId="{6A40FE2C-2681-4995-AEBD-07C3F8C3D44E}" destId="{FA29AC6F-0879-470D-A89F-D51BE9E5CDED}" srcOrd="2" destOrd="0" parTransId="{819B6541-83FE-4D5B-B3CB-7D6F6C34DA28}" sibTransId="{E6AADEC9-AAC9-4D4F-A0E2-AC918601FE39}"/>
    <dgm:cxn modelId="{8F36DAF8-080E-45C3-853B-6FD39BEFA91A}" srcId="{6A40FE2C-2681-4995-AEBD-07C3F8C3D44E}" destId="{377373FA-703B-4594-9373-F19F7A277676}" srcOrd="1" destOrd="0" parTransId="{524B11AD-8F82-44BB-95D0-698F55760BF4}" sibTransId="{30F512E8-3210-4A83-9156-518602EC871B}"/>
    <dgm:cxn modelId="{2139FC1C-0F76-4327-B022-D6DF8BFA563B}" type="presParOf" srcId="{8686B15A-B2CC-493D-BB49-AB5DA1052502}" destId="{5E8BC00D-933E-4F57-83E0-495B285AB9BB}" srcOrd="0" destOrd="0" presId="urn:microsoft.com/office/officeart/2005/8/layout/venn1"/>
    <dgm:cxn modelId="{1D2F2472-E0E7-4997-872E-F674D1825104}" type="presParOf" srcId="{8686B15A-B2CC-493D-BB49-AB5DA1052502}" destId="{2E7AB915-04B3-45AC-BFCD-E8AE6BE582AB}" srcOrd="1" destOrd="0" presId="urn:microsoft.com/office/officeart/2005/8/layout/venn1"/>
    <dgm:cxn modelId="{16CA7C24-9737-4F40-9352-1735E50D00EC}" type="presParOf" srcId="{8686B15A-B2CC-493D-BB49-AB5DA1052502}" destId="{477EA68D-3F5E-475B-B096-E87DE630E97F}" srcOrd="2" destOrd="0" presId="urn:microsoft.com/office/officeart/2005/8/layout/venn1"/>
    <dgm:cxn modelId="{C92DD915-714F-4B80-900F-90999B438B38}" type="presParOf" srcId="{8686B15A-B2CC-493D-BB49-AB5DA1052502}" destId="{1A97D10A-6FB8-4E13-9904-122FB4D524E6}" srcOrd="3" destOrd="0" presId="urn:microsoft.com/office/officeart/2005/8/layout/venn1"/>
    <dgm:cxn modelId="{7FFD042E-6B8E-4F49-8373-7FC1B923BF47}" type="presParOf" srcId="{8686B15A-B2CC-493D-BB49-AB5DA1052502}" destId="{85C226D7-7181-4CCB-8F21-C4C671EF6574}" srcOrd="4" destOrd="0" presId="urn:microsoft.com/office/officeart/2005/8/layout/venn1"/>
    <dgm:cxn modelId="{EAB14621-D607-4395-AE47-7D9C04785C6B}" type="presParOf" srcId="{8686B15A-B2CC-493D-BB49-AB5DA1052502}" destId="{077F4A67-5F20-4945-9930-6650F754BFC7}"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dgm:spPr/>
      <dgm:t>
        <a:bodyPr/>
        <a:lstStyle/>
        <a:p>
          <a:r>
            <a:rPr lang="fr-FR" b="1" dirty="0"/>
            <a:t>LEVEL 1 CURIOUS</a:t>
          </a:r>
          <a:endParaRPr lang="fr-FR" dirty="0"/>
        </a:p>
      </dgm:t>
    </dgm:pt>
    <dgm:pt modelId="{067E9044-C40B-4316-93EA-A92A4ECAE950}" type="parTrans" cxnId="{2E7949A9-4916-4EDB-9D8B-A976E6C2DA37}">
      <dgm:prSet/>
      <dgm:spPr/>
      <dgm:t>
        <a:bodyPr/>
        <a:lstStyle/>
        <a:p>
          <a:endParaRPr lang="fr-FR"/>
        </a:p>
      </dgm:t>
    </dgm:pt>
    <dgm:pt modelId="{3B1EB9FD-9A37-4CCA-ACA1-0D64039F17D9}" type="sibTrans" cxnId="{2E7949A9-4916-4EDB-9D8B-A976E6C2DA37}">
      <dgm:prSet/>
      <dgm:spPr/>
      <dgm:t>
        <a:bodyPr/>
        <a:lstStyle/>
        <a:p>
          <a:endParaRPr lang="fr-FR"/>
        </a:p>
      </dgm:t>
    </dgm:pt>
    <dgm:pt modelId="{91700F07-B7D9-4750-8436-3D09AA34A2D4}">
      <dgm:prSet phldrT="[Texte]"/>
      <dgm:spPr/>
      <dgm:t>
        <a:bodyPr/>
        <a:lstStyle/>
        <a:p>
          <a:r>
            <a:rPr lang="fr-FR" b="1" dirty="0"/>
            <a:t>LEVEL 2 PLAYERS</a:t>
          </a:r>
          <a:endParaRPr lang="fr-FR" dirty="0"/>
        </a:p>
      </dgm:t>
    </dgm:pt>
    <dgm:pt modelId="{1A2AEEAE-80AD-4998-84BD-BD0584C3B2FB}" type="parTrans" cxnId="{D4DD1649-6605-4868-AC8E-1F81674F8965}">
      <dgm:prSet/>
      <dgm:spPr/>
      <dgm:t>
        <a:bodyPr/>
        <a:lstStyle/>
        <a:p>
          <a:endParaRPr lang="fr-FR"/>
        </a:p>
      </dgm:t>
    </dgm:pt>
    <dgm:pt modelId="{7D2D50D2-70AB-4462-B689-202CA487E9D0}" type="sibTrans" cxnId="{D4DD1649-6605-4868-AC8E-1F81674F8965}">
      <dgm:prSet/>
      <dgm:spPr/>
      <dgm:t>
        <a:bodyPr/>
        <a:lstStyle/>
        <a:p>
          <a:endParaRPr lang="fr-FR"/>
        </a:p>
      </dgm:t>
    </dgm:pt>
    <dgm:pt modelId="{2A800630-C82C-4D2E-9CA2-07AF9907F8E2}">
      <dgm:prSet phldrT="[Texte]"/>
      <dgm:spPr/>
      <dgm:t>
        <a:bodyPr/>
        <a:lstStyle/>
        <a:p>
          <a:r>
            <a:rPr lang="fr-FR" b="1" dirty="0"/>
            <a:t>LEVEL 3 SCOUTS</a:t>
          </a:r>
          <a:endParaRPr lang="fr-FR" dirty="0"/>
        </a:p>
      </dgm:t>
    </dgm:pt>
    <dgm:pt modelId="{315E4E1A-7793-43B2-B248-1D90BDD5E85C}" type="parTrans" cxnId="{CCB16BD5-DA92-4776-ABA4-C60160D40F02}">
      <dgm:prSet/>
      <dgm:spPr/>
      <dgm:t>
        <a:bodyPr/>
        <a:lstStyle/>
        <a:p>
          <a:endParaRPr lang="fr-FR"/>
        </a:p>
      </dgm:t>
    </dgm:pt>
    <dgm:pt modelId="{28B6BE6B-2E0F-4F2B-A73A-43933C3EE117}" type="sibTrans" cxnId="{CCB16BD5-DA92-4776-ABA4-C60160D40F02}">
      <dgm:prSet/>
      <dgm:spPr/>
      <dgm:t>
        <a:bodyPr/>
        <a:lstStyle/>
        <a:p>
          <a:endParaRPr lang="fr-FR"/>
        </a:p>
      </dgm:t>
    </dgm:pt>
    <dgm:pt modelId="{E072D5FA-D96C-4052-A44E-A0EEC6E6F48E}">
      <dgm:prSet phldrT="[Texte]"/>
      <dgm:spPr/>
      <dgm:t>
        <a:bodyPr/>
        <a:lstStyle/>
        <a:p>
          <a:r>
            <a:rPr lang="fr-FR" b="1" dirty="0"/>
            <a:t>LEVEL 4 CO-HOST</a:t>
          </a:r>
          <a:endParaRPr lang="fr-FR" dirty="0"/>
        </a:p>
      </dgm:t>
    </dgm:pt>
    <dgm:pt modelId="{988D2C16-6723-4508-B712-EF96CCD17340}" type="parTrans" cxnId="{8C23C0C8-F4A5-459B-9777-1CDE8A858084}">
      <dgm:prSet/>
      <dgm:spPr/>
      <dgm:t>
        <a:bodyPr/>
        <a:lstStyle/>
        <a:p>
          <a:endParaRPr lang="fr-FR"/>
        </a:p>
      </dgm:t>
    </dgm:pt>
    <dgm:pt modelId="{65005B8E-A5AA-4912-9FEC-526B058FE77D}" type="sibTrans" cxnId="{8C23C0C8-F4A5-459B-9777-1CDE8A858084}">
      <dgm:prSet/>
      <dgm:spPr/>
      <dgm:t>
        <a:bodyPr/>
        <a:lstStyle/>
        <a:p>
          <a:endParaRPr lang="fr-FR"/>
        </a:p>
      </dgm:t>
    </dgm:pt>
    <dgm:pt modelId="{B0470A51-11AD-4E90-9EDD-C42BB5F7EF4E}">
      <dgm:prSet phldrT="[Texte]"/>
      <dgm:spPr/>
      <dgm:t>
        <a:bodyPr/>
        <a:lstStyle/>
        <a:p>
          <a:r>
            <a:rPr lang="fr-FR" b="1" dirty="0"/>
            <a:t>LEVEL 5 HOST</a:t>
          </a:r>
          <a:endParaRPr lang="fr-FR" dirty="0"/>
        </a:p>
      </dgm:t>
    </dgm:pt>
    <dgm:pt modelId="{C20588E9-F66D-49AE-9430-D2C06C6BC1D0}" type="parTrans" cxnId="{8D52ADD1-250A-4291-9E60-C4203DCACC57}">
      <dgm:prSet/>
      <dgm:spPr/>
      <dgm:t>
        <a:bodyPr/>
        <a:lstStyle/>
        <a:p>
          <a:endParaRPr lang="fr-FR"/>
        </a:p>
      </dgm:t>
    </dgm:pt>
    <dgm:pt modelId="{8D8D18C2-88CB-4854-9149-68F790556F74}" type="sibTrans" cxnId="{8D52ADD1-250A-4291-9E60-C4203DCACC57}">
      <dgm:prSet/>
      <dgm:spPr/>
      <dgm:t>
        <a:bodyPr/>
        <a:lstStyle/>
        <a:p>
          <a:endParaRPr lang="fr-FR"/>
        </a:p>
      </dgm:t>
    </dgm:pt>
    <dgm:pt modelId="{0B29FC3C-8A8D-499A-83D6-9B8EA78FF2C6}">
      <dgm:prSet phldrT="[Texte]"/>
      <dgm:spPr/>
      <dgm:t>
        <a:bodyPr/>
        <a:lstStyle/>
        <a:p>
          <a:r>
            <a:rPr lang="fr-FR" b="1" dirty="0"/>
            <a:t>LEVEL 6 CREATOR</a:t>
          </a:r>
          <a:endParaRPr lang="fr-FR" dirty="0"/>
        </a:p>
      </dgm:t>
    </dgm:pt>
    <dgm:pt modelId="{CC34ED61-8FCF-4467-8F2D-771A90B5E7EC}" type="parTrans" cxnId="{BC9C495B-D6A0-4B39-A0E1-CDCC6A01BFA9}">
      <dgm:prSet/>
      <dgm:spPr/>
      <dgm:t>
        <a:bodyPr/>
        <a:lstStyle/>
        <a:p>
          <a:endParaRPr lang="fr-FR"/>
        </a:p>
      </dgm:t>
    </dgm:pt>
    <dgm:pt modelId="{FAAADA48-87D4-47EA-A6C7-4020CBE3BA33}" type="sibTrans" cxnId="{BC9C495B-D6A0-4B39-A0E1-CDCC6A01BFA9}">
      <dgm:prSet/>
      <dgm:spPr/>
      <dgm:t>
        <a:bodyPr/>
        <a:lstStyle/>
        <a:p>
          <a:endParaRPr lang="fr-FR"/>
        </a:p>
      </dgm:t>
    </dgm:pt>
    <dgm:pt modelId="{21B5F943-B084-4F92-88A6-B4C2A64F7286}">
      <dgm:prSet phldrT="[Texte]"/>
      <dgm:spPr/>
      <dgm:t>
        <a:bodyPr/>
        <a:lstStyle/>
        <a:p>
          <a:r>
            <a:rPr lang="fr-FR" b="1" dirty="0"/>
            <a:t>LEVEL 7 CONTENT COMMUNITY BOOSTER</a:t>
          </a:r>
          <a:endParaRPr lang="fr-FR" dirty="0"/>
        </a:p>
      </dgm:t>
    </dgm:pt>
    <dgm:pt modelId="{A195647A-5F4B-4936-A315-0F0CF0FDD3C0}" type="parTrans" cxnId="{4343D786-1BA1-4F11-8009-AE0F9E8BEF9E}">
      <dgm:prSet/>
      <dgm:spPr/>
      <dgm:t>
        <a:bodyPr/>
        <a:lstStyle/>
        <a:p>
          <a:endParaRPr lang="fr-FR"/>
        </a:p>
      </dgm:t>
    </dgm:pt>
    <dgm:pt modelId="{C0F68925-1F25-4590-840C-85F16B31C23A}" type="sibTrans" cxnId="{4343D786-1BA1-4F11-8009-AE0F9E8BEF9E}">
      <dgm:prSet/>
      <dgm:spPr/>
      <dgm:t>
        <a:bodyPr/>
        <a:lstStyle/>
        <a:p>
          <a:endParaRPr lang="fr-FR"/>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3"/>
      <dgm:spPr>
        <a:solidFill>
          <a:schemeClr val="bg1">
            <a:lumMod val="85000"/>
          </a:schemeClr>
        </a:solidFill>
        <a:ln>
          <a:noFill/>
        </a:ln>
      </dgm:spPr>
    </dgm:pt>
    <dgm:pt modelId="{A8F73CF3-5C35-4D3F-9BFA-3C60D3E39869}" type="pres">
      <dgm:prSet presAssocID="{D319E433-0934-4606-AB7D-2BC75F8DFA0D}" presName="ParentText" presStyleLbl="revTx" presStyleIdx="0" presStyleCnt="7">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3"/>
      <dgm:spPr>
        <a:solidFill>
          <a:schemeClr val="bg1">
            <a:lumMod val="85000"/>
          </a:schemeClr>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31E1E516-736B-4DA7-8F6D-1F2E5CD44D10}" type="pres">
      <dgm:prSet presAssocID="{91700F07-B7D9-4750-8436-3D09AA34A2D4}" presName="composite" presStyleCnt="0"/>
      <dgm:spPr/>
    </dgm:pt>
    <dgm:pt modelId="{1D5F48EC-0639-4D2F-820E-C3E346BBA81C}" type="pres">
      <dgm:prSet presAssocID="{91700F07-B7D9-4750-8436-3D09AA34A2D4}" presName="LShape" presStyleLbl="alignNode1" presStyleIdx="2" presStyleCnt="13"/>
      <dgm:spPr>
        <a:solidFill>
          <a:schemeClr val="bg1">
            <a:lumMod val="85000"/>
          </a:schemeClr>
        </a:solidFill>
        <a:ln>
          <a:noFill/>
        </a:ln>
      </dgm:spPr>
    </dgm:pt>
    <dgm:pt modelId="{D4C0ABF8-7168-4E17-9AEE-0A90D7D7B2D9}" type="pres">
      <dgm:prSet presAssocID="{91700F07-B7D9-4750-8436-3D09AA34A2D4}" presName="ParentText" presStyleLbl="revTx" presStyleIdx="1" presStyleCnt="7">
        <dgm:presLayoutVars>
          <dgm:chMax val="0"/>
          <dgm:chPref val="0"/>
          <dgm:bulletEnabled val="1"/>
        </dgm:presLayoutVars>
      </dgm:prSet>
      <dgm:spPr/>
    </dgm:pt>
    <dgm:pt modelId="{40B3F6C3-47F2-4E3A-B536-E6827E5B6D3D}" type="pres">
      <dgm:prSet presAssocID="{91700F07-B7D9-4750-8436-3D09AA34A2D4}" presName="Triangle" presStyleLbl="alignNode1" presStyleIdx="3" presStyleCnt="13"/>
      <dgm:spPr>
        <a:solidFill>
          <a:srgbClr val="ED7D31"/>
        </a:solidFill>
        <a:ln>
          <a:noFill/>
        </a:ln>
      </dgm:spPr>
    </dgm:pt>
    <dgm:pt modelId="{5D4F46F3-BDDB-4D23-8945-D4713CF1689D}" type="pres">
      <dgm:prSet presAssocID="{7D2D50D2-70AB-4462-B689-202CA487E9D0}" presName="sibTrans" presStyleCnt="0"/>
      <dgm:spPr/>
    </dgm:pt>
    <dgm:pt modelId="{ABB03B90-B5F3-4B67-B07C-5BF9CB50ABC1}" type="pres">
      <dgm:prSet presAssocID="{7D2D50D2-70AB-4462-B689-202CA487E9D0}"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4" presStyleCnt="13"/>
      <dgm:spPr>
        <a:solidFill>
          <a:srgbClr val="ED7D31"/>
        </a:solidFill>
        <a:ln>
          <a:noFill/>
        </a:ln>
      </dgm:spPr>
    </dgm:pt>
    <dgm:pt modelId="{6937B817-1A63-4D95-94E9-FD03A7BC1B40}" type="pres">
      <dgm:prSet presAssocID="{2A800630-C82C-4D2E-9CA2-07AF9907F8E2}" presName="ParentText" presStyleLbl="revTx" presStyleIdx="2" presStyleCnt="7">
        <dgm:presLayoutVars>
          <dgm:chMax val="0"/>
          <dgm:chPref val="0"/>
          <dgm:bulletEnabled val="1"/>
        </dgm:presLayoutVars>
      </dgm:prSet>
      <dgm:spPr/>
    </dgm:pt>
    <dgm:pt modelId="{CEC1A658-099E-49E5-BC89-D956E9F29B72}" type="pres">
      <dgm:prSet presAssocID="{2A800630-C82C-4D2E-9CA2-07AF9907F8E2}" presName="Triangle" presStyleLbl="alignNode1" presStyleIdx="5" presStyleCnt="13"/>
      <dgm:spPr>
        <a:solidFill>
          <a:srgbClr val="ED7D31"/>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6" presStyleCnt="13"/>
      <dgm:spPr>
        <a:solidFill>
          <a:srgbClr val="ED7D31"/>
        </a:solidFill>
        <a:ln>
          <a:noFill/>
        </a:ln>
      </dgm:spPr>
    </dgm:pt>
    <dgm:pt modelId="{E1915B3A-8748-4A22-80A3-00E2828C973E}" type="pres">
      <dgm:prSet presAssocID="{E072D5FA-D96C-4052-A44E-A0EEC6E6F48E}" presName="ParentText" presStyleLbl="revTx" presStyleIdx="3" presStyleCnt="7">
        <dgm:presLayoutVars>
          <dgm:chMax val="0"/>
          <dgm:chPref val="0"/>
          <dgm:bulletEnabled val="1"/>
        </dgm:presLayoutVars>
      </dgm:prSet>
      <dgm:spPr/>
    </dgm:pt>
    <dgm:pt modelId="{B4FFB1F2-72D2-443E-96C5-38A27895A5A5}" type="pres">
      <dgm:prSet presAssocID="{E072D5FA-D96C-4052-A44E-A0EEC6E6F48E}" presName="Triangle" presStyleLbl="alignNode1" presStyleIdx="7" presStyleCnt="13"/>
      <dgm:spPr>
        <a:xfrm>
          <a:off x="5524209" y="974832"/>
          <a:ext cx="226790" cy="226790"/>
        </a:xfrm>
        <a:prstGeom prst="triangle">
          <a:avLst>
            <a:gd name="adj" fmla="val 100000"/>
          </a:avLst>
        </a:prstGeom>
        <a:solidFill>
          <a:srgbClr val="ED7D31"/>
        </a:solidFill>
        <a:ln w="12700" cap="flat" cmpd="sng" algn="ctr">
          <a:noFill/>
          <a:prstDash val="solid"/>
          <a:miter lim="800000"/>
        </a:ln>
        <a:effectLst/>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8" presStyleCnt="13"/>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4" presStyleCnt="7">
        <dgm:presLayoutVars>
          <dgm:chMax val="0"/>
          <dgm:chPref val="0"/>
          <dgm:bulletEnabled val="1"/>
        </dgm:presLayoutVars>
      </dgm:prSet>
      <dgm:spPr/>
    </dgm:pt>
    <dgm:pt modelId="{B61612F3-149C-445E-B77C-8D7D7291AAB9}" type="pres">
      <dgm:prSet presAssocID="{B0470A51-11AD-4E90-9EDD-C42BB5F7EF4E}" presName="Triangle" presStyleLbl="alignNode1" presStyleIdx="9" presStyleCnt="13"/>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10" presStyleCnt="13"/>
      <dgm:spPr>
        <a:solidFill>
          <a:srgbClr val="3494BA"/>
        </a:solidFill>
        <a:ln>
          <a:noFill/>
        </a:ln>
      </dgm:spPr>
    </dgm:pt>
    <dgm:pt modelId="{EE26FCBE-40C7-4DE0-9CD7-9F29486EDACB}" type="pres">
      <dgm:prSet presAssocID="{0B29FC3C-8A8D-499A-83D6-9B8EA78FF2C6}" presName="ParentText" presStyleLbl="revTx" presStyleIdx="5" presStyleCnt="7">
        <dgm:presLayoutVars>
          <dgm:chMax val="0"/>
          <dgm:chPref val="0"/>
          <dgm:bulletEnabled val="1"/>
        </dgm:presLayoutVars>
      </dgm:prSet>
      <dgm:spPr/>
    </dgm:pt>
    <dgm:pt modelId="{04931DB7-88D0-4962-8D4A-7798AC4C5BB9}" type="pres">
      <dgm:prSet presAssocID="{0B29FC3C-8A8D-499A-83D6-9B8EA78FF2C6}" presName="Triangle" presStyleLbl="alignNode1" presStyleIdx="11" presStyleCnt="13"/>
      <dgm:spPr>
        <a:solidFill>
          <a:srgbClr val="3494BA"/>
        </a:solidFill>
        <a:ln>
          <a:noFill/>
        </a:ln>
      </dgm:spPr>
    </dgm:pt>
    <dgm:pt modelId="{ADED5CDB-E05F-4242-8553-ECB3AE36B8CC}" type="pres">
      <dgm:prSet presAssocID="{FAAADA48-87D4-47EA-A6C7-4020CBE3BA33}" presName="sibTrans" presStyleCnt="0"/>
      <dgm:spPr/>
    </dgm:pt>
    <dgm:pt modelId="{AD809BE8-7F10-4AA2-936D-605319C80EB6}" type="pres">
      <dgm:prSet presAssocID="{FAAADA48-87D4-47EA-A6C7-4020CBE3BA33}" presName="space" presStyleCnt="0"/>
      <dgm:spPr/>
    </dgm:pt>
    <dgm:pt modelId="{F03219F0-7AF2-4848-8BEE-427EC3A498ED}" type="pres">
      <dgm:prSet presAssocID="{21B5F943-B084-4F92-88A6-B4C2A64F7286}" presName="composite" presStyleCnt="0"/>
      <dgm:spPr/>
    </dgm:pt>
    <dgm:pt modelId="{8F7185B2-34DE-4686-8B37-8B37F9BEB4BF}" type="pres">
      <dgm:prSet presAssocID="{21B5F943-B084-4F92-88A6-B4C2A64F7286}" presName="LShape" presStyleLbl="alignNode1" presStyleIdx="12" presStyleCnt="13"/>
      <dgm:spPr>
        <a:solidFill>
          <a:srgbClr val="3494BA"/>
        </a:solidFill>
        <a:ln>
          <a:noFill/>
        </a:ln>
      </dgm:spPr>
    </dgm:pt>
    <dgm:pt modelId="{1E8C3E76-7687-4AD3-89B2-1DE96AAB1E55}" type="pres">
      <dgm:prSet presAssocID="{21B5F943-B084-4F92-88A6-B4C2A64F7286}" presName="ParentText" presStyleLbl="revTx" presStyleIdx="6" presStyleCnt="7" custScaleY="128550" custLinFactNeighborX="597" custLinFactNeighborY="15538">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5" destOrd="0" parTransId="{CC34ED61-8FCF-4467-8F2D-771A90B5E7EC}" sibTransId="{FAAADA48-87D4-47EA-A6C7-4020CBE3BA33}"/>
    <dgm:cxn modelId="{6DCB2E61-77C1-4C5D-AAA4-168CF4E54077}" type="presOf" srcId="{91700F07-B7D9-4750-8436-3D09AA34A2D4}" destId="{D4C0ABF8-7168-4E17-9AEE-0A90D7D7B2D9}" srcOrd="0" destOrd="0" presId="urn:microsoft.com/office/officeart/2009/3/layout/StepUpProcess"/>
    <dgm:cxn modelId="{D4DD1649-6605-4868-AC8E-1F81674F8965}" srcId="{AC7B8218-7C73-412C-A5E8-1313A5017D96}" destId="{91700F07-B7D9-4750-8436-3D09AA34A2D4}" srcOrd="1" destOrd="0" parTransId="{1A2AEEAE-80AD-4998-84BD-BD0584C3B2FB}" sibTransId="{7D2D50D2-70AB-4462-B689-202CA487E9D0}"/>
    <dgm:cxn modelId="{2B96C050-6158-4163-8018-5A3FAB2DC0B4}" type="presOf" srcId="{2A800630-C82C-4D2E-9CA2-07AF9907F8E2}" destId="{6937B817-1A63-4D95-94E9-FD03A7BC1B40}" srcOrd="0" destOrd="0" presId="urn:microsoft.com/office/officeart/2009/3/layout/StepUpProcess"/>
    <dgm:cxn modelId="{84B98E7D-3950-426D-8BCC-303B12EAF0E2}" type="presOf" srcId="{21B5F943-B084-4F92-88A6-B4C2A64F7286}" destId="{1E8C3E76-7687-4AD3-89B2-1DE96AAB1E55}" srcOrd="0" destOrd="0" presId="urn:microsoft.com/office/officeart/2009/3/layout/StepUpProcess"/>
    <dgm:cxn modelId="{4343D786-1BA1-4F11-8009-AE0F9E8BEF9E}" srcId="{AC7B8218-7C73-412C-A5E8-1313A5017D96}" destId="{21B5F943-B084-4F92-88A6-B4C2A64F7286}" srcOrd="6" destOrd="0" parTransId="{A195647A-5F4B-4936-A315-0F0CF0FDD3C0}" sibTransId="{C0F68925-1F25-4590-840C-85F16B31C23A}"/>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3" destOrd="0" parTransId="{988D2C16-6723-4508-B712-EF96CCD17340}" sibTransId="{65005B8E-A5AA-4912-9FEC-526B058FE77D}"/>
    <dgm:cxn modelId="{8D52ADD1-250A-4291-9E60-C4203DCACC57}" srcId="{AC7B8218-7C73-412C-A5E8-1313A5017D96}" destId="{B0470A51-11AD-4E90-9EDD-C42BB5F7EF4E}" srcOrd="4" destOrd="0" parTransId="{C20588E9-F66D-49AE-9430-D2C06C6BC1D0}" sibTransId="{8D8D18C2-88CB-4854-9149-68F790556F74}"/>
    <dgm:cxn modelId="{CCB16BD5-DA92-4776-ABA4-C60160D40F02}" srcId="{AC7B8218-7C73-412C-A5E8-1313A5017D96}" destId="{2A800630-C82C-4D2E-9CA2-07AF9907F8E2}" srcOrd="2"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D010E4CE-4F24-4D92-9366-3E770712A042}" type="presParOf" srcId="{BE813A4A-4C2E-4B5B-85E2-394A65F1EB92}" destId="{31E1E516-736B-4DA7-8F6D-1F2E5CD44D10}" srcOrd="2" destOrd="0" presId="urn:microsoft.com/office/officeart/2009/3/layout/StepUpProcess"/>
    <dgm:cxn modelId="{B56121AD-0FB8-4DF3-8356-DB188842019D}" type="presParOf" srcId="{31E1E516-736B-4DA7-8F6D-1F2E5CD44D10}" destId="{1D5F48EC-0639-4D2F-820E-C3E346BBA81C}" srcOrd="0" destOrd="0" presId="urn:microsoft.com/office/officeart/2009/3/layout/StepUpProcess"/>
    <dgm:cxn modelId="{B1815222-0366-4C13-9FCA-FC1BC92F97B9}" type="presParOf" srcId="{31E1E516-736B-4DA7-8F6D-1F2E5CD44D10}" destId="{D4C0ABF8-7168-4E17-9AEE-0A90D7D7B2D9}" srcOrd="1" destOrd="0" presId="urn:microsoft.com/office/officeart/2009/3/layout/StepUpProcess"/>
    <dgm:cxn modelId="{233DF1B1-0EA1-496B-B790-A47AF1FE3383}" type="presParOf" srcId="{31E1E516-736B-4DA7-8F6D-1F2E5CD44D10}" destId="{40B3F6C3-47F2-4E3A-B536-E6827E5B6D3D}" srcOrd="2" destOrd="0" presId="urn:microsoft.com/office/officeart/2009/3/layout/StepUpProcess"/>
    <dgm:cxn modelId="{B49A2A24-6599-42DE-9C27-08BAFFBBF534}" type="presParOf" srcId="{BE813A4A-4C2E-4B5B-85E2-394A65F1EB92}" destId="{5D4F46F3-BDDB-4D23-8945-D4713CF1689D}" srcOrd="3" destOrd="0" presId="urn:microsoft.com/office/officeart/2009/3/layout/StepUpProcess"/>
    <dgm:cxn modelId="{65A54A2E-BE5C-4FFA-A84C-BA470F90D4CC}" type="presParOf" srcId="{5D4F46F3-BDDB-4D23-8945-D4713CF1689D}" destId="{ABB03B90-B5F3-4B67-B07C-5BF9CB50ABC1}" srcOrd="0" destOrd="0" presId="urn:microsoft.com/office/officeart/2009/3/layout/StepUpProcess"/>
    <dgm:cxn modelId="{14E918EF-2DC3-4EFC-88D7-3A282E7A0109}" type="presParOf" srcId="{BE813A4A-4C2E-4B5B-85E2-394A65F1EB92}" destId="{5ACA83E8-29A0-44BA-B900-6A4B6138E717}" srcOrd="4"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5"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6"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7"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8"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9"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10"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 modelId="{CFDBDFFC-F703-4645-AA1D-14F0F11313D7}" type="presParOf" srcId="{ACAD3B18-3E90-4481-87BF-092310327A96}" destId="{04931DB7-88D0-4962-8D4A-7798AC4C5BB9}" srcOrd="2" destOrd="0" presId="urn:microsoft.com/office/officeart/2009/3/layout/StepUpProcess"/>
    <dgm:cxn modelId="{65741D5A-39FE-4084-AAFB-D2D8F8D990CB}" type="presParOf" srcId="{BE813A4A-4C2E-4B5B-85E2-394A65F1EB92}" destId="{ADED5CDB-E05F-4242-8553-ECB3AE36B8CC}" srcOrd="11" destOrd="0" presId="urn:microsoft.com/office/officeart/2009/3/layout/StepUpProcess"/>
    <dgm:cxn modelId="{25CC80EC-3BDE-4A45-8C0A-1909645C8417}" type="presParOf" srcId="{ADED5CDB-E05F-4242-8553-ECB3AE36B8CC}" destId="{AD809BE8-7F10-4AA2-936D-605319C80EB6}" srcOrd="0" destOrd="0" presId="urn:microsoft.com/office/officeart/2009/3/layout/StepUpProcess"/>
    <dgm:cxn modelId="{80F12346-7499-4F0D-A8B8-07BC01B941AE}" type="presParOf" srcId="{BE813A4A-4C2E-4B5B-85E2-394A65F1EB92}" destId="{F03219F0-7AF2-4848-8BEE-427EC3A498ED}" srcOrd="12" destOrd="0" presId="urn:microsoft.com/office/officeart/2009/3/layout/StepUpProcess"/>
    <dgm:cxn modelId="{D35BA85B-9193-4AB1-99C6-245173F435D1}" type="presParOf" srcId="{F03219F0-7AF2-4848-8BEE-427EC3A498ED}" destId="{8F7185B2-34DE-4686-8B37-8B37F9BEB4BF}" srcOrd="0" destOrd="0" presId="urn:microsoft.com/office/officeart/2009/3/layout/StepUpProcess"/>
    <dgm:cxn modelId="{A420D01A-F53C-471D-8DA7-2387DC68E18C}" type="presParOf" srcId="{F03219F0-7AF2-4848-8BEE-427EC3A498ED}" destId="{1E8C3E76-7687-4AD3-89B2-1DE96AAB1E55}"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custT="1"/>
      <dgm:spPr/>
      <dgm:t>
        <a:bodyPr/>
        <a:lstStyle/>
        <a:p>
          <a:r>
            <a:rPr lang="fr-FR" sz="200" b="1"/>
            <a:t>NIV 1 CURIEUX(-SE) </a:t>
          </a:r>
          <a:r>
            <a:rPr lang="fr-FR" sz="200" b="0"/>
            <a:t>: donne de l’attention</a:t>
          </a:r>
          <a:endParaRPr lang="fr-FR" sz="200"/>
        </a:p>
      </dgm:t>
    </dgm:pt>
    <dgm:pt modelId="{067E9044-C40B-4316-93EA-A92A4ECAE950}" type="parTrans" cxnId="{2E7949A9-4916-4EDB-9D8B-A976E6C2DA37}">
      <dgm:prSet/>
      <dgm:spPr/>
      <dgm:t>
        <a:bodyPr/>
        <a:lstStyle/>
        <a:p>
          <a:endParaRPr lang="fr-FR" sz="1200"/>
        </a:p>
      </dgm:t>
    </dgm:pt>
    <dgm:pt modelId="{3B1EB9FD-9A37-4CCA-ACA1-0D64039F17D9}" type="sibTrans" cxnId="{2E7949A9-4916-4EDB-9D8B-A976E6C2DA37}">
      <dgm:prSet/>
      <dgm:spPr/>
      <dgm:t>
        <a:bodyPr/>
        <a:lstStyle/>
        <a:p>
          <a:endParaRPr lang="fr-FR" sz="1200"/>
        </a:p>
      </dgm:t>
    </dgm:pt>
    <dgm:pt modelId="{91700F07-B7D9-4750-8436-3D09AA34A2D4}">
      <dgm:prSet phldrT="[Texte]" custT="1"/>
      <dgm:spPr/>
      <dgm:t>
        <a:bodyPr/>
        <a:lstStyle/>
        <a:p>
          <a:r>
            <a:rPr lang="fr-FR" sz="200" b="1"/>
            <a:t>NIV 2 JOUEUR(-SE) : </a:t>
          </a:r>
          <a:r>
            <a:rPr lang="fr-FR" sz="200" b="0"/>
            <a:t>donne du temps</a:t>
          </a:r>
          <a:endParaRPr lang="fr-FR" sz="200"/>
        </a:p>
      </dgm:t>
    </dgm:pt>
    <dgm:pt modelId="{1A2AEEAE-80AD-4998-84BD-BD0584C3B2FB}" type="parTrans" cxnId="{D4DD1649-6605-4868-AC8E-1F81674F8965}">
      <dgm:prSet/>
      <dgm:spPr/>
      <dgm:t>
        <a:bodyPr/>
        <a:lstStyle/>
        <a:p>
          <a:endParaRPr lang="fr-FR" sz="1200"/>
        </a:p>
      </dgm:t>
    </dgm:pt>
    <dgm:pt modelId="{7D2D50D2-70AB-4462-B689-202CA487E9D0}" type="sibTrans" cxnId="{D4DD1649-6605-4868-AC8E-1F81674F8965}">
      <dgm:prSet/>
      <dgm:spPr/>
      <dgm:t>
        <a:bodyPr/>
        <a:lstStyle/>
        <a:p>
          <a:endParaRPr lang="fr-FR" sz="1200"/>
        </a:p>
      </dgm:t>
    </dgm:pt>
    <dgm:pt modelId="{2A800630-C82C-4D2E-9CA2-07AF9907F8E2}">
      <dgm:prSet phldrT="[Texte]" custT="1"/>
      <dgm:spPr/>
      <dgm:t>
        <a:bodyPr/>
        <a:lstStyle/>
        <a:p>
          <a:r>
            <a:rPr lang="fr-FR" sz="200" b="1"/>
            <a:t>NIV 3 ECLAIREUR(-SE) : </a:t>
          </a:r>
          <a:r>
            <a:rPr lang="fr-FR" sz="200" b="0"/>
            <a:t>donne l’opportunité </a:t>
          </a:r>
          <a:endParaRPr lang="fr-FR" sz="200"/>
        </a:p>
      </dgm:t>
    </dgm:pt>
    <dgm:pt modelId="{315E4E1A-7793-43B2-B248-1D90BDD5E85C}" type="parTrans" cxnId="{CCB16BD5-DA92-4776-ABA4-C60160D40F02}">
      <dgm:prSet/>
      <dgm:spPr/>
      <dgm:t>
        <a:bodyPr/>
        <a:lstStyle/>
        <a:p>
          <a:endParaRPr lang="fr-FR" sz="1200"/>
        </a:p>
      </dgm:t>
    </dgm:pt>
    <dgm:pt modelId="{28B6BE6B-2E0F-4F2B-A73A-43933C3EE117}" type="sibTrans" cxnId="{CCB16BD5-DA92-4776-ABA4-C60160D40F02}">
      <dgm:prSet/>
      <dgm:spPr/>
      <dgm:t>
        <a:bodyPr/>
        <a:lstStyle/>
        <a:p>
          <a:endParaRPr lang="fr-FR" sz="1200"/>
        </a:p>
      </dgm:t>
    </dgm:pt>
    <dgm:pt modelId="{E072D5FA-D96C-4052-A44E-A0EEC6E6F48E}">
      <dgm:prSet phldrT="[Texte]" custT="1"/>
      <dgm:spPr/>
      <dgm:t>
        <a:bodyPr/>
        <a:lstStyle/>
        <a:p>
          <a:r>
            <a:rPr lang="fr-FR" sz="200" b="1"/>
            <a:t>NIV 4 CO-ANIMATEUR(-TRICE) : </a:t>
          </a:r>
          <a:r>
            <a:rPr lang="fr-FR" sz="200" b="0"/>
            <a:t>donne de la contribution</a:t>
          </a:r>
          <a:endParaRPr lang="fr-FR" sz="200"/>
        </a:p>
      </dgm:t>
    </dgm:pt>
    <dgm:pt modelId="{988D2C16-6723-4508-B712-EF96CCD17340}" type="parTrans" cxnId="{8C23C0C8-F4A5-459B-9777-1CDE8A858084}">
      <dgm:prSet/>
      <dgm:spPr/>
      <dgm:t>
        <a:bodyPr/>
        <a:lstStyle/>
        <a:p>
          <a:endParaRPr lang="fr-FR" sz="1200"/>
        </a:p>
      </dgm:t>
    </dgm:pt>
    <dgm:pt modelId="{65005B8E-A5AA-4912-9FEC-526B058FE77D}" type="sibTrans" cxnId="{8C23C0C8-F4A5-459B-9777-1CDE8A858084}">
      <dgm:prSet/>
      <dgm:spPr/>
      <dgm:t>
        <a:bodyPr/>
        <a:lstStyle/>
        <a:p>
          <a:endParaRPr lang="fr-FR" sz="1200"/>
        </a:p>
      </dgm:t>
    </dgm:pt>
    <dgm:pt modelId="{B0470A51-11AD-4E90-9EDD-C42BB5F7EF4E}">
      <dgm:prSet phldrT="[Texte]" custT="1"/>
      <dgm:spPr/>
      <dgm:t>
        <a:bodyPr/>
        <a:lstStyle/>
        <a:p>
          <a:r>
            <a:rPr lang="fr-FR" sz="200" b="1"/>
            <a:t>NIV 5 ANIMATEUR(-TRICE) </a:t>
          </a:r>
          <a:r>
            <a:rPr lang="fr-FR" sz="200"/>
            <a:t>: prend des responsabilités</a:t>
          </a:r>
        </a:p>
      </dgm:t>
    </dgm:pt>
    <dgm:pt modelId="{C20588E9-F66D-49AE-9430-D2C06C6BC1D0}" type="parTrans" cxnId="{8D52ADD1-250A-4291-9E60-C4203DCACC57}">
      <dgm:prSet/>
      <dgm:spPr/>
      <dgm:t>
        <a:bodyPr/>
        <a:lstStyle/>
        <a:p>
          <a:endParaRPr lang="fr-FR" sz="1200"/>
        </a:p>
      </dgm:t>
    </dgm:pt>
    <dgm:pt modelId="{8D8D18C2-88CB-4854-9149-68F790556F74}" type="sibTrans" cxnId="{8D52ADD1-250A-4291-9E60-C4203DCACC57}">
      <dgm:prSet/>
      <dgm:spPr/>
      <dgm:t>
        <a:bodyPr/>
        <a:lstStyle/>
        <a:p>
          <a:endParaRPr lang="fr-FR" sz="1200"/>
        </a:p>
      </dgm:t>
    </dgm:pt>
    <dgm:pt modelId="{0B29FC3C-8A8D-499A-83D6-9B8EA78FF2C6}">
      <dgm:prSet phldrT="[Texte]" custT="1"/>
      <dgm:spPr/>
      <dgm:t>
        <a:bodyPr/>
        <a:lstStyle/>
        <a:p>
          <a:r>
            <a:rPr lang="fr-FR" sz="200" b="1"/>
            <a:t>NIV 6 CRÉATEUR(-TRICE) : </a:t>
          </a:r>
          <a:r>
            <a:rPr lang="fr-FR" sz="200" b="0"/>
            <a:t>créé des contenus</a:t>
          </a:r>
          <a:endParaRPr lang="fr-FR" sz="200"/>
        </a:p>
      </dgm:t>
    </dgm:pt>
    <dgm:pt modelId="{CC34ED61-8FCF-4467-8F2D-771A90B5E7EC}" type="parTrans" cxnId="{BC9C495B-D6A0-4B39-A0E1-CDCC6A01BFA9}">
      <dgm:prSet/>
      <dgm:spPr/>
      <dgm:t>
        <a:bodyPr/>
        <a:lstStyle/>
        <a:p>
          <a:endParaRPr lang="fr-FR" sz="1200"/>
        </a:p>
      </dgm:t>
    </dgm:pt>
    <dgm:pt modelId="{FAAADA48-87D4-47EA-A6C7-4020CBE3BA33}" type="sibTrans" cxnId="{BC9C495B-D6A0-4B39-A0E1-CDCC6A01BFA9}">
      <dgm:prSet/>
      <dgm:spPr/>
      <dgm:t>
        <a:bodyPr/>
        <a:lstStyle/>
        <a:p>
          <a:endParaRPr lang="fr-FR" sz="1200"/>
        </a:p>
      </dgm:t>
    </dgm:pt>
    <dgm:pt modelId="{21B5F943-B084-4F92-88A6-B4C2A64F7286}">
      <dgm:prSet phldrT="[Texte]" custT="1"/>
      <dgm:spPr/>
      <dgm:t>
        <a:bodyPr/>
        <a:lstStyle/>
        <a:p>
          <a:r>
            <a:rPr lang="fr-FR" sz="200" b="1"/>
            <a:t>NIV 7 CONTENT COMMUNITY BOOSTER </a:t>
          </a:r>
          <a:r>
            <a:rPr lang="fr-FR" sz="200"/>
            <a:t>: développe la communauté</a:t>
          </a:r>
        </a:p>
      </dgm:t>
    </dgm:pt>
    <dgm:pt modelId="{A195647A-5F4B-4936-A315-0F0CF0FDD3C0}" type="parTrans" cxnId="{4343D786-1BA1-4F11-8009-AE0F9E8BEF9E}">
      <dgm:prSet/>
      <dgm:spPr/>
      <dgm:t>
        <a:bodyPr/>
        <a:lstStyle/>
        <a:p>
          <a:endParaRPr lang="fr-FR" sz="1200"/>
        </a:p>
      </dgm:t>
    </dgm:pt>
    <dgm:pt modelId="{C0F68925-1F25-4590-840C-85F16B31C23A}" type="sibTrans" cxnId="{4343D786-1BA1-4F11-8009-AE0F9E8BEF9E}">
      <dgm:prSet/>
      <dgm:spPr/>
      <dgm:t>
        <a:bodyPr/>
        <a:lstStyle/>
        <a:p>
          <a:endParaRPr lang="fr-FR" sz="1200"/>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3"/>
      <dgm:spPr>
        <a:solidFill>
          <a:schemeClr val="bg1">
            <a:lumMod val="85000"/>
          </a:schemeClr>
        </a:solidFill>
        <a:ln>
          <a:noFill/>
        </a:ln>
      </dgm:spPr>
    </dgm:pt>
    <dgm:pt modelId="{A8F73CF3-5C35-4D3F-9BFA-3C60D3E39869}" type="pres">
      <dgm:prSet presAssocID="{D319E433-0934-4606-AB7D-2BC75F8DFA0D}" presName="ParentText" presStyleLbl="revTx" presStyleIdx="0" presStyleCnt="7">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3"/>
      <dgm:spPr>
        <a:solidFill>
          <a:schemeClr val="bg1">
            <a:lumMod val="85000"/>
          </a:schemeClr>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31E1E516-736B-4DA7-8F6D-1F2E5CD44D10}" type="pres">
      <dgm:prSet presAssocID="{91700F07-B7D9-4750-8436-3D09AA34A2D4}" presName="composite" presStyleCnt="0"/>
      <dgm:spPr/>
    </dgm:pt>
    <dgm:pt modelId="{1D5F48EC-0639-4D2F-820E-C3E346BBA81C}" type="pres">
      <dgm:prSet presAssocID="{91700F07-B7D9-4750-8436-3D09AA34A2D4}" presName="LShape" presStyleLbl="alignNode1" presStyleIdx="2" presStyleCnt="13"/>
      <dgm:spPr>
        <a:solidFill>
          <a:schemeClr val="bg1">
            <a:lumMod val="85000"/>
          </a:schemeClr>
        </a:solidFill>
        <a:ln>
          <a:noFill/>
        </a:ln>
      </dgm:spPr>
    </dgm:pt>
    <dgm:pt modelId="{D4C0ABF8-7168-4E17-9AEE-0A90D7D7B2D9}" type="pres">
      <dgm:prSet presAssocID="{91700F07-B7D9-4750-8436-3D09AA34A2D4}" presName="ParentText" presStyleLbl="revTx" presStyleIdx="1" presStyleCnt="7">
        <dgm:presLayoutVars>
          <dgm:chMax val="0"/>
          <dgm:chPref val="0"/>
          <dgm:bulletEnabled val="1"/>
        </dgm:presLayoutVars>
      </dgm:prSet>
      <dgm:spPr/>
    </dgm:pt>
    <dgm:pt modelId="{40B3F6C3-47F2-4E3A-B536-E6827E5B6D3D}" type="pres">
      <dgm:prSet presAssocID="{91700F07-B7D9-4750-8436-3D09AA34A2D4}" presName="Triangle" presStyleLbl="alignNode1" presStyleIdx="3" presStyleCnt="13"/>
      <dgm:spPr>
        <a:solidFill>
          <a:srgbClr val="ED7D31"/>
        </a:solidFill>
        <a:ln>
          <a:noFill/>
        </a:ln>
      </dgm:spPr>
    </dgm:pt>
    <dgm:pt modelId="{5D4F46F3-BDDB-4D23-8945-D4713CF1689D}" type="pres">
      <dgm:prSet presAssocID="{7D2D50D2-70AB-4462-B689-202CA487E9D0}" presName="sibTrans" presStyleCnt="0"/>
      <dgm:spPr/>
    </dgm:pt>
    <dgm:pt modelId="{ABB03B90-B5F3-4B67-B07C-5BF9CB50ABC1}" type="pres">
      <dgm:prSet presAssocID="{7D2D50D2-70AB-4462-B689-202CA487E9D0}"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4" presStyleCnt="13"/>
      <dgm:spPr>
        <a:solidFill>
          <a:srgbClr val="ED7D31"/>
        </a:solidFill>
        <a:ln>
          <a:noFill/>
        </a:ln>
      </dgm:spPr>
    </dgm:pt>
    <dgm:pt modelId="{6937B817-1A63-4D95-94E9-FD03A7BC1B40}" type="pres">
      <dgm:prSet presAssocID="{2A800630-C82C-4D2E-9CA2-07AF9907F8E2}" presName="ParentText" presStyleLbl="revTx" presStyleIdx="2" presStyleCnt="7">
        <dgm:presLayoutVars>
          <dgm:chMax val="0"/>
          <dgm:chPref val="0"/>
          <dgm:bulletEnabled val="1"/>
        </dgm:presLayoutVars>
      </dgm:prSet>
      <dgm:spPr/>
    </dgm:pt>
    <dgm:pt modelId="{CEC1A658-099E-49E5-BC89-D956E9F29B72}" type="pres">
      <dgm:prSet presAssocID="{2A800630-C82C-4D2E-9CA2-07AF9907F8E2}" presName="Triangle" presStyleLbl="alignNode1" presStyleIdx="5" presStyleCnt="13"/>
      <dgm:spPr>
        <a:solidFill>
          <a:srgbClr val="ED7D31"/>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6" presStyleCnt="13"/>
      <dgm:spPr>
        <a:solidFill>
          <a:srgbClr val="ED7D31"/>
        </a:solidFill>
        <a:ln>
          <a:noFill/>
        </a:ln>
      </dgm:spPr>
    </dgm:pt>
    <dgm:pt modelId="{E1915B3A-8748-4A22-80A3-00E2828C973E}" type="pres">
      <dgm:prSet presAssocID="{E072D5FA-D96C-4052-A44E-A0EEC6E6F48E}" presName="ParentText" presStyleLbl="revTx" presStyleIdx="3" presStyleCnt="7">
        <dgm:presLayoutVars>
          <dgm:chMax val="0"/>
          <dgm:chPref val="0"/>
          <dgm:bulletEnabled val="1"/>
        </dgm:presLayoutVars>
      </dgm:prSet>
      <dgm:spPr/>
    </dgm:pt>
    <dgm:pt modelId="{B4FFB1F2-72D2-443E-96C5-38A27895A5A5}" type="pres">
      <dgm:prSet presAssocID="{E072D5FA-D96C-4052-A44E-A0EEC6E6F48E}" presName="Triangle" presStyleLbl="alignNode1" presStyleIdx="7" presStyleCnt="13"/>
      <dgm:spPr>
        <a:xfrm>
          <a:off x="5524209" y="974832"/>
          <a:ext cx="226790" cy="226790"/>
        </a:xfrm>
        <a:prstGeom prst="triangle">
          <a:avLst>
            <a:gd name="adj" fmla="val 100000"/>
          </a:avLst>
        </a:prstGeom>
        <a:solidFill>
          <a:srgbClr val="ED7D31"/>
        </a:solidFill>
        <a:ln w="12700" cap="flat" cmpd="sng" algn="ctr">
          <a:noFill/>
          <a:prstDash val="solid"/>
          <a:miter lim="800000"/>
        </a:ln>
        <a:effectLst/>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8" presStyleCnt="13"/>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4" presStyleCnt="7">
        <dgm:presLayoutVars>
          <dgm:chMax val="0"/>
          <dgm:chPref val="0"/>
          <dgm:bulletEnabled val="1"/>
        </dgm:presLayoutVars>
      </dgm:prSet>
      <dgm:spPr/>
    </dgm:pt>
    <dgm:pt modelId="{B61612F3-149C-445E-B77C-8D7D7291AAB9}" type="pres">
      <dgm:prSet presAssocID="{B0470A51-11AD-4E90-9EDD-C42BB5F7EF4E}" presName="Triangle" presStyleLbl="alignNode1" presStyleIdx="9" presStyleCnt="13"/>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10" presStyleCnt="13"/>
      <dgm:spPr>
        <a:solidFill>
          <a:srgbClr val="3494BA"/>
        </a:solidFill>
        <a:ln>
          <a:noFill/>
        </a:ln>
      </dgm:spPr>
    </dgm:pt>
    <dgm:pt modelId="{EE26FCBE-40C7-4DE0-9CD7-9F29486EDACB}" type="pres">
      <dgm:prSet presAssocID="{0B29FC3C-8A8D-499A-83D6-9B8EA78FF2C6}" presName="ParentText" presStyleLbl="revTx" presStyleIdx="5" presStyleCnt="7">
        <dgm:presLayoutVars>
          <dgm:chMax val="0"/>
          <dgm:chPref val="0"/>
          <dgm:bulletEnabled val="1"/>
        </dgm:presLayoutVars>
      </dgm:prSet>
      <dgm:spPr/>
    </dgm:pt>
    <dgm:pt modelId="{04931DB7-88D0-4962-8D4A-7798AC4C5BB9}" type="pres">
      <dgm:prSet presAssocID="{0B29FC3C-8A8D-499A-83D6-9B8EA78FF2C6}" presName="Triangle" presStyleLbl="alignNode1" presStyleIdx="11" presStyleCnt="13"/>
      <dgm:spPr>
        <a:solidFill>
          <a:srgbClr val="3494BA"/>
        </a:solidFill>
        <a:ln>
          <a:noFill/>
        </a:ln>
      </dgm:spPr>
    </dgm:pt>
    <dgm:pt modelId="{ADED5CDB-E05F-4242-8553-ECB3AE36B8CC}" type="pres">
      <dgm:prSet presAssocID="{FAAADA48-87D4-47EA-A6C7-4020CBE3BA33}" presName="sibTrans" presStyleCnt="0"/>
      <dgm:spPr/>
    </dgm:pt>
    <dgm:pt modelId="{AD809BE8-7F10-4AA2-936D-605319C80EB6}" type="pres">
      <dgm:prSet presAssocID="{FAAADA48-87D4-47EA-A6C7-4020CBE3BA33}" presName="space" presStyleCnt="0"/>
      <dgm:spPr/>
    </dgm:pt>
    <dgm:pt modelId="{F03219F0-7AF2-4848-8BEE-427EC3A498ED}" type="pres">
      <dgm:prSet presAssocID="{21B5F943-B084-4F92-88A6-B4C2A64F7286}" presName="composite" presStyleCnt="0"/>
      <dgm:spPr/>
    </dgm:pt>
    <dgm:pt modelId="{8F7185B2-34DE-4686-8B37-8B37F9BEB4BF}" type="pres">
      <dgm:prSet presAssocID="{21B5F943-B084-4F92-88A6-B4C2A64F7286}" presName="LShape" presStyleLbl="alignNode1" presStyleIdx="12" presStyleCnt="13"/>
      <dgm:spPr>
        <a:solidFill>
          <a:srgbClr val="3494BA"/>
        </a:solidFill>
        <a:ln>
          <a:noFill/>
        </a:ln>
      </dgm:spPr>
    </dgm:pt>
    <dgm:pt modelId="{1E8C3E76-7687-4AD3-89B2-1DE96AAB1E55}" type="pres">
      <dgm:prSet presAssocID="{21B5F943-B084-4F92-88A6-B4C2A64F7286}" presName="ParentText" presStyleLbl="revTx" presStyleIdx="6" presStyleCnt="7" custScaleY="128550" custLinFactNeighborX="597" custLinFactNeighborY="15538">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5" destOrd="0" parTransId="{CC34ED61-8FCF-4467-8F2D-771A90B5E7EC}" sibTransId="{FAAADA48-87D4-47EA-A6C7-4020CBE3BA33}"/>
    <dgm:cxn modelId="{6DCB2E61-77C1-4C5D-AAA4-168CF4E54077}" type="presOf" srcId="{91700F07-B7D9-4750-8436-3D09AA34A2D4}" destId="{D4C0ABF8-7168-4E17-9AEE-0A90D7D7B2D9}" srcOrd="0" destOrd="0" presId="urn:microsoft.com/office/officeart/2009/3/layout/StepUpProcess"/>
    <dgm:cxn modelId="{D4DD1649-6605-4868-AC8E-1F81674F8965}" srcId="{AC7B8218-7C73-412C-A5E8-1313A5017D96}" destId="{91700F07-B7D9-4750-8436-3D09AA34A2D4}" srcOrd="1" destOrd="0" parTransId="{1A2AEEAE-80AD-4998-84BD-BD0584C3B2FB}" sibTransId="{7D2D50D2-70AB-4462-B689-202CA487E9D0}"/>
    <dgm:cxn modelId="{2B96C050-6158-4163-8018-5A3FAB2DC0B4}" type="presOf" srcId="{2A800630-C82C-4D2E-9CA2-07AF9907F8E2}" destId="{6937B817-1A63-4D95-94E9-FD03A7BC1B40}" srcOrd="0" destOrd="0" presId="urn:microsoft.com/office/officeart/2009/3/layout/StepUpProcess"/>
    <dgm:cxn modelId="{84B98E7D-3950-426D-8BCC-303B12EAF0E2}" type="presOf" srcId="{21B5F943-B084-4F92-88A6-B4C2A64F7286}" destId="{1E8C3E76-7687-4AD3-89B2-1DE96AAB1E55}" srcOrd="0" destOrd="0" presId="urn:microsoft.com/office/officeart/2009/3/layout/StepUpProcess"/>
    <dgm:cxn modelId="{4343D786-1BA1-4F11-8009-AE0F9E8BEF9E}" srcId="{AC7B8218-7C73-412C-A5E8-1313A5017D96}" destId="{21B5F943-B084-4F92-88A6-B4C2A64F7286}" srcOrd="6" destOrd="0" parTransId="{A195647A-5F4B-4936-A315-0F0CF0FDD3C0}" sibTransId="{C0F68925-1F25-4590-840C-85F16B31C23A}"/>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3" destOrd="0" parTransId="{988D2C16-6723-4508-B712-EF96CCD17340}" sibTransId="{65005B8E-A5AA-4912-9FEC-526B058FE77D}"/>
    <dgm:cxn modelId="{8D52ADD1-250A-4291-9E60-C4203DCACC57}" srcId="{AC7B8218-7C73-412C-A5E8-1313A5017D96}" destId="{B0470A51-11AD-4E90-9EDD-C42BB5F7EF4E}" srcOrd="4" destOrd="0" parTransId="{C20588E9-F66D-49AE-9430-D2C06C6BC1D0}" sibTransId="{8D8D18C2-88CB-4854-9149-68F790556F74}"/>
    <dgm:cxn modelId="{CCB16BD5-DA92-4776-ABA4-C60160D40F02}" srcId="{AC7B8218-7C73-412C-A5E8-1313A5017D96}" destId="{2A800630-C82C-4D2E-9CA2-07AF9907F8E2}" srcOrd="2"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D010E4CE-4F24-4D92-9366-3E770712A042}" type="presParOf" srcId="{BE813A4A-4C2E-4B5B-85E2-394A65F1EB92}" destId="{31E1E516-736B-4DA7-8F6D-1F2E5CD44D10}" srcOrd="2" destOrd="0" presId="urn:microsoft.com/office/officeart/2009/3/layout/StepUpProcess"/>
    <dgm:cxn modelId="{B56121AD-0FB8-4DF3-8356-DB188842019D}" type="presParOf" srcId="{31E1E516-736B-4DA7-8F6D-1F2E5CD44D10}" destId="{1D5F48EC-0639-4D2F-820E-C3E346BBA81C}" srcOrd="0" destOrd="0" presId="urn:microsoft.com/office/officeart/2009/3/layout/StepUpProcess"/>
    <dgm:cxn modelId="{B1815222-0366-4C13-9FCA-FC1BC92F97B9}" type="presParOf" srcId="{31E1E516-736B-4DA7-8F6D-1F2E5CD44D10}" destId="{D4C0ABF8-7168-4E17-9AEE-0A90D7D7B2D9}" srcOrd="1" destOrd="0" presId="urn:microsoft.com/office/officeart/2009/3/layout/StepUpProcess"/>
    <dgm:cxn modelId="{233DF1B1-0EA1-496B-B790-A47AF1FE3383}" type="presParOf" srcId="{31E1E516-736B-4DA7-8F6D-1F2E5CD44D10}" destId="{40B3F6C3-47F2-4E3A-B536-E6827E5B6D3D}" srcOrd="2" destOrd="0" presId="urn:microsoft.com/office/officeart/2009/3/layout/StepUpProcess"/>
    <dgm:cxn modelId="{B49A2A24-6599-42DE-9C27-08BAFFBBF534}" type="presParOf" srcId="{BE813A4A-4C2E-4B5B-85E2-394A65F1EB92}" destId="{5D4F46F3-BDDB-4D23-8945-D4713CF1689D}" srcOrd="3" destOrd="0" presId="urn:microsoft.com/office/officeart/2009/3/layout/StepUpProcess"/>
    <dgm:cxn modelId="{65A54A2E-BE5C-4FFA-A84C-BA470F90D4CC}" type="presParOf" srcId="{5D4F46F3-BDDB-4D23-8945-D4713CF1689D}" destId="{ABB03B90-B5F3-4B67-B07C-5BF9CB50ABC1}" srcOrd="0" destOrd="0" presId="urn:microsoft.com/office/officeart/2009/3/layout/StepUpProcess"/>
    <dgm:cxn modelId="{14E918EF-2DC3-4EFC-88D7-3A282E7A0109}" type="presParOf" srcId="{BE813A4A-4C2E-4B5B-85E2-394A65F1EB92}" destId="{5ACA83E8-29A0-44BA-B900-6A4B6138E717}" srcOrd="4"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5"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6"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7"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8"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9"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10"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 modelId="{CFDBDFFC-F703-4645-AA1D-14F0F11313D7}" type="presParOf" srcId="{ACAD3B18-3E90-4481-87BF-092310327A96}" destId="{04931DB7-88D0-4962-8D4A-7798AC4C5BB9}" srcOrd="2" destOrd="0" presId="urn:microsoft.com/office/officeart/2009/3/layout/StepUpProcess"/>
    <dgm:cxn modelId="{65741D5A-39FE-4084-AAFB-D2D8F8D990CB}" type="presParOf" srcId="{BE813A4A-4C2E-4B5B-85E2-394A65F1EB92}" destId="{ADED5CDB-E05F-4242-8553-ECB3AE36B8CC}" srcOrd="11" destOrd="0" presId="urn:microsoft.com/office/officeart/2009/3/layout/StepUpProcess"/>
    <dgm:cxn modelId="{25CC80EC-3BDE-4A45-8C0A-1909645C8417}" type="presParOf" srcId="{ADED5CDB-E05F-4242-8553-ECB3AE36B8CC}" destId="{AD809BE8-7F10-4AA2-936D-605319C80EB6}" srcOrd="0" destOrd="0" presId="urn:microsoft.com/office/officeart/2009/3/layout/StepUpProcess"/>
    <dgm:cxn modelId="{80F12346-7499-4F0D-A8B8-07BC01B941AE}" type="presParOf" srcId="{BE813A4A-4C2E-4B5B-85E2-394A65F1EB92}" destId="{F03219F0-7AF2-4848-8BEE-427EC3A498ED}" srcOrd="12" destOrd="0" presId="urn:microsoft.com/office/officeart/2009/3/layout/StepUpProcess"/>
    <dgm:cxn modelId="{D35BA85B-9193-4AB1-99C6-245173F435D1}" type="presParOf" srcId="{F03219F0-7AF2-4848-8BEE-427EC3A498ED}" destId="{8F7185B2-34DE-4686-8B37-8B37F9BEB4BF}" srcOrd="0" destOrd="0" presId="urn:microsoft.com/office/officeart/2009/3/layout/StepUpProcess"/>
    <dgm:cxn modelId="{A420D01A-F53C-471D-8DA7-2387DC68E18C}" type="presParOf" srcId="{F03219F0-7AF2-4848-8BEE-427EC3A498ED}" destId="{1E8C3E76-7687-4AD3-89B2-1DE96AAB1E55}"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B0470A51-11AD-4E90-9EDD-C42BB5F7EF4E}">
      <dgm:prSet phldrT="[Texte]" custT="1"/>
      <dgm:spPr/>
      <dgm:t>
        <a:bodyPr/>
        <a:lstStyle/>
        <a:p>
          <a:r>
            <a:rPr lang="fr-FR" sz="200" b="1"/>
            <a:t>NIV 5 ANIMATEUR(-TRICE) </a:t>
          </a:r>
          <a:r>
            <a:rPr lang="fr-FR" sz="200"/>
            <a:t>: prend des responsabilités</a:t>
          </a:r>
        </a:p>
      </dgm:t>
    </dgm:pt>
    <dgm:pt modelId="{C20588E9-F66D-49AE-9430-D2C06C6BC1D0}" type="parTrans" cxnId="{8D52ADD1-250A-4291-9E60-C4203DCACC57}">
      <dgm:prSet/>
      <dgm:spPr/>
      <dgm:t>
        <a:bodyPr/>
        <a:lstStyle/>
        <a:p>
          <a:endParaRPr lang="fr-FR" sz="1200"/>
        </a:p>
      </dgm:t>
    </dgm:pt>
    <dgm:pt modelId="{8D8D18C2-88CB-4854-9149-68F790556F74}" type="sibTrans" cxnId="{8D52ADD1-250A-4291-9E60-C4203DCACC57}">
      <dgm:prSet/>
      <dgm:spPr/>
      <dgm:t>
        <a:bodyPr/>
        <a:lstStyle/>
        <a:p>
          <a:endParaRPr lang="fr-FR" sz="1200"/>
        </a:p>
      </dgm:t>
    </dgm:pt>
    <dgm:pt modelId="{0B29FC3C-8A8D-499A-83D6-9B8EA78FF2C6}">
      <dgm:prSet phldrT="[Texte]" custT="1"/>
      <dgm:spPr/>
      <dgm:t>
        <a:bodyPr/>
        <a:lstStyle/>
        <a:p>
          <a:r>
            <a:rPr lang="fr-FR" sz="200" b="1"/>
            <a:t>NIV 6 CRÉATEUR(-TRICE) : </a:t>
          </a:r>
          <a:r>
            <a:rPr lang="fr-FR" sz="200" b="0"/>
            <a:t>créé des contenus</a:t>
          </a:r>
          <a:endParaRPr lang="fr-FR" sz="200"/>
        </a:p>
      </dgm:t>
    </dgm:pt>
    <dgm:pt modelId="{CC34ED61-8FCF-4467-8F2D-771A90B5E7EC}" type="parTrans" cxnId="{BC9C495B-D6A0-4B39-A0E1-CDCC6A01BFA9}">
      <dgm:prSet/>
      <dgm:spPr/>
      <dgm:t>
        <a:bodyPr/>
        <a:lstStyle/>
        <a:p>
          <a:endParaRPr lang="fr-FR" sz="1200"/>
        </a:p>
      </dgm:t>
    </dgm:pt>
    <dgm:pt modelId="{FAAADA48-87D4-47EA-A6C7-4020CBE3BA33}" type="sibTrans" cxnId="{BC9C495B-D6A0-4B39-A0E1-CDCC6A01BFA9}">
      <dgm:prSet/>
      <dgm:spPr/>
      <dgm:t>
        <a:bodyPr/>
        <a:lstStyle/>
        <a:p>
          <a:endParaRPr lang="fr-FR" sz="1200"/>
        </a:p>
      </dgm:t>
    </dgm:pt>
    <dgm:pt modelId="{BE813A4A-4C2E-4B5B-85E2-394A65F1EB92}" type="pres">
      <dgm:prSet presAssocID="{AC7B8218-7C73-412C-A5E8-1313A5017D96}" presName="rootnode" presStyleCnt="0">
        <dgm:presLayoutVars>
          <dgm:chMax/>
          <dgm:chPref/>
          <dgm:dir/>
          <dgm:animLvl val="lvl"/>
        </dgm:presLayoutVars>
      </dgm:prSet>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0" presStyleCnt="3"/>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0" presStyleCnt="2">
        <dgm:presLayoutVars>
          <dgm:chMax val="0"/>
          <dgm:chPref val="0"/>
          <dgm:bulletEnabled val="1"/>
        </dgm:presLayoutVars>
      </dgm:prSet>
      <dgm:spPr/>
    </dgm:pt>
    <dgm:pt modelId="{B61612F3-149C-445E-B77C-8D7D7291AAB9}" type="pres">
      <dgm:prSet presAssocID="{B0470A51-11AD-4E90-9EDD-C42BB5F7EF4E}" presName="Triangle" presStyleLbl="alignNode1" presStyleIdx="1" presStyleCnt="3"/>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2" presStyleCnt="3"/>
      <dgm:spPr>
        <a:solidFill>
          <a:srgbClr val="3494BA"/>
        </a:solidFill>
        <a:ln>
          <a:noFill/>
        </a:ln>
      </dgm:spPr>
    </dgm:pt>
    <dgm:pt modelId="{EE26FCBE-40C7-4DE0-9CD7-9F29486EDACB}" type="pres">
      <dgm:prSet presAssocID="{0B29FC3C-8A8D-499A-83D6-9B8EA78FF2C6}" presName="ParentText" presStyleLbl="revTx" presStyleIdx="1" presStyleCnt="2">
        <dgm:presLayoutVars>
          <dgm:chMax val="0"/>
          <dgm:chPref val="0"/>
          <dgm:bulletEnabled val="1"/>
        </dgm:presLayoutVars>
      </dgm:prSet>
      <dgm:spPr/>
    </dgm:pt>
  </dgm:ptLst>
  <dgm:cxnLst>
    <dgm:cxn modelId="{BC9C495B-D6A0-4B39-A0E1-CDCC6A01BFA9}" srcId="{AC7B8218-7C73-412C-A5E8-1313A5017D96}" destId="{0B29FC3C-8A8D-499A-83D6-9B8EA78FF2C6}" srcOrd="1" destOrd="0" parTransId="{CC34ED61-8FCF-4467-8F2D-771A90B5E7EC}" sibTransId="{FAAADA48-87D4-47EA-A6C7-4020CBE3BA33}"/>
    <dgm:cxn modelId="{6F7675BF-329B-4499-83B0-8B92ED9B9A66}" type="presOf" srcId="{B0470A51-11AD-4E90-9EDD-C42BB5F7EF4E}" destId="{6BB94EDB-46AE-42AC-8381-C2B29F768819}" srcOrd="0" destOrd="0" presId="urn:microsoft.com/office/officeart/2009/3/layout/StepUpProcess"/>
    <dgm:cxn modelId="{8D52ADD1-250A-4291-9E60-C4203DCACC57}" srcId="{AC7B8218-7C73-412C-A5E8-1313A5017D96}" destId="{B0470A51-11AD-4E90-9EDD-C42BB5F7EF4E}" srcOrd="0" destOrd="0" parTransId="{C20588E9-F66D-49AE-9430-D2C06C6BC1D0}" sibTransId="{8D8D18C2-88CB-4854-9149-68F790556F74}"/>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A17DBA15-D625-40E4-8C41-D0E9E5A98FC7}" type="presParOf" srcId="{BE813A4A-4C2E-4B5B-85E2-394A65F1EB92}" destId="{F7F272BE-714C-4F67-9D13-537D5173263F}" srcOrd="0"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1"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2"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Lst>
  <dgm:bg/>
  <dgm:whole/>
  <dgm:extLst>
    <a:ext uri="http://schemas.microsoft.com/office/drawing/2008/diagram">
      <dsp:dataModelExt xmlns:dsp="http://schemas.microsoft.com/office/drawing/2008/diagram" relId="rId49"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custT="1"/>
      <dgm:spPr/>
      <dgm:t>
        <a:bodyPr/>
        <a:lstStyle/>
        <a:p>
          <a:r>
            <a:rPr lang="fr-FR" sz="200" b="1"/>
            <a:t>NIV 1 CURIEUX(-SE) </a:t>
          </a:r>
          <a:r>
            <a:rPr lang="fr-FR" sz="200" b="0"/>
            <a:t>: donne de l’attention</a:t>
          </a:r>
          <a:endParaRPr lang="fr-FR" sz="200"/>
        </a:p>
      </dgm:t>
    </dgm:pt>
    <dgm:pt modelId="{067E9044-C40B-4316-93EA-A92A4ECAE950}" type="parTrans" cxnId="{2E7949A9-4916-4EDB-9D8B-A976E6C2DA37}">
      <dgm:prSet/>
      <dgm:spPr/>
      <dgm:t>
        <a:bodyPr/>
        <a:lstStyle/>
        <a:p>
          <a:endParaRPr lang="fr-FR" sz="1200"/>
        </a:p>
      </dgm:t>
    </dgm:pt>
    <dgm:pt modelId="{3B1EB9FD-9A37-4CCA-ACA1-0D64039F17D9}" type="sibTrans" cxnId="{2E7949A9-4916-4EDB-9D8B-A976E6C2DA37}">
      <dgm:prSet/>
      <dgm:spPr/>
      <dgm:t>
        <a:bodyPr/>
        <a:lstStyle/>
        <a:p>
          <a:endParaRPr lang="fr-FR" sz="1200"/>
        </a:p>
      </dgm:t>
    </dgm:pt>
    <dgm:pt modelId="{91700F07-B7D9-4750-8436-3D09AA34A2D4}">
      <dgm:prSet phldrT="[Texte]" custT="1"/>
      <dgm:spPr/>
      <dgm:t>
        <a:bodyPr/>
        <a:lstStyle/>
        <a:p>
          <a:r>
            <a:rPr lang="fr-FR" sz="200" b="1"/>
            <a:t>NIV 2 JOUEUR(-SE) : </a:t>
          </a:r>
          <a:r>
            <a:rPr lang="fr-FR" sz="200" b="0"/>
            <a:t>donne du temps</a:t>
          </a:r>
          <a:endParaRPr lang="fr-FR" sz="200"/>
        </a:p>
      </dgm:t>
    </dgm:pt>
    <dgm:pt modelId="{1A2AEEAE-80AD-4998-84BD-BD0584C3B2FB}" type="parTrans" cxnId="{D4DD1649-6605-4868-AC8E-1F81674F8965}">
      <dgm:prSet/>
      <dgm:spPr/>
      <dgm:t>
        <a:bodyPr/>
        <a:lstStyle/>
        <a:p>
          <a:endParaRPr lang="fr-FR" sz="1200"/>
        </a:p>
      </dgm:t>
    </dgm:pt>
    <dgm:pt modelId="{7D2D50D2-70AB-4462-B689-202CA487E9D0}" type="sibTrans" cxnId="{D4DD1649-6605-4868-AC8E-1F81674F8965}">
      <dgm:prSet/>
      <dgm:spPr/>
      <dgm:t>
        <a:bodyPr/>
        <a:lstStyle/>
        <a:p>
          <a:endParaRPr lang="fr-FR" sz="1200"/>
        </a:p>
      </dgm:t>
    </dgm:pt>
    <dgm:pt modelId="{2A800630-C82C-4D2E-9CA2-07AF9907F8E2}">
      <dgm:prSet phldrT="[Texte]" custT="1"/>
      <dgm:spPr/>
      <dgm:t>
        <a:bodyPr/>
        <a:lstStyle/>
        <a:p>
          <a:r>
            <a:rPr lang="fr-FR" sz="200" b="1"/>
            <a:t>NIV 3 ECLAIREUR(-SE) : </a:t>
          </a:r>
          <a:r>
            <a:rPr lang="fr-FR" sz="200" b="0"/>
            <a:t>donne l’opportunité </a:t>
          </a:r>
          <a:endParaRPr lang="fr-FR" sz="200"/>
        </a:p>
      </dgm:t>
    </dgm:pt>
    <dgm:pt modelId="{315E4E1A-7793-43B2-B248-1D90BDD5E85C}" type="parTrans" cxnId="{CCB16BD5-DA92-4776-ABA4-C60160D40F02}">
      <dgm:prSet/>
      <dgm:spPr/>
      <dgm:t>
        <a:bodyPr/>
        <a:lstStyle/>
        <a:p>
          <a:endParaRPr lang="fr-FR" sz="1200"/>
        </a:p>
      </dgm:t>
    </dgm:pt>
    <dgm:pt modelId="{28B6BE6B-2E0F-4F2B-A73A-43933C3EE117}" type="sibTrans" cxnId="{CCB16BD5-DA92-4776-ABA4-C60160D40F02}">
      <dgm:prSet/>
      <dgm:spPr/>
      <dgm:t>
        <a:bodyPr/>
        <a:lstStyle/>
        <a:p>
          <a:endParaRPr lang="fr-FR" sz="1200"/>
        </a:p>
      </dgm:t>
    </dgm:pt>
    <dgm:pt modelId="{E072D5FA-D96C-4052-A44E-A0EEC6E6F48E}">
      <dgm:prSet phldrT="[Texte]" custT="1"/>
      <dgm:spPr/>
      <dgm:t>
        <a:bodyPr/>
        <a:lstStyle/>
        <a:p>
          <a:r>
            <a:rPr lang="fr-FR" sz="200" b="1"/>
            <a:t>NIV 4 CO-ANIMATEUR(-TRICE) : </a:t>
          </a:r>
          <a:r>
            <a:rPr lang="fr-FR" sz="200" b="0"/>
            <a:t>donne de la contribution</a:t>
          </a:r>
          <a:endParaRPr lang="fr-FR" sz="200"/>
        </a:p>
      </dgm:t>
    </dgm:pt>
    <dgm:pt modelId="{988D2C16-6723-4508-B712-EF96CCD17340}" type="parTrans" cxnId="{8C23C0C8-F4A5-459B-9777-1CDE8A858084}">
      <dgm:prSet/>
      <dgm:spPr/>
      <dgm:t>
        <a:bodyPr/>
        <a:lstStyle/>
        <a:p>
          <a:endParaRPr lang="fr-FR" sz="1200"/>
        </a:p>
      </dgm:t>
    </dgm:pt>
    <dgm:pt modelId="{65005B8E-A5AA-4912-9FEC-526B058FE77D}" type="sibTrans" cxnId="{8C23C0C8-F4A5-459B-9777-1CDE8A858084}">
      <dgm:prSet/>
      <dgm:spPr/>
      <dgm:t>
        <a:bodyPr/>
        <a:lstStyle/>
        <a:p>
          <a:endParaRPr lang="fr-FR" sz="1200"/>
        </a:p>
      </dgm:t>
    </dgm:pt>
    <dgm:pt modelId="{B0470A51-11AD-4E90-9EDD-C42BB5F7EF4E}">
      <dgm:prSet phldrT="[Texte]" custT="1"/>
      <dgm:spPr/>
      <dgm:t>
        <a:bodyPr/>
        <a:lstStyle/>
        <a:p>
          <a:r>
            <a:rPr lang="fr-FR" sz="200" b="1"/>
            <a:t>NIV 5 ANIMATEUR(-TRICE) </a:t>
          </a:r>
          <a:r>
            <a:rPr lang="fr-FR" sz="200"/>
            <a:t>: prend des responsabilités</a:t>
          </a:r>
        </a:p>
      </dgm:t>
    </dgm:pt>
    <dgm:pt modelId="{C20588E9-F66D-49AE-9430-D2C06C6BC1D0}" type="parTrans" cxnId="{8D52ADD1-250A-4291-9E60-C4203DCACC57}">
      <dgm:prSet/>
      <dgm:spPr/>
      <dgm:t>
        <a:bodyPr/>
        <a:lstStyle/>
        <a:p>
          <a:endParaRPr lang="fr-FR" sz="1200"/>
        </a:p>
      </dgm:t>
    </dgm:pt>
    <dgm:pt modelId="{8D8D18C2-88CB-4854-9149-68F790556F74}" type="sibTrans" cxnId="{8D52ADD1-250A-4291-9E60-C4203DCACC57}">
      <dgm:prSet/>
      <dgm:spPr/>
      <dgm:t>
        <a:bodyPr/>
        <a:lstStyle/>
        <a:p>
          <a:endParaRPr lang="fr-FR" sz="1200"/>
        </a:p>
      </dgm:t>
    </dgm:pt>
    <dgm:pt modelId="{0B29FC3C-8A8D-499A-83D6-9B8EA78FF2C6}">
      <dgm:prSet phldrT="[Texte]" custT="1"/>
      <dgm:spPr/>
      <dgm:t>
        <a:bodyPr/>
        <a:lstStyle/>
        <a:p>
          <a:r>
            <a:rPr lang="fr-FR" sz="200" b="1"/>
            <a:t>NIV 6 CRÉATEUR(-TRICE) : </a:t>
          </a:r>
          <a:r>
            <a:rPr lang="fr-FR" sz="200" b="0"/>
            <a:t>créé des contenus</a:t>
          </a:r>
          <a:endParaRPr lang="fr-FR" sz="200"/>
        </a:p>
      </dgm:t>
    </dgm:pt>
    <dgm:pt modelId="{CC34ED61-8FCF-4467-8F2D-771A90B5E7EC}" type="parTrans" cxnId="{BC9C495B-D6A0-4B39-A0E1-CDCC6A01BFA9}">
      <dgm:prSet/>
      <dgm:spPr/>
      <dgm:t>
        <a:bodyPr/>
        <a:lstStyle/>
        <a:p>
          <a:endParaRPr lang="fr-FR" sz="1200"/>
        </a:p>
      </dgm:t>
    </dgm:pt>
    <dgm:pt modelId="{FAAADA48-87D4-47EA-A6C7-4020CBE3BA33}" type="sibTrans" cxnId="{BC9C495B-D6A0-4B39-A0E1-CDCC6A01BFA9}">
      <dgm:prSet/>
      <dgm:spPr/>
      <dgm:t>
        <a:bodyPr/>
        <a:lstStyle/>
        <a:p>
          <a:endParaRPr lang="fr-FR" sz="1200"/>
        </a:p>
      </dgm:t>
    </dgm:pt>
    <dgm:pt modelId="{21B5F943-B084-4F92-88A6-B4C2A64F7286}">
      <dgm:prSet phldrT="[Texte]" custT="1"/>
      <dgm:spPr/>
      <dgm:t>
        <a:bodyPr/>
        <a:lstStyle/>
        <a:p>
          <a:r>
            <a:rPr lang="fr-FR" sz="200" b="1"/>
            <a:t>NIV 7 CONTENT COMMUNITY BOOSTER </a:t>
          </a:r>
          <a:r>
            <a:rPr lang="fr-FR" sz="200"/>
            <a:t>: développe la communauté</a:t>
          </a:r>
        </a:p>
      </dgm:t>
    </dgm:pt>
    <dgm:pt modelId="{A195647A-5F4B-4936-A315-0F0CF0FDD3C0}" type="parTrans" cxnId="{4343D786-1BA1-4F11-8009-AE0F9E8BEF9E}">
      <dgm:prSet/>
      <dgm:spPr/>
      <dgm:t>
        <a:bodyPr/>
        <a:lstStyle/>
        <a:p>
          <a:endParaRPr lang="fr-FR" sz="1200"/>
        </a:p>
      </dgm:t>
    </dgm:pt>
    <dgm:pt modelId="{C0F68925-1F25-4590-840C-85F16B31C23A}" type="sibTrans" cxnId="{4343D786-1BA1-4F11-8009-AE0F9E8BEF9E}">
      <dgm:prSet/>
      <dgm:spPr/>
      <dgm:t>
        <a:bodyPr/>
        <a:lstStyle/>
        <a:p>
          <a:endParaRPr lang="fr-FR" sz="1200"/>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3"/>
      <dgm:spPr>
        <a:solidFill>
          <a:schemeClr val="bg1">
            <a:lumMod val="85000"/>
          </a:schemeClr>
        </a:solidFill>
        <a:ln>
          <a:noFill/>
        </a:ln>
      </dgm:spPr>
    </dgm:pt>
    <dgm:pt modelId="{A8F73CF3-5C35-4D3F-9BFA-3C60D3E39869}" type="pres">
      <dgm:prSet presAssocID="{D319E433-0934-4606-AB7D-2BC75F8DFA0D}" presName="ParentText" presStyleLbl="revTx" presStyleIdx="0" presStyleCnt="7">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3"/>
      <dgm:spPr>
        <a:solidFill>
          <a:schemeClr val="bg1">
            <a:lumMod val="85000"/>
          </a:schemeClr>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31E1E516-736B-4DA7-8F6D-1F2E5CD44D10}" type="pres">
      <dgm:prSet presAssocID="{91700F07-B7D9-4750-8436-3D09AA34A2D4}" presName="composite" presStyleCnt="0"/>
      <dgm:spPr/>
    </dgm:pt>
    <dgm:pt modelId="{1D5F48EC-0639-4D2F-820E-C3E346BBA81C}" type="pres">
      <dgm:prSet presAssocID="{91700F07-B7D9-4750-8436-3D09AA34A2D4}" presName="LShape" presStyleLbl="alignNode1" presStyleIdx="2" presStyleCnt="13"/>
      <dgm:spPr>
        <a:solidFill>
          <a:schemeClr val="bg1">
            <a:lumMod val="85000"/>
          </a:schemeClr>
        </a:solidFill>
        <a:ln>
          <a:noFill/>
        </a:ln>
      </dgm:spPr>
    </dgm:pt>
    <dgm:pt modelId="{D4C0ABF8-7168-4E17-9AEE-0A90D7D7B2D9}" type="pres">
      <dgm:prSet presAssocID="{91700F07-B7D9-4750-8436-3D09AA34A2D4}" presName="ParentText" presStyleLbl="revTx" presStyleIdx="1" presStyleCnt="7">
        <dgm:presLayoutVars>
          <dgm:chMax val="0"/>
          <dgm:chPref val="0"/>
          <dgm:bulletEnabled val="1"/>
        </dgm:presLayoutVars>
      </dgm:prSet>
      <dgm:spPr/>
    </dgm:pt>
    <dgm:pt modelId="{40B3F6C3-47F2-4E3A-B536-E6827E5B6D3D}" type="pres">
      <dgm:prSet presAssocID="{91700F07-B7D9-4750-8436-3D09AA34A2D4}" presName="Triangle" presStyleLbl="alignNode1" presStyleIdx="3" presStyleCnt="13"/>
      <dgm:spPr>
        <a:solidFill>
          <a:srgbClr val="ED7D31"/>
        </a:solidFill>
        <a:ln>
          <a:noFill/>
        </a:ln>
      </dgm:spPr>
    </dgm:pt>
    <dgm:pt modelId="{5D4F46F3-BDDB-4D23-8945-D4713CF1689D}" type="pres">
      <dgm:prSet presAssocID="{7D2D50D2-70AB-4462-B689-202CA487E9D0}" presName="sibTrans" presStyleCnt="0"/>
      <dgm:spPr/>
    </dgm:pt>
    <dgm:pt modelId="{ABB03B90-B5F3-4B67-B07C-5BF9CB50ABC1}" type="pres">
      <dgm:prSet presAssocID="{7D2D50D2-70AB-4462-B689-202CA487E9D0}"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4" presStyleCnt="13"/>
      <dgm:spPr>
        <a:solidFill>
          <a:srgbClr val="ED7D31"/>
        </a:solidFill>
        <a:ln>
          <a:noFill/>
        </a:ln>
      </dgm:spPr>
    </dgm:pt>
    <dgm:pt modelId="{6937B817-1A63-4D95-94E9-FD03A7BC1B40}" type="pres">
      <dgm:prSet presAssocID="{2A800630-C82C-4D2E-9CA2-07AF9907F8E2}" presName="ParentText" presStyleLbl="revTx" presStyleIdx="2" presStyleCnt="7">
        <dgm:presLayoutVars>
          <dgm:chMax val="0"/>
          <dgm:chPref val="0"/>
          <dgm:bulletEnabled val="1"/>
        </dgm:presLayoutVars>
      </dgm:prSet>
      <dgm:spPr/>
    </dgm:pt>
    <dgm:pt modelId="{CEC1A658-099E-49E5-BC89-D956E9F29B72}" type="pres">
      <dgm:prSet presAssocID="{2A800630-C82C-4D2E-9CA2-07AF9907F8E2}" presName="Triangle" presStyleLbl="alignNode1" presStyleIdx="5" presStyleCnt="13"/>
      <dgm:spPr>
        <a:solidFill>
          <a:srgbClr val="ED7D31"/>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6" presStyleCnt="13"/>
      <dgm:spPr>
        <a:solidFill>
          <a:srgbClr val="ED7D31"/>
        </a:solidFill>
        <a:ln>
          <a:noFill/>
        </a:ln>
      </dgm:spPr>
    </dgm:pt>
    <dgm:pt modelId="{E1915B3A-8748-4A22-80A3-00E2828C973E}" type="pres">
      <dgm:prSet presAssocID="{E072D5FA-D96C-4052-A44E-A0EEC6E6F48E}" presName="ParentText" presStyleLbl="revTx" presStyleIdx="3" presStyleCnt="7">
        <dgm:presLayoutVars>
          <dgm:chMax val="0"/>
          <dgm:chPref val="0"/>
          <dgm:bulletEnabled val="1"/>
        </dgm:presLayoutVars>
      </dgm:prSet>
      <dgm:spPr/>
    </dgm:pt>
    <dgm:pt modelId="{B4FFB1F2-72D2-443E-96C5-38A27895A5A5}" type="pres">
      <dgm:prSet presAssocID="{E072D5FA-D96C-4052-A44E-A0EEC6E6F48E}" presName="Triangle" presStyleLbl="alignNode1" presStyleIdx="7" presStyleCnt="13"/>
      <dgm:spPr>
        <a:xfrm>
          <a:off x="5524209" y="974832"/>
          <a:ext cx="226790" cy="226790"/>
        </a:xfrm>
        <a:prstGeom prst="triangle">
          <a:avLst>
            <a:gd name="adj" fmla="val 100000"/>
          </a:avLst>
        </a:prstGeom>
        <a:solidFill>
          <a:srgbClr val="ED7D31"/>
        </a:solidFill>
        <a:ln w="12700" cap="flat" cmpd="sng" algn="ctr">
          <a:noFill/>
          <a:prstDash val="solid"/>
          <a:miter lim="800000"/>
        </a:ln>
        <a:effectLst/>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8" presStyleCnt="13"/>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4" presStyleCnt="7">
        <dgm:presLayoutVars>
          <dgm:chMax val="0"/>
          <dgm:chPref val="0"/>
          <dgm:bulletEnabled val="1"/>
        </dgm:presLayoutVars>
      </dgm:prSet>
      <dgm:spPr/>
    </dgm:pt>
    <dgm:pt modelId="{B61612F3-149C-445E-B77C-8D7D7291AAB9}" type="pres">
      <dgm:prSet presAssocID="{B0470A51-11AD-4E90-9EDD-C42BB5F7EF4E}" presName="Triangle" presStyleLbl="alignNode1" presStyleIdx="9" presStyleCnt="13"/>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10" presStyleCnt="13"/>
      <dgm:spPr>
        <a:solidFill>
          <a:srgbClr val="3494BA"/>
        </a:solidFill>
        <a:ln>
          <a:noFill/>
        </a:ln>
      </dgm:spPr>
    </dgm:pt>
    <dgm:pt modelId="{EE26FCBE-40C7-4DE0-9CD7-9F29486EDACB}" type="pres">
      <dgm:prSet presAssocID="{0B29FC3C-8A8D-499A-83D6-9B8EA78FF2C6}" presName="ParentText" presStyleLbl="revTx" presStyleIdx="5" presStyleCnt="7">
        <dgm:presLayoutVars>
          <dgm:chMax val="0"/>
          <dgm:chPref val="0"/>
          <dgm:bulletEnabled val="1"/>
        </dgm:presLayoutVars>
      </dgm:prSet>
      <dgm:spPr/>
    </dgm:pt>
    <dgm:pt modelId="{04931DB7-88D0-4962-8D4A-7798AC4C5BB9}" type="pres">
      <dgm:prSet presAssocID="{0B29FC3C-8A8D-499A-83D6-9B8EA78FF2C6}" presName="Triangle" presStyleLbl="alignNode1" presStyleIdx="11" presStyleCnt="13"/>
      <dgm:spPr>
        <a:solidFill>
          <a:srgbClr val="3494BA"/>
        </a:solidFill>
        <a:ln>
          <a:noFill/>
        </a:ln>
      </dgm:spPr>
    </dgm:pt>
    <dgm:pt modelId="{ADED5CDB-E05F-4242-8553-ECB3AE36B8CC}" type="pres">
      <dgm:prSet presAssocID="{FAAADA48-87D4-47EA-A6C7-4020CBE3BA33}" presName="sibTrans" presStyleCnt="0"/>
      <dgm:spPr/>
    </dgm:pt>
    <dgm:pt modelId="{AD809BE8-7F10-4AA2-936D-605319C80EB6}" type="pres">
      <dgm:prSet presAssocID="{FAAADA48-87D4-47EA-A6C7-4020CBE3BA33}" presName="space" presStyleCnt="0"/>
      <dgm:spPr/>
    </dgm:pt>
    <dgm:pt modelId="{F03219F0-7AF2-4848-8BEE-427EC3A498ED}" type="pres">
      <dgm:prSet presAssocID="{21B5F943-B084-4F92-88A6-B4C2A64F7286}" presName="composite" presStyleCnt="0"/>
      <dgm:spPr/>
    </dgm:pt>
    <dgm:pt modelId="{8F7185B2-34DE-4686-8B37-8B37F9BEB4BF}" type="pres">
      <dgm:prSet presAssocID="{21B5F943-B084-4F92-88A6-B4C2A64F7286}" presName="LShape" presStyleLbl="alignNode1" presStyleIdx="12" presStyleCnt="13"/>
      <dgm:spPr>
        <a:solidFill>
          <a:srgbClr val="3494BA"/>
        </a:solidFill>
        <a:ln>
          <a:noFill/>
        </a:ln>
      </dgm:spPr>
    </dgm:pt>
    <dgm:pt modelId="{1E8C3E76-7687-4AD3-89B2-1DE96AAB1E55}" type="pres">
      <dgm:prSet presAssocID="{21B5F943-B084-4F92-88A6-B4C2A64F7286}" presName="ParentText" presStyleLbl="revTx" presStyleIdx="6" presStyleCnt="7" custScaleY="128550" custLinFactNeighborX="597" custLinFactNeighborY="15538">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5" destOrd="0" parTransId="{CC34ED61-8FCF-4467-8F2D-771A90B5E7EC}" sibTransId="{FAAADA48-87D4-47EA-A6C7-4020CBE3BA33}"/>
    <dgm:cxn modelId="{6DCB2E61-77C1-4C5D-AAA4-168CF4E54077}" type="presOf" srcId="{91700F07-B7D9-4750-8436-3D09AA34A2D4}" destId="{D4C0ABF8-7168-4E17-9AEE-0A90D7D7B2D9}" srcOrd="0" destOrd="0" presId="urn:microsoft.com/office/officeart/2009/3/layout/StepUpProcess"/>
    <dgm:cxn modelId="{D4DD1649-6605-4868-AC8E-1F81674F8965}" srcId="{AC7B8218-7C73-412C-A5E8-1313A5017D96}" destId="{91700F07-B7D9-4750-8436-3D09AA34A2D4}" srcOrd="1" destOrd="0" parTransId="{1A2AEEAE-80AD-4998-84BD-BD0584C3B2FB}" sibTransId="{7D2D50D2-70AB-4462-B689-202CA487E9D0}"/>
    <dgm:cxn modelId="{2B96C050-6158-4163-8018-5A3FAB2DC0B4}" type="presOf" srcId="{2A800630-C82C-4D2E-9CA2-07AF9907F8E2}" destId="{6937B817-1A63-4D95-94E9-FD03A7BC1B40}" srcOrd="0" destOrd="0" presId="urn:microsoft.com/office/officeart/2009/3/layout/StepUpProcess"/>
    <dgm:cxn modelId="{84B98E7D-3950-426D-8BCC-303B12EAF0E2}" type="presOf" srcId="{21B5F943-B084-4F92-88A6-B4C2A64F7286}" destId="{1E8C3E76-7687-4AD3-89B2-1DE96AAB1E55}" srcOrd="0" destOrd="0" presId="urn:microsoft.com/office/officeart/2009/3/layout/StepUpProcess"/>
    <dgm:cxn modelId="{4343D786-1BA1-4F11-8009-AE0F9E8BEF9E}" srcId="{AC7B8218-7C73-412C-A5E8-1313A5017D96}" destId="{21B5F943-B084-4F92-88A6-B4C2A64F7286}" srcOrd="6" destOrd="0" parTransId="{A195647A-5F4B-4936-A315-0F0CF0FDD3C0}" sibTransId="{C0F68925-1F25-4590-840C-85F16B31C23A}"/>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3" destOrd="0" parTransId="{988D2C16-6723-4508-B712-EF96CCD17340}" sibTransId="{65005B8E-A5AA-4912-9FEC-526B058FE77D}"/>
    <dgm:cxn modelId="{8D52ADD1-250A-4291-9E60-C4203DCACC57}" srcId="{AC7B8218-7C73-412C-A5E8-1313A5017D96}" destId="{B0470A51-11AD-4E90-9EDD-C42BB5F7EF4E}" srcOrd="4" destOrd="0" parTransId="{C20588E9-F66D-49AE-9430-D2C06C6BC1D0}" sibTransId="{8D8D18C2-88CB-4854-9149-68F790556F74}"/>
    <dgm:cxn modelId="{CCB16BD5-DA92-4776-ABA4-C60160D40F02}" srcId="{AC7B8218-7C73-412C-A5E8-1313A5017D96}" destId="{2A800630-C82C-4D2E-9CA2-07AF9907F8E2}" srcOrd="2"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D010E4CE-4F24-4D92-9366-3E770712A042}" type="presParOf" srcId="{BE813A4A-4C2E-4B5B-85E2-394A65F1EB92}" destId="{31E1E516-736B-4DA7-8F6D-1F2E5CD44D10}" srcOrd="2" destOrd="0" presId="urn:microsoft.com/office/officeart/2009/3/layout/StepUpProcess"/>
    <dgm:cxn modelId="{B56121AD-0FB8-4DF3-8356-DB188842019D}" type="presParOf" srcId="{31E1E516-736B-4DA7-8F6D-1F2E5CD44D10}" destId="{1D5F48EC-0639-4D2F-820E-C3E346BBA81C}" srcOrd="0" destOrd="0" presId="urn:microsoft.com/office/officeart/2009/3/layout/StepUpProcess"/>
    <dgm:cxn modelId="{B1815222-0366-4C13-9FCA-FC1BC92F97B9}" type="presParOf" srcId="{31E1E516-736B-4DA7-8F6D-1F2E5CD44D10}" destId="{D4C0ABF8-7168-4E17-9AEE-0A90D7D7B2D9}" srcOrd="1" destOrd="0" presId="urn:microsoft.com/office/officeart/2009/3/layout/StepUpProcess"/>
    <dgm:cxn modelId="{233DF1B1-0EA1-496B-B790-A47AF1FE3383}" type="presParOf" srcId="{31E1E516-736B-4DA7-8F6D-1F2E5CD44D10}" destId="{40B3F6C3-47F2-4E3A-B536-E6827E5B6D3D}" srcOrd="2" destOrd="0" presId="urn:microsoft.com/office/officeart/2009/3/layout/StepUpProcess"/>
    <dgm:cxn modelId="{B49A2A24-6599-42DE-9C27-08BAFFBBF534}" type="presParOf" srcId="{BE813A4A-4C2E-4B5B-85E2-394A65F1EB92}" destId="{5D4F46F3-BDDB-4D23-8945-D4713CF1689D}" srcOrd="3" destOrd="0" presId="urn:microsoft.com/office/officeart/2009/3/layout/StepUpProcess"/>
    <dgm:cxn modelId="{65A54A2E-BE5C-4FFA-A84C-BA470F90D4CC}" type="presParOf" srcId="{5D4F46F3-BDDB-4D23-8945-D4713CF1689D}" destId="{ABB03B90-B5F3-4B67-B07C-5BF9CB50ABC1}" srcOrd="0" destOrd="0" presId="urn:microsoft.com/office/officeart/2009/3/layout/StepUpProcess"/>
    <dgm:cxn modelId="{14E918EF-2DC3-4EFC-88D7-3A282E7A0109}" type="presParOf" srcId="{BE813A4A-4C2E-4B5B-85E2-394A65F1EB92}" destId="{5ACA83E8-29A0-44BA-B900-6A4B6138E717}" srcOrd="4"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5"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6"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7"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8"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9"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10"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 modelId="{CFDBDFFC-F703-4645-AA1D-14F0F11313D7}" type="presParOf" srcId="{ACAD3B18-3E90-4481-87BF-092310327A96}" destId="{04931DB7-88D0-4962-8D4A-7798AC4C5BB9}" srcOrd="2" destOrd="0" presId="urn:microsoft.com/office/officeart/2009/3/layout/StepUpProcess"/>
    <dgm:cxn modelId="{65741D5A-39FE-4084-AAFB-D2D8F8D990CB}" type="presParOf" srcId="{BE813A4A-4C2E-4B5B-85E2-394A65F1EB92}" destId="{ADED5CDB-E05F-4242-8553-ECB3AE36B8CC}" srcOrd="11" destOrd="0" presId="urn:microsoft.com/office/officeart/2009/3/layout/StepUpProcess"/>
    <dgm:cxn modelId="{25CC80EC-3BDE-4A45-8C0A-1909645C8417}" type="presParOf" srcId="{ADED5CDB-E05F-4242-8553-ECB3AE36B8CC}" destId="{AD809BE8-7F10-4AA2-936D-605319C80EB6}" srcOrd="0" destOrd="0" presId="urn:microsoft.com/office/officeart/2009/3/layout/StepUpProcess"/>
    <dgm:cxn modelId="{80F12346-7499-4F0D-A8B8-07BC01B941AE}" type="presParOf" srcId="{BE813A4A-4C2E-4B5B-85E2-394A65F1EB92}" destId="{F03219F0-7AF2-4848-8BEE-427EC3A498ED}" srcOrd="12" destOrd="0" presId="urn:microsoft.com/office/officeart/2009/3/layout/StepUpProcess"/>
    <dgm:cxn modelId="{D35BA85B-9193-4AB1-99C6-245173F435D1}" type="presParOf" srcId="{F03219F0-7AF2-4848-8BEE-427EC3A498ED}" destId="{8F7185B2-34DE-4686-8B37-8B37F9BEB4BF}" srcOrd="0" destOrd="0" presId="urn:microsoft.com/office/officeart/2009/3/layout/StepUpProcess"/>
    <dgm:cxn modelId="{A420D01A-F53C-471D-8DA7-2387DC68E18C}" type="presParOf" srcId="{F03219F0-7AF2-4848-8BEE-427EC3A498ED}" destId="{1E8C3E76-7687-4AD3-89B2-1DE96AAB1E55}"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B0470A51-11AD-4E90-9EDD-C42BB5F7EF4E}">
      <dgm:prSet phldrT="[Texte]" custT="1"/>
      <dgm:spPr/>
      <dgm:t>
        <a:bodyPr/>
        <a:lstStyle/>
        <a:p>
          <a:r>
            <a:rPr lang="fr-FR" sz="200" b="1"/>
            <a:t>NIV 5 ANIMATEUR(-TRICE) </a:t>
          </a:r>
          <a:r>
            <a:rPr lang="fr-FR" sz="200"/>
            <a:t>: prend des responsabilités</a:t>
          </a:r>
        </a:p>
      </dgm:t>
    </dgm:pt>
    <dgm:pt modelId="{C20588E9-F66D-49AE-9430-D2C06C6BC1D0}" type="parTrans" cxnId="{8D52ADD1-250A-4291-9E60-C4203DCACC57}">
      <dgm:prSet/>
      <dgm:spPr/>
      <dgm:t>
        <a:bodyPr/>
        <a:lstStyle/>
        <a:p>
          <a:endParaRPr lang="fr-FR" sz="1200"/>
        </a:p>
      </dgm:t>
    </dgm:pt>
    <dgm:pt modelId="{8D8D18C2-88CB-4854-9149-68F790556F74}" type="sibTrans" cxnId="{8D52ADD1-250A-4291-9E60-C4203DCACC57}">
      <dgm:prSet/>
      <dgm:spPr/>
      <dgm:t>
        <a:bodyPr/>
        <a:lstStyle/>
        <a:p>
          <a:endParaRPr lang="fr-FR" sz="1200"/>
        </a:p>
      </dgm:t>
    </dgm:pt>
    <dgm:pt modelId="{0B29FC3C-8A8D-499A-83D6-9B8EA78FF2C6}">
      <dgm:prSet phldrT="[Texte]" custT="1"/>
      <dgm:spPr/>
      <dgm:t>
        <a:bodyPr/>
        <a:lstStyle/>
        <a:p>
          <a:r>
            <a:rPr lang="fr-FR" sz="200" b="1"/>
            <a:t>NIV 6 CRÉATEUR(-TRICE) : </a:t>
          </a:r>
          <a:r>
            <a:rPr lang="fr-FR" sz="200" b="0"/>
            <a:t>créé des contenus</a:t>
          </a:r>
          <a:endParaRPr lang="fr-FR" sz="200"/>
        </a:p>
      </dgm:t>
    </dgm:pt>
    <dgm:pt modelId="{CC34ED61-8FCF-4467-8F2D-771A90B5E7EC}" type="parTrans" cxnId="{BC9C495B-D6A0-4B39-A0E1-CDCC6A01BFA9}">
      <dgm:prSet/>
      <dgm:spPr/>
      <dgm:t>
        <a:bodyPr/>
        <a:lstStyle/>
        <a:p>
          <a:endParaRPr lang="fr-FR" sz="1200"/>
        </a:p>
      </dgm:t>
    </dgm:pt>
    <dgm:pt modelId="{FAAADA48-87D4-47EA-A6C7-4020CBE3BA33}" type="sibTrans" cxnId="{BC9C495B-D6A0-4B39-A0E1-CDCC6A01BFA9}">
      <dgm:prSet/>
      <dgm:spPr/>
      <dgm:t>
        <a:bodyPr/>
        <a:lstStyle/>
        <a:p>
          <a:endParaRPr lang="fr-FR" sz="1200"/>
        </a:p>
      </dgm:t>
    </dgm:pt>
    <dgm:pt modelId="{BE813A4A-4C2E-4B5B-85E2-394A65F1EB92}" type="pres">
      <dgm:prSet presAssocID="{AC7B8218-7C73-412C-A5E8-1313A5017D96}" presName="rootnode" presStyleCnt="0">
        <dgm:presLayoutVars>
          <dgm:chMax/>
          <dgm:chPref/>
          <dgm:dir/>
          <dgm:animLvl val="lvl"/>
        </dgm:presLayoutVars>
      </dgm:prSet>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0" presStyleCnt="3"/>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0" presStyleCnt="2">
        <dgm:presLayoutVars>
          <dgm:chMax val="0"/>
          <dgm:chPref val="0"/>
          <dgm:bulletEnabled val="1"/>
        </dgm:presLayoutVars>
      </dgm:prSet>
      <dgm:spPr/>
    </dgm:pt>
    <dgm:pt modelId="{B61612F3-149C-445E-B77C-8D7D7291AAB9}" type="pres">
      <dgm:prSet presAssocID="{B0470A51-11AD-4E90-9EDD-C42BB5F7EF4E}" presName="Triangle" presStyleLbl="alignNode1" presStyleIdx="1" presStyleCnt="3"/>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2" presStyleCnt="3"/>
      <dgm:spPr>
        <a:solidFill>
          <a:srgbClr val="3494BA"/>
        </a:solidFill>
        <a:ln>
          <a:noFill/>
        </a:ln>
      </dgm:spPr>
    </dgm:pt>
    <dgm:pt modelId="{EE26FCBE-40C7-4DE0-9CD7-9F29486EDACB}" type="pres">
      <dgm:prSet presAssocID="{0B29FC3C-8A8D-499A-83D6-9B8EA78FF2C6}" presName="ParentText" presStyleLbl="revTx" presStyleIdx="1" presStyleCnt="2">
        <dgm:presLayoutVars>
          <dgm:chMax val="0"/>
          <dgm:chPref val="0"/>
          <dgm:bulletEnabled val="1"/>
        </dgm:presLayoutVars>
      </dgm:prSet>
      <dgm:spPr/>
    </dgm:pt>
  </dgm:ptLst>
  <dgm:cxnLst>
    <dgm:cxn modelId="{BC9C495B-D6A0-4B39-A0E1-CDCC6A01BFA9}" srcId="{AC7B8218-7C73-412C-A5E8-1313A5017D96}" destId="{0B29FC3C-8A8D-499A-83D6-9B8EA78FF2C6}" srcOrd="1" destOrd="0" parTransId="{CC34ED61-8FCF-4467-8F2D-771A90B5E7EC}" sibTransId="{FAAADA48-87D4-47EA-A6C7-4020CBE3BA33}"/>
    <dgm:cxn modelId="{6F7675BF-329B-4499-83B0-8B92ED9B9A66}" type="presOf" srcId="{B0470A51-11AD-4E90-9EDD-C42BB5F7EF4E}" destId="{6BB94EDB-46AE-42AC-8381-C2B29F768819}" srcOrd="0" destOrd="0" presId="urn:microsoft.com/office/officeart/2009/3/layout/StepUpProcess"/>
    <dgm:cxn modelId="{8D52ADD1-250A-4291-9E60-C4203DCACC57}" srcId="{AC7B8218-7C73-412C-A5E8-1313A5017D96}" destId="{B0470A51-11AD-4E90-9EDD-C42BB5F7EF4E}" srcOrd="0" destOrd="0" parTransId="{C20588E9-F66D-49AE-9430-D2C06C6BC1D0}" sibTransId="{8D8D18C2-88CB-4854-9149-68F790556F74}"/>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A17DBA15-D625-40E4-8C41-D0E9E5A98FC7}" type="presParOf" srcId="{BE813A4A-4C2E-4B5B-85E2-394A65F1EB92}" destId="{F7F272BE-714C-4F67-9D13-537D5173263F}" srcOrd="0"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1"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2"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Lst>
  <dgm:bg/>
  <dgm:whole/>
  <dgm:extLst>
    <a:ext uri="http://schemas.microsoft.com/office/drawing/2008/diagram">
      <dsp:dataModelExt xmlns:dsp="http://schemas.microsoft.com/office/drawing/2008/diagram" relId="rId4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313026" y="2519451"/>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157697" y="2982085"/>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1) Attention !</a:t>
          </a:r>
        </a:p>
        <a:p>
          <a:pPr marL="57150" lvl="1" indent="-57150" algn="l" defTabSz="400050">
            <a:lnSpc>
              <a:spcPct val="90000"/>
            </a:lnSpc>
            <a:spcBef>
              <a:spcPct val="0"/>
            </a:spcBef>
            <a:spcAft>
              <a:spcPct val="15000"/>
            </a:spcAft>
            <a:buChar char="•"/>
          </a:pPr>
          <a:r>
            <a:rPr lang="en-US" sz="900" i="1" kern="1200" dirty="0"/>
            <a:t>“Look here quick !”</a:t>
          </a:r>
        </a:p>
        <a:p>
          <a:pPr marL="57150" lvl="1" indent="-57150" algn="l" defTabSz="400050">
            <a:lnSpc>
              <a:spcPct val="90000"/>
            </a:lnSpc>
            <a:spcBef>
              <a:spcPct val="0"/>
            </a:spcBef>
            <a:spcAft>
              <a:spcPct val="15000"/>
            </a:spcAft>
            <a:buChar char="•"/>
          </a:pPr>
          <a:r>
            <a:rPr lang="en-US" sz="900" kern="1200" dirty="0"/>
            <a:t>Our content deserves to be opened</a:t>
          </a:r>
        </a:p>
      </dsp:txBody>
      <dsp:txXfrm>
        <a:off x="157697" y="2982085"/>
        <a:ext cx="1397892" cy="1225334"/>
      </dsp:txXfrm>
    </dsp:sp>
    <dsp:sp modelId="{FC54635E-1CFA-4F93-B566-34FFF4B7EE1B}">
      <dsp:nvSpPr>
        <dsp:cNvPr id="0" name=""/>
        <dsp:cNvSpPr/>
      </dsp:nvSpPr>
      <dsp:spPr>
        <a:xfrm>
          <a:off x="1291837" y="2405457"/>
          <a:ext cx="263753" cy="26375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2024320" y="2095990"/>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1868991" y="2558624"/>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2) Activation</a:t>
          </a:r>
        </a:p>
        <a:p>
          <a:pPr marL="57150" lvl="1" indent="-57150" algn="l" defTabSz="400050">
            <a:lnSpc>
              <a:spcPct val="90000"/>
            </a:lnSpc>
            <a:spcBef>
              <a:spcPct val="0"/>
            </a:spcBef>
            <a:spcAft>
              <a:spcPct val="15000"/>
            </a:spcAft>
            <a:buChar char="•"/>
          </a:pPr>
          <a:r>
            <a:rPr lang="en-US" sz="900" i="1" kern="1200" dirty="0"/>
            <a:t>“Give a try, it’s easy”</a:t>
          </a:r>
        </a:p>
        <a:p>
          <a:pPr marL="57150" lvl="1" indent="-57150" algn="l" defTabSz="400050">
            <a:lnSpc>
              <a:spcPct val="90000"/>
            </a:lnSpc>
            <a:spcBef>
              <a:spcPct val="0"/>
            </a:spcBef>
            <a:spcAft>
              <a:spcPct val="15000"/>
            </a:spcAft>
            <a:buChar char="•"/>
          </a:pPr>
          <a:r>
            <a:rPr lang="en-US" sz="900" kern="1200" dirty="0"/>
            <a:t>Our content deserves to be consumed (read, listened, watched, played …)</a:t>
          </a:r>
        </a:p>
      </dsp:txBody>
      <dsp:txXfrm>
        <a:off x="1868991" y="2558624"/>
        <a:ext cx="1397892" cy="1225334"/>
      </dsp:txXfrm>
    </dsp:sp>
    <dsp:sp modelId="{6EE647C3-EE94-495B-A1BC-2BD31E7FB284}">
      <dsp:nvSpPr>
        <dsp:cNvPr id="0" name=""/>
        <dsp:cNvSpPr/>
      </dsp:nvSpPr>
      <dsp:spPr>
        <a:xfrm>
          <a:off x="3003130" y="1981996"/>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3735614" y="1672528"/>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3580285" y="2135163"/>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3) Value confirmation</a:t>
          </a:r>
        </a:p>
        <a:p>
          <a:pPr marL="57150" lvl="1" indent="-57150" algn="l" defTabSz="400050">
            <a:lnSpc>
              <a:spcPct val="90000"/>
            </a:lnSpc>
            <a:spcBef>
              <a:spcPct val="0"/>
            </a:spcBef>
            <a:spcAft>
              <a:spcPct val="15000"/>
            </a:spcAft>
            <a:buChar char="•"/>
          </a:pPr>
          <a:r>
            <a:rPr lang="en-US" sz="900" i="1" kern="1200" dirty="0"/>
            <a:t>“Give us a rating (or a like!)”</a:t>
          </a:r>
        </a:p>
        <a:p>
          <a:pPr marL="57150" lvl="1" indent="-57150" algn="l" defTabSz="400050">
            <a:lnSpc>
              <a:spcPct val="90000"/>
            </a:lnSpc>
            <a:spcBef>
              <a:spcPct val="0"/>
            </a:spcBef>
            <a:spcAft>
              <a:spcPct val="15000"/>
            </a:spcAft>
            <a:buChar char="•"/>
          </a:pPr>
          <a:r>
            <a:rPr lang="en-US" sz="900" kern="1200" dirty="0"/>
            <a:t>Our content is valuable enough to be validated</a:t>
          </a:r>
        </a:p>
      </dsp:txBody>
      <dsp:txXfrm>
        <a:off x="3580285" y="2135163"/>
        <a:ext cx="1397892" cy="1225334"/>
      </dsp:txXfrm>
    </dsp:sp>
    <dsp:sp modelId="{6BD65D1B-AC3F-463A-9044-842725D46E17}">
      <dsp:nvSpPr>
        <dsp:cNvPr id="0" name=""/>
        <dsp:cNvSpPr/>
      </dsp:nvSpPr>
      <dsp:spPr>
        <a:xfrm>
          <a:off x="4714424" y="1558534"/>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5446908" y="1249067"/>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5291578" y="1711701"/>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4) Contribution</a:t>
          </a:r>
        </a:p>
        <a:p>
          <a:pPr marL="57150" lvl="1" indent="-57150" algn="l" defTabSz="400050">
            <a:lnSpc>
              <a:spcPct val="90000"/>
            </a:lnSpc>
            <a:spcBef>
              <a:spcPct val="0"/>
            </a:spcBef>
            <a:spcAft>
              <a:spcPct val="15000"/>
            </a:spcAft>
            <a:buChar char="•"/>
          </a:pPr>
          <a:r>
            <a:rPr lang="en-US" sz="900" i="1" kern="1200" dirty="0"/>
            <a:t>“Give us your comments !”</a:t>
          </a:r>
        </a:p>
        <a:p>
          <a:pPr marL="57150" lvl="1" indent="-57150" algn="l" defTabSz="400050">
            <a:lnSpc>
              <a:spcPct val="90000"/>
            </a:lnSpc>
            <a:spcBef>
              <a:spcPct val="0"/>
            </a:spcBef>
            <a:spcAft>
              <a:spcPct val="15000"/>
            </a:spcAft>
            <a:buChar char="•"/>
          </a:pPr>
          <a:r>
            <a:rPr lang="en-US" sz="900" kern="1200" dirty="0"/>
            <a:t>Our content is important enough to be discussed (social content is added to the content)</a:t>
          </a:r>
        </a:p>
      </dsp:txBody>
      <dsp:txXfrm>
        <a:off x="5291578" y="1711701"/>
        <a:ext cx="1397892" cy="1225334"/>
      </dsp:txXfrm>
    </dsp:sp>
    <dsp:sp modelId="{621BC79D-194B-46C2-8CE4-368724AC50EB}">
      <dsp:nvSpPr>
        <dsp:cNvPr id="0" name=""/>
        <dsp:cNvSpPr/>
      </dsp:nvSpPr>
      <dsp:spPr>
        <a:xfrm>
          <a:off x="6425718" y="1135073"/>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7158201" y="825606"/>
          <a:ext cx="930533" cy="1548387"/>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7002872" y="1288240"/>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5) Sharing</a:t>
          </a:r>
        </a:p>
        <a:p>
          <a:pPr marL="57150" lvl="1" indent="-57150" algn="l" defTabSz="400050">
            <a:lnSpc>
              <a:spcPct val="90000"/>
            </a:lnSpc>
            <a:spcBef>
              <a:spcPct val="0"/>
            </a:spcBef>
            <a:spcAft>
              <a:spcPct val="15000"/>
            </a:spcAft>
            <a:buChar char="•"/>
          </a:pPr>
          <a:r>
            <a:rPr lang="en-US" sz="900" kern="1200" dirty="0"/>
            <a:t>“Please share”</a:t>
          </a:r>
        </a:p>
        <a:p>
          <a:pPr marL="57150" lvl="1" indent="-57150" algn="l" defTabSz="400050">
            <a:lnSpc>
              <a:spcPct val="90000"/>
            </a:lnSpc>
            <a:spcBef>
              <a:spcPct val="0"/>
            </a:spcBef>
            <a:spcAft>
              <a:spcPct val="15000"/>
            </a:spcAft>
            <a:buChar char="•"/>
          </a:pPr>
          <a:r>
            <a:rPr lang="en-US" sz="900" kern="1200" dirty="0"/>
            <a:t>Our content is important enough to be shared </a:t>
          </a:r>
        </a:p>
      </dsp:txBody>
      <dsp:txXfrm>
        <a:off x="7002872" y="1288240"/>
        <a:ext cx="1397892" cy="1225334"/>
      </dsp:txXfrm>
    </dsp:sp>
    <dsp:sp modelId="{D47D2D30-ADE3-4244-896A-D208A438408A}">
      <dsp:nvSpPr>
        <dsp:cNvPr id="0" name=""/>
        <dsp:cNvSpPr/>
      </dsp:nvSpPr>
      <dsp:spPr>
        <a:xfrm>
          <a:off x="8137012" y="711612"/>
          <a:ext cx="263753" cy="263753"/>
        </a:xfrm>
        <a:prstGeom prst="triangle">
          <a:avLst>
            <a:gd name="adj" fmla="val 10000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8869495" y="402144"/>
          <a:ext cx="930533" cy="1548387"/>
        </a:xfrm>
        <a:prstGeom prst="corner">
          <a:avLst>
            <a:gd name="adj1" fmla="val 16120"/>
            <a:gd name="adj2" fmla="val 1611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8714166" y="864779"/>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6) Reference</a:t>
          </a:r>
        </a:p>
        <a:p>
          <a:pPr marL="57150" lvl="1" indent="-57150" algn="l" defTabSz="400050">
            <a:lnSpc>
              <a:spcPct val="90000"/>
            </a:lnSpc>
            <a:spcBef>
              <a:spcPct val="0"/>
            </a:spcBef>
            <a:spcAft>
              <a:spcPct val="15000"/>
            </a:spcAft>
            <a:buChar char="•"/>
          </a:pPr>
          <a:r>
            <a:rPr lang="en-US" sz="900" kern="1200" dirty="0"/>
            <a:t>“Feel free to mention”</a:t>
          </a:r>
        </a:p>
        <a:p>
          <a:pPr marL="57150" lvl="1" indent="-57150" algn="l" defTabSz="400050">
            <a:lnSpc>
              <a:spcPct val="90000"/>
            </a:lnSpc>
            <a:spcBef>
              <a:spcPct val="0"/>
            </a:spcBef>
            <a:spcAft>
              <a:spcPct val="15000"/>
            </a:spcAft>
            <a:buChar char="•"/>
          </a:pPr>
          <a:r>
            <a:rPr lang="en-US" sz="900" kern="1200" dirty="0"/>
            <a:t>Our content is valuable enough to be used as a reference in other content</a:t>
          </a:r>
        </a:p>
      </dsp:txBody>
      <dsp:txXfrm>
        <a:off x="8714166" y="864779"/>
        <a:ext cx="1397892" cy="1225334"/>
      </dsp:txXfrm>
    </dsp:sp>
    <dsp:sp modelId="{35E4B48D-612C-4074-B656-1246F02FB0FA}">
      <dsp:nvSpPr>
        <dsp:cNvPr id="0" name=""/>
        <dsp:cNvSpPr/>
      </dsp:nvSpPr>
      <dsp:spPr>
        <a:xfrm>
          <a:off x="9848305" y="288150"/>
          <a:ext cx="263753" cy="263753"/>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10580789" y="-21316"/>
          <a:ext cx="930533" cy="1548387"/>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10425460" y="441317"/>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7) Gathering</a:t>
          </a:r>
        </a:p>
        <a:p>
          <a:pPr marL="57150" lvl="1" indent="-57150" algn="l" defTabSz="400050">
            <a:lnSpc>
              <a:spcPct val="90000"/>
            </a:lnSpc>
            <a:spcBef>
              <a:spcPct val="0"/>
            </a:spcBef>
            <a:spcAft>
              <a:spcPct val="15000"/>
            </a:spcAft>
            <a:buChar char="•"/>
          </a:pPr>
          <a:r>
            <a:rPr lang="en-US" sz="900" b="0" kern="1200" dirty="0"/>
            <a:t>“Join the others”</a:t>
          </a:r>
        </a:p>
        <a:p>
          <a:pPr marL="57150" lvl="1" indent="-57150" algn="l" defTabSz="400050">
            <a:lnSpc>
              <a:spcPct val="90000"/>
            </a:lnSpc>
            <a:spcBef>
              <a:spcPct val="0"/>
            </a:spcBef>
            <a:spcAft>
              <a:spcPct val="15000"/>
            </a:spcAft>
            <a:buChar char="•"/>
          </a:pPr>
          <a:r>
            <a:rPr lang="en-US" sz="900" b="0" kern="1200" dirty="0"/>
            <a:t>Our content is good enough for people to gather by themselves around</a:t>
          </a:r>
        </a:p>
      </dsp:txBody>
      <dsp:txXfrm>
        <a:off x="10425460" y="441317"/>
        <a:ext cx="1397892" cy="12253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313026" y="2519451"/>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157697" y="2982085"/>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1) Attention !</a:t>
          </a:r>
        </a:p>
        <a:p>
          <a:pPr marL="57150" lvl="1" indent="-57150" algn="l" defTabSz="400050">
            <a:lnSpc>
              <a:spcPct val="90000"/>
            </a:lnSpc>
            <a:spcBef>
              <a:spcPct val="0"/>
            </a:spcBef>
            <a:spcAft>
              <a:spcPct val="15000"/>
            </a:spcAft>
            <a:buChar char="•"/>
          </a:pPr>
          <a:r>
            <a:rPr lang="en-US" sz="900" i="1" kern="1200" dirty="0"/>
            <a:t>“Look here quick !”</a:t>
          </a:r>
        </a:p>
        <a:p>
          <a:pPr marL="57150" lvl="1" indent="-57150" algn="l" defTabSz="400050">
            <a:lnSpc>
              <a:spcPct val="90000"/>
            </a:lnSpc>
            <a:spcBef>
              <a:spcPct val="0"/>
            </a:spcBef>
            <a:spcAft>
              <a:spcPct val="15000"/>
            </a:spcAft>
            <a:buChar char="•"/>
          </a:pPr>
          <a:r>
            <a:rPr lang="en-US" sz="900" kern="1200" dirty="0"/>
            <a:t>Our content deserves to be opened</a:t>
          </a:r>
        </a:p>
      </dsp:txBody>
      <dsp:txXfrm>
        <a:off x="157697" y="2982085"/>
        <a:ext cx="1397892" cy="1225334"/>
      </dsp:txXfrm>
    </dsp:sp>
    <dsp:sp modelId="{FC54635E-1CFA-4F93-B566-34FFF4B7EE1B}">
      <dsp:nvSpPr>
        <dsp:cNvPr id="0" name=""/>
        <dsp:cNvSpPr/>
      </dsp:nvSpPr>
      <dsp:spPr>
        <a:xfrm>
          <a:off x="1291837" y="2405457"/>
          <a:ext cx="263753" cy="26375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2024320" y="2095990"/>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1868991" y="2558624"/>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2) Activation</a:t>
          </a:r>
        </a:p>
        <a:p>
          <a:pPr marL="57150" lvl="1" indent="-57150" algn="l" defTabSz="400050">
            <a:lnSpc>
              <a:spcPct val="90000"/>
            </a:lnSpc>
            <a:spcBef>
              <a:spcPct val="0"/>
            </a:spcBef>
            <a:spcAft>
              <a:spcPct val="15000"/>
            </a:spcAft>
            <a:buChar char="•"/>
          </a:pPr>
          <a:r>
            <a:rPr lang="en-US" sz="900" i="1" kern="1200" dirty="0"/>
            <a:t>“Give a try, it’s easy”</a:t>
          </a:r>
        </a:p>
        <a:p>
          <a:pPr marL="57150" lvl="1" indent="-57150" algn="l" defTabSz="400050">
            <a:lnSpc>
              <a:spcPct val="90000"/>
            </a:lnSpc>
            <a:spcBef>
              <a:spcPct val="0"/>
            </a:spcBef>
            <a:spcAft>
              <a:spcPct val="15000"/>
            </a:spcAft>
            <a:buChar char="•"/>
          </a:pPr>
          <a:r>
            <a:rPr lang="en-US" sz="900" kern="1200" dirty="0"/>
            <a:t>Our content deserves to be consumed (read, listened, watched, played …)</a:t>
          </a:r>
        </a:p>
      </dsp:txBody>
      <dsp:txXfrm>
        <a:off x="1868991" y="2558624"/>
        <a:ext cx="1397892" cy="1225334"/>
      </dsp:txXfrm>
    </dsp:sp>
    <dsp:sp modelId="{6EE647C3-EE94-495B-A1BC-2BD31E7FB284}">
      <dsp:nvSpPr>
        <dsp:cNvPr id="0" name=""/>
        <dsp:cNvSpPr/>
      </dsp:nvSpPr>
      <dsp:spPr>
        <a:xfrm>
          <a:off x="3003130" y="1981996"/>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3735614" y="1672528"/>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3580285" y="2135163"/>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3) Value confirmation</a:t>
          </a:r>
        </a:p>
        <a:p>
          <a:pPr marL="57150" lvl="1" indent="-57150" algn="l" defTabSz="400050">
            <a:lnSpc>
              <a:spcPct val="90000"/>
            </a:lnSpc>
            <a:spcBef>
              <a:spcPct val="0"/>
            </a:spcBef>
            <a:spcAft>
              <a:spcPct val="15000"/>
            </a:spcAft>
            <a:buChar char="•"/>
          </a:pPr>
          <a:r>
            <a:rPr lang="en-US" sz="900" i="1" kern="1200" dirty="0"/>
            <a:t>“Give us a rating (or a like!)”</a:t>
          </a:r>
        </a:p>
        <a:p>
          <a:pPr marL="57150" lvl="1" indent="-57150" algn="l" defTabSz="400050">
            <a:lnSpc>
              <a:spcPct val="90000"/>
            </a:lnSpc>
            <a:spcBef>
              <a:spcPct val="0"/>
            </a:spcBef>
            <a:spcAft>
              <a:spcPct val="15000"/>
            </a:spcAft>
            <a:buChar char="•"/>
          </a:pPr>
          <a:r>
            <a:rPr lang="en-US" sz="900" kern="1200" dirty="0"/>
            <a:t>Our content is valuable enough to be validated</a:t>
          </a:r>
        </a:p>
      </dsp:txBody>
      <dsp:txXfrm>
        <a:off x="3580285" y="2135163"/>
        <a:ext cx="1397892" cy="1225334"/>
      </dsp:txXfrm>
    </dsp:sp>
    <dsp:sp modelId="{6BD65D1B-AC3F-463A-9044-842725D46E17}">
      <dsp:nvSpPr>
        <dsp:cNvPr id="0" name=""/>
        <dsp:cNvSpPr/>
      </dsp:nvSpPr>
      <dsp:spPr>
        <a:xfrm>
          <a:off x="4714424" y="1558534"/>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5446908" y="1249067"/>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5291578" y="1711701"/>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4) Contribution</a:t>
          </a:r>
        </a:p>
        <a:p>
          <a:pPr marL="57150" lvl="1" indent="-57150" algn="l" defTabSz="400050">
            <a:lnSpc>
              <a:spcPct val="90000"/>
            </a:lnSpc>
            <a:spcBef>
              <a:spcPct val="0"/>
            </a:spcBef>
            <a:spcAft>
              <a:spcPct val="15000"/>
            </a:spcAft>
            <a:buChar char="•"/>
          </a:pPr>
          <a:r>
            <a:rPr lang="en-US" sz="900" i="1" kern="1200" dirty="0"/>
            <a:t>“Give us your comments !”</a:t>
          </a:r>
        </a:p>
        <a:p>
          <a:pPr marL="57150" lvl="1" indent="-57150" algn="l" defTabSz="400050">
            <a:lnSpc>
              <a:spcPct val="90000"/>
            </a:lnSpc>
            <a:spcBef>
              <a:spcPct val="0"/>
            </a:spcBef>
            <a:spcAft>
              <a:spcPct val="15000"/>
            </a:spcAft>
            <a:buChar char="•"/>
          </a:pPr>
          <a:r>
            <a:rPr lang="en-US" sz="900" kern="1200" dirty="0"/>
            <a:t>Our content is important enough to be discussed (social content is added to the content)</a:t>
          </a:r>
        </a:p>
      </dsp:txBody>
      <dsp:txXfrm>
        <a:off x="5291578" y="1711701"/>
        <a:ext cx="1397892" cy="1225334"/>
      </dsp:txXfrm>
    </dsp:sp>
    <dsp:sp modelId="{621BC79D-194B-46C2-8CE4-368724AC50EB}">
      <dsp:nvSpPr>
        <dsp:cNvPr id="0" name=""/>
        <dsp:cNvSpPr/>
      </dsp:nvSpPr>
      <dsp:spPr>
        <a:xfrm>
          <a:off x="6425718" y="1135073"/>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7158201" y="825606"/>
          <a:ext cx="930533" cy="1548387"/>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7002872" y="1288240"/>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5) Sharing</a:t>
          </a:r>
        </a:p>
        <a:p>
          <a:pPr marL="57150" lvl="1" indent="-57150" algn="l" defTabSz="400050">
            <a:lnSpc>
              <a:spcPct val="90000"/>
            </a:lnSpc>
            <a:spcBef>
              <a:spcPct val="0"/>
            </a:spcBef>
            <a:spcAft>
              <a:spcPct val="15000"/>
            </a:spcAft>
            <a:buChar char="•"/>
          </a:pPr>
          <a:r>
            <a:rPr lang="en-US" sz="900" kern="1200" dirty="0"/>
            <a:t>“Please share”</a:t>
          </a:r>
        </a:p>
        <a:p>
          <a:pPr marL="57150" lvl="1" indent="-57150" algn="l" defTabSz="400050">
            <a:lnSpc>
              <a:spcPct val="90000"/>
            </a:lnSpc>
            <a:spcBef>
              <a:spcPct val="0"/>
            </a:spcBef>
            <a:spcAft>
              <a:spcPct val="15000"/>
            </a:spcAft>
            <a:buChar char="•"/>
          </a:pPr>
          <a:r>
            <a:rPr lang="en-US" sz="900" kern="1200" dirty="0"/>
            <a:t>Our content is important enough to be shared </a:t>
          </a:r>
        </a:p>
      </dsp:txBody>
      <dsp:txXfrm>
        <a:off x="7002872" y="1288240"/>
        <a:ext cx="1397892" cy="1225334"/>
      </dsp:txXfrm>
    </dsp:sp>
    <dsp:sp modelId="{D47D2D30-ADE3-4244-896A-D208A438408A}">
      <dsp:nvSpPr>
        <dsp:cNvPr id="0" name=""/>
        <dsp:cNvSpPr/>
      </dsp:nvSpPr>
      <dsp:spPr>
        <a:xfrm>
          <a:off x="8137012" y="711612"/>
          <a:ext cx="263753" cy="263753"/>
        </a:xfrm>
        <a:prstGeom prst="triangle">
          <a:avLst>
            <a:gd name="adj" fmla="val 10000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8869495" y="402144"/>
          <a:ext cx="930533" cy="1548387"/>
        </a:xfrm>
        <a:prstGeom prst="corner">
          <a:avLst>
            <a:gd name="adj1" fmla="val 16120"/>
            <a:gd name="adj2" fmla="val 1611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8714166" y="864779"/>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6) Reference</a:t>
          </a:r>
        </a:p>
        <a:p>
          <a:pPr marL="57150" lvl="1" indent="-57150" algn="l" defTabSz="400050">
            <a:lnSpc>
              <a:spcPct val="90000"/>
            </a:lnSpc>
            <a:spcBef>
              <a:spcPct val="0"/>
            </a:spcBef>
            <a:spcAft>
              <a:spcPct val="15000"/>
            </a:spcAft>
            <a:buChar char="•"/>
          </a:pPr>
          <a:r>
            <a:rPr lang="en-US" sz="900" kern="1200" dirty="0"/>
            <a:t>“Feel free to mention”</a:t>
          </a:r>
        </a:p>
        <a:p>
          <a:pPr marL="57150" lvl="1" indent="-57150" algn="l" defTabSz="400050">
            <a:lnSpc>
              <a:spcPct val="90000"/>
            </a:lnSpc>
            <a:spcBef>
              <a:spcPct val="0"/>
            </a:spcBef>
            <a:spcAft>
              <a:spcPct val="15000"/>
            </a:spcAft>
            <a:buChar char="•"/>
          </a:pPr>
          <a:r>
            <a:rPr lang="en-US" sz="900" kern="1200" dirty="0"/>
            <a:t>Our content is valuable enough to be used as a reference in other content</a:t>
          </a:r>
        </a:p>
      </dsp:txBody>
      <dsp:txXfrm>
        <a:off x="8714166" y="864779"/>
        <a:ext cx="1397892" cy="1225334"/>
      </dsp:txXfrm>
    </dsp:sp>
    <dsp:sp modelId="{35E4B48D-612C-4074-B656-1246F02FB0FA}">
      <dsp:nvSpPr>
        <dsp:cNvPr id="0" name=""/>
        <dsp:cNvSpPr/>
      </dsp:nvSpPr>
      <dsp:spPr>
        <a:xfrm>
          <a:off x="9848305" y="288150"/>
          <a:ext cx="263753" cy="263753"/>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10580789" y="-21316"/>
          <a:ext cx="930533" cy="1548387"/>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10425460" y="441317"/>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7) Gathering</a:t>
          </a:r>
        </a:p>
        <a:p>
          <a:pPr marL="57150" lvl="1" indent="-57150" algn="l" defTabSz="400050">
            <a:lnSpc>
              <a:spcPct val="90000"/>
            </a:lnSpc>
            <a:spcBef>
              <a:spcPct val="0"/>
            </a:spcBef>
            <a:spcAft>
              <a:spcPct val="15000"/>
            </a:spcAft>
            <a:buChar char="•"/>
          </a:pPr>
          <a:r>
            <a:rPr lang="en-US" sz="900" b="0" kern="1200" dirty="0"/>
            <a:t>“Join the others”</a:t>
          </a:r>
        </a:p>
        <a:p>
          <a:pPr marL="57150" lvl="1" indent="-57150" algn="l" defTabSz="400050">
            <a:lnSpc>
              <a:spcPct val="90000"/>
            </a:lnSpc>
            <a:spcBef>
              <a:spcPct val="0"/>
            </a:spcBef>
            <a:spcAft>
              <a:spcPct val="15000"/>
            </a:spcAft>
            <a:buChar char="•"/>
          </a:pPr>
          <a:r>
            <a:rPr lang="en-US" sz="900" b="0" kern="1200" dirty="0"/>
            <a:t>Our content is good enough for people to gather by themselves around</a:t>
          </a:r>
        </a:p>
      </dsp:txBody>
      <dsp:txXfrm>
        <a:off x="10425460" y="441317"/>
        <a:ext cx="1397892" cy="12253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118895" y="956951"/>
          <a:ext cx="353440" cy="588116"/>
        </a:xfrm>
        <a:prstGeom prst="corner">
          <a:avLst>
            <a:gd name="adj1" fmla="val 16120"/>
            <a:gd name="adj2" fmla="val 1611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59897" y="1132671"/>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1) Attention !</a:t>
          </a:r>
        </a:p>
        <a:p>
          <a:pPr marL="57150" lvl="1" indent="-57150" algn="l" defTabSz="177800">
            <a:lnSpc>
              <a:spcPct val="90000"/>
            </a:lnSpc>
            <a:spcBef>
              <a:spcPct val="0"/>
            </a:spcBef>
            <a:spcAft>
              <a:spcPct val="15000"/>
            </a:spcAft>
            <a:buChar char="•"/>
          </a:pPr>
          <a:r>
            <a:rPr lang="en-US" sz="400" i="1" kern="1200" dirty="0"/>
            <a:t>“Look here quick !”</a:t>
          </a:r>
        </a:p>
        <a:p>
          <a:pPr marL="57150" lvl="1" indent="-57150" algn="l" defTabSz="177800">
            <a:lnSpc>
              <a:spcPct val="90000"/>
            </a:lnSpc>
            <a:spcBef>
              <a:spcPct val="0"/>
            </a:spcBef>
            <a:spcAft>
              <a:spcPct val="15000"/>
            </a:spcAft>
            <a:buChar char="•"/>
          </a:pPr>
          <a:r>
            <a:rPr lang="en-US" sz="400" kern="1200" dirty="0"/>
            <a:t>Our content deserves to be opened</a:t>
          </a:r>
        </a:p>
      </dsp:txBody>
      <dsp:txXfrm>
        <a:off x="59897" y="1132671"/>
        <a:ext cx="530954" cy="465413"/>
      </dsp:txXfrm>
    </dsp:sp>
    <dsp:sp modelId="{FC54635E-1CFA-4F93-B566-34FFF4B7EE1B}">
      <dsp:nvSpPr>
        <dsp:cNvPr id="0" name=""/>
        <dsp:cNvSpPr/>
      </dsp:nvSpPr>
      <dsp:spPr>
        <a:xfrm>
          <a:off x="490671" y="913653"/>
          <a:ext cx="100180" cy="100180"/>
        </a:xfrm>
        <a:prstGeom prst="triangle">
          <a:avLst>
            <a:gd name="adj" fmla="val 10000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768887" y="796109"/>
          <a:ext cx="353440" cy="588116"/>
        </a:xfrm>
        <a:prstGeom prst="corner">
          <a:avLst>
            <a:gd name="adj1" fmla="val 16120"/>
            <a:gd name="adj2" fmla="val 1611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709889" y="971830"/>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2) Activation</a:t>
          </a:r>
        </a:p>
        <a:p>
          <a:pPr marL="57150" lvl="1" indent="-57150" algn="l" defTabSz="177800">
            <a:lnSpc>
              <a:spcPct val="90000"/>
            </a:lnSpc>
            <a:spcBef>
              <a:spcPct val="0"/>
            </a:spcBef>
            <a:spcAft>
              <a:spcPct val="15000"/>
            </a:spcAft>
            <a:buChar char="•"/>
          </a:pPr>
          <a:r>
            <a:rPr lang="en-US" sz="400" i="1" kern="1200" dirty="0"/>
            <a:t>“Give a try, it’s easy”</a:t>
          </a:r>
        </a:p>
        <a:p>
          <a:pPr marL="57150" lvl="1" indent="-57150" algn="l" defTabSz="177800">
            <a:lnSpc>
              <a:spcPct val="90000"/>
            </a:lnSpc>
            <a:spcBef>
              <a:spcPct val="0"/>
            </a:spcBef>
            <a:spcAft>
              <a:spcPct val="15000"/>
            </a:spcAft>
            <a:buChar char="•"/>
          </a:pPr>
          <a:r>
            <a:rPr lang="en-US" sz="400" kern="1200" dirty="0"/>
            <a:t>Our content deserves to be consumed (read, listened, watched, played …)</a:t>
          </a:r>
        </a:p>
      </dsp:txBody>
      <dsp:txXfrm>
        <a:off x="709889" y="971830"/>
        <a:ext cx="530954" cy="465413"/>
      </dsp:txXfrm>
    </dsp:sp>
    <dsp:sp modelId="{6EE647C3-EE94-495B-A1BC-2BD31E7FB284}">
      <dsp:nvSpPr>
        <dsp:cNvPr id="0" name=""/>
        <dsp:cNvSpPr/>
      </dsp:nvSpPr>
      <dsp:spPr>
        <a:xfrm>
          <a:off x="1140664" y="752812"/>
          <a:ext cx="100180" cy="100180"/>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1418880" y="635268"/>
          <a:ext cx="353440" cy="588116"/>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1359882" y="810988"/>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3) Value confirmation</a:t>
          </a:r>
        </a:p>
        <a:p>
          <a:pPr marL="57150" lvl="1" indent="-57150" algn="l" defTabSz="177800">
            <a:lnSpc>
              <a:spcPct val="90000"/>
            </a:lnSpc>
            <a:spcBef>
              <a:spcPct val="0"/>
            </a:spcBef>
            <a:spcAft>
              <a:spcPct val="15000"/>
            </a:spcAft>
            <a:buChar char="•"/>
          </a:pPr>
          <a:r>
            <a:rPr lang="en-US" sz="400" i="1" kern="1200" dirty="0"/>
            <a:t>“Give us a rating (or a like!)”</a:t>
          </a:r>
        </a:p>
        <a:p>
          <a:pPr marL="57150" lvl="1" indent="-57150" algn="l" defTabSz="177800">
            <a:lnSpc>
              <a:spcPct val="90000"/>
            </a:lnSpc>
            <a:spcBef>
              <a:spcPct val="0"/>
            </a:spcBef>
            <a:spcAft>
              <a:spcPct val="15000"/>
            </a:spcAft>
            <a:buChar char="•"/>
          </a:pPr>
          <a:r>
            <a:rPr lang="en-US" sz="400" kern="1200" dirty="0"/>
            <a:t>Our content is valuable enough to be validated</a:t>
          </a:r>
        </a:p>
      </dsp:txBody>
      <dsp:txXfrm>
        <a:off x="1359882" y="810988"/>
        <a:ext cx="530954" cy="465413"/>
      </dsp:txXfrm>
    </dsp:sp>
    <dsp:sp modelId="{6BD65D1B-AC3F-463A-9044-842725D46E17}">
      <dsp:nvSpPr>
        <dsp:cNvPr id="0" name=""/>
        <dsp:cNvSpPr/>
      </dsp:nvSpPr>
      <dsp:spPr>
        <a:xfrm>
          <a:off x="1790656" y="591970"/>
          <a:ext cx="100180" cy="100180"/>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2068872" y="474427"/>
          <a:ext cx="353440" cy="588116"/>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2009874" y="650147"/>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4) Contribution</a:t>
          </a:r>
        </a:p>
        <a:p>
          <a:pPr marL="57150" lvl="1" indent="-57150" algn="l" defTabSz="177800">
            <a:lnSpc>
              <a:spcPct val="90000"/>
            </a:lnSpc>
            <a:spcBef>
              <a:spcPct val="0"/>
            </a:spcBef>
            <a:spcAft>
              <a:spcPct val="15000"/>
            </a:spcAft>
            <a:buChar char="•"/>
          </a:pPr>
          <a:r>
            <a:rPr lang="en-US" sz="400" i="1" kern="1200" dirty="0"/>
            <a:t>“Give us your comments !”</a:t>
          </a:r>
        </a:p>
        <a:p>
          <a:pPr marL="57150" lvl="1" indent="-57150" algn="l" defTabSz="177800">
            <a:lnSpc>
              <a:spcPct val="90000"/>
            </a:lnSpc>
            <a:spcBef>
              <a:spcPct val="0"/>
            </a:spcBef>
            <a:spcAft>
              <a:spcPct val="15000"/>
            </a:spcAft>
            <a:buChar char="•"/>
          </a:pPr>
          <a:r>
            <a:rPr lang="en-US" sz="400" kern="1200" dirty="0"/>
            <a:t>Our content is important enough to be discussed (social content is added to the content)</a:t>
          </a:r>
        </a:p>
      </dsp:txBody>
      <dsp:txXfrm>
        <a:off x="2009874" y="650147"/>
        <a:ext cx="530954" cy="465413"/>
      </dsp:txXfrm>
    </dsp:sp>
    <dsp:sp modelId="{621BC79D-194B-46C2-8CE4-368724AC50EB}">
      <dsp:nvSpPr>
        <dsp:cNvPr id="0" name=""/>
        <dsp:cNvSpPr/>
      </dsp:nvSpPr>
      <dsp:spPr>
        <a:xfrm>
          <a:off x="2440649" y="431129"/>
          <a:ext cx="100180" cy="100180"/>
        </a:xfrm>
        <a:prstGeom prst="triangle">
          <a:avLst>
            <a:gd name="adj" fmla="val 100000"/>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2718865" y="313586"/>
          <a:ext cx="353440" cy="588116"/>
        </a:xfrm>
        <a:prstGeom prst="corner">
          <a:avLst>
            <a:gd name="adj1" fmla="val 16120"/>
            <a:gd name="adj2" fmla="val 1611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2659867" y="489306"/>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5) Sharing</a:t>
          </a:r>
        </a:p>
        <a:p>
          <a:pPr marL="57150" lvl="1" indent="-57150" algn="l" defTabSz="177800">
            <a:lnSpc>
              <a:spcPct val="90000"/>
            </a:lnSpc>
            <a:spcBef>
              <a:spcPct val="0"/>
            </a:spcBef>
            <a:spcAft>
              <a:spcPct val="15000"/>
            </a:spcAft>
            <a:buChar char="•"/>
          </a:pPr>
          <a:r>
            <a:rPr lang="en-US" sz="400" kern="1200" dirty="0"/>
            <a:t>“Please share”</a:t>
          </a:r>
        </a:p>
        <a:p>
          <a:pPr marL="57150" lvl="1" indent="-57150" algn="l" defTabSz="177800">
            <a:lnSpc>
              <a:spcPct val="90000"/>
            </a:lnSpc>
            <a:spcBef>
              <a:spcPct val="0"/>
            </a:spcBef>
            <a:spcAft>
              <a:spcPct val="15000"/>
            </a:spcAft>
            <a:buChar char="•"/>
          </a:pPr>
          <a:r>
            <a:rPr lang="en-US" sz="400" kern="1200" dirty="0"/>
            <a:t>Our content is important enough to be shared </a:t>
          </a:r>
        </a:p>
      </dsp:txBody>
      <dsp:txXfrm>
        <a:off x="2659867" y="489306"/>
        <a:ext cx="530954" cy="465413"/>
      </dsp:txXfrm>
    </dsp:sp>
    <dsp:sp modelId="{D47D2D30-ADE3-4244-896A-D208A438408A}">
      <dsp:nvSpPr>
        <dsp:cNvPr id="0" name=""/>
        <dsp:cNvSpPr/>
      </dsp:nvSpPr>
      <dsp:spPr>
        <a:xfrm>
          <a:off x="3090641" y="270288"/>
          <a:ext cx="100180" cy="100180"/>
        </a:xfrm>
        <a:prstGeom prst="triangle">
          <a:avLst>
            <a:gd name="adj" fmla="val 10000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3368857" y="152744"/>
          <a:ext cx="353440" cy="588116"/>
        </a:xfrm>
        <a:prstGeom prst="corner">
          <a:avLst>
            <a:gd name="adj1" fmla="val 16120"/>
            <a:gd name="adj2" fmla="val 1611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3309859" y="328464"/>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6) Reference</a:t>
          </a:r>
        </a:p>
        <a:p>
          <a:pPr marL="57150" lvl="1" indent="-57150" algn="l" defTabSz="177800">
            <a:lnSpc>
              <a:spcPct val="90000"/>
            </a:lnSpc>
            <a:spcBef>
              <a:spcPct val="0"/>
            </a:spcBef>
            <a:spcAft>
              <a:spcPct val="15000"/>
            </a:spcAft>
            <a:buChar char="•"/>
          </a:pPr>
          <a:r>
            <a:rPr lang="en-US" sz="400" kern="1200" dirty="0"/>
            <a:t>“Feel free to mention”</a:t>
          </a:r>
        </a:p>
        <a:p>
          <a:pPr marL="57150" lvl="1" indent="-57150" algn="l" defTabSz="177800">
            <a:lnSpc>
              <a:spcPct val="90000"/>
            </a:lnSpc>
            <a:spcBef>
              <a:spcPct val="0"/>
            </a:spcBef>
            <a:spcAft>
              <a:spcPct val="15000"/>
            </a:spcAft>
            <a:buChar char="•"/>
          </a:pPr>
          <a:r>
            <a:rPr lang="en-US" sz="400" kern="1200" dirty="0"/>
            <a:t>Our content is valuable enough to be used as a reference in other content</a:t>
          </a:r>
        </a:p>
      </dsp:txBody>
      <dsp:txXfrm>
        <a:off x="3309859" y="328464"/>
        <a:ext cx="530954" cy="465413"/>
      </dsp:txXfrm>
    </dsp:sp>
    <dsp:sp modelId="{35E4B48D-612C-4074-B656-1246F02FB0FA}">
      <dsp:nvSpPr>
        <dsp:cNvPr id="0" name=""/>
        <dsp:cNvSpPr/>
      </dsp:nvSpPr>
      <dsp:spPr>
        <a:xfrm>
          <a:off x="3740634" y="109446"/>
          <a:ext cx="100180" cy="100180"/>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4018850" y="-8096"/>
          <a:ext cx="353440" cy="588116"/>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3959852" y="167623"/>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7) Gathering</a:t>
          </a:r>
        </a:p>
        <a:p>
          <a:pPr marL="57150" lvl="1" indent="-57150" algn="l" defTabSz="177800">
            <a:lnSpc>
              <a:spcPct val="90000"/>
            </a:lnSpc>
            <a:spcBef>
              <a:spcPct val="0"/>
            </a:spcBef>
            <a:spcAft>
              <a:spcPct val="15000"/>
            </a:spcAft>
            <a:buChar char="•"/>
          </a:pPr>
          <a:r>
            <a:rPr lang="en-US" sz="400" b="0" kern="1200" dirty="0"/>
            <a:t>“Join the others”</a:t>
          </a:r>
        </a:p>
        <a:p>
          <a:pPr marL="57150" lvl="1" indent="-57150" algn="l" defTabSz="177800">
            <a:lnSpc>
              <a:spcPct val="90000"/>
            </a:lnSpc>
            <a:spcBef>
              <a:spcPct val="0"/>
            </a:spcBef>
            <a:spcAft>
              <a:spcPct val="15000"/>
            </a:spcAft>
            <a:buChar char="•"/>
          </a:pPr>
          <a:r>
            <a:rPr lang="en-US" sz="400" b="0" kern="1200" dirty="0"/>
            <a:t>Our content is good enough for people to gather by themselves around</a:t>
          </a:r>
        </a:p>
      </dsp:txBody>
      <dsp:txXfrm>
        <a:off x="3959852" y="167623"/>
        <a:ext cx="530954" cy="4654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2342453" y="1335"/>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Not enough people</a:t>
          </a:r>
        </a:p>
      </dsp:txBody>
      <dsp:txXfrm>
        <a:off x="2477586" y="136468"/>
        <a:ext cx="652477" cy="652477"/>
      </dsp:txXfrm>
    </dsp:sp>
    <dsp:sp modelId="{30576A75-9FA6-48E9-BFD1-07813ED83512}">
      <dsp:nvSpPr>
        <dsp:cNvPr id="0" name=""/>
        <dsp:cNvSpPr/>
      </dsp:nvSpPr>
      <dsp:spPr>
        <a:xfrm rot="1800000">
          <a:off x="3274949" y="649627"/>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279866" y="693562"/>
        <a:ext cx="171267" cy="186855"/>
      </dsp:txXfrm>
    </dsp:sp>
    <dsp:sp modelId="{66EB8AC1-CCEF-4C00-A703-726C88586381}">
      <dsp:nvSpPr>
        <dsp:cNvPr id="0" name=""/>
        <dsp:cNvSpPr/>
      </dsp:nvSpPr>
      <dsp:spPr>
        <a:xfrm>
          <a:off x="3541362" y="69352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opportunities to become relevant</a:t>
          </a:r>
        </a:p>
      </dsp:txBody>
      <dsp:txXfrm>
        <a:off x="3676495" y="828659"/>
        <a:ext cx="652477" cy="652477"/>
      </dsp:txXfrm>
    </dsp:sp>
    <dsp:sp modelId="{728104AD-916F-4582-949F-E19F8BB05CA2}">
      <dsp:nvSpPr>
        <dsp:cNvPr id="0" name=""/>
        <dsp:cNvSpPr/>
      </dsp:nvSpPr>
      <dsp:spPr>
        <a:xfrm rot="5400000">
          <a:off x="3880400" y="1684450"/>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917100" y="1710035"/>
        <a:ext cx="171267" cy="186855"/>
      </dsp:txXfrm>
    </dsp:sp>
    <dsp:sp modelId="{651F5F38-D8CD-47F3-A5EC-1C7DD0BC6052}">
      <dsp:nvSpPr>
        <dsp:cNvPr id="0" name=""/>
        <dsp:cNvSpPr/>
      </dsp:nvSpPr>
      <dsp:spPr>
        <a:xfrm>
          <a:off x="3541362" y="207790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Content not valuable enough for the corporation</a:t>
          </a:r>
        </a:p>
      </dsp:txBody>
      <dsp:txXfrm>
        <a:off x="3676495" y="2213039"/>
        <a:ext cx="652477" cy="652477"/>
      </dsp:txXfrm>
    </dsp:sp>
    <dsp:sp modelId="{428B4218-928F-45F2-87CC-37A5F3D3D311}">
      <dsp:nvSpPr>
        <dsp:cNvPr id="0" name=""/>
        <dsp:cNvSpPr/>
      </dsp:nvSpPr>
      <dsp:spPr>
        <a:xfrm rot="9000000">
          <a:off x="3286942" y="2726198"/>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3355425" y="2770133"/>
        <a:ext cx="171267" cy="186855"/>
      </dsp:txXfrm>
    </dsp:sp>
    <dsp:sp modelId="{1B561D4D-EFD3-4162-A23C-0BFA3ABE32A2}">
      <dsp:nvSpPr>
        <dsp:cNvPr id="0" name=""/>
        <dsp:cNvSpPr/>
      </dsp:nvSpPr>
      <dsp:spPr>
        <a:xfrm>
          <a:off x="2342453" y="277009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motivation and support from corporation</a:t>
          </a:r>
        </a:p>
      </dsp:txBody>
      <dsp:txXfrm>
        <a:off x="2477586" y="2905229"/>
        <a:ext cx="652477" cy="652477"/>
      </dsp:txXfrm>
    </dsp:sp>
    <dsp:sp modelId="{6A20AE3D-0377-48A7-ABE0-7DAFC327A961}">
      <dsp:nvSpPr>
        <dsp:cNvPr id="0" name=""/>
        <dsp:cNvSpPr/>
      </dsp:nvSpPr>
      <dsp:spPr>
        <a:xfrm rot="12600000">
          <a:off x="2088034" y="2733122"/>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2156517" y="2813757"/>
        <a:ext cx="171267" cy="186855"/>
      </dsp:txXfrm>
    </dsp:sp>
    <dsp:sp modelId="{CAA6A354-E07A-477E-9A5E-4BFDE2E6B2F5}">
      <dsp:nvSpPr>
        <dsp:cNvPr id="0" name=""/>
        <dsp:cNvSpPr/>
      </dsp:nvSpPr>
      <dsp:spPr>
        <a:xfrm>
          <a:off x="1143545" y="207790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capacity for interesting content</a:t>
          </a:r>
        </a:p>
      </dsp:txBody>
      <dsp:txXfrm>
        <a:off x="1278678" y="2213039"/>
        <a:ext cx="652477" cy="652477"/>
      </dsp:txXfrm>
    </dsp:sp>
    <dsp:sp modelId="{99906AD1-1144-4093-B0B3-6E82C71E961F}">
      <dsp:nvSpPr>
        <dsp:cNvPr id="0" name=""/>
        <dsp:cNvSpPr/>
      </dsp:nvSpPr>
      <dsp:spPr>
        <a:xfrm rot="16200000">
          <a:off x="1482582" y="1698299"/>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519282" y="1797284"/>
        <a:ext cx="171267" cy="186855"/>
      </dsp:txXfrm>
    </dsp:sp>
    <dsp:sp modelId="{DB0E1C4B-1895-49D0-B7CA-96E12623AC35}">
      <dsp:nvSpPr>
        <dsp:cNvPr id="0" name=""/>
        <dsp:cNvSpPr/>
      </dsp:nvSpPr>
      <dsp:spPr>
        <a:xfrm>
          <a:off x="1143545" y="69352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global interest</a:t>
          </a:r>
        </a:p>
      </dsp:txBody>
      <dsp:txXfrm>
        <a:off x="1278678" y="828659"/>
        <a:ext cx="652477" cy="652477"/>
      </dsp:txXfrm>
    </dsp:sp>
    <dsp:sp modelId="{6389DC95-FA58-4965-8EA0-8908E8038603}">
      <dsp:nvSpPr>
        <dsp:cNvPr id="0" name=""/>
        <dsp:cNvSpPr/>
      </dsp:nvSpPr>
      <dsp:spPr>
        <a:xfrm rot="19800000">
          <a:off x="2076040" y="656551"/>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080957" y="737186"/>
        <a:ext cx="171267" cy="1868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1380946" y="468"/>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Not enough people</a:t>
          </a:r>
        </a:p>
      </dsp:txBody>
      <dsp:txXfrm>
        <a:off x="1461319" y="80841"/>
        <a:ext cx="388076" cy="388076"/>
      </dsp:txXfrm>
    </dsp:sp>
    <dsp:sp modelId="{30576A75-9FA6-48E9-BFD1-07813ED83512}">
      <dsp:nvSpPr>
        <dsp:cNvPr id="0" name=""/>
        <dsp:cNvSpPr/>
      </dsp:nvSpPr>
      <dsp:spPr>
        <a:xfrm rot="1800000">
          <a:off x="1935656" y="386191"/>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1938586" y="412300"/>
        <a:ext cx="102075" cy="111137"/>
      </dsp:txXfrm>
    </dsp:sp>
    <dsp:sp modelId="{66EB8AC1-CCEF-4C00-A703-726C88586381}">
      <dsp:nvSpPr>
        <dsp:cNvPr id="0" name=""/>
        <dsp:cNvSpPr/>
      </dsp:nvSpPr>
      <dsp:spPr>
        <a:xfrm>
          <a:off x="2094514" y="412447"/>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opportunities to become relevant</a:t>
          </a:r>
        </a:p>
      </dsp:txBody>
      <dsp:txXfrm>
        <a:off x="2174887" y="492820"/>
        <a:ext cx="388076" cy="388076"/>
      </dsp:txXfrm>
    </dsp:sp>
    <dsp:sp modelId="{728104AD-916F-4582-949F-E19F8BB05CA2}">
      <dsp:nvSpPr>
        <dsp:cNvPr id="0" name=""/>
        <dsp:cNvSpPr/>
      </dsp:nvSpPr>
      <dsp:spPr>
        <a:xfrm rot="5400000">
          <a:off x="2296014" y="1002096"/>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2317887" y="1017268"/>
        <a:ext cx="102075" cy="111137"/>
      </dsp:txXfrm>
    </dsp:sp>
    <dsp:sp modelId="{651F5F38-D8CD-47F3-A5EC-1C7DD0BC6052}">
      <dsp:nvSpPr>
        <dsp:cNvPr id="0" name=""/>
        <dsp:cNvSpPr/>
      </dsp:nvSpPr>
      <dsp:spPr>
        <a:xfrm>
          <a:off x="2094514" y="1236404"/>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Content not valuable enough for the corporation</a:t>
          </a:r>
        </a:p>
      </dsp:txBody>
      <dsp:txXfrm>
        <a:off x="2174887" y="1316777"/>
        <a:ext cx="388076" cy="388076"/>
      </dsp:txXfrm>
    </dsp:sp>
    <dsp:sp modelId="{428B4218-928F-45F2-87CC-37A5F3D3D311}">
      <dsp:nvSpPr>
        <dsp:cNvPr id="0" name=""/>
        <dsp:cNvSpPr/>
      </dsp:nvSpPr>
      <dsp:spPr>
        <a:xfrm rot="9000000">
          <a:off x="1942804" y="1622128"/>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rot="10800000">
        <a:off x="1983620" y="1648237"/>
        <a:ext cx="102075" cy="111137"/>
      </dsp:txXfrm>
    </dsp:sp>
    <dsp:sp modelId="{1B561D4D-EFD3-4162-A23C-0BFA3ABE32A2}">
      <dsp:nvSpPr>
        <dsp:cNvPr id="0" name=""/>
        <dsp:cNvSpPr/>
      </dsp:nvSpPr>
      <dsp:spPr>
        <a:xfrm>
          <a:off x="1380946" y="1648383"/>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motivation and support from corporation</a:t>
          </a:r>
        </a:p>
      </dsp:txBody>
      <dsp:txXfrm>
        <a:off x="1461319" y="1728756"/>
        <a:ext cx="388076" cy="388076"/>
      </dsp:txXfrm>
    </dsp:sp>
    <dsp:sp modelId="{6A20AE3D-0377-48A7-ABE0-7DAFC327A961}">
      <dsp:nvSpPr>
        <dsp:cNvPr id="0" name=""/>
        <dsp:cNvSpPr/>
      </dsp:nvSpPr>
      <dsp:spPr>
        <a:xfrm rot="12600000">
          <a:off x="1229236" y="1626255"/>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rot="10800000">
        <a:off x="1270052" y="1674237"/>
        <a:ext cx="102075" cy="111137"/>
      </dsp:txXfrm>
    </dsp:sp>
    <dsp:sp modelId="{CAA6A354-E07A-477E-9A5E-4BFDE2E6B2F5}">
      <dsp:nvSpPr>
        <dsp:cNvPr id="0" name=""/>
        <dsp:cNvSpPr/>
      </dsp:nvSpPr>
      <dsp:spPr>
        <a:xfrm>
          <a:off x="667378" y="1236404"/>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capacity for interesting content</a:t>
          </a:r>
        </a:p>
      </dsp:txBody>
      <dsp:txXfrm>
        <a:off x="747751" y="1316777"/>
        <a:ext cx="388076" cy="388076"/>
      </dsp:txXfrm>
    </dsp:sp>
    <dsp:sp modelId="{99906AD1-1144-4093-B0B3-6E82C71E961F}">
      <dsp:nvSpPr>
        <dsp:cNvPr id="0" name=""/>
        <dsp:cNvSpPr/>
      </dsp:nvSpPr>
      <dsp:spPr>
        <a:xfrm rot="16200000">
          <a:off x="868878" y="1010350"/>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890751" y="1069268"/>
        <a:ext cx="102075" cy="111137"/>
      </dsp:txXfrm>
    </dsp:sp>
    <dsp:sp modelId="{DB0E1C4B-1895-49D0-B7CA-96E12623AC35}">
      <dsp:nvSpPr>
        <dsp:cNvPr id="0" name=""/>
        <dsp:cNvSpPr/>
      </dsp:nvSpPr>
      <dsp:spPr>
        <a:xfrm>
          <a:off x="667378" y="412447"/>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global interest</a:t>
          </a:r>
        </a:p>
      </dsp:txBody>
      <dsp:txXfrm>
        <a:off x="747751" y="492820"/>
        <a:ext cx="388076" cy="388076"/>
      </dsp:txXfrm>
    </dsp:sp>
    <dsp:sp modelId="{6389DC95-FA58-4965-8EA0-8908E8038603}">
      <dsp:nvSpPr>
        <dsp:cNvPr id="0" name=""/>
        <dsp:cNvSpPr/>
      </dsp:nvSpPr>
      <dsp:spPr>
        <a:xfrm rot="19800000">
          <a:off x="1222088" y="390318"/>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1225018" y="438300"/>
        <a:ext cx="102075" cy="11113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C4A35-AB1B-4C89-9012-4D815899236A}">
      <dsp:nvSpPr>
        <dsp:cNvPr id="0" name=""/>
        <dsp:cNvSpPr/>
      </dsp:nvSpPr>
      <dsp:spPr>
        <a:xfrm>
          <a:off x="271721" y="0"/>
          <a:ext cx="4505406" cy="4505406"/>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C6944C-965A-4B4D-9C78-CD9F058004EE}">
      <dsp:nvSpPr>
        <dsp:cNvPr id="0" name=""/>
        <dsp:cNvSpPr/>
      </dsp:nvSpPr>
      <dsp:spPr>
        <a:xfrm>
          <a:off x="564572" y="292851"/>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Business opportunity  sharing community</a:t>
          </a:r>
        </a:p>
      </dsp:txBody>
      <dsp:txXfrm>
        <a:off x="652546" y="380825"/>
        <a:ext cx="1626214" cy="1626214"/>
      </dsp:txXfrm>
    </dsp:sp>
    <dsp:sp modelId="{80BE38E1-7F02-41C1-B9E4-D01CE55E2CAE}">
      <dsp:nvSpPr>
        <dsp:cNvPr id="0" name=""/>
        <dsp:cNvSpPr/>
      </dsp:nvSpPr>
      <dsp:spPr>
        <a:xfrm>
          <a:off x="2682113" y="292851"/>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Cybersecurity Community</a:t>
          </a:r>
        </a:p>
      </dsp:txBody>
      <dsp:txXfrm>
        <a:off x="2770087" y="380825"/>
        <a:ext cx="1626214" cy="1626214"/>
      </dsp:txXfrm>
    </dsp:sp>
    <dsp:sp modelId="{54C98DBC-967C-4B83-82B0-7594891B9DF1}">
      <dsp:nvSpPr>
        <dsp:cNvPr id="0" name=""/>
        <dsp:cNvSpPr/>
      </dsp:nvSpPr>
      <dsp:spPr>
        <a:xfrm>
          <a:off x="564572" y="2410392"/>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Company’s Football club </a:t>
          </a:r>
        </a:p>
      </dsp:txBody>
      <dsp:txXfrm>
        <a:off x="652546" y="2498366"/>
        <a:ext cx="1626214" cy="1626214"/>
      </dsp:txXfrm>
    </dsp:sp>
    <dsp:sp modelId="{4AD6F6A6-C812-4581-82B2-3966CF1D347B}">
      <dsp:nvSpPr>
        <dsp:cNvPr id="0" name=""/>
        <dsp:cNvSpPr/>
      </dsp:nvSpPr>
      <dsp:spPr>
        <a:xfrm>
          <a:off x="2682113" y="2410392"/>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Corporate Alumni</a:t>
          </a:r>
        </a:p>
      </dsp:txBody>
      <dsp:txXfrm>
        <a:off x="2770087" y="2498366"/>
        <a:ext cx="1626214" cy="16262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C4A35-AB1B-4C89-9012-4D815899236A}">
      <dsp:nvSpPr>
        <dsp:cNvPr id="0" name=""/>
        <dsp:cNvSpPr/>
      </dsp:nvSpPr>
      <dsp:spPr>
        <a:xfrm>
          <a:off x="0" y="1319"/>
          <a:ext cx="2371316" cy="2371316"/>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C6944C-965A-4B4D-9C78-CD9F058004EE}">
      <dsp:nvSpPr>
        <dsp:cNvPr id="0" name=""/>
        <dsp:cNvSpPr/>
      </dsp:nvSpPr>
      <dsp:spPr>
        <a:xfrm>
          <a:off x="154135" y="155455"/>
          <a:ext cx="948526" cy="94852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Direct Business value</a:t>
          </a:r>
          <a:r>
            <a:rPr lang="en-US" sz="900" b="0" kern="1200" dirty="0"/>
            <a:t> mostly for members</a:t>
          </a:r>
          <a:endParaRPr lang="en-US" sz="900" kern="1200" dirty="0"/>
        </a:p>
      </dsp:txBody>
      <dsp:txXfrm>
        <a:off x="200438" y="201758"/>
        <a:ext cx="855920" cy="855920"/>
      </dsp:txXfrm>
    </dsp:sp>
    <dsp:sp modelId="{80BE38E1-7F02-41C1-B9E4-D01CE55E2CAE}">
      <dsp:nvSpPr>
        <dsp:cNvPr id="0" name=""/>
        <dsp:cNvSpPr/>
      </dsp:nvSpPr>
      <dsp:spPr>
        <a:xfrm>
          <a:off x="1268654" y="155455"/>
          <a:ext cx="948526" cy="94852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Direct Business value </a:t>
          </a:r>
          <a:r>
            <a:rPr lang="en-US" sz="900" kern="1200" dirty="0"/>
            <a:t>for members and nonmembers</a:t>
          </a:r>
        </a:p>
      </dsp:txBody>
      <dsp:txXfrm>
        <a:off x="1314957" y="201758"/>
        <a:ext cx="855920" cy="855920"/>
      </dsp:txXfrm>
    </dsp:sp>
    <dsp:sp modelId="{54C98DBC-967C-4B83-82B0-7594891B9DF1}">
      <dsp:nvSpPr>
        <dsp:cNvPr id="0" name=""/>
        <dsp:cNvSpPr/>
      </dsp:nvSpPr>
      <dsp:spPr>
        <a:xfrm>
          <a:off x="154135" y="1269973"/>
          <a:ext cx="948526" cy="94852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Indirect Business value </a:t>
          </a:r>
          <a:r>
            <a:rPr lang="en-US" sz="900" b="0" kern="1200" dirty="0"/>
            <a:t>mostly for members</a:t>
          </a:r>
        </a:p>
      </dsp:txBody>
      <dsp:txXfrm>
        <a:off x="200438" y="1316276"/>
        <a:ext cx="855920" cy="855920"/>
      </dsp:txXfrm>
    </dsp:sp>
    <dsp:sp modelId="{4AD6F6A6-C812-4581-82B2-3966CF1D347B}">
      <dsp:nvSpPr>
        <dsp:cNvPr id="0" name=""/>
        <dsp:cNvSpPr/>
      </dsp:nvSpPr>
      <dsp:spPr>
        <a:xfrm>
          <a:off x="1268654" y="1269973"/>
          <a:ext cx="948526" cy="94852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Indirect Business value </a:t>
          </a:r>
          <a:r>
            <a:rPr lang="en-US" sz="900" kern="1200" dirty="0"/>
            <a:t>for members and nonmembers</a:t>
          </a:r>
        </a:p>
      </dsp:txBody>
      <dsp:txXfrm>
        <a:off x="1314957" y="1316276"/>
        <a:ext cx="855920" cy="8559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A3E52-F105-4DEF-93EE-5CF362D8832C}">
      <dsp:nvSpPr>
        <dsp:cNvPr id="0" name=""/>
        <dsp:cNvSpPr/>
      </dsp:nvSpPr>
      <dsp:spPr>
        <a:xfrm>
          <a:off x="28289" y="432108"/>
          <a:ext cx="1862336" cy="1862336"/>
        </a:xfrm>
        <a:prstGeom prst="ellipse">
          <a:avLst/>
        </a:prstGeom>
        <a:solidFill>
          <a:srgbClr val="EC7B2B">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dirty="0"/>
            <a:t>Community A</a:t>
          </a:r>
        </a:p>
      </dsp:txBody>
      <dsp:txXfrm>
        <a:off x="288345" y="651718"/>
        <a:ext cx="1073779" cy="1423117"/>
      </dsp:txXfrm>
    </dsp:sp>
    <dsp:sp modelId="{4ADD6E9E-1418-47E4-BF3C-CC6F38261B07}">
      <dsp:nvSpPr>
        <dsp:cNvPr id="0" name=""/>
        <dsp:cNvSpPr/>
      </dsp:nvSpPr>
      <dsp:spPr>
        <a:xfrm>
          <a:off x="1417724" y="432108"/>
          <a:ext cx="1862336" cy="186233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dirty="0"/>
            <a:t>Community B</a:t>
          </a:r>
        </a:p>
      </dsp:txBody>
      <dsp:txXfrm>
        <a:off x="1946225" y="651718"/>
        <a:ext cx="1073779" cy="14231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FF5F8-D918-4C5B-8F8D-6AA97118B5B3}">
      <dsp:nvSpPr>
        <dsp:cNvPr id="0" name=""/>
        <dsp:cNvSpPr/>
      </dsp:nvSpPr>
      <dsp:spPr>
        <a:xfrm>
          <a:off x="2979" y="3066421"/>
          <a:ext cx="1547965" cy="773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When 2 communities provide the same value (for a given activity)</a:t>
          </a:r>
        </a:p>
      </dsp:txBody>
      <dsp:txXfrm>
        <a:off x="25648" y="3089090"/>
        <a:ext cx="1502627" cy="728644"/>
      </dsp:txXfrm>
    </dsp:sp>
    <dsp:sp modelId="{D20800DF-786F-4F46-BC8E-7C08B0011206}">
      <dsp:nvSpPr>
        <dsp:cNvPr id="0" name=""/>
        <dsp:cNvSpPr/>
      </dsp:nvSpPr>
      <dsp:spPr>
        <a:xfrm rot="17350740">
          <a:off x="918152" y="2553247"/>
          <a:ext cx="1884771" cy="20170"/>
        </a:xfrm>
        <a:custGeom>
          <a:avLst/>
          <a:gdLst/>
          <a:ahLst/>
          <a:cxnLst/>
          <a:rect l="0" t="0" r="0" b="0"/>
          <a:pathLst>
            <a:path>
              <a:moveTo>
                <a:pt x="0" y="10085"/>
              </a:moveTo>
              <a:lnTo>
                <a:pt x="1884771"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813418" y="2516213"/>
        <a:ext cx="94238" cy="94238"/>
      </dsp:txXfrm>
    </dsp:sp>
    <dsp:sp modelId="{337B761F-BAA9-446C-A8E3-99D1120EE415}">
      <dsp:nvSpPr>
        <dsp:cNvPr id="0" name=""/>
        <dsp:cNvSpPr/>
      </dsp:nvSpPr>
      <dsp:spPr>
        <a:xfrm>
          <a:off x="2170131" y="1286261"/>
          <a:ext cx="1547965" cy="773982"/>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Compete</a:t>
          </a:r>
        </a:p>
      </dsp:txBody>
      <dsp:txXfrm>
        <a:off x="2192800" y="1308930"/>
        <a:ext cx="1502627" cy="728644"/>
      </dsp:txXfrm>
    </dsp:sp>
    <dsp:sp modelId="{64ED4F26-6F6D-4A7A-BB9C-168A4173F247}">
      <dsp:nvSpPr>
        <dsp:cNvPr id="0" name=""/>
        <dsp:cNvSpPr/>
      </dsp:nvSpPr>
      <dsp:spPr>
        <a:xfrm rot="19457599">
          <a:off x="3646424" y="1440647"/>
          <a:ext cx="762530" cy="20170"/>
        </a:xfrm>
        <a:custGeom>
          <a:avLst/>
          <a:gdLst/>
          <a:ahLst/>
          <a:cxnLst/>
          <a:rect l="0" t="0" r="0" b="0"/>
          <a:pathLst>
            <a:path>
              <a:moveTo>
                <a:pt x="0" y="10085"/>
              </a:moveTo>
              <a:lnTo>
                <a:pt x="762530"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8626" y="1431669"/>
        <a:ext cx="38126" cy="38126"/>
      </dsp:txXfrm>
    </dsp:sp>
    <dsp:sp modelId="{713C6B1F-5D5E-4D8A-B185-2B84207921A9}">
      <dsp:nvSpPr>
        <dsp:cNvPr id="0" name=""/>
        <dsp:cNvSpPr/>
      </dsp:nvSpPr>
      <dsp:spPr>
        <a:xfrm>
          <a:off x="4337282" y="841221"/>
          <a:ext cx="1547965" cy="773982"/>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 &amp; B have different ways to provide the value</a:t>
          </a:r>
        </a:p>
      </dsp:txBody>
      <dsp:txXfrm>
        <a:off x="4359951" y="863890"/>
        <a:ext cx="1502627" cy="728644"/>
      </dsp:txXfrm>
    </dsp:sp>
    <dsp:sp modelId="{3C78C75D-17CC-4FDF-8F37-5F0B527EFE85}">
      <dsp:nvSpPr>
        <dsp:cNvPr id="0" name=""/>
        <dsp:cNvSpPr/>
      </dsp:nvSpPr>
      <dsp:spPr>
        <a:xfrm rot="2142401">
          <a:off x="3646424" y="1885687"/>
          <a:ext cx="762530" cy="20170"/>
        </a:xfrm>
        <a:custGeom>
          <a:avLst/>
          <a:gdLst/>
          <a:ahLst/>
          <a:cxnLst/>
          <a:rect l="0" t="0" r="0" b="0"/>
          <a:pathLst>
            <a:path>
              <a:moveTo>
                <a:pt x="0" y="10085"/>
              </a:moveTo>
              <a:lnTo>
                <a:pt x="762530"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8626" y="1876709"/>
        <a:ext cx="38126" cy="38126"/>
      </dsp:txXfrm>
    </dsp:sp>
    <dsp:sp modelId="{47772240-F486-4145-836D-AB0E8AD0B855}">
      <dsp:nvSpPr>
        <dsp:cNvPr id="0" name=""/>
        <dsp:cNvSpPr/>
      </dsp:nvSpPr>
      <dsp:spPr>
        <a:xfrm>
          <a:off x="4337282" y="1731301"/>
          <a:ext cx="1547965" cy="773982"/>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The best way wins or dominates</a:t>
          </a:r>
        </a:p>
      </dsp:txBody>
      <dsp:txXfrm>
        <a:off x="4359951" y="1753970"/>
        <a:ext cx="1502627" cy="728644"/>
      </dsp:txXfrm>
    </dsp:sp>
    <dsp:sp modelId="{15BBA178-4DA1-4DFF-9F1B-41EA3B61A245}">
      <dsp:nvSpPr>
        <dsp:cNvPr id="0" name=""/>
        <dsp:cNvSpPr/>
      </dsp:nvSpPr>
      <dsp:spPr>
        <a:xfrm>
          <a:off x="1550944" y="3443327"/>
          <a:ext cx="619186" cy="20170"/>
        </a:xfrm>
        <a:custGeom>
          <a:avLst/>
          <a:gdLst/>
          <a:ahLst/>
          <a:cxnLst/>
          <a:rect l="0" t="0" r="0" b="0"/>
          <a:pathLst>
            <a:path>
              <a:moveTo>
                <a:pt x="0" y="10085"/>
              </a:moveTo>
              <a:lnTo>
                <a:pt x="619186"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45058" y="3437933"/>
        <a:ext cx="30959" cy="30959"/>
      </dsp:txXfrm>
    </dsp:sp>
    <dsp:sp modelId="{4F1D22CF-CA04-4D7B-88B3-9E053BFBD9AF}">
      <dsp:nvSpPr>
        <dsp:cNvPr id="0" name=""/>
        <dsp:cNvSpPr/>
      </dsp:nvSpPr>
      <dsp:spPr>
        <a:xfrm>
          <a:off x="2170131" y="3066421"/>
          <a:ext cx="1547965" cy="773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Integrate</a:t>
          </a:r>
        </a:p>
      </dsp:txBody>
      <dsp:txXfrm>
        <a:off x="2192800" y="3089090"/>
        <a:ext cx="1502627" cy="728644"/>
      </dsp:txXfrm>
    </dsp:sp>
    <dsp:sp modelId="{D1A4060D-AED0-4635-B767-3CE0398E0F23}">
      <dsp:nvSpPr>
        <dsp:cNvPr id="0" name=""/>
        <dsp:cNvSpPr/>
      </dsp:nvSpPr>
      <dsp:spPr>
        <a:xfrm rot="19457599">
          <a:off x="3646424" y="3220807"/>
          <a:ext cx="762530" cy="20170"/>
        </a:xfrm>
        <a:custGeom>
          <a:avLst/>
          <a:gdLst/>
          <a:ahLst/>
          <a:cxnLst/>
          <a:rect l="0" t="0" r="0" b="0"/>
          <a:pathLst>
            <a:path>
              <a:moveTo>
                <a:pt x="0" y="10085"/>
              </a:moveTo>
              <a:lnTo>
                <a:pt x="762530"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8626" y="3211829"/>
        <a:ext cx="38126" cy="38126"/>
      </dsp:txXfrm>
    </dsp:sp>
    <dsp:sp modelId="{0DCB2157-AB66-4EC7-AC92-DE3882A0E5ED}">
      <dsp:nvSpPr>
        <dsp:cNvPr id="0" name=""/>
        <dsp:cNvSpPr/>
      </dsp:nvSpPr>
      <dsp:spPr>
        <a:xfrm>
          <a:off x="4337282" y="2621381"/>
          <a:ext cx="1547965" cy="773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 &amp; B merge their powers </a:t>
          </a:r>
        </a:p>
      </dsp:txBody>
      <dsp:txXfrm>
        <a:off x="4359951" y="2644050"/>
        <a:ext cx="1502627" cy="728644"/>
      </dsp:txXfrm>
    </dsp:sp>
    <dsp:sp modelId="{427630FF-46CE-4847-91B5-DBBB27B74F1C}">
      <dsp:nvSpPr>
        <dsp:cNvPr id="0" name=""/>
        <dsp:cNvSpPr/>
      </dsp:nvSpPr>
      <dsp:spPr>
        <a:xfrm>
          <a:off x="5885247" y="2998287"/>
          <a:ext cx="619186" cy="20170"/>
        </a:xfrm>
        <a:custGeom>
          <a:avLst/>
          <a:gdLst/>
          <a:ahLst/>
          <a:cxnLst/>
          <a:rect l="0" t="0" r="0" b="0"/>
          <a:pathLst>
            <a:path>
              <a:moveTo>
                <a:pt x="0" y="10085"/>
              </a:moveTo>
              <a:lnTo>
                <a:pt x="619186"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79361" y="2992893"/>
        <a:ext cx="30959" cy="30959"/>
      </dsp:txXfrm>
    </dsp:sp>
    <dsp:sp modelId="{7B978CEB-ECE0-4404-9A96-4EF84FF948A8}">
      <dsp:nvSpPr>
        <dsp:cNvPr id="0" name=""/>
        <dsp:cNvSpPr/>
      </dsp:nvSpPr>
      <dsp:spPr>
        <a:xfrm>
          <a:off x="6504434" y="2621381"/>
          <a:ext cx="1547965" cy="773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Content Curation, Common events, Common structures &amp; processes</a:t>
          </a:r>
        </a:p>
      </dsp:txBody>
      <dsp:txXfrm>
        <a:off x="6527103" y="2644050"/>
        <a:ext cx="1502627" cy="728644"/>
      </dsp:txXfrm>
    </dsp:sp>
    <dsp:sp modelId="{87B7EAED-9F88-4A3A-851A-3814BE1BFD34}">
      <dsp:nvSpPr>
        <dsp:cNvPr id="0" name=""/>
        <dsp:cNvSpPr/>
      </dsp:nvSpPr>
      <dsp:spPr>
        <a:xfrm rot="2142401">
          <a:off x="3646424" y="3665847"/>
          <a:ext cx="762530" cy="20170"/>
        </a:xfrm>
        <a:custGeom>
          <a:avLst/>
          <a:gdLst/>
          <a:ahLst/>
          <a:cxnLst/>
          <a:rect l="0" t="0" r="0" b="0"/>
          <a:pathLst>
            <a:path>
              <a:moveTo>
                <a:pt x="0" y="10085"/>
              </a:moveTo>
              <a:lnTo>
                <a:pt x="762530"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8626" y="3656869"/>
        <a:ext cx="38126" cy="38126"/>
      </dsp:txXfrm>
    </dsp:sp>
    <dsp:sp modelId="{7F1D7330-592B-464A-B257-CC8BDD367325}">
      <dsp:nvSpPr>
        <dsp:cNvPr id="0" name=""/>
        <dsp:cNvSpPr/>
      </dsp:nvSpPr>
      <dsp:spPr>
        <a:xfrm>
          <a:off x="4337282" y="3511461"/>
          <a:ext cx="1547965" cy="773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Synergy</a:t>
          </a:r>
        </a:p>
      </dsp:txBody>
      <dsp:txXfrm>
        <a:off x="4359951" y="3534130"/>
        <a:ext cx="1502627" cy="728644"/>
      </dsp:txXfrm>
    </dsp:sp>
    <dsp:sp modelId="{AF919F0C-D3B0-4675-8A05-421AE7EA6329}">
      <dsp:nvSpPr>
        <dsp:cNvPr id="0" name=""/>
        <dsp:cNvSpPr/>
      </dsp:nvSpPr>
      <dsp:spPr>
        <a:xfrm>
          <a:off x="5885247" y="3888367"/>
          <a:ext cx="619186" cy="20170"/>
        </a:xfrm>
        <a:custGeom>
          <a:avLst/>
          <a:gdLst/>
          <a:ahLst/>
          <a:cxnLst/>
          <a:rect l="0" t="0" r="0" b="0"/>
          <a:pathLst>
            <a:path>
              <a:moveTo>
                <a:pt x="0" y="10085"/>
              </a:moveTo>
              <a:lnTo>
                <a:pt x="619186"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79361" y="3882973"/>
        <a:ext cx="30959" cy="30959"/>
      </dsp:txXfrm>
    </dsp:sp>
    <dsp:sp modelId="{F568B395-4AE8-41FF-955A-729C5CBC6CC0}">
      <dsp:nvSpPr>
        <dsp:cNvPr id="0" name=""/>
        <dsp:cNvSpPr/>
      </dsp:nvSpPr>
      <dsp:spPr>
        <a:xfrm>
          <a:off x="6504434" y="3511461"/>
          <a:ext cx="1547965" cy="7739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Common governance to define</a:t>
          </a:r>
        </a:p>
      </dsp:txBody>
      <dsp:txXfrm>
        <a:off x="6527103" y="3534130"/>
        <a:ext cx="1502627" cy="728644"/>
      </dsp:txXfrm>
    </dsp:sp>
    <dsp:sp modelId="{CCA14011-EFA3-4EA7-97AD-2FD54FA1DE20}">
      <dsp:nvSpPr>
        <dsp:cNvPr id="0" name=""/>
        <dsp:cNvSpPr/>
      </dsp:nvSpPr>
      <dsp:spPr>
        <a:xfrm rot="4249260">
          <a:off x="918152" y="4333407"/>
          <a:ext cx="1884771" cy="20170"/>
        </a:xfrm>
        <a:custGeom>
          <a:avLst/>
          <a:gdLst/>
          <a:ahLst/>
          <a:cxnLst/>
          <a:rect l="0" t="0" r="0" b="0"/>
          <a:pathLst>
            <a:path>
              <a:moveTo>
                <a:pt x="0" y="10085"/>
              </a:moveTo>
              <a:lnTo>
                <a:pt x="1884771"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813418" y="4296373"/>
        <a:ext cx="94238" cy="94238"/>
      </dsp:txXfrm>
    </dsp:sp>
    <dsp:sp modelId="{E23154D6-1286-42D1-A2F8-0687BFB08A15}">
      <dsp:nvSpPr>
        <dsp:cNvPr id="0" name=""/>
        <dsp:cNvSpPr/>
      </dsp:nvSpPr>
      <dsp:spPr>
        <a:xfrm>
          <a:off x="2170131" y="4846581"/>
          <a:ext cx="1547965" cy="773982"/>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Differentiate</a:t>
          </a:r>
        </a:p>
      </dsp:txBody>
      <dsp:txXfrm>
        <a:off x="2192800" y="4869250"/>
        <a:ext cx="1502627" cy="728644"/>
      </dsp:txXfrm>
    </dsp:sp>
    <dsp:sp modelId="{A88A2A4B-E057-475F-BD60-1518C88EC744}">
      <dsp:nvSpPr>
        <dsp:cNvPr id="0" name=""/>
        <dsp:cNvSpPr/>
      </dsp:nvSpPr>
      <dsp:spPr>
        <a:xfrm rot="19457599">
          <a:off x="3646424" y="5000967"/>
          <a:ext cx="762530" cy="20170"/>
        </a:xfrm>
        <a:custGeom>
          <a:avLst/>
          <a:gdLst/>
          <a:ahLst/>
          <a:cxnLst/>
          <a:rect l="0" t="0" r="0" b="0"/>
          <a:pathLst>
            <a:path>
              <a:moveTo>
                <a:pt x="0" y="10085"/>
              </a:moveTo>
              <a:lnTo>
                <a:pt x="762530"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8626" y="4991989"/>
        <a:ext cx="38126" cy="38126"/>
      </dsp:txXfrm>
    </dsp:sp>
    <dsp:sp modelId="{DBA1A94C-9E9B-4A0B-A42D-58DFF72D7B58}">
      <dsp:nvSpPr>
        <dsp:cNvPr id="0" name=""/>
        <dsp:cNvSpPr/>
      </dsp:nvSpPr>
      <dsp:spPr>
        <a:xfrm>
          <a:off x="4337282" y="4401541"/>
          <a:ext cx="1547965" cy="773982"/>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A &amp; B end up providing different values to different segments</a:t>
          </a:r>
        </a:p>
      </dsp:txBody>
      <dsp:txXfrm>
        <a:off x="4359951" y="4424210"/>
        <a:ext cx="1502627" cy="728644"/>
      </dsp:txXfrm>
    </dsp:sp>
    <dsp:sp modelId="{33E9F206-D276-4A23-BA67-9AA1A10A4526}">
      <dsp:nvSpPr>
        <dsp:cNvPr id="0" name=""/>
        <dsp:cNvSpPr/>
      </dsp:nvSpPr>
      <dsp:spPr>
        <a:xfrm>
          <a:off x="5885247" y="4778447"/>
          <a:ext cx="619186" cy="20170"/>
        </a:xfrm>
        <a:custGeom>
          <a:avLst/>
          <a:gdLst/>
          <a:ahLst/>
          <a:cxnLst/>
          <a:rect l="0" t="0" r="0" b="0"/>
          <a:pathLst>
            <a:path>
              <a:moveTo>
                <a:pt x="0" y="10085"/>
              </a:moveTo>
              <a:lnTo>
                <a:pt x="619186"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79361" y="4773053"/>
        <a:ext cx="30959" cy="30959"/>
      </dsp:txXfrm>
    </dsp:sp>
    <dsp:sp modelId="{7072FE84-83A5-4E10-9BB3-D8A0C463BD96}">
      <dsp:nvSpPr>
        <dsp:cNvPr id="0" name=""/>
        <dsp:cNvSpPr/>
      </dsp:nvSpPr>
      <dsp:spPr>
        <a:xfrm>
          <a:off x="6504434" y="4401541"/>
          <a:ext cx="1547965" cy="773982"/>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Co-Define the borders and Co-define the segments. Redirect.</a:t>
          </a:r>
        </a:p>
      </dsp:txBody>
      <dsp:txXfrm>
        <a:off x="6527103" y="4424210"/>
        <a:ext cx="1502627" cy="728644"/>
      </dsp:txXfrm>
    </dsp:sp>
    <dsp:sp modelId="{100AEC06-EDDE-47D7-BBCE-B98A116499A0}">
      <dsp:nvSpPr>
        <dsp:cNvPr id="0" name=""/>
        <dsp:cNvSpPr/>
      </dsp:nvSpPr>
      <dsp:spPr>
        <a:xfrm rot="2142401">
          <a:off x="3646424" y="5446007"/>
          <a:ext cx="762530" cy="20170"/>
        </a:xfrm>
        <a:custGeom>
          <a:avLst/>
          <a:gdLst/>
          <a:ahLst/>
          <a:cxnLst/>
          <a:rect l="0" t="0" r="0" b="0"/>
          <a:pathLst>
            <a:path>
              <a:moveTo>
                <a:pt x="0" y="10085"/>
              </a:moveTo>
              <a:lnTo>
                <a:pt x="762530"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8626" y="5437029"/>
        <a:ext cx="38126" cy="38126"/>
      </dsp:txXfrm>
    </dsp:sp>
    <dsp:sp modelId="{0759E216-B6CB-4A04-806A-BB17CDA8F6BB}">
      <dsp:nvSpPr>
        <dsp:cNvPr id="0" name=""/>
        <dsp:cNvSpPr/>
      </dsp:nvSpPr>
      <dsp:spPr>
        <a:xfrm>
          <a:off x="4337282" y="5291621"/>
          <a:ext cx="1547965" cy="773982"/>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Market specialization</a:t>
          </a:r>
        </a:p>
      </dsp:txBody>
      <dsp:txXfrm>
        <a:off x="4359951" y="5314290"/>
        <a:ext cx="1502627" cy="728644"/>
      </dsp:txXfrm>
    </dsp:sp>
    <dsp:sp modelId="{3DFF0752-00CB-41A4-BE70-33E0B40A0077}">
      <dsp:nvSpPr>
        <dsp:cNvPr id="0" name=""/>
        <dsp:cNvSpPr/>
      </dsp:nvSpPr>
      <dsp:spPr>
        <a:xfrm>
          <a:off x="5885247" y="5668527"/>
          <a:ext cx="619186" cy="20170"/>
        </a:xfrm>
        <a:custGeom>
          <a:avLst/>
          <a:gdLst/>
          <a:ahLst/>
          <a:cxnLst/>
          <a:rect l="0" t="0" r="0" b="0"/>
          <a:pathLst>
            <a:path>
              <a:moveTo>
                <a:pt x="0" y="10085"/>
              </a:moveTo>
              <a:lnTo>
                <a:pt x="619186"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79361" y="5663133"/>
        <a:ext cx="30959" cy="30959"/>
      </dsp:txXfrm>
    </dsp:sp>
    <dsp:sp modelId="{DBA7DFE3-C36B-42BF-81E3-D686025FB760}">
      <dsp:nvSpPr>
        <dsp:cNvPr id="0" name=""/>
        <dsp:cNvSpPr/>
      </dsp:nvSpPr>
      <dsp:spPr>
        <a:xfrm>
          <a:off x="6504434" y="5291621"/>
          <a:ext cx="1547965" cy="773982"/>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Agree on value segments</a:t>
          </a:r>
        </a:p>
      </dsp:txBody>
      <dsp:txXfrm>
        <a:off x="6527103" y="5314290"/>
        <a:ext cx="1502627" cy="72864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FF5F8-D918-4C5B-8F8D-6AA97118B5B3}">
      <dsp:nvSpPr>
        <dsp:cNvPr id="0" name=""/>
        <dsp:cNvSpPr/>
      </dsp:nvSpPr>
      <dsp:spPr>
        <a:xfrm>
          <a:off x="1373" y="1757065"/>
          <a:ext cx="957247" cy="4786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When 2 communities provide the same value (for a given activity)</a:t>
          </a:r>
        </a:p>
      </dsp:txBody>
      <dsp:txXfrm>
        <a:off x="15391" y="1771083"/>
        <a:ext cx="929211" cy="450587"/>
      </dsp:txXfrm>
    </dsp:sp>
    <dsp:sp modelId="{D20800DF-786F-4F46-BC8E-7C08B0011206}">
      <dsp:nvSpPr>
        <dsp:cNvPr id="0" name=""/>
        <dsp:cNvSpPr/>
      </dsp:nvSpPr>
      <dsp:spPr>
        <a:xfrm rot="17350740">
          <a:off x="567307" y="1435171"/>
          <a:ext cx="1165524" cy="21577"/>
        </a:xfrm>
        <a:custGeom>
          <a:avLst/>
          <a:gdLst/>
          <a:ahLst/>
          <a:cxnLst/>
          <a:rect l="0" t="0" r="0" b="0"/>
          <a:pathLst>
            <a:path>
              <a:moveTo>
                <a:pt x="0" y="10788"/>
              </a:moveTo>
              <a:lnTo>
                <a:pt x="1165524" y="107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20931" y="1416821"/>
        <a:ext cx="58276" cy="58276"/>
      </dsp:txXfrm>
    </dsp:sp>
    <dsp:sp modelId="{337B761F-BAA9-446C-A8E3-99D1120EE415}">
      <dsp:nvSpPr>
        <dsp:cNvPr id="0" name=""/>
        <dsp:cNvSpPr/>
      </dsp:nvSpPr>
      <dsp:spPr>
        <a:xfrm>
          <a:off x="1341519" y="656230"/>
          <a:ext cx="957247" cy="478623"/>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Compete</a:t>
          </a:r>
        </a:p>
      </dsp:txBody>
      <dsp:txXfrm>
        <a:off x="1355537" y="670248"/>
        <a:ext cx="929211" cy="450587"/>
      </dsp:txXfrm>
    </dsp:sp>
    <dsp:sp modelId="{64ED4F26-6F6D-4A7A-BB9C-168A4173F247}">
      <dsp:nvSpPr>
        <dsp:cNvPr id="0" name=""/>
        <dsp:cNvSpPr/>
      </dsp:nvSpPr>
      <dsp:spPr>
        <a:xfrm rot="19457599">
          <a:off x="2254445" y="747149"/>
          <a:ext cx="471541" cy="21577"/>
        </a:xfrm>
        <a:custGeom>
          <a:avLst/>
          <a:gdLst/>
          <a:ahLst/>
          <a:cxnLst/>
          <a:rect l="0" t="0" r="0" b="0"/>
          <a:pathLst>
            <a:path>
              <a:moveTo>
                <a:pt x="0" y="10788"/>
              </a:moveTo>
              <a:lnTo>
                <a:pt x="471541"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8427" y="746149"/>
        <a:ext cx="23577" cy="23577"/>
      </dsp:txXfrm>
    </dsp:sp>
    <dsp:sp modelId="{713C6B1F-5D5E-4D8A-B185-2B84207921A9}">
      <dsp:nvSpPr>
        <dsp:cNvPr id="0" name=""/>
        <dsp:cNvSpPr/>
      </dsp:nvSpPr>
      <dsp:spPr>
        <a:xfrm>
          <a:off x="2681665" y="381022"/>
          <a:ext cx="957247" cy="478623"/>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A &amp; B have different ways to provide the value</a:t>
          </a:r>
        </a:p>
      </dsp:txBody>
      <dsp:txXfrm>
        <a:off x="2695683" y="395040"/>
        <a:ext cx="929211" cy="450587"/>
      </dsp:txXfrm>
    </dsp:sp>
    <dsp:sp modelId="{3C78C75D-17CC-4FDF-8F37-5F0B527EFE85}">
      <dsp:nvSpPr>
        <dsp:cNvPr id="0" name=""/>
        <dsp:cNvSpPr/>
      </dsp:nvSpPr>
      <dsp:spPr>
        <a:xfrm rot="2142401">
          <a:off x="2254445" y="1022358"/>
          <a:ext cx="471541" cy="21577"/>
        </a:xfrm>
        <a:custGeom>
          <a:avLst/>
          <a:gdLst/>
          <a:ahLst/>
          <a:cxnLst/>
          <a:rect l="0" t="0" r="0" b="0"/>
          <a:pathLst>
            <a:path>
              <a:moveTo>
                <a:pt x="0" y="10788"/>
              </a:moveTo>
              <a:lnTo>
                <a:pt x="471541"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8427" y="1021358"/>
        <a:ext cx="23577" cy="23577"/>
      </dsp:txXfrm>
    </dsp:sp>
    <dsp:sp modelId="{47772240-F486-4145-836D-AB0E8AD0B855}">
      <dsp:nvSpPr>
        <dsp:cNvPr id="0" name=""/>
        <dsp:cNvSpPr/>
      </dsp:nvSpPr>
      <dsp:spPr>
        <a:xfrm>
          <a:off x="2681665" y="931439"/>
          <a:ext cx="957247" cy="478623"/>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The best way wins or dominates</a:t>
          </a:r>
        </a:p>
      </dsp:txBody>
      <dsp:txXfrm>
        <a:off x="2695683" y="945457"/>
        <a:ext cx="929211" cy="450587"/>
      </dsp:txXfrm>
    </dsp:sp>
    <dsp:sp modelId="{15BBA178-4DA1-4DFF-9F1B-41EA3B61A245}">
      <dsp:nvSpPr>
        <dsp:cNvPr id="0" name=""/>
        <dsp:cNvSpPr/>
      </dsp:nvSpPr>
      <dsp:spPr>
        <a:xfrm>
          <a:off x="958620" y="1985588"/>
          <a:ext cx="382898" cy="21577"/>
        </a:xfrm>
        <a:custGeom>
          <a:avLst/>
          <a:gdLst/>
          <a:ahLst/>
          <a:cxnLst/>
          <a:rect l="0" t="0" r="0" b="0"/>
          <a:pathLst>
            <a:path>
              <a:moveTo>
                <a:pt x="0" y="10788"/>
              </a:moveTo>
              <a:lnTo>
                <a:pt x="382898" y="107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40497" y="1986804"/>
        <a:ext cx="19144" cy="19144"/>
      </dsp:txXfrm>
    </dsp:sp>
    <dsp:sp modelId="{4F1D22CF-CA04-4D7B-88B3-9E053BFBD9AF}">
      <dsp:nvSpPr>
        <dsp:cNvPr id="0" name=""/>
        <dsp:cNvSpPr/>
      </dsp:nvSpPr>
      <dsp:spPr>
        <a:xfrm>
          <a:off x="1341519" y="1757065"/>
          <a:ext cx="957247" cy="4786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Integrate</a:t>
          </a:r>
        </a:p>
      </dsp:txBody>
      <dsp:txXfrm>
        <a:off x="1355537" y="1771083"/>
        <a:ext cx="929211" cy="450587"/>
      </dsp:txXfrm>
    </dsp:sp>
    <dsp:sp modelId="{D1A4060D-AED0-4635-B767-3CE0398E0F23}">
      <dsp:nvSpPr>
        <dsp:cNvPr id="0" name=""/>
        <dsp:cNvSpPr/>
      </dsp:nvSpPr>
      <dsp:spPr>
        <a:xfrm rot="19457599">
          <a:off x="2254445" y="1847984"/>
          <a:ext cx="471541" cy="21577"/>
        </a:xfrm>
        <a:custGeom>
          <a:avLst/>
          <a:gdLst/>
          <a:ahLst/>
          <a:cxnLst/>
          <a:rect l="0" t="0" r="0" b="0"/>
          <a:pathLst>
            <a:path>
              <a:moveTo>
                <a:pt x="0" y="10788"/>
              </a:moveTo>
              <a:lnTo>
                <a:pt x="471541"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8427" y="1846984"/>
        <a:ext cx="23577" cy="23577"/>
      </dsp:txXfrm>
    </dsp:sp>
    <dsp:sp modelId="{0DCB2157-AB66-4EC7-AC92-DE3882A0E5ED}">
      <dsp:nvSpPr>
        <dsp:cNvPr id="0" name=""/>
        <dsp:cNvSpPr/>
      </dsp:nvSpPr>
      <dsp:spPr>
        <a:xfrm>
          <a:off x="2681665" y="1481856"/>
          <a:ext cx="957247" cy="4786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A &amp; B merge their powers </a:t>
          </a:r>
        </a:p>
      </dsp:txBody>
      <dsp:txXfrm>
        <a:off x="2695683" y="1495874"/>
        <a:ext cx="929211" cy="450587"/>
      </dsp:txXfrm>
    </dsp:sp>
    <dsp:sp modelId="{427630FF-46CE-4847-91B5-DBBB27B74F1C}">
      <dsp:nvSpPr>
        <dsp:cNvPr id="0" name=""/>
        <dsp:cNvSpPr/>
      </dsp:nvSpPr>
      <dsp:spPr>
        <a:xfrm>
          <a:off x="3638912" y="1710379"/>
          <a:ext cx="382898" cy="21577"/>
        </a:xfrm>
        <a:custGeom>
          <a:avLst/>
          <a:gdLst/>
          <a:ahLst/>
          <a:cxnLst/>
          <a:rect l="0" t="0" r="0" b="0"/>
          <a:pathLst>
            <a:path>
              <a:moveTo>
                <a:pt x="0" y="10788"/>
              </a:moveTo>
              <a:lnTo>
                <a:pt x="382898"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20789" y="1711595"/>
        <a:ext cx="19144" cy="19144"/>
      </dsp:txXfrm>
    </dsp:sp>
    <dsp:sp modelId="{7B978CEB-ECE0-4404-9A96-4EF84FF948A8}">
      <dsp:nvSpPr>
        <dsp:cNvPr id="0" name=""/>
        <dsp:cNvSpPr/>
      </dsp:nvSpPr>
      <dsp:spPr>
        <a:xfrm>
          <a:off x="4021811" y="1481856"/>
          <a:ext cx="957247" cy="4786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Content Curation, Common events, Common structures &amp; processes</a:t>
          </a:r>
        </a:p>
      </dsp:txBody>
      <dsp:txXfrm>
        <a:off x="4035829" y="1495874"/>
        <a:ext cx="929211" cy="450587"/>
      </dsp:txXfrm>
    </dsp:sp>
    <dsp:sp modelId="{87B7EAED-9F88-4A3A-851A-3814BE1BFD34}">
      <dsp:nvSpPr>
        <dsp:cNvPr id="0" name=""/>
        <dsp:cNvSpPr/>
      </dsp:nvSpPr>
      <dsp:spPr>
        <a:xfrm rot="2142401">
          <a:off x="2254445" y="2123192"/>
          <a:ext cx="471541" cy="21577"/>
        </a:xfrm>
        <a:custGeom>
          <a:avLst/>
          <a:gdLst/>
          <a:ahLst/>
          <a:cxnLst/>
          <a:rect l="0" t="0" r="0" b="0"/>
          <a:pathLst>
            <a:path>
              <a:moveTo>
                <a:pt x="0" y="10788"/>
              </a:moveTo>
              <a:lnTo>
                <a:pt x="471541"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8427" y="2122192"/>
        <a:ext cx="23577" cy="23577"/>
      </dsp:txXfrm>
    </dsp:sp>
    <dsp:sp modelId="{7F1D7330-592B-464A-B257-CC8BDD367325}">
      <dsp:nvSpPr>
        <dsp:cNvPr id="0" name=""/>
        <dsp:cNvSpPr/>
      </dsp:nvSpPr>
      <dsp:spPr>
        <a:xfrm>
          <a:off x="2681665" y="2032273"/>
          <a:ext cx="957247" cy="4786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Synergy</a:t>
          </a:r>
        </a:p>
      </dsp:txBody>
      <dsp:txXfrm>
        <a:off x="2695683" y="2046291"/>
        <a:ext cx="929211" cy="450587"/>
      </dsp:txXfrm>
    </dsp:sp>
    <dsp:sp modelId="{AF919F0C-D3B0-4675-8A05-421AE7EA6329}">
      <dsp:nvSpPr>
        <dsp:cNvPr id="0" name=""/>
        <dsp:cNvSpPr/>
      </dsp:nvSpPr>
      <dsp:spPr>
        <a:xfrm>
          <a:off x="3638912" y="2260796"/>
          <a:ext cx="382898" cy="21577"/>
        </a:xfrm>
        <a:custGeom>
          <a:avLst/>
          <a:gdLst/>
          <a:ahLst/>
          <a:cxnLst/>
          <a:rect l="0" t="0" r="0" b="0"/>
          <a:pathLst>
            <a:path>
              <a:moveTo>
                <a:pt x="0" y="10788"/>
              </a:moveTo>
              <a:lnTo>
                <a:pt x="382898"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20789" y="2262013"/>
        <a:ext cx="19144" cy="19144"/>
      </dsp:txXfrm>
    </dsp:sp>
    <dsp:sp modelId="{F568B395-4AE8-41FF-955A-729C5CBC6CC0}">
      <dsp:nvSpPr>
        <dsp:cNvPr id="0" name=""/>
        <dsp:cNvSpPr/>
      </dsp:nvSpPr>
      <dsp:spPr>
        <a:xfrm>
          <a:off x="4021811" y="2032273"/>
          <a:ext cx="957247" cy="4786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t>Common governance to define</a:t>
          </a:r>
        </a:p>
      </dsp:txBody>
      <dsp:txXfrm>
        <a:off x="4035829" y="2046291"/>
        <a:ext cx="929211" cy="450587"/>
      </dsp:txXfrm>
    </dsp:sp>
    <dsp:sp modelId="{CCA14011-EFA3-4EA7-97AD-2FD54FA1DE20}">
      <dsp:nvSpPr>
        <dsp:cNvPr id="0" name=""/>
        <dsp:cNvSpPr/>
      </dsp:nvSpPr>
      <dsp:spPr>
        <a:xfrm rot="4249260">
          <a:off x="567307" y="2536005"/>
          <a:ext cx="1165524" cy="21577"/>
        </a:xfrm>
        <a:custGeom>
          <a:avLst/>
          <a:gdLst/>
          <a:ahLst/>
          <a:cxnLst/>
          <a:rect l="0" t="0" r="0" b="0"/>
          <a:pathLst>
            <a:path>
              <a:moveTo>
                <a:pt x="0" y="10788"/>
              </a:moveTo>
              <a:lnTo>
                <a:pt x="1165524" y="107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20931" y="2517656"/>
        <a:ext cx="58276" cy="58276"/>
      </dsp:txXfrm>
    </dsp:sp>
    <dsp:sp modelId="{E23154D6-1286-42D1-A2F8-0687BFB08A15}">
      <dsp:nvSpPr>
        <dsp:cNvPr id="0" name=""/>
        <dsp:cNvSpPr/>
      </dsp:nvSpPr>
      <dsp:spPr>
        <a:xfrm>
          <a:off x="1341519" y="2857899"/>
          <a:ext cx="957247" cy="478623"/>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Differentiate</a:t>
          </a:r>
        </a:p>
      </dsp:txBody>
      <dsp:txXfrm>
        <a:off x="1355537" y="2871917"/>
        <a:ext cx="929211" cy="450587"/>
      </dsp:txXfrm>
    </dsp:sp>
    <dsp:sp modelId="{A88A2A4B-E057-475F-BD60-1518C88EC744}">
      <dsp:nvSpPr>
        <dsp:cNvPr id="0" name=""/>
        <dsp:cNvSpPr/>
      </dsp:nvSpPr>
      <dsp:spPr>
        <a:xfrm rot="19457599">
          <a:off x="2254445" y="2948818"/>
          <a:ext cx="471541" cy="21577"/>
        </a:xfrm>
        <a:custGeom>
          <a:avLst/>
          <a:gdLst/>
          <a:ahLst/>
          <a:cxnLst/>
          <a:rect l="0" t="0" r="0" b="0"/>
          <a:pathLst>
            <a:path>
              <a:moveTo>
                <a:pt x="0" y="10788"/>
              </a:moveTo>
              <a:lnTo>
                <a:pt x="471541"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8427" y="2947818"/>
        <a:ext cx="23577" cy="23577"/>
      </dsp:txXfrm>
    </dsp:sp>
    <dsp:sp modelId="{DBA1A94C-9E9B-4A0B-A42D-58DFF72D7B58}">
      <dsp:nvSpPr>
        <dsp:cNvPr id="0" name=""/>
        <dsp:cNvSpPr/>
      </dsp:nvSpPr>
      <dsp:spPr>
        <a:xfrm>
          <a:off x="2681665" y="2582690"/>
          <a:ext cx="957247" cy="478623"/>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A &amp; B end up providing different values to different segments</a:t>
          </a:r>
        </a:p>
      </dsp:txBody>
      <dsp:txXfrm>
        <a:off x="2695683" y="2596708"/>
        <a:ext cx="929211" cy="450587"/>
      </dsp:txXfrm>
    </dsp:sp>
    <dsp:sp modelId="{33E9F206-D276-4A23-BA67-9AA1A10A4526}">
      <dsp:nvSpPr>
        <dsp:cNvPr id="0" name=""/>
        <dsp:cNvSpPr/>
      </dsp:nvSpPr>
      <dsp:spPr>
        <a:xfrm>
          <a:off x="3638912" y="2811214"/>
          <a:ext cx="382898" cy="21577"/>
        </a:xfrm>
        <a:custGeom>
          <a:avLst/>
          <a:gdLst/>
          <a:ahLst/>
          <a:cxnLst/>
          <a:rect l="0" t="0" r="0" b="0"/>
          <a:pathLst>
            <a:path>
              <a:moveTo>
                <a:pt x="0" y="10788"/>
              </a:moveTo>
              <a:lnTo>
                <a:pt x="382898"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20789" y="2812430"/>
        <a:ext cx="19144" cy="19144"/>
      </dsp:txXfrm>
    </dsp:sp>
    <dsp:sp modelId="{7072FE84-83A5-4E10-9BB3-D8A0C463BD96}">
      <dsp:nvSpPr>
        <dsp:cNvPr id="0" name=""/>
        <dsp:cNvSpPr/>
      </dsp:nvSpPr>
      <dsp:spPr>
        <a:xfrm>
          <a:off x="4021811" y="2582690"/>
          <a:ext cx="957247" cy="478623"/>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Co-Define the borders and Co-define the segments. Redirect.</a:t>
          </a:r>
        </a:p>
      </dsp:txBody>
      <dsp:txXfrm>
        <a:off x="4035829" y="2596708"/>
        <a:ext cx="929211" cy="450587"/>
      </dsp:txXfrm>
    </dsp:sp>
    <dsp:sp modelId="{100AEC06-EDDE-47D7-BBCE-B98A116499A0}">
      <dsp:nvSpPr>
        <dsp:cNvPr id="0" name=""/>
        <dsp:cNvSpPr/>
      </dsp:nvSpPr>
      <dsp:spPr>
        <a:xfrm rot="2142401">
          <a:off x="2254445" y="3224026"/>
          <a:ext cx="471541" cy="21577"/>
        </a:xfrm>
        <a:custGeom>
          <a:avLst/>
          <a:gdLst/>
          <a:ahLst/>
          <a:cxnLst/>
          <a:rect l="0" t="0" r="0" b="0"/>
          <a:pathLst>
            <a:path>
              <a:moveTo>
                <a:pt x="0" y="10788"/>
              </a:moveTo>
              <a:lnTo>
                <a:pt x="471541"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8427" y="3223026"/>
        <a:ext cx="23577" cy="23577"/>
      </dsp:txXfrm>
    </dsp:sp>
    <dsp:sp modelId="{0759E216-B6CB-4A04-806A-BB17CDA8F6BB}">
      <dsp:nvSpPr>
        <dsp:cNvPr id="0" name=""/>
        <dsp:cNvSpPr/>
      </dsp:nvSpPr>
      <dsp:spPr>
        <a:xfrm>
          <a:off x="2681665" y="3133108"/>
          <a:ext cx="957247" cy="478623"/>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Market specialization</a:t>
          </a:r>
        </a:p>
      </dsp:txBody>
      <dsp:txXfrm>
        <a:off x="2695683" y="3147126"/>
        <a:ext cx="929211" cy="450587"/>
      </dsp:txXfrm>
    </dsp:sp>
    <dsp:sp modelId="{3DFF0752-00CB-41A4-BE70-33E0B40A0077}">
      <dsp:nvSpPr>
        <dsp:cNvPr id="0" name=""/>
        <dsp:cNvSpPr/>
      </dsp:nvSpPr>
      <dsp:spPr>
        <a:xfrm>
          <a:off x="3638912" y="3361631"/>
          <a:ext cx="382898" cy="21577"/>
        </a:xfrm>
        <a:custGeom>
          <a:avLst/>
          <a:gdLst/>
          <a:ahLst/>
          <a:cxnLst/>
          <a:rect l="0" t="0" r="0" b="0"/>
          <a:pathLst>
            <a:path>
              <a:moveTo>
                <a:pt x="0" y="10788"/>
              </a:moveTo>
              <a:lnTo>
                <a:pt x="382898" y="107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20789" y="3362847"/>
        <a:ext cx="19144" cy="19144"/>
      </dsp:txXfrm>
    </dsp:sp>
    <dsp:sp modelId="{DBA7DFE3-C36B-42BF-81E3-D686025FB760}">
      <dsp:nvSpPr>
        <dsp:cNvPr id="0" name=""/>
        <dsp:cNvSpPr/>
      </dsp:nvSpPr>
      <dsp:spPr>
        <a:xfrm>
          <a:off x="4021811" y="3133108"/>
          <a:ext cx="957247" cy="478623"/>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Agree on value segments</a:t>
          </a:r>
        </a:p>
      </dsp:txBody>
      <dsp:txXfrm>
        <a:off x="4035829" y="3147126"/>
        <a:ext cx="929211" cy="45058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A3E52-F105-4DEF-93EE-5CF362D8832C}">
      <dsp:nvSpPr>
        <dsp:cNvPr id="0" name=""/>
        <dsp:cNvSpPr/>
      </dsp:nvSpPr>
      <dsp:spPr>
        <a:xfrm>
          <a:off x="75500" y="432108"/>
          <a:ext cx="1862336" cy="1862336"/>
        </a:xfrm>
        <a:prstGeom prst="ellipse">
          <a:avLst/>
        </a:prstGeom>
        <a:solidFill>
          <a:srgbClr val="EC7B2B">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dirty="0"/>
            <a:t>Our Community</a:t>
          </a:r>
        </a:p>
      </dsp:txBody>
      <dsp:txXfrm>
        <a:off x="335556" y="651718"/>
        <a:ext cx="1073779" cy="1423117"/>
      </dsp:txXfrm>
    </dsp:sp>
    <dsp:sp modelId="{4ADD6E9E-1418-47E4-BF3C-CC6F38261B07}">
      <dsp:nvSpPr>
        <dsp:cNvPr id="0" name=""/>
        <dsp:cNvSpPr/>
      </dsp:nvSpPr>
      <dsp:spPr>
        <a:xfrm>
          <a:off x="1371408" y="432108"/>
          <a:ext cx="1862336" cy="186233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dirty="0"/>
            <a:t>Community B</a:t>
          </a:r>
        </a:p>
      </dsp:txBody>
      <dsp:txXfrm>
        <a:off x="1899909" y="651718"/>
        <a:ext cx="1073779" cy="142311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FF5F8-D918-4C5B-8F8D-6AA97118B5B3}">
      <dsp:nvSpPr>
        <dsp:cNvPr id="0" name=""/>
        <dsp:cNvSpPr/>
      </dsp:nvSpPr>
      <dsp:spPr>
        <a:xfrm>
          <a:off x="2152" y="2215553"/>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a:off x="18531" y="2231932"/>
        <a:ext cx="1085679" cy="526460"/>
      </dsp:txXfrm>
    </dsp:sp>
    <dsp:sp modelId="{D20800DF-786F-4F46-BC8E-7C08B0011206}">
      <dsp:nvSpPr>
        <dsp:cNvPr id="0" name=""/>
        <dsp:cNvSpPr/>
      </dsp:nvSpPr>
      <dsp:spPr>
        <a:xfrm rot="17350740">
          <a:off x="663384" y="1841976"/>
          <a:ext cx="1361786" cy="20170"/>
        </a:xfrm>
        <a:custGeom>
          <a:avLst/>
          <a:gdLst/>
          <a:ahLst/>
          <a:cxnLst/>
          <a:rect l="0" t="0" r="0" b="0"/>
          <a:pathLst>
            <a:path>
              <a:moveTo>
                <a:pt x="0" y="10085"/>
              </a:moveTo>
              <a:lnTo>
                <a:pt x="1361786"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0233" y="1818016"/>
        <a:ext cx="68089" cy="68089"/>
      </dsp:txXfrm>
    </dsp:sp>
    <dsp:sp modelId="{337B761F-BAA9-446C-A8E3-99D1120EE415}">
      <dsp:nvSpPr>
        <dsp:cNvPr id="0" name=""/>
        <dsp:cNvSpPr/>
      </dsp:nvSpPr>
      <dsp:spPr>
        <a:xfrm>
          <a:off x="1567965" y="929350"/>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Compete</a:t>
          </a:r>
        </a:p>
      </dsp:txBody>
      <dsp:txXfrm>
        <a:off x="1584344" y="945729"/>
        <a:ext cx="1085679" cy="526460"/>
      </dsp:txXfrm>
    </dsp:sp>
    <dsp:sp modelId="{64ED4F26-6F6D-4A7A-BB9C-168A4173F247}">
      <dsp:nvSpPr>
        <dsp:cNvPr id="0" name=""/>
        <dsp:cNvSpPr/>
      </dsp:nvSpPr>
      <dsp:spPr>
        <a:xfrm rot="19457599">
          <a:off x="2634618" y="1038099"/>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1034411"/>
        <a:ext cx="27547" cy="27547"/>
      </dsp:txXfrm>
    </dsp:sp>
    <dsp:sp modelId="{713C6B1F-5D5E-4D8A-B185-2B84207921A9}">
      <dsp:nvSpPr>
        <dsp:cNvPr id="0" name=""/>
        <dsp:cNvSpPr/>
      </dsp:nvSpPr>
      <dsp:spPr>
        <a:xfrm>
          <a:off x="3133777" y="607800"/>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A &amp; B have different ways to provide the value</a:t>
          </a:r>
        </a:p>
      </dsp:txBody>
      <dsp:txXfrm>
        <a:off x="3150156" y="624179"/>
        <a:ext cx="1085679" cy="526460"/>
      </dsp:txXfrm>
    </dsp:sp>
    <dsp:sp modelId="{3C78C75D-17CC-4FDF-8F37-5F0B527EFE85}">
      <dsp:nvSpPr>
        <dsp:cNvPr id="0" name=""/>
        <dsp:cNvSpPr/>
      </dsp:nvSpPr>
      <dsp:spPr>
        <a:xfrm rot="2142401">
          <a:off x="2634618" y="1359649"/>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1355961"/>
        <a:ext cx="27547" cy="27547"/>
      </dsp:txXfrm>
    </dsp:sp>
    <dsp:sp modelId="{47772240-F486-4145-836D-AB0E8AD0B855}">
      <dsp:nvSpPr>
        <dsp:cNvPr id="0" name=""/>
        <dsp:cNvSpPr/>
      </dsp:nvSpPr>
      <dsp:spPr>
        <a:xfrm>
          <a:off x="3133777" y="1250901"/>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The best way wins or dominates</a:t>
          </a:r>
        </a:p>
      </dsp:txBody>
      <dsp:txXfrm>
        <a:off x="3150156" y="1267280"/>
        <a:ext cx="1085679" cy="526460"/>
      </dsp:txXfrm>
    </dsp:sp>
    <dsp:sp modelId="{15BBA178-4DA1-4DFF-9F1B-41EA3B61A245}">
      <dsp:nvSpPr>
        <dsp:cNvPr id="0" name=""/>
        <dsp:cNvSpPr/>
      </dsp:nvSpPr>
      <dsp:spPr>
        <a:xfrm>
          <a:off x="1120590" y="2485077"/>
          <a:ext cx="447374" cy="20170"/>
        </a:xfrm>
        <a:custGeom>
          <a:avLst/>
          <a:gdLst/>
          <a:ahLst/>
          <a:cxnLst/>
          <a:rect l="0" t="0" r="0" b="0"/>
          <a:pathLst>
            <a:path>
              <a:moveTo>
                <a:pt x="0" y="10085"/>
              </a:moveTo>
              <a:lnTo>
                <a:pt x="447374"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33093" y="2483978"/>
        <a:ext cx="22368" cy="22368"/>
      </dsp:txXfrm>
    </dsp:sp>
    <dsp:sp modelId="{4F1D22CF-CA04-4D7B-88B3-9E053BFBD9AF}">
      <dsp:nvSpPr>
        <dsp:cNvPr id="0" name=""/>
        <dsp:cNvSpPr/>
      </dsp:nvSpPr>
      <dsp:spPr>
        <a:xfrm>
          <a:off x="1567965" y="2215553"/>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Integrate</a:t>
          </a:r>
        </a:p>
      </dsp:txBody>
      <dsp:txXfrm>
        <a:off x="1584344" y="2231932"/>
        <a:ext cx="1085679" cy="526460"/>
      </dsp:txXfrm>
    </dsp:sp>
    <dsp:sp modelId="{D1A4060D-AED0-4635-B767-3CE0398E0F23}">
      <dsp:nvSpPr>
        <dsp:cNvPr id="0" name=""/>
        <dsp:cNvSpPr/>
      </dsp:nvSpPr>
      <dsp:spPr>
        <a:xfrm rot="19457599">
          <a:off x="2634618" y="2324302"/>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2320614"/>
        <a:ext cx="27547" cy="27547"/>
      </dsp:txXfrm>
    </dsp:sp>
    <dsp:sp modelId="{0DCB2157-AB66-4EC7-AC92-DE3882A0E5ED}">
      <dsp:nvSpPr>
        <dsp:cNvPr id="0" name=""/>
        <dsp:cNvSpPr/>
      </dsp:nvSpPr>
      <dsp:spPr>
        <a:xfrm>
          <a:off x="3133777" y="1894002"/>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A &amp; B merge their powers </a:t>
          </a:r>
        </a:p>
      </dsp:txBody>
      <dsp:txXfrm>
        <a:off x="3150156" y="1910381"/>
        <a:ext cx="1085679" cy="526460"/>
      </dsp:txXfrm>
    </dsp:sp>
    <dsp:sp modelId="{427630FF-46CE-4847-91B5-DBBB27B74F1C}">
      <dsp:nvSpPr>
        <dsp:cNvPr id="0" name=""/>
        <dsp:cNvSpPr/>
      </dsp:nvSpPr>
      <dsp:spPr>
        <a:xfrm>
          <a:off x="4252214" y="2163526"/>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2162427"/>
        <a:ext cx="22368" cy="22368"/>
      </dsp:txXfrm>
    </dsp:sp>
    <dsp:sp modelId="{7B978CEB-ECE0-4404-9A96-4EF84FF948A8}">
      <dsp:nvSpPr>
        <dsp:cNvPr id="0" name=""/>
        <dsp:cNvSpPr/>
      </dsp:nvSpPr>
      <dsp:spPr>
        <a:xfrm>
          <a:off x="4699589" y="1894002"/>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Content Curation, Common events, Common structures &amp; processes</a:t>
          </a:r>
        </a:p>
      </dsp:txBody>
      <dsp:txXfrm>
        <a:off x="4715968" y="1910381"/>
        <a:ext cx="1085679" cy="526460"/>
      </dsp:txXfrm>
    </dsp:sp>
    <dsp:sp modelId="{87B7EAED-9F88-4A3A-851A-3814BE1BFD34}">
      <dsp:nvSpPr>
        <dsp:cNvPr id="0" name=""/>
        <dsp:cNvSpPr/>
      </dsp:nvSpPr>
      <dsp:spPr>
        <a:xfrm rot="2142401">
          <a:off x="2634618" y="2645852"/>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2642164"/>
        <a:ext cx="27547" cy="27547"/>
      </dsp:txXfrm>
    </dsp:sp>
    <dsp:sp modelId="{7F1D7330-592B-464A-B257-CC8BDD367325}">
      <dsp:nvSpPr>
        <dsp:cNvPr id="0" name=""/>
        <dsp:cNvSpPr/>
      </dsp:nvSpPr>
      <dsp:spPr>
        <a:xfrm>
          <a:off x="3133777" y="2537104"/>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Synergy</a:t>
          </a:r>
        </a:p>
      </dsp:txBody>
      <dsp:txXfrm>
        <a:off x="3150156" y="2553483"/>
        <a:ext cx="1085679" cy="526460"/>
      </dsp:txXfrm>
    </dsp:sp>
    <dsp:sp modelId="{AF919F0C-D3B0-4675-8A05-421AE7EA6329}">
      <dsp:nvSpPr>
        <dsp:cNvPr id="0" name=""/>
        <dsp:cNvSpPr/>
      </dsp:nvSpPr>
      <dsp:spPr>
        <a:xfrm>
          <a:off x="4252214" y="2806628"/>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2805529"/>
        <a:ext cx="22368" cy="22368"/>
      </dsp:txXfrm>
    </dsp:sp>
    <dsp:sp modelId="{F568B395-4AE8-41FF-955A-729C5CBC6CC0}">
      <dsp:nvSpPr>
        <dsp:cNvPr id="0" name=""/>
        <dsp:cNvSpPr/>
      </dsp:nvSpPr>
      <dsp:spPr>
        <a:xfrm>
          <a:off x="4699589" y="2537104"/>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Common governance to define</a:t>
          </a:r>
        </a:p>
      </dsp:txBody>
      <dsp:txXfrm>
        <a:off x="4715968" y="2553483"/>
        <a:ext cx="1085679" cy="526460"/>
      </dsp:txXfrm>
    </dsp:sp>
    <dsp:sp modelId="{CCA14011-EFA3-4EA7-97AD-2FD54FA1DE20}">
      <dsp:nvSpPr>
        <dsp:cNvPr id="0" name=""/>
        <dsp:cNvSpPr/>
      </dsp:nvSpPr>
      <dsp:spPr>
        <a:xfrm rot="4249260">
          <a:off x="663384" y="3128179"/>
          <a:ext cx="1361786" cy="20170"/>
        </a:xfrm>
        <a:custGeom>
          <a:avLst/>
          <a:gdLst/>
          <a:ahLst/>
          <a:cxnLst/>
          <a:rect l="0" t="0" r="0" b="0"/>
          <a:pathLst>
            <a:path>
              <a:moveTo>
                <a:pt x="0" y="10085"/>
              </a:moveTo>
              <a:lnTo>
                <a:pt x="1361786"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0233" y="3104219"/>
        <a:ext cx="68089" cy="68089"/>
      </dsp:txXfrm>
    </dsp:sp>
    <dsp:sp modelId="{E23154D6-1286-42D1-A2F8-0687BFB08A15}">
      <dsp:nvSpPr>
        <dsp:cNvPr id="0" name=""/>
        <dsp:cNvSpPr/>
      </dsp:nvSpPr>
      <dsp:spPr>
        <a:xfrm>
          <a:off x="1567965" y="3501756"/>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Differentiate</a:t>
          </a:r>
        </a:p>
      </dsp:txBody>
      <dsp:txXfrm>
        <a:off x="1584344" y="3518135"/>
        <a:ext cx="1085679" cy="526460"/>
      </dsp:txXfrm>
    </dsp:sp>
    <dsp:sp modelId="{A88A2A4B-E057-475F-BD60-1518C88EC744}">
      <dsp:nvSpPr>
        <dsp:cNvPr id="0" name=""/>
        <dsp:cNvSpPr/>
      </dsp:nvSpPr>
      <dsp:spPr>
        <a:xfrm rot="19457599">
          <a:off x="2634618" y="3610505"/>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3606816"/>
        <a:ext cx="27547" cy="27547"/>
      </dsp:txXfrm>
    </dsp:sp>
    <dsp:sp modelId="{DBA1A94C-9E9B-4A0B-A42D-58DFF72D7B58}">
      <dsp:nvSpPr>
        <dsp:cNvPr id="0" name=""/>
        <dsp:cNvSpPr/>
      </dsp:nvSpPr>
      <dsp:spPr>
        <a:xfrm>
          <a:off x="3133777" y="3180205"/>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A &amp; B end up providing different values to different segments</a:t>
          </a:r>
        </a:p>
      </dsp:txBody>
      <dsp:txXfrm>
        <a:off x="3150156" y="3196584"/>
        <a:ext cx="1085679" cy="526460"/>
      </dsp:txXfrm>
    </dsp:sp>
    <dsp:sp modelId="{33E9F206-D276-4A23-BA67-9AA1A10A4526}">
      <dsp:nvSpPr>
        <dsp:cNvPr id="0" name=""/>
        <dsp:cNvSpPr/>
      </dsp:nvSpPr>
      <dsp:spPr>
        <a:xfrm>
          <a:off x="4252214" y="3449729"/>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3448630"/>
        <a:ext cx="22368" cy="22368"/>
      </dsp:txXfrm>
    </dsp:sp>
    <dsp:sp modelId="{7072FE84-83A5-4E10-9BB3-D8A0C463BD96}">
      <dsp:nvSpPr>
        <dsp:cNvPr id="0" name=""/>
        <dsp:cNvSpPr/>
      </dsp:nvSpPr>
      <dsp:spPr>
        <a:xfrm>
          <a:off x="4699589" y="3180205"/>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Co-Define the borders and Co-define the segments. Redirect.</a:t>
          </a:r>
        </a:p>
      </dsp:txBody>
      <dsp:txXfrm>
        <a:off x="4715968" y="3196584"/>
        <a:ext cx="1085679" cy="526460"/>
      </dsp:txXfrm>
    </dsp:sp>
    <dsp:sp modelId="{100AEC06-EDDE-47D7-BBCE-B98A116499A0}">
      <dsp:nvSpPr>
        <dsp:cNvPr id="0" name=""/>
        <dsp:cNvSpPr/>
      </dsp:nvSpPr>
      <dsp:spPr>
        <a:xfrm rot="2142401">
          <a:off x="2634618" y="3932055"/>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3928367"/>
        <a:ext cx="27547" cy="27547"/>
      </dsp:txXfrm>
    </dsp:sp>
    <dsp:sp modelId="{0759E216-B6CB-4A04-806A-BB17CDA8F6BB}">
      <dsp:nvSpPr>
        <dsp:cNvPr id="0" name=""/>
        <dsp:cNvSpPr/>
      </dsp:nvSpPr>
      <dsp:spPr>
        <a:xfrm>
          <a:off x="3133777" y="3823307"/>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Market specialization</a:t>
          </a:r>
        </a:p>
      </dsp:txBody>
      <dsp:txXfrm>
        <a:off x="3150156" y="3839686"/>
        <a:ext cx="1085679" cy="526460"/>
      </dsp:txXfrm>
    </dsp:sp>
    <dsp:sp modelId="{3DFF0752-00CB-41A4-BE70-33E0B40A0077}">
      <dsp:nvSpPr>
        <dsp:cNvPr id="0" name=""/>
        <dsp:cNvSpPr/>
      </dsp:nvSpPr>
      <dsp:spPr>
        <a:xfrm>
          <a:off x="4252214" y="4092831"/>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4091732"/>
        <a:ext cx="22368" cy="22368"/>
      </dsp:txXfrm>
    </dsp:sp>
    <dsp:sp modelId="{DBA7DFE3-C36B-42BF-81E3-D686025FB760}">
      <dsp:nvSpPr>
        <dsp:cNvPr id="0" name=""/>
        <dsp:cNvSpPr/>
      </dsp:nvSpPr>
      <dsp:spPr>
        <a:xfrm>
          <a:off x="4699589" y="3823307"/>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Agree on value segments</a:t>
          </a:r>
        </a:p>
      </dsp:txBody>
      <dsp:txXfrm>
        <a:off x="4715968" y="3839686"/>
        <a:ext cx="1085679" cy="52646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7F6BF-71EA-402A-B404-2BF5077554B3}">
      <dsp:nvSpPr>
        <dsp:cNvPr id="0" name=""/>
        <dsp:cNvSpPr/>
      </dsp:nvSpPr>
      <dsp:spPr>
        <a:xfrm>
          <a:off x="1258043" y="27433"/>
          <a:ext cx="1316785" cy="131678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r>
            <a:rPr lang="en-US" sz="1100" kern="1200" dirty="0"/>
            <a:t>Top Management</a:t>
          </a:r>
        </a:p>
      </dsp:txBody>
      <dsp:txXfrm>
        <a:off x="1433614" y="257870"/>
        <a:ext cx="965642" cy="592553"/>
      </dsp:txXfrm>
    </dsp:sp>
    <dsp:sp modelId="{0248D111-9D2D-4EBD-9057-65DA6DDDF885}">
      <dsp:nvSpPr>
        <dsp:cNvPr id="0" name=""/>
        <dsp:cNvSpPr/>
      </dsp:nvSpPr>
      <dsp:spPr>
        <a:xfrm>
          <a:off x="1733183" y="850423"/>
          <a:ext cx="1316785" cy="131678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r>
            <a:rPr lang="en-US" sz="1100" kern="1200" dirty="0"/>
            <a:t>Non-sponsoring &amp; involved hierarchy</a:t>
          </a:r>
        </a:p>
      </dsp:txBody>
      <dsp:txXfrm>
        <a:off x="2135900" y="1190593"/>
        <a:ext cx="790071" cy="724231"/>
      </dsp:txXfrm>
    </dsp:sp>
    <dsp:sp modelId="{BDA84CC1-9F86-4A73-82C0-8B45F7BF48B4}">
      <dsp:nvSpPr>
        <dsp:cNvPr id="0" name=""/>
        <dsp:cNvSpPr/>
      </dsp:nvSpPr>
      <dsp:spPr>
        <a:xfrm>
          <a:off x="782903" y="850423"/>
          <a:ext cx="1316785" cy="131678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r>
            <a:rPr lang="en-US" sz="1100" kern="1200" dirty="0"/>
            <a:t>Sponsoring hierarchy</a:t>
          </a:r>
        </a:p>
      </dsp:txBody>
      <dsp:txXfrm>
        <a:off x="906900" y="1190593"/>
        <a:ext cx="790071" cy="72423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7F6BF-71EA-402A-B404-2BF5077554B3}">
      <dsp:nvSpPr>
        <dsp:cNvPr id="0" name=""/>
        <dsp:cNvSpPr/>
      </dsp:nvSpPr>
      <dsp:spPr>
        <a:xfrm>
          <a:off x="2882115" y="699537"/>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ctr" defTabSz="400050">
            <a:lnSpc>
              <a:spcPct val="90000"/>
            </a:lnSpc>
            <a:spcBef>
              <a:spcPct val="0"/>
            </a:spcBef>
            <a:spcAft>
              <a:spcPct val="35000"/>
            </a:spcAft>
            <a:buNone/>
          </a:pPr>
          <a:r>
            <a:rPr lang="en-US" sz="900" kern="1200" dirty="0"/>
            <a:t>Top Management</a:t>
          </a:r>
        </a:p>
      </dsp:txBody>
      <dsp:txXfrm>
        <a:off x="3303676" y="1252836"/>
        <a:ext cx="2318583" cy="1422767"/>
      </dsp:txXfrm>
    </dsp:sp>
    <dsp:sp modelId="{0248D111-9D2D-4EBD-9057-65DA6DDDF885}">
      <dsp:nvSpPr>
        <dsp:cNvPr id="0" name=""/>
        <dsp:cNvSpPr/>
      </dsp:nvSpPr>
      <dsp:spPr>
        <a:xfrm>
          <a:off x="3487244" y="1594142"/>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r" defTabSz="400050">
            <a:lnSpc>
              <a:spcPct val="90000"/>
            </a:lnSpc>
            <a:spcBef>
              <a:spcPct val="0"/>
            </a:spcBef>
            <a:spcAft>
              <a:spcPct val="35000"/>
            </a:spcAft>
            <a:buNone/>
          </a:pPr>
          <a:r>
            <a:rPr lang="en-US" sz="900" kern="1200" dirty="0"/>
            <a:t>Non-sponsoring &amp; involved hierarchy</a:t>
          </a:r>
        </a:p>
      </dsp:txBody>
      <dsp:txXfrm>
        <a:off x="4454199" y="2410916"/>
        <a:ext cx="1897023" cy="1738937"/>
      </dsp:txXfrm>
    </dsp:sp>
    <dsp:sp modelId="{BDA84CC1-9F86-4A73-82C0-8B45F7BF48B4}">
      <dsp:nvSpPr>
        <dsp:cNvPr id="0" name=""/>
        <dsp:cNvSpPr/>
      </dsp:nvSpPr>
      <dsp:spPr>
        <a:xfrm>
          <a:off x="2182451" y="1594142"/>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dirty="0"/>
            <a:t>Sponsoring hierarchy</a:t>
          </a:r>
        </a:p>
      </dsp:txBody>
      <dsp:txXfrm>
        <a:off x="2480178" y="2410916"/>
        <a:ext cx="1897023" cy="173893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2618267" y="975"/>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people</a:t>
          </a:r>
        </a:p>
      </dsp:txBody>
      <dsp:txXfrm>
        <a:off x="2763712" y="146420"/>
        <a:ext cx="702272" cy="702272"/>
      </dsp:txXfrm>
    </dsp:sp>
    <dsp:sp modelId="{30576A75-9FA6-48E9-BFD1-07813ED83512}">
      <dsp:nvSpPr>
        <dsp:cNvPr id="0" name=""/>
        <dsp:cNvSpPr/>
      </dsp:nvSpPr>
      <dsp:spPr>
        <a:xfrm rot="1800000">
          <a:off x="3622209" y="699183"/>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a:off x="3627521" y="746398"/>
        <a:ext cx="185014" cy="201116"/>
      </dsp:txXfrm>
    </dsp:sp>
    <dsp:sp modelId="{B75C3D4D-8CFB-41F6-BC95-4C450335A616}">
      <dsp:nvSpPr>
        <dsp:cNvPr id="0" name=""/>
        <dsp:cNvSpPr/>
      </dsp:nvSpPr>
      <dsp:spPr>
        <a:xfrm>
          <a:off x="3910251" y="746902"/>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opportunities to be relevant</a:t>
          </a:r>
        </a:p>
      </dsp:txBody>
      <dsp:txXfrm>
        <a:off x="4055696" y="892347"/>
        <a:ext cx="702272" cy="702272"/>
      </dsp:txXfrm>
    </dsp:sp>
    <dsp:sp modelId="{8E4D8D41-5E16-478A-8931-BC35828BAA47}">
      <dsp:nvSpPr>
        <dsp:cNvPr id="0" name=""/>
        <dsp:cNvSpPr/>
      </dsp:nvSpPr>
      <dsp:spPr>
        <a:xfrm rot="5400000">
          <a:off x="4274678" y="1814333"/>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a:off x="4314324" y="1841725"/>
        <a:ext cx="185014" cy="201116"/>
      </dsp:txXfrm>
    </dsp:sp>
    <dsp:sp modelId="{651F5F38-D8CD-47F3-A5EC-1C7DD0BC6052}">
      <dsp:nvSpPr>
        <dsp:cNvPr id="0" name=""/>
        <dsp:cNvSpPr/>
      </dsp:nvSpPr>
      <dsp:spPr>
        <a:xfrm>
          <a:off x="3910251" y="2238756"/>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value for the corporation</a:t>
          </a:r>
        </a:p>
      </dsp:txBody>
      <dsp:txXfrm>
        <a:off x="4055696" y="2384201"/>
        <a:ext cx="702272" cy="702272"/>
      </dsp:txXfrm>
    </dsp:sp>
    <dsp:sp modelId="{428B4218-928F-45F2-87CC-37A5F3D3D311}">
      <dsp:nvSpPr>
        <dsp:cNvPr id="0" name=""/>
        <dsp:cNvSpPr/>
      </dsp:nvSpPr>
      <dsp:spPr>
        <a:xfrm rot="9000000">
          <a:off x="3635165" y="2936964"/>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rot="10800000">
        <a:off x="3709145" y="2984179"/>
        <a:ext cx="185014" cy="201116"/>
      </dsp:txXfrm>
    </dsp:sp>
    <dsp:sp modelId="{1B561D4D-EFD3-4162-A23C-0BFA3ABE32A2}">
      <dsp:nvSpPr>
        <dsp:cNvPr id="0" name=""/>
        <dsp:cNvSpPr/>
      </dsp:nvSpPr>
      <dsp:spPr>
        <a:xfrm>
          <a:off x="2618267" y="2984683"/>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corporate motivation and support</a:t>
          </a:r>
        </a:p>
      </dsp:txBody>
      <dsp:txXfrm>
        <a:off x="2763712" y="3130128"/>
        <a:ext cx="702272" cy="702272"/>
      </dsp:txXfrm>
    </dsp:sp>
    <dsp:sp modelId="{6A20AE3D-0377-48A7-ABE0-7DAFC327A961}">
      <dsp:nvSpPr>
        <dsp:cNvPr id="0" name=""/>
        <dsp:cNvSpPr/>
      </dsp:nvSpPr>
      <dsp:spPr>
        <a:xfrm rot="12600000">
          <a:off x="2343182" y="2944444"/>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rot="10800000">
        <a:off x="2417162" y="3031305"/>
        <a:ext cx="185014" cy="201116"/>
      </dsp:txXfrm>
    </dsp:sp>
    <dsp:sp modelId="{CAA6A354-E07A-477E-9A5E-4BFDE2E6B2F5}">
      <dsp:nvSpPr>
        <dsp:cNvPr id="0" name=""/>
        <dsp:cNvSpPr/>
      </dsp:nvSpPr>
      <dsp:spPr>
        <a:xfrm>
          <a:off x="1326284" y="2238756"/>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engagement</a:t>
          </a:r>
        </a:p>
      </dsp:txBody>
      <dsp:txXfrm>
        <a:off x="1471729" y="2384201"/>
        <a:ext cx="702272" cy="702272"/>
      </dsp:txXfrm>
    </dsp:sp>
    <dsp:sp modelId="{99906AD1-1144-4093-B0B3-6E82C71E961F}">
      <dsp:nvSpPr>
        <dsp:cNvPr id="0" name=""/>
        <dsp:cNvSpPr/>
      </dsp:nvSpPr>
      <dsp:spPr>
        <a:xfrm rot="16200000">
          <a:off x="1690712" y="1829294"/>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a:off x="1730358" y="1935978"/>
        <a:ext cx="185014" cy="201116"/>
      </dsp:txXfrm>
    </dsp:sp>
    <dsp:sp modelId="{DB0E1C4B-1895-49D0-B7CA-96E12623AC35}">
      <dsp:nvSpPr>
        <dsp:cNvPr id="0" name=""/>
        <dsp:cNvSpPr/>
      </dsp:nvSpPr>
      <dsp:spPr>
        <a:xfrm>
          <a:off x="1326284" y="746902"/>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interesting content</a:t>
          </a:r>
        </a:p>
      </dsp:txBody>
      <dsp:txXfrm>
        <a:off x="1471729" y="892347"/>
        <a:ext cx="702272" cy="702272"/>
      </dsp:txXfrm>
    </dsp:sp>
    <dsp:sp modelId="{6389DC95-FA58-4965-8EA0-8908E8038603}">
      <dsp:nvSpPr>
        <dsp:cNvPr id="0" name=""/>
        <dsp:cNvSpPr/>
      </dsp:nvSpPr>
      <dsp:spPr>
        <a:xfrm rot="19800000">
          <a:off x="2330225" y="706664"/>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a:off x="2335537" y="793525"/>
        <a:ext cx="185014" cy="20111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1763370" y="657"/>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people</a:t>
          </a:r>
        </a:p>
      </dsp:txBody>
      <dsp:txXfrm>
        <a:off x="1861326" y="98613"/>
        <a:ext cx="472970" cy="472970"/>
      </dsp:txXfrm>
    </dsp:sp>
    <dsp:sp modelId="{30576A75-9FA6-48E9-BFD1-07813ED83512}">
      <dsp:nvSpPr>
        <dsp:cNvPr id="0" name=""/>
        <dsp:cNvSpPr/>
      </dsp:nvSpPr>
      <dsp:spPr>
        <a:xfrm rot="1800000">
          <a:off x="2439512" y="470891"/>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443089" y="502690"/>
        <a:ext cx="124605" cy="135449"/>
      </dsp:txXfrm>
    </dsp:sp>
    <dsp:sp modelId="{B75C3D4D-8CFB-41F6-BC95-4C450335A616}">
      <dsp:nvSpPr>
        <dsp:cNvPr id="0" name=""/>
        <dsp:cNvSpPr/>
      </dsp:nvSpPr>
      <dsp:spPr>
        <a:xfrm>
          <a:off x="2633505" y="503029"/>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opportunities to be relevant</a:t>
          </a:r>
        </a:p>
      </dsp:txBody>
      <dsp:txXfrm>
        <a:off x="2731461" y="600985"/>
        <a:ext cx="472970" cy="472970"/>
      </dsp:txXfrm>
    </dsp:sp>
    <dsp:sp modelId="{8E4D8D41-5E16-478A-8931-BC35828BAA47}">
      <dsp:nvSpPr>
        <dsp:cNvPr id="0" name=""/>
        <dsp:cNvSpPr/>
      </dsp:nvSpPr>
      <dsp:spPr>
        <a:xfrm rot="5400000">
          <a:off x="2878942" y="1221931"/>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905643" y="1240379"/>
        <a:ext cx="124605" cy="135449"/>
      </dsp:txXfrm>
    </dsp:sp>
    <dsp:sp modelId="{651F5F38-D8CD-47F3-A5EC-1C7DD0BC6052}">
      <dsp:nvSpPr>
        <dsp:cNvPr id="0" name=""/>
        <dsp:cNvSpPr/>
      </dsp:nvSpPr>
      <dsp:spPr>
        <a:xfrm>
          <a:off x="2633505" y="1507774"/>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value for the corporation</a:t>
          </a:r>
        </a:p>
      </dsp:txBody>
      <dsp:txXfrm>
        <a:off x="2731461" y="1605730"/>
        <a:ext cx="472970" cy="472970"/>
      </dsp:txXfrm>
    </dsp:sp>
    <dsp:sp modelId="{428B4218-928F-45F2-87CC-37A5F3D3D311}">
      <dsp:nvSpPr>
        <dsp:cNvPr id="0" name=""/>
        <dsp:cNvSpPr/>
      </dsp:nvSpPr>
      <dsp:spPr>
        <a:xfrm rot="9000000">
          <a:off x="2448238" y="1978008"/>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rot="10800000">
        <a:off x="2498063" y="2009807"/>
        <a:ext cx="124605" cy="135449"/>
      </dsp:txXfrm>
    </dsp:sp>
    <dsp:sp modelId="{1B561D4D-EFD3-4162-A23C-0BFA3ABE32A2}">
      <dsp:nvSpPr>
        <dsp:cNvPr id="0" name=""/>
        <dsp:cNvSpPr/>
      </dsp:nvSpPr>
      <dsp:spPr>
        <a:xfrm>
          <a:off x="1763370" y="2010146"/>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corporate motivation and support</a:t>
          </a:r>
        </a:p>
      </dsp:txBody>
      <dsp:txXfrm>
        <a:off x="1861326" y="2108102"/>
        <a:ext cx="472970" cy="472970"/>
      </dsp:txXfrm>
    </dsp:sp>
    <dsp:sp modelId="{6A20AE3D-0377-48A7-ABE0-7DAFC327A961}">
      <dsp:nvSpPr>
        <dsp:cNvPr id="0" name=""/>
        <dsp:cNvSpPr/>
      </dsp:nvSpPr>
      <dsp:spPr>
        <a:xfrm rot="12600000">
          <a:off x="1578104" y="1983046"/>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rot="10800000">
        <a:off x="1627929" y="2041546"/>
        <a:ext cx="124605" cy="135449"/>
      </dsp:txXfrm>
    </dsp:sp>
    <dsp:sp modelId="{CAA6A354-E07A-477E-9A5E-4BFDE2E6B2F5}">
      <dsp:nvSpPr>
        <dsp:cNvPr id="0" name=""/>
        <dsp:cNvSpPr/>
      </dsp:nvSpPr>
      <dsp:spPr>
        <a:xfrm>
          <a:off x="893236" y="1507774"/>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engagement</a:t>
          </a:r>
        </a:p>
      </dsp:txBody>
      <dsp:txXfrm>
        <a:off x="991192" y="1605730"/>
        <a:ext cx="472970" cy="472970"/>
      </dsp:txXfrm>
    </dsp:sp>
    <dsp:sp modelId="{99906AD1-1144-4093-B0B3-6E82C71E961F}">
      <dsp:nvSpPr>
        <dsp:cNvPr id="0" name=""/>
        <dsp:cNvSpPr/>
      </dsp:nvSpPr>
      <dsp:spPr>
        <a:xfrm rot="16200000">
          <a:off x="1138674" y="1232007"/>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165375" y="1303857"/>
        <a:ext cx="124605" cy="135449"/>
      </dsp:txXfrm>
    </dsp:sp>
    <dsp:sp modelId="{DB0E1C4B-1895-49D0-B7CA-96E12623AC35}">
      <dsp:nvSpPr>
        <dsp:cNvPr id="0" name=""/>
        <dsp:cNvSpPr/>
      </dsp:nvSpPr>
      <dsp:spPr>
        <a:xfrm>
          <a:off x="893236" y="503029"/>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interesting content</a:t>
          </a:r>
        </a:p>
      </dsp:txBody>
      <dsp:txXfrm>
        <a:off x="991192" y="600985"/>
        <a:ext cx="472970" cy="472970"/>
      </dsp:txXfrm>
    </dsp:sp>
    <dsp:sp modelId="{6389DC95-FA58-4965-8EA0-8908E8038603}">
      <dsp:nvSpPr>
        <dsp:cNvPr id="0" name=""/>
        <dsp:cNvSpPr/>
      </dsp:nvSpPr>
      <dsp:spPr>
        <a:xfrm rot="19800000">
          <a:off x="1569378" y="475929"/>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572955" y="534429"/>
        <a:ext cx="124605" cy="13544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7A985-A13C-4535-9554-2FEC635DADB2}">
      <dsp:nvSpPr>
        <dsp:cNvPr id="0" name=""/>
        <dsp:cNvSpPr/>
      </dsp:nvSpPr>
      <dsp:spPr>
        <a:xfrm>
          <a:off x="854946" y="0"/>
          <a:ext cx="1695985" cy="942214"/>
        </a:xfrm>
        <a:prstGeom prst="roundRect">
          <a:avLst>
            <a:gd name="adj" fmla="val 10000"/>
          </a:avLst>
        </a:prstGeom>
        <a:solidFill>
          <a:srgbClr val="3494B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solidFill>
                <a:schemeClr val="bg1"/>
              </a:solidFill>
            </a:rPr>
            <a:t>Arguments to engage in the Community</a:t>
          </a:r>
        </a:p>
      </dsp:txBody>
      <dsp:txXfrm>
        <a:off x="882543" y="27597"/>
        <a:ext cx="1640791" cy="887020"/>
      </dsp:txXfrm>
    </dsp:sp>
    <dsp:sp modelId="{A397673A-7326-4686-80DB-276D2279729F}">
      <dsp:nvSpPr>
        <dsp:cNvPr id="0" name=""/>
        <dsp:cNvSpPr/>
      </dsp:nvSpPr>
      <dsp:spPr>
        <a:xfrm>
          <a:off x="3304703" y="0"/>
          <a:ext cx="1695985" cy="942214"/>
        </a:xfrm>
        <a:prstGeom prst="roundRect">
          <a:avLst>
            <a:gd name="adj" fmla="val 10000"/>
          </a:avLst>
        </a:prstGeom>
        <a:solidFill>
          <a:srgbClr val="EC7B2B"/>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t>Arguments to disengage from the Community</a:t>
          </a:r>
        </a:p>
      </dsp:txBody>
      <dsp:txXfrm>
        <a:off x="3332300" y="27597"/>
        <a:ext cx="1640791" cy="887020"/>
      </dsp:txXfrm>
    </dsp:sp>
    <dsp:sp modelId="{5143B11A-B367-4080-AC29-85DBCD0225FB}">
      <dsp:nvSpPr>
        <dsp:cNvPr id="0" name=""/>
        <dsp:cNvSpPr/>
      </dsp:nvSpPr>
      <dsp:spPr>
        <a:xfrm>
          <a:off x="2574487" y="4004410"/>
          <a:ext cx="706660" cy="706660"/>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7F23A0-7BFD-47F8-A846-DD131B4676DF}">
      <dsp:nvSpPr>
        <dsp:cNvPr id="0" name=""/>
        <dsp:cNvSpPr/>
      </dsp:nvSpPr>
      <dsp:spPr>
        <a:xfrm>
          <a:off x="807836" y="3708555"/>
          <a:ext cx="4239963" cy="28643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54A76E-D983-47E1-9E03-7B600BA77826}">
      <dsp:nvSpPr>
        <dsp:cNvPr id="0" name=""/>
        <dsp:cNvSpPr/>
      </dsp:nvSpPr>
      <dsp:spPr>
        <a:xfrm>
          <a:off x="3304703" y="2883175"/>
          <a:ext cx="1695985" cy="79145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solidFill>
                <a:schemeClr val="tx1"/>
              </a:solidFill>
            </a:rPr>
            <a:t>Professional priorities</a:t>
          </a:r>
        </a:p>
      </dsp:txBody>
      <dsp:txXfrm>
        <a:off x="3343339" y="2921811"/>
        <a:ext cx="1618713" cy="714187"/>
      </dsp:txXfrm>
    </dsp:sp>
    <dsp:sp modelId="{617C7C83-CD86-4EA3-9C15-322049BCE65C}">
      <dsp:nvSpPr>
        <dsp:cNvPr id="0" name=""/>
        <dsp:cNvSpPr/>
      </dsp:nvSpPr>
      <dsp:spPr>
        <a:xfrm>
          <a:off x="3304703" y="2035182"/>
          <a:ext cx="1695985" cy="79145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solidFill>
                <a:schemeClr val="tx1"/>
              </a:solidFill>
            </a:rPr>
            <a:t>Logistical constraints </a:t>
          </a:r>
        </a:p>
      </dsp:txBody>
      <dsp:txXfrm>
        <a:off x="3343339" y="2073818"/>
        <a:ext cx="1618713" cy="714187"/>
      </dsp:txXfrm>
    </dsp:sp>
    <dsp:sp modelId="{03AF0741-F1B8-478E-BADE-19AC256845AE}">
      <dsp:nvSpPr>
        <dsp:cNvPr id="0" name=""/>
        <dsp:cNvSpPr/>
      </dsp:nvSpPr>
      <dsp:spPr>
        <a:xfrm>
          <a:off x="3304703" y="1187189"/>
          <a:ext cx="1695985" cy="79145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solidFill>
                <a:schemeClr val="tx1"/>
              </a:solidFill>
            </a:rPr>
            <a:t>Personal priorities</a:t>
          </a:r>
        </a:p>
      </dsp:txBody>
      <dsp:txXfrm>
        <a:off x="3343339" y="1225825"/>
        <a:ext cx="1618713" cy="714187"/>
      </dsp:txXfrm>
    </dsp:sp>
    <dsp:sp modelId="{33EDA83D-5ACE-462C-8CB0-94901517B7D7}">
      <dsp:nvSpPr>
        <dsp:cNvPr id="0" name=""/>
        <dsp:cNvSpPr/>
      </dsp:nvSpPr>
      <dsp:spPr>
        <a:xfrm>
          <a:off x="854946" y="2883175"/>
          <a:ext cx="1695985" cy="79145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Value provided by the Community on a professional level</a:t>
          </a:r>
        </a:p>
      </dsp:txBody>
      <dsp:txXfrm>
        <a:off x="893582" y="2921811"/>
        <a:ext cx="1618713" cy="714187"/>
      </dsp:txXfrm>
    </dsp:sp>
    <dsp:sp modelId="{34F31D01-14F0-4D66-9848-F49EEDD4033D}">
      <dsp:nvSpPr>
        <dsp:cNvPr id="0" name=""/>
        <dsp:cNvSpPr/>
      </dsp:nvSpPr>
      <dsp:spPr>
        <a:xfrm>
          <a:off x="854946" y="2035182"/>
          <a:ext cx="1695985" cy="79145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Logistical convenience of community activities</a:t>
          </a:r>
        </a:p>
      </dsp:txBody>
      <dsp:txXfrm>
        <a:off x="893582" y="2073818"/>
        <a:ext cx="1618713" cy="714187"/>
      </dsp:txXfrm>
    </dsp:sp>
    <dsp:sp modelId="{2EA7EB0F-1624-40DA-92C4-A8E13EC7A817}">
      <dsp:nvSpPr>
        <dsp:cNvPr id="0" name=""/>
        <dsp:cNvSpPr/>
      </dsp:nvSpPr>
      <dsp:spPr>
        <a:xfrm>
          <a:off x="854946" y="1187189"/>
          <a:ext cx="1695985" cy="79145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Value provided by the Community on a personal level</a:t>
          </a:r>
        </a:p>
      </dsp:txBody>
      <dsp:txXfrm>
        <a:off x="893582" y="1225825"/>
        <a:ext cx="1618713" cy="71418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7A985-A13C-4535-9554-2FEC635DADB2}">
      <dsp:nvSpPr>
        <dsp:cNvPr id="0" name=""/>
        <dsp:cNvSpPr/>
      </dsp:nvSpPr>
      <dsp:spPr>
        <a:xfrm>
          <a:off x="477994" y="0"/>
          <a:ext cx="948213" cy="526785"/>
        </a:xfrm>
        <a:prstGeom prst="roundRect">
          <a:avLst>
            <a:gd name="adj" fmla="val 10000"/>
          </a:avLst>
        </a:prstGeom>
        <a:solidFill>
          <a:srgbClr val="3494B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solidFill>
                <a:schemeClr val="bg1"/>
              </a:solidFill>
            </a:rPr>
            <a:t>Arguments to engage in the Community</a:t>
          </a:r>
        </a:p>
      </dsp:txBody>
      <dsp:txXfrm>
        <a:off x="493423" y="15429"/>
        <a:ext cx="917355" cy="495927"/>
      </dsp:txXfrm>
    </dsp:sp>
    <dsp:sp modelId="{A397673A-7326-4686-80DB-276D2279729F}">
      <dsp:nvSpPr>
        <dsp:cNvPr id="0" name=""/>
        <dsp:cNvSpPr/>
      </dsp:nvSpPr>
      <dsp:spPr>
        <a:xfrm>
          <a:off x="1847636" y="0"/>
          <a:ext cx="948213" cy="526785"/>
        </a:xfrm>
        <a:prstGeom prst="roundRect">
          <a:avLst>
            <a:gd name="adj" fmla="val 10000"/>
          </a:avLst>
        </a:prstGeom>
        <a:solidFill>
          <a:srgbClr val="EC7B2B"/>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Arguments to disengage from the Community</a:t>
          </a:r>
        </a:p>
      </dsp:txBody>
      <dsp:txXfrm>
        <a:off x="1863065" y="15429"/>
        <a:ext cx="917355" cy="495927"/>
      </dsp:txXfrm>
    </dsp:sp>
    <dsp:sp modelId="{5143B11A-B367-4080-AC29-85DBCD0225FB}">
      <dsp:nvSpPr>
        <dsp:cNvPr id="0" name=""/>
        <dsp:cNvSpPr/>
      </dsp:nvSpPr>
      <dsp:spPr>
        <a:xfrm>
          <a:off x="1439377" y="2238837"/>
          <a:ext cx="395089" cy="395089"/>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7F23A0-7BFD-47F8-A846-DD131B4676DF}">
      <dsp:nvSpPr>
        <dsp:cNvPr id="0" name=""/>
        <dsp:cNvSpPr/>
      </dsp:nvSpPr>
      <dsp:spPr>
        <a:xfrm>
          <a:off x="451655" y="2073427"/>
          <a:ext cx="2370534" cy="1601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54A76E-D983-47E1-9E03-7B600BA77826}">
      <dsp:nvSpPr>
        <dsp:cNvPr id="0" name=""/>
        <dsp:cNvSpPr/>
      </dsp:nvSpPr>
      <dsp:spPr>
        <a:xfrm>
          <a:off x="1847636" y="1611963"/>
          <a:ext cx="948213" cy="44249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solidFill>
                <a:schemeClr val="tx1"/>
              </a:solidFill>
            </a:rPr>
            <a:t>Professional priorities</a:t>
          </a:r>
        </a:p>
      </dsp:txBody>
      <dsp:txXfrm>
        <a:off x="1869237" y="1633564"/>
        <a:ext cx="905011" cy="399297"/>
      </dsp:txXfrm>
    </dsp:sp>
    <dsp:sp modelId="{617C7C83-CD86-4EA3-9C15-322049BCE65C}">
      <dsp:nvSpPr>
        <dsp:cNvPr id="0" name=""/>
        <dsp:cNvSpPr/>
      </dsp:nvSpPr>
      <dsp:spPr>
        <a:xfrm>
          <a:off x="1847636" y="1137856"/>
          <a:ext cx="948213" cy="44249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solidFill>
                <a:schemeClr val="tx1"/>
              </a:solidFill>
            </a:rPr>
            <a:t>Logistical constraints </a:t>
          </a:r>
        </a:p>
      </dsp:txBody>
      <dsp:txXfrm>
        <a:off x="1869237" y="1159457"/>
        <a:ext cx="905011" cy="399297"/>
      </dsp:txXfrm>
    </dsp:sp>
    <dsp:sp modelId="{03AF0741-F1B8-478E-BADE-19AC256845AE}">
      <dsp:nvSpPr>
        <dsp:cNvPr id="0" name=""/>
        <dsp:cNvSpPr/>
      </dsp:nvSpPr>
      <dsp:spPr>
        <a:xfrm>
          <a:off x="1847636" y="663749"/>
          <a:ext cx="948213" cy="44249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solidFill>
                <a:schemeClr val="tx1"/>
              </a:solidFill>
            </a:rPr>
            <a:t>Personal priorities</a:t>
          </a:r>
        </a:p>
      </dsp:txBody>
      <dsp:txXfrm>
        <a:off x="1869237" y="685350"/>
        <a:ext cx="905011" cy="399297"/>
      </dsp:txXfrm>
    </dsp:sp>
    <dsp:sp modelId="{33EDA83D-5ACE-462C-8CB0-94901517B7D7}">
      <dsp:nvSpPr>
        <dsp:cNvPr id="0" name=""/>
        <dsp:cNvSpPr/>
      </dsp:nvSpPr>
      <dsp:spPr>
        <a:xfrm>
          <a:off x="477994" y="1611963"/>
          <a:ext cx="948213" cy="44249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t>Value provided by the Community on a professional level</a:t>
          </a:r>
        </a:p>
      </dsp:txBody>
      <dsp:txXfrm>
        <a:off x="499595" y="1633564"/>
        <a:ext cx="905011" cy="399297"/>
      </dsp:txXfrm>
    </dsp:sp>
    <dsp:sp modelId="{34F31D01-14F0-4D66-9848-F49EEDD4033D}">
      <dsp:nvSpPr>
        <dsp:cNvPr id="0" name=""/>
        <dsp:cNvSpPr/>
      </dsp:nvSpPr>
      <dsp:spPr>
        <a:xfrm>
          <a:off x="477994" y="1137856"/>
          <a:ext cx="948213" cy="44249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t>Logistical convenience of community activities</a:t>
          </a:r>
        </a:p>
      </dsp:txBody>
      <dsp:txXfrm>
        <a:off x="499595" y="1159457"/>
        <a:ext cx="905011" cy="399297"/>
      </dsp:txXfrm>
    </dsp:sp>
    <dsp:sp modelId="{2EA7EB0F-1624-40DA-92C4-A8E13EC7A817}">
      <dsp:nvSpPr>
        <dsp:cNvPr id="0" name=""/>
        <dsp:cNvSpPr/>
      </dsp:nvSpPr>
      <dsp:spPr>
        <a:xfrm>
          <a:off x="477994" y="663749"/>
          <a:ext cx="948213" cy="44249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t>Value provided by the Community on a personal level</a:t>
          </a:r>
        </a:p>
      </dsp:txBody>
      <dsp:txXfrm>
        <a:off x="499595" y="685350"/>
        <a:ext cx="905011" cy="39929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7A985-A13C-4535-9554-2FEC635DADB2}">
      <dsp:nvSpPr>
        <dsp:cNvPr id="0" name=""/>
        <dsp:cNvSpPr/>
      </dsp:nvSpPr>
      <dsp:spPr>
        <a:xfrm>
          <a:off x="721416" y="0"/>
          <a:ext cx="1431096" cy="795053"/>
        </a:xfrm>
        <a:prstGeom prst="roundRect">
          <a:avLst>
            <a:gd name="adj" fmla="val 10000"/>
          </a:avLst>
        </a:prstGeom>
        <a:solidFill>
          <a:srgbClr val="3494B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bg1"/>
              </a:solidFill>
            </a:rPr>
            <a:t>Arguments to engage in the Community</a:t>
          </a:r>
        </a:p>
      </dsp:txBody>
      <dsp:txXfrm>
        <a:off x="744702" y="23286"/>
        <a:ext cx="1384524" cy="748481"/>
      </dsp:txXfrm>
    </dsp:sp>
    <dsp:sp modelId="{A397673A-7326-4686-80DB-276D2279729F}">
      <dsp:nvSpPr>
        <dsp:cNvPr id="0" name=""/>
        <dsp:cNvSpPr/>
      </dsp:nvSpPr>
      <dsp:spPr>
        <a:xfrm>
          <a:off x="2788555" y="0"/>
          <a:ext cx="1431096" cy="795053"/>
        </a:xfrm>
        <a:prstGeom prst="roundRect">
          <a:avLst>
            <a:gd name="adj" fmla="val 10000"/>
          </a:avLst>
        </a:prstGeom>
        <a:solidFill>
          <a:srgbClr val="EC7B2B"/>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Arguments to disengage from the Community</a:t>
          </a:r>
        </a:p>
      </dsp:txBody>
      <dsp:txXfrm>
        <a:off x="2811841" y="23286"/>
        <a:ext cx="1384524" cy="748481"/>
      </dsp:txXfrm>
    </dsp:sp>
    <dsp:sp modelId="{5143B11A-B367-4080-AC29-85DBCD0225FB}">
      <dsp:nvSpPr>
        <dsp:cNvPr id="0" name=""/>
        <dsp:cNvSpPr/>
      </dsp:nvSpPr>
      <dsp:spPr>
        <a:xfrm>
          <a:off x="2172388" y="3378977"/>
          <a:ext cx="596290" cy="596290"/>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7F23A0-7BFD-47F8-A846-DD131B4676DF}">
      <dsp:nvSpPr>
        <dsp:cNvPr id="0" name=""/>
        <dsp:cNvSpPr/>
      </dsp:nvSpPr>
      <dsp:spPr>
        <a:xfrm>
          <a:off x="681663" y="3129330"/>
          <a:ext cx="3577741" cy="24169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54A76E-D983-47E1-9E03-7B600BA77826}">
      <dsp:nvSpPr>
        <dsp:cNvPr id="0" name=""/>
        <dsp:cNvSpPr/>
      </dsp:nvSpPr>
      <dsp:spPr>
        <a:xfrm>
          <a:off x="2788555" y="2432864"/>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Professional priorities</a:t>
          </a:r>
        </a:p>
      </dsp:txBody>
      <dsp:txXfrm>
        <a:off x="2821157" y="2465466"/>
        <a:ext cx="1365892" cy="602641"/>
      </dsp:txXfrm>
    </dsp:sp>
    <dsp:sp modelId="{617C7C83-CD86-4EA3-9C15-322049BCE65C}">
      <dsp:nvSpPr>
        <dsp:cNvPr id="0" name=""/>
        <dsp:cNvSpPr/>
      </dsp:nvSpPr>
      <dsp:spPr>
        <a:xfrm>
          <a:off x="2788555" y="1717315"/>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Logistical constraints </a:t>
          </a:r>
        </a:p>
      </dsp:txBody>
      <dsp:txXfrm>
        <a:off x="2821157" y="1749917"/>
        <a:ext cx="1365892" cy="602641"/>
      </dsp:txXfrm>
    </dsp:sp>
    <dsp:sp modelId="{03AF0741-F1B8-478E-BADE-19AC256845AE}">
      <dsp:nvSpPr>
        <dsp:cNvPr id="0" name=""/>
        <dsp:cNvSpPr/>
      </dsp:nvSpPr>
      <dsp:spPr>
        <a:xfrm>
          <a:off x="2788555" y="1001767"/>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Personal priorities</a:t>
          </a:r>
        </a:p>
      </dsp:txBody>
      <dsp:txXfrm>
        <a:off x="2821157" y="1034369"/>
        <a:ext cx="1365892" cy="602641"/>
      </dsp:txXfrm>
    </dsp:sp>
    <dsp:sp modelId="{33EDA83D-5ACE-462C-8CB0-94901517B7D7}">
      <dsp:nvSpPr>
        <dsp:cNvPr id="0" name=""/>
        <dsp:cNvSpPr/>
      </dsp:nvSpPr>
      <dsp:spPr>
        <a:xfrm>
          <a:off x="721416" y="2432864"/>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Value provided by the Community on a professional level</a:t>
          </a:r>
        </a:p>
      </dsp:txBody>
      <dsp:txXfrm>
        <a:off x="754018" y="2465466"/>
        <a:ext cx="1365892" cy="602641"/>
      </dsp:txXfrm>
    </dsp:sp>
    <dsp:sp modelId="{34F31D01-14F0-4D66-9848-F49EEDD4033D}">
      <dsp:nvSpPr>
        <dsp:cNvPr id="0" name=""/>
        <dsp:cNvSpPr/>
      </dsp:nvSpPr>
      <dsp:spPr>
        <a:xfrm>
          <a:off x="721416" y="1717315"/>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Logistical convenience of community activities</a:t>
          </a:r>
        </a:p>
      </dsp:txBody>
      <dsp:txXfrm>
        <a:off x="754018" y="1749917"/>
        <a:ext cx="1365892" cy="602641"/>
      </dsp:txXfrm>
    </dsp:sp>
    <dsp:sp modelId="{2EA7EB0F-1624-40DA-92C4-A8E13EC7A817}">
      <dsp:nvSpPr>
        <dsp:cNvPr id="0" name=""/>
        <dsp:cNvSpPr/>
      </dsp:nvSpPr>
      <dsp:spPr>
        <a:xfrm>
          <a:off x="721416" y="1001767"/>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Value provided by the Community on a personal level</a:t>
          </a:r>
        </a:p>
      </dsp:txBody>
      <dsp:txXfrm>
        <a:off x="754018" y="1034369"/>
        <a:ext cx="1365892" cy="60264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26E10-4716-4639-A657-2E16EA53879E}">
      <dsp:nvSpPr>
        <dsp:cNvPr id="0" name=""/>
        <dsp:cNvSpPr/>
      </dsp:nvSpPr>
      <dsp:spPr>
        <a:xfrm>
          <a:off x="3177" y="27312"/>
          <a:ext cx="3098043"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Frames of reference: </a:t>
          </a:r>
        </a:p>
      </dsp:txBody>
      <dsp:txXfrm>
        <a:off x="3177" y="27312"/>
        <a:ext cx="3098043" cy="489600"/>
      </dsp:txXfrm>
    </dsp:sp>
    <dsp:sp modelId="{C359CBB0-7154-4945-9FFB-18F0CE823382}">
      <dsp:nvSpPr>
        <dsp:cNvPr id="0" name=""/>
        <dsp:cNvSpPr/>
      </dsp:nvSpPr>
      <dsp:spPr>
        <a:xfrm>
          <a:off x="3177" y="516912"/>
          <a:ext cx="3098043" cy="31498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Value-Content-People</a:t>
          </a:r>
        </a:p>
        <a:p>
          <a:pPr marL="171450" lvl="1" indent="-171450" algn="l" defTabSz="755650">
            <a:lnSpc>
              <a:spcPct val="90000"/>
            </a:lnSpc>
            <a:spcBef>
              <a:spcPct val="0"/>
            </a:spcBef>
            <a:spcAft>
              <a:spcPct val="15000"/>
            </a:spcAft>
            <a:buChar char="•"/>
          </a:pPr>
          <a:r>
            <a:rPr lang="en-US" sz="1700" kern="1200"/>
            <a:t>7 levels of engagement in content</a:t>
          </a:r>
        </a:p>
        <a:p>
          <a:pPr marL="171450" lvl="1" indent="-171450" algn="l" defTabSz="755650">
            <a:lnSpc>
              <a:spcPct val="90000"/>
            </a:lnSpc>
            <a:spcBef>
              <a:spcPct val="0"/>
            </a:spcBef>
            <a:spcAft>
              <a:spcPct val="15000"/>
            </a:spcAft>
            <a:buChar char="•"/>
          </a:pPr>
          <a:r>
            <a:rPr lang="en-US" sz="1700" kern="1200"/>
            <a:t>7 levels of engagement </a:t>
          </a:r>
        </a:p>
      </dsp:txBody>
      <dsp:txXfrm>
        <a:off x="3177" y="516912"/>
        <a:ext cx="3098043" cy="3149887"/>
      </dsp:txXfrm>
    </dsp:sp>
    <dsp:sp modelId="{C94BF5E9-E3BA-4C3D-A9DD-854FF82AB7A0}">
      <dsp:nvSpPr>
        <dsp:cNvPr id="0" name=""/>
        <dsp:cNvSpPr/>
      </dsp:nvSpPr>
      <dsp:spPr>
        <a:xfrm>
          <a:off x="3534946" y="27312"/>
          <a:ext cx="3098043"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Concepts </a:t>
          </a:r>
        </a:p>
      </dsp:txBody>
      <dsp:txXfrm>
        <a:off x="3534946" y="27312"/>
        <a:ext cx="3098043" cy="489600"/>
      </dsp:txXfrm>
    </dsp:sp>
    <dsp:sp modelId="{9C43EC8D-417E-4BBA-9E0D-8DD3492F0ADB}">
      <dsp:nvSpPr>
        <dsp:cNvPr id="0" name=""/>
        <dsp:cNvSpPr/>
      </dsp:nvSpPr>
      <dsp:spPr>
        <a:xfrm>
          <a:off x="3534946" y="516912"/>
          <a:ext cx="3098043" cy="31498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Community Desert Circle</a:t>
          </a:r>
        </a:p>
        <a:p>
          <a:pPr marL="171450" lvl="1" indent="-171450" algn="l" defTabSz="755650">
            <a:lnSpc>
              <a:spcPct val="90000"/>
            </a:lnSpc>
            <a:spcBef>
              <a:spcPct val="0"/>
            </a:spcBef>
            <a:spcAft>
              <a:spcPct val="15000"/>
            </a:spcAft>
            <a:buChar char="•"/>
          </a:pPr>
          <a:r>
            <a:rPr lang="en-US" sz="1700" kern="1200"/>
            <a:t>Golden Engagement Circle</a:t>
          </a:r>
        </a:p>
        <a:p>
          <a:pPr marL="171450" lvl="1" indent="-171450" algn="l" defTabSz="755650">
            <a:lnSpc>
              <a:spcPct val="90000"/>
            </a:lnSpc>
            <a:spcBef>
              <a:spcPct val="0"/>
            </a:spcBef>
            <a:spcAft>
              <a:spcPct val="15000"/>
            </a:spcAft>
            <a:buChar char="•"/>
          </a:pPr>
          <a:r>
            <a:rPr lang="en-US" sz="1700" kern="1200"/>
            <a:t>Value Momentum</a:t>
          </a:r>
        </a:p>
        <a:p>
          <a:pPr marL="171450" lvl="1" indent="-171450" algn="l" defTabSz="755650">
            <a:lnSpc>
              <a:spcPct val="90000"/>
            </a:lnSpc>
            <a:spcBef>
              <a:spcPct val="0"/>
            </a:spcBef>
            <a:spcAft>
              <a:spcPct val="15000"/>
            </a:spcAft>
            <a:buChar char="•"/>
          </a:pPr>
          <a:r>
            <a:rPr lang="en-US" sz="1700" kern="1200"/>
            <a:t>Engagement flow</a:t>
          </a:r>
        </a:p>
        <a:p>
          <a:pPr marL="171450" lvl="1" indent="-171450" algn="l" defTabSz="755650">
            <a:lnSpc>
              <a:spcPct val="90000"/>
            </a:lnSpc>
            <a:spcBef>
              <a:spcPct val="0"/>
            </a:spcBef>
            <a:spcAft>
              <a:spcPct val="15000"/>
            </a:spcAft>
            <a:buChar char="•"/>
          </a:pPr>
          <a:r>
            <a:rPr lang="en-US" sz="1700" kern="1200"/>
            <a:t>Community Engagement Target</a:t>
          </a:r>
        </a:p>
        <a:p>
          <a:pPr marL="171450" lvl="1" indent="-171450" algn="l" defTabSz="755650">
            <a:lnSpc>
              <a:spcPct val="90000"/>
            </a:lnSpc>
            <a:spcBef>
              <a:spcPct val="0"/>
            </a:spcBef>
            <a:spcAft>
              <a:spcPct val="15000"/>
            </a:spcAft>
            <a:buChar char="•"/>
          </a:pPr>
          <a:r>
            <a:rPr lang="en-US" sz="1700" kern="1200"/>
            <a:t>Engagement Walls</a:t>
          </a:r>
        </a:p>
        <a:p>
          <a:pPr marL="171450" lvl="1" indent="-171450" algn="l" defTabSz="755650">
            <a:lnSpc>
              <a:spcPct val="90000"/>
            </a:lnSpc>
            <a:spcBef>
              <a:spcPct val="0"/>
            </a:spcBef>
            <a:spcAft>
              <a:spcPct val="15000"/>
            </a:spcAft>
            <a:buChar char="•"/>
          </a:pPr>
          <a:r>
            <a:rPr lang="en-US" sz="1700" kern="1200"/>
            <a:t>Engagement Jumps</a:t>
          </a:r>
        </a:p>
        <a:p>
          <a:pPr marL="171450" lvl="1" indent="-171450" algn="l" defTabSz="755650">
            <a:lnSpc>
              <a:spcPct val="90000"/>
            </a:lnSpc>
            <a:spcBef>
              <a:spcPct val="0"/>
            </a:spcBef>
            <a:spcAft>
              <a:spcPct val="15000"/>
            </a:spcAft>
            <a:buChar char="•"/>
          </a:pPr>
          <a:r>
            <a:rPr lang="en-US" sz="1700" kern="1200"/>
            <a:t>Link Definition, architecture, Community Artifacts</a:t>
          </a:r>
        </a:p>
      </dsp:txBody>
      <dsp:txXfrm>
        <a:off x="3534946" y="516912"/>
        <a:ext cx="3098043" cy="3149887"/>
      </dsp:txXfrm>
    </dsp:sp>
    <dsp:sp modelId="{7F014E5F-8563-436E-A73C-C7124B8B7198}">
      <dsp:nvSpPr>
        <dsp:cNvPr id="0" name=""/>
        <dsp:cNvSpPr/>
      </dsp:nvSpPr>
      <dsp:spPr>
        <a:xfrm>
          <a:off x="7066716" y="27312"/>
          <a:ext cx="3098043"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Other</a:t>
          </a:r>
        </a:p>
      </dsp:txBody>
      <dsp:txXfrm>
        <a:off x="7066716" y="27312"/>
        <a:ext cx="3098043" cy="489600"/>
      </dsp:txXfrm>
    </dsp:sp>
    <dsp:sp modelId="{9C0F6E90-834A-4714-A658-CB34A8DD0A75}">
      <dsp:nvSpPr>
        <dsp:cNvPr id="0" name=""/>
        <dsp:cNvSpPr/>
      </dsp:nvSpPr>
      <dsp:spPr>
        <a:xfrm>
          <a:off x="7066716" y="516912"/>
          <a:ext cx="3098043" cy="31498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Key stories and examples</a:t>
          </a:r>
        </a:p>
        <a:p>
          <a:pPr marL="171450" lvl="1" indent="-171450" algn="l" defTabSz="755650">
            <a:lnSpc>
              <a:spcPct val="90000"/>
            </a:lnSpc>
            <a:spcBef>
              <a:spcPct val="0"/>
            </a:spcBef>
            <a:spcAft>
              <a:spcPct val="15000"/>
            </a:spcAft>
            <a:buChar char="•"/>
          </a:pPr>
          <a:endParaRPr lang="en-US" sz="1700" kern="1200"/>
        </a:p>
      </dsp:txBody>
      <dsp:txXfrm>
        <a:off x="7066716" y="516912"/>
        <a:ext cx="3098043" cy="314988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26E10-4716-4639-A657-2E16EA53879E}">
      <dsp:nvSpPr>
        <dsp:cNvPr id="0" name=""/>
        <dsp:cNvSpPr/>
      </dsp:nvSpPr>
      <dsp:spPr>
        <a:xfrm>
          <a:off x="49" y="59234"/>
          <a:ext cx="475132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Value Challenges</a:t>
          </a:r>
        </a:p>
      </dsp:txBody>
      <dsp:txXfrm>
        <a:off x="49" y="59234"/>
        <a:ext cx="4751326" cy="518400"/>
      </dsp:txXfrm>
    </dsp:sp>
    <dsp:sp modelId="{C359CBB0-7154-4945-9FFB-18F0CE823382}">
      <dsp:nvSpPr>
        <dsp:cNvPr id="0" name=""/>
        <dsp:cNvSpPr/>
      </dsp:nvSpPr>
      <dsp:spPr>
        <a:xfrm>
          <a:off x="49" y="577634"/>
          <a:ext cx="4751326" cy="305724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US" sz="1800" kern="1200"/>
            <a:t>Locate the value of your Corporate Community</a:t>
          </a:r>
        </a:p>
        <a:p>
          <a:pPr marL="171450" lvl="1" indent="-171450" algn="l" defTabSz="800100">
            <a:lnSpc>
              <a:spcPct val="90000"/>
            </a:lnSpc>
            <a:spcBef>
              <a:spcPct val="0"/>
            </a:spcBef>
            <a:spcAft>
              <a:spcPct val="15000"/>
            </a:spcAft>
            <a:buFont typeface="+mj-lt"/>
            <a:buAutoNum type="arabicPeriod"/>
          </a:pPr>
          <a:r>
            <a:rPr lang="en-US" sz="1800" kern="1200"/>
            <a:t>Exploit value momentum</a:t>
          </a:r>
        </a:p>
        <a:p>
          <a:pPr marL="171450" lvl="1" indent="-171450" algn="l" defTabSz="800100">
            <a:lnSpc>
              <a:spcPct val="90000"/>
            </a:lnSpc>
            <a:spcBef>
              <a:spcPct val="0"/>
            </a:spcBef>
            <a:spcAft>
              <a:spcPct val="15000"/>
            </a:spcAft>
            <a:buFont typeface="+mj-lt"/>
            <a:buAutoNum type="arabicPeriod"/>
          </a:pPr>
          <a:r>
            <a:rPr lang="en-US" sz="1800" kern="1200"/>
            <a:t>Manage your Community Borders</a:t>
          </a:r>
        </a:p>
        <a:p>
          <a:pPr marL="171450" lvl="1" indent="-171450" algn="l" defTabSz="800100">
            <a:lnSpc>
              <a:spcPct val="90000"/>
            </a:lnSpc>
            <a:spcBef>
              <a:spcPct val="0"/>
            </a:spcBef>
            <a:spcAft>
              <a:spcPct val="15000"/>
            </a:spcAft>
            <a:buChar char="•"/>
          </a:pPr>
          <a:endParaRPr lang="en-US" sz="1800" kern="1200"/>
        </a:p>
      </dsp:txBody>
      <dsp:txXfrm>
        <a:off x="49" y="577634"/>
        <a:ext cx="4751326" cy="3057243"/>
      </dsp:txXfrm>
    </dsp:sp>
    <dsp:sp modelId="{C94BF5E9-E3BA-4C3D-A9DD-854FF82AB7A0}">
      <dsp:nvSpPr>
        <dsp:cNvPr id="0" name=""/>
        <dsp:cNvSpPr/>
      </dsp:nvSpPr>
      <dsp:spPr>
        <a:xfrm>
          <a:off x="5416561" y="59234"/>
          <a:ext cx="475132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Content Challenges</a:t>
          </a:r>
        </a:p>
      </dsp:txBody>
      <dsp:txXfrm>
        <a:off x="5416561" y="59234"/>
        <a:ext cx="4751326" cy="518400"/>
      </dsp:txXfrm>
    </dsp:sp>
    <dsp:sp modelId="{9C43EC8D-417E-4BBA-9E0D-8DD3492F0ADB}">
      <dsp:nvSpPr>
        <dsp:cNvPr id="0" name=""/>
        <dsp:cNvSpPr/>
      </dsp:nvSpPr>
      <dsp:spPr>
        <a:xfrm>
          <a:off x="5416561" y="577634"/>
          <a:ext cx="4751326" cy="305724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US" sz="1800" kern="1200"/>
            <a:t>Catch attention in a noisy environment</a:t>
          </a:r>
        </a:p>
        <a:p>
          <a:pPr marL="171450" lvl="1" indent="-171450" algn="l" defTabSz="800100">
            <a:lnSpc>
              <a:spcPct val="90000"/>
            </a:lnSpc>
            <a:spcBef>
              <a:spcPct val="0"/>
            </a:spcBef>
            <a:spcAft>
              <a:spcPct val="15000"/>
            </a:spcAft>
            <a:buFont typeface="+mj-lt"/>
            <a:buAutoNum type="arabicPeriod"/>
          </a:pPr>
          <a:r>
            <a:rPr lang="en-US" sz="1800" kern="1200"/>
            <a:t>Get a click / touch</a:t>
          </a:r>
        </a:p>
        <a:p>
          <a:pPr marL="171450" lvl="1" indent="-171450" algn="l" defTabSz="800100">
            <a:lnSpc>
              <a:spcPct val="90000"/>
            </a:lnSpc>
            <a:spcBef>
              <a:spcPct val="0"/>
            </a:spcBef>
            <a:spcAft>
              <a:spcPct val="15000"/>
            </a:spcAft>
            <a:buFont typeface="+mj-lt"/>
            <a:buAutoNum type="arabicPeriod"/>
          </a:pPr>
          <a:r>
            <a:rPr lang="en-US" sz="1800" kern="1200"/>
            <a:t>Know how catchy you can be</a:t>
          </a:r>
        </a:p>
        <a:p>
          <a:pPr marL="171450" lvl="1" indent="-171450" algn="l" defTabSz="800100">
            <a:lnSpc>
              <a:spcPct val="90000"/>
            </a:lnSpc>
            <a:spcBef>
              <a:spcPct val="0"/>
            </a:spcBef>
            <a:spcAft>
              <a:spcPct val="15000"/>
            </a:spcAft>
            <a:buFont typeface="+mj-lt"/>
            <a:buAutoNum type="arabicPeriod"/>
          </a:pPr>
          <a:r>
            <a:rPr lang="en-US" sz="1800" kern="1200"/>
            <a:t>Choose the right content format, balancing scalability and undivided attention</a:t>
          </a:r>
        </a:p>
        <a:p>
          <a:pPr marL="171450" lvl="1" indent="-171450" algn="l" defTabSz="800100">
            <a:lnSpc>
              <a:spcPct val="90000"/>
            </a:lnSpc>
            <a:spcBef>
              <a:spcPct val="0"/>
            </a:spcBef>
            <a:spcAft>
              <a:spcPct val="15000"/>
            </a:spcAft>
            <a:buFont typeface="+mj-lt"/>
            <a:buAutoNum type="arabicPeriod"/>
          </a:pPr>
          <a:r>
            <a:rPr lang="en-US" sz="1800" kern="1200"/>
            <a:t>Know your next move</a:t>
          </a:r>
        </a:p>
        <a:p>
          <a:pPr marL="171450" lvl="1" indent="-171450" algn="l" defTabSz="800100">
            <a:lnSpc>
              <a:spcPct val="90000"/>
            </a:lnSpc>
            <a:spcBef>
              <a:spcPct val="0"/>
            </a:spcBef>
            <a:spcAft>
              <a:spcPct val="15000"/>
            </a:spcAft>
            <a:buFont typeface="+mj-lt"/>
            <a:buAutoNum type="arabicPeriod"/>
          </a:pPr>
          <a:r>
            <a:rPr lang="en-US" sz="1800" kern="1200"/>
            <a:t>Engage audience in your content</a:t>
          </a:r>
        </a:p>
        <a:p>
          <a:pPr marL="171450" lvl="1" indent="-171450" algn="l" defTabSz="800100">
            <a:lnSpc>
              <a:spcPct val="90000"/>
            </a:lnSpc>
            <a:spcBef>
              <a:spcPct val="0"/>
            </a:spcBef>
            <a:spcAft>
              <a:spcPct val="15000"/>
            </a:spcAft>
            <a:buFont typeface="+mj-lt"/>
            <a:buAutoNum type="arabicPeriod"/>
          </a:pPr>
          <a:r>
            <a:rPr lang="en-US" sz="1800" kern="1200"/>
            <a:t>Understand the Community Desert Circle</a:t>
          </a:r>
        </a:p>
        <a:p>
          <a:pPr marL="171450" lvl="1" indent="-171450" algn="l" defTabSz="800100">
            <a:lnSpc>
              <a:spcPct val="90000"/>
            </a:lnSpc>
            <a:spcBef>
              <a:spcPct val="0"/>
            </a:spcBef>
            <a:spcAft>
              <a:spcPct val="15000"/>
            </a:spcAft>
            <a:buFont typeface="+mj-lt"/>
            <a:buAutoNum type="arabicPeriod"/>
          </a:pPr>
          <a:r>
            <a:rPr lang="en-US" sz="1800" kern="1200"/>
            <a:t>Choose between creating and curating</a:t>
          </a:r>
        </a:p>
      </dsp:txBody>
      <dsp:txXfrm>
        <a:off x="5416561" y="577634"/>
        <a:ext cx="4751326" cy="3057243"/>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30E1CF-4C53-4E03-9369-AB230B2A8258}">
      <dsp:nvSpPr>
        <dsp:cNvPr id="0" name=""/>
        <dsp:cNvSpPr/>
      </dsp:nvSpPr>
      <dsp:spPr>
        <a:xfrm>
          <a:off x="3177" y="239296"/>
          <a:ext cx="3098043" cy="316800"/>
        </a:xfrm>
        <a:prstGeom prst="rect">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People Engagement Challenges</a:t>
          </a:r>
        </a:p>
      </dsp:txBody>
      <dsp:txXfrm>
        <a:off x="3177" y="239296"/>
        <a:ext cx="3098043" cy="316800"/>
      </dsp:txXfrm>
    </dsp:sp>
    <dsp:sp modelId="{BFC0650F-B96B-407C-9D60-58C271F238C5}">
      <dsp:nvSpPr>
        <dsp:cNvPr id="0" name=""/>
        <dsp:cNvSpPr/>
      </dsp:nvSpPr>
      <dsp:spPr>
        <a:xfrm>
          <a:off x="3177" y="556096"/>
          <a:ext cx="3098043" cy="2898720"/>
        </a:xfrm>
        <a:prstGeom prst="rect">
          <a:avLst/>
        </a:prstGeom>
        <a:solidFill>
          <a:srgbClr val="EC7B2B">
            <a:alpha val="30196"/>
          </a:srgbClr>
        </a:solidFill>
        <a:ln w="12700" cap="flat" cmpd="sng" algn="ctr">
          <a:solidFill>
            <a:srgbClr val="3494BA">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mj-lt"/>
            <a:buAutoNum type="arabicPeriod"/>
          </a:pPr>
          <a:r>
            <a:rPr lang="en-US" sz="1100" kern="1200"/>
            <a:t>Manage sponsors &amp; hierarchy expectations</a:t>
          </a:r>
        </a:p>
        <a:p>
          <a:pPr marL="57150" lvl="1" indent="-57150" algn="l" defTabSz="488950">
            <a:lnSpc>
              <a:spcPct val="90000"/>
            </a:lnSpc>
            <a:spcBef>
              <a:spcPct val="0"/>
            </a:spcBef>
            <a:spcAft>
              <a:spcPct val="15000"/>
            </a:spcAft>
            <a:buFont typeface="+mj-lt"/>
            <a:buAutoNum type="arabicPeriod"/>
          </a:pPr>
          <a:r>
            <a:rPr lang="en-US" sz="1100" kern="1200"/>
            <a:t>Measure your Community performance</a:t>
          </a:r>
        </a:p>
        <a:p>
          <a:pPr marL="57150" lvl="1" indent="-57150" algn="l" defTabSz="488950">
            <a:lnSpc>
              <a:spcPct val="90000"/>
            </a:lnSpc>
            <a:spcBef>
              <a:spcPct val="0"/>
            </a:spcBef>
            <a:spcAft>
              <a:spcPct val="15000"/>
            </a:spcAft>
            <a:buFont typeface="+mj-lt"/>
            <a:buAutoNum type="arabicPeriod"/>
          </a:pPr>
          <a:r>
            <a:rPr lang="en-US" sz="1100" kern="1200"/>
            <a:t>Understand your own version of the Golden Engagement Circle </a:t>
          </a:r>
        </a:p>
        <a:p>
          <a:pPr marL="57150" lvl="1" indent="-57150" algn="l" defTabSz="488950">
            <a:lnSpc>
              <a:spcPct val="90000"/>
            </a:lnSpc>
            <a:spcBef>
              <a:spcPct val="0"/>
            </a:spcBef>
            <a:spcAft>
              <a:spcPct val="15000"/>
            </a:spcAft>
            <a:buFont typeface="+mj-lt"/>
            <a:buAutoNum type="arabicPeriod"/>
          </a:pPr>
          <a:r>
            <a:rPr lang="en-US" sz="1100" kern="1200"/>
            <a:t>Identify members’ Engagement and available time</a:t>
          </a:r>
        </a:p>
        <a:p>
          <a:pPr marL="57150" lvl="1" indent="-57150" algn="l" defTabSz="488950">
            <a:lnSpc>
              <a:spcPct val="90000"/>
            </a:lnSpc>
            <a:spcBef>
              <a:spcPct val="0"/>
            </a:spcBef>
            <a:spcAft>
              <a:spcPct val="15000"/>
            </a:spcAft>
            <a:buFont typeface="+mj-lt"/>
            <a:buAutoNum type="arabicPeriod"/>
          </a:pPr>
          <a:r>
            <a:rPr lang="en-US" sz="1100" kern="1200"/>
            <a:t>Outline members’ time investment profiles</a:t>
          </a:r>
        </a:p>
        <a:p>
          <a:pPr marL="57150" lvl="1" indent="-57150" algn="l" defTabSz="488950">
            <a:lnSpc>
              <a:spcPct val="90000"/>
            </a:lnSpc>
            <a:spcBef>
              <a:spcPct val="0"/>
            </a:spcBef>
            <a:spcAft>
              <a:spcPct val="15000"/>
            </a:spcAft>
            <a:buFont typeface="+mj-lt"/>
            <a:buAutoNum type="arabicPeriod"/>
          </a:pPr>
          <a:r>
            <a:rPr lang="en-US" sz="1100" kern="1200"/>
            <a:t>Understand Engagement Flow</a:t>
          </a:r>
        </a:p>
        <a:p>
          <a:pPr marL="57150" lvl="1" indent="-57150" algn="l" defTabSz="488950">
            <a:lnSpc>
              <a:spcPct val="90000"/>
            </a:lnSpc>
            <a:spcBef>
              <a:spcPct val="0"/>
            </a:spcBef>
            <a:spcAft>
              <a:spcPct val="15000"/>
            </a:spcAft>
            <a:buFont typeface="+mj-lt"/>
            <a:buAutoNum type="arabicPeriod"/>
          </a:pPr>
          <a:r>
            <a:rPr lang="en-US" sz="1100" kern="1200"/>
            <a:t>Outline for each Engagement level what are the Gives &amp; Takes</a:t>
          </a:r>
        </a:p>
        <a:p>
          <a:pPr marL="57150" lvl="1" indent="-57150" algn="l" defTabSz="488950">
            <a:lnSpc>
              <a:spcPct val="90000"/>
            </a:lnSpc>
            <a:spcBef>
              <a:spcPct val="0"/>
            </a:spcBef>
            <a:spcAft>
              <a:spcPct val="15000"/>
            </a:spcAft>
            <a:buFont typeface="+mj-lt"/>
            <a:buAutoNum type="arabicPeriod"/>
          </a:pPr>
          <a:r>
            <a:rPr lang="en-US" sz="1100" kern="1200"/>
            <a:t>Identify example activities &amp; content for each level</a:t>
          </a:r>
        </a:p>
        <a:p>
          <a:pPr marL="57150" lvl="1" indent="-57150" algn="l" defTabSz="488950">
            <a:lnSpc>
              <a:spcPct val="90000"/>
            </a:lnSpc>
            <a:spcBef>
              <a:spcPct val="0"/>
            </a:spcBef>
            <a:spcAft>
              <a:spcPct val="15000"/>
            </a:spcAft>
            <a:buFont typeface="+mj-lt"/>
            <a:buAutoNum type="arabicPeriod"/>
          </a:pPr>
          <a:r>
            <a:rPr lang="en-US" sz="1100" kern="1200"/>
            <a:t>Set up a Community Engagement Target</a:t>
          </a:r>
        </a:p>
        <a:p>
          <a:pPr marL="57150" lvl="1" indent="-57150" algn="l" defTabSz="488950">
            <a:lnSpc>
              <a:spcPct val="90000"/>
            </a:lnSpc>
            <a:spcBef>
              <a:spcPct val="0"/>
            </a:spcBef>
            <a:spcAft>
              <a:spcPct val="15000"/>
            </a:spcAft>
            <a:buFont typeface="+mj-lt"/>
            <a:buAutoNum type="arabicPeriod"/>
          </a:pPr>
          <a:r>
            <a:rPr lang="en-US" sz="1100" kern="1200"/>
            <a:t>Identify Engagement Walls</a:t>
          </a:r>
        </a:p>
        <a:p>
          <a:pPr marL="57150" lvl="1" indent="-57150" algn="l" defTabSz="488950">
            <a:lnSpc>
              <a:spcPct val="90000"/>
            </a:lnSpc>
            <a:spcBef>
              <a:spcPct val="0"/>
            </a:spcBef>
            <a:spcAft>
              <a:spcPct val="15000"/>
            </a:spcAft>
            <a:buFont typeface="+mj-lt"/>
            <a:buAutoNum type="arabicPeriod"/>
          </a:pPr>
          <a:r>
            <a:rPr lang="en-US" sz="1100" kern="1200"/>
            <a:t>Identify and design Engagement Jumps</a:t>
          </a:r>
        </a:p>
        <a:p>
          <a:pPr marL="57150" lvl="1" indent="-57150" algn="l" defTabSz="488950">
            <a:lnSpc>
              <a:spcPct val="90000"/>
            </a:lnSpc>
            <a:spcBef>
              <a:spcPct val="0"/>
            </a:spcBef>
            <a:spcAft>
              <a:spcPct val="15000"/>
            </a:spcAft>
            <a:buFont typeface="+mj-lt"/>
            <a:buAutoNum type="arabicPeriod"/>
          </a:pPr>
          <a:endParaRPr lang="en-US" sz="1100" kern="1200"/>
        </a:p>
      </dsp:txBody>
      <dsp:txXfrm>
        <a:off x="3177" y="556096"/>
        <a:ext cx="3098043" cy="2898720"/>
      </dsp:txXfrm>
    </dsp:sp>
    <dsp:sp modelId="{7F014E5F-8563-436E-A73C-C7124B8B7198}">
      <dsp:nvSpPr>
        <dsp:cNvPr id="0" name=""/>
        <dsp:cNvSpPr/>
      </dsp:nvSpPr>
      <dsp:spPr>
        <a:xfrm>
          <a:off x="3534946" y="239296"/>
          <a:ext cx="3098043" cy="316800"/>
        </a:xfrm>
        <a:prstGeom prst="rect">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People Link Challenges</a:t>
          </a:r>
        </a:p>
      </dsp:txBody>
      <dsp:txXfrm>
        <a:off x="3534946" y="239296"/>
        <a:ext cx="3098043" cy="316800"/>
      </dsp:txXfrm>
    </dsp:sp>
    <dsp:sp modelId="{9C0F6E90-834A-4714-A658-CB34A8DD0A75}">
      <dsp:nvSpPr>
        <dsp:cNvPr id="0" name=""/>
        <dsp:cNvSpPr/>
      </dsp:nvSpPr>
      <dsp:spPr>
        <a:xfrm>
          <a:off x="3534946" y="556096"/>
          <a:ext cx="3098043" cy="2898720"/>
        </a:xfrm>
        <a:prstGeom prst="rect">
          <a:avLst/>
        </a:prstGeom>
        <a:solidFill>
          <a:srgbClr val="EC7B2B">
            <a:alpha val="30196"/>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mj-lt"/>
            <a:buAutoNum type="arabicPeriod"/>
          </a:pPr>
          <a:r>
            <a:rPr lang="en-US" sz="1100" kern="1200"/>
            <a:t>Assess the importance of Link</a:t>
          </a:r>
        </a:p>
        <a:p>
          <a:pPr marL="57150" lvl="1" indent="-57150" algn="l" defTabSz="488950">
            <a:lnSpc>
              <a:spcPct val="90000"/>
            </a:lnSpc>
            <a:spcBef>
              <a:spcPct val="0"/>
            </a:spcBef>
            <a:spcAft>
              <a:spcPct val="15000"/>
            </a:spcAft>
            <a:buFont typeface="+mj-lt"/>
            <a:buAutoNum type="arabicPeriod"/>
          </a:pPr>
          <a:r>
            <a:rPr lang="en-US" sz="1100" kern="1200"/>
            <a:t>Choose how you define Link</a:t>
          </a:r>
        </a:p>
        <a:p>
          <a:pPr marL="57150" lvl="1" indent="-57150" algn="l" defTabSz="488950">
            <a:lnSpc>
              <a:spcPct val="90000"/>
            </a:lnSpc>
            <a:spcBef>
              <a:spcPct val="0"/>
            </a:spcBef>
            <a:spcAft>
              <a:spcPct val="15000"/>
            </a:spcAft>
            <a:buFont typeface="+mj-lt"/>
            <a:buAutoNum type="arabicPeriod"/>
          </a:pPr>
          <a:r>
            <a:rPr lang="en-US" sz="1100" kern="1200"/>
            <a:t>Measure Link</a:t>
          </a:r>
        </a:p>
        <a:p>
          <a:pPr marL="57150" lvl="1" indent="-57150" algn="l" defTabSz="488950">
            <a:lnSpc>
              <a:spcPct val="90000"/>
            </a:lnSpc>
            <a:spcBef>
              <a:spcPct val="0"/>
            </a:spcBef>
            <a:spcAft>
              <a:spcPct val="15000"/>
            </a:spcAft>
            <a:buFont typeface="+mj-lt"/>
            <a:buAutoNum type="arabicPeriod"/>
          </a:pPr>
          <a:r>
            <a:rPr lang="en-US" sz="1100" kern="1200"/>
            <a:t>Understand how link, numbers and engagement work together (or not!)</a:t>
          </a:r>
        </a:p>
        <a:p>
          <a:pPr marL="57150" lvl="1" indent="-57150" algn="l" defTabSz="488950">
            <a:lnSpc>
              <a:spcPct val="90000"/>
            </a:lnSpc>
            <a:spcBef>
              <a:spcPct val="0"/>
            </a:spcBef>
            <a:spcAft>
              <a:spcPct val="15000"/>
            </a:spcAft>
            <a:buFont typeface="+mj-lt"/>
            <a:buAutoNum type="arabicPeriod"/>
          </a:pPr>
          <a:r>
            <a:rPr lang="en-US" sz="1100" kern="1200"/>
            <a:t>Identify Patterns in your link architecture</a:t>
          </a:r>
        </a:p>
        <a:p>
          <a:pPr marL="57150" lvl="1" indent="-57150" algn="l" defTabSz="488950">
            <a:lnSpc>
              <a:spcPct val="90000"/>
            </a:lnSpc>
            <a:spcBef>
              <a:spcPct val="0"/>
            </a:spcBef>
            <a:spcAft>
              <a:spcPct val="15000"/>
            </a:spcAft>
            <a:buFont typeface="+mj-lt"/>
            <a:buAutoNum type="arabicPeriod"/>
          </a:pPr>
          <a:r>
            <a:rPr lang="en-US" sz="1100" kern="1200"/>
            <a:t>Understand the limits of links for an individual</a:t>
          </a:r>
        </a:p>
        <a:p>
          <a:pPr marL="57150" lvl="1" indent="-57150" algn="l" defTabSz="488950">
            <a:lnSpc>
              <a:spcPct val="90000"/>
            </a:lnSpc>
            <a:spcBef>
              <a:spcPct val="0"/>
            </a:spcBef>
            <a:spcAft>
              <a:spcPct val="15000"/>
            </a:spcAft>
            <a:buFont typeface="+mj-lt"/>
            <a:buAutoNum type="arabicPeriod"/>
          </a:pPr>
          <a:r>
            <a:rPr lang="en-US" sz="1100" kern="1200"/>
            <a:t>Identify Link dynamics</a:t>
          </a:r>
        </a:p>
      </dsp:txBody>
      <dsp:txXfrm>
        <a:off x="3534946" y="556096"/>
        <a:ext cx="3098043" cy="2898720"/>
      </dsp:txXfrm>
    </dsp:sp>
    <dsp:sp modelId="{786EC625-4EE4-4280-B2E2-36C218F4FDF4}">
      <dsp:nvSpPr>
        <dsp:cNvPr id="0" name=""/>
        <dsp:cNvSpPr/>
      </dsp:nvSpPr>
      <dsp:spPr>
        <a:xfrm>
          <a:off x="7066716" y="239296"/>
          <a:ext cx="3098043" cy="316800"/>
        </a:xfrm>
        <a:prstGeom prst="rect">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Other Challenges</a:t>
          </a:r>
        </a:p>
      </dsp:txBody>
      <dsp:txXfrm>
        <a:off x="7066716" y="239296"/>
        <a:ext cx="3098043" cy="316800"/>
      </dsp:txXfrm>
    </dsp:sp>
    <dsp:sp modelId="{D047B1F2-751E-497C-8F68-4580984CDAD8}">
      <dsp:nvSpPr>
        <dsp:cNvPr id="0" name=""/>
        <dsp:cNvSpPr/>
      </dsp:nvSpPr>
      <dsp:spPr>
        <a:xfrm>
          <a:off x="7066716" y="556096"/>
          <a:ext cx="3098043" cy="2898720"/>
        </a:xfrm>
        <a:prstGeom prst="rect">
          <a:avLst/>
        </a:prstGeom>
        <a:solidFill>
          <a:srgbClr val="EC7B2B">
            <a:alpha val="30196"/>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mj-lt"/>
            <a:buAutoNum type="arabicPeriod"/>
          </a:pPr>
          <a:r>
            <a:rPr lang="en-US" sz="1100" kern="1200"/>
            <a:t>Figure out 360 expectations</a:t>
          </a:r>
        </a:p>
        <a:p>
          <a:pPr marL="57150" lvl="1" indent="-57150" algn="l" defTabSz="488950">
            <a:lnSpc>
              <a:spcPct val="90000"/>
            </a:lnSpc>
            <a:spcBef>
              <a:spcPct val="0"/>
            </a:spcBef>
            <a:spcAft>
              <a:spcPct val="15000"/>
            </a:spcAft>
            <a:buFont typeface="+mj-lt"/>
            <a:buAutoNum type="arabicPeriod"/>
          </a:pPr>
          <a:r>
            <a:rPr lang="en-US" sz="1100" kern="1200"/>
            <a:t>Embrace Community Boosters Ethics</a:t>
          </a:r>
        </a:p>
      </dsp:txBody>
      <dsp:txXfrm>
        <a:off x="7066716" y="556096"/>
        <a:ext cx="3098043" cy="289872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313026" y="2519451"/>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157697" y="2982085"/>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1) Attention !</a:t>
          </a:r>
        </a:p>
        <a:p>
          <a:pPr marL="57150" lvl="1" indent="-57150" algn="l" defTabSz="400050">
            <a:lnSpc>
              <a:spcPct val="90000"/>
            </a:lnSpc>
            <a:spcBef>
              <a:spcPct val="0"/>
            </a:spcBef>
            <a:spcAft>
              <a:spcPct val="15000"/>
            </a:spcAft>
            <a:buChar char="•"/>
          </a:pPr>
          <a:r>
            <a:rPr lang="en-US" sz="900" i="1" kern="1200" dirty="0"/>
            <a:t>“Look here quick !”</a:t>
          </a:r>
        </a:p>
        <a:p>
          <a:pPr marL="57150" lvl="1" indent="-57150" algn="l" defTabSz="400050">
            <a:lnSpc>
              <a:spcPct val="90000"/>
            </a:lnSpc>
            <a:spcBef>
              <a:spcPct val="0"/>
            </a:spcBef>
            <a:spcAft>
              <a:spcPct val="15000"/>
            </a:spcAft>
            <a:buChar char="•"/>
          </a:pPr>
          <a:r>
            <a:rPr lang="en-US" sz="900" kern="1200" dirty="0"/>
            <a:t>Our content deserves to be opened</a:t>
          </a:r>
        </a:p>
      </dsp:txBody>
      <dsp:txXfrm>
        <a:off x="157697" y="2982085"/>
        <a:ext cx="1397892" cy="1225334"/>
      </dsp:txXfrm>
    </dsp:sp>
    <dsp:sp modelId="{FC54635E-1CFA-4F93-B566-34FFF4B7EE1B}">
      <dsp:nvSpPr>
        <dsp:cNvPr id="0" name=""/>
        <dsp:cNvSpPr/>
      </dsp:nvSpPr>
      <dsp:spPr>
        <a:xfrm>
          <a:off x="1291837" y="2405457"/>
          <a:ext cx="263753" cy="26375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2024320" y="2095990"/>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1868991" y="2558624"/>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2) Activation</a:t>
          </a:r>
        </a:p>
        <a:p>
          <a:pPr marL="57150" lvl="1" indent="-57150" algn="l" defTabSz="400050">
            <a:lnSpc>
              <a:spcPct val="90000"/>
            </a:lnSpc>
            <a:spcBef>
              <a:spcPct val="0"/>
            </a:spcBef>
            <a:spcAft>
              <a:spcPct val="15000"/>
            </a:spcAft>
            <a:buChar char="•"/>
          </a:pPr>
          <a:r>
            <a:rPr lang="en-US" sz="900" i="1" kern="1200" dirty="0"/>
            <a:t>“Give a try, it’s easy”</a:t>
          </a:r>
        </a:p>
        <a:p>
          <a:pPr marL="57150" lvl="1" indent="-57150" algn="l" defTabSz="400050">
            <a:lnSpc>
              <a:spcPct val="90000"/>
            </a:lnSpc>
            <a:spcBef>
              <a:spcPct val="0"/>
            </a:spcBef>
            <a:spcAft>
              <a:spcPct val="15000"/>
            </a:spcAft>
            <a:buChar char="•"/>
          </a:pPr>
          <a:r>
            <a:rPr lang="en-US" sz="900" kern="1200" dirty="0"/>
            <a:t>Our content deserves to be consumed (read, listened, watched, played …)</a:t>
          </a:r>
        </a:p>
      </dsp:txBody>
      <dsp:txXfrm>
        <a:off x="1868991" y="2558624"/>
        <a:ext cx="1397892" cy="1225334"/>
      </dsp:txXfrm>
    </dsp:sp>
    <dsp:sp modelId="{6EE647C3-EE94-495B-A1BC-2BD31E7FB284}">
      <dsp:nvSpPr>
        <dsp:cNvPr id="0" name=""/>
        <dsp:cNvSpPr/>
      </dsp:nvSpPr>
      <dsp:spPr>
        <a:xfrm>
          <a:off x="3003130" y="1981996"/>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3735614" y="1672528"/>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3580285" y="2135163"/>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3) Value confirmation</a:t>
          </a:r>
        </a:p>
        <a:p>
          <a:pPr marL="57150" lvl="1" indent="-57150" algn="l" defTabSz="400050">
            <a:lnSpc>
              <a:spcPct val="90000"/>
            </a:lnSpc>
            <a:spcBef>
              <a:spcPct val="0"/>
            </a:spcBef>
            <a:spcAft>
              <a:spcPct val="15000"/>
            </a:spcAft>
            <a:buChar char="•"/>
          </a:pPr>
          <a:r>
            <a:rPr lang="en-US" sz="900" i="1" kern="1200" dirty="0"/>
            <a:t>“Give us a rating (or a like!)”</a:t>
          </a:r>
        </a:p>
        <a:p>
          <a:pPr marL="57150" lvl="1" indent="-57150" algn="l" defTabSz="400050">
            <a:lnSpc>
              <a:spcPct val="90000"/>
            </a:lnSpc>
            <a:spcBef>
              <a:spcPct val="0"/>
            </a:spcBef>
            <a:spcAft>
              <a:spcPct val="15000"/>
            </a:spcAft>
            <a:buChar char="•"/>
          </a:pPr>
          <a:r>
            <a:rPr lang="en-US" sz="900" kern="1200" dirty="0"/>
            <a:t>Our content is valuable enough to be validated</a:t>
          </a:r>
        </a:p>
      </dsp:txBody>
      <dsp:txXfrm>
        <a:off x="3580285" y="2135163"/>
        <a:ext cx="1397892" cy="1225334"/>
      </dsp:txXfrm>
    </dsp:sp>
    <dsp:sp modelId="{6BD65D1B-AC3F-463A-9044-842725D46E17}">
      <dsp:nvSpPr>
        <dsp:cNvPr id="0" name=""/>
        <dsp:cNvSpPr/>
      </dsp:nvSpPr>
      <dsp:spPr>
        <a:xfrm>
          <a:off x="4714424" y="1558534"/>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5446908" y="1249067"/>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5291578" y="1711701"/>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4) Contribution</a:t>
          </a:r>
        </a:p>
        <a:p>
          <a:pPr marL="57150" lvl="1" indent="-57150" algn="l" defTabSz="400050">
            <a:lnSpc>
              <a:spcPct val="90000"/>
            </a:lnSpc>
            <a:spcBef>
              <a:spcPct val="0"/>
            </a:spcBef>
            <a:spcAft>
              <a:spcPct val="15000"/>
            </a:spcAft>
            <a:buChar char="•"/>
          </a:pPr>
          <a:r>
            <a:rPr lang="en-US" sz="900" i="1" kern="1200" dirty="0"/>
            <a:t>“Give us your comments !”</a:t>
          </a:r>
        </a:p>
        <a:p>
          <a:pPr marL="57150" lvl="1" indent="-57150" algn="l" defTabSz="400050">
            <a:lnSpc>
              <a:spcPct val="90000"/>
            </a:lnSpc>
            <a:spcBef>
              <a:spcPct val="0"/>
            </a:spcBef>
            <a:spcAft>
              <a:spcPct val="15000"/>
            </a:spcAft>
            <a:buChar char="•"/>
          </a:pPr>
          <a:r>
            <a:rPr lang="en-US" sz="900" kern="1200" dirty="0"/>
            <a:t>Our content is important enough to be discussed (social content is added to the content)</a:t>
          </a:r>
        </a:p>
      </dsp:txBody>
      <dsp:txXfrm>
        <a:off x="5291578" y="1711701"/>
        <a:ext cx="1397892" cy="1225334"/>
      </dsp:txXfrm>
    </dsp:sp>
    <dsp:sp modelId="{621BC79D-194B-46C2-8CE4-368724AC50EB}">
      <dsp:nvSpPr>
        <dsp:cNvPr id="0" name=""/>
        <dsp:cNvSpPr/>
      </dsp:nvSpPr>
      <dsp:spPr>
        <a:xfrm>
          <a:off x="6425718" y="1135073"/>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7158201" y="825606"/>
          <a:ext cx="930533" cy="1548387"/>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7002872" y="1288240"/>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5) Sharing</a:t>
          </a:r>
        </a:p>
        <a:p>
          <a:pPr marL="57150" lvl="1" indent="-57150" algn="l" defTabSz="400050">
            <a:lnSpc>
              <a:spcPct val="90000"/>
            </a:lnSpc>
            <a:spcBef>
              <a:spcPct val="0"/>
            </a:spcBef>
            <a:spcAft>
              <a:spcPct val="15000"/>
            </a:spcAft>
            <a:buChar char="•"/>
          </a:pPr>
          <a:r>
            <a:rPr lang="en-US" sz="900" kern="1200" dirty="0"/>
            <a:t>“Please share”</a:t>
          </a:r>
        </a:p>
        <a:p>
          <a:pPr marL="57150" lvl="1" indent="-57150" algn="l" defTabSz="400050">
            <a:lnSpc>
              <a:spcPct val="90000"/>
            </a:lnSpc>
            <a:spcBef>
              <a:spcPct val="0"/>
            </a:spcBef>
            <a:spcAft>
              <a:spcPct val="15000"/>
            </a:spcAft>
            <a:buChar char="•"/>
          </a:pPr>
          <a:r>
            <a:rPr lang="en-US" sz="900" kern="1200" dirty="0"/>
            <a:t>Our content is important enough to be shared </a:t>
          </a:r>
        </a:p>
      </dsp:txBody>
      <dsp:txXfrm>
        <a:off x="7002872" y="1288240"/>
        <a:ext cx="1397892" cy="1225334"/>
      </dsp:txXfrm>
    </dsp:sp>
    <dsp:sp modelId="{D47D2D30-ADE3-4244-896A-D208A438408A}">
      <dsp:nvSpPr>
        <dsp:cNvPr id="0" name=""/>
        <dsp:cNvSpPr/>
      </dsp:nvSpPr>
      <dsp:spPr>
        <a:xfrm>
          <a:off x="8137012" y="711612"/>
          <a:ext cx="263753" cy="263753"/>
        </a:xfrm>
        <a:prstGeom prst="triangle">
          <a:avLst>
            <a:gd name="adj" fmla="val 10000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8869495" y="402144"/>
          <a:ext cx="930533" cy="1548387"/>
        </a:xfrm>
        <a:prstGeom prst="corner">
          <a:avLst>
            <a:gd name="adj1" fmla="val 16120"/>
            <a:gd name="adj2" fmla="val 1611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8714166" y="864779"/>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6) Reference</a:t>
          </a:r>
        </a:p>
        <a:p>
          <a:pPr marL="57150" lvl="1" indent="-57150" algn="l" defTabSz="400050">
            <a:lnSpc>
              <a:spcPct val="90000"/>
            </a:lnSpc>
            <a:spcBef>
              <a:spcPct val="0"/>
            </a:spcBef>
            <a:spcAft>
              <a:spcPct val="15000"/>
            </a:spcAft>
            <a:buChar char="•"/>
          </a:pPr>
          <a:r>
            <a:rPr lang="en-US" sz="900" kern="1200" dirty="0"/>
            <a:t>“Feel free to mention”</a:t>
          </a:r>
        </a:p>
        <a:p>
          <a:pPr marL="57150" lvl="1" indent="-57150" algn="l" defTabSz="400050">
            <a:lnSpc>
              <a:spcPct val="90000"/>
            </a:lnSpc>
            <a:spcBef>
              <a:spcPct val="0"/>
            </a:spcBef>
            <a:spcAft>
              <a:spcPct val="15000"/>
            </a:spcAft>
            <a:buChar char="•"/>
          </a:pPr>
          <a:r>
            <a:rPr lang="en-US" sz="900" kern="1200" dirty="0"/>
            <a:t>Our content is valuable enough to be used as a reference in other content</a:t>
          </a:r>
        </a:p>
      </dsp:txBody>
      <dsp:txXfrm>
        <a:off x="8714166" y="864779"/>
        <a:ext cx="1397892" cy="1225334"/>
      </dsp:txXfrm>
    </dsp:sp>
    <dsp:sp modelId="{35E4B48D-612C-4074-B656-1246F02FB0FA}">
      <dsp:nvSpPr>
        <dsp:cNvPr id="0" name=""/>
        <dsp:cNvSpPr/>
      </dsp:nvSpPr>
      <dsp:spPr>
        <a:xfrm>
          <a:off x="9848305" y="288150"/>
          <a:ext cx="263753" cy="263753"/>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10580789" y="-21316"/>
          <a:ext cx="930533" cy="1548387"/>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10425460" y="441317"/>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7) Gathering</a:t>
          </a:r>
        </a:p>
        <a:p>
          <a:pPr marL="57150" lvl="1" indent="-57150" algn="l" defTabSz="400050">
            <a:lnSpc>
              <a:spcPct val="90000"/>
            </a:lnSpc>
            <a:spcBef>
              <a:spcPct val="0"/>
            </a:spcBef>
            <a:spcAft>
              <a:spcPct val="15000"/>
            </a:spcAft>
            <a:buChar char="•"/>
          </a:pPr>
          <a:r>
            <a:rPr lang="en-US" sz="900" b="0" kern="1200" dirty="0"/>
            <a:t>“Join the others”</a:t>
          </a:r>
        </a:p>
        <a:p>
          <a:pPr marL="57150" lvl="1" indent="-57150" algn="l" defTabSz="400050">
            <a:lnSpc>
              <a:spcPct val="90000"/>
            </a:lnSpc>
            <a:spcBef>
              <a:spcPct val="0"/>
            </a:spcBef>
            <a:spcAft>
              <a:spcPct val="15000"/>
            </a:spcAft>
            <a:buChar char="•"/>
          </a:pPr>
          <a:r>
            <a:rPr lang="en-US" sz="900" b="0" kern="1200" dirty="0"/>
            <a:t>Our content is good enough for people to gather by themselves around</a:t>
          </a:r>
        </a:p>
      </dsp:txBody>
      <dsp:txXfrm>
        <a:off x="10425460" y="441317"/>
        <a:ext cx="1397892" cy="122533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C4A35-AB1B-4C89-9012-4D815899236A}">
      <dsp:nvSpPr>
        <dsp:cNvPr id="0" name=""/>
        <dsp:cNvSpPr/>
      </dsp:nvSpPr>
      <dsp:spPr>
        <a:xfrm>
          <a:off x="271721" y="0"/>
          <a:ext cx="4505406" cy="4505406"/>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C6944C-965A-4B4D-9C78-CD9F058004EE}">
      <dsp:nvSpPr>
        <dsp:cNvPr id="0" name=""/>
        <dsp:cNvSpPr/>
      </dsp:nvSpPr>
      <dsp:spPr>
        <a:xfrm>
          <a:off x="564572" y="292851"/>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Business opportunity  sharing community</a:t>
          </a:r>
        </a:p>
      </dsp:txBody>
      <dsp:txXfrm>
        <a:off x="652546" y="380825"/>
        <a:ext cx="1626214" cy="1626214"/>
      </dsp:txXfrm>
    </dsp:sp>
    <dsp:sp modelId="{80BE38E1-7F02-41C1-B9E4-D01CE55E2CAE}">
      <dsp:nvSpPr>
        <dsp:cNvPr id="0" name=""/>
        <dsp:cNvSpPr/>
      </dsp:nvSpPr>
      <dsp:spPr>
        <a:xfrm>
          <a:off x="2682113" y="292851"/>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Cybersecurity Community</a:t>
          </a:r>
        </a:p>
      </dsp:txBody>
      <dsp:txXfrm>
        <a:off x="2770087" y="380825"/>
        <a:ext cx="1626214" cy="1626214"/>
      </dsp:txXfrm>
    </dsp:sp>
    <dsp:sp modelId="{54C98DBC-967C-4B83-82B0-7594891B9DF1}">
      <dsp:nvSpPr>
        <dsp:cNvPr id="0" name=""/>
        <dsp:cNvSpPr/>
      </dsp:nvSpPr>
      <dsp:spPr>
        <a:xfrm>
          <a:off x="564572" y="2410392"/>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Company’s Football club </a:t>
          </a:r>
        </a:p>
      </dsp:txBody>
      <dsp:txXfrm>
        <a:off x="652546" y="2498366"/>
        <a:ext cx="1626214" cy="1626214"/>
      </dsp:txXfrm>
    </dsp:sp>
    <dsp:sp modelId="{4AD6F6A6-C812-4581-82B2-3966CF1D347B}">
      <dsp:nvSpPr>
        <dsp:cNvPr id="0" name=""/>
        <dsp:cNvSpPr/>
      </dsp:nvSpPr>
      <dsp:spPr>
        <a:xfrm>
          <a:off x="2682113" y="2410392"/>
          <a:ext cx="1802162" cy="18021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Example : </a:t>
          </a:r>
          <a:r>
            <a:rPr lang="en-US" sz="1800" kern="1200" dirty="0"/>
            <a:t>Corporate Alumni</a:t>
          </a:r>
        </a:p>
      </dsp:txBody>
      <dsp:txXfrm>
        <a:off x="2770087" y="2498366"/>
        <a:ext cx="1626214" cy="162621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A3E52-F105-4DEF-93EE-5CF362D8832C}">
      <dsp:nvSpPr>
        <dsp:cNvPr id="0" name=""/>
        <dsp:cNvSpPr/>
      </dsp:nvSpPr>
      <dsp:spPr>
        <a:xfrm>
          <a:off x="75500" y="432108"/>
          <a:ext cx="1862336" cy="1862336"/>
        </a:xfrm>
        <a:prstGeom prst="ellipse">
          <a:avLst/>
        </a:prstGeom>
        <a:solidFill>
          <a:srgbClr val="EC7B2B">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dirty="0"/>
            <a:t>Our Community</a:t>
          </a:r>
        </a:p>
      </dsp:txBody>
      <dsp:txXfrm>
        <a:off x="335556" y="651718"/>
        <a:ext cx="1073779" cy="1423117"/>
      </dsp:txXfrm>
    </dsp:sp>
    <dsp:sp modelId="{4ADD6E9E-1418-47E4-BF3C-CC6F38261B07}">
      <dsp:nvSpPr>
        <dsp:cNvPr id="0" name=""/>
        <dsp:cNvSpPr/>
      </dsp:nvSpPr>
      <dsp:spPr>
        <a:xfrm>
          <a:off x="1371408" y="432108"/>
          <a:ext cx="1862336" cy="186233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dirty="0"/>
            <a:t>Community B</a:t>
          </a:r>
        </a:p>
      </dsp:txBody>
      <dsp:txXfrm>
        <a:off x="1899909" y="651718"/>
        <a:ext cx="1073779" cy="142311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9FF5F8-D918-4C5B-8F8D-6AA97118B5B3}">
      <dsp:nvSpPr>
        <dsp:cNvPr id="0" name=""/>
        <dsp:cNvSpPr/>
      </dsp:nvSpPr>
      <dsp:spPr>
        <a:xfrm>
          <a:off x="2152" y="2215553"/>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a:off x="18531" y="2231932"/>
        <a:ext cx="1085679" cy="526460"/>
      </dsp:txXfrm>
    </dsp:sp>
    <dsp:sp modelId="{D20800DF-786F-4F46-BC8E-7C08B0011206}">
      <dsp:nvSpPr>
        <dsp:cNvPr id="0" name=""/>
        <dsp:cNvSpPr/>
      </dsp:nvSpPr>
      <dsp:spPr>
        <a:xfrm rot="17350740">
          <a:off x="663384" y="1841976"/>
          <a:ext cx="1361786" cy="20170"/>
        </a:xfrm>
        <a:custGeom>
          <a:avLst/>
          <a:gdLst/>
          <a:ahLst/>
          <a:cxnLst/>
          <a:rect l="0" t="0" r="0" b="0"/>
          <a:pathLst>
            <a:path>
              <a:moveTo>
                <a:pt x="0" y="10085"/>
              </a:moveTo>
              <a:lnTo>
                <a:pt x="1361786"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0233" y="1818016"/>
        <a:ext cx="68089" cy="68089"/>
      </dsp:txXfrm>
    </dsp:sp>
    <dsp:sp modelId="{337B761F-BAA9-446C-A8E3-99D1120EE415}">
      <dsp:nvSpPr>
        <dsp:cNvPr id="0" name=""/>
        <dsp:cNvSpPr/>
      </dsp:nvSpPr>
      <dsp:spPr>
        <a:xfrm>
          <a:off x="1567965" y="929350"/>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Compete</a:t>
          </a:r>
        </a:p>
      </dsp:txBody>
      <dsp:txXfrm>
        <a:off x="1584344" y="945729"/>
        <a:ext cx="1085679" cy="526460"/>
      </dsp:txXfrm>
    </dsp:sp>
    <dsp:sp modelId="{64ED4F26-6F6D-4A7A-BB9C-168A4173F247}">
      <dsp:nvSpPr>
        <dsp:cNvPr id="0" name=""/>
        <dsp:cNvSpPr/>
      </dsp:nvSpPr>
      <dsp:spPr>
        <a:xfrm rot="19457599">
          <a:off x="2634618" y="1038099"/>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1034411"/>
        <a:ext cx="27547" cy="27547"/>
      </dsp:txXfrm>
    </dsp:sp>
    <dsp:sp modelId="{713C6B1F-5D5E-4D8A-B185-2B84207921A9}">
      <dsp:nvSpPr>
        <dsp:cNvPr id="0" name=""/>
        <dsp:cNvSpPr/>
      </dsp:nvSpPr>
      <dsp:spPr>
        <a:xfrm>
          <a:off x="3133777" y="607800"/>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A &amp; B have different ways to provide the value</a:t>
          </a:r>
        </a:p>
      </dsp:txBody>
      <dsp:txXfrm>
        <a:off x="3150156" y="624179"/>
        <a:ext cx="1085679" cy="526460"/>
      </dsp:txXfrm>
    </dsp:sp>
    <dsp:sp modelId="{3C78C75D-17CC-4FDF-8F37-5F0B527EFE85}">
      <dsp:nvSpPr>
        <dsp:cNvPr id="0" name=""/>
        <dsp:cNvSpPr/>
      </dsp:nvSpPr>
      <dsp:spPr>
        <a:xfrm rot="2142401">
          <a:off x="2634618" y="1359649"/>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1355961"/>
        <a:ext cx="27547" cy="27547"/>
      </dsp:txXfrm>
    </dsp:sp>
    <dsp:sp modelId="{47772240-F486-4145-836D-AB0E8AD0B855}">
      <dsp:nvSpPr>
        <dsp:cNvPr id="0" name=""/>
        <dsp:cNvSpPr/>
      </dsp:nvSpPr>
      <dsp:spPr>
        <a:xfrm>
          <a:off x="3133777" y="1250901"/>
          <a:ext cx="1118437" cy="559218"/>
        </a:xfrm>
        <a:prstGeom prst="roundRect">
          <a:avLst>
            <a:gd name="adj" fmla="val 10000"/>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The best way wins or dominates</a:t>
          </a:r>
        </a:p>
      </dsp:txBody>
      <dsp:txXfrm>
        <a:off x="3150156" y="1267280"/>
        <a:ext cx="1085679" cy="526460"/>
      </dsp:txXfrm>
    </dsp:sp>
    <dsp:sp modelId="{15BBA178-4DA1-4DFF-9F1B-41EA3B61A245}">
      <dsp:nvSpPr>
        <dsp:cNvPr id="0" name=""/>
        <dsp:cNvSpPr/>
      </dsp:nvSpPr>
      <dsp:spPr>
        <a:xfrm>
          <a:off x="1120590" y="2485077"/>
          <a:ext cx="447374" cy="20170"/>
        </a:xfrm>
        <a:custGeom>
          <a:avLst/>
          <a:gdLst/>
          <a:ahLst/>
          <a:cxnLst/>
          <a:rect l="0" t="0" r="0" b="0"/>
          <a:pathLst>
            <a:path>
              <a:moveTo>
                <a:pt x="0" y="10085"/>
              </a:moveTo>
              <a:lnTo>
                <a:pt x="447374"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33093" y="2483978"/>
        <a:ext cx="22368" cy="22368"/>
      </dsp:txXfrm>
    </dsp:sp>
    <dsp:sp modelId="{4F1D22CF-CA04-4D7B-88B3-9E053BFBD9AF}">
      <dsp:nvSpPr>
        <dsp:cNvPr id="0" name=""/>
        <dsp:cNvSpPr/>
      </dsp:nvSpPr>
      <dsp:spPr>
        <a:xfrm>
          <a:off x="1567965" y="2215553"/>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Integrate</a:t>
          </a:r>
        </a:p>
      </dsp:txBody>
      <dsp:txXfrm>
        <a:off x="1584344" y="2231932"/>
        <a:ext cx="1085679" cy="526460"/>
      </dsp:txXfrm>
    </dsp:sp>
    <dsp:sp modelId="{D1A4060D-AED0-4635-B767-3CE0398E0F23}">
      <dsp:nvSpPr>
        <dsp:cNvPr id="0" name=""/>
        <dsp:cNvSpPr/>
      </dsp:nvSpPr>
      <dsp:spPr>
        <a:xfrm rot="19457599">
          <a:off x="2634618" y="2324302"/>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2320614"/>
        <a:ext cx="27547" cy="27547"/>
      </dsp:txXfrm>
    </dsp:sp>
    <dsp:sp modelId="{0DCB2157-AB66-4EC7-AC92-DE3882A0E5ED}">
      <dsp:nvSpPr>
        <dsp:cNvPr id="0" name=""/>
        <dsp:cNvSpPr/>
      </dsp:nvSpPr>
      <dsp:spPr>
        <a:xfrm>
          <a:off x="3133777" y="1894002"/>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A &amp; B merge their powers </a:t>
          </a:r>
        </a:p>
      </dsp:txBody>
      <dsp:txXfrm>
        <a:off x="3150156" y="1910381"/>
        <a:ext cx="1085679" cy="526460"/>
      </dsp:txXfrm>
    </dsp:sp>
    <dsp:sp modelId="{427630FF-46CE-4847-91B5-DBBB27B74F1C}">
      <dsp:nvSpPr>
        <dsp:cNvPr id="0" name=""/>
        <dsp:cNvSpPr/>
      </dsp:nvSpPr>
      <dsp:spPr>
        <a:xfrm>
          <a:off x="4252214" y="2163526"/>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2162427"/>
        <a:ext cx="22368" cy="22368"/>
      </dsp:txXfrm>
    </dsp:sp>
    <dsp:sp modelId="{7B978CEB-ECE0-4404-9A96-4EF84FF948A8}">
      <dsp:nvSpPr>
        <dsp:cNvPr id="0" name=""/>
        <dsp:cNvSpPr/>
      </dsp:nvSpPr>
      <dsp:spPr>
        <a:xfrm>
          <a:off x="4699589" y="1894002"/>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Content Curation, Common events, Common structures &amp; processes</a:t>
          </a:r>
        </a:p>
      </dsp:txBody>
      <dsp:txXfrm>
        <a:off x="4715968" y="1910381"/>
        <a:ext cx="1085679" cy="526460"/>
      </dsp:txXfrm>
    </dsp:sp>
    <dsp:sp modelId="{87B7EAED-9F88-4A3A-851A-3814BE1BFD34}">
      <dsp:nvSpPr>
        <dsp:cNvPr id="0" name=""/>
        <dsp:cNvSpPr/>
      </dsp:nvSpPr>
      <dsp:spPr>
        <a:xfrm rot="2142401">
          <a:off x="2634618" y="2645852"/>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2642164"/>
        <a:ext cx="27547" cy="27547"/>
      </dsp:txXfrm>
    </dsp:sp>
    <dsp:sp modelId="{7F1D7330-592B-464A-B257-CC8BDD367325}">
      <dsp:nvSpPr>
        <dsp:cNvPr id="0" name=""/>
        <dsp:cNvSpPr/>
      </dsp:nvSpPr>
      <dsp:spPr>
        <a:xfrm>
          <a:off x="3133777" y="2537104"/>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Synergy</a:t>
          </a:r>
        </a:p>
      </dsp:txBody>
      <dsp:txXfrm>
        <a:off x="3150156" y="2553483"/>
        <a:ext cx="1085679" cy="526460"/>
      </dsp:txXfrm>
    </dsp:sp>
    <dsp:sp modelId="{AF919F0C-D3B0-4675-8A05-421AE7EA6329}">
      <dsp:nvSpPr>
        <dsp:cNvPr id="0" name=""/>
        <dsp:cNvSpPr/>
      </dsp:nvSpPr>
      <dsp:spPr>
        <a:xfrm>
          <a:off x="4252214" y="2806628"/>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2805529"/>
        <a:ext cx="22368" cy="22368"/>
      </dsp:txXfrm>
    </dsp:sp>
    <dsp:sp modelId="{F568B395-4AE8-41FF-955A-729C5CBC6CC0}">
      <dsp:nvSpPr>
        <dsp:cNvPr id="0" name=""/>
        <dsp:cNvSpPr/>
      </dsp:nvSpPr>
      <dsp:spPr>
        <a:xfrm>
          <a:off x="4699589" y="2537104"/>
          <a:ext cx="1118437" cy="5592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Common governance to define</a:t>
          </a:r>
        </a:p>
      </dsp:txBody>
      <dsp:txXfrm>
        <a:off x="4715968" y="2553483"/>
        <a:ext cx="1085679" cy="526460"/>
      </dsp:txXfrm>
    </dsp:sp>
    <dsp:sp modelId="{CCA14011-EFA3-4EA7-97AD-2FD54FA1DE20}">
      <dsp:nvSpPr>
        <dsp:cNvPr id="0" name=""/>
        <dsp:cNvSpPr/>
      </dsp:nvSpPr>
      <dsp:spPr>
        <a:xfrm rot="4249260">
          <a:off x="663384" y="3128179"/>
          <a:ext cx="1361786" cy="20170"/>
        </a:xfrm>
        <a:custGeom>
          <a:avLst/>
          <a:gdLst/>
          <a:ahLst/>
          <a:cxnLst/>
          <a:rect l="0" t="0" r="0" b="0"/>
          <a:pathLst>
            <a:path>
              <a:moveTo>
                <a:pt x="0" y="10085"/>
              </a:moveTo>
              <a:lnTo>
                <a:pt x="1361786" y="100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0233" y="3104219"/>
        <a:ext cx="68089" cy="68089"/>
      </dsp:txXfrm>
    </dsp:sp>
    <dsp:sp modelId="{E23154D6-1286-42D1-A2F8-0687BFB08A15}">
      <dsp:nvSpPr>
        <dsp:cNvPr id="0" name=""/>
        <dsp:cNvSpPr/>
      </dsp:nvSpPr>
      <dsp:spPr>
        <a:xfrm>
          <a:off x="1567965" y="3501756"/>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Differentiate</a:t>
          </a:r>
        </a:p>
      </dsp:txBody>
      <dsp:txXfrm>
        <a:off x="1584344" y="3518135"/>
        <a:ext cx="1085679" cy="526460"/>
      </dsp:txXfrm>
    </dsp:sp>
    <dsp:sp modelId="{A88A2A4B-E057-475F-BD60-1518C88EC744}">
      <dsp:nvSpPr>
        <dsp:cNvPr id="0" name=""/>
        <dsp:cNvSpPr/>
      </dsp:nvSpPr>
      <dsp:spPr>
        <a:xfrm rot="19457599">
          <a:off x="2634618" y="3610505"/>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3606816"/>
        <a:ext cx="27547" cy="27547"/>
      </dsp:txXfrm>
    </dsp:sp>
    <dsp:sp modelId="{DBA1A94C-9E9B-4A0B-A42D-58DFF72D7B58}">
      <dsp:nvSpPr>
        <dsp:cNvPr id="0" name=""/>
        <dsp:cNvSpPr/>
      </dsp:nvSpPr>
      <dsp:spPr>
        <a:xfrm>
          <a:off x="3133777" y="3180205"/>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A &amp; B end up providing different values to different segments</a:t>
          </a:r>
        </a:p>
      </dsp:txBody>
      <dsp:txXfrm>
        <a:off x="3150156" y="3196584"/>
        <a:ext cx="1085679" cy="526460"/>
      </dsp:txXfrm>
    </dsp:sp>
    <dsp:sp modelId="{33E9F206-D276-4A23-BA67-9AA1A10A4526}">
      <dsp:nvSpPr>
        <dsp:cNvPr id="0" name=""/>
        <dsp:cNvSpPr/>
      </dsp:nvSpPr>
      <dsp:spPr>
        <a:xfrm>
          <a:off x="4252214" y="3449729"/>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3448630"/>
        <a:ext cx="22368" cy="22368"/>
      </dsp:txXfrm>
    </dsp:sp>
    <dsp:sp modelId="{7072FE84-83A5-4E10-9BB3-D8A0C463BD96}">
      <dsp:nvSpPr>
        <dsp:cNvPr id="0" name=""/>
        <dsp:cNvSpPr/>
      </dsp:nvSpPr>
      <dsp:spPr>
        <a:xfrm>
          <a:off x="4699589" y="3180205"/>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Co-Define the borders and Co-define the segments. Redirect.</a:t>
          </a:r>
        </a:p>
      </dsp:txBody>
      <dsp:txXfrm>
        <a:off x="4715968" y="3196584"/>
        <a:ext cx="1085679" cy="526460"/>
      </dsp:txXfrm>
    </dsp:sp>
    <dsp:sp modelId="{100AEC06-EDDE-47D7-BBCE-B98A116499A0}">
      <dsp:nvSpPr>
        <dsp:cNvPr id="0" name=""/>
        <dsp:cNvSpPr/>
      </dsp:nvSpPr>
      <dsp:spPr>
        <a:xfrm rot="2142401">
          <a:off x="2634618" y="3932055"/>
          <a:ext cx="550943" cy="20170"/>
        </a:xfrm>
        <a:custGeom>
          <a:avLst/>
          <a:gdLst/>
          <a:ahLst/>
          <a:cxnLst/>
          <a:rect l="0" t="0" r="0" b="0"/>
          <a:pathLst>
            <a:path>
              <a:moveTo>
                <a:pt x="0" y="10085"/>
              </a:moveTo>
              <a:lnTo>
                <a:pt x="550943"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6316" y="3928367"/>
        <a:ext cx="27547" cy="27547"/>
      </dsp:txXfrm>
    </dsp:sp>
    <dsp:sp modelId="{0759E216-B6CB-4A04-806A-BB17CDA8F6BB}">
      <dsp:nvSpPr>
        <dsp:cNvPr id="0" name=""/>
        <dsp:cNvSpPr/>
      </dsp:nvSpPr>
      <dsp:spPr>
        <a:xfrm>
          <a:off x="3133777" y="3823307"/>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Market specialization</a:t>
          </a:r>
        </a:p>
      </dsp:txBody>
      <dsp:txXfrm>
        <a:off x="3150156" y="3839686"/>
        <a:ext cx="1085679" cy="526460"/>
      </dsp:txXfrm>
    </dsp:sp>
    <dsp:sp modelId="{3DFF0752-00CB-41A4-BE70-33E0B40A0077}">
      <dsp:nvSpPr>
        <dsp:cNvPr id="0" name=""/>
        <dsp:cNvSpPr/>
      </dsp:nvSpPr>
      <dsp:spPr>
        <a:xfrm>
          <a:off x="4252214" y="4092831"/>
          <a:ext cx="447374" cy="20170"/>
        </a:xfrm>
        <a:custGeom>
          <a:avLst/>
          <a:gdLst/>
          <a:ahLst/>
          <a:cxnLst/>
          <a:rect l="0" t="0" r="0" b="0"/>
          <a:pathLst>
            <a:path>
              <a:moveTo>
                <a:pt x="0" y="10085"/>
              </a:moveTo>
              <a:lnTo>
                <a:pt x="447374" y="10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64717" y="4091732"/>
        <a:ext cx="22368" cy="22368"/>
      </dsp:txXfrm>
    </dsp:sp>
    <dsp:sp modelId="{DBA7DFE3-C36B-42BF-81E3-D686025FB760}">
      <dsp:nvSpPr>
        <dsp:cNvPr id="0" name=""/>
        <dsp:cNvSpPr/>
      </dsp:nvSpPr>
      <dsp:spPr>
        <a:xfrm>
          <a:off x="4699589" y="3823307"/>
          <a:ext cx="1118437" cy="559218"/>
        </a:xfrm>
        <a:prstGeom prst="roundRect">
          <a:avLst>
            <a:gd name="adj" fmla="val 10000"/>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rPr>
            <a:t>Agree on value segments</a:t>
          </a:r>
        </a:p>
      </dsp:txBody>
      <dsp:txXfrm>
        <a:off x="4715968" y="3839686"/>
        <a:ext cx="1085679" cy="52646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7F6BF-71EA-402A-B404-2BF5077554B3}">
      <dsp:nvSpPr>
        <dsp:cNvPr id="0" name=""/>
        <dsp:cNvSpPr/>
      </dsp:nvSpPr>
      <dsp:spPr>
        <a:xfrm>
          <a:off x="2882115" y="699537"/>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ctr" defTabSz="400050">
            <a:lnSpc>
              <a:spcPct val="90000"/>
            </a:lnSpc>
            <a:spcBef>
              <a:spcPct val="0"/>
            </a:spcBef>
            <a:spcAft>
              <a:spcPct val="35000"/>
            </a:spcAft>
            <a:buNone/>
          </a:pPr>
          <a:r>
            <a:rPr lang="en-US" sz="900" kern="1200" dirty="0"/>
            <a:t>Top Management</a:t>
          </a:r>
        </a:p>
      </dsp:txBody>
      <dsp:txXfrm>
        <a:off x="3303676" y="1252836"/>
        <a:ext cx="2318583" cy="1422767"/>
      </dsp:txXfrm>
    </dsp:sp>
    <dsp:sp modelId="{0248D111-9D2D-4EBD-9057-65DA6DDDF885}">
      <dsp:nvSpPr>
        <dsp:cNvPr id="0" name=""/>
        <dsp:cNvSpPr/>
      </dsp:nvSpPr>
      <dsp:spPr>
        <a:xfrm>
          <a:off x="3487244" y="1594142"/>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r" defTabSz="400050">
            <a:lnSpc>
              <a:spcPct val="90000"/>
            </a:lnSpc>
            <a:spcBef>
              <a:spcPct val="0"/>
            </a:spcBef>
            <a:spcAft>
              <a:spcPct val="35000"/>
            </a:spcAft>
            <a:buNone/>
          </a:pPr>
          <a:r>
            <a:rPr lang="en-US" sz="900" kern="1200" dirty="0"/>
            <a:t>Non-sponsoring &amp; involved hierarchy</a:t>
          </a:r>
        </a:p>
      </dsp:txBody>
      <dsp:txXfrm>
        <a:off x="4454199" y="2410916"/>
        <a:ext cx="1897023" cy="1738937"/>
      </dsp:txXfrm>
    </dsp:sp>
    <dsp:sp modelId="{BDA84CC1-9F86-4A73-82C0-8B45F7BF48B4}">
      <dsp:nvSpPr>
        <dsp:cNvPr id="0" name=""/>
        <dsp:cNvSpPr/>
      </dsp:nvSpPr>
      <dsp:spPr>
        <a:xfrm>
          <a:off x="2182451" y="1594142"/>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dirty="0"/>
            <a:t>Sponsoring hierarchy</a:t>
          </a:r>
        </a:p>
      </dsp:txBody>
      <dsp:txXfrm>
        <a:off x="2480178" y="2410916"/>
        <a:ext cx="1897023" cy="1738937"/>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7A985-A13C-4535-9554-2FEC635DADB2}">
      <dsp:nvSpPr>
        <dsp:cNvPr id="0" name=""/>
        <dsp:cNvSpPr/>
      </dsp:nvSpPr>
      <dsp:spPr>
        <a:xfrm>
          <a:off x="721416" y="0"/>
          <a:ext cx="1431096" cy="795053"/>
        </a:xfrm>
        <a:prstGeom prst="roundRect">
          <a:avLst>
            <a:gd name="adj" fmla="val 10000"/>
          </a:avLst>
        </a:prstGeom>
        <a:solidFill>
          <a:srgbClr val="3494B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bg1"/>
              </a:solidFill>
            </a:rPr>
            <a:t>Arguments to engage in the Community</a:t>
          </a:r>
        </a:p>
      </dsp:txBody>
      <dsp:txXfrm>
        <a:off x="744702" y="23286"/>
        <a:ext cx="1384524" cy="748481"/>
      </dsp:txXfrm>
    </dsp:sp>
    <dsp:sp modelId="{A397673A-7326-4686-80DB-276D2279729F}">
      <dsp:nvSpPr>
        <dsp:cNvPr id="0" name=""/>
        <dsp:cNvSpPr/>
      </dsp:nvSpPr>
      <dsp:spPr>
        <a:xfrm>
          <a:off x="2788555" y="0"/>
          <a:ext cx="1431096" cy="795053"/>
        </a:xfrm>
        <a:prstGeom prst="roundRect">
          <a:avLst>
            <a:gd name="adj" fmla="val 10000"/>
          </a:avLst>
        </a:prstGeom>
        <a:solidFill>
          <a:srgbClr val="EC7B2B"/>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Arguments to disengage from the Community</a:t>
          </a:r>
        </a:p>
      </dsp:txBody>
      <dsp:txXfrm>
        <a:off x="2811841" y="23286"/>
        <a:ext cx="1384524" cy="748481"/>
      </dsp:txXfrm>
    </dsp:sp>
    <dsp:sp modelId="{5143B11A-B367-4080-AC29-85DBCD0225FB}">
      <dsp:nvSpPr>
        <dsp:cNvPr id="0" name=""/>
        <dsp:cNvSpPr/>
      </dsp:nvSpPr>
      <dsp:spPr>
        <a:xfrm>
          <a:off x="2172388" y="3378977"/>
          <a:ext cx="596290" cy="596290"/>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7F23A0-7BFD-47F8-A846-DD131B4676DF}">
      <dsp:nvSpPr>
        <dsp:cNvPr id="0" name=""/>
        <dsp:cNvSpPr/>
      </dsp:nvSpPr>
      <dsp:spPr>
        <a:xfrm>
          <a:off x="681663" y="3129330"/>
          <a:ext cx="3577741" cy="24169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54A76E-D983-47E1-9E03-7B600BA77826}">
      <dsp:nvSpPr>
        <dsp:cNvPr id="0" name=""/>
        <dsp:cNvSpPr/>
      </dsp:nvSpPr>
      <dsp:spPr>
        <a:xfrm>
          <a:off x="2788555" y="2432864"/>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Professional priorities</a:t>
          </a:r>
        </a:p>
      </dsp:txBody>
      <dsp:txXfrm>
        <a:off x="2821157" y="2465466"/>
        <a:ext cx="1365892" cy="602641"/>
      </dsp:txXfrm>
    </dsp:sp>
    <dsp:sp modelId="{617C7C83-CD86-4EA3-9C15-322049BCE65C}">
      <dsp:nvSpPr>
        <dsp:cNvPr id="0" name=""/>
        <dsp:cNvSpPr/>
      </dsp:nvSpPr>
      <dsp:spPr>
        <a:xfrm>
          <a:off x="2788555" y="1717315"/>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Logistical constraints </a:t>
          </a:r>
        </a:p>
      </dsp:txBody>
      <dsp:txXfrm>
        <a:off x="2821157" y="1749917"/>
        <a:ext cx="1365892" cy="602641"/>
      </dsp:txXfrm>
    </dsp:sp>
    <dsp:sp modelId="{03AF0741-F1B8-478E-BADE-19AC256845AE}">
      <dsp:nvSpPr>
        <dsp:cNvPr id="0" name=""/>
        <dsp:cNvSpPr/>
      </dsp:nvSpPr>
      <dsp:spPr>
        <a:xfrm>
          <a:off x="2788555" y="1001767"/>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Personal priorities</a:t>
          </a:r>
        </a:p>
      </dsp:txBody>
      <dsp:txXfrm>
        <a:off x="2821157" y="1034369"/>
        <a:ext cx="1365892" cy="602641"/>
      </dsp:txXfrm>
    </dsp:sp>
    <dsp:sp modelId="{33EDA83D-5ACE-462C-8CB0-94901517B7D7}">
      <dsp:nvSpPr>
        <dsp:cNvPr id="0" name=""/>
        <dsp:cNvSpPr/>
      </dsp:nvSpPr>
      <dsp:spPr>
        <a:xfrm>
          <a:off x="721416" y="2432864"/>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Value provided by the Community on a professional level</a:t>
          </a:r>
        </a:p>
      </dsp:txBody>
      <dsp:txXfrm>
        <a:off x="754018" y="2465466"/>
        <a:ext cx="1365892" cy="602641"/>
      </dsp:txXfrm>
    </dsp:sp>
    <dsp:sp modelId="{34F31D01-14F0-4D66-9848-F49EEDD4033D}">
      <dsp:nvSpPr>
        <dsp:cNvPr id="0" name=""/>
        <dsp:cNvSpPr/>
      </dsp:nvSpPr>
      <dsp:spPr>
        <a:xfrm>
          <a:off x="721416" y="1717315"/>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Logistical convenience of community activities</a:t>
          </a:r>
        </a:p>
      </dsp:txBody>
      <dsp:txXfrm>
        <a:off x="754018" y="1749917"/>
        <a:ext cx="1365892" cy="602641"/>
      </dsp:txXfrm>
    </dsp:sp>
    <dsp:sp modelId="{2EA7EB0F-1624-40DA-92C4-A8E13EC7A817}">
      <dsp:nvSpPr>
        <dsp:cNvPr id="0" name=""/>
        <dsp:cNvSpPr/>
      </dsp:nvSpPr>
      <dsp:spPr>
        <a:xfrm>
          <a:off x="721416" y="1001767"/>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Value provided by the Community on a personal level</a:t>
          </a:r>
        </a:p>
      </dsp:txBody>
      <dsp:txXfrm>
        <a:off x="754018" y="1034369"/>
        <a:ext cx="1365892" cy="60264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1312087" y="1727055"/>
          <a:ext cx="801407" cy="1333524"/>
        </a:xfrm>
        <a:prstGeom prst="corner">
          <a:avLst>
            <a:gd name="adj1" fmla="val 16120"/>
            <a:gd name="adj2" fmla="val 1611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1178312" y="2125492"/>
          <a:ext cx="1203913" cy="1055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ctr" defTabSz="355600">
            <a:lnSpc>
              <a:spcPct val="90000"/>
            </a:lnSpc>
            <a:spcBef>
              <a:spcPct val="0"/>
            </a:spcBef>
            <a:spcAft>
              <a:spcPct val="35000"/>
            </a:spcAft>
            <a:buNone/>
          </a:pPr>
          <a:r>
            <a:rPr lang="en-US" sz="800" kern="1200" noProof="0"/>
            <a:t>You can help by </a:t>
          </a:r>
          <a:r>
            <a:rPr lang="en-US" sz="800" b="1" kern="1200" noProof="0"/>
            <a:t>personally forwarding  a recent community content </a:t>
          </a:r>
          <a:r>
            <a:rPr lang="en-US" sz="800" kern="1200" noProof="0"/>
            <a:t> to specific people around you. Believe us : personal invites make a big difference</a:t>
          </a:r>
          <a:endParaRPr lang="en-US" sz="800" b="0" kern="1200" noProof="0"/>
        </a:p>
      </dsp:txBody>
      <dsp:txXfrm>
        <a:off x="1178312" y="2125492"/>
        <a:ext cx="1203913" cy="1055300"/>
      </dsp:txXfrm>
    </dsp:sp>
    <dsp:sp modelId="{073E1243-807D-44B9-A19F-D853AB77EB56}">
      <dsp:nvSpPr>
        <dsp:cNvPr id="0" name=""/>
        <dsp:cNvSpPr/>
      </dsp:nvSpPr>
      <dsp:spPr>
        <a:xfrm>
          <a:off x="2155072" y="1628879"/>
          <a:ext cx="227153" cy="227153"/>
        </a:xfrm>
        <a:prstGeom prst="triangle">
          <a:avLst>
            <a:gd name="adj" fmla="val 10000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2785912" y="1362356"/>
          <a:ext cx="801407" cy="1333524"/>
        </a:xfrm>
        <a:prstGeom prst="corner">
          <a:avLst>
            <a:gd name="adj1" fmla="val 16120"/>
            <a:gd name="adj2" fmla="val 1611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2652137" y="1760792"/>
          <a:ext cx="1203913" cy="1055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kern="1200" noProof="0"/>
            <a:t>You are not the only one sharing the same level availability, and most of us will enjoy snacking cybersecurity content you might share on our social network. </a:t>
          </a:r>
        </a:p>
      </dsp:txBody>
      <dsp:txXfrm>
        <a:off x="2652137" y="1760792"/>
        <a:ext cx="1203913" cy="1055300"/>
      </dsp:txXfrm>
    </dsp:sp>
    <dsp:sp modelId="{CEC1A658-099E-49E5-BC89-D956E9F29B72}">
      <dsp:nvSpPr>
        <dsp:cNvPr id="0" name=""/>
        <dsp:cNvSpPr/>
      </dsp:nvSpPr>
      <dsp:spPr>
        <a:xfrm>
          <a:off x="3628897" y="1264180"/>
          <a:ext cx="227153" cy="227153"/>
        </a:xfrm>
        <a:prstGeom prst="triangle">
          <a:avLst>
            <a:gd name="adj" fmla="val 10000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4259737" y="997656"/>
          <a:ext cx="801407" cy="1333524"/>
        </a:xfrm>
        <a:prstGeom prst="corner">
          <a:avLst>
            <a:gd name="adj1" fmla="val 16120"/>
            <a:gd name="adj2" fmla="val 16110"/>
          </a:avLst>
        </a:prstGeom>
        <a:solidFill>
          <a:srgbClr val="FFC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4125962" y="1396093"/>
          <a:ext cx="1203913" cy="1055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kern="1200" noProof="0"/>
            <a:t>No matter if you are curious, amateur or expert, there is probably a question you can ask the community or an answer you can provide to existing questions. Check out the forums !</a:t>
          </a:r>
        </a:p>
      </dsp:txBody>
      <dsp:txXfrm>
        <a:off x="4125962" y="1396093"/>
        <a:ext cx="1203913" cy="1055300"/>
      </dsp:txXfrm>
    </dsp:sp>
    <dsp:sp modelId="{B4FFB1F2-72D2-443E-96C5-38A27895A5A5}">
      <dsp:nvSpPr>
        <dsp:cNvPr id="0" name=""/>
        <dsp:cNvSpPr/>
      </dsp:nvSpPr>
      <dsp:spPr>
        <a:xfrm>
          <a:off x="5102722" y="899480"/>
          <a:ext cx="227153" cy="227153"/>
        </a:xfrm>
        <a:prstGeom prst="triangle">
          <a:avLst>
            <a:gd name="adj" fmla="val 100000"/>
          </a:avLst>
        </a:prstGeom>
        <a:solidFill>
          <a:srgbClr val="FFC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5733563" y="632957"/>
          <a:ext cx="801407" cy="1333524"/>
        </a:xfrm>
        <a:prstGeom prst="corner">
          <a:avLst>
            <a:gd name="adj1" fmla="val 16120"/>
            <a:gd name="adj2" fmla="val 16110"/>
          </a:avLst>
        </a:prstGeom>
        <a:solidFill>
          <a:srgbClr val="FFC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5599788" y="1031393"/>
          <a:ext cx="1203913" cy="1055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kern="1200" noProof="0"/>
            <a:t>You can attend an event of the Cybersecurity community and bring colleagues in. We are always happy to welcome new members knowledge and skills.</a:t>
          </a:r>
        </a:p>
      </dsp:txBody>
      <dsp:txXfrm>
        <a:off x="5599788" y="1031393"/>
        <a:ext cx="1203913" cy="1055300"/>
      </dsp:txXfrm>
    </dsp:sp>
    <dsp:sp modelId="{B61612F3-149C-445E-B77C-8D7D7291AAB9}">
      <dsp:nvSpPr>
        <dsp:cNvPr id="0" name=""/>
        <dsp:cNvSpPr/>
      </dsp:nvSpPr>
      <dsp:spPr>
        <a:xfrm>
          <a:off x="6576548" y="534781"/>
          <a:ext cx="227153" cy="227153"/>
        </a:xfrm>
        <a:prstGeom prst="triangle">
          <a:avLst>
            <a:gd name="adj" fmla="val 100000"/>
          </a:avLst>
        </a:prstGeom>
        <a:solidFill>
          <a:srgbClr val="FFC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7207388" y="268257"/>
          <a:ext cx="801407" cy="1333524"/>
        </a:xfrm>
        <a:prstGeom prst="corner">
          <a:avLst>
            <a:gd name="adj1" fmla="val 16120"/>
            <a:gd name="adj2" fmla="val 16110"/>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7073613" y="666694"/>
          <a:ext cx="1203913" cy="1055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kern="1200" noProof="0"/>
            <a:t>As a regular member, people get to know you and you get to know people. Co-hosting is can go from simple welcoming to questions answers or even co-creating the content.</a:t>
          </a:r>
        </a:p>
      </dsp:txBody>
      <dsp:txXfrm>
        <a:off x="7073613" y="666694"/>
        <a:ext cx="1203913" cy="1055300"/>
      </dsp:txXfrm>
    </dsp:sp>
    <dsp:sp modelId="{04931DB7-88D0-4962-8D4A-7798AC4C5BB9}">
      <dsp:nvSpPr>
        <dsp:cNvPr id="0" name=""/>
        <dsp:cNvSpPr/>
      </dsp:nvSpPr>
      <dsp:spPr>
        <a:xfrm>
          <a:off x="8050373" y="170081"/>
          <a:ext cx="227153" cy="227153"/>
        </a:xfrm>
        <a:prstGeom prst="triangle">
          <a:avLst>
            <a:gd name="adj" fmla="val 100000"/>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7185B2-34DE-4686-8B37-8B37F9BEB4BF}">
      <dsp:nvSpPr>
        <dsp:cNvPr id="0" name=""/>
        <dsp:cNvSpPr/>
      </dsp:nvSpPr>
      <dsp:spPr>
        <a:xfrm rot="5400000">
          <a:off x="8681213" y="-247086"/>
          <a:ext cx="801407" cy="1333524"/>
        </a:xfrm>
        <a:prstGeom prst="corner">
          <a:avLst>
            <a:gd name="adj1" fmla="val 16120"/>
            <a:gd name="adj2" fmla="val 16110"/>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C3E76-7687-4AD3-89B2-1DE96AAB1E55}">
      <dsp:nvSpPr>
        <dsp:cNvPr id="0" name=""/>
        <dsp:cNvSpPr/>
      </dsp:nvSpPr>
      <dsp:spPr>
        <a:xfrm>
          <a:off x="8554625" y="164678"/>
          <a:ext cx="1203913" cy="1356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kern="1200" noProof="0"/>
            <a:t>The Cybersecurity community is on constant building and growth, there are many things to design together for Thales.</a:t>
          </a:r>
        </a:p>
      </dsp:txBody>
      <dsp:txXfrm>
        <a:off x="8554625" y="164678"/>
        <a:ext cx="1203913" cy="1356589"/>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7BE2F-12FE-4758-8E5D-D48F9E6520A9}">
      <dsp:nvSpPr>
        <dsp:cNvPr id="0" name=""/>
        <dsp:cNvSpPr/>
      </dsp:nvSpPr>
      <dsp:spPr>
        <a:xfrm>
          <a:off x="647497" y="35623"/>
          <a:ext cx="1709909" cy="170990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fr-FR" sz="1300" kern="1200"/>
            <a:t>💗</a:t>
          </a:r>
          <a:r>
            <a:rPr lang="en-US" sz="1300" kern="1200" noProof="0"/>
            <a:t>The topics we like the most</a:t>
          </a:r>
        </a:p>
      </dsp:txBody>
      <dsp:txXfrm>
        <a:off x="875485" y="334857"/>
        <a:ext cx="1253933" cy="769459"/>
      </dsp:txXfrm>
    </dsp:sp>
    <dsp:sp modelId="{3E6C0EE5-0153-4187-BE9F-69BD27E0480F}">
      <dsp:nvSpPr>
        <dsp:cNvPr id="0" name=""/>
        <dsp:cNvSpPr/>
      </dsp:nvSpPr>
      <dsp:spPr>
        <a:xfrm>
          <a:off x="1264489" y="1104316"/>
          <a:ext cx="1709909" cy="170990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US" sz="1300" kern="1200" noProof="0"/>
            <a:t>🏠The topics with the most business impact</a:t>
          </a:r>
        </a:p>
      </dsp:txBody>
      <dsp:txXfrm>
        <a:off x="1787436" y="1546043"/>
        <a:ext cx="1025945" cy="940450"/>
      </dsp:txXfrm>
    </dsp:sp>
    <dsp:sp modelId="{F9A898C6-4830-4483-9AD5-1D8850B0FD23}">
      <dsp:nvSpPr>
        <dsp:cNvPr id="0" name=""/>
        <dsp:cNvSpPr/>
      </dsp:nvSpPr>
      <dsp:spPr>
        <a:xfrm>
          <a:off x="30504" y="1104316"/>
          <a:ext cx="1709909" cy="170990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US" sz="1300" kern="1200" noProof="0"/>
            <a:t>🛠️The topics in which we are the most skilled</a:t>
          </a:r>
        </a:p>
      </dsp:txBody>
      <dsp:txXfrm>
        <a:off x="191521" y="1546043"/>
        <a:ext cx="1025945" cy="94045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BC00D-933E-4F57-83E0-495B285AB9BB}">
      <dsp:nvSpPr>
        <dsp:cNvPr id="0" name=""/>
        <dsp:cNvSpPr/>
      </dsp:nvSpPr>
      <dsp:spPr>
        <a:xfrm>
          <a:off x="1564594" y="54666"/>
          <a:ext cx="2623995" cy="2623995"/>
        </a:xfrm>
        <a:prstGeom prst="ellipse">
          <a:avLst/>
        </a:prstGeom>
        <a:solidFill>
          <a:srgbClr val="ED7D31">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fr-FR" sz="2000" kern="1200" dirty="0"/>
            <a:t>More </a:t>
          </a:r>
          <a:r>
            <a:rPr lang="fr-FR" sz="2000" kern="1200" dirty="0" err="1"/>
            <a:t>learners</a:t>
          </a:r>
          <a:r>
            <a:rPr lang="fr-FR" sz="2000" kern="1200" dirty="0"/>
            <a:t> </a:t>
          </a:r>
          <a:r>
            <a:rPr lang="fr-FR" sz="2000" kern="1200" dirty="0" err="1"/>
            <a:t>become</a:t>
          </a:r>
          <a:r>
            <a:rPr lang="fr-FR" sz="2000" kern="1200" dirty="0"/>
            <a:t> </a:t>
          </a:r>
          <a:r>
            <a:rPr lang="fr-FR" sz="2000" kern="1200" dirty="0" err="1"/>
            <a:t>knowledge</a:t>
          </a:r>
          <a:r>
            <a:rPr lang="fr-FR" sz="2000" kern="1200" dirty="0"/>
            <a:t> </a:t>
          </a:r>
          <a:r>
            <a:rPr lang="fr-FR" sz="2000" kern="1200" dirty="0" err="1"/>
            <a:t>sharers</a:t>
          </a:r>
          <a:endParaRPr lang="fr-FR" sz="2000" kern="1200" dirty="0"/>
        </a:p>
      </dsp:txBody>
      <dsp:txXfrm>
        <a:off x="1914460" y="513865"/>
        <a:ext cx="1924263" cy="1180798"/>
      </dsp:txXfrm>
    </dsp:sp>
    <dsp:sp modelId="{477EA68D-3F5E-475B-B096-E87DE630E97F}">
      <dsp:nvSpPr>
        <dsp:cNvPr id="0" name=""/>
        <dsp:cNvSpPr/>
      </dsp:nvSpPr>
      <dsp:spPr>
        <a:xfrm>
          <a:off x="2511419" y="1694663"/>
          <a:ext cx="2623995" cy="2623995"/>
        </a:xfrm>
        <a:prstGeom prst="ellipse">
          <a:avLst/>
        </a:prstGeom>
        <a:solidFill>
          <a:srgbClr val="3494BA">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fr-FR" sz="2000" kern="1200" dirty="0"/>
            <a:t>Community content </a:t>
          </a:r>
          <a:r>
            <a:rPr lang="fr-FR" sz="2000" kern="1200" dirty="0" err="1"/>
            <a:t>becomes</a:t>
          </a:r>
          <a:r>
            <a:rPr lang="fr-FR" sz="2000" kern="1200" dirty="0"/>
            <a:t> </a:t>
          </a:r>
          <a:r>
            <a:rPr lang="fr-FR" sz="2000" kern="1200" dirty="0" err="1"/>
            <a:t>easier</a:t>
          </a:r>
          <a:r>
            <a:rPr lang="fr-FR" sz="2000" kern="1200" dirty="0"/>
            <a:t> to </a:t>
          </a:r>
          <a:r>
            <a:rPr lang="fr-FR" sz="2000" kern="1200" dirty="0" err="1"/>
            <a:t>share</a:t>
          </a:r>
          <a:endParaRPr lang="fr-FR" sz="2000" kern="1200" dirty="0"/>
        </a:p>
      </dsp:txBody>
      <dsp:txXfrm>
        <a:off x="3313924" y="2372529"/>
        <a:ext cx="1574397" cy="1443197"/>
      </dsp:txXfrm>
    </dsp:sp>
    <dsp:sp modelId="{85C226D7-7181-4CCB-8F21-C4C671EF6574}">
      <dsp:nvSpPr>
        <dsp:cNvPr id="0" name=""/>
        <dsp:cNvSpPr/>
      </dsp:nvSpPr>
      <dsp:spPr>
        <a:xfrm>
          <a:off x="617769" y="1694663"/>
          <a:ext cx="2623995" cy="2623995"/>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r>
            <a:rPr lang="fr-FR" sz="2000" kern="1200" dirty="0" err="1"/>
            <a:t>Knowledge</a:t>
          </a:r>
          <a:r>
            <a:rPr lang="fr-FR" sz="2000" kern="1200" dirty="0"/>
            <a:t> sharing has more value for the host </a:t>
          </a:r>
          <a:r>
            <a:rPr lang="fr-FR" sz="2000" kern="1200" dirty="0" err="1"/>
            <a:t>organization</a:t>
          </a:r>
          <a:endParaRPr lang="fr-FR" sz="2000" kern="1200" dirty="0"/>
        </a:p>
      </dsp:txBody>
      <dsp:txXfrm>
        <a:off x="864862" y="2372529"/>
        <a:ext cx="1574397" cy="1443197"/>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268155" y="2165202"/>
          <a:ext cx="800128" cy="1331395"/>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134593" y="2563003"/>
          <a:ext cx="1201990" cy="105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1 CURIOUS</a:t>
          </a:r>
          <a:endParaRPr lang="fr-FR" sz="1300" kern="1200" dirty="0"/>
        </a:p>
      </dsp:txBody>
      <dsp:txXfrm>
        <a:off x="134593" y="2563003"/>
        <a:ext cx="1201990" cy="1053615"/>
      </dsp:txXfrm>
    </dsp:sp>
    <dsp:sp modelId="{073E1243-807D-44B9-A19F-D853AB77EB56}">
      <dsp:nvSpPr>
        <dsp:cNvPr id="0" name=""/>
        <dsp:cNvSpPr/>
      </dsp:nvSpPr>
      <dsp:spPr>
        <a:xfrm>
          <a:off x="1109794" y="2067184"/>
          <a:ext cx="226790" cy="226790"/>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5F48EC-0639-4D2F-820E-C3E346BBA81C}">
      <dsp:nvSpPr>
        <dsp:cNvPr id="0" name=""/>
        <dsp:cNvSpPr/>
      </dsp:nvSpPr>
      <dsp:spPr>
        <a:xfrm rot="5400000">
          <a:off x="1739626" y="1801085"/>
          <a:ext cx="800128" cy="1331395"/>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0ABF8-7168-4E17-9AEE-0A90D7D7B2D9}">
      <dsp:nvSpPr>
        <dsp:cNvPr id="0" name=""/>
        <dsp:cNvSpPr/>
      </dsp:nvSpPr>
      <dsp:spPr>
        <a:xfrm>
          <a:off x="1606065" y="2198886"/>
          <a:ext cx="1201990" cy="105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2 PLAYERS</a:t>
          </a:r>
          <a:endParaRPr lang="fr-FR" sz="1300" kern="1200" dirty="0"/>
        </a:p>
      </dsp:txBody>
      <dsp:txXfrm>
        <a:off x="1606065" y="2198886"/>
        <a:ext cx="1201990" cy="1053615"/>
      </dsp:txXfrm>
    </dsp:sp>
    <dsp:sp modelId="{40B3F6C3-47F2-4E3A-B536-E6827E5B6D3D}">
      <dsp:nvSpPr>
        <dsp:cNvPr id="0" name=""/>
        <dsp:cNvSpPr/>
      </dsp:nvSpPr>
      <dsp:spPr>
        <a:xfrm>
          <a:off x="2581265" y="1703067"/>
          <a:ext cx="226790" cy="226790"/>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3211098" y="1436968"/>
          <a:ext cx="800128" cy="133139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3077537" y="1834768"/>
          <a:ext cx="1201990" cy="105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3 SCOUTS</a:t>
          </a:r>
          <a:endParaRPr lang="fr-FR" sz="1300" kern="1200" dirty="0"/>
        </a:p>
      </dsp:txBody>
      <dsp:txXfrm>
        <a:off x="3077537" y="1834768"/>
        <a:ext cx="1201990" cy="1053615"/>
      </dsp:txXfrm>
    </dsp:sp>
    <dsp:sp modelId="{CEC1A658-099E-49E5-BC89-D956E9F29B72}">
      <dsp:nvSpPr>
        <dsp:cNvPr id="0" name=""/>
        <dsp:cNvSpPr/>
      </dsp:nvSpPr>
      <dsp:spPr>
        <a:xfrm>
          <a:off x="4052737" y="1338949"/>
          <a:ext cx="226790" cy="226790"/>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4682570" y="1072851"/>
          <a:ext cx="800128" cy="133139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4549009" y="1470651"/>
          <a:ext cx="1201990" cy="105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4 CO-HOST</a:t>
          </a:r>
          <a:endParaRPr lang="fr-FR" sz="1300" kern="1200" dirty="0"/>
        </a:p>
      </dsp:txBody>
      <dsp:txXfrm>
        <a:off x="4549009" y="1470651"/>
        <a:ext cx="1201990" cy="1053615"/>
      </dsp:txXfrm>
    </dsp:sp>
    <dsp:sp modelId="{B4FFB1F2-72D2-443E-96C5-38A27895A5A5}">
      <dsp:nvSpPr>
        <dsp:cNvPr id="0" name=""/>
        <dsp:cNvSpPr/>
      </dsp:nvSpPr>
      <dsp:spPr>
        <a:xfrm>
          <a:off x="5524209" y="974832"/>
          <a:ext cx="226790" cy="226790"/>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6020480" y="1106534"/>
          <a:ext cx="1201990" cy="105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5 HOST</a:t>
          </a:r>
          <a:endParaRPr lang="fr-FR" sz="1300" kern="1200" dirty="0"/>
        </a:p>
      </dsp:txBody>
      <dsp:txXfrm>
        <a:off x="6020480" y="1106534"/>
        <a:ext cx="1201990" cy="1053615"/>
      </dsp:txXfrm>
    </dsp:sp>
    <dsp:sp modelId="{B61612F3-149C-445E-B77C-8D7D7291AAB9}">
      <dsp:nvSpPr>
        <dsp:cNvPr id="0" name=""/>
        <dsp:cNvSpPr/>
      </dsp:nvSpPr>
      <dsp:spPr>
        <a:xfrm>
          <a:off x="6995681" y="610715"/>
          <a:ext cx="226790" cy="226790"/>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7625513" y="344617"/>
          <a:ext cx="800128" cy="1331395"/>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7491952" y="742417"/>
          <a:ext cx="1201990" cy="105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6 CREATOR</a:t>
          </a:r>
          <a:endParaRPr lang="fr-FR" sz="1300" kern="1200" dirty="0"/>
        </a:p>
      </dsp:txBody>
      <dsp:txXfrm>
        <a:off x="7491952" y="742417"/>
        <a:ext cx="1201990" cy="1053615"/>
      </dsp:txXfrm>
    </dsp:sp>
    <dsp:sp modelId="{04931DB7-88D0-4962-8D4A-7798AC4C5BB9}">
      <dsp:nvSpPr>
        <dsp:cNvPr id="0" name=""/>
        <dsp:cNvSpPr/>
      </dsp:nvSpPr>
      <dsp:spPr>
        <a:xfrm>
          <a:off x="8467152" y="246598"/>
          <a:ext cx="226790" cy="226790"/>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7185B2-34DE-4686-8B37-8B37F9BEB4BF}">
      <dsp:nvSpPr>
        <dsp:cNvPr id="0" name=""/>
        <dsp:cNvSpPr/>
      </dsp:nvSpPr>
      <dsp:spPr>
        <a:xfrm rot="5400000">
          <a:off x="9096985" y="-169903"/>
          <a:ext cx="800128" cy="1331395"/>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C3E76-7687-4AD3-89B2-1DE96AAB1E55}">
      <dsp:nvSpPr>
        <dsp:cNvPr id="0" name=""/>
        <dsp:cNvSpPr/>
      </dsp:nvSpPr>
      <dsp:spPr>
        <a:xfrm>
          <a:off x="8965946" y="241203"/>
          <a:ext cx="1201990" cy="1354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7 CONTENT COMMUNITY BOOSTER</a:t>
          </a:r>
          <a:endParaRPr lang="fr-FR" sz="1300" kern="1200" dirty="0"/>
        </a:p>
      </dsp:txBody>
      <dsp:txXfrm>
        <a:off x="8965946" y="241203"/>
        <a:ext cx="1201990" cy="1354422"/>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52963" y="425237"/>
          <a:ext cx="156204" cy="259921"/>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26888" y="502898"/>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1 CURIEUX(-SE) </a:t>
          </a:r>
          <a:r>
            <a:rPr lang="fr-FR" sz="200" b="0" kern="1200"/>
            <a:t>: donne de l’attention</a:t>
          </a:r>
          <a:endParaRPr lang="fr-FR" sz="200" kern="1200"/>
        </a:p>
      </dsp:txBody>
      <dsp:txXfrm>
        <a:off x="26888" y="502898"/>
        <a:ext cx="234658" cy="205691"/>
      </dsp:txXfrm>
    </dsp:sp>
    <dsp:sp modelId="{073E1243-807D-44B9-A19F-D853AB77EB56}">
      <dsp:nvSpPr>
        <dsp:cNvPr id="0" name=""/>
        <dsp:cNvSpPr/>
      </dsp:nvSpPr>
      <dsp:spPr>
        <a:xfrm>
          <a:off x="217272" y="406101"/>
          <a:ext cx="44275" cy="44275"/>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5F48EC-0639-4D2F-820E-C3E346BBA81C}">
      <dsp:nvSpPr>
        <dsp:cNvPr id="0" name=""/>
        <dsp:cNvSpPr/>
      </dsp:nvSpPr>
      <dsp:spPr>
        <a:xfrm rot="5400000">
          <a:off x="340231" y="354152"/>
          <a:ext cx="156204" cy="259921"/>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0ABF8-7168-4E17-9AEE-0A90D7D7B2D9}">
      <dsp:nvSpPr>
        <dsp:cNvPr id="0" name=""/>
        <dsp:cNvSpPr/>
      </dsp:nvSpPr>
      <dsp:spPr>
        <a:xfrm>
          <a:off x="314156" y="431813"/>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2 JOUEUR(-SE) : </a:t>
          </a:r>
          <a:r>
            <a:rPr lang="fr-FR" sz="200" b="0" kern="1200"/>
            <a:t>donne du temps</a:t>
          </a:r>
          <a:endParaRPr lang="fr-FR" sz="200" kern="1200"/>
        </a:p>
      </dsp:txBody>
      <dsp:txXfrm>
        <a:off x="314156" y="431813"/>
        <a:ext cx="234658" cy="205691"/>
      </dsp:txXfrm>
    </dsp:sp>
    <dsp:sp modelId="{40B3F6C3-47F2-4E3A-B536-E6827E5B6D3D}">
      <dsp:nvSpPr>
        <dsp:cNvPr id="0" name=""/>
        <dsp:cNvSpPr/>
      </dsp:nvSpPr>
      <dsp:spPr>
        <a:xfrm>
          <a:off x="504539" y="335017"/>
          <a:ext cx="44275" cy="4427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627498" y="283068"/>
          <a:ext cx="156204" cy="259921"/>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601424" y="360728"/>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3 ECLAIREUR(-SE) : </a:t>
          </a:r>
          <a:r>
            <a:rPr lang="fr-FR" sz="200" b="0" kern="1200"/>
            <a:t>donne l’opportunité </a:t>
          </a:r>
          <a:endParaRPr lang="fr-FR" sz="200" kern="1200"/>
        </a:p>
      </dsp:txBody>
      <dsp:txXfrm>
        <a:off x="601424" y="360728"/>
        <a:ext cx="234658" cy="205691"/>
      </dsp:txXfrm>
    </dsp:sp>
    <dsp:sp modelId="{CEC1A658-099E-49E5-BC89-D956E9F29B72}">
      <dsp:nvSpPr>
        <dsp:cNvPr id="0" name=""/>
        <dsp:cNvSpPr/>
      </dsp:nvSpPr>
      <dsp:spPr>
        <a:xfrm>
          <a:off x="791807" y="263932"/>
          <a:ext cx="44275" cy="4427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914766" y="211983"/>
          <a:ext cx="156204" cy="259921"/>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888692" y="289644"/>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4 CO-ANIMATEUR(-TRICE) : </a:t>
          </a:r>
          <a:r>
            <a:rPr lang="fr-FR" sz="200" b="0" kern="1200"/>
            <a:t>donne de la contribution</a:t>
          </a:r>
          <a:endParaRPr lang="fr-FR" sz="200" kern="1200"/>
        </a:p>
      </dsp:txBody>
      <dsp:txXfrm>
        <a:off x="888692" y="289644"/>
        <a:ext cx="234658" cy="205691"/>
      </dsp:txXfrm>
    </dsp:sp>
    <dsp:sp modelId="{B4FFB1F2-72D2-443E-96C5-38A27895A5A5}">
      <dsp:nvSpPr>
        <dsp:cNvPr id="0" name=""/>
        <dsp:cNvSpPr/>
      </dsp:nvSpPr>
      <dsp:spPr>
        <a:xfrm>
          <a:off x="1079075" y="192847"/>
          <a:ext cx="44275" cy="4427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1202034" y="140898"/>
          <a:ext cx="156204" cy="259921"/>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1175959" y="218559"/>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5 ANIMATEUR(-TRICE) </a:t>
          </a:r>
          <a:r>
            <a:rPr lang="fr-FR" sz="200" kern="1200"/>
            <a:t>: prend des responsabilités</a:t>
          </a:r>
        </a:p>
      </dsp:txBody>
      <dsp:txXfrm>
        <a:off x="1175959" y="218559"/>
        <a:ext cx="234658" cy="205691"/>
      </dsp:txXfrm>
    </dsp:sp>
    <dsp:sp modelId="{B61612F3-149C-445E-B77C-8D7D7291AAB9}">
      <dsp:nvSpPr>
        <dsp:cNvPr id="0" name=""/>
        <dsp:cNvSpPr/>
      </dsp:nvSpPr>
      <dsp:spPr>
        <a:xfrm>
          <a:off x="1366343" y="121763"/>
          <a:ext cx="44275" cy="4427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1489302" y="69814"/>
          <a:ext cx="156204" cy="259921"/>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1463227" y="147474"/>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6 CRÉATEUR(-TRICE) : </a:t>
          </a:r>
          <a:r>
            <a:rPr lang="fr-FR" sz="200" b="0" kern="1200"/>
            <a:t>créé des contenus</a:t>
          </a:r>
          <a:endParaRPr lang="fr-FR" sz="200" kern="1200"/>
        </a:p>
      </dsp:txBody>
      <dsp:txXfrm>
        <a:off x="1463227" y="147474"/>
        <a:ext cx="234658" cy="205691"/>
      </dsp:txXfrm>
    </dsp:sp>
    <dsp:sp modelId="{04931DB7-88D0-4962-8D4A-7798AC4C5BB9}">
      <dsp:nvSpPr>
        <dsp:cNvPr id="0" name=""/>
        <dsp:cNvSpPr/>
      </dsp:nvSpPr>
      <dsp:spPr>
        <a:xfrm>
          <a:off x="1653610" y="50678"/>
          <a:ext cx="44275" cy="4427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7185B2-34DE-4686-8B37-8B37F9BEB4BF}">
      <dsp:nvSpPr>
        <dsp:cNvPr id="0" name=""/>
        <dsp:cNvSpPr/>
      </dsp:nvSpPr>
      <dsp:spPr>
        <a:xfrm rot="5400000">
          <a:off x="1776569" y="-30632"/>
          <a:ext cx="156204" cy="259921"/>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C3E76-7687-4AD3-89B2-1DE96AAB1E55}">
      <dsp:nvSpPr>
        <dsp:cNvPr id="0" name=""/>
        <dsp:cNvSpPr/>
      </dsp:nvSpPr>
      <dsp:spPr>
        <a:xfrm>
          <a:off x="1751600" y="49625"/>
          <a:ext cx="234658" cy="264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7 CONTENT COMMUNITY BOOSTER </a:t>
          </a:r>
          <a:r>
            <a:rPr lang="fr-FR" sz="200" kern="1200"/>
            <a:t>: développe la communauté</a:t>
          </a:r>
        </a:p>
      </dsp:txBody>
      <dsp:txXfrm>
        <a:off x="1751600" y="49625"/>
        <a:ext cx="234658" cy="264416"/>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0119A0-C985-410C-80D3-5D5E2C451C54}">
      <dsp:nvSpPr>
        <dsp:cNvPr id="0" name=""/>
        <dsp:cNvSpPr/>
      </dsp:nvSpPr>
      <dsp:spPr>
        <a:xfrm rot="5400000">
          <a:off x="114103" y="50351"/>
          <a:ext cx="342472" cy="56986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56936" y="220618"/>
          <a:ext cx="514478" cy="45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5 ANIMATEUR(-TRICE) </a:t>
          </a:r>
          <a:r>
            <a:rPr lang="fr-FR" sz="200" kern="1200"/>
            <a:t>: prend des responsabilités</a:t>
          </a:r>
        </a:p>
      </dsp:txBody>
      <dsp:txXfrm>
        <a:off x="56936" y="220618"/>
        <a:ext cx="514478" cy="450970"/>
      </dsp:txXfrm>
    </dsp:sp>
    <dsp:sp modelId="{B61612F3-149C-445E-B77C-8D7D7291AAB9}">
      <dsp:nvSpPr>
        <dsp:cNvPr id="0" name=""/>
        <dsp:cNvSpPr/>
      </dsp:nvSpPr>
      <dsp:spPr>
        <a:xfrm>
          <a:off x="474343" y="8397"/>
          <a:ext cx="97071" cy="97071"/>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743925" y="-105498"/>
          <a:ext cx="342472" cy="569865"/>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686758" y="64768"/>
          <a:ext cx="514478" cy="45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6 CRÉATEUR(-TRICE) : </a:t>
          </a:r>
          <a:r>
            <a:rPr lang="fr-FR" sz="200" b="0" kern="1200"/>
            <a:t>créé des contenus</a:t>
          </a:r>
          <a:endParaRPr lang="fr-FR" sz="200" kern="1200"/>
        </a:p>
      </dsp:txBody>
      <dsp:txXfrm>
        <a:off x="686758" y="64768"/>
        <a:ext cx="514478" cy="450970"/>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52963" y="425237"/>
          <a:ext cx="156204" cy="259921"/>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26888" y="502898"/>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1 CURIEUX(-SE) </a:t>
          </a:r>
          <a:r>
            <a:rPr lang="fr-FR" sz="200" b="0" kern="1200"/>
            <a:t>: donne de l’attention</a:t>
          </a:r>
          <a:endParaRPr lang="fr-FR" sz="200" kern="1200"/>
        </a:p>
      </dsp:txBody>
      <dsp:txXfrm>
        <a:off x="26888" y="502898"/>
        <a:ext cx="234658" cy="205691"/>
      </dsp:txXfrm>
    </dsp:sp>
    <dsp:sp modelId="{073E1243-807D-44B9-A19F-D853AB77EB56}">
      <dsp:nvSpPr>
        <dsp:cNvPr id="0" name=""/>
        <dsp:cNvSpPr/>
      </dsp:nvSpPr>
      <dsp:spPr>
        <a:xfrm>
          <a:off x="217272" y="406101"/>
          <a:ext cx="44275" cy="44275"/>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5F48EC-0639-4D2F-820E-C3E346BBA81C}">
      <dsp:nvSpPr>
        <dsp:cNvPr id="0" name=""/>
        <dsp:cNvSpPr/>
      </dsp:nvSpPr>
      <dsp:spPr>
        <a:xfrm rot="5400000">
          <a:off x="340231" y="354152"/>
          <a:ext cx="156204" cy="259921"/>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0ABF8-7168-4E17-9AEE-0A90D7D7B2D9}">
      <dsp:nvSpPr>
        <dsp:cNvPr id="0" name=""/>
        <dsp:cNvSpPr/>
      </dsp:nvSpPr>
      <dsp:spPr>
        <a:xfrm>
          <a:off x="314156" y="431813"/>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2 JOUEUR(-SE) : </a:t>
          </a:r>
          <a:r>
            <a:rPr lang="fr-FR" sz="200" b="0" kern="1200"/>
            <a:t>donne du temps</a:t>
          </a:r>
          <a:endParaRPr lang="fr-FR" sz="200" kern="1200"/>
        </a:p>
      </dsp:txBody>
      <dsp:txXfrm>
        <a:off x="314156" y="431813"/>
        <a:ext cx="234658" cy="205691"/>
      </dsp:txXfrm>
    </dsp:sp>
    <dsp:sp modelId="{40B3F6C3-47F2-4E3A-B536-E6827E5B6D3D}">
      <dsp:nvSpPr>
        <dsp:cNvPr id="0" name=""/>
        <dsp:cNvSpPr/>
      </dsp:nvSpPr>
      <dsp:spPr>
        <a:xfrm>
          <a:off x="504539" y="335017"/>
          <a:ext cx="44275" cy="4427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627498" y="283068"/>
          <a:ext cx="156204" cy="259921"/>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601424" y="360728"/>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3 ECLAIREUR(-SE) : </a:t>
          </a:r>
          <a:r>
            <a:rPr lang="fr-FR" sz="200" b="0" kern="1200"/>
            <a:t>donne l’opportunité </a:t>
          </a:r>
          <a:endParaRPr lang="fr-FR" sz="200" kern="1200"/>
        </a:p>
      </dsp:txBody>
      <dsp:txXfrm>
        <a:off x="601424" y="360728"/>
        <a:ext cx="234658" cy="205691"/>
      </dsp:txXfrm>
    </dsp:sp>
    <dsp:sp modelId="{CEC1A658-099E-49E5-BC89-D956E9F29B72}">
      <dsp:nvSpPr>
        <dsp:cNvPr id="0" name=""/>
        <dsp:cNvSpPr/>
      </dsp:nvSpPr>
      <dsp:spPr>
        <a:xfrm>
          <a:off x="791807" y="263932"/>
          <a:ext cx="44275" cy="4427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914766" y="211983"/>
          <a:ext cx="156204" cy="259921"/>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888692" y="289644"/>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4 CO-ANIMATEUR(-TRICE) : </a:t>
          </a:r>
          <a:r>
            <a:rPr lang="fr-FR" sz="200" b="0" kern="1200"/>
            <a:t>donne de la contribution</a:t>
          </a:r>
          <a:endParaRPr lang="fr-FR" sz="200" kern="1200"/>
        </a:p>
      </dsp:txBody>
      <dsp:txXfrm>
        <a:off x="888692" y="289644"/>
        <a:ext cx="234658" cy="205691"/>
      </dsp:txXfrm>
    </dsp:sp>
    <dsp:sp modelId="{B4FFB1F2-72D2-443E-96C5-38A27895A5A5}">
      <dsp:nvSpPr>
        <dsp:cNvPr id="0" name=""/>
        <dsp:cNvSpPr/>
      </dsp:nvSpPr>
      <dsp:spPr>
        <a:xfrm>
          <a:off x="1079075" y="192847"/>
          <a:ext cx="44275" cy="4427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1202034" y="140898"/>
          <a:ext cx="156204" cy="259921"/>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1175959" y="218559"/>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5 ANIMATEUR(-TRICE) </a:t>
          </a:r>
          <a:r>
            <a:rPr lang="fr-FR" sz="200" kern="1200"/>
            <a:t>: prend des responsabilités</a:t>
          </a:r>
        </a:p>
      </dsp:txBody>
      <dsp:txXfrm>
        <a:off x="1175959" y="218559"/>
        <a:ext cx="234658" cy="205691"/>
      </dsp:txXfrm>
    </dsp:sp>
    <dsp:sp modelId="{B61612F3-149C-445E-B77C-8D7D7291AAB9}">
      <dsp:nvSpPr>
        <dsp:cNvPr id="0" name=""/>
        <dsp:cNvSpPr/>
      </dsp:nvSpPr>
      <dsp:spPr>
        <a:xfrm>
          <a:off x="1366343" y="121763"/>
          <a:ext cx="44275" cy="4427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1489302" y="69814"/>
          <a:ext cx="156204" cy="259921"/>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1463227" y="147474"/>
          <a:ext cx="234658" cy="205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6 CRÉATEUR(-TRICE) : </a:t>
          </a:r>
          <a:r>
            <a:rPr lang="fr-FR" sz="200" b="0" kern="1200"/>
            <a:t>créé des contenus</a:t>
          </a:r>
          <a:endParaRPr lang="fr-FR" sz="200" kern="1200"/>
        </a:p>
      </dsp:txBody>
      <dsp:txXfrm>
        <a:off x="1463227" y="147474"/>
        <a:ext cx="234658" cy="205691"/>
      </dsp:txXfrm>
    </dsp:sp>
    <dsp:sp modelId="{04931DB7-88D0-4962-8D4A-7798AC4C5BB9}">
      <dsp:nvSpPr>
        <dsp:cNvPr id="0" name=""/>
        <dsp:cNvSpPr/>
      </dsp:nvSpPr>
      <dsp:spPr>
        <a:xfrm>
          <a:off x="1653610" y="50678"/>
          <a:ext cx="44275" cy="4427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7185B2-34DE-4686-8B37-8B37F9BEB4BF}">
      <dsp:nvSpPr>
        <dsp:cNvPr id="0" name=""/>
        <dsp:cNvSpPr/>
      </dsp:nvSpPr>
      <dsp:spPr>
        <a:xfrm rot="5400000">
          <a:off x="1776569" y="-30632"/>
          <a:ext cx="156204" cy="259921"/>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C3E76-7687-4AD3-89B2-1DE96AAB1E55}">
      <dsp:nvSpPr>
        <dsp:cNvPr id="0" name=""/>
        <dsp:cNvSpPr/>
      </dsp:nvSpPr>
      <dsp:spPr>
        <a:xfrm>
          <a:off x="1751600" y="49625"/>
          <a:ext cx="234658" cy="264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7 CONTENT COMMUNITY BOOSTER </a:t>
          </a:r>
          <a:r>
            <a:rPr lang="fr-FR" sz="200" kern="1200"/>
            <a:t>: développe la communauté</a:t>
          </a:r>
        </a:p>
      </dsp:txBody>
      <dsp:txXfrm>
        <a:off x="1751600" y="49625"/>
        <a:ext cx="234658" cy="264416"/>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0119A0-C985-410C-80D3-5D5E2C451C54}">
      <dsp:nvSpPr>
        <dsp:cNvPr id="0" name=""/>
        <dsp:cNvSpPr/>
      </dsp:nvSpPr>
      <dsp:spPr>
        <a:xfrm rot="5400000">
          <a:off x="114103" y="50351"/>
          <a:ext cx="342472" cy="569865"/>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56936" y="220618"/>
          <a:ext cx="514478" cy="45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5 ANIMATEUR(-TRICE) </a:t>
          </a:r>
          <a:r>
            <a:rPr lang="fr-FR" sz="200" kern="1200"/>
            <a:t>: prend des responsabilités</a:t>
          </a:r>
        </a:p>
      </dsp:txBody>
      <dsp:txXfrm>
        <a:off x="56936" y="220618"/>
        <a:ext cx="514478" cy="450970"/>
      </dsp:txXfrm>
    </dsp:sp>
    <dsp:sp modelId="{B61612F3-149C-445E-B77C-8D7D7291AAB9}">
      <dsp:nvSpPr>
        <dsp:cNvPr id="0" name=""/>
        <dsp:cNvSpPr/>
      </dsp:nvSpPr>
      <dsp:spPr>
        <a:xfrm>
          <a:off x="474343" y="8397"/>
          <a:ext cx="97071" cy="97071"/>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743925" y="-105498"/>
          <a:ext cx="342472" cy="569865"/>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686758" y="64768"/>
          <a:ext cx="514478" cy="45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t" anchorCtr="0">
          <a:noAutofit/>
        </a:bodyPr>
        <a:lstStyle/>
        <a:p>
          <a:pPr marL="0" lvl="0" indent="0" algn="l" defTabSz="88900">
            <a:lnSpc>
              <a:spcPct val="90000"/>
            </a:lnSpc>
            <a:spcBef>
              <a:spcPct val="0"/>
            </a:spcBef>
            <a:spcAft>
              <a:spcPct val="35000"/>
            </a:spcAft>
            <a:buNone/>
          </a:pPr>
          <a:r>
            <a:rPr lang="fr-FR" sz="200" b="1" kern="1200"/>
            <a:t>NIV 6 CRÉATEUR(-TRICE) : </a:t>
          </a:r>
          <a:r>
            <a:rPr lang="fr-FR" sz="200" b="0" kern="1200"/>
            <a:t>créé des contenus</a:t>
          </a:r>
          <a:endParaRPr lang="fr-FR" sz="200" kern="1200"/>
        </a:p>
      </dsp:txBody>
      <dsp:txXfrm>
        <a:off x="686758" y="64768"/>
        <a:ext cx="514478" cy="450970"/>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8.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9.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2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8.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29.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2" Type="http://schemas.openxmlformats.org/officeDocument/2006/relationships/image" Target="../media/image289.svg"/><Relationship Id="rId1" Type="http://schemas.openxmlformats.org/officeDocument/2006/relationships/image" Target="../media/image288.png"/></Relationships>
</file>

<file path=ppt/drawings/_rels/drawing2.xml.rels><?xml version="1.0" encoding="UTF-8" standalone="yes"?>
<Relationships xmlns="http://schemas.openxmlformats.org/package/2006/relationships"><Relationship Id="rId2" Type="http://schemas.openxmlformats.org/officeDocument/2006/relationships/image" Target="../media/image289.svg"/><Relationship Id="rId1" Type="http://schemas.openxmlformats.org/officeDocument/2006/relationships/image" Target="../media/image288.png"/></Relationships>
</file>

<file path=ppt/drawings/drawing1.xml><?xml version="1.0" encoding="utf-8"?>
<c:userShapes xmlns:c="http://schemas.openxmlformats.org/drawingml/2006/chart">
  <cdr:relSizeAnchor xmlns:cdr="http://schemas.openxmlformats.org/drawingml/2006/chartDrawing">
    <cdr:from>
      <cdr:x>0.33768</cdr:x>
      <cdr:y>0.85443</cdr:y>
    </cdr:from>
    <cdr:to>
      <cdr:x>0.42888</cdr:x>
      <cdr:y>1</cdr:y>
    </cdr:to>
    <cdr:pic>
      <cdr:nvPicPr>
        <cdr:cNvPr id="4" name="Graphique 1" descr="Commentaire, J’aime avec un remplissage uni">
          <a:extLst xmlns:a="http://schemas.openxmlformats.org/drawingml/2006/main">
            <a:ext uri="{FF2B5EF4-FFF2-40B4-BE49-F238E27FC236}">
              <a16:creationId xmlns:a16="http://schemas.microsoft.com/office/drawing/2014/main" id="{EECFFAB4-8BD4-4FD0-957B-CBF70C370D35}"/>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xmlns:a="http://schemas.openxmlformats.org/drawingml/2006/main">
          <a:fillRect/>
        </a:stretch>
      </cdr:blipFill>
      <cdr:spPr>
        <a:xfrm xmlns:a="http://schemas.openxmlformats.org/drawingml/2006/main">
          <a:off x="1974850" y="3130867"/>
          <a:ext cx="533400" cy="533400"/>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0.31188</cdr:x>
      <cdr:y>0.85443</cdr:y>
    </cdr:from>
    <cdr:to>
      <cdr:x>0.40308</cdr:x>
      <cdr:y>1</cdr:y>
    </cdr:to>
    <cdr:pic>
      <cdr:nvPicPr>
        <cdr:cNvPr id="4" name="Graphique 1" descr="Commentaire, J’aime avec un remplissage uni">
          <a:extLst xmlns:a="http://schemas.openxmlformats.org/drawingml/2006/main">
            <a:ext uri="{FF2B5EF4-FFF2-40B4-BE49-F238E27FC236}">
              <a16:creationId xmlns:a16="http://schemas.microsoft.com/office/drawing/2014/main" id="{EECFFAB4-8BD4-4FD0-957B-CBF70C370D35}"/>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xmlns:a="http://schemas.openxmlformats.org/drawingml/2006/main">
          <a:fillRect/>
        </a:stretch>
      </cdr:blipFill>
      <cdr:spPr>
        <a:xfrm xmlns:a="http://schemas.openxmlformats.org/drawingml/2006/main">
          <a:off x="1425108" y="2446207"/>
          <a:ext cx="416733" cy="416762"/>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07/06/2022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err="1"/>
              <a:t>Answer</a:t>
            </a:r>
            <a:r>
              <a:rPr lang="fr-FR"/>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a:t>
            </a:fld>
            <a:endParaRPr lang="fr-FR"/>
          </a:p>
        </p:txBody>
      </p:sp>
    </p:spTree>
    <p:extLst>
      <p:ext uri="{BB962C8B-B14F-4D97-AF65-F5344CB8AC3E}">
        <p14:creationId xmlns:p14="http://schemas.microsoft.com/office/powerpoint/2010/main" val="1016918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err="1"/>
              <a:t>Answer</a:t>
            </a:r>
            <a:r>
              <a:rPr lang="fr-FR"/>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a:t>
            </a:fld>
            <a:endParaRPr lang="fr-FR"/>
          </a:p>
        </p:txBody>
      </p:sp>
    </p:spTree>
    <p:extLst>
      <p:ext uri="{BB962C8B-B14F-4D97-AF65-F5344CB8AC3E}">
        <p14:creationId xmlns:p14="http://schemas.microsoft.com/office/powerpoint/2010/main" val="3835080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a:t>
            </a:fld>
            <a:endParaRPr lang="fr-FR"/>
          </a:p>
        </p:txBody>
      </p:sp>
    </p:spTree>
    <p:extLst>
      <p:ext uri="{BB962C8B-B14F-4D97-AF65-F5344CB8AC3E}">
        <p14:creationId xmlns:p14="http://schemas.microsoft.com/office/powerpoint/2010/main" val="2270699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12</a:t>
            </a:fld>
            <a:endParaRPr lang="fr-FR"/>
          </a:p>
        </p:txBody>
      </p:sp>
    </p:spTree>
    <p:extLst>
      <p:ext uri="{BB962C8B-B14F-4D97-AF65-F5344CB8AC3E}">
        <p14:creationId xmlns:p14="http://schemas.microsoft.com/office/powerpoint/2010/main" val="2627031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13</a:t>
            </a:fld>
            <a:endParaRPr lang="fr-FR"/>
          </a:p>
        </p:txBody>
      </p:sp>
    </p:spTree>
    <p:extLst>
      <p:ext uri="{BB962C8B-B14F-4D97-AF65-F5344CB8AC3E}">
        <p14:creationId xmlns:p14="http://schemas.microsoft.com/office/powerpoint/2010/main" val="3064327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15</a:t>
            </a:fld>
            <a:endParaRPr lang="fr-FR"/>
          </a:p>
        </p:txBody>
      </p:sp>
    </p:spTree>
    <p:extLst>
      <p:ext uri="{BB962C8B-B14F-4D97-AF65-F5344CB8AC3E}">
        <p14:creationId xmlns:p14="http://schemas.microsoft.com/office/powerpoint/2010/main" val="1445561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18</a:t>
            </a:fld>
            <a:endParaRPr lang="fr-FR"/>
          </a:p>
        </p:txBody>
      </p:sp>
    </p:spTree>
    <p:extLst>
      <p:ext uri="{BB962C8B-B14F-4D97-AF65-F5344CB8AC3E}">
        <p14:creationId xmlns:p14="http://schemas.microsoft.com/office/powerpoint/2010/main" val="2030781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19</a:t>
            </a:fld>
            <a:endParaRPr lang="fr-FR"/>
          </a:p>
        </p:txBody>
      </p:sp>
    </p:spTree>
    <p:extLst>
      <p:ext uri="{BB962C8B-B14F-4D97-AF65-F5344CB8AC3E}">
        <p14:creationId xmlns:p14="http://schemas.microsoft.com/office/powerpoint/2010/main" val="91147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22</a:t>
            </a:fld>
            <a:endParaRPr lang="fr-FR"/>
          </a:p>
        </p:txBody>
      </p:sp>
    </p:spTree>
    <p:extLst>
      <p:ext uri="{BB962C8B-B14F-4D97-AF65-F5344CB8AC3E}">
        <p14:creationId xmlns:p14="http://schemas.microsoft.com/office/powerpoint/2010/main" val="361280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24</a:t>
            </a:fld>
            <a:endParaRPr lang="fr-FR"/>
          </a:p>
        </p:txBody>
      </p:sp>
    </p:spTree>
    <p:extLst>
      <p:ext uri="{BB962C8B-B14F-4D97-AF65-F5344CB8AC3E}">
        <p14:creationId xmlns:p14="http://schemas.microsoft.com/office/powerpoint/2010/main" val="2881051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26</a:t>
            </a:fld>
            <a:endParaRPr lang="fr-FR"/>
          </a:p>
        </p:txBody>
      </p:sp>
    </p:spTree>
    <p:extLst>
      <p:ext uri="{BB962C8B-B14F-4D97-AF65-F5344CB8AC3E}">
        <p14:creationId xmlns:p14="http://schemas.microsoft.com/office/powerpoint/2010/main" val="2401072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29</a:t>
            </a:fld>
            <a:endParaRPr lang="fr-FR"/>
          </a:p>
        </p:txBody>
      </p:sp>
    </p:spTree>
    <p:extLst>
      <p:ext uri="{BB962C8B-B14F-4D97-AF65-F5344CB8AC3E}">
        <p14:creationId xmlns:p14="http://schemas.microsoft.com/office/powerpoint/2010/main" val="879527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32</a:t>
            </a:fld>
            <a:endParaRPr lang="fr-FR"/>
          </a:p>
        </p:txBody>
      </p:sp>
    </p:spTree>
    <p:extLst>
      <p:ext uri="{BB962C8B-B14F-4D97-AF65-F5344CB8AC3E}">
        <p14:creationId xmlns:p14="http://schemas.microsoft.com/office/powerpoint/2010/main" val="1111299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33</a:t>
            </a:fld>
            <a:endParaRPr lang="fr-FR"/>
          </a:p>
        </p:txBody>
      </p:sp>
    </p:spTree>
    <p:extLst>
      <p:ext uri="{BB962C8B-B14F-4D97-AF65-F5344CB8AC3E}">
        <p14:creationId xmlns:p14="http://schemas.microsoft.com/office/powerpoint/2010/main" val="358565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35</a:t>
            </a:fld>
            <a:endParaRPr lang="fr-FR"/>
          </a:p>
        </p:txBody>
      </p:sp>
    </p:spTree>
    <p:extLst>
      <p:ext uri="{BB962C8B-B14F-4D97-AF65-F5344CB8AC3E}">
        <p14:creationId xmlns:p14="http://schemas.microsoft.com/office/powerpoint/2010/main" val="1362522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38</a:t>
            </a:fld>
            <a:endParaRPr lang="fr-FR"/>
          </a:p>
        </p:txBody>
      </p:sp>
    </p:spTree>
    <p:extLst>
      <p:ext uri="{BB962C8B-B14F-4D97-AF65-F5344CB8AC3E}">
        <p14:creationId xmlns:p14="http://schemas.microsoft.com/office/powerpoint/2010/main" val="38093627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40</a:t>
            </a:fld>
            <a:endParaRPr lang="fr-FR"/>
          </a:p>
        </p:txBody>
      </p:sp>
    </p:spTree>
    <p:extLst>
      <p:ext uri="{BB962C8B-B14F-4D97-AF65-F5344CB8AC3E}">
        <p14:creationId xmlns:p14="http://schemas.microsoft.com/office/powerpoint/2010/main" val="1628294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41</a:t>
            </a:fld>
            <a:endParaRPr lang="fr-FR"/>
          </a:p>
        </p:txBody>
      </p:sp>
    </p:spTree>
    <p:extLst>
      <p:ext uri="{BB962C8B-B14F-4D97-AF65-F5344CB8AC3E}">
        <p14:creationId xmlns:p14="http://schemas.microsoft.com/office/powerpoint/2010/main" val="29121871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43</a:t>
            </a:fld>
            <a:endParaRPr lang="fr-FR"/>
          </a:p>
        </p:txBody>
      </p:sp>
    </p:spTree>
    <p:extLst>
      <p:ext uri="{BB962C8B-B14F-4D97-AF65-F5344CB8AC3E}">
        <p14:creationId xmlns:p14="http://schemas.microsoft.com/office/powerpoint/2010/main" val="25348425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45</a:t>
            </a:fld>
            <a:endParaRPr lang="fr-FR"/>
          </a:p>
        </p:txBody>
      </p:sp>
    </p:spTree>
    <p:extLst>
      <p:ext uri="{BB962C8B-B14F-4D97-AF65-F5344CB8AC3E}">
        <p14:creationId xmlns:p14="http://schemas.microsoft.com/office/powerpoint/2010/main" val="2998738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47</a:t>
            </a:fld>
            <a:endParaRPr lang="fr-FR"/>
          </a:p>
        </p:txBody>
      </p:sp>
    </p:spTree>
    <p:extLst>
      <p:ext uri="{BB962C8B-B14F-4D97-AF65-F5344CB8AC3E}">
        <p14:creationId xmlns:p14="http://schemas.microsoft.com/office/powerpoint/2010/main" val="273761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51</a:t>
            </a:fld>
            <a:endParaRPr lang="fr-FR"/>
          </a:p>
        </p:txBody>
      </p:sp>
    </p:spTree>
    <p:extLst>
      <p:ext uri="{BB962C8B-B14F-4D97-AF65-F5344CB8AC3E}">
        <p14:creationId xmlns:p14="http://schemas.microsoft.com/office/powerpoint/2010/main" val="526547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61</a:t>
            </a:fld>
            <a:endParaRPr lang="fr-FR"/>
          </a:p>
        </p:txBody>
      </p:sp>
    </p:spTree>
    <p:extLst>
      <p:ext uri="{BB962C8B-B14F-4D97-AF65-F5344CB8AC3E}">
        <p14:creationId xmlns:p14="http://schemas.microsoft.com/office/powerpoint/2010/main" val="17517970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64</a:t>
            </a:fld>
            <a:endParaRPr lang="fr-FR"/>
          </a:p>
        </p:txBody>
      </p:sp>
    </p:spTree>
    <p:extLst>
      <p:ext uri="{BB962C8B-B14F-4D97-AF65-F5344CB8AC3E}">
        <p14:creationId xmlns:p14="http://schemas.microsoft.com/office/powerpoint/2010/main" val="38304558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66</a:t>
            </a:fld>
            <a:endParaRPr lang="fr-FR"/>
          </a:p>
        </p:txBody>
      </p:sp>
    </p:spTree>
    <p:extLst>
      <p:ext uri="{BB962C8B-B14F-4D97-AF65-F5344CB8AC3E}">
        <p14:creationId xmlns:p14="http://schemas.microsoft.com/office/powerpoint/2010/main" val="46139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71</a:t>
            </a:fld>
            <a:endParaRPr lang="fr-FR"/>
          </a:p>
        </p:txBody>
      </p:sp>
    </p:spTree>
    <p:extLst>
      <p:ext uri="{BB962C8B-B14F-4D97-AF65-F5344CB8AC3E}">
        <p14:creationId xmlns:p14="http://schemas.microsoft.com/office/powerpoint/2010/main" val="1680962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73</a:t>
            </a:fld>
            <a:endParaRPr lang="fr-FR"/>
          </a:p>
        </p:txBody>
      </p:sp>
    </p:spTree>
    <p:extLst>
      <p:ext uri="{BB962C8B-B14F-4D97-AF65-F5344CB8AC3E}">
        <p14:creationId xmlns:p14="http://schemas.microsoft.com/office/powerpoint/2010/main" val="23797052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75</a:t>
            </a:fld>
            <a:endParaRPr lang="fr-FR"/>
          </a:p>
        </p:txBody>
      </p:sp>
    </p:spTree>
    <p:extLst>
      <p:ext uri="{BB962C8B-B14F-4D97-AF65-F5344CB8AC3E}">
        <p14:creationId xmlns:p14="http://schemas.microsoft.com/office/powerpoint/2010/main" val="19512817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77</a:t>
            </a:fld>
            <a:endParaRPr lang="fr-FR"/>
          </a:p>
        </p:txBody>
      </p:sp>
    </p:spTree>
    <p:extLst>
      <p:ext uri="{BB962C8B-B14F-4D97-AF65-F5344CB8AC3E}">
        <p14:creationId xmlns:p14="http://schemas.microsoft.com/office/powerpoint/2010/main" val="3480551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86</a:t>
            </a:fld>
            <a:endParaRPr lang="fr-FR"/>
          </a:p>
        </p:txBody>
      </p:sp>
    </p:spTree>
    <p:extLst>
      <p:ext uri="{BB962C8B-B14F-4D97-AF65-F5344CB8AC3E}">
        <p14:creationId xmlns:p14="http://schemas.microsoft.com/office/powerpoint/2010/main" val="44697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91</a:t>
            </a:fld>
            <a:endParaRPr lang="fr-FR"/>
          </a:p>
        </p:txBody>
      </p:sp>
    </p:spTree>
    <p:extLst>
      <p:ext uri="{BB962C8B-B14F-4D97-AF65-F5344CB8AC3E}">
        <p14:creationId xmlns:p14="http://schemas.microsoft.com/office/powerpoint/2010/main" val="24632259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96</a:t>
            </a:fld>
            <a:endParaRPr lang="fr-FR"/>
          </a:p>
        </p:txBody>
      </p:sp>
    </p:spTree>
    <p:extLst>
      <p:ext uri="{BB962C8B-B14F-4D97-AF65-F5344CB8AC3E}">
        <p14:creationId xmlns:p14="http://schemas.microsoft.com/office/powerpoint/2010/main" val="6690992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100</a:t>
            </a:fld>
            <a:endParaRPr lang="fr-FR"/>
          </a:p>
        </p:txBody>
      </p:sp>
    </p:spTree>
    <p:extLst>
      <p:ext uri="{BB962C8B-B14F-4D97-AF65-F5344CB8AC3E}">
        <p14:creationId xmlns:p14="http://schemas.microsoft.com/office/powerpoint/2010/main" val="42769378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105</a:t>
            </a:fld>
            <a:endParaRPr lang="fr-FR"/>
          </a:p>
        </p:txBody>
      </p:sp>
    </p:spTree>
    <p:extLst>
      <p:ext uri="{BB962C8B-B14F-4D97-AF65-F5344CB8AC3E}">
        <p14:creationId xmlns:p14="http://schemas.microsoft.com/office/powerpoint/2010/main" val="7132851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108</a:t>
            </a:fld>
            <a:endParaRPr lang="fr-FR"/>
          </a:p>
        </p:txBody>
      </p:sp>
    </p:spTree>
    <p:extLst>
      <p:ext uri="{BB962C8B-B14F-4D97-AF65-F5344CB8AC3E}">
        <p14:creationId xmlns:p14="http://schemas.microsoft.com/office/powerpoint/2010/main" val="656273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111</a:t>
            </a:fld>
            <a:endParaRPr lang="fr-FR"/>
          </a:p>
        </p:txBody>
      </p:sp>
    </p:spTree>
    <p:extLst>
      <p:ext uri="{BB962C8B-B14F-4D97-AF65-F5344CB8AC3E}">
        <p14:creationId xmlns:p14="http://schemas.microsoft.com/office/powerpoint/2010/main" val="23130731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115</a:t>
            </a:fld>
            <a:endParaRPr lang="fr-FR"/>
          </a:p>
        </p:txBody>
      </p:sp>
    </p:spTree>
    <p:extLst>
      <p:ext uri="{BB962C8B-B14F-4D97-AF65-F5344CB8AC3E}">
        <p14:creationId xmlns:p14="http://schemas.microsoft.com/office/powerpoint/2010/main" val="40061645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121</a:t>
            </a:fld>
            <a:endParaRPr lang="fr-FR"/>
          </a:p>
        </p:txBody>
      </p:sp>
    </p:spTree>
    <p:extLst>
      <p:ext uri="{BB962C8B-B14F-4D97-AF65-F5344CB8AC3E}">
        <p14:creationId xmlns:p14="http://schemas.microsoft.com/office/powerpoint/2010/main" val="32206150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130</a:t>
            </a:fld>
            <a:endParaRPr lang="fr-FR"/>
          </a:p>
        </p:txBody>
      </p:sp>
    </p:spTree>
    <p:extLst>
      <p:ext uri="{BB962C8B-B14F-4D97-AF65-F5344CB8AC3E}">
        <p14:creationId xmlns:p14="http://schemas.microsoft.com/office/powerpoint/2010/main" val="18609972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131</a:t>
            </a:fld>
            <a:endParaRPr lang="fr-FR"/>
          </a:p>
        </p:txBody>
      </p:sp>
    </p:spTree>
    <p:extLst>
      <p:ext uri="{BB962C8B-B14F-4D97-AF65-F5344CB8AC3E}">
        <p14:creationId xmlns:p14="http://schemas.microsoft.com/office/powerpoint/2010/main" val="20524481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170</a:t>
            </a:fld>
            <a:endParaRPr lang="fr-FR"/>
          </a:p>
        </p:txBody>
      </p:sp>
    </p:spTree>
    <p:extLst>
      <p:ext uri="{BB962C8B-B14F-4D97-AF65-F5344CB8AC3E}">
        <p14:creationId xmlns:p14="http://schemas.microsoft.com/office/powerpoint/2010/main" val="3670377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171</a:t>
            </a:fld>
            <a:endParaRPr lang="fr-FR"/>
          </a:p>
        </p:txBody>
      </p:sp>
    </p:spTree>
    <p:extLst>
      <p:ext uri="{BB962C8B-B14F-4D97-AF65-F5344CB8AC3E}">
        <p14:creationId xmlns:p14="http://schemas.microsoft.com/office/powerpoint/2010/main" val="7695258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177</a:t>
            </a:fld>
            <a:endParaRPr lang="fr-FR"/>
          </a:p>
        </p:txBody>
      </p:sp>
    </p:spTree>
    <p:extLst>
      <p:ext uri="{BB962C8B-B14F-4D97-AF65-F5344CB8AC3E}">
        <p14:creationId xmlns:p14="http://schemas.microsoft.com/office/powerpoint/2010/main" val="1601950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200</a:t>
            </a:fld>
            <a:endParaRPr lang="fr-FR"/>
          </a:p>
        </p:txBody>
      </p:sp>
    </p:spTree>
    <p:extLst>
      <p:ext uri="{BB962C8B-B14F-4D97-AF65-F5344CB8AC3E}">
        <p14:creationId xmlns:p14="http://schemas.microsoft.com/office/powerpoint/2010/main" val="975732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6/7/2022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6/7/2022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6/7/2022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6/7/2022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6/7/2022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6/7/2022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6/7/2022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6/7/2022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6/7/2022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6/7/2022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6/7/2022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6/7/2022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6/7/2022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6/7/2022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26" Type="http://schemas.openxmlformats.org/officeDocument/2006/relationships/image" Target="../media/image41.svg"/><Relationship Id="rId3" Type="http://schemas.openxmlformats.org/officeDocument/2006/relationships/image" Target="../media/image16.png"/><Relationship Id="rId21" Type="http://schemas.openxmlformats.org/officeDocument/2006/relationships/image" Target="../media/image3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5" Type="http://schemas.openxmlformats.org/officeDocument/2006/relationships/image" Target="../media/image40.png"/><Relationship Id="rId2" Type="http://schemas.openxmlformats.org/officeDocument/2006/relationships/slideLayout" Target="../slideLayouts/slideLayout2.xml"/><Relationship Id="rId16" Type="http://schemas.openxmlformats.org/officeDocument/2006/relationships/image" Target="../media/image31.svg"/><Relationship Id="rId20" Type="http://schemas.openxmlformats.org/officeDocument/2006/relationships/image" Target="../media/image35.svg"/><Relationship Id="rId1" Type="http://schemas.openxmlformats.org/officeDocument/2006/relationships/tags" Target="../tags/tag1.xml"/><Relationship Id="rId6" Type="http://schemas.openxmlformats.org/officeDocument/2006/relationships/image" Target="../media/image21.svg"/><Relationship Id="rId11" Type="http://schemas.openxmlformats.org/officeDocument/2006/relationships/image" Target="../media/image26.png"/><Relationship Id="rId24" Type="http://schemas.openxmlformats.org/officeDocument/2006/relationships/image" Target="../media/image39.sv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image" Target="../media/image17.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37.svg"/></Relationships>
</file>

<file path=ppt/slides/_rels/slide8.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30.png"/><Relationship Id="rId18" Type="http://schemas.openxmlformats.org/officeDocument/2006/relationships/image" Target="../media/image29.svg"/><Relationship Id="rId26" Type="http://schemas.openxmlformats.org/officeDocument/2006/relationships/image" Target="../media/image41.svg"/><Relationship Id="rId3" Type="http://schemas.openxmlformats.org/officeDocument/2006/relationships/image" Target="../media/image36.png"/><Relationship Id="rId21" Type="http://schemas.openxmlformats.org/officeDocument/2006/relationships/image" Target="../media/image20.png"/><Relationship Id="rId7" Type="http://schemas.openxmlformats.org/officeDocument/2006/relationships/image" Target="../media/image22.png"/><Relationship Id="rId12" Type="http://schemas.openxmlformats.org/officeDocument/2006/relationships/image" Target="../media/image33.svg"/><Relationship Id="rId17" Type="http://schemas.openxmlformats.org/officeDocument/2006/relationships/image" Target="../media/image28.png"/><Relationship Id="rId25" Type="http://schemas.openxmlformats.org/officeDocument/2006/relationships/image" Target="../media/image40.png"/><Relationship Id="rId2" Type="http://schemas.openxmlformats.org/officeDocument/2006/relationships/notesSlide" Target="../notesSlides/notesSlide2.xml"/><Relationship Id="rId16" Type="http://schemas.openxmlformats.org/officeDocument/2006/relationships/image" Target="../media/image27.svg"/><Relationship Id="rId20" Type="http://schemas.openxmlformats.org/officeDocument/2006/relationships/image" Target="../media/image17.svg"/><Relationship Id="rId1" Type="http://schemas.openxmlformats.org/officeDocument/2006/relationships/slideLayout" Target="../slideLayouts/slideLayout6.xml"/><Relationship Id="rId6" Type="http://schemas.openxmlformats.org/officeDocument/2006/relationships/image" Target="../media/image39.svg"/><Relationship Id="rId11" Type="http://schemas.openxmlformats.org/officeDocument/2006/relationships/image" Target="../media/image32.png"/><Relationship Id="rId24" Type="http://schemas.openxmlformats.org/officeDocument/2006/relationships/image" Target="../media/image35.svg"/><Relationship Id="rId5" Type="http://schemas.openxmlformats.org/officeDocument/2006/relationships/image" Target="../media/image38.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5.svg"/><Relationship Id="rId19" Type="http://schemas.openxmlformats.org/officeDocument/2006/relationships/image" Target="../media/image16.png"/><Relationship Id="rId4" Type="http://schemas.openxmlformats.org/officeDocument/2006/relationships/image" Target="../media/image37.svg"/><Relationship Id="rId9" Type="http://schemas.openxmlformats.org/officeDocument/2006/relationships/image" Target="../media/image24.png"/><Relationship Id="rId14" Type="http://schemas.openxmlformats.org/officeDocument/2006/relationships/image" Target="../media/image31.svg"/><Relationship Id="rId22" Type="http://schemas.openxmlformats.org/officeDocument/2006/relationships/image" Target="../media/image21.svg"/></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26" Type="http://schemas.openxmlformats.org/officeDocument/2006/relationships/image" Target="../media/image41.svg"/><Relationship Id="rId3" Type="http://schemas.openxmlformats.org/officeDocument/2006/relationships/image" Target="../media/image16.png"/><Relationship Id="rId21" Type="http://schemas.openxmlformats.org/officeDocument/2006/relationships/image" Target="../media/image3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5" Type="http://schemas.openxmlformats.org/officeDocument/2006/relationships/image" Target="../media/image40.png"/><Relationship Id="rId2" Type="http://schemas.openxmlformats.org/officeDocument/2006/relationships/slideLayout" Target="../slideLayouts/slideLayout2.xml"/><Relationship Id="rId16" Type="http://schemas.openxmlformats.org/officeDocument/2006/relationships/image" Target="../media/image31.svg"/><Relationship Id="rId20" Type="http://schemas.openxmlformats.org/officeDocument/2006/relationships/image" Target="../media/image35.svg"/><Relationship Id="rId1" Type="http://schemas.openxmlformats.org/officeDocument/2006/relationships/tags" Target="../tags/tag2.xml"/><Relationship Id="rId6" Type="http://schemas.openxmlformats.org/officeDocument/2006/relationships/image" Target="../media/image21.svg"/><Relationship Id="rId11" Type="http://schemas.openxmlformats.org/officeDocument/2006/relationships/image" Target="../media/image26.png"/><Relationship Id="rId24" Type="http://schemas.openxmlformats.org/officeDocument/2006/relationships/image" Target="../media/image39.sv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image" Target="../media/image17.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37.sv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43.sv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35.sv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svg"/><Relationship Id="rId18" Type="http://schemas.openxmlformats.org/officeDocument/2006/relationships/image" Target="../media/image16.png"/><Relationship Id="rId3" Type="http://schemas.openxmlformats.org/officeDocument/2006/relationships/hyperlink" Target="https://www.businessofapps.com/marketplace/push-notifications/research/push-notifications-statistics/#:~:text=The%20average%20US%20smartphone%20user%20gets%2046%20push,10%25%20of%20users%20to%20disable%20app%20push%20notifications" TargetMode="External"/><Relationship Id="rId21" Type="http://schemas.openxmlformats.org/officeDocument/2006/relationships/image" Target="../media/image19.svg"/><Relationship Id="rId7" Type="http://schemas.openxmlformats.org/officeDocument/2006/relationships/image" Target="../media/image45.svg"/><Relationship Id="rId12" Type="http://schemas.openxmlformats.org/officeDocument/2006/relationships/image" Target="../media/image50.png"/><Relationship Id="rId17" Type="http://schemas.openxmlformats.org/officeDocument/2006/relationships/image" Target="../media/image55.svg"/><Relationship Id="rId2" Type="http://schemas.openxmlformats.org/officeDocument/2006/relationships/notesSlide" Target="../notesSlides/notesSlide4.xml"/><Relationship Id="rId16" Type="http://schemas.openxmlformats.org/officeDocument/2006/relationships/image" Target="../media/image5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hyperlink" Target="https://www.arobase.org/actu/chiffres-email.htm#:~:text=Nombre%20de%20mails%20envoy%C3%A9s%20chaque%20jour.%20Monde%20%3A,Internaute.%20Dans%20le%20monde%20%3A%201%2C7%20en%202015" TargetMode="External"/><Relationship Id="rId15" Type="http://schemas.openxmlformats.org/officeDocument/2006/relationships/image" Target="../media/image53.svg"/><Relationship Id="rId10" Type="http://schemas.openxmlformats.org/officeDocument/2006/relationships/image" Target="../media/image48.png"/><Relationship Id="rId19" Type="http://schemas.openxmlformats.org/officeDocument/2006/relationships/image" Target="../media/image17.svg"/><Relationship Id="rId4" Type="http://schemas.openxmlformats.org/officeDocument/2006/relationships/hyperlink" Target="https://www.campaignmonitor.com/blog/email-marketing/2019/05/shocking-truth-about-how-many-emails-sent/#:~:text=At%20a%20personal%20level%2C%20DMR%20reports%20show%20that,convey%20some%20form%20of%20value%20to%20the%20recipient" TargetMode="External"/><Relationship Id="rId9" Type="http://schemas.openxmlformats.org/officeDocument/2006/relationships/image" Target="../media/image47.svg"/><Relationship Id="rId14" Type="http://schemas.openxmlformats.org/officeDocument/2006/relationships/image" Target="../media/image52.png"/></Relationships>
</file>

<file path=ppt/slides/_rels/slide13.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hyperlink" Target="https://www.nichelaboratory.com/Home/BlogTitleGenerator" TargetMode="External"/><Relationship Id="rId1" Type="http://schemas.openxmlformats.org/officeDocument/2006/relationships/slideLayout" Target="../slideLayouts/slideLayout2.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16.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53.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19.sv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52.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53.sv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13" Type="http://schemas.openxmlformats.org/officeDocument/2006/relationships/image" Target="../media/image68.png"/><Relationship Id="rId18" Type="http://schemas.openxmlformats.org/officeDocument/2006/relationships/hyperlink" Target="https://en.wikipedia.org/wiki/Steam_(software)" TargetMode="External"/><Relationship Id="rId26" Type="http://schemas.openxmlformats.org/officeDocument/2006/relationships/image" Target="../media/image75.png"/><Relationship Id="rId3" Type="http://schemas.openxmlformats.org/officeDocument/2006/relationships/hyperlink" Target="http://pngimg.com/download/94160" TargetMode="External"/><Relationship Id="rId21" Type="http://schemas.openxmlformats.org/officeDocument/2006/relationships/image" Target="../media/image72.png"/><Relationship Id="rId34" Type="http://schemas.openxmlformats.org/officeDocument/2006/relationships/hyperlink" Target="https://www.flickr.com/photos/blizzlive/3843622173" TargetMode="External"/><Relationship Id="rId7" Type="http://schemas.openxmlformats.org/officeDocument/2006/relationships/hyperlink" Target="https://en.wikipedia.org/wiki/File:Zoom_Communications_Logo.svg" TargetMode="External"/><Relationship Id="rId12" Type="http://schemas.openxmlformats.org/officeDocument/2006/relationships/image" Target="../media/image67.png"/><Relationship Id="rId17" Type="http://schemas.openxmlformats.org/officeDocument/2006/relationships/image" Target="../media/image70.png"/><Relationship Id="rId25" Type="http://schemas.openxmlformats.org/officeDocument/2006/relationships/image" Target="../media/image74.png"/><Relationship Id="rId33" Type="http://schemas.openxmlformats.org/officeDocument/2006/relationships/image" Target="../media/image79.jpg"/><Relationship Id="rId2" Type="http://schemas.openxmlformats.org/officeDocument/2006/relationships/image" Target="../media/image62.png"/><Relationship Id="rId16" Type="http://schemas.openxmlformats.org/officeDocument/2006/relationships/hyperlink" Target="https://www.onyxtruth.com/2016/11/16/facebook-live/" TargetMode="External"/><Relationship Id="rId20" Type="http://schemas.openxmlformats.org/officeDocument/2006/relationships/hyperlink" Target="https://az.wikipedia.org/wiki/Twitter" TargetMode="External"/><Relationship Id="rId29"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hyperlink" Target="https://en.wikipedia.org/wiki/Meetup" TargetMode="External"/><Relationship Id="rId24" Type="http://schemas.openxmlformats.org/officeDocument/2006/relationships/hyperlink" Target="https://en.wikipedia.org/wiki/YouTube_(channel)" TargetMode="External"/><Relationship Id="rId32" Type="http://schemas.openxmlformats.org/officeDocument/2006/relationships/hyperlink" Target="https://commons.wikimedia.org/wiki/File:Google_Meet_icon_(2020).svg" TargetMode="External"/><Relationship Id="rId5" Type="http://schemas.openxmlformats.org/officeDocument/2006/relationships/hyperlink" Target="https://en.wikipedia.org/wiki/File:Instagram_logo_2016.svg" TargetMode="External"/><Relationship Id="rId15" Type="http://schemas.openxmlformats.org/officeDocument/2006/relationships/image" Target="../media/image69.jpg"/><Relationship Id="rId23" Type="http://schemas.openxmlformats.org/officeDocument/2006/relationships/image" Target="../media/image73.png"/><Relationship Id="rId28" Type="http://schemas.openxmlformats.org/officeDocument/2006/relationships/image" Target="../media/image76.jpg"/><Relationship Id="rId36" Type="http://schemas.openxmlformats.org/officeDocument/2006/relationships/hyperlink" Target="https://www.nationaldeafcenter.org/news/communicating-face-mask-what-colleges-need-know-deaf-students-and-everyone" TargetMode="External"/><Relationship Id="rId10" Type="http://schemas.openxmlformats.org/officeDocument/2006/relationships/image" Target="../media/image66.png"/><Relationship Id="rId19" Type="http://schemas.openxmlformats.org/officeDocument/2006/relationships/image" Target="../media/image71.png"/><Relationship Id="rId31" Type="http://schemas.openxmlformats.org/officeDocument/2006/relationships/image" Target="../media/image78.png"/><Relationship Id="rId4" Type="http://schemas.openxmlformats.org/officeDocument/2006/relationships/image" Target="../media/image63.png"/><Relationship Id="rId9" Type="http://schemas.openxmlformats.org/officeDocument/2006/relationships/hyperlink" Target="https://en.wikipedia.org/wiki/File:Antu_spotify.svg" TargetMode="External"/><Relationship Id="rId14" Type="http://schemas.openxmlformats.org/officeDocument/2006/relationships/hyperlink" Target="http://pngimg.com/download/62374" TargetMode="External"/><Relationship Id="rId22" Type="http://schemas.openxmlformats.org/officeDocument/2006/relationships/hyperlink" Target="https://en.wikipedia.org/wiki/Timeline_of_LinkedIn" TargetMode="External"/><Relationship Id="rId27" Type="http://schemas.openxmlformats.org/officeDocument/2006/relationships/hyperlink" Target="https://www.sunipeyk.com/medium-logosunu-ikonunu-yine-degistirdi/" TargetMode="External"/><Relationship Id="rId30" Type="http://schemas.openxmlformats.org/officeDocument/2006/relationships/hyperlink" Target="https://en.wikipedia.org/wiki/File:WhatsApp.svg" TargetMode="External"/><Relationship Id="rId35" Type="http://schemas.openxmlformats.org/officeDocument/2006/relationships/image" Target="../media/image80.jpeg"/><Relationship Id="rId8" Type="http://schemas.openxmlformats.org/officeDocument/2006/relationships/image" Target="../media/image6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0.png"/><Relationship Id="rId26" Type="http://schemas.openxmlformats.org/officeDocument/2006/relationships/image" Target="../media/image74.png"/><Relationship Id="rId21" Type="http://schemas.openxmlformats.org/officeDocument/2006/relationships/hyperlink" Target="https://az.wikipedia.org/wiki/Twitter" TargetMode="External"/><Relationship Id="rId34" Type="http://schemas.openxmlformats.org/officeDocument/2006/relationships/image" Target="../media/image79.jpg"/><Relationship Id="rId7" Type="http://schemas.openxmlformats.org/officeDocument/2006/relationships/image" Target="../media/image64.png"/><Relationship Id="rId12" Type="http://schemas.openxmlformats.org/officeDocument/2006/relationships/hyperlink" Target="https://en.wikipedia.org/wiki/Meetup" TargetMode="External"/><Relationship Id="rId17" Type="http://schemas.openxmlformats.org/officeDocument/2006/relationships/hyperlink" Target="https://www.onyxtruth.com/2016/11/16/facebook-live/" TargetMode="External"/><Relationship Id="rId25" Type="http://schemas.openxmlformats.org/officeDocument/2006/relationships/hyperlink" Target="https://en.wikipedia.org/wiki/YouTube_(channel)" TargetMode="External"/><Relationship Id="rId33" Type="http://schemas.openxmlformats.org/officeDocument/2006/relationships/hyperlink" Target="https://commons.wikimedia.org/wiki/File:Google_Meet_icon_(2020).svg" TargetMode="External"/><Relationship Id="rId2" Type="http://schemas.openxmlformats.org/officeDocument/2006/relationships/notesSlide" Target="../notesSlides/notesSlide9.xml"/><Relationship Id="rId16" Type="http://schemas.openxmlformats.org/officeDocument/2006/relationships/image" Target="../media/image69.jpg"/><Relationship Id="rId20" Type="http://schemas.openxmlformats.org/officeDocument/2006/relationships/image" Target="../media/image71.png"/><Relationship Id="rId29" Type="http://schemas.openxmlformats.org/officeDocument/2006/relationships/image" Target="../media/image76.jpg"/><Relationship Id="rId1" Type="http://schemas.openxmlformats.org/officeDocument/2006/relationships/slideLayout" Target="../slideLayouts/slideLayout6.xml"/><Relationship Id="rId6" Type="http://schemas.openxmlformats.org/officeDocument/2006/relationships/hyperlink" Target="https://en.wikipedia.org/wiki/File:Instagram_logo_2016.svg" TargetMode="External"/><Relationship Id="rId11" Type="http://schemas.openxmlformats.org/officeDocument/2006/relationships/image" Target="../media/image66.png"/><Relationship Id="rId24" Type="http://schemas.openxmlformats.org/officeDocument/2006/relationships/image" Target="../media/image73.png"/><Relationship Id="rId32" Type="http://schemas.openxmlformats.org/officeDocument/2006/relationships/image" Target="../media/image78.png"/><Relationship Id="rId37" Type="http://schemas.openxmlformats.org/officeDocument/2006/relationships/hyperlink" Target="https://www.nationaldeafcenter.org/news/communicating-face-mask-what-colleges-need-know-deaf-students-and-everyone" TargetMode="External"/><Relationship Id="rId5" Type="http://schemas.openxmlformats.org/officeDocument/2006/relationships/image" Target="../media/image63.png"/><Relationship Id="rId15" Type="http://schemas.openxmlformats.org/officeDocument/2006/relationships/hyperlink" Target="http://pngimg.com/download/62374" TargetMode="External"/><Relationship Id="rId23" Type="http://schemas.openxmlformats.org/officeDocument/2006/relationships/hyperlink" Target="https://en.wikipedia.org/wiki/Timeline_of_LinkedIn" TargetMode="External"/><Relationship Id="rId28" Type="http://schemas.openxmlformats.org/officeDocument/2006/relationships/hyperlink" Target="https://www.sunipeyk.com/medium-logosunu-ikonunu-yine-degistirdi/" TargetMode="External"/><Relationship Id="rId36" Type="http://schemas.openxmlformats.org/officeDocument/2006/relationships/image" Target="../media/image80.jpeg"/><Relationship Id="rId10" Type="http://schemas.openxmlformats.org/officeDocument/2006/relationships/hyperlink" Target="https://en.wikipedia.org/wiki/File:Antu_spotify.svg" TargetMode="External"/><Relationship Id="rId19" Type="http://schemas.openxmlformats.org/officeDocument/2006/relationships/hyperlink" Target="https://en.wikipedia.org/wiki/Steam_(software)" TargetMode="External"/><Relationship Id="rId31" Type="http://schemas.openxmlformats.org/officeDocument/2006/relationships/hyperlink" Target="https://en.wikipedia.org/wiki/File:WhatsApp.svg" TargetMode="External"/><Relationship Id="rId4" Type="http://schemas.openxmlformats.org/officeDocument/2006/relationships/hyperlink" Target="http://pngimg.com/download/94160" TargetMode="External"/><Relationship Id="rId9" Type="http://schemas.openxmlformats.org/officeDocument/2006/relationships/image" Target="../media/image65.png"/><Relationship Id="rId14" Type="http://schemas.openxmlformats.org/officeDocument/2006/relationships/image" Target="../media/image68.png"/><Relationship Id="rId22" Type="http://schemas.openxmlformats.org/officeDocument/2006/relationships/image" Target="../media/image72.png"/><Relationship Id="rId27" Type="http://schemas.openxmlformats.org/officeDocument/2006/relationships/image" Target="../media/image75.png"/><Relationship Id="rId30" Type="http://schemas.openxmlformats.org/officeDocument/2006/relationships/image" Target="../media/image77.png"/><Relationship Id="rId35" Type="http://schemas.openxmlformats.org/officeDocument/2006/relationships/hyperlink" Target="https://www.flickr.com/photos/blizzlive/3843622173" TargetMode="External"/><Relationship Id="rId8" Type="http://schemas.openxmlformats.org/officeDocument/2006/relationships/hyperlink" Target="https://en.wikipedia.org/wiki/File:Zoom_Communications_Logo.svg" TargetMode="External"/><Relationship Id="rId3" Type="http://schemas.openxmlformats.org/officeDocument/2006/relationships/image" Target="../media/image62.png"/></Relationships>
</file>

<file path=ppt/slides/_rels/slide23.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3" Type="http://schemas.openxmlformats.org/officeDocument/2006/relationships/image" Target="../media/image82.svg"/><Relationship Id="rId7" Type="http://schemas.openxmlformats.org/officeDocument/2006/relationships/image" Target="../media/image86.svg"/><Relationship Id="rId12" Type="http://schemas.openxmlformats.org/officeDocument/2006/relationships/image" Target="../media/image91.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5" Type="http://schemas.openxmlformats.org/officeDocument/2006/relationships/image" Target="../media/image84.svg"/><Relationship Id="rId15" Type="http://schemas.openxmlformats.org/officeDocument/2006/relationships/image" Target="../media/image94.sv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s>
</file>

<file path=ppt/slides/_rels/slide24.xml.rels><?xml version="1.0" encoding="UTF-8" standalone="yes"?>
<Relationships xmlns="http://schemas.openxmlformats.org/package/2006/relationships"><Relationship Id="rId8" Type="http://schemas.openxmlformats.org/officeDocument/2006/relationships/image" Target="../media/image86.svg"/><Relationship Id="rId13" Type="http://schemas.openxmlformats.org/officeDocument/2006/relationships/image" Target="../media/image91.png"/><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image" Target="../media/image90.svg"/><Relationship Id="rId2" Type="http://schemas.openxmlformats.org/officeDocument/2006/relationships/notesSlide" Target="../notesSlides/notesSlide10.xml"/><Relationship Id="rId16" Type="http://schemas.openxmlformats.org/officeDocument/2006/relationships/image" Target="../media/image94.svg"/><Relationship Id="rId1" Type="http://schemas.openxmlformats.org/officeDocument/2006/relationships/slideLayout" Target="../slideLayouts/slideLayout6.xml"/><Relationship Id="rId6" Type="http://schemas.openxmlformats.org/officeDocument/2006/relationships/image" Target="../media/image84.sv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3.png"/><Relationship Id="rId10" Type="http://schemas.openxmlformats.org/officeDocument/2006/relationships/image" Target="../media/image88.svg"/><Relationship Id="rId4" Type="http://schemas.openxmlformats.org/officeDocument/2006/relationships/image" Target="../media/image82.svg"/><Relationship Id="rId9" Type="http://schemas.openxmlformats.org/officeDocument/2006/relationships/image" Target="../media/image87.png"/><Relationship Id="rId14" Type="http://schemas.openxmlformats.org/officeDocument/2006/relationships/image" Target="../media/image92.svg"/></Relationships>
</file>

<file path=ppt/slides/_rels/slide25.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3" Type="http://schemas.openxmlformats.org/officeDocument/2006/relationships/image" Target="../media/image82.svg"/><Relationship Id="rId7" Type="http://schemas.openxmlformats.org/officeDocument/2006/relationships/image" Target="../media/image86.svg"/><Relationship Id="rId12" Type="http://schemas.openxmlformats.org/officeDocument/2006/relationships/image" Target="../media/image91.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5" Type="http://schemas.openxmlformats.org/officeDocument/2006/relationships/image" Target="../media/image84.svg"/><Relationship Id="rId15" Type="http://schemas.openxmlformats.org/officeDocument/2006/relationships/image" Target="../media/image94.sv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17.svg"/></Relationships>
</file>

<file path=ppt/slides/_rels/slide27.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svg"/><Relationship Id="rId18" Type="http://schemas.openxmlformats.org/officeDocument/2006/relationships/image" Target="../media/image105.png"/><Relationship Id="rId3" Type="http://schemas.openxmlformats.org/officeDocument/2006/relationships/diagramData" Target="../diagrams/data1.xml"/><Relationship Id="rId21" Type="http://schemas.openxmlformats.org/officeDocument/2006/relationships/image" Target="../media/image108.svg"/><Relationship Id="rId7" Type="http://schemas.microsoft.com/office/2007/relationships/diagramDrawing" Target="../diagrams/drawing1.xml"/><Relationship Id="rId12" Type="http://schemas.openxmlformats.org/officeDocument/2006/relationships/image" Target="../media/image99.png"/><Relationship Id="rId17" Type="http://schemas.openxmlformats.org/officeDocument/2006/relationships/image" Target="../media/image104.svg"/><Relationship Id="rId2" Type="http://schemas.openxmlformats.org/officeDocument/2006/relationships/slideLayout" Target="../slideLayouts/slideLayout2.xml"/><Relationship Id="rId16" Type="http://schemas.openxmlformats.org/officeDocument/2006/relationships/image" Target="../media/image103.png"/><Relationship Id="rId20" Type="http://schemas.openxmlformats.org/officeDocument/2006/relationships/image" Target="../media/image107.png"/><Relationship Id="rId1" Type="http://schemas.openxmlformats.org/officeDocument/2006/relationships/tags" Target="../tags/tag3.xml"/><Relationship Id="rId6" Type="http://schemas.openxmlformats.org/officeDocument/2006/relationships/diagramColors" Target="../diagrams/colors1.xml"/><Relationship Id="rId11" Type="http://schemas.openxmlformats.org/officeDocument/2006/relationships/image" Target="../media/image98.svg"/><Relationship Id="rId5" Type="http://schemas.openxmlformats.org/officeDocument/2006/relationships/diagramQuickStyle" Target="../diagrams/quickStyle1.xml"/><Relationship Id="rId15" Type="http://schemas.openxmlformats.org/officeDocument/2006/relationships/image" Target="../media/image102.svg"/><Relationship Id="rId23" Type="http://schemas.openxmlformats.org/officeDocument/2006/relationships/image" Target="../media/image110.svg"/><Relationship Id="rId10" Type="http://schemas.openxmlformats.org/officeDocument/2006/relationships/image" Target="../media/image97.png"/><Relationship Id="rId19" Type="http://schemas.openxmlformats.org/officeDocument/2006/relationships/image" Target="../media/image106.svg"/><Relationship Id="rId4" Type="http://schemas.openxmlformats.org/officeDocument/2006/relationships/diagramLayout" Target="../diagrams/layout1.xml"/><Relationship Id="rId9" Type="http://schemas.openxmlformats.org/officeDocument/2006/relationships/image" Target="../media/image96.svg"/><Relationship Id="rId14" Type="http://schemas.openxmlformats.org/officeDocument/2006/relationships/image" Target="../media/image101.png"/><Relationship Id="rId22" Type="http://schemas.openxmlformats.org/officeDocument/2006/relationships/image" Target="../media/image109.png"/></Relationships>
</file>

<file path=ppt/slides/_rels/slide28.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svg"/><Relationship Id="rId18" Type="http://schemas.openxmlformats.org/officeDocument/2006/relationships/image" Target="../media/image105.png"/><Relationship Id="rId3" Type="http://schemas.openxmlformats.org/officeDocument/2006/relationships/diagramData" Target="../diagrams/data2.xml"/><Relationship Id="rId21" Type="http://schemas.openxmlformats.org/officeDocument/2006/relationships/image" Target="../media/image108.svg"/><Relationship Id="rId7" Type="http://schemas.microsoft.com/office/2007/relationships/diagramDrawing" Target="../diagrams/drawing2.xml"/><Relationship Id="rId12" Type="http://schemas.openxmlformats.org/officeDocument/2006/relationships/image" Target="../media/image99.png"/><Relationship Id="rId17" Type="http://schemas.openxmlformats.org/officeDocument/2006/relationships/image" Target="../media/image104.svg"/><Relationship Id="rId2" Type="http://schemas.openxmlformats.org/officeDocument/2006/relationships/slideLayout" Target="../slideLayouts/slideLayout2.xml"/><Relationship Id="rId16" Type="http://schemas.openxmlformats.org/officeDocument/2006/relationships/image" Target="../media/image103.png"/><Relationship Id="rId20" Type="http://schemas.openxmlformats.org/officeDocument/2006/relationships/image" Target="../media/image107.png"/><Relationship Id="rId1" Type="http://schemas.openxmlformats.org/officeDocument/2006/relationships/tags" Target="../tags/tag4.xml"/><Relationship Id="rId6" Type="http://schemas.openxmlformats.org/officeDocument/2006/relationships/diagramColors" Target="../diagrams/colors2.xml"/><Relationship Id="rId11" Type="http://schemas.openxmlformats.org/officeDocument/2006/relationships/image" Target="../media/image98.svg"/><Relationship Id="rId5" Type="http://schemas.openxmlformats.org/officeDocument/2006/relationships/diagramQuickStyle" Target="../diagrams/quickStyle2.xml"/><Relationship Id="rId15" Type="http://schemas.openxmlformats.org/officeDocument/2006/relationships/image" Target="../media/image102.svg"/><Relationship Id="rId23" Type="http://schemas.openxmlformats.org/officeDocument/2006/relationships/image" Target="../media/image110.svg"/><Relationship Id="rId10" Type="http://schemas.openxmlformats.org/officeDocument/2006/relationships/image" Target="../media/image97.png"/><Relationship Id="rId19" Type="http://schemas.openxmlformats.org/officeDocument/2006/relationships/image" Target="../media/image106.svg"/><Relationship Id="rId4" Type="http://schemas.openxmlformats.org/officeDocument/2006/relationships/diagramLayout" Target="../diagrams/layout2.xml"/><Relationship Id="rId9" Type="http://schemas.openxmlformats.org/officeDocument/2006/relationships/image" Target="../media/image96.svg"/><Relationship Id="rId14" Type="http://schemas.openxmlformats.org/officeDocument/2006/relationships/image" Target="../media/image101.png"/><Relationship Id="rId22" Type="http://schemas.openxmlformats.org/officeDocument/2006/relationships/image" Target="../media/image109.png"/></Relationships>
</file>

<file path=ppt/slides/_rels/slide29.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14.svg"/><Relationship Id="rId18" Type="http://schemas.openxmlformats.org/officeDocument/2006/relationships/image" Target="../media/image119.png"/><Relationship Id="rId26" Type="http://schemas.openxmlformats.org/officeDocument/2006/relationships/image" Target="../media/image125.png"/><Relationship Id="rId3" Type="http://schemas.openxmlformats.org/officeDocument/2006/relationships/diagramData" Target="../diagrams/data3.xml"/><Relationship Id="rId21" Type="http://schemas.openxmlformats.org/officeDocument/2006/relationships/image" Target="../media/image108.svg"/><Relationship Id="rId7" Type="http://schemas.microsoft.com/office/2007/relationships/diagramDrawing" Target="../diagrams/drawing3.xml"/><Relationship Id="rId12" Type="http://schemas.openxmlformats.org/officeDocument/2006/relationships/image" Target="../media/image113.png"/><Relationship Id="rId17" Type="http://schemas.openxmlformats.org/officeDocument/2006/relationships/image" Target="../media/image118.svg"/><Relationship Id="rId25" Type="http://schemas.openxmlformats.org/officeDocument/2006/relationships/image" Target="../media/image124.svg"/><Relationship Id="rId2" Type="http://schemas.openxmlformats.org/officeDocument/2006/relationships/notesSlide" Target="../notesSlides/notesSlide12.xml"/><Relationship Id="rId16" Type="http://schemas.openxmlformats.org/officeDocument/2006/relationships/image" Target="../media/image117.png"/><Relationship Id="rId20" Type="http://schemas.openxmlformats.org/officeDocument/2006/relationships/image" Target="../media/image107.png"/><Relationship Id="rId1" Type="http://schemas.openxmlformats.org/officeDocument/2006/relationships/slideLayout" Target="../slideLayouts/slideLayout6.xml"/><Relationship Id="rId6" Type="http://schemas.openxmlformats.org/officeDocument/2006/relationships/diagramColors" Target="../diagrams/colors3.xml"/><Relationship Id="rId11" Type="http://schemas.openxmlformats.org/officeDocument/2006/relationships/image" Target="../media/image112.svg"/><Relationship Id="rId24" Type="http://schemas.openxmlformats.org/officeDocument/2006/relationships/image" Target="../media/image123.png"/><Relationship Id="rId5" Type="http://schemas.openxmlformats.org/officeDocument/2006/relationships/diagramQuickStyle" Target="../diagrams/quickStyle3.xml"/><Relationship Id="rId15" Type="http://schemas.openxmlformats.org/officeDocument/2006/relationships/image" Target="../media/image116.svg"/><Relationship Id="rId23" Type="http://schemas.openxmlformats.org/officeDocument/2006/relationships/image" Target="../media/image122.svg"/><Relationship Id="rId10" Type="http://schemas.openxmlformats.org/officeDocument/2006/relationships/image" Target="../media/image111.png"/><Relationship Id="rId19" Type="http://schemas.openxmlformats.org/officeDocument/2006/relationships/image" Target="../media/image120.svg"/><Relationship Id="rId4" Type="http://schemas.openxmlformats.org/officeDocument/2006/relationships/diagramLayout" Target="../diagrams/layout3.xml"/><Relationship Id="rId9" Type="http://schemas.openxmlformats.org/officeDocument/2006/relationships/image" Target="../media/image96.svg"/><Relationship Id="rId14" Type="http://schemas.openxmlformats.org/officeDocument/2006/relationships/image" Target="../media/image115.png"/><Relationship Id="rId22" Type="http://schemas.openxmlformats.org/officeDocument/2006/relationships/image" Target="../media/image121.png"/><Relationship Id="rId27" Type="http://schemas.openxmlformats.org/officeDocument/2006/relationships/image" Target="../media/image126.svg"/></Relationships>
</file>

<file path=ppt/slides/_rels/slide30.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7.svg"/><Relationship Id="rId7" Type="http://schemas.openxmlformats.org/officeDocument/2006/relationships/image" Target="../media/image128.sv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127.png"/><Relationship Id="rId5" Type="http://schemas.openxmlformats.org/officeDocument/2006/relationships/image" Target="../media/image61.svg"/><Relationship Id="rId4" Type="http://schemas.openxmlformats.org/officeDocument/2006/relationships/image" Target="../media/image60.png"/><Relationship Id="rId9" Type="http://schemas.openxmlformats.org/officeDocument/2006/relationships/image" Target="../media/image130.svg"/></Relationships>
</file>

<file path=ppt/slides/_rels/slide31.xml.rels><?xml version="1.0" encoding="UTF-8" standalone="yes"?>
<Relationships xmlns="http://schemas.openxmlformats.org/package/2006/relationships"><Relationship Id="rId8" Type="http://schemas.openxmlformats.org/officeDocument/2006/relationships/image" Target="../media/image132.svg"/><Relationship Id="rId13" Type="http://schemas.openxmlformats.org/officeDocument/2006/relationships/image" Target="../media/image137.png"/><Relationship Id="rId18" Type="http://schemas.openxmlformats.org/officeDocument/2006/relationships/image" Target="../media/image17.svg"/><Relationship Id="rId3" Type="http://schemas.openxmlformats.org/officeDocument/2006/relationships/diagramLayout" Target="../diagrams/layout4.xml"/><Relationship Id="rId7" Type="http://schemas.openxmlformats.org/officeDocument/2006/relationships/image" Target="../media/image131.png"/><Relationship Id="rId12" Type="http://schemas.openxmlformats.org/officeDocument/2006/relationships/image" Target="../media/image136.svg"/><Relationship Id="rId17" Type="http://schemas.openxmlformats.org/officeDocument/2006/relationships/image" Target="../media/image16.png"/><Relationship Id="rId2" Type="http://schemas.openxmlformats.org/officeDocument/2006/relationships/diagramData" Target="../diagrams/data4.xml"/><Relationship Id="rId16" Type="http://schemas.openxmlformats.org/officeDocument/2006/relationships/image" Target="../media/image140.svg"/><Relationship Id="rId1" Type="http://schemas.openxmlformats.org/officeDocument/2006/relationships/slideLayout" Target="../slideLayouts/slideLayout2.xml"/><Relationship Id="rId6" Type="http://schemas.microsoft.com/office/2007/relationships/diagramDrawing" Target="../diagrams/drawing4.xml"/><Relationship Id="rId11" Type="http://schemas.openxmlformats.org/officeDocument/2006/relationships/image" Target="../media/image135.png"/><Relationship Id="rId5" Type="http://schemas.openxmlformats.org/officeDocument/2006/relationships/diagramColors" Target="../diagrams/colors4.xml"/><Relationship Id="rId15" Type="http://schemas.openxmlformats.org/officeDocument/2006/relationships/image" Target="../media/image139.png"/><Relationship Id="rId10" Type="http://schemas.openxmlformats.org/officeDocument/2006/relationships/image" Target="../media/image134.svg"/><Relationship Id="rId4" Type="http://schemas.openxmlformats.org/officeDocument/2006/relationships/diagramQuickStyle" Target="../diagrams/quickStyle4.xml"/><Relationship Id="rId9" Type="http://schemas.openxmlformats.org/officeDocument/2006/relationships/image" Target="../media/image133.png"/><Relationship Id="rId14" Type="http://schemas.openxmlformats.org/officeDocument/2006/relationships/image" Target="../media/image138.svg"/></Relationships>
</file>

<file path=ppt/slides/_rels/slide32.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svg"/><Relationship Id="rId18" Type="http://schemas.openxmlformats.org/officeDocument/2006/relationships/image" Target="../media/image16.png"/><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image" Target="../media/image135.png"/><Relationship Id="rId17" Type="http://schemas.openxmlformats.org/officeDocument/2006/relationships/image" Target="../media/image140.svg"/><Relationship Id="rId2" Type="http://schemas.openxmlformats.org/officeDocument/2006/relationships/notesSlide" Target="../notesSlides/notesSlide13.xml"/><Relationship Id="rId16" Type="http://schemas.openxmlformats.org/officeDocument/2006/relationships/image" Target="../media/image139.png"/><Relationship Id="rId1" Type="http://schemas.openxmlformats.org/officeDocument/2006/relationships/slideLayout" Target="../slideLayouts/slideLayout6.xml"/><Relationship Id="rId6" Type="http://schemas.openxmlformats.org/officeDocument/2006/relationships/diagramColors" Target="../diagrams/colors5.xml"/><Relationship Id="rId11" Type="http://schemas.openxmlformats.org/officeDocument/2006/relationships/image" Target="../media/image134.svg"/><Relationship Id="rId5" Type="http://schemas.openxmlformats.org/officeDocument/2006/relationships/diagramQuickStyle" Target="../diagrams/quickStyle5.xml"/><Relationship Id="rId15" Type="http://schemas.openxmlformats.org/officeDocument/2006/relationships/image" Target="../media/image138.svg"/><Relationship Id="rId10" Type="http://schemas.openxmlformats.org/officeDocument/2006/relationships/image" Target="../media/image133.png"/><Relationship Id="rId19" Type="http://schemas.openxmlformats.org/officeDocument/2006/relationships/image" Target="../media/image17.svg"/><Relationship Id="rId4" Type="http://schemas.openxmlformats.org/officeDocument/2006/relationships/diagramLayout" Target="../diagrams/layout5.xml"/><Relationship Id="rId9" Type="http://schemas.openxmlformats.org/officeDocument/2006/relationships/image" Target="../media/image132.svg"/><Relationship Id="rId14" Type="http://schemas.openxmlformats.org/officeDocument/2006/relationships/image" Target="../media/image137.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42.svg"/><Relationship Id="rId5" Type="http://schemas.openxmlformats.org/officeDocument/2006/relationships/image" Target="../media/image141.png"/><Relationship Id="rId4" Type="http://schemas.openxmlformats.org/officeDocument/2006/relationships/image" Target="../media/image17.svg"/></Relationships>
</file>

<file path=ppt/slides/_rels/slide34.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svg"/><Relationship Id="rId3" Type="http://schemas.openxmlformats.org/officeDocument/2006/relationships/hyperlink" Target="http://www.publicdomainfiles.com/show_file.php?id=13920106812423" TargetMode="External"/><Relationship Id="rId7" Type="http://schemas.openxmlformats.org/officeDocument/2006/relationships/image" Target="../media/image146.svg"/><Relationship Id="rId12" Type="http://schemas.openxmlformats.org/officeDocument/2006/relationships/image" Target="../media/image151.png"/><Relationship Id="rId17" Type="http://schemas.openxmlformats.org/officeDocument/2006/relationships/image" Target="../media/image154.svg"/><Relationship Id="rId2" Type="http://schemas.openxmlformats.org/officeDocument/2006/relationships/image" Target="../media/image143.png"/><Relationship Id="rId16" Type="http://schemas.openxmlformats.org/officeDocument/2006/relationships/image" Target="../media/image153.png"/><Relationship Id="rId1" Type="http://schemas.openxmlformats.org/officeDocument/2006/relationships/slideLayout" Target="../slideLayouts/slideLayout7.xml"/><Relationship Id="rId6" Type="http://schemas.openxmlformats.org/officeDocument/2006/relationships/image" Target="../media/image145.png"/><Relationship Id="rId11" Type="http://schemas.openxmlformats.org/officeDocument/2006/relationships/image" Target="../media/image150.svg"/><Relationship Id="rId5" Type="http://schemas.openxmlformats.org/officeDocument/2006/relationships/hyperlink" Target="https://en.wikipedia.org/wiki/File:Red_x.svg" TargetMode="External"/><Relationship Id="rId15" Type="http://schemas.openxmlformats.org/officeDocument/2006/relationships/image" Target="../media/image33.svg"/><Relationship Id="rId10" Type="http://schemas.openxmlformats.org/officeDocument/2006/relationships/image" Target="../media/image149.png"/><Relationship Id="rId4" Type="http://schemas.openxmlformats.org/officeDocument/2006/relationships/image" Target="../media/image144.png"/><Relationship Id="rId9" Type="http://schemas.openxmlformats.org/officeDocument/2006/relationships/image" Target="../media/image148.svg"/><Relationship Id="rId14" Type="http://schemas.openxmlformats.org/officeDocument/2006/relationships/image" Target="../media/image32.png"/></Relationships>
</file>

<file path=ppt/slides/_rels/slide35.xml.rels><?xml version="1.0" encoding="UTF-8" standalone="yes"?>
<Relationships xmlns="http://schemas.openxmlformats.org/package/2006/relationships"><Relationship Id="rId8" Type="http://schemas.openxmlformats.org/officeDocument/2006/relationships/image" Target="../media/image154.svg"/><Relationship Id="rId13" Type="http://schemas.openxmlformats.org/officeDocument/2006/relationships/image" Target="../media/image149.png"/><Relationship Id="rId3" Type="http://schemas.openxmlformats.org/officeDocument/2006/relationships/image" Target="../media/image151.png"/><Relationship Id="rId7" Type="http://schemas.openxmlformats.org/officeDocument/2006/relationships/image" Target="../media/image153.png"/><Relationship Id="rId12" Type="http://schemas.openxmlformats.org/officeDocument/2006/relationships/image" Target="../media/image148.sv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3.svg"/><Relationship Id="rId11" Type="http://schemas.openxmlformats.org/officeDocument/2006/relationships/image" Target="../media/image147.png"/><Relationship Id="rId5" Type="http://schemas.openxmlformats.org/officeDocument/2006/relationships/image" Target="../media/image32.png"/><Relationship Id="rId10" Type="http://schemas.openxmlformats.org/officeDocument/2006/relationships/image" Target="../media/image146.svg"/><Relationship Id="rId4" Type="http://schemas.openxmlformats.org/officeDocument/2006/relationships/image" Target="../media/image152.svg"/><Relationship Id="rId9" Type="http://schemas.openxmlformats.org/officeDocument/2006/relationships/image" Target="../media/image145.png"/><Relationship Id="rId14" Type="http://schemas.openxmlformats.org/officeDocument/2006/relationships/image" Target="../media/image150.svg"/></Relationships>
</file>

<file path=ppt/slides/_rels/slide36.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4.svg"/><Relationship Id="rId3" Type="http://schemas.openxmlformats.org/officeDocument/2006/relationships/image" Target="../media/image146.svg"/><Relationship Id="rId7" Type="http://schemas.openxmlformats.org/officeDocument/2006/relationships/image" Target="../media/image150.svg"/><Relationship Id="rId12" Type="http://schemas.openxmlformats.org/officeDocument/2006/relationships/image" Target="../media/image153.png"/><Relationship Id="rId2" Type="http://schemas.openxmlformats.org/officeDocument/2006/relationships/image" Target="../media/image145.png"/><Relationship Id="rId1" Type="http://schemas.openxmlformats.org/officeDocument/2006/relationships/slideLayout" Target="../slideLayouts/slideLayout7.xml"/><Relationship Id="rId6" Type="http://schemas.openxmlformats.org/officeDocument/2006/relationships/image" Target="../media/image149.png"/><Relationship Id="rId11" Type="http://schemas.openxmlformats.org/officeDocument/2006/relationships/image" Target="../media/image33.svg"/><Relationship Id="rId5" Type="http://schemas.openxmlformats.org/officeDocument/2006/relationships/image" Target="../media/image148.svg"/><Relationship Id="rId10" Type="http://schemas.openxmlformats.org/officeDocument/2006/relationships/image" Target="../media/image32.png"/><Relationship Id="rId4" Type="http://schemas.openxmlformats.org/officeDocument/2006/relationships/image" Target="../media/image147.png"/><Relationship Id="rId9" Type="http://schemas.openxmlformats.org/officeDocument/2006/relationships/image" Target="../media/image152.svg"/></Relationships>
</file>

<file path=ppt/slides/_rels/slide37.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43.sv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16.png"/><Relationship Id="rId7"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17.svg"/></Relationships>
</file>

<file path=ppt/slides/_rels/slide39.xml.rels><?xml version="1.0" encoding="UTF-8" standalone="yes"?>
<Relationships xmlns="http://schemas.openxmlformats.org/package/2006/relationships"><Relationship Id="rId8" Type="http://schemas.openxmlformats.org/officeDocument/2006/relationships/hyperlink" Target="https://commons.wikimedia.org/wiki/File:Amateur_Football_in_Kilkenny-Ireland.jpg" TargetMode="External"/><Relationship Id="rId13" Type="http://schemas.openxmlformats.org/officeDocument/2006/relationships/image" Target="../media/image158.jpg"/><Relationship Id="rId3" Type="http://schemas.openxmlformats.org/officeDocument/2006/relationships/diagramLayout" Target="../diagrams/layout6.xml"/><Relationship Id="rId7" Type="http://schemas.openxmlformats.org/officeDocument/2006/relationships/image" Target="../media/image155.jpg"/><Relationship Id="rId12" Type="http://schemas.openxmlformats.org/officeDocument/2006/relationships/hyperlink" Target="https://people-equation.com/research-that-supports-being-good-with-people/" TargetMode="Externa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openxmlformats.org/officeDocument/2006/relationships/image" Target="../media/image157.jpg"/><Relationship Id="rId5" Type="http://schemas.openxmlformats.org/officeDocument/2006/relationships/diagramColors" Target="../diagrams/colors6.xml"/><Relationship Id="rId10" Type="http://schemas.openxmlformats.org/officeDocument/2006/relationships/hyperlink" Target="https://geobrava.wordpress.com/tag/cyber-threat/" TargetMode="External"/><Relationship Id="rId4" Type="http://schemas.openxmlformats.org/officeDocument/2006/relationships/diagramQuickStyle" Target="../diagrams/quickStyle6.xml"/><Relationship Id="rId9" Type="http://schemas.openxmlformats.org/officeDocument/2006/relationships/image" Target="../media/image156.jpg"/><Relationship Id="rId14" Type="http://schemas.openxmlformats.org/officeDocument/2006/relationships/hyperlink" Target="https://www.flickr.com/photos/crossmediaweek/6797876362/"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https://people-equation.com/research-that-supports-being-good-with-people/" TargetMode="External"/><Relationship Id="rId13" Type="http://schemas.openxmlformats.org/officeDocument/2006/relationships/diagramQuickStyle" Target="../diagrams/quickStyle7.xml"/><Relationship Id="rId3" Type="http://schemas.openxmlformats.org/officeDocument/2006/relationships/image" Target="../media/image155.jpg"/><Relationship Id="rId7" Type="http://schemas.openxmlformats.org/officeDocument/2006/relationships/image" Target="../media/image157.jpg"/><Relationship Id="rId12" Type="http://schemas.openxmlformats.org/officeDocument/2006/relationships/diagramLayout" Target="../diagrams/layout7.xm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hyperlink" Target="https://geobrava.wordpress.com/tag/cyber-threat/" TargetMode="External"/><Relationship Id="rId11" Type="http://schemas.openxmlformats.org/officeDocument/2006/relationships/diagramData" Target="../diagrams/data7.xml"/><Relationship Id="rId5" Type="http://schemas.openxmlformats.org/officeDocument/2006/relationships/image" Target="../media/image156.jpg"/><Relationship Id="rId15" Type="http://schemas.microsoft.com/office/2007/relationships/diagramDrawing" Target="../diagrams/drawing7.xml"/><Relationship Id="rId10" Type="http://schemas.openxmlformats.org/officeDocument/2006/relationships/hyperlink" Target="https://www.flickr.com/photos/crossmediaweek/6797876362/" TargetMode="External"/><Relationship Id="rId4" Type="http://schemas.openxmlformats.org/officeDocument/2006/relationships/hyperlink" Target="https://commons.wikimedia.org/wiki/File:Amateur_Football_in_Kilkenny-Ireland.jpg" TargetMode="External"/><Relationship Id="rId9" Type="http://schemas.openxmlformats.org/officeDocument/2006/relationships/image" Target="../media/image158.jpg"/><Relationship Id="rId14" Type="http://schemas.openxmlformats.org/officeDocument/2006/relationships/diagramColors" Target="../diagrams/colors7.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42.svg"/><Relationship Id="rId5" Type="http://schemas.openxmlformats.org/officeDocument/2006/relationships/image" Target="../media/image141.png"/><Relationship Id="rId4" Type="http://schemas.openxmlformats.org/officeDocument/2006/relationships/image" Target="../media/image17.svg"/></Relationships>
</file>

<file path=ppt/slides/_rels/slide42.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41.svg"/><Relationship Id="rId7" Type="http://schemas.openxmlformats.org/officeDocument/2006/relationships/image" Target="../media/image162.sv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61.png"/><Relationship Id="rId5" Type="http://schemas.openxmlformats.org/officeDocument/2006/relationships/image" Target="../media/image160.svg"/><Relationship Id="rId4" Type="http://schemas.openxmlformats.org/officeDocument/2006/relationships/image" Target="../media/image159.png"/><Relationship Id="rId9" Type="http://schemas.openxmlformats.org/officeDocument/2006/relationships/image" Target="../media/image164.svg"/></Relationships>
</file>

<file path=ppt/slides/_rels/slide43.xml.rels><?xml version="1.0" encoding="UTF-8" standalone="yes"?>
<Relationships xmlns="http://schemas.openxmlformats.org/package/2006/relationships"><Relationship Id="rId8" Type="http://schemas.openxmlformats.org/officeDocument/2006/relationships/image" Target="../media/image164.svg"/><Relationship Id="rId3" Type="http://schemas.openxmlformats.org/officeDocument/2006/relationships/image" Target="../media/image40.png"/><Relationship Id="rId7" Type="http://schemas.openxmlformats.org/officeDocument/2006/relationships/image" Target="../media/image163.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60.svg"/><Relationship Id="rId5" Type="http://schemas.openxmlformats.org/officeDocument/2006/relationships/image" Target="../media/image159.png"/><Relationship Id="rId4" Type="http://schemas.openxmlformats.org/officeDocument/2006/relationships/image" Target="../media/image41.svg"/></Relationships>
</file>

<file path=ppt/slides/_rels/slide44.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164.sv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63.png"/><Relationship Id="rId5" Type="http://schemas.openxmlformats.org/officeDocument/2006/relationships/image" Target="../media/image160.svg"/><Relationship Id="rId4" Type="http://schemas.openxmlformats.org/officeDocument/2006/relationships/image" Target="../media/image159.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166.svg"/><Relationship Id="rId5" Type="http://schemas.openxmlformats.org/officeDocument/2006/relationships/image" Target="../media/image165.png"/><Relationship Id="rId4" Type="http://schemas.openxmlformats.org/officeDocument/2006/relationships/image" Target="../media/image17.svg"/></Relationships>
</file>

<file path=ppt/slides/_rels/slide46.xml.rels><?xml version="1.0" encoding="UTF-8" standalone="yes"?>
<Relationships xmlns="http://schemas.openxmlformats.org/package/2006/relationships"><Relationship Id="rId8" Type="http://schemas.openxmlformats.org/officeDocument/2006/relationships/diagramLayout" Target="../diagrams/layout9.xml"/><Relationship Id="rId13" Type="http://schemas.openxmlformats.org/officeDocument/2006/relationships/image" Target="../media/image168.svg"/><Relationship Id="rId3" Type="http://schemas.openxmlformats.org/officeDocument/2006/relationships/diagramLayout" Target="../diagrams/layout8.xml"/><Relationship Id="rId7" Type="http://schemas.openxmlformats.org/officeDocument/2006/relationships/diagramData" Target="../diagrams/data9.xml"/><Relationship Id="rId12" Type="http://schemas.openxmlformats.org/officeDocument/2006/relationships/image" Target="../media/image167.png"/><Relationship Id="rId2" Type="http://schemas.openxmlformats.org/officeDocument/2006/relationships/diagramData" Target="../diagrams/data8.xml"/><Relationship Id="rId1" Type="http://schemas.openxmlformats.org/officeDocument/2006/relationships/slideLayout" Target="../slideLayouts/slideLayout5.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8.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image" Target="../media/image168.svg"/><Relationship Id="rId3" Type="http://schemas.openxmlformats.org/officeDocument/2006/relationships/diagramLayout" Target="../diagrams/layout11.xml"/><Relationship Id="rId7" Type="http://schemas.openxmlformats.org/officeDocument/2006/relationships/diagramData" Target="../diagrams/data12.xml"/><Relationship Id="rId12" Type="http://schemas.openxmlformats.org/officeDocument/2006/relationships/image" Target="../media/image167.png"/><Relationship Id="rId2" Type="http://schemas.openxmlformats.org/officeDocument/2006/relationships/diagramData" Target="../diagrams/data11.xml"/><Relationship Id="rId1" Type="http://schemas.openxmlformats.org/officeDocument/2006/relationships/slideLayout" Target="../slideLayouts/slideLayout5.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4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1.svg"/><Relationship Id="rId18" Type="http://schemas.openxmlformats.org/officeDocument/2006/relationships/image" Target="../media/image42.pn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30.png"/><Relationship Id="rId17" Type="http://schemas.openxmlformats.org/officeDocument/2006/relationships/image" Target="../media/image17.svg"/><Relationship Id="rId2" Type="http://schemas.openxmlformats.org/officeDocument/2006/relationships/image" Target="../media/image24.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23.svg"/><Relationship Id="rId5" Type="http://schemas.openxmlformats.org/officeDocument/2006/relationships/image" Target="../media/image37.svg"/><Relationship Id="rId15" Type="http://schemas.openxmlformats.org/officeDocument/2006/relationships/image" Target="../media/image27.svg"/><Relationship Id="rId10" Type="http://schemas.openxmlformats.org/officeDocument/2006/relationships/image" Target="../media/image22.png"/><Relationship Id="rId19" Type="http://schemas.openxmlformats.org/officeDocument/2006/relationships/image" Target="../media/image43.svg"/><Relationship Id="rId4" Type="http://schemas.openxmlformats.org/officeDocument/2006/relationships/image" Target="../media/image36.png"/><Relationship Id="rId9" Type="http://schemas.openxmlformats.org/officeDocument/2006/relationships/image" Target="../media/image33.svg"/><Relationship Id="rId14" Type="http://schemas.openxmlformats.org/officeDocument/2006/relationships/image" Target="../media/image26.png"/></Relationships>
</file>

<file path=ppt/slides/_rels/slide50.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23.svg"/><Relationship Id="rId18" Type="http://schemas.openxmlformats.org/officeDocument/2006/relationships/image" Target="../media/image36.png"/><Relationship Id="rId3" Type="http://schemas.openxmlformats.org/officeDocument/2006/relationships/image" Target="../media/image17.svg"/><Relationship Id="rId21" Type="http://schemas.openxmlformats.org/officeDocument/2006/relationships/image" Target="../media/image39.svg"/><Relationship Id="rId7" Type="http://schemas.openxmlformats.org/officeDocument/2006/relationships/image" Target="../media/image25.svg"/><Relationship Id="rId12" Type="http://schemas.openxmlformats.org/officeDocument/2006/relationships/image" Target="../media/image22.png"/><Relationship Id="rId17" Type="http://schemas.openxmlformats.org/officeDocument/2006/relationships/image" Target="../media/image27.svg"/><Relationship Id="rId2" Type="http://schemas.openxmlformats.org/officeDocument/2006/relationships/image" Target="../media/image16.png"/><Relationship Id="rId16" Type="http://schemas.openxmlformats.org/officeDocument/2006/relationships/image" Target="../media/image26.png"/><Relationship Id="rId20"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33.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32.png"/><Relationship Id="rId19" Type="http://schemas.openxmlformats.org/officeDocument/2006/relationships/image" Target="../media/image37.svg"/><Relationship Id="rId4" Type="http://schemas.openxmlformats.org/officeDocument/2006/relationships/image" Target="../media/image20.png"/><Relationship Id="rId9" Type="http://schemas.openxmlformats.org/officeDocument/2006/relationships/image" Target="../media/image29.svg"/><Relationship Id="rId14" Type="http://schemas.openxmlformats.org/officeDocument/2006/relationships/image" Target="../media/image30.png"/></Relationships>
</file>

<file path=ppt/slides/_rels/slide51.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165.png"/><Relationship Id="rId3" Type="http://schemas.openxmlformats.org/officeDocument/2006/relationships/image" Target="../media/image24.png"/><Relationship Id="rId7" Type="http://schemas.openxmlformats.org/officeDocument/2006/relationships/image" Target="../media/image36.png"/><Relationship Id="rId12" Type="http://schemas.openxmlformats.org/officeDocument/2006/relationships/image" Target="../media/image17.sv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23.svg"/><Relationship Id="rId11" Type="http://schemas.openxmlformats.org/officeDocument/2006/relationships/image" Target="../media/image16.png"/><Relationship Id="rId5" Type="http://schemas.openxmlformats.org/officeDocument/2006/relationships/image" Target="../media/image22.png"/><Relationship Id="rId10" Type="http://schemas.openxmlformats.org/officeDocument/2006/relationships/image" Target="../media/image39.svg"/><Relationship Id="rId4" Type="http://schemas.openxmlformats.org/officeDocument/2006/relationships/image" Target="../media/image25.svg"/><Relationship Id="rId9" Type="http://schemas.openxmlformats.org/officeDocument/2006/relationships/image" Target="../media/image38.png"/><Relationship Id="rId14" Type="http://schemas.openxmlformats.org/officeDocument/2006/relationships/image" Target="../media/image166.svg"/></Relationships>
</file>

<file path=ppt/slides/_rels/slide5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5.svg"/><Relationship Id="rId7" Type="http://schemas.openxmlformats.org/officeDocument/2006/relationships/image" Target="../media/image37.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39.svg"/></Relationships>
</file>

<file path=ppt/slides/_rels/slide53.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diagramColors" Target="../diagrams/colors13.xml"/><Relationship Id="rId3" Type="http://schemas.openxmlformats.org/officeDocument/2006/relationships/image" Target="../media/image25.svg"/><Relationship Id="rId7" Type="http://schemas.openxmlformats.org/officeDocument/2006/relationships/image" Target="../media/image37.svg"/><Relationship Id="rId12" Type="http://schemas.openxmlformats.org/officeDocument/2006/relationships/diagramQuickStyle" Target="../diagrams/quickStyle13.xml"/><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36.png"/><Relationship Id="rId11" Type="http://schemas.openxmlformats.org/officeDocument/2006/relationships/diagramLayout" Target="../diagrams/layout13.xml"/><Relationship Id="rId5" Type="http://schemas.openxmlformats.org/officeDocument/2006/relationships/image" Target="../media/image23.svg"/><Relationship Id="rId10" Type="http://schemas.openxmlformats.org/officeDocument/2006/relationships/diagramData" Target="../diagrams/data13.xml"/><Relationship Id="rId4" Type="http://schemas.openxmlformats.org/officeDocument/2006/relationships/image" Target="../media/image22.png"/><Relationship Id="rId9" Type="http://schemas.openxmlformats.org/officeDocument/2006/relationships/image" Target="../media/image39.svg"/><Relationship Id="rId14" Type="http://schemas.microsoft.com/office/2007/relationships/diagramDrawing" Target="../diagrams/drawing13.xml"/></Relationships>
</file>

<file path=ppt/slides/_rels/slide54.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diagramColors" Target="../diagrams/colors14.xml"/><Relationship Id="rId3" Type="http://schemas.openxmlformats.org/officeDocument/2006/relationships/image" Target="../media/image170.svg"/><Relationship Id="rId7" Type="http://schemas.openxmlformats.org/officeDocument/2006/relationships/image" Target="../media/image174.svg"/><Relationship Id="rId12" Type="http://schemas.openxmlformats.org/officeDocument/2006/relationships/diagramQuickStyle" Target="../diagrams/quickStyle14.xml"/><Relationship Id="rId2" Type="http://schemas.openxmlformats.org/officeDocument/2006/relationships/image" Target="../media/image169.png"/><Relationship Id="rId1" Type="http://schemas.openxmlformats.org/officeDocument/2006/relationships/slideLayout" Target="../slideLayouts/slideLayout2.xml"/><Relationship Id="rId6" Type="http://schemas.openxmlformats.org/officeDocument/2006/relationships/image" Target="../media/image173.png"/><Relationship Id="rId11" Type="http://schemas.openxmlformats.org/officeDocument/2006/relationships/diagramLayout" Target="../diagrams/layout14.xml"/><Relationship Id="rId5" Type="http://schemas.openxmlformats.org/officeDocument/2006/relationships/image" Target="../media/image172.svg"/><Relationship Id="rId10" Type="http://schemas.openxmlformats.org/officeDocument/2006/relationships/diagramData" Target="../diagrams/data14.xml"/><Relationship Id="rId4" Type="http://schemas.openxmlformats.org/officeDocument/2006/relationships/image" Target="../media/image171.png"/><Relationship Id="rId9" Type="http://schemas.openxmlformats.org/officeDocument/2006/relationships/image" Target="../media/image176.svg"/><Relationship Id="rId14" Type="http://schemas.microsoft.com/office/2007/relationships/diagramDrawing" Target="../diagrams/drawing14.xml"/></Relationships>
</file>

<file path=ppt/slides/_rels/slide55.xml.rels><?xml version="1.0" encoding="UTF-8" standalone="yes"?>
<Relationships xmlns="http://schemas.openxmlformats.org/package/2006/relationships"><Relationship Id="rId8" Type="http://schemas.openxmlformats.org/officeDocument/2006/relationships/image" Target="../media/image177.png"/><Relationship Id="rId3" Type="http://schemas.openxmlformats.org/officeDocument/2006/relationships/image" Target="../media/image37.svg"/><Relationship Id="rId7" Type="http://schemas.openxmlformats.org/officeDocument/2006/relationships/image" Target="../media/image17.svg"/><Relationship Id="rId2"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180.svg"/><Relationship Id="rId5" Type="http://schemas.openxmlformats.org/officeDocument/2006/relationships/image" Target="../media/image39.svg"/><Relationship Id="rId10" Type="http://schemas.openxmlformats.org/officeDocument/2006/relationships/image" Target="../media/image179.png"/><Relationship Id="rId4" Type="http://schemas.openxmlformats.org/officeDocument/2006/relationships/image" Target="../media/image38.png"/><Relationship Id="rId9" Type="http://schemas.openxmlformats.org/officeDocument/2006/relationships/image" Target="../media/image178.svg"/></Relationships>
</file>

<file path=ppt/slides/_rels/slide56.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41.svg"/><Relationship Id="rId3" Type="http://schemas.openxmlformats.org/officeDocument/2006/relationships/image" Target="../media/image182.svg"/><Relationship Id="rId7" Type="http://schemas.openxmlformats.org/officeDocument/2006/relationships/image" Target="../media/image186.svg"/><Relationship Id="rId12" Type="http://schemas.openxmlformats.org/officeDocument/2006/relationships/image" Target="../media/image40.pn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185.png"/><Relationship Id="rId11" Type="http://schemas.openxmlformats.org/officeDocument/2006/relationships/image" Target="../media/image35.svg"/><Relationship Id="rId5" Type="http://schemas.openxmlformats.org/officeDocument/2006/relationships/image" Target="../media/image184.svg"/><Relationship Id="rId15" Type="http://schemas.openxmlformats.org/officeDocument/2006/relationships/image" Target="../media/image190.svg"/><Relationship Id="rId10" Type="http://schemas.openxmlformats.org/officeDocument/2006/relationships/image" Target="../media/image34.png"/><Relationship Id="rId4" Type="http://schemas.openxmlformats.org/officeDocument/2006/relationships/image" Target="../media/image183.png"/><Relationship Id="rId9" Type="http://schemas.openxmlformats.org/officeDocument/2006/relationships/image" Target="../media/image188.svg"/><Relationship Id="rId14" Type="http://schemas.openxmlformats.org/officeDocument/2006/relationships/image" Target="../media/image189.png"/></Relationships>
</file>

<file path=ppt/slides/_rels/slide57.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41.svg"/><Relationship Id="rId3" Type="http://schemas.openxmlformats.org/officeDocument/2006/relationships/image" Target="../media/image182.svg"/><Relationship Id="rId7" Type="http://schemas.openxmlformats.org/officeDocument/2006/relationships/image" Target="../media/image186.svg"/><Relationship Id="rId12" Type="http://schemas.openxmlformats.org/officeDocument/2006/relationships/image" Target="../media/image40.png"/><Relationship Id="rId2" Type="http://schemas.openxmlformats.org/officeDocument/2006/relationships/image" Target="../media/image181.png"/><Relationship Id="rId1" Type="http://schemas.openxmlformats.org/officeDocument/2006/relationships/slideLayout" Target="../slideLayouts/slideLayout6.xml"/><Relationship Id="rId6" Type="http://schemas.openxmlformats.org/officeDocument/2006/relationships/image" Target="../media/image185.png"/><Relationship Id="rId11" Type="http://schemas.openxmlformats.org/officeDocument/2006/relationships/image" Target="../media/image35.svg"/><Relationship Id="rId5" Type="http://schemas.openxmlformats.org/officeDocument/2006/relationships/image" Target="../media/image184.svg"/><Relationship Id="rId15" Type="http://schemas.openxmlformats.org/officeDocument/2006/relationships/image" Target="../media/image190.svg"/><Relationship Id="rId10" Type="http://schemas.openxmlformats.org/officeDocument/2006/relationships/image" Target="../media/image34.png"/><Relationship Id="rId4" Type="http://schemas.openxmlformats.org/officeDocument/2006/relationships/image" Target="../media/image183.png"/><Relationship Id="rId9" Type="http://schemas.openxmlformats.org/officeDocument/2006/relationships/image" Target="../media/image188.svg"/><Relationship Id="rId14" Type="http://schemas.openxmlformats.org/officeDocument/2006/relationships/image" Target="../media/image189.png"/></Relationships>
</file>

<file path=ppt/slides/_rels/slide58.xml.rels><?xml version="1.0" encoding="UTF-8" standalone="yes"?>
<Relationships xmlns="http://schemas.openxmlformats.org/package/2006/relationships"><Relationship Id="rId8" Type="http://schemas.openxmlformats.org/officeDocument/2006/relationships/image" Target="../media/image191.png"/><Relationship Id="rId3" Type="http://schemas.openxmlformats.org/officeDocument/2006/relationships/image" Target="../media/image35.svg"/><Relationship Id="rId7" Type="http://schemas.openxmlformats.org/officeDocument/2006/relationships/image" Target="../media/image190.sv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189.png"/><Relationship Id="rId5" Type="http://schemas.openxmlformats.org/officeDocument/2006/relationships/image" Target="../media/image41.svg"/><Relationship Id="rId4" Type="http://schemas.openxmlformats.org/officeDocument/2006/relationships/image" Target="../media/image40.png"/><Relationship Id="rId9" Type="http://schemas.openxmlformats.org/officeDocument/2006/relationships/image" Target="../media/image192.svg"/></Relationships>
</file>

<file path=ppt/slides/_rels/slide59.xml.rels><?xml version="1.0" encoding="UTF-8" standalone="yes"?>
<Relationships xmlns="http://schemas.openxmlformats.org/package/2006/relationships"><Relationship Id="rId3" Type="http://schemas.openxmlformats.org/officeDocument/2006/relationships/image" Target="../media/image194.svg"/><Relationship Id="rId2" Type="http://schemas.openxmlformats.org/officeDocument/2006/relationships/image" Target="../media/image193.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8" Type="http://schemas.openxmlformats.org/officeDocument/2006/relationships/image" Target="../media/image196.svg"/><Relationship Id="rId13" Type="http://schemas.openxmlformats.org/officeDocument/2006/relationships/image" Target="../media/image201.png"/><Relationship Id="rId18" Type="http://schemas.openxmlformats.org/officeDocument/2006/relationships/image" Target="../media/image206.svg"/><Relationship Id="rId3" Type="http://schemas.openxmlformats.org/officeDocument/2006/relationships/diagramLayout" Target="../diagrams/layout15.xml"/><Relationship Id="rId7" Type="http://schemas.openxmlformats.org/officeDocument/2006/relationships/image" Target="../media/image195.png"/><Relationship Id="rId12" Type="http://schemas.openxmlformats.org/officeDocument/2006/relationships/image" Target="../media/image200.svg"/><Relationship Id="rId17" Type="http://schemas.openxmlformats.org/officeDocument/2006/relationships/image" Target="../media/image205.png"/><Relationship Id="rId2" Type="http://schemas.openxmlformats.org/officeDocument/2006/relationships/diagramData" Target="../diagrams/data15.xml"/><Relationship Id="rId16" Type="http://schemas.openxmlformats.org/officeDocument/2006/relationships/image" Target="../media/image204.svg"/><Relationship Id="rId1" Type="http://schemas.openxmlformats.org/officeDocument/2006/relationships/slideLayout" Target="../slideLayouts/slideLayout2.xml"/><Relationship Id="rId6" Type="http://schemas.microsoft.com/office/2007/relationships/diagramDrawing" Target="../diagrams/drawing15.xml"/><Relationship Id="rId11" Type="http://schemas.openxmlformats.org/officeDocument/2006/relationships/image" Target="../media/image199.png"/><Relationship Id="rId5" Type="http://schemas.openxmlformats.org/officeDocument/2006/relationships/diagramColors" Target="../diagrams/colors15.xml"/><Relationship Id="rId15" Type="http://schemas.openxmlformats.org/officeDocument/2006/relationships/image" Target="../media/image203.png"/><Relationship Id="rId10" Type="http://schemas.openxmlformats.org/officeDocument/2006/relationships/image" Target="../media/image198.svg"/><Relationship Id="rId4" Type="http://schemas.openxmlformats.org/officeDocument/2006/relationships/diagramQuickStyle" Target="../diagrams/quickStyle15.xml"/><Relationship Id="rId9" Type="http://schemas.openxmlformats.org/officeDocument/2006/relationships/image" Target="../media/image197.png"/><Relationship Id="rId14" Type="http://schemas.openxmlformats.org/officeDocument/2006/relationships/image" Target="../media/image202.svg"/></Relationships>
</file>

<file path=ppt/slides/_rels/slide61.xml.rels><?xml version="1.0" encoding="UTF-8" standalone="yes"?>
<Relationships xmlns="http://schemas.openxmlformats.org/package/2006/relationships"><Relationship Id="rId8" Type="http://schemas.openxmlformats.org/officeDocument/2006/relationships/image" Target="../media/image207.png"/><Relationship Id="rId13" Type="http://schemas.openxmlformats.org/officeDocument/2006/relationships/image" Target="../media/image212.svg"/><Relationship Id="rId18" Type="http://schemas.openxmlformats.org/officeDocument/2006/relationships/image" Target="../media/image205.png"/><Relationship Id="rId3" Type="http://schemas.openxmlformats.org/officeDocument/2006/relationships/diagramData" Target="../diagrams/data16.xml"/><Relationship Id="rId7" Type="http://schemas.microsoft.com/office/2007/relationships/diagramDrawing" Target="../diagrams/drawing16.xml"/><Relationship Id="rId12" Type="http://schemas.openxmlformats.org/officeDocument/2006/relationships/image" Target="../media/image211.png"/><Relationship Id="rId17" Type="http://schemas.openxmlformats.org/officeDocument/2006/relationships/image" Target="../media/image204.svg"/><Relationship Id="rId2" Type="http://schemas.openxmlformats.org/officeDocument/2006/relationships/notesSlide" Target="../notesSlides/notesSlide23.xml"/><Relationship Id="rId16" Type="http://schemas.openxmlformats.org/officeDocument/2006/relationships/image" Target="../media/image203.png"/><Relationship Id="rId1" Type="http://schemas.openxmlformats.org/officeDocument/2006/relationships/slideLayout" Target="../slideLayouts/slideLayout6.xml"/><Relationship Id="rId6" Type="http://schemas.openxmlformats.org/officeDocument/2006/relationships/diagramColors" Target="../diagrams/colors16.xml"/><Relationship Id="rId11" Type="http://schemas.openxmlformats.org/officeDocument/2006/relationships/image" Target="../media/image210.svg"/><Relationship Id="rId5" Type="http://schemas.openxmlformats.org/officeDocument/2006/relationships/diagramQuickStyle" Target="../diagrams/quickStyle16.xml"/><Relationship Id="rId15" Type="http://schemas.openxmlformats.org/officeDocument/2006/relationships/image" Target="../media/image214.svg"/><Relationship Id="rId10" Type="http://schemas.openxmlformats.org/officeDocument/2006/relationships/image" Target="../media/image209.png"/><Relationship Id="rId19" Type="http://schemas.openxmlformats.org/officeDocument/2006/relationships/image" Target="../media/image206.svg"/><Relationship Id="rId4" Type="http://schemas.openxmlformats.org/officeDocument/2006/relationships/diagramLayout" Target="../diagrams/layout16.xml"/><Relationship Id="rId9" Type="http://schemas.openxmlformats.org/officeDocument/2006/relationships/image" Target="../media/image208.svg"/><Relationship Id="rId14" Type="http://schemas.openxmlformats.org/officeDocument/2006/relationships/image" Target="../media/image213.png"/></Relationships>
</file>

<file path=ppt/slides/_rels/slide62.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37.svg"/><Relationship Id="rId7" Type="http://schemas.openxmlformats.org/officeDocument/2006/relationships/image" Target="../media/image17.svg"/><Relationship Id="rId2"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6.svg"/><Relationship Id="rId5" Type="http://schemas.openxmlformats.org/officeDocument/2006/relationships/image" Target="../media/image39.svg"/><Relationship Id="rId10" Type="http://schemas.openxmlformats.org/officeDocument/2006/relationships/image" Target="../media/image215.png"/><Relationship Id="rId4" Type="http://schemas.openxmlformats.org/officeDocument/2006/relationships/image" Target="../media/image38.png"/><Relationship Id="rId9" Type="http://schemas.openxmlformats.org/officeDocument/2006/relationships/image" Target="../media/image166.svg"/></Relationships>
</file>

<file path=ppt/slides/_rels/slide63.xml.rels><?xml version="1.0" encoding="UTF-8" standalone="yes"?>
<Relationships xmlns="http://schemas.openxmlformats.org/package/2006/relationships"><Relationship Id="rId8" Type="http://schemas.openxmlformats.org/officeDocument/2006/relationships/image" Target="../media/image218.svg"/><Relationship Id="rId13" Type="http://schemas.openxmlformats.org/officeDocument/2006/relationships/image" Target="../media/image223.png"/><Relationship Id="rId18" Type="http://schemas.openxmlformats.org/officeDocument/2006/relationships/image" Target="../media/image228.svg"/><Relationship Id="rId3" Type="http://schemas.openxmlformats.org/officeDocument/2006/relationships/diagramLayout" Target="../diagrams/layout17.xml"/><Relationship Id="rId7" Type="http://schemas.openxmlformats.org/officeDocument/2006/relationships/image" Target="../media/image217.png"/><Relationship Id="rId12" Type="http://schemas.openxmlformats.org/officeDocument/2006/relationships/image" Target="../media/image222.svg"/><Relationship Id="rId17" Type="http://schemas.openxmlformats.org/officeDocument/2006/relationships/image" Target="../media/image227.png"/><Relationship Id="rId2" Type="http://schemas.openxmlformats.org/officeDocument/2006/relationships/diagramData" Target="../diagrams/data17.xml"/><Relationship Id="rId16" Type="http://schemas.openxmlformats.org/officeDocument/2006/relationships/image" Target="../media/image226.svg"/><Relationship Id="rId1" Type="http://schemas.openxmlformats.org/officeDocument/2006/relationships/slideLayout" Target="../slideLayouts/slideLayout2.xml"/><Relationship Id="rId6" Type="http://schemas.microsoft.com/office/2007/relationships/diagramDrawing" Target="../diagrams/drawing17.xml"/><Relationship Id="rId11" Type="http://schemas.openxmlformats.org/officeDocument/2006/relationships/image" Target="../media/image221.png"/><Relationship Id="rId5" Type="http://schemas.openxmlformats.org/officeDocument/2006/relationships/diagramColors" Target="../diagrams/colors17.xml"/><Relationship Id="rId15" Type="http://schemas.openxmlformats.org/officeDocument/2006/relationships/image" Target="../media/image225.png"/><Relationship Id="rId10" Type="http://schemas.openxmlformats.org/officeDocument/2006/relationships/image" Target="../media/image220.svg"/><Relationship Id="rId4" Type="http://schemas.openxmlformats.org/officeDocument/2006/relationships/diagramQuickStyle" Target="../diagrams/quickStyle17.xml"/><Relationship Id="rId9" Type="http://schemas.openxmlformats.org/officeDocument/2006/relationships/image" Target="../media/image219.png"/><Relationship Id="rId14" Type="http://schemas.openxmlformats.org/officeDocument/2006/relationships/image" Target="../media/image224.svg"/></Relationships>
</file>

<file path=ppt/slides/_rels/slide64.xml.rels><?xml version="1.0" encoding="UTF-8" standalone="yes"?>
<Relationships xmlns="http://schemas.openxmlformats.org/package/2006/relationships"><Relationship Id="rId8" Type="http://schemas.openxmlformats.org/officeDocument/2006/relationships/image" Target="../media/image217.png"/><Relationship Id="rId13" Type="http://schemas.openxmlformats.org/officeDocument/2006/relationships/image" Target="../media/image222.svg"/><Relationship Id="rId18" Type="http://schemas.openxmlformats.org/officeDocument/2006/relationships/image" Target="../media/image227.png"/><Relationship Id="rId3" Type="http://schemas.openxmlformats.org/officeDocument/2006/relationships/diagramData" Target="../diagrams/data18.xml"/><Relationship Id="rId7" Type="http://schemas.microsoft.com/office/2007/relationships/diagramDrawing" Target="../diagrams/drawing18.xml"/><Relationship Id="rId12" Type="http://schemas.openxmlformats.org/officeDocument/2006/relationships/image" Target="../media/image221.png"/><Relationship Id="rId17" Type="http://schemas.openxmlformats.org/officeDocument/2006/relationships/image" Target="../media/image226.svg"/><Relationship Id="rId2" Type="http://schemas.openxmlformats.org/officeDocument/2006/relationships/notesSlide" Target="../notesSlides/notesSlide24.xml"/><Relationship Id="rId16" Type="http://schemas.openxmlformats.org/officeDocument/2006/relationships/image" Target="../media/image225.png"/><Relationship Id="rId1" Type="http://schemas.openxmlformats.org/officeDocument/2006/relationships/slideLayout" Target="../slideLayouts/slideLayout6.xml"/><Relationship Id="rId6" Type="http://schemas.openxmlformats.org/officeDocument/2006/relationships/diagramColors" Target="../diagrams/colors18.xml"/><Relationship Id="rId11" Type="http://schemas.openxmlformats.org/officeDocument/2006/relationships/image" Target="../media/image220.svg"/><Relationship Id="rId5" Type="http://schemas.openxmlformats.org/officeDocument/2006/relationships/diagramQuickStyle" Target="../diagrams/quickStyle18.xml"/><Relationship Id="rId15" Type="http://schemas.openxmlformats.org/officeDocument/2006/relationships/image" Target="../media/image224.svg"/><Relationship Id="rId10" Type="http://schemas.openxmlformats.org/officeDocument/2006/relationships/image" Target="../media/image219.png"/><Relationship Id="rId19" Type="http://schemas.openxmlformats.org/officeDocument/2006/relationships/image" Target="../media/image228.svg"/><Relationship Id="rId4" Type="http://schemas.openxmlformats.org/officeDocument/2006/relationships/diagramLayout" Target="../diagrams/layout18.xml"/><Relationship Id="rId9" Type="http://schemas.openxmlformats.org/officeDocument/2006/relationships/image" Target="../media/image218.svg"/><Relationship Id="rId14" Type="http://schemas.openxmlformats.org/officeDocument/2006/relationships/image" Target="../media/image223.png"/></Relationships>
</file>

<file path=ppt/slides/_rels/slide65.xml.rels><?xml version="1.0" encoding="UTF-8" standalone="yes"?>
<Relationships xmlns="http://schemas.openxmlformats.org/package/2006/relationships"><Relationship Id="rId8" Type="http://schemas.openxmlformats.org/officeDocument/2006/relationships/image" Target="../media/image218.svg"/><Relationship Id="rId13" Type="http://schemas.openxmlformats.org/officeDocument/2006/relationships/image" Target="../media/image223.png"/><Relationship Id="rId18" Type="http://schemas.openxmlformats.org/officeDocument/2006/relationships/image" Target="../media/image228.svg"/><Relationship Id="rId3" Type="http://schemas.openxmlformats.org/officeDocument/2006/relationships/diagramLayout" Target="../diagrams/layout19.xml"/><Relationship Id="rId7" Type="http://schemas.openxmlformats.org/officeDocument/2006/relationships/image" Target="../media/image217.png"/><Relationship Id="rId12" Type="http://schemas.openxmlformats.org/officeDocument/2006/relationships/image" Target="../media/image222.svg"/><Relationship Id="rId17" Type="http://schemas.openxmlformats.org/officeDocument/2006/relationships/image" Target="../media/image227.png"/><Relationship Id="rId2" Type="http://schemas.openxmlformats.org/officeDocument/2006/relationships/diagramData" Target="../diagrams/data19.xml"/><Relationship Id="rId16" Type="http://schemas.openxmlformats.org/officeDocument/2006/relationships/image" Target="../media/image226.svg"/><Relationship Id="rId1" Type="http://schemas.openxmlformats.org/officeDocument/2006/relationships/slideLayout" Target="../slideLayouts/slideLayout2.xml"/><Relationship Id="rId6" Type="http://schemas.microsoft.com/office/2007/relationships/diagramDrawing" Target="../diagrams/drawing19.xml"/><Relationship Id="rId11" Type="http://schemas.openxmlformats.org/officeDocument/2006/relationships/image" Target="../media/image221.png"/><Relationship Id="rId5" Type="http://schemas.openxmlformats.org/officeDocument/2006/relationships/diagramColors" Target="../diagrams/colors19.xml"/><Relationship Id="rId15" Type="http://schemas.openxmlformats.org/officeDocument/2006/relationships/image" Target="../media/image225.png"/><Relationship Id="rId10" Type="http://schemas.openxmlformats.org/officeDocument/2006/relationships/image" Target="../media/image220.svg"/><Relationship Id="rId4" Type="http://schemas.openxmlformats.org/officeDocument/2006/relationships/diagramQuickStyle" Target="../diagrams/quickStyle19.xml"/><Relationship Id="rId9" Type="http://schemas.openxmlformats.org/officeDocument/2006/relationships/image" Target="../media/image219.png"/><Relationship Id="rId14" Type="http://schemas.openxmlformats.org/officeDocument/2006/relationships/image" Target="../media/image224.svg"/></Relationships>
</file>

<file path=ppt/slides/_rels/slide66.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194.svg"/><Relationship Id="rId3" Type="http://schemas.openxmlformats.org/officeDocument/2006/relationships/image" Target="../media/image16.png"/><Relationship Id="rId7" Type="http://schemas.openxmlformats.org/officeDocument/2006/relationships/image" Target="../media/image28.png"/><Relationship Id="rId12" Type="http://schemas.openxmlformats.org/officeDocument/2006/relationships/image" Target="../media/image193.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166.svg"/><Relationship Id="rId11" Type="http://schemas.openxmlformats.org/officeDocument/2006/relationships/image" Target="../media/image231.svg"/><Relationship Id="rId5" Type="http://schemas.openxmlformats.org/officeDocument/2006/relationships/image" Target="../media/image165.png"/><Relationship Id="rId10" Type="http://schemas.openxmlformats.org/officeDocument/2006/relationships/image" Target="../media/image230.png"/><Relationship Id="rId4" Type="http://schemas.openxmlformats.org/officeDocument/2006/relationships/image" Target="../media/image17.svg"/><Relationship Id="rId9" Type="http://schemas.openxmlformats.org/officeDocument/2006/relationships/image" Target="../media/image229.png"/></Relationships>
</file>

<file path=ppt/slides/_rels/slide67.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16.svg"/><Relationship Id="rId3" Type="http://schemas.openxmlformats.org/officeDocument/2006/relationships/image" Target="../media/image233.svg"/><Relationship Id="rId7" Type="http://schemas.openxmlformats.org/officeDocument/2006/relationships/image" Target="../media/image237.svg"/><Relationship Id="rId12" Type="http://schemas.openxmlformats.org/officeDocument/2006/relationships/image" Target="../media/image215.png"/><Relationship Id="rId17" Type="http://schemas.openxmlformats.org/officeDocument/2006/relationships/image" Target="../media/image245.svg"/><Relationship Id="rId2" Type="http://schemas.openxmlformats.org/officeDocument/2006/relationships/image" Target="../media/image232.png"/><Relationship Id="rId16" Type="http://schemas.openxmlformats.org/officeDocument/2006/relationships/image" Target="../media/image244.png"/><Relationship Id="rId1" Type="http://schemas.openxmlformats.org/officeDocument/2006/relationships/slideLayout" Target="../slideLayouts/slideLayout2.xml"/><Relationship Id="rId6" Type="http://schemas.openxmlformats.org/officeDocument/2006/relationships/image" Target="../media/image236.png"/><Relationship Id="rId11" Type="http://schemas.openxmlformats.org/officeDocument/2006/relationships/image" Target="../media/image241.svg"/><Relationship Id="rId5" Type="http://schemas.openxmlformats.org/officeDocument/2006/relationships/image" Target="../media/image235.svg"/><Relationship Id="rId15" Type="http://schemas.openxmlformats.org/officeDocument/2006/relationships/image" Target="../media/image243.svg"/><Relationship Id="rId10" Type="http://schemas.openxmlformats.org/officeDocument/2006/relationships/image" Target="../media/image240.png"/><Relationship Id="rId4" Type="http://schemas.openxmlformats.org/officeDocument/2006/relationships/image" Target="../media/image234.png"/><Relationship Id="rId9" Type="http://schemas.openxmlformats.org/officeDocument/2006/relationships/image" Target="../media/image239.svg"/><Relationship Id="rId14" Type="http://schemas.openxmlformats.org/officeDocument/2006/relationships/image" Target="../media/image242.png"/></Relationships>
</file>

<file path=ppt/slides/_rels/slide68.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16.svg"/><Relationship Id="rId3" Type="http://schemas.openxmlformats.org/officeDocument/2006/relationships/image" Target="../media/image233.svg"/><Relationship Id="rId7" Type="http://schemas.openxmlformats.org/officeDocument/2006/relationships/image" Target="../media/image237.svg"/><Relationship Id="rId12" Type="http://schemas.openxmlformats.org/officeDocument/2006/relationships/image" Target="../media/image215.png"/><Relationship Id="rId17" Type="http://schemas.openxmlformats.org/officeDocument/2006/relationships/image" Target="../media/image245.svg"/><Relationship Id="rId2" Type="http://schemas.openxmlformats.org/officeDocument/2006/relationships/image" Target="../media/image232.png"/><Relationship Id="rId16" Type="http://schemas.openxmlformats.org/officeDocument/2006/relationships/image" Target="../media/image244.png"/><Relationship Id="rId1" Type="http://schemas.openxmlformats.org/officeDocument/2006/relationships/slideLayout" Target="../slideLayouts/slideLayout6.xml"/><Relationship Id="rId6" Type="http://schemas.openxmlformats.org/officeDocument/2006/relationships/image" Target="../media/image236.png"/><Relationship Id="rId11" Type="http://schemas.openxmlformats.org/officeDocument/2006/relationships/image" Target="../media/image241.svg"/><Relationship Id="rId5" Type="http://schemas.openxmlformats.org/officeDocument/2006/relationships/image" Target="../media/image235.svg"/><Relationship Id="rId15" Type="http://schemas.openxmlformats.org/officeDocument/2006/relationships/image" Target="../media/image243.svg"/><Relationship Id="rId10" Type="http://schemas.openxmlformats.org/officeDocument/2006/relationships/image" Target="../media/image240.png"/><Relationship Id="rId4" Type="http://schemas.openxmlformats.org/officeDocument/2006/relationships/image" Target="../media/image234.png"/><Relationship Id="rId9" Type="http://schemas.openxmlformats.org/officeDocument/2006/relationships/image" Target="../media/image239.svg"/><Relationship Id="rId14" Type="http://schemas.openxmlformats.org/officeDocument/2006/relationships/image" Target="../media/image242.png"/></Relationships>
</file>

<file path=ppt/slides/_rels/slide69.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247.svg"/><Relationship Id="rId7" Type="http://schemas.openxmlformats.org/officeDocument/2006/relationships/image" Target="../media/image17.svg"/><Relationship Id="rId2" Type="http://schemas.openxmlformats.org/officeDocument/2006/relationships/image" Target="../media/image246.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94.svg"/><Relationship Id="rId4" Type="http://schemas.openxmlformats.org/officeDocument/2006/relationships/image" Target="../media/image193.png"/><Relationship Id="rId9" Type="http://schemas.openxmlformats.org/officeDocument/2006/relationships/image" Target="../media/image166.svg"/></Relationships>
</file>

<file path=ppt/slides/_rels/slide70.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16.svg"/><Relationship Id="rId18" Type="http://schemas.openxmlformats.org/officeDocument/2006/relationships/hyperlink" Target="https://en.wikipedia.org/wiki/Flow_(psychology)" TargetMode="External"/><Relationship Id="rId3" Type="http://schemas.openxmlformats.org/officeDocument/2006/relationships/image" Target="../media/image233.svg"/><Relationship Id="rId7" Type="http://schemas.openxmlformats.org/officeDocument/2006/relationships/image" Target="../media/image237.svg"/><Relationship Id="rId12" Type="http://schemas.openxmlformats.org/officeDocument/2006/relationships/image" Target="../media/image215.png"/><Relationship Id="rId17" Type="http://schemas.openxmlformats.org/officeDocument/2006/relationships/image" Target="../media/image249.svg"/><Relationship Id="rId2" Type="http://schemas.openxmlformats.org/officeDocument/2006/relationships/image" Target="../media/image232.png"/><Relationship Id="rId16" Type="http://schemas.openxmlformats.org/officeDocument/2006/relationships/image" Target="../media/image248.png"/><Relationship Id="rId1" Type="http://schemas.openxmlformats.org/officeDocument/2006/relationships/slideLayout" Target="../slideLayouts/slideLayout2.xml"/><Relationship Id="rId6" Type="http://schemas.openxmlformats.org/officeDocument/2006/relationships/image" Target="../media/image236.png"/><Relationship Id="rId11" Type="http://schemas.openxmlformats.org/officeDocument/2006/relationships/image" Target="../media/image241.svg"/><Relationship Id="rId5" Type="http://schemas.openxmlformats.org/officeDocument/2006/relationships/image" Target="../media/image235.svg"/><Relationship Id="rId15" Type="http://schemas.openxmlformats.org/officeDocument/2006/relationships/image" Target="../media/image243.svg"/><Relationship Id="rId10" Type="http://schemas.openxmlformats.org/officeDocument/2006/relationships/image" Target="../media/image240.png"/><Relationship Id="rId4" Type="http://schemas.openxmlformats.org/officeDocument/2006/relationships/image" Target="../media/image234.png"/><Relationship Id="rId9" Type="http://schemas.openxmlformats.org/officeDocument/2006/relationships/image" Target="../media/image239.svg"/><Relationship Id="rId14" Type="http://schemas.openxmlformats.org/officeDocument/2006/relationships/image" Target="../media/image242.png"/></Relationships>
</file>

<file path=ppt/slides/_rels/slide71.xml.rels><?xml version="1.0" encoding="UTF-8" standalone="yes"?>
<Relationships xmlns="http://schemas.openxmlformats.org/package/2006/relationships"><Relationship Id="rId8" Type="http://schemas.openxmlformats.org/officeDocument/2006/relationships/image" Target="../media/image237.svg"/><Relationship Id="rId13" Type="http://schemas.openxmlformats.org/officeDocument/2006/relationships/image" Target="../media/image215.png"/><Relationship Id="rId18" Type="http://schemas.openxmlformats.org/officeDocument/2006/relationships/image" Target="../media/image249.svg"/><Relationship Id="rId3" Type="http://schemas.openxmlformats.org/officeDocument/2006/relationships/image" Target="../media/image232.png"/><Relationship Id="rId7" Type="http://schemas.openxmlformats.org/officeDocument/2006/relationships/image" Target="../media/image236.png"/><Relationship Id="rId12" Type="http://schemas.openxmlformats.org/officeDocument/2006/relationships/image" Target="../media/image241.svg"/><Relationship Id="rId17" Type="http://schemas.openxmlformats.org/officeDocument/2006/relationships/image" Target="../media/image248.png"/><Relationship Id="rId2" Type="http://schemas.openxmlformats.org/officeDocument/2006/relationships/notesSlide" Target="../notesSlides/notesSlide26.xml"/><Relationship Id="rId16" Type="http://schemas.openxmlformats.org/officeDocument/2006/relationships/image" Target="../media/image243.svg"/><Relationship Id="rId1" Type="http://schemas.openxmlformats.org/officeDocument/2006/relationships/slideLayout" Target="../slideLayouts/slideLayout6.xml"/><Relationship Id="rId6" Type="http://schemas.openxmlformats.org/officeDocument/2006/relationships/image" Target="../media/image235.svg"/><Relationship Id="rId11" Type="http://schemas.openxmlformats.org/officeDocument/2006/relationships/image" Target="../media/image240.png"/><Relationship Id="rId5" Type="http://schemas.openxmlformats.org/officeDocument/2006/relationships/image" Target="../media/image234.png"/><Relationship Id="rId15" Type="http://schemas.openxmlformats.org/officeDocument/2006/relationships/image" Target="../media/image242.png"/><Relationship Id="rId10" Type="http://schemas.openxmlformats.org/officeDocument/2006/relationships/image" Target="../media/image239.svg"/><Relationship Id="rId4" Type="http://schemas.openxmlformats.org/officeDocument/2006/relationships/image" Target="../media/image233.svg"/><Relationship Id="rId9" Type="http://schemas.openxmlformats.org/officeDocument/2006/relationships/image" Target="../media/image238.png"/><Relationship Id="rId14" Type="http://schemas.openxmlformats.org/officeDocument/2006/relationships/image" Target="../media/image216.svg"/></Relationships>
</file>

<file path=ppt/slides/_rels/slide72.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16.svg"/><Relationship Id="rId3" Type="http://schemas.openxmlformats.org/officeDocument/2006/relationships/image" Target="../media/image233.svg"/><Relationship Id="rId7" Type="http://schemas.openxmlformats.org/officeDocument/2006/relationships/image" Target="../media/image237.svg"/><Relationship Id="rId12" Type="http://schemas.openxmlformats.org/officeDocument/2006/relationships/image" Target="../media/image215.png"/><Relationship Id="rId17" Type="http://schemas.openxmlformats.org/officeDocument/2006/relationships/image" Target="../media/image249.svg"/><Relationship Id="rId2" Type="http://schemas.openxmlformats.org/officeDocument/2006/relationships/image" Target="../media/image232.png"/><Relationship Id="rId16" Type="http://schemas.openxmlformats.org/officeDocument/2006/relationships/image" Target="../media/image248.png"/><Relationship Id="rId1" Type="http://schemas.openxmlformats.org/officeDocument/2006/relationships/slideLayout" Target="../slideLayouts/slideLayout2.xml"/><Relationship Id="rId6" Type="http://schemas.openxmlformats.org/officeDocument/2006/relationships/image" Target="../media/image236.png"/><Relationship Id="rId11" Type="http://schemas.openxmlformats.org/officeDocument/2006/relationships/image" Target="../media/image241.svg"/><Relationship Id="rId5" Type="http://schemas.openxmlformats.org/officeDocument/2006/relationships/image" Target="../media/image235.svg"/><Relationship Id="rId15" Type="http://schemas.openxmlformats.org/officeDocument/2006/relationships/image" Target="../media/image243.svg"/><Relationship Id="rId10" Type="http://schemas.openxmlformats.org/officeDocument/2006/relationships/image" Target="../media/image240.png"/><Relationship Id="rId4" Type="http://schemas.openxmlformats.org/officeDocument/2006/relationships/image" Target="../media/image234.png"/><Relationship Id="rId9" Type="http://schemas.openxmlformats.org/officeDocument/2006/relationships/image" Target="../media/image239.svg"/><Relationship Id="rId14" Type="http://schemas.openxmlformats.org/officeDocument/2006/relationships/image" Target="../media/image242.png"/></Relationships>
</file>

<file path=ppt/slides/_rels/slide73.xml.rels><?xml version="1.0" encoding="UTF-8" standalone="yes"?>
<Relationships xmlns="http://schemas.openxmlformats.org/package/2006/relationships"><Relationship Id="rId8" Type="http://schemas.openxmlformats.org/officeDocument/2006/relationships/image" Target="../media/image237.svg"/><Relationship Id="rId13" Type="http://schemas.openxmlformats.org/officeDocument/2006/relationships/image" Target="../media/image215.png"/><Relationship Id="rId18" Type="http://schemas.openxmlformats.org/officeDocument/2006/relationships/image" Target="../media/image249.svg"/><Relationship Id="rId3" Type="http://schemas.openxmlformats.org/officeDocument/2006/relationships/image" Target="../media/image232.png"/><Relationship Id="rId7" Type="http://schemas.openxmlformats.org/officeDocument/2006/relationships/image" Target="../media/image236.png"/><Relationship Id="rId12" Type="http://schemas.openxmlformats.org/officeDocument/2006/relationships/image" Target="../media/image241.svg"/><Relationship Id="rId17" Type="http://schemas.openxmlformats.org/officeDocument/2006/relationships/image" Target="../media/image248.png"/><Relationship Id="rId2" Type="http://schemas.openxmlformats.org/officeDocument/2006/relationships/notesSlide" Target="../notesSlides/notesSlide27.xml"/><Relationship Id="rId16" Type="http://schemas.openxmlformats.org/officeDocument/2006/relationships/image" Target="../media/image243.svg"/><Relationship Id="rId1" Type="http://schemas.openxmlformats.org/officeDocument/2006/relationships/slideLayout" Target="../slideLayouts/slideLayout6.xml"/><Relationship Id="rId6" Type="http://schemas.openxmlformats.org/officeDocument/2006/relationships/image" Target="../media/image235.svg"/><Relationship Id="rId11" Type="http://schemas.openxmlformats.org/officeDocument/2006/relationships/image" Target="../media/image240.png"/><Relationship Id="rId5" Type="http://schemas.openxmlformats.org/officeDocument/2006/relationships/image" Target="../media/image234.png"/><Relationship Id="rId15" Type="http://schemas.openxmlformats.org/officeDocument/2006/relationships/image" Target="../media/image242.png"/><Relationship Id="rId10" Type="http://schemas.openxmlformats.org/officeDocument/2006/relationships/image" Target="../media/image239.svg"/><Relationship Id="rId4" Type="http://schemas.openxmlformats.org/officeDocument/2006/relationships/image" Target="../media/image233.svg"/><Relationship Id="rId9" Type="http://schemas.openxmlformats.org/officeDocument/2006/relationships/image" Target="../media/image238.png"/><Relationship Id="rId14" Type="http://schemas.openxmlformats.org/officeDocument/2006/relationships/image" Target="../media/image216.svg"/></Relationships>
</file>

<file path=ppt/slides/_rels/slide74.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16.svg"/><Relationship Id="rId3" Type="http://schemas.openxmlformats.org/officeDocument/2006/relationships/image" Target="../media/image233.svg"/><Relationship Id="rId7" Type="http://schemas.openxmlformats.org/officeDocument/2006/relationships/image" Target="../media/image237.svg"/><Relationship Id="rId12" Type="http://schemas.openxmlformats.org/officeDocument/2006/relationships/image" Target="../media/image215.png"/><Relationship Id="rId17" Type="http://schemas.openxmlformats.org/officeDocument/2006/relationships/image" Target="../media/image249.svg"/><Relationship Id="rId2" Type="http://schemas.openxmlformats.org/officeDocument/2006/relationships/image" Target="../media/image232.png"/><Relationship Id="rId16" Type="http://schemas.openxmlformats.org/officeDocument/2006/relationships/image" Target="../media/image248.png"/><Relationship Id="rId1" Type="http://schemas.openxmlformats.org/officeDocument/2006/relationships/slideLayout" Target="../slideLayouts/slideLayout2.xml"/><Relationship Id="rId6" Type="http://schemas.openxmlformats.org/officeDocument/2006/relationships/image" Target="../media/image236.png"/><Relationship Id="rId11" Type="http://schemas.openxmlformats.org/officeDocument/2006/relationships/image" Target="../media/image241.svg"/><Relationship Id="rId5" Type="http://schemas.openxmlformats.org/officeDocument/2006/relationships/image" Target="../media/image235.svg"/><Relationship Id="rId15" Type="http://schemas.openxmlformats.org/officeDocument/2006/relationships/image" Target="../media/image243.svg"/><Relationship Id="rId10" Type="http://schemas.openxmlformats.org/officeDocument/2006/relationships/image" Target="../media/image240.png"/><Relationship Id="rId4" Type="http://schemas.openxmlformats.org/officeDocument/2006/relationships/image" Target="../media/image234.png"/><Relationship Id="rId9" Type="http://schemas.openxmlformats.org/officeDocument/2006/relationships/image" Target="../media/image239.svg"/><Relationship Id="rId14" Type="http://schemas.openxmlformats.org/officeDocument/2006/relationships/image" Target="../media/image242.png"/></Relationships>
</file>

<file path=ppt/slides/_rels/slide75.xml.rels><?xml version="1.0" encoding="UTF-8" standalone="yes"?>
<Relationships xmlns="http://schemas.openxmlformats.org/package/2006/relationships"><Relationship Id="rId8" Type="http://schemas.openxmlformats.org/officeDocument/2006/relationships/image" Target="../media/image237.svg"/><Relationship Id="rId13" Type="http://schemas.openxmlformats.org/officeDocument/2006/relationships/image" Target="../media/image215.png"/><Relationship Id="rId18" Type="http://schemas.openxmlformats.org/officeDocument/2006/relationships/image" Target="../media/image249.svg"/><Relationship Id="rId3" Type="http://schemas.openxmlformats.org/officeDocument/2006/relationships/image" Target="../media/image232.png"/><Relationship Id="rId7" Type="http://schemas.openxmlformats.org/officeDocument/2006/relationships/image" Target="../media/image236.png"/><Relationship Id="rId12" Type="http://schemas.openxmlformats.org/officeDocument/2006/relationships/image" Target="../media/image241.svg"/><Relationship Id="rId17" Type="http://schemas.openxmlformats.org/officeDocument/2006/relationships/image" Target="../media/image248.png"/><Relationship Id="rId2" Type="http://schemas.openxmlformats.org/officeDocument/2006/relationships/notesSlide" Target="../notesSlides/notesSlide28.xml"/><Relationship Id="rId16" Type="http://schemas.openxmlformats.org/officeDocument/2006/relationships/image" Target="../media/image243.svg"/><Relationship Id="rId1" Type="http://schemas.openxmlformats.org/officeDocument/2006/relationships/slideLayout" Target="../slideLayouts/slideLayout6.xml"/><Relationship Id="rId6" Type="http://schemas.openxmlformats.org/officeDocument/2006/relationships/image" Target="../media/image235.svg"/><Relationship Id="rId11" Type="http://schemas.openxmlformats.org/officeDocument/2006/relationships/image" Target="../media/image240.png"/><Relationship Id="rId5" Type="http://schemas.openxmlformats.org/officeDocument/2006/relationships/image" Target="../media/image234.png"/><Relationship Id="rId15" Type="http://schemas.openxmlformats.org/officeDocument/2006/relationships/image" Target="../media/image242.png"/><Relationship Id="rId10" Type="http://schemas.openxmlformats.org/officeDocument/2006/relationships/image" Target="../media/image239.svg"/><Relationship Id="rId4" Type="http://schemas.openxmlformats.org/officeDocument/2006/relationships/image" Target="../media/image233.svg"/><Relationship Id="rId9" Type="http://schemas.openxmlformats.org/officeDocument/2006/relationships/image" Target="../media/image238.png"/><Relationship Id="rId14" Type="http://schemas.openxmlformats.org/officeDocument/2006/relationships/image" Target="../media/image216.svg"/></Relationships>
</file>

<file path=ppt/slides/_rels/slide76.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16.svg"/><Relationship Id="rId3" Type="http://schemas.openxmlformats.org/officeDocument/2006/relationships/image" Target="../media/image233.svg"/><Relationship Id="rId7" Type="http://schemas.openxmlformats.org/officeDocument/2006/relationships/image" Target="../media/image237.svg"/><Relationship Id="rId12" Type="http://schemas.openxmlformats.org/officeDocument/2006/relationships/image" Target="../media/image215.png"/><Relationship Id="rId17" Type="http://schemas.openxmlformats.org/officeDocument/2006/relationships/image" Target="../media/image249.svg"/><Relationship Id="rId2" Type="http://schemas.openxmlformats.org/officeDocument/2006/relationships/image" Target="../media/image232.png"/><Relationship Id="rId16" Type="http://schemas.openxmlformats.org/officeDocument/2006/relationships/image" Target="../media/image248.png"/><Relationship Id="rId1" Type="http://schemas.openxmlformats.org/officeDocument/2006/relationships/slideLayout" Target="../slideLayouts/slideLayout2.xml"/><Relationship Id="rId6" Type="http://schemas.openxmlformats.org/officeDocument/2006/relationships/image" Target="../media/image236.png"/><Relationship Id="rId11" Type="http://schemas.openxmlformats.org/officeDocument/2006/relationships/image" Target="../media/image241.svg"/><Relationship Id="rId5" Type="http://schemas.openxmlformats.org/officeDocument/2006/relationships/image" Target="../media/image235.svg"/><Relationship Id="rId15" Type="http://schemas.openxmlformats.org/officeDocument/2006/relationships/image" Target="../media/image243.svg"/><Relationship Id="rId10" Type="http://schemas.openxmlformats.org/officeDocument/2006/relationships/image" Target="../media/image240.png"/><Relationship Id="rId4" Type="http://schemas.openxmlformats.org/officeDocument/2006/relationships/image" Target="../media/image234.png"/><Relationship Id="rId9" Type="http://schemas.openxmlformats.org/officeDocument/2006/relationships/image" Target="../media/image239.svg"/><Relationship Id="rId14" Type="http://schemas.openxmlformats.org/officeDocument/2006/relationships/image" Target="../media/image242.png"/></Relationships>
</file>

<file path=ppt/slides/_rels/slide7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166.svg"/><Relationship Id="rId5" Type="http://schemas.openxmlformats.org/officeDocument/2006/relationships/image" Target="../media/image165.png"/><Relationship Id="rId4" Type="http://schemas.openxmlformats.org/officeDocument/2006/relationships/image" Target="../media/image17.svg"/></Relationships>
</file>

<file path=ppt/slides/_rels/slide78.xml.rels><?xml version="1.0" encoding="UTF-8" standalone="yes"?>
<Relationships xmlns="http://schemas.openxmlformats.org/package/2006/relationships"><Relationship Id="rId3" Type="http://schemas.openxmlformats.org/officeDocument/2006/relationships/image" Target="../media/image182.svg"/><Relationship Id="rId7" Type="http://schemas.openxmlformats.org/officeDocument/2006/relationships/image" Target="../media/image110.sv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251.svg"/><Relationship Id="rId4" Type="http://schemas.openxmlformats.org/officeDocument/2006/relationships/image" Target="../media/image250.png"/></Relationships>
</file>

<file path=ppt/slides/_rels/slide79.xml.rels><?xml version="1.0" encoding="UTF-8" standalone="yes"?>
<Relationships xmlns="http://schemas.openxmlformats.org/package/2006/relationships"><Relationship Id="rId3" Type="http://schemas.openxmlformats.org/officeDocument/2006/relationships/image" Target="../media/image182.svg"/><Relationship Id="rId2" Type="http://schemas.openxmlformats.org/officeDocument/2006/relationships/image" Target="../media/image181.png"/><Relationship Id="rId1" Type="http://schemas.openxmlformats.org/officeDocument/2006/relationships/slideLayout" Target="../slideLayouts/slideLayout2.xml"/><Relationship Id="rId5" Type="http://schemas.openxmlformats.org/officeDocument/2006/relationships/image" Target="../media/image110.svg"/><Relationship Id="rId4" Type="http://schemas.openxmlformats.org/officeDocument/2006/relationships/image" Target="../media/image109.png"/></Relationships>
</file>

<file path=ppt/slides/_rels/slide80.xml.rels><?xml version="1.0" encoding="UTF-8" standalone="yes"?>
<Relationships xmlns="http://schemas.openxmlformats.org/package/2006/relationships"><Relationship Id="rId3" Type="http://schemas.openxmlformats.org/officeDocument/2006/relationships/image" Target="../media/image182.svg"/><Relationship Id="rId7" Type="http://schemas.openxmlformats.org/officeDocument/2006/relationships/image" Target="../media/image110.svg"/><Relationship Id="rId2" Type="http://schemas.openxmlformats.org/officeDocument/2006/relationships/image" Target="../media/image181.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251.svg"/><Relationship Id="rId4" Type="http://schemas.openxmlformats.org/officeDocument/2006/relationships/image" Target="../media/image250.png"/></Relationships>
</file>

<file path=ppt/slides/_rels/slide81.xml.rels><?xml version="1.0" encoding="UTF-8" standalone="yes"?>
<Relationships xmlns="http://schemas.openxmlformats.org/package/2006/relationships"><Relationship Id="rId3" Type="http://schemas.openxmlformats.org/officeDocument/2006/relationships/image" Target="../media/image182.sv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82.svg"/><Relationship Id="rId2" Type="http://schemas.openxmlformats.org/officeDocument/2006/relationships/image" Target="../media/image181.png"/><Relationship Id="rId1" Type="http://schemas.openxmlformats.org/officeDocument/2006/relationships/slideLayout" Target="../slideLayouts/slideLayout2.xml"/><Relationship Id="rId5" Type="http://schemas.openxmlformats.org/officeDocument/2006/relationships/image" Target="../media/image251.svg"/><Relationship Id="rId4" Type="http://schemas.openxmlformats.org/officeDocument/2006/relationships/image" Target="../media/image250.png"/></Relationships>
</file>

<file path=ppt/slides/_rels/slide83.xml.rels><?xml version="1.0" encoding="UTF-8" standalone="yes"?>
<Relationships xmlns="http://schemas.openxmlformats.org/package/2006/relationships"><Relationship Id="rId3" Type="http://schemas.openxmlformats.org/officeDocument/2006/relationships/image" Target="../media/image182.svg"/><Relationship Id="rId7" Type="http://schemas.openxmlformats.org/officeDocument/2006/relationships/image" Target="../media/image110.svg"/><Relationship Id="rId2" Type="http://schemas.openxmlformats.org/officeDocument/2006/relationships/image" Target="../media/image181.png"/><Relationship Id="rId1" Type="http://schemas.openxmlformats.org/officeDocument/2006/relationships/slideLayout" Target="../slideLayouts/slideLayout6.xml"/><Relationship Id="rId6" Type="http://schemas.openxmlformats.org/officeDocument/2006/relationships/image" Target="../media/image109.png"/><Relationship Id="rId5" Type="http://schemas.openxmlformats.org/officeDocument/2006/relationships/image" Target="../media/image251.svg"/><Relationship Id="rId4" Type="http://schemas.openxmlformats.org/officeDocument/2006/relationships/image" Target="../media/image250.png"/></Relationships>
</file>

<file path=ppt/slides/_rels/slide84.xml.rels><?xml version="1.0" encoding="UTF-8" standalone="yes"?>
<Relationships xmlns="http://schemas.openxmlformats.org/package/2006/relationships"><Relationship Id="rId3" Type="http://schemas.openxmlformats.org/officeDocument/2006/relationships/image" Target="../media/image253.svg"/><Relationship Id="rId2" Type="http://schemas.openxmlformats.org/officeDocument/2006/relationships/image" Target="../media/image252.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8" Type="http://schemas.openxmlformats.org/officeDocument/2006/relationships/image" Target="../media/image260.png"/><Relationship Id="rId13" Type="http://schemas.openxmlformats.org/officeDocument/2006/relationships/image" Target="../media/image140.svg"/><Relationship Id="rId18" Type="http://schemas.openxmlformats.org/officeDocument/2006/relationships/image" Target="../media/image266.png"/><Relationship Id="rId26" Type="http://schemas.openxmlformats.org/officeDocument/2006/relationships/image" Target="../media/image272.png"/><Relationship Id="rId3" Type="http://schemas.openxmlformats.org/officeDocument/2006/relationships/image" Target="../media/image255.svg"/><Relationship Id="rId21" Type="http://schemas.openxmlformats.org/officeDocument/2006/relationships/image" Target="../media/image269.svg"/><Relationship Id="rId7" Type="http://schemas.openxmlformats.org/officeDocument/2006/relationships/image" Target="../media/image259.svg"/><Relationship Id="rId12" Type="http://schemas.openxmlformats.org/officeDocument/2006/relationships/image" Target="../media/image139.png"/><Relationship Id="rId17" Type="http://schemas.openxmlformats.org/officeDocument/2006/relationships/image" Target="../media/image265.svg"/><Relationship Id="rId25" Type="http://schemas.openxmlformats.org/officeDocument/2006/relationships/image" Target="../media/image271.svg"/><Relationship Id="rId2" Type="http://schemas.openxmlformats.org/officeDocument/2006/relationships/image" Target="../media/image254.png"/><Relationship Id="rId16" Type="http://schemas.openxmlformats.org/officeDocument/2006/relationships/image" Target="../media/image264.png"/><Relationship Id="rId20" Type="http://schemas.openxmlformats.org/officeDocument/2006/relationships/image" Target="../media/image268.png"/><Relationship Id="rId29" Type="http://schemas.openxmlformats.org/officeDocument/2006/relationships/image" Target="../media/image275.svg"/><Relationship Id="rId1" Type="http://schemas.openxmlformats.org/officeDocument/2006/relationships/slideLayout" Target="../slideLayouts/slideLayout2.xml"/><Relationship Id="rId6" Type="http://schemas.openxmlformats.org/officeDocument/2006/relationships/image" Target="../media/image258.png"/><Relationship Id="rId11" Type="http://schemas.openxmlformats.org/officeDocument/2006/relationships/image" Target="../media/image132.svg"/><Relationship Id="rId24" Type="http://schemas.openxmlformats.org/officeDocument/2006/relationships/image" Target="../media/image270.png"/><Relationship Id="rId5" Type="http://schemas.openxmlformats.org/officeDocument/2006/relationships/image" Target="../media/image257.svg"/><Relationship Id="rId15" Type="http://schemas.openxmlformats.org/officeDocument/2006/relationships/image" Target="../media/image263.svg"/><Relationship Id="rId23" Type="http://schemas.openxmlformats.org/officeDocument/2006/relationships/image" Target="../media/image110.svg"/><Relationship Id="rId28" Type="http://schemas.openxmlformats.org/officeDocument/2006/relationships/image" Target="../media/image274.png"/><Relationship Id="rId10" Type="http://schemas.openxmlformats.org/officeDocument/2006/relationships/image" Target="../media/image131.png"/><Relationship Id="rId19" Type="http://schemas.openxmlformats.org/officeDocument/2006/relationships/image" Target="../media/image267.svg"/><Relationship Id="rId4" Type="http://schemas.openxmlformats.org/officeDocument/2006/relationships/image" Target="../media/image256.png"/><Relationship Id="rId9" Type="http://schemas.openxmlformats.org/officeDocument/2006/relationships/image" Target="../media/image261.svg"/><Relationship Id="rId14" Type="http://schemas.openxmlformats.org/officeDocument/2006/relationships/image" Target="../media/image262.png"/><Relationship Id="rId22" Type="http://schemas.openxmlformats.org/officeDocument/2006/relationships/image" Target="../media/image109.png"/><Relationship Id="rId27" Type="http://schemas.openxmlformats.org/officeDocument/2006/relationships/image" Target="../media/image273.svg"/></Relationships>
</file>

<file path=ppt/slides/_rels/slide86.xml.rels><?xml version="1.0" encoding="UTF-8" standalone="yes"?>
<Relationships xmlns="http://schemas.openxmlformats.org/package/2006/relationships"><Relationship Id="rId8" Type="http://schemas.openxmlformats.org/officeDocument/2006/relationships/image" Target="../media/image273.svg"/><Relationship Id="rId13" Type="http://schemas.openxmlformats.org/officeDocument/2006/relationships/image" Target="../media/image256.png"/><Relationship Id="rId18" Type="http://schemas.openxmlformats.org/officeDocument/2006/relationships/image" Target="../media/image261.svg"/><Relationship Id="rId26" Type="http://schemas.openxmlformats.org/officeDocument/2006/relationships/image" Target="../media/image265.svg"/><Relationship Id="rId3" Type="http://schemas.openxmlformats.org/officeDocument/2006/relationships/image" Target="../media/image109.png"/><Relationship Id="rId21" Type="http://schemas.openxmlformats.org/officeDocument/2006/relationships/image" Target="../media/image139.png"/><Relationship Id="rId7" Type="http://schemas.openxmlformats.org/officeDocument/2006/relationships/image" Target="../media/image272.png"/><Relationship Id="rId12" Type="http://schemas.openxmlformats.org/officeDocument/2006/relationships/image" Target="../media/image255.svg"/><Relationship Id="rId17" Type="http://schemas.openxmlformats.org/officeDocument/2006/relationships/image" Target="../media/image260.png"/><Relationship Id="rId25" Type="http://schemas.openxmlformats.org/officeDocument/2006/relationships/image" Target="../media/image264.png"/><Relationship Id="rId2" Type="http://schemas.openxmlformats.org/officeDocument/2006/relationships/notesSlide" Target="../notesSlides/notesSlide30.xml"/><Relationship Id="rId16" Type="http://schemas.openxmlformats.org/officeDocument/2006/relationships/image" Target="../media/image259.svg"/><Relationship Id="rId20" Type="http://schemas.openxmlformats.org/officeDocument/2006/relationships/image" Target="../media/image132.svg"/><Relationship Id="rId29" Type="http://schemas.openxmlformats.org/officeDocument/2006/relationships/image" Target="../media/image268.png"/><Relationship Id="rId1" Type="http://schemas.openxmlformats.org/officeDocument/2006/relationships/slideLayout" Target="../slideLayouts/slideLayout6.xml"/><Relationship Id="rId6" Type="http://schemas.openxmlformats.org/officeDocument/2006/relationships/image" Target="../media/image271.svg"/><Relationship Id="rId11" Type="http://schemas.openxmlformats.org/officeDocument/2006/relationships/image" Target="../media/image254.png"/><Relationship Id="rId24" Type="http://schemas.openxmlformats.org/officeDocument/2006/relationships/image" Target="../media/image263.svg"/><Relationship Id="rId5" Type="http://schemas.openxmlformats.org/officeDocument/2006/relationships/image" Target="../media/image270.png"/><Relationship Id="rId15" Type="http://schemas.openxmlformats.org/officeDocument/2006/relationships/image" Target="../media/image258.png"/><Relationship Id="rId23" Type="http://schemas.openxmlformats.org/officeDocument/2006/relationships/image" Target="../media/image262.png"/><Relationship Id="rId28" Type="http://schemas.openxmlformats.org/officeDocument/2006/relationships/image" Target="../media/image267.svg"/><Relationship Id="rId10" Type="http://schemas.openxmlformats.org/officeDocument/2006/relationships/image" Target="../media/image275.svg"/><Relationship Id="rId19" Type="http://schemas.openxmlformats.org/officeDocument/2006/relationships/image" Target="../media/image131.png"/><Relationship Id="rId4" Type="http://schemas.openxmlformats.org/officeDocument/2006/relationships/image" Target="../media/image110.svg"/><Relationship Id="rId9" Type="http://schemas.openxmlformats.org/officeDocument/2006/relationships/image" Target="../media/image274.png"/><Relationship Id="rId14" Type="http://schemas.openxmlformats.org/officeDocument/2006/relationships/image" Target="../media/image257.svg"/><Relationship Id="rId22" Type="http://schemas.openxmlformats.org/officeDocument/2006/relationships/image" Target="../media/image140.svg"/><Relationship Id="rId27" Type="http://schemas.openxmlformats.org/officeDocument/2006/relationships/image" Target="../media/image266.png"/><Relationship Id="rId30" Type="http://schemas.openxmlformats.org/officeDocument/2006/relationships/image" Target="../media/image269.svg"/></Relationships>
</file>

<file path=ppt/slides/_rels/slide87.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271.svg"/><Relationship Id="rId2" Type="http://schemas.openxmlformats.org/officeDocument/2006/relationships/image" Target="../media/image270.png"/><Relationship Id="rId1" Type="http://schemas.openxmlformats.org/officeDocument/2006/relationships/slideLayout" Target="../slideLayouts/slideLayout2.xml"/><Relationship Id="rId5" Type="http://schemas.openxmlformats.org/officeDocument/2006/relationships/image" Target="../media/image277.svg"/><Relationship Id="rId4" Type="http://schemas.openxmlformats.org/officeDocument/2006/relationships/image" Target="../media/image276.png"/></Relationships>
</file>

<file path=ppt/slides/_rels/slide91.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277.svg"/><Relationship Id="rId5" Type="http://schemas.openxmlformats.org/officeDocument/2006/relationships/image" Target="../media/image276.png"/><Relationship Id="rId4" Type="http://schemas.openxmlformats.org/officeDocument/2006/relationships/image" Target="../media/image271.svg"/></Relationships>
</file>

<file path=ppt/slides/_rels/slide92.xml.rels><?xml version="1.0" encoding="UTF-8" standalone="yes"?>
<Relationships xmlns="http://schemas.openxmlformats.org/package/2006/relationships"><Relationship Id="rId3" Type="http://schemas.openxmlformats.org/officeDocument/2006/relationships/image" Target="../media/image277.svg"/><Relationship Id="rId2" Type="http://schemas.openxmlformats.org/officeDocument/2006/relationships/image" Target="../media/image27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77.svg"/><Relationship Id="rId2" Type="http://schemas.openxmlformats.org/officeDocument/2006/relationships/image" Target="../media/image27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image" Target="../media/image276.png"/><Relationship Id="rId3" Type="http://schemas.openxmlformats.org/officeDocument/2006/relationships/image" Target="../media/image235.svg"/><Relationship Id="rId7" Type="http://schemas.openxmlformats.org/officeDocument/2006/relationships/image" Target="../media/image241.svg"/><Relationship Id="rId2" Type="http://schemas.openxmlformats.org/officeDocument/2006/relationships/image" Target="../media/image234.png"/><Relationship Id="rId1" Type="http://schemas.openxmlformats.org/officeDocument/2006/relationships/slideLayout" Target="../slideLayouts/slideLayout3.xml"/><Relationship Id="rId6" Type="http://schemas.openxmlformats.org/officeDocument/2006/relationships/image" Target="../media/image240.png"/><Relationship Id="rId11" Type="http://schemas.openxmlformats.org/officeDocument/2006/relationships/image" Target="../media/image53.svg"/><Relationship Id="rId5" Type="http://schemas.openxmlformats.org/officeDocument/2006/relationships/image" Target="../media/image239.svg"/><Relationship Id="rId10" Type="http://schemas.openxmlformats.org/officeDocument/2006/relationships/image" Target="../media/image52.png"/><Relationship Id="rId4" Type="http://schemas.openxmlformats.org/officeDocument/2006/relationships/image" Target="../media/image238.png"/><Relationship Id="rId9" Type="http://schemas.openxmlformats.org/officeDocument/2006/relationships/image" Target="../media/image277.svg"/></Relationships>
</file>

<file path=ppt/slides/_rels/slide95.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241.svg"/><Relationship Id="rId7" Type="http://schemas.openxmlformats.org/officeDocument/2006/relationships/image" Target="../media/image279.sv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278.png"/><Relationship Id="rId5" Type="http://schemas.openxmlformats.org/officeDocument/2006/relationships/image" Target="../media/image277.svg"/><Relationship Id="rId4" Type="http://schemas.openxmlformats.org/officeDocument/2006/relationships/image" Target="../media/image276.png"/><Relationship Id="rId9" Type="http://schemas.openxmlformats.org/officeDocument/2006/relationships/image" Target="../media/image281.svg"/></Relationships>
</file>

<file path=ppt/slides/_rels/slide96.xml.rels><?xml version="1.0" encoding="UTF-8" standalone="yes"?>
<Relationships xmlns="http://schemas.openxmlformats.org/package/2006/relationships"><Relationship Id="rId8" Type="http://schemas.openxmlformats.org/officeDocument/2006/relationships/image" Target="../media/image279.svg"/><Relationship Id="rId3" Type="http://schemas.openxmlformats.org/officeDocument/2006/relationships/image" Target="../media/image240.png"/><Relationship Id="rId7" Type="http://schemas.openxmlformats.org/officeDocument/2006/relationships/image" Target="../media/image278.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277.svg"/><Relationship Id="rId5" Type="http://schemas.openxmlformats.org/officeDocument/2006/relationships/image" Target="../media/image276.png"/><Relationship Id="rId10" Type="http://schemas.openxmlformats.org/officeDocument/2006/relationships/image" Target="../media/image281.svg"/><Relationship Id="rId4" Type="http://schemas.openxmlformats.org/officeDocument/2006/relationships/image" Target="../media/image241.svg"/><Relationship Id="rId9" Type="http://schemas.openxmlformats.org/officeDocument/2006/relationships/image" Target="../media/image280.png"/></Relationships>
</file>

<file path=ppt/slides/_rels/slide97.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241.svg"/><Relationship Id="rId7" Type="http://schemas.openxmlformats.org/officeDocument/2006/relationships/image" Target="../media/image279.sv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278.png"/><Relationship Id="rId5" Type="http://schemas.openxmlformats.org/officeDocument/2006/relationships/image" Target="../media/image277.svg"/><Relationship Id="rId4" Type="http://schemas.openxmlformats.org/officeDocument/2006/relationships/image" Target="../media/image276.png"/><Relationship Id="rId9" Type="http://schemas.openxmlformats.org/officeDocument/2006/relationships/image" Target="../media/image281.svg"/></Relationships>
</file>

<file path=ppt/slides/_rels/slide98.xml.rels><?xml version="1.0" encoding="UTF-8" standalone="yes"?>
<Relationships xmlns="http://schemas.openxmlformats.org/package/2006/relationships"><Relationship Id="rId8" Type="http://schemas.openxmlformats.org/officeDocument/2006/relationships/image" Target="../media/image284.png"/><Relationship Id="rId3" Type="http://schemas.openxmlformats.org/officeDocument/2006/relationships/image" Target="../media/image17.svg"/><Relationship Id="rId7" Type="http://schemas.openxmlformats.org/officeDocument/2006/relationships/image" Target="../media/image283.sv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82.png"/><Relationship Id="rId11" Type="http://schemas.openxmlformats.org/officeDocument/2006/relationships/image" Target="../media/image287.svg"/><Relationship Id="rId5" Type="http://schemas.openxmlformats.org/officeDocument/2006/relationships/image" Target="../media/image166.svg"/><Relationship Id="rId10" Type="http://schemas.openxmlformats.org/officeDocument/2006/relationships/image" Target="../media/image286.png"/><Relationship Id="rId4" Type="http://schemas.openxmlformats.org/officeDocument/2006/relationships/image" Target="../media/image165.png"/><Relationship Id="rId9" Type="http://schemas.openxmlformats.org/officeDocument/2006/relationships/image" Target="../media/image285.svg"/></Relationships>
</file>

<file path=ppt/slides/_rels/slide99.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chart" Target="../charts/chart1.xml"/><Relationship Id="rId7" Type="http://schemas.openxmlformats.org/officeDocument/2006/relationships/image" Target="../media/image291.svg"/><Relationship Id="rId2" Type="http://schemas.openxmlformats.org/officeDocument/2006/relationships/hyperlink" Target="https://files.eric.ed.gov/fulltext/ED542465.pdf" TargetMode="External"/><Relationship Id="rId1" Type="http://schemas.openxmlformats.org/officeDocument/2006/relationships/slideLayout" Target="../slideLayouts/slideLayout2.xml"/><Relationship Id="rId6" Type="http://schemas.openxmlformats.org/officeDocument/2006/relationships/image" Target="../media/image290.png"/><Relationship Id="rId5" Type="http://schemas.openxmlformats.org/officeDocument/2006/relationships/image" Target="../media/image261.svg"/><Relationship Id="rId4" Type="http://schemas.openxmlformats.org/officeDocument/2006/relationships/image" Target="../media/image260.png"/><Relationship Id="rId9" Type="http://schemas.openxmlformats.org/officeDocument/2006/relationships/image" Target="../media/image120.svg"/></Relationships>
</file>

<file path=ppt/slides/_rels/slide100.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chart" Target="../charts/chart2.xml"/><Relationship Id="rId7" Type="http://schemas.openxmlformats.org/officeDocument/2006/relationships/image" Target="../media/image291.sv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290.png"/><Relationship Id="rId5" Type="http://schemas.openxmlformats.org/officeDocument/2006/relationships/image" Target="../media/image261.svg"/><Relationship Id="rId4" Type="http://schemas.openxmlformats.org/officeDocument/2006/relationships/image" Target="../media/image260.png"/><Relationship Id="rId9" Type="http://schemas.openxmlformats.org/officeDocument/2006/relationships/image" Target="../media/image120.svg"/></Relationships>
</file>

<file path=ppt/slides/_rels/slide101.xml.rels><?xml version="1.0" encoding="UTF-8" standalone="yes"?>
<Relationships xmlns="http://schemas.openxmlformats.org/package/2006/relationships"><Relationship Id="rId3" Type="http://schemas.openxmlformats.org/officeDocument/2006/relationships/image" Target="../media/image293.svg"/><Relationship Id="rId7" Type="http://schemas.openxmlformats.org/officeDocument/2006/relationships/image" Target="../media/image297.svg"/><Relationship Id="rId2" Type="http://schemas.openxmlformats.org/officeDocument/2006/relationships/image" Target="../media/image292.png"/><Relationship Id="rId1" Type="http://schemas.openxmlformats.org/officeDocument/2006/relationships/slideLayout" Target="../slideLayouts/slideLayout2.xml"/><Relationship Id="rId6" Type="http://schemas.openxmlformats.org/officeDocument/2006/relationships/image" Target="../media/image296.png"/><Relationship Id="rId5" Type="http://schemas.openxmlformats.org/officeDocument/2006/relationships/image" Target="../media/image295.svg"/><Relationship Id="rId4" Type="http://schemas.openxmlformats.org/officeDocument/2006/relationships/image" Target="../media/image294.png"/></Relationships>
</file>

<file path=ppt/slides/_rels/slide102.xml.rels><?xml version="1.0" encoding="UTF-8" standalone="yes"?>
<Relationships xmlns="http://schemas.openxmlformats.org/package/2006/relationships"><Relationship Id="rId8" Type="http://schemas.openxmlformats.org/officeDocument/2006/relationships/image" Target="../media/image300.png"/><Relationship Id="rId13" Type="http://schemas.openxmlformats.org/officeDocument/2006/relationships/image" Target="../media/image305.svg"/><Relationship Id="rId3" Type="http://schemas.openxmlformats.org/officeDocument/2006/relationships/image" Target="../media/image17.svg"/><Relationship Id="rId7" Type="http://schemas.openxmlformats.org/officeDocument/2006/relationships/image" Target="../media/image299.svg"/><Relationship Id="rId12" Type="http://schemas.openxmlformats.org/officeDocument/2006/relationships/image" Target="../media/image304.png"/><Relationship Id="rId17" Type="http://schemas.openxmlformats.org/officeDocument/2006/relationships/image" Target="../media/image309.svg"/><Relationship Id="rId2" Type="http://schemas.openxmlformats.org/officeDocument/2006/relationships/image" Target="../media/image16.png"/><Relationship Id="rId16" Type="http://schemas.openxmlformats.org/officeDocument/2006/relationships/image" Target="../media/image308.png"/><Relationship Id="rId1" Type="http://schemas.openxmlformats.org/officeDocument/2006/relationships/slideLayout" Target="../slideLayouts/slideLayout3.xml"/><Relationship Id="rId6" Type="http://schemas.openxmlformats.org/officeDocument/2006/relationships/image" Target="../media/image298.png"/><Relationship Id="rId11" Type="http://schemas.openxmlformats.org/officeDocument/2006/relationships/image" Target="../media/image303.svg"/><Relationship Id="rId5" Type="http://schemas.openxmlformats.org/officeDocument/2006/relationships/image" Target="../media/image166.svg"/><Relationship Id="rId15" Type="http://schemas.openxmlformats.org/officeDocument/2006/relationships/image" Target="../media/image307.svg"/><Relationship Id="rId10" Type="http://schemas.openxmlformats.org/officeDocument/2006/relationships/image" Target="../media/image302.png"/><Relationship Id="rId4" Type="http://schemas.openxmlformats.org/officeDocument/2006/relationships/image" Target="../media/image165.png"/><Relationship Id="rId9" Type="http://schemas.openxmlformats.org/officeDocument/2006/relationships/image" Target="../media/image301.svg"/><Relationship Id="rId14" Type="http://schemas.openxmlformats.org/officeDocument/2006/relationships/image" Target="../media/image306.png"/></Relationships>
</file>

<file path=ppt/slides/_rels/slide103.xml.rels><?xml version="1.0" encoding="UTF-8" standalone="yes"?>
<Relationships xmlns="http://schemas.openxmlformats.org/package/2006/relationships"><Relationship Id="rId8" Type="http://schemas.openxmlformats.org/officeDocument/2006/relationships/image" Target="../media/image314.png"/><Relationship Id="rId13" Type="http://schemas.openxmlformats.org/officeDocument/2006/relationships/image" Target="../media/image319.svg"/><Relationship Id="rId18" Type="http://schemas.openxmlformats.org/officeDocument/2006/relationships/image" Target="../media/image324.png"/><Relationship Id="rId3" Type="http://schemas.openxmlformats.org/officeDocument/2006/relationships/image" Target="../media/image311.svg"/><Relationship Id="rId21" Type="http://schemas.openxmlformats.org/officeDocument/2006/relationships/image" Target="../media/image327.svg"/><Relationship Id="rId7" Type="http://schemas.openxmlformats.org/officeDocument/2006/relationships/image" Target="../media/image313.svg"/><Relationship Id="rId12" Type="http://schemas.openxmlformats.org/officeDocument/2006/relationships/image" Target="../media/image318.png"/><Relationship Id="rId17" Type="http://schemas.openxmlformats.org/officeDocument/2006/relationships/image" Target="../media/image323.svg"/><Relationship Id="rId2" Type="http://schemas.openxmlformats.org/officeDocument/2006/relationships/image" Target="../media/image310.png"/><Relationship Id="rId16" Type="http://schemas.openxmlformats.org/officeDocument/2006/relationships/image" Target="../media/image322.png"/><Relationship Id="rId20" Type="http://schemas.openxmlformats.org/officeDocument/2006/relationships/image" Target="../media/image326.png"/><Relationship Id="rId1" Type="http://schemas.openxmlformats.org/officeDocument/2006/relationships/slideLayout" Target="../slideLayouts/slideLayout2.xml"/><Relationship Id="rId6" Type="http://schemas.openxmlformats.org/officeDocument/2006/relationships/image" Target="../media/image312.png"/><Relationship Id="rId11" Type="http://schemas.openxmlformats.org/officeDocument/2006/relationships/image" Target="../media/image317.svg"/><Relationship Id="rId5" Type="http://schemas.openxmlformats.org/officeDocument/2006/relationships/image" Target="../media/image190.svg"/><Relationship Id="rId15" Type="http://schemas.openxmlformats.org/officeDocument/2006/relationships/image" Target="../media/image321.svg"/><Relationship Id="rId10" Type="http://schemas.openxmlformats.org/officeDocument/2006/relationships/image" Target="../media/image316.png"/><Relationship Id="rId19" Type="http://schemas.openxmlformats.org/officeDocument/2006/relationships/image" Target="../media/image325.svg"/><Relationship Id="rId4" Type="http://schemas.openxmlformats.org/officeDocument/2006/relationships/image" Target="../media/image189.png"/><Relationship Id="rId9" Type="http://schemas.openxmlformats.org/officeDocument/2006/relationships/image" Target="../media/image315.svg"/><Relationship Id="rId14" Type="http://schemas.openxmlformats.org/officeDocument/2006/relationships/image" Target="../media/image320.png"/></Relationships>
</file>

<file path=ppt/slides/_rels/slide104.xml.rels><?xml version="1.0" encoding="UTF-8" standalone="yes"?>
<Relationships xmlns="http://schemas.openxmlformats.org/package/2006/relationships"><Relationship Id="rId8" Type="http://schemas.openxmlformats.org/officeDocument/2006/relationships/image" Target="../media/image314.png"/><Relationship Id="rId3" Type="http://schemas.openxmlformats.org/officeDocument/2006/relationships/image" Target="../media/image311.svg"/><Relationship Id="rId7" Type="http://schemas.openxmlformats.org/officeDocument/2006/relationships/image" Target="../media/image313.sv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12.png"/><Relationship Id="rId11" Type="http://schemas.openxmlformats.org/officeDocument/2006/relationships/image" Target="../media/image317.svg"/><Relationship Id="rId5" Type="http://schemas.openxmlformats.org/officeDocument/2006/relationships/image" Target="../media/image190.svg"/><Relationship Id="rId10" Type="http://schemas.openxmlformats.org/officeDocument/2006/relationships/image" Target="../media/image316.png"/><Relationship Id="rId4" Type="http://schemas.openxmlformats.org/officeDocument/2006/relationships/image" Target="../media/image189.png"/><Relationship Id="rId9" Type="http://schemas.openxmlformats.org/officeDocument/2006/relationships/image" Target="../media/image315.svg"/></Relationships>
</file>

<file path=ppt/slides/_rels/slide105.xml.rels><?xml version="1.0" encoding="UTF-8" standalone="yes"?>
<Relationships xmlns="http://schemas.openxmlformats.org/package/2006/relationships"><Relationship Id="rId8" Type="http://schemas.openxmlformats.org/officeDocument/2006/relationships/image" Target="../media/image313.svg"/><Relationship Id="rId13" Type="http://schemas.openxmlformats.org/officeDocument/2006/relationships/image" Target="../media/image318.png"/><Relationship Id="rId18" Type="http://schemas.openxmlformats.org/officeDocument/2006/relationships/image" Target="../media/image323.svg"/><Relationship Id="rId3" Type="http://schemas.openxmlformats.org/officeDocument/2006/relationships/image" Target="../media/image310.png"/><Relationship Id="rId21" Type="http://schemas.openxmlformats.org/officeDocument/2006/relationships/image" Target="../media/image326.png"/><Relationship Id="rId7" Type="http://schemas.openxmlformats.org/officeDocument/2006/relationships/image" Target="../media/image312.png"/><Relationship Id="rId12" Type="http://schemas.openxmlformats.org/officeDocument/2006/relationships/image" Target="../media/image317.svg"/><Relationship Id="rId17" Type="http://schemas.openxmlformats.org/officeDocument/2006/relationships/image" Target="../media/image322.png"/><Relationship Id="rId2" Type="http://schemas.openxmlformats.org/officeDocument/2006/relationships/notesSlide" Target="../notesSlides/notesSlide34.xml"/><Relationship Id="rId16" Type="http://schemas.openxmlformats.org/officeDocument/2006/relationships/image" Target="../media/image321.svg"/><Relationship Id="rId20" Type="http://schemas.openxmlformats.org/officeDocument/2006/relationships/image" Target="../media/image325.svg"/><Relationship Id="rId1" Type="http://schemas.openxmlformats.org/officeDocument/2006/relationships/slideLayout" Target="../slideLayouts/slideLayout6.xml"/><Relationship Id="rId6" Type="http://schemas.openxmlformats.org/officeDocument/2006/relationships/image" Target="../media/image190.svg"/><Relationship Id="rId11" Type="http://schemas.openxmlformats.org/officeDocument/2006/relationships/image" Target="../media/image316.png"/><Relationship Id="rId5" Type="http://schemas.openxmlformats.org/officeDocument/2006/relationships/image" Target="../media/image189.png"/><Relationship Id="rId15" Type="http://schemas.openxmlformats.org/officeDocument/2006/relationships/image" Target="../media/image320.png"/><Relationship Id="rId10" Type="http://schemas.openxmlformats.org/officeDocument/2006/relationships/image" Target="../media/image315.svg"/><Relationship Id="rId19" Type="http://schemas.openxmlformats.org/officeDocument/2006/relationships/image" Target="../media/image324.png"/><Relationship Id="rId4" Type="http://schemas.openxmlformats.org/officeDocument/2006/relationships/image" Target="../media/image311.svg"/><Relationship Id="rId9" Type="http://schemas.openxmlformats.org/officeDocument/2006/relationships/image" Target="../media/image314.png"/><Relationship Id="rId14" Type="http://schemas.openxmlformats.org/officeDocument/2006/relationships/image" Target="../media/image319.svg"/><Relationship Id="rId22" Type="http://schemas.openxmlformats.org/officeDocument/2006/relationships/image" Target="../media/image327.svg"/></Relationships>
</file>

<file path=ppt/slides/_rels/slide106.xml.rels><?xml version="1.0" encoding="UTF-8" standalone="yes"?>
<Relationships xmlns="http://schemas.openxmlformats.org/package/2006/relationships"><Relationship Id="rId3" Type="http://schemas.openxmlformats.org/officeDocument/2006/relationships/image" Target="../media/image329.svg"/><Relationship Id="rId2" Type="http://schemas.openxmlformats.org/officeDocument/2006/relationships/image" Target="../media/image328.png"/><Relationship Id="rId1" Type="http://schemas.openxmlformats.org/officeDocument/2006/relationships/slideLayout" Target="../slideLayouts/slideLayout3.xml"/><Relationship Id="rId5" Type="http://schemas.openxmlformats.org/officeDocument/2006/relationships/image" Target="../media/image17.svg"/><Relationship Id="rId4" Type="http://schemas.openxmlformats.org/officeDocument/2006/relationships/image" Target="../media/image16.png"/></Relationships>
</file>

<file path=ppt/slides/_rels/slide107.xml.rels><?xml version="1.0" encoding="UTF-8" standalone="yes"?>
<Relationships xmlns="http://schemas.openxmlformats.org/package/2006/relationships"><Relationship Id="rId8" Type="http://schemas.openxmlformats.org/officeDocument/2006/relationships/image" Target="../media/image334.png"/><Relationship Id="rId13" Type="http://schemas.openxmlformats.org/officeDocument/2006/relationships/image" Target="../media/image339.svg"/><Relationship Id="rId3" Type="http://schemas.openxmlformats.org/officeDocument/2006/relationships/hyperlink" Target="https://en.wikipedia.org/wiki/Ringelmann_effect" TargetMode="External"/><Relationship Id="rId7" Type="http://schemas.openxmlformats.org/officeDocument/2006/relationships/image" Target="../media/image333.svg"/><Relationship Id="rId12" Type="http://schemas.openxmlformats.org/officeDocument/2006/relationships/image" Target="../media/image338.png"/><Relationship Id="rId2" Type="http://schemas.openxmlformats.org/officeDocument/2006/relationships/hyperlink" Target="https://en.wikipedia.org/wiki/Dunbar%27s_number" TargetMode="External"/><Relationship Id="rId1" Type="http://schemas.openxmlformats.org/officeDocument/2006/relationships/slideLayout" Target="../slideLayouts/slideLayout2.xml"/><Relationship Id="rId6" Type="http://schemas.openxmlformats.org/officeDocument/2006/relationships/image" Target="../media/image332.png"/><Relationship Id="rId11" Type="http://schemas.openxmlformats.org/officeDocument/2006/relationships/image" Target="../media/image337.svg"/><Relationship Id="rId5" Type="http://schemas.openxmlformats.org/officeDocument/2006/relationships/image" Target="../media/image331.svg"/><Relationship Id="rId15" Type="http://schemas.openxmlformats.org/officeDocument/2006/relationships/image" Target="../media/image341.svg"/><Relationship Id="rId10" Type="http://schemas.openxmlformats.org/officeDocument/2006/relationships/image" Target="../media/image336.png"/><Relationship Id="rId4" Type="http://schemas.openxmlformats.org/officeDocument/2006/relationships/image" Target="../media/image330.png"/><Relationship Id="rId9" Type="http://schemas.openxmlformats.org/officeDocument/2006/relationships/image" Target="../media/image335.svg"/><Relationship Id="rId14" Type="http://schemas.openxmlformats.org/officeDocument/2006/relationships/image" Target="../media/image340.png"/></Relationships>
</file>

<file path=ppt/slides/_rels/slide108.xml.rels><?xml version="1.0" encoding="UTF-8" standalone="yes"?>
<Relationships xmlns="http://schemas.openxmlformats.org/package/2006/relationships"><Relationship Id="rId8" Type="http://schemas.openxmlformats.org/officeDocument/2006/relationships/image" Target="../media/image335.svg"/><Relationship Id="rId13" Type="http://schemas.openxmlformats.org/officeDocument/2006/relationships/image" Target="../media/image340.png"/><Relationship Id="rId3" Type="http://schemas.openxmlformats.org/officeDocument/2006/relationships/image" Target="../media/image330.png"/><Relationship Id="rId7" Type="http://schemas.openxmlformats.org/officeDocument/2006/relationships/image" Target="../media/image334.png"/><Relationship Id="rId12" Type="http://schemas.openxmlformats.org/officeDocument/2006/relationships/image" Target="../media/image339.sv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333.svg"/><Relationship Id="rId11" Type="http://schemas.openxmlformats.org/officeDocument/2006/relationships/image" Target="../media/image338.png"/><Relationship Id="rId5" Type="http://schemas.openxmlformats.org/officeDocument/2006/relationships/image" Target="../media/image332.png"/><Relationship Id="rId10" Type="http://schemas.openxmlformats.org/officeDocument/2006/relationships/image" Target="../media/image337.svg"/><Relationship Id="rId4" Type="http://schemas.openxmlformats.org/officeDocument/2006/relationships/image" Target="../media/image331.svg"/><Relationship Id="rId9" Type="http://schemas.openxmlformats.org/officeDocument/2006/relationships/image" Target="../media/image336.png"/><Relationship Id="rId14" Type="http://schemas.openxmlformats.org/officeDocument/2006/relationships/image" Target="../media/image341.svg"/></Relationships>
</file>

<file path=ppt/slides/_rels/slide109.xml.rels><?xml version="1.0" encoding="UTF-8" standalone="yes"?>
<Relationships xmlns="http://schemas.openxmlformats.org/package/2006/relationships"><Relationship Id="rId3" Type="http://schemas.openxmlformats.org/officeDocument/2006/relationships/image" Target="../media/image343.svg"/><Relationship Id="rId2" Type="http://schemas.openxmlformats.org/officeDocument/2006/relationships/image" Target="../media/image342.png"/><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8" Type="http://schemas.openxmlformats.org/officeDocument/2006/relationships/image" Target="../media/image349.svg"/><Relationship Id="rId13" Type="http://schemas.openxmlformats.org/officeDocument/2006/relationships/image" Target="../media/image354.png"/><Relationship Id="rId3" Type="http://schemas.openxmlformats.org/officeDocument/2006/relationships/image" Target="../media/image344.png"/><Relationship Id="rId7" Type="http://schemas.openxmlformats.org/officeDocument/2006/relationships/image" Target="../media/image348.png"/><Relationship Id="rId12" Type="http://schemas.openxmlformats.org/officeDocument/2006/relationships/image" Target="../media/image353.svg"/><Relationship Id="rId2" Type="http://schemas.openxmlformats.org/officeDocument/2006/relationships/hyperlink" Target="https://en.wikipedia.org/wiki/Sapiens:_A_Brief_History_of_Humankind" TargetMode="External"/><Relationship Id="rId1" Type="http://schemas.openxmlformats.org/officeDocument/2006/relationships/slideLayout" Target="../slideLayouts/slideLayout2.xml"/><Relationship Id="rId6" Type="http://schemas.openxmlformats.org/officeDocument/2006/relationships/image" Target="../media/image347.svg"/><Relationship Id="rId11" Type="http://schemas.openxmlformats.org/officeDocument/2006/relationships/image" Target="../media/image352.png"/><Relationship Id="rId5" Type="http://schemas.openxmlformats.org/officeDocument/2006/relationships/image" Target="../media/image346.png"/><Relationship Id="rId10" Type="http://schemas.openxmlformats.org/officeDocument/2006/relationships/image" Target="../media/image351.svg"/><Relationship Id="rId4" Type="http://schemas.openxmlformats.org/officeDocument/2006/relationships/image" Target="../media/image345.svg"/><Relationship Id="rId9" Type="http://schemas.openxmlformats.org/officeDocument/2006/relationships/image" Target="../media/image350.png"/><Relationship Id="rId14" Type="http://schemas.openxmlformats.org/officeDocument/2006/relationships/image" Target="../media/image355.svg"/></Relationships>
</file>

<file path=ppt/slides/_rels/slide111.xml.rels><?xml version="1.0" encoding="UTF-8" standalone="yes"?>
<Relationships xmlns="http://schemas.openxmlformats.org/package/2006/relationships"><Relationship Id="rId8" Type="http://schemas.openxmlformats.org/officeDocument/2006/relationships/image" Target="../media/image349.svg"/><Relationship Id="rId13" Type="http://schemas.openxmlformats.org/officeDocument/2006/relationships/image" Target="../media/image354.png"/><Relationship Id="rId3" Type="http://schemas.openxmlformats.org/officeDocument/2006/relationships/image" Target="../media/image344.png"/><Relationship Id="rId7" Type="http://schemas.openxmlformats.org/officeDocument/2006/relationships/image" Target="../media/image348.png"/><Relationship Id="rId12" Type="http://schemas.openxmlformats.org/officeDocument/2006/relationships/image" Target="../media/image353.sv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347.svg"/><Relationship Id="rId11" Type="http://schemas.openxmlformats.org/officeDocument/2006/relationships/image" Target="../media/image352.png"/><Relationship Id="rId5" Type="http://schemas.openxmlformats.org/officeDocument/2006/relationships/image" Target="../media/image346.png"/><Relationship Id="rId10" Type="http://schemas.openxmlformats.org/officeDocument/2006/relationships/image" Target="../media/image351.svg"/><Relationship Id="rId4" Type="http://schemas.openxmlformats.org/officeDocument/2006/relationships/image" Target="../media/image345.svg"/><Relationship Id="rId9" Type="http://schemas.openxmlformats.org/officeDocument/2006/relationships/image" Target="../media/image350.png"/><Relationship Id="rId14" Type="http://schemas.openxmlformats.org/officeDocument/2006/relationships/image" Target="../media/image355.svg"/></Relationships>
</file>

<file path=ppt/slides/_rels/slide112.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355.svg"/><Relationship Id="rId3" Type="http://schemas.openxmlformats.org/officeDocument/2006/relationships/image" Target="../media/image345.svg"/><Relationship Id="rId7" Type="http://schemas.openxmlformats.org/officeDocument/2006/relationships/image" Target="../media/image349.svg"/><Relationship Id="rId12" Type="http://schemas.openxmlformats.org/officeDocument/2006/relationships/image" Target="../media/image354.png"/><Relationship Id="rId2" Type="http://schemas.openxmlformats.org/officeDocument/2006/relationships/image" Target="../media/image344.png"/><Relationship Id="rId1" Type="http://schemas.openxmlformats.org/officeDocument/2006/relationships/slideLayout" Target="../slideLayouts/slideLayout2.xml"/><Relationship Id="rId6" Type="http://schemas.openxmlformats.org/officeDocument/2006/relationships/image" Target="../media/image348.png"/><Relationship Id="rId11" Type="http://schemas.openxmlformats.org/officeDocument/2006/relationships/image" Target="../media/image353.svg"/><Relationship Id="rId5" Type="http://schemas.openxmlformats.org/officeDocument/2006/relationships/image" Target="../media/image347.svg"/><Relationship Id="rId10" Type="http://schemas.openxmlformats.org/officeDocument/2006/relationships/image" Target="../media/image352.png"/><Relationship Id="rId4" Type="http://schemas.openxmlformats.org/officeDocument/2006/relationships/image" Target="../media/image346.png"/><Relationship Id="rId9" Type="http://schemas.openxmlformats.org/officeDocument/2006/relationships/image" Target="../media/image351.svg"/></Relationships>
</file>

<file path=ppt/slides/_rels/slide113.xml.rels><?xml version="1.0" encoding="UTF-8" standalone="yes"?>
<Relationships xmlns="http://schemas.openxmlformats.org/package/2006/relationships"><Relationship Id="rId3" Type="http://schemas.openxmlformats.org/officeDocument/2006/relationships/image" Target="../media/image329.svg"/><Relationship Id="rId2" Type="http://schemas.openxmlformats.org/officeDocument/2006/relationships/image" Target="../media/image328.png"/><Relationship Id="rId1" Type="http://schemas.openxmlformats.org/officeDocument/2006/relationships/slideLayout" Target="../slideLayouts/slideLayout3.xml"/><Relationship Id="rId5" Type="http://schemas.openxmlformats.org/officeDocument/2006/relationships/image" Target="../media/image17.svg"/><Relationship Id="rId4" Type="http://schemas.openxmlformats.org/officeDocument/2006/relationships/image" Target="../media/image16.png"/></Relationships>
</file>

<file path=ppt/slides/_rels/slide114.xml.rels><?xml version="1.0" encoding="UTF-8" standalone="yes"?>
<Relationships xmlns="http://schemas.openxmlformats.org/package/2006/relationships"><Relationship Id="rId8" Type="http://schemas.openxmlformats.org/officeDocument/2006/relationships/image" Target="../media/image362.png"/><Relationship Id="rId3" Type="http://schemas.openxmlformats.org/officeDocument/2006/relationships/image" Target="../media/image357.svg"/><Relationship Id="rId7" Type="http://schemas.openxmlformats.org/officeDocument/2006/relationships/image" Target="../media/image361.svg"/><Relationship Id="rId2" Type="http://schemas.openxmlformats.org/officeDocument/2006/relationships/image" Target="../media/image356.png"/><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59.svg"/><Relationship Id="rId4" Type="http://schemas.openxmlformats.org/officeDocument/2006/relationships/image" Target="../media/image358.png"/><Relationship Id="rId9" Type="http://schemas.openxmlformats.org/officeDocument/2006/relationships/image" Target="../media/image363.svg"/></Relationships>
</file>

<file path=ppt/slides/_rels/slide115.xml.rels><?xml version="1.0" encoding="UTF-8" standalone="yes"?>
<Relationships xmlns="http://schemas.openxmlformats.org/package/2006/relationships"><Relationship Id="rId8" Type="http://schemas.openxmlformats.org/officeDocument/2006/relationships/image" Target="../media/image361.svg"/><Relationship Id="rId3" Type="http://schemas.openxmlformats.org/officeDocument/2006/relationships/image" Target="../media/image356.png"/><Relationship Id="rId7" Type="http://schemas.openxmlformats.org/officeDocument/2006/relationships/image" Target="../media/image360.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359.svg"/><Relationship Id="rId5" Type="http://schemas.openxmlformats.org/officeDocument/2006/relationships/image" Target="../media/image358.png"/><Relationship Id="rId10" Type="http://schemas.openxmlformats.org/officeDocument/2006/relationships/image" Target="../media/image363.svg"/><Relationship Id="rId4" Type="http://schemas.openxmlformats.org/officeDocument/2006/relationships/image" Target="../media/image357.svg"/><Relationship Id="rId9" Type="http://schemas.openxmlformats.org/officeDocument/2006/relationships/image" Target="../media/image362.png"/></Relationships>
</file>

<file path=ppt/slides/_rels/slide1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365.svg"/><Relationship Id="rId4" Type="http://schemas.openxmlformats.org/officeDocument/2006/relationships/image" Target="../media/image364.png"/></Relationships>
</file>

<file path=ppt/slides/_rels/slide117.xml.rels><?xml version="1.0" encoding="UTF-8" standalone="yes"?>
<Relationships xmlns="http://schemas.openxmlformats.org/package/2006/relationships"><Relationship Id="rId13" Type="http://schemas.openxmlformats.org/officeDocument/2006/relationships/image" Target="../media/image375.svg"/><Relationship Id="rId18" Type="http://schemas.openxmlformats.org/officeDocument/2006/relationships/image" Target="../media/image380.png"/><Relationship Id="rId26" Type="http://schemas.openxmlformats.org/officeDocument/2006/relationships/image" Target="../media/image388.png"/><Relationship Id="rId3" Type="http://schemas.openxmlformats.org/officeDocument/2006/relationships/image" Target="../media/image17.svg"/><Relationship Id="rId21" Type="http://schemas.openxmlformats.org/officeDocument/2006/relationships/image" Target="../media/image383.svg"/><Relationship Id="rId34" Type="http://schemas.openxmlformats.org/officeDocument/2006/relationships/image" Target="../media/image396.png"/><Relationship Id="rId7" Type="http://schemas.openxmlformats.org/officeDocument/2006/relationships/image" Target="../media/image369.svg"/><Relationship Id="rId12" Type="http://schemas.openxmlformats.org/officeDocument/2006/relationships/image" Target="../media/image374.png"/><Relationship Id="rId17" Type="http://schemas.openxmlformats.org/officeDocument/2006/relationships/image" Target="../media/image379.svg"/><Relationship Id="rId25" Type="http://schemas.openxmlformats.org/officeDocument/2006/relationships/image" Target="../media/image387.svg"/><Relationship Id="rId33" Type="http://schemas.openxmlformats.org/officeDocument/2006/relationships/image" Target="../media/image395.svg"/><Relationship Id="rId2" Type="http://schemas.openxmlformats.org/officeDocument/2006/relationships/image" Target="../media/image16.png"/><Relationship Id="rId16" Type="http://schemas.openxmlformats.org/officeDocument/2006/relationships/image" Target="../media/image378.png"/><Relationship Id="rId20" Type="http://schemas.openxmlformats.org/officeDocument/2006/relationships/image" Target="../media/image382.png"/><Relationship Id="rId29" Type="http://schemas.openxmlformats.org/officeDocument/2006/relationships/image" Target="../media/image391.svg"/><Relationship Id="rId1" Type="http://schemas.openxmlformats.org/officeDocument/2006/relationships/slideLayout" Target="../slideLayouts/slideLayout2.xml"/><Relationship Id="rId6" Type="http://schemas.openxmlformats.org/officeDocument/2006/relationships/image" Target="../media/image368.png"/><Relationship Id="rId11" Type="http://schemas.openxmlformats.org/officeDocument/2006/relationships/image" Target="../media/image373.svg"/><Relationship Id="rId24" Type="http://schemas.openxmlformats.org/officeDocument/2006/relationships/image" Target="../media/image386.png"/><Relationship Id="rId32" Type="http://schemas.openxmlformats.org/officeDocument/2006/relationships/image" Target="../media/image394.png"/><Relationship Id="rId5" Type="http://schemas.openxmlformats.org/officeDocument/2006/relationships/image" Target="../media/image367.svg"/><Relationship Id="rId15" Type="http://schemas.openxmlformats.org/officeDocument/2006/relationships/image" Target="../media/image377.svg"/><Relationship Id="rId23" Type="http://schemas.openxmlformats.org/officeDocument/2006/relationships/image" Target="../media/image385.svg"/><Relationship Id="rId28" Type="http://schemas.openxmlformats.org/officeDocument/2006/relationships/image" Target="../media/image390.png"/><Relationship Id="rId10" Type="http://schemas.openxmlformats.org/officeDocument/2006/relationships/image" Target="../media/image372.png"/><Relationship Id="rId19" Type="http://schemas.openxmlformats.org/officeDocument/2006/relationships/image" Target="../media/image381.svg"/><Relationship Id="rId31" Type="http://schemas.openxmlformats.org/officeDocument/2006/relationships/image" Target="../media/image393.svg"/><Relationship Id="rId4" Type="http://schemas.openxmlformats.org/officeDocument/2006/relationships/image" Target="../media/image366.png"/><Relationship Id="rId9" Type="http://schemas.openxmlformats.org/officeDocument/2006/relationships/image" Target="../media/image371.svg"/><Relationship Id="rId14" Type="http://schemas.openxmlformats.org/officeDocument/2006/relationships/image" Target="../media/image376.png"/><Relationship Id="rId22" Type="http://schemas.openxmlformats.org/officeDocument/2006/relationships/image" Target="../media/image384.png"/><Relationship Id="rId27" Type="http://schemas.openxmlformats.org/officeDocument/2006/relationships/image" Target="../media/image389.svg"/><Relationship Id="rId30" Type="http://schemas.openxmlformats.org/officeDocument/2006/relationships/image" Target="../media/image392.png"/><Relationship Id="rId35" Type="http://schemas.openxmlformats.org/officeDocument/2006/relationships/image" Target="../media/image397.svg"/><Relationship Id="rId8" Type="http://schemas.openxmlformats.org/officeDocument/2006/relationships/image" Target="../media/image370.png"/></Relationships>
</file>

<file path=ppt/slides/_rels/slide118.xml.rels><?xml version="1.0" encoding="UTF-8" standalone="yes"?>
<Relationships xmlns="http://schemas.openxmlformats.org/package/2006/relationships"><Relationship Id="rId13" Type="http://schemas.openxmlformats.org/officeDocument/2006/relationships/image" Target="../media/image373.svg"/><Relationship Id="rId18" Type="http://schemas.openxmlformats.org/officeDocument/2006/relationships/image" Target="../media/image378.png"/><Relationship Id="rId26" Type="http://schemas.openxmlformats.org/officeDocument/2006/relationships/image" Target="../media/image386.png"/><Relationship Id="rId3" Type="http://schemas.openxmlformats.org/officeDocument/2006/relationships/image" Target="../media/image17.svg"/><Relationship Id="rId21" Type="http://schemas.openxmlformats.org/officeDocument/2006/relationships/image" Target="../media/image381.svg"/><Relationship Id="rId34" Type="http://schemas.openxmlformats.org/officeDocument/2006/relationships/image" Target="../media/image394.png"/><Relationship Id="rId7" Type="http://schemas.openxmlformats.org/officeDocument/2006/relationships/image" Target="../media/image369.svg"/><Relationship Id="rId12" Type="http://schemas.openxmlformats.org/officeDocument/2006/relationships/image" Target="../media/image372.png"/><Relationship Id="rId17" Type="http://schemas.openxmlformats.org/officeDocument/2006/relationships/image" Target="../media/image377.svg"/><Relationship Id="rId25" Type="http://schemas.openxmlformats.org/officeDocument/2006/relationships/image" Target="../media/image385.svg"/><Relationship Id="rId33" Type="http://schemas.openxmlformats.org/officeDocument/2006/relationships/image" Target="../media/image393.svg"/><Relationship Id="rId2" Type="http://schemas.openxmlformats.org/officeDocument/2006/relationships/image" Target="../media/image16.png"/><Relationship Id="rId16" Type="http://schemas.openxmlformats.org/officeDocument/2006/relationships/image" Target="../media/image376.png"/><Relationship Id="rId20" Type="http://schemas.openxmlformats.org/officeDocument/2006/relationships/image" Target="../media/image380.png"/><Relationship Id="rId29" Type="http://schemas.openxmlformats.org/officeDocument/2006/relationships/image" Target="../media/image389.svg"/><Relationship Id="rId1" Type="http://schemas.openxmlformats.org/officeDocument/2006/relationships/slideLayout" Target="../slideLayouts/slideLayout6.xml"/><Relationship Id="rId6" Type="http://schemas.openxmlformats.org/officeDocument/2006/relationships/image" Target="../media/image368.png"/><Relationship Id="rId11" Type="http://schemas.openxmlformats.org/officeDocument/2006/relationships/image" Target="../media/image397.svg"/><Relationship Id="rId24" Type="http://schemas.openxmlformats.org/officeDocument/2006/relationships/image" Target="../media/image384.png"/><Relationship Id="rId32" Type="http://schemas.openxmlformats.org/officeDocument/2006/relationships/image" Target="../media/image392.png"/><Relationship Id="rId5" Type="http://schemas.openxmlformats.org/officeDocument/2006/relationships/image" Target="../media/image367.svg"/><Relationship Id="rId15" Type="http://schemas.openxmlformats.org/officeDocument/2006/relationships/image" Target="../media/image375.svg"/><Relationship Id="rId23" Type="http://schemas.openxmlformats.org/officeDocument/2006/relationships/image" Target="../media/image383.svg"/><Relationship Id="rId28" Type="http://schemas.openxmlformats.org/officeDocument/2006/relationships/image" Target="../media/image388.png"/><Relationship Id="rId10" Type="http://schemas.openxmlformats.org/officeDocument/2006/relationships/image" Target="../media/image396.png"/><Relationship Id="rId19" Type="http://schemas.openxmlformats.org/officeDocument/2006/relationships/image" Target="../media/image379.svg"/><Relationship Id="rId31" Type="http://schemas.openxmlformats.org/officeDocument/2006/relationships/image" Target="../media/image391.svg"/><Relationship Id="rId4" Type="http://schemas.openxmlformats.org/officeDocument/2006/relationships/image" Target="../media/image366.png"/><Relationship Id="rId9" Type="http://schemas.openxmlformats.org/officeDocument/2006/relationships/image" Target="../media/image371.svg"/><Relationship Id="rId14" Type="http://schemas.openxmlformats.org/officeDocument/2006/relationships/image" Target="../media/image374.png"/><Relationship Id="rId22" Type="http://schemas.openxmlformats.org/officeDocument/2006/relationships/image" Target="../media/image382.png"/><Relationship Id="rId27" Type="http://schemas.openxmlformats.org/officeDocument/2006/relationships/image" Target="../media/image387.svg"/><Relationship Id="rId30" Type="http://schemas.openxmlformats.org/officeDocument/2006/relationships/image" Target="../media/image390.png"/><Relationship Id="rId35" Type="http://schemas.openxmlformats.org/officeDocument/2006/relationships/image" Target="../media/image395.svg"/><Relationship Id="rId8" Type="http://schemas.openxmlformats.org/officeDocument/2006/relationships/image" Target="../media/image370.png"/></Relationships>
</file>

<file path=ppt/slides/_rels/slide119.xml.rels><?xml version="1.0" encoding="UTF-8" standalone="yes"?>
<Relationships xmlns="http://schemas.openxmlformats.org/package/2006/relationships"><Relationship Id="rId3" Type="http://schemas.openxmlformats.org/officeDocument/2006/relationships/image" Target="../media/image399.svg"/><Relationship Id="rId2" Type="http://schemas.openxmlformats.org/officeDocument/2006/relationships/image" Target="../media/image398.png"/><Relationship Id="rId1" Type="http://schemas.openxmlformats.org/officeDocument/2006/relationships/slideLayout" Target="../slideLayouts/slideLayout3.xml"/><Relationship Id="rId5" Type="http://schemas.openxmlformats.org/officeDocument/2006/relationships/image" Target="../media/image401.svg"/><Relationship Id="rId4" Type="http://schemas.openxmlformats.org/officeDocument/2006/relationships/image" Target="../media/image400.png"/></Relationships>
</file>

<file path=ppt/slides/_rels/slide120.xml.rels><?xml version="1.0" encoding="UTF-8" standalone="yes"?>
<Relationships xmlns="http://schemas.openxmlformats.org/package/2006/relationships"><Relationship Id="rId8" Type="http://schemas.openxmlformats.org/officeDocument/2006/relationships/image" Target="../media/image408.png"/><Relationship Id="rId13" Type="http://schemas.openxmlformats.org/officeDocument/2006/relationships/image" Target="../media/image413.svg"/><Relationship Id="rId3" Type="http://schemas.openxmlformats.org/officeDocument/2006/relationships/image" Target="../media/image403.svg"/><Relationship Id="rId7" Type="http://schemas.openxmlformats.org/officeDocument/2006/relationships/image" Target="../media/image407.svg"/><Relationship Id="rId12" Type="http://schemas.openxmlformats.org/officeDocument/2006/relationships/image" Target="../media/image412.png"/><Relationship Id="rId2" Type="http://schemas.openxmlformats.org/officeDocument/2006/relationships/image" Target="../media/image402.png"/><Relationship Id="rId1" Type="http://schemas.openxmlformats.org/officeDocument/2006/relationships/slideLayout" Target="../slideLayouts/slideLayout2.xml"/><Relationship Id="rId6" Type="http://schemas.openxmlformats.org/officeDocument/2006/relationships/image" Target="../media/image406.png"/><Relationship Id="rId11" Type="http://schemas.openxmlformats.org/officeDocument/2006/relationships/image" Target="../media/image411.svg"/><Relationship Id="rId5" Type="http://schemas.openxmlformats.org/officeDocument/2006/relationships/image" Target="../media/image405.svg"/><Relationship Id="rId10" Type="http://schemas.openxmlformats.org/officeDocument/2006/relationships/image" Target="../media/image410.png"/><Relationship Id="rId4" Type="http://schemas.openxmlformats.org/officeDocument/2006/relationships/image" Target="../media/image404.png"/><Relationship Id="rId9" Type="http://schemas.openxmlformats.org/officeDocument/2006/relationships/image" Target="../media/image409.svg"/></Relationships>
</file>

<file path=ppt/slides/_rels/slide121.xml.rels><?xml version="1.0" encoding="UTF-8" standalone="yes"?>
<Relationships xmlns="http://schemas.openxmlformats.org/package/2006/relationships"><Relationship Id="rId8" Type="http://schemas.openxmlformats.org/officeDocument/2006/relationships/image" Target="../media/image407.svg"/><Relationship Id="rId13" Type="http://schemas.openxmlformats.org/officeDocument/2006/relationships/image" Target="../media/image412.png"/><Relationship Id="rId3" Type="http://schemas.openxmlformats.org/officeDocument/2006/relationships/image" Target="../media/image402.png"/><Relationship Id="rId7" Type="http://schemas.openxmlformats.org/officeDocument/2006/relationships/image" Target="../media/image406.png"/><Relationship Id="rId12" Type="http://schemas.openxmlformats.org/officeDocument/2006/relationships/image" Target="../media/image411.svg"/><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media/image405.svg"/><Relationship Id="rId11" Type="http://schemas.openxmlformats.org/officeDocument/2006/relationships/image" Target="../media/image410.png"/><Relationship Id="rId5" Type="http://schemas.openxmlformats.org/officeDocument/2006/relationships/image" Target="../media/image404.png"/><Relationship Id="rId10" Type="http://schemas.openxmlformats.org/officeDocument/2006/relationships/image" Target="../media/image409.svg"/><Relationship Id="rId4" Type="http://schemas.openxmlformats.org/officeDocument/2006/relationships/image" Target="../media/image403.svg"/><Relationship Id="rId9" Type="http://schemas.openxmlformats.org/officeDocument/2006/relationships/image" Target="../media/image408.png"/><Relationship Id="rId14" Type="http://schemas.openxmlformats.org/officeDocument/2006/relationships/image" Target="../media/image413.svg"/></Relationships>
</file>

<file path=ppt/slides/_rels/slide122.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25.svg"/><Relationship Id="rId3" Type="http://schemas.openxmlformats.org/officeDocument/2006/relationships/image" Target="../media/image415.svg"/><Relationship Id="rId7" Type="http://schemas.openxmlformats.org/officeDocument/2006/relationships/image" Target="../media/image419.svg"/><Relationship Id="rId12" Type="http://schemas.openxmlformats.org/officeDocument/2006/relationships/image" Target="../media/image424.png"/><Relationship Id="rId2" Type="http://schemas.openxmlformats.org/officeDocument/2006/relationships/image" Target="../media/image414.png"/><Relationship Id="rId1" Type="http://schemas.openxmlformats.org/officeDocument/2006/relationships/slideLayout" Target="../slideLayouts/slideLayout2.xml"/><Relationship Id="rId6" Type="http://schemas.openxmlformats.org/officeDocument/2006/relationships/image" Target="../media/image418.png"/><Relationship Id="rId11" Type="http://schemas.openxmlformats.org/officeDocument/2006/relationships/image" Target="../media/image423.svg"/><Relationship Id="rId5" Type="http://schemas.openxmlformats.org/officeDocument/2006/relationships/image" Target="../media/image417.svg"/><Relationship Id="rId10" Type="http://schemas.openxmlformats.org/officeDocument/2006/relationships/image" Target="../media/image422.png"/><Relationship Id="rId4" Type="http://schemas.openxmlformats.org/officeDocument/2006/relationships/image" Target="../media/image416.png"/><Relationship Id="rId9" Type="http://schemas.openxmlformats.org/officeDocument/2006/relationships/image" Target="../media/image421.svg"/></Relationships>
</file>

<file path=ppt/slides/_rels/slide1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78.svg"/><Relationship Id="rId4" Type="http://schemas.openxmlformats.org/officeDocument/2006/relationships/image" Target="../media/image177.png"/></Relationships>
</file>

<file path=ppt/slides/_rels/slide124.xml.rels><?xml version="1.0" encoding="UTF-8" standalone="yes"?>
<Relationships xmlns="http://schemas.openxmlformats.org/package/2006/relationships"><Relationship Id="rId8" Type="http://schemas.openxmlformats.org/officeDocument/2006/relationships/image" Target="../media/image430.png"/><Relationship Id="rId13" Type="http://schemas.openxmlformats.org/officeDocument/2006/relationships/image" Target="../media/image435.svg"/><Relationship Id="rId3" Type="http://schemas.openxmlformats.org/officeDocument/2006/relationships/image" Target="../media/image427.svg"/><Relationship Id="rId7" Type="http://schemas.openxmlformats.org/officeDocument/2006/relationships/image" Target="../media/image265.svg"/><Relationship Id="rId12" Type="http://schemas.openxmlformats.org/officeDocument/2006/relationships/image" Target="../media/image434.png"/><Relationship Id="rId2" Type="http://schemas.openxmlformats.org/officeDocument/2006/relationships/image" Target="../media/image426.png"/><Relationship Id="rId1" Type="http://schemas.openxmlformats.org/officeDocument/2006/relationships/slideLayout" Target="../slideLayouts/slideLayout2.xml"/><Relationship Id="rId6" Type="http://schemas.openxmlformats.org/officeDocument/2006/relationships/image" Target="../media/image264.png"/><Relationship Id="rId11" Type="http://schemas.openxmlformats.org/officeDocument/2006/relationships/image" Target="../media/image433.svg"/><Relationship Id="rId5" Type="http://schemas.openxmlformats.org/officeDocument/2006/relationships/image" Target="../media/image429.svg"/><Relationship Id="rId10" Type="http://schemas.openxmlformats.org/officeDocument/2006/relationships/image" Target="../media/image432.png"/><Relationship Id="rId4" Type="http://schemas.openxmlformats.org/officeDocument/2006/relationships/image" Target="../media/image428.png"/><Relationship Id="rId9" Type="http://schemas.openxmlformats.org/officeDocument/2006/relationships/image" Target="../media/image431.svg"/></Relationships>
</file>

<file path=ppt/slides/_rels/slide125.xml.rels><?xml version="1.0" encoding="UTF-8" standalone="yes"?>
<Relationships xmlns="http://schemas.openxmlformats.org/package/2006/relationships"><Relationship Id="rId8" Type="http://schemas.openxmlformats.org/officeDocument/2006/relationships/image" Target="../media/image430.png"/><Relationship Id="rId13" Type="http://schemas.openxmlformats.org/officeDocument/2006/relationships/image" Target="../media/image435.svg"/><Relationship Id="rId3" Type="http://schemas.openxmlformats.org/officeDocument/2006/relationships/image" Target="../media/image427.svg"/><Relationship Id="rId7" Type="http://schemas.openxmlformats.org/officeDocument/2006/relationships/image" Target="../media/image265.svg"/><Relationship Id="rId12" Type="http://schemas.openxmlformats.org/officeDocument/2006/relationships/image" Target="../media/image434.png"/><Relationship Id="rId2" Type="http://schemas.openxmlformats.org/officeDocument/2006/relationships/image" Target="../media/image426.png"/><Relationship Id="rId1" Type="http://schemas.openxmlformats.org/officeDocument/2006/relationships/slideLayout" Target="../slideLayouts/slideLayout6.xml"/><Relationship Id="rId6" Type="http://schemas.openxmlformats.org/officeDocument/2006/relationships/image" Target="../media/image264.png"/><Relationship Id="rId11" Type="http://schemas.openxmlformats.org/officeDocument/2006/relationships/image" Target="../media/image433.svg"/><Relationship Id="rId5" Type="http://schemas.openxmlformats.org/officeDocument/2006/relationships/image" Target="../media/image429.svg"/><Relationship Id="rId10" Type="http://schemas.openxmlformats.org/officeDocument/2006/relationships/image" Target="../media/image432.png"/><Relationship Id="rId4" Type="http://schemas.openxmlformats.org/officeDocument/2006/relationships/image" Target="../media/image428.png"/><Relationship Id="rId9" Type="http://schemas.openxmlformats.org/officeDocument/2006/relationships/image" Target="../media/image431.sv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23.svg"/><Relationship Id="rId3" Type="http://schemas.openxmlformats.org/officeDocument/2006/relationships/image" Target="../media/image17.svg"/><Relationship Id="rId7" Type="http://schemas.openxmlformats.org/officeDocument/2006/relationships/image" Target="../media/image37.svg"/><Relationship Id="rId12" Type="http://schemas.openxmlformats.org/officeDocument/2006/relationships/image" Target="../media/image22.png"/><Relationship Id="rId17" Type="http://schemas.openxmlformats.org/officeDocument/2006/relationships/image" Target="../media/image27.svg"/><Relationship Id="rId2" Type="http://schemas.openxmlformats.org/officeDocument/2006/relationships/image" Target="../media/image16.png"/><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6.png"/><Relationship Id="rId11" Type="http://schemas.openxmlformats.org/officeDocument/2006/relationships/image" Target="../media/image33.svg"/><Relationship Id="rId5" Type="http://schemas.openxmlformats.org/officeDocument/2006/relationships/image" Target="../media/image25.svg"/><Relationship Id="rId15" Type="http://schemas.openxmlformats.org/officeDocument/2006/relationships/image" Target="../media/image31.svg"/><Relationship Id="rId10" Type="http://schemas.openxmlformats.org/officeDocument/2006/relationships/image" Target="../media/image32.pn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13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21.xml"/><Relationship Id="rId11" Type="http://schemas.openxmlformats.org/officeDocument/2006/relationships/image" Target="../media/image35.svg"/><Relationship Id="rId5" Type="http://schemas.openxmlformats.org/officeDocument/2006/relationships/diagramQuickStyle" Target="../diagrams/quickStyle21.xml"/><Relationship Id="rId10" Type="http://schemas.openxmlformats.org/officeDocument/2006/relationships/image" Target="../media/image34.png"/><Relationship Id="rId4" Type="http://schemas.openxmlformats.org/officeDocument/2006/relationships/diagramLayout" Target="../diagrams/layout21.xml"/><Relationship Id="rId9" Type="http://schemas.openxmlformats.org/officeDocument/2006/relationships/image" Target="../media/image41.svg"/></Relationships>
</file>

<file path=ppt/slides/_rels/slide131.xml.rels><?xml version="1.0" encoding="UTF-8" standalone="yes"?>
<Relationships xmlns="http://schemas.openxmlformats.org/package/2006/relationships"><Relationship Id="rId8" Type="http://schemas.openxmlformats.org/officeDocument/2006/relationships/image" Target="../media/image436.png"/><Relationship Id="rId13" Type="http://schemas.openxmlformats.org/officeDocument/2006/relationships/image" Target="../media/image429.svg"/><Relationship Id="rId3" Type="http://schemas.openxmlformats.org/officeDocument/2006/relationships/diagramData" Target="../diagrams/data22.xml"/><Relationship Id="rId7" Type="http://schemas.microsoft.com/office/2007/relationships/diagramDrawing" Target="../diagrams/drawing22.xml"/><Relationship Id="rId12" Type="http://schemas.openxmlformats.org/officeDocument/2006/relationships/image" Target="../media/image428.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22.xml"/><Relationship Id="rId11" Type="http://schemas.openxmlformats.org/officeDocument/2006/relationships/image" Target="../media/image439.svg"/><Relationship Id="rId5" Type="http://schemas.openxmlformats.org/officeDocument/2006/relationships/diagramQuickStyle" Target="../diagrams/quickStyle22.xml"/><Relationship Id="rId15" Type="http://schemas.openxmlformats.org/officeDocument/2006/relationships/image" Target="../media/image441.svg"/><Relationship Id="rId10" Type="http://schemas.openxmlformats.org/officeDocument/2006/relationships/image" Target="../media/image438.png"/><Relationship Id="rId4" Type="http://schemas.openxmlformats.org/officeDocument/2006/relationships/diagramLayout" Target="../diagrams/layout22.xml"/><Relationship Id="rId9" Type="http://schemas.openxmlformats.org/officeDocument/2006/relationships/image" Target="../media/image437.svg"/><Relationship Id="rId14" Type="http://schemas.openxmlformats.org/officeDocument/2006/relationships/image" Target="../media/image44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442.jpe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26" Type="http://schemas.openxmlformats.org/officeDocument/2006/relationships/image" Target="../media/image41.svg"/><Relationship Id="rId3" Type="http://schemas.openxmlformats.org/officeDocument/2006/relationships/image" Target="../media/image16.png"/><Relationship Id="rId21" Type="http://schemas.openxmlformats.org/officeDocument/2006/relationships/image" Target="../media/image3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5" Type="http://schemas.openxmlformats.org/officeDocument/2006/relationships/image" Target="../media/image40.png"/><Relationship Id="rId2" Type="http://schemas.openxmlformats.org/officeDocument/2006/relationships/slideLayout" Target="../slideLayouts/slideLayout2.xml"/><Relationship Id="rId16" Type="http://schemas.openxmlformats.org/officeDocument/2006/relationships/image" Target="../media/image31.svg"/><Relationship Id="rId20" Type="http://schemas.openxmlformats.org/officeDocument/2006/relationships/image" Target="../media/image35.svg"/><Relationship Id="rId1" Type="http://schemas.openxmlformats.org/officeDocument/2006/relationships/tags" Target="../tags/tag5.xml"/><Relationship Id="rId6" Type="http://schemas.openxmlformats.org/officeDocument/2006/relationships/image" Target="../media/image21.svg"/><Relationship Id="rId11" Type="http://schemas.openxmlformats.org/officeDocument/2006/relationships/image" Target="../media/image26.png"/><Relationship Id="rId24" Type="http://schemas.openxmlformats.org/officeDocument/2006/relationships/image" Target="../media/image39.sv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image" Target="../media/image17.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37.svg"/></Relationships>
</file>

<file path=ppt/slides/_rels/slide135.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3" Type="http://schemas.openxmlformats.org/officeDocument/2006/relationships/image" Target="../media/image82.svg"/><Relationship Id="rId7" Type="http://schemas.openxmlformats.org/officeDocument/2006/relationships/image" Target="../media/image86.svg"/><Relationship Id="rId12" Type="http://schemas.openxmlformats.org/officeDocument/2006/relationships/image" Target="../media/image91.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svg"/><Relationship Id="rId5" Type="http://schemas.openxmlformats.org/officeDocument/2006/relationships/image" Target="../media/image84.svg"/><Relationship Id="rId15" Type="http://schemas.openxmlformats.org/officeDocument/2006/relationships/image" Target="../media/image94.sv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s>
</file>

<file path=ppt/slides/_rels/slide138.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svg"/><Relationship Id="rId18" Type="http://schemas.openxmlformats.org/officeDocument/2006/relationships/image" Target="../media/image105.png"/><Relationship Id="rId3" Type="http://schemas.openxmlformats.org/officeDocument/2006/relationships/diagramData" Target="../diagrams/data23.xml"/><Relationship Id="rId21" Type="http://schemas.openxmlformats.org/officeDocument/2006/relationships/image" Target="../media/image108.svg"/><Relationship Id="rId7" Type="http://schemas.microsoft.com/office/2007/relationships/diagramDrawing" Target="../diagrams/drawing23.xml"/><Relationship Id="rId12" Type="http://schemas.openxmlformats.org/officeDocument/2006/relationships/image" Target="../media/image99.png"/><Relationship Id="rId17" Type="http://schemas.openxmlformats.org/officeDocument/2006/relationships/image" Target="../media/image104.svg"/><Relationship Id="rId2" Type="http://schemas.openxmlformats.org/officeDocument/2006/relationships/slideLayout" Target="../slideLayouts/slideLayout2.xml"/><Relationship Id="rId16" Type="http://schemas.openxmlformats.org/officeDocument/2006/relationships/image" Target="../media/image103.png"/><Relationship Id="rId20" Type="http://schemas.openxmlformats.org/officeDocument/2006/relationships/image" Target="../media/image107.png"/><Relationship Id="rId1" Type="http://schemas.openxmlformats.org/officeDocument/2006/relationships/tags" Target="../tags/tag6.xml"/><Relationship Id="rId6" Type="http://schemas.openxmlformats.org/officeDocument/2006/relationships/diagramColors" Target="../diagrams/colors23.xml"/><Relationship Id="rId11" Type="http://schemas.openxmlformats.org/officeDocument/2006/relationships/image" Target="../media/image98.svg"/><Relationship Id="rId5" Type="http://schemas.openxmlformats.org/officeDocument/2006/relationships/diagramQuickStyle" Target="../diagrams/quickStyle23.xml"/><Relationship Id="rId15" Type="http://schemas.openxmlformats.org/officeDocument/2006/relationships/image" Target="../media/image102.svg"/><Relationship Id="rId23" Type="http://schemas.openxmlformats.org/officeDocument/2006/relationships/image" Target="../media/image110.svg"/><Relationship Id="rId10" Type="http://schemas.openxmlformats.org/officeDocument/2006/relationships/image" Target="../media/image97.png"/><Relationship Id="rId19" Type="http://schemas.openxmlformats.org/officeDocument/2006/relationships/image" Target="../media/image106.svg"/><Relationship Id="rId4" Type="http://schemas.openxmlformats.org/officeDocument/2006/relationships/diagramLayout" Target="../diagrams/layout23.xml"/><Relationship Id="rId9" Type="http://schemas.openxmlformats.org/officeDocument/2006/relationships/image" Target="../media/image96.svg"/><Relationship Id="rId14" Type="http://schemas.openxmlformats.org/officeDocument/2006/relationships/image" Target="../media/image101.png"/><Relationship Id="rId22" Type="http://schemas.openxmlformats.org/officeDocument/2006/relationships/image" Target="../media/image109.png"/></Relationships>
</file>

<file path=ppt/slides/_rels/slide139.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4.svg"/><Relationship Id="rId3" Type="http://schemas.openxmlformats.org/officeDocument/2006/relationships/image" Target="../media/image146.svg"/><Relationship Id="rId7" Type="http://schemas.openxmlformats.org/officeDocument/2006/relationships/image" Target="../media/image150.svg"/><Relationship Id="rId12" Type="http://schemas.openxmlformats.org/officeDocument/2006/relationships/image" Target="../media/image153.png"/><Relationship Id="rId2" Type="http://schemas.openxmlformats.org/officeDocument/2006/relationships/image" Target="../media/image145.png"/><Relationship Id="rId1" Type="http://schemas.openxmlformats.org/officeDocument/2006/relationships/slideLayout" Target="../slideLayouts/slideLayout7.xml"/><Relationship Id="rId6" Type="http://schemas.openxmlformats.org/officeDocument/2006/relationships/image" Target="../media/image149.png"/><Relationship Id="rId11" Type="http://schemas.openxmlformats.org/officeDocument/2006/relationships/image" Target="../media/image33.svg"/><Relationship Id="rId5" Type="http://schemas.openxmlformats.org/officeDocument/2006/relationships/image" Target="../media/image148.svg"/><Relationship Id="rId10" Type="http://schemas.openxmlformats.org/officeDocument/2006/relationships/image" Target="../media/image32.png"/><Relationship Id="rId4" Type="http://schemas.openxmlformats.org/officeDocument/2006/relationships/image" Target="../media/image147.png"/><Relationship Id="rId9" Type="http://schemas.openxmlformats.org/officeDocument/2006/relationships/image" Target="../media/image152.svg"/></Relationships>
</file>

<file path=ppt/slides/_rels/slide140.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141.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164.sv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63.png"/><Relationship Id="rId5" Type="http://schemas.openxmlformats.org/officeDocument/2006/relationships/image" Target="../media/image160.svg"/><Relationship Id="rId4" Type="http://schemas.openxmlformats.org/officeDocument/2006/relationships/image" Target="../media/image159.png"/></Relationships>
</file>

<file path=ppt/slides/_rels/slide142.xml.rels><?xml version="1.0" encoding="UTF-8" standalone="yes"?>
<Relationships xmlns="http://schemas.openxmlformats.org/package/2006/relationships"><Relationship Id="rId8" Type="http://schemas.openxmlformats.org/officeDocument/2006/relationships/diagramLayout" Target="../diagrams/layout26.xml"/><Relationship Id="rId13" Type="http://schemas.openxmlformats.org/officeDocument/2006/relationships/image" Target="../media/image168.svg"/><Relationship Id="rId3" Type="http://schemas.openxmlformats.org/officeDocument/2006/relationships/diagramLayout" Target="../diagrams/layout25.xml"/><Relationship Id="rId7" Type="http://schemas.openxmlformats.org/officeDocument/2006/relationships/diagramData" Target="../diagrams/data26.xml"/><Relationship Id="rId12" Type="http://schemas.openxmlformats.org/officeDocument/2006/relationships/image" Target="../media/image167.png"/><Relationship Id="rId2" Type="http://schemas.openxmlformats.org/officeDocument/2006/relationships/diagramData" Target="../diagrams/data25.xml"/><Relationship Id="rId1" Type="http://schemas.openxmlformats.org/officeDocument/2006/relationships/slideLayout" Target="../slideLayouts/slideLayout5.xml"/><Relationship Id="rId6" Type="http://schemas.microsoft.com/office/2007/relationships/diagramDrawing" Target="../diagrams/drawing25.xml"/><Relationship Id="rId11" Type="http://schemas.microsoft.com/office/2007/relationships/diagramDrawing" Target="../diagrams/drawing26.xml"/><Relationship Id="rId5" Type="http://schemas.openxmlformats.org/officeDocument/2006/relationships/diagramColors" Target="../diagrams/colors25.xml"/><Relationship Id="rId10" Type="http://schemas.openxmlformats.org/officeDocument/2006/relationships/diagramColors" Target="../diagrams/colors26.xml"/><Relationship Id="rId4" Type="http://schemas.openxmlformats.org/officeDocument/2006/relationships/diagramQuickStyle" Target="../diagrams/quickStyle25.xml"/><Relationship Id="rId9" Type="http://schemas.openxmlformats.org/officeDocument/2006/relationships/diagramQuickStyle" Target="../diagrams/quickStyle26.xml"/></Relationships>
</file>

<file path=ppt/slides/_rels/slide143.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diagramColors" Target="../diagrams/colors27.xml"/><Relationship Id="rId3" Type="http://schemas.openxmlformats.org/officeDocument/2006/relationships/image" Target="../media/image170.svg"/><Relationship Id="rId7" Type="http://schemas.openxmlformats.org/officeDocument/2006/relationships/image" Target="../media/image174.svg"/><Relationship Id="rId12" Type="http://schemas.openxmlformats.org/officeDocument/2006/relationships/diagramQuickStyle" Target="../diagrams/quickStyle27.xml"/><Relationship Id="rId2" Type="http://schemas.openxmlformats.org/officeDocument/2006/relationships/image" Target="../media/image169.png"/><Relationship Id="rId1" Type="http://schemas.openxmlformats.org/officeDocument/2006/relationships/slideLayout" Target="../slideLayouts/slideLayout2.xml"/><Relationship Id="rId6" Type="http://schemas.openxmlformats.org/officeDocument/2006/relationships/image" Target="../media/image173.png"/><Relationship Id="rId11" Type="http://schemas.openxmlformats.org/officeDocument/2006/relationships/diagramLayout" Target="../diagrams/layout27.xml"/><Relationship Id="rId5" Type="http://schemas.openxmlformats.org/officeDocument/2006/relationships/image" Target="../media/image172.svg"/><Relationship Id="rId10" Type="http://schemas.openxmlformats.org/officeDocument/2006/relationships/diagramData" Target="../diagrams/data27.xml"/><Relationship Id="rId4" Type="http://schemas.openxmlformats.org/officeDocument/2006/relationships/image" Target="../media/image171.png"/><Relationship Id="rId9" Type="http://schemas.openxmlformats.org/officeDocument/2006/relationships/image" Target="../media/image176.svg"/><Relationship Id="rId14" Type="http://schemas.microsoft.com/office/2007/relationships/diagramDrawing" Target="../diagrams/drawing27.xml"/></Relationships>
</file>

<file path=ppt/slides/_rels/slide144.xml.rels><?xml version="1.0" encoding="UTF-8" standalone="yes"?>
<Relationships xmlns="http://schemas.openxmlformats.org/package/2006/relationships"><Relationship Id="rId8" Type="http://schemas.openxmlformats.org/officeDocument/2006/relationships/image" Target="../media/image191.png"/><Relationship Id="rId3" Type="http://schemas.openxmlformats.org/officeDocument/2006/relationships/image" Target="../media/image35.svg"/><Relationship Id="rId7" Type="http://schemas.openxmlformats.org/officeDocument/2006/relationships/image" Target="../media/image190.sv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189.png"/><Relationship Id="rId5" Type="http://schemas.openxmlformats.org/officeDocument/2006/relationships/image" Target="../media/image41.svg"/><Relationship Id="rId4" Type="http://schemas.openxmlformats.org/officeDocument/2006/relationships/image" Target="../media/image40.png"/><Relationship Id="rId9" Type="http://schemas.openxmlformats.org/officeDocument/2006/relationships/image" Target="../media/image192.svg"/></Relationships>
</file>

<file path=ppt/slides/_rels/slide145.xml.rels><?xml version="1.0" encoding="UTF-8" standalone="yes"?>
<Relationships xmlns="http://schemas.openxmlformats.org/package/2006/relationships"><Relationship Id="rId8" Type="http://schemas.openxmlformats.org/officeDocument/2006/relationships/image" Target="../media/image218.svg"/><Relationship Id="rId13" Type="http://schemas.openxmlformats.org/officeDocument/2006/relationships/image" Target="../media/image223.png"/><Relationship Id="rId18" Type="http://schemas.openxmlformats.org/officeDocument/2006/relationships/image" Target="../media/image228.svg"/><Relationship Id="rId3" Type="http://schemas.openxmlformats.org/officeDocument/2006/relationships/diagramLayout" Target="../diagrams/layout28.xml"/><Relationship Id="rId7" Type="http://schemas.openxmlformats.org/officeDocument/2006/relationships/image" Target="../media/image217.png"/><Relationship Id="rId12" Type="http://schemas.openxmlformats.org/officeDocument/2006/relationships/image" Target="../media/image222.svg"/><Relationship Id="rId17" Type="http://schemas.openxmlformats.org/officeDocument/2006/relationships/image" Target="../media/image227.png"/><Relationship Id="rId2" Type="http://schemas.openxmlformats.org/officeDocument/2006/relationships/diagramData" Target="../diagrams/data28.xml"/><Relationship Id="rId16" Type="http://schemas.openxmlformats.org/officeDocument/2006/relationships/image" Target="../media/image226.svg"/><Relationship Id="rId1" Type="http://schemas.openxmlformats.org/officeDocument/2006/relationships/slideLayout" Target="../slideLayouts/slideLayout2.xml"/><Relationship Id="rId6" Type="http://schemas.microsoft.com/office/2007/relationships/diagramDrawing" Target="../diagrams/drawing28.xml"/><Relationship Id="rId11" Type="http://schemas.openxmlformats.org/officeDocument/2006/relationships/image" Target="../media/image221.png"/><Relationship Id="rId5" Type="http://schemas.openxmlformats.org/officeDocument/2006/relationships/diagramColors" Target="../diagrams/colors28.xml"/><Relationship Id="rId15" Type="http://schemas.openxmlformats.org/officeDocument/2006/relationships/image" Target="../media/image225.png"/><Relationship Id="rId10" Type="http://schemas.openxmlformats.org/officeDocument/2006/relationships/image" Target="../media/image220.svg"/><Relationship Id="rId4" Type="http://schemas.openxmlformats.org/officeDocument/2006/relationships/diagramQuickStyle" Target="../diagrams/quickStyle28.xml"/><Relationship Id="rId9" Type="http://schemas.openxmlformats.org/officeDocument/2006/relationships/image" Target="../media/image219.png"/><Relationship Id="rId14" Type="http://schemas.openxmlformats.org/officeDocument/2006/relationships/image" Target="../media/image224.svg"/></Relationships>
</file>

<file path=ppt/slides/_rels/slide146.xml.rels><?xml version="1.0" encoding="UTF-8" standalone="yes"?>
<Relationships xmlns="http://schemas.openxmlformats.org/package/2006/relationships"><Relationship Id="rId8" Type="http://schemas.openxmlformats.org/officeDocument/2006/relationships/image" Target="../media/image238.png"/><Relationship Id="rId13" Type="http://schemas.openxmlformats.org/officeDocument/2006/relationships/image" Target="../media/image216.svg"/><Relationship Id="rId3" Type="http://schemas.openxmlformats.org/officeDocument/2006/relationships/image" Target="../media/image233.svg"/><Relationship Id="rId7" Type="http://schemas.openxmlformats.org/officeDocument/2006/relationships/image" Target="../media/image237.svg"/><Relationship Id="rId12" Type="http://schemas.openxmlformats.org/officeDocument/2006/relationships/image" Target="../media/image215.png"/><Relationship Id="rId17" Type="http://schemas.openxmlformats.org/officeDocument/2006/relationships/image" Target="../media/image249.svg"/><Relationship Id="rId2" Type="http://schemas.openxmlformats.org/officeDocument/2006/relationships/image" Target="../media/image232.png"/><Relationship Id="rId16" Type="http://schemas.openxmlformats.org/officeDocument/2006/relationships/image" Target="../media/image248.png"/><Relationship Id="rId1" Type="http://schemas.openxmlformats.org/officeDocument/2006/relationships/slideLayout" Target="../slideLayouts/slideLayout2.xml"/><Relationship Id="rId6" Type="http://schemas.openxmlformats.org/officeDocument/2006/relationships/image" Target="../media/image236.png"/><Relationship Id="rId11" Type="http://schemas.openxmlformats.org/officeDocument/2006/relationships/image" Target="../media/image241.svg"/><Relationship Id="rId5" Type="http://schemas.openxmlformats.org/officeDocument/2006/relationships/image" Target="../media/image235.svg"/><Relationship Id="rId15" Type="http://schemas.openxmlformats.org/officeDocument/2006/relationships/image" Target="../media/image243.svg"/><Relationship Id="rId10" Type="http://schemas.openxmlformats.org/officeDocument/2006/relationships/image" Target="../media/image240.png"/><Relationship Id="rId4" Type="http://schemas.openxmlformats.org/officeDocument/2006/relationships/image" Target="../media/image234.png"/><Relationship Id="rId9" Type="http://schemas.openxmlformats.org/officeDocument/2006/relationships/image" Target="../media/image239.svg"/><Relationship Id="rId14" Type="http://schemas.openxmlformats.org/officeDocument/2006/relationships/image" Target="../media/image242.png"/></Relationships>
</file>

<file path=ppt/slides/_rels/slide147.xml.rels><?xml version="1.0" encoding="UTF-8" standalone="yes"?>
<Relationships xmlns="http://schemas.openxmlformats.org/package/2006/relationships"><Relationship Id="rId3" Type="http://schemas.openxmlformats.org/officeDocument/2006/relationships/image" Target="../media/image182.svg"/><Relationship Id="rId2" Type="http://schemas.openxmlformats.org/officeDocument/2006/relationships/image" Target="../media/image181.png"/><Relationship Id="rId1" Type="http://schemas.openxmlformats.org/officeDocument/2006/relationships/slideLayout" Target="../slideLayouts/slideLayout2.xml"/><Relationship Id="rId5" Type="http://schemas.openxmlformats.org/officeDocument/2006/relationships/image" Target="../media/image251.svg"/><Relationship Id="rId4" Type="http://schemas.openxmlformats.org/officeDocument/2006/relationships/image" Target="../media/image250.png"/></Relationships>
</file>

<file path=ppt/slides/_rels/slide148.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277.svg"/><Relationship Id="rId2" Type="http://schemas.openxmlformats.org/officeDocument/2006/relationships/image" Target="../media/image276.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277.svg"/><Relationship Id="rId2" Type="http://schemas.openxmlformats.org/officeDocument/2006/relationships/image" Target="../media/image276.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241.svg"/><Relationship Id="rId7" Type="http://schemas.openxmlformats.org/officeDocument/2006/relationships/image" Target="../media/image279.sv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278.png"/><Relationship Id="rId5" Type="http://schemas.openxmlformats.org/officeDocument/2006/relationships/image" Target="../media/image277.svg"/><Relationship Id="rId4" Type="http://schemas.openxmlformats.org/officeDocument/2006/relationships/image" Target="../media/image276.png"/><Relationship Id="rId9" Type="http://schemas.openxmlformats.org/officeDocument/2006/relationships/image" Target="../media/image281.svg"/></Relationships>
</file>

<file path=ppt/slides/_rels/slide153.xml.rels><?xml version="1.0" encoding="UTF-8" standalone="yes"?>
<Relationships xmlns="http://schemas.openxmlformats.org/package/2006/relationships"><Relationship Id="rId3" Type="http://schemas.openxmlformats.org/officeDocument/2006/relationships/image" Target="../media/image293.svg"/><Relationship Id="rId7" Type="http://schemas.openxmlformats.org/officeDocument/2006/relationships/image" Target="../media/image297.svg"/><Relationship Id="rId2" Type="http://schemas.openxmlformats.org/officeDocument/2006/relationships/image" Target="../media/image292.png"/><Relationship Id="rId1" Type="http://schemas.openxmlformats.org/officeDocument/2006/relationships/slideLayout" Target="../slideLayouts/slideLayout2.xml"/><Relationship Id="rId6" Type="http://schemas.openxmlformats.org/officeDocument/2006/relationships/image" Target="../media/image296.png"/><Relationship Id="rId5" Type="http://schemas.openxmlformats.org/officeDocument/2006/relationships/image" Target="../media/image295.svg"/><Relationship Id="rId4" Type="http://schemas.openxmlformats.org/officeDocument/2006/relationships/image" Target="../media/image294.png"/></Relationships>
</file>

<file path=ppt/slides/_rels/slide154.xml.rels><?xml version="1.0" encoding="UTF-8" standalone="yes"?>
<Relationships xmlns="http://schemas.openxmlformats.org/package/2006/relationships"><Relationship Id="rId8" Type="http://schemas.openxmlformats.org/officeDocument/2006/relationships/image" Target="../media/image314.png"/><Relationship Id="rId3" Type="http://schemas.openxmlformats.org/officeDocument/2006/relationships/image" Target="../media/image311.svg"/><Relationship Id="rId7" Type="http://schemas.openxmlformats.org/officeDocument/2006/relationships/image" Target="../media/image313.sv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12.png"/><Relationship Id="rId11" Type="http://schemas.openxmlformats.org/officeDocument/2006/relationships/image" Target="../media/image317.svg"/><Relationship Id="rId5" Type="http://schemas.openxmlformats.org/officeDocument/2006/relationships/image" Target="../media/image190.svg"/><Relationship Id="rId10" Type="http://schemas.openxmlformats.org/officeDocument/2006/relationships/image" Target="../media/image316.png"/><Relationship Id="rId4" Type="http://schemas.openxmlformats.org/officeDocument/2006/relationships/image" Target="../media/image189.png"/><Relationship Id="rId9" Type="http://schemas.openxmlformats.org/officeDocument/2006/relationships/image" Target="../media/image315.svg"/></Relationships>
</file>

<file path=ppt/slides/_rels/slide155.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355.svg"/><Relationship Id="rId3" Type="http://schemas.openxmlformats.org/officeDocument/2006/relationships/image" Target="../media/image345.svg"/><Relationship Id="rId7" Type="http://schemas.openxmlformats.org/officeDocument/2006/relationships/image" Target="../media/image349.svg"/><Relationship Id="rId12" Type="http://schemas.openxmlformats.org/officeDocument/2006/relationships/image" Target="../media/image354.png"/><Relationship Id="rId2" Type="http://schemas.openxmlformats.org/officeDocument/2006/relationships/image" Target="../media/image344.png"/><Relationship Id="rId1" Type="http://schemas.openxmlformats.org/officeDocument/2006/relationships/slideLayout" Target="../slideLayouts/slideLayout2.xml"/><Relationship Id="rId6" Type="http://schemas.openxmlformats.org/officeDocument/2006/relationships/image" Target="../media/image348.png"/><Relationship Id="rId11" Type="http://schemas.openxmlformats.org/officeDocument/2006/relationships/image" Target="../media/image353.svg"/><Relationship Id="rId5" Type="http://schemas.openxmlformats.org/officeDocument/2006/relationships/image" Target="../media/image347.svg"/><Relationship Id="rId10" Type="http://schemas.openxmlformats.org/officeDocument/2006/relationships/image" Target="../media/image352.png"/><Relationship Id="rId4" Type="http://schemas.openxmlformats.org/officeDocument/2006/relationships/image" Target="../media/image346.png"/><Relationship Id="rId9" Type="http://schemas.openxmlformats.org/officeDocument/2006/relationships/image" Target="../media/image351.svg"/></Relationships>
</file>

<file path=ppt/slides/_rels/slide156.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25.svg"/><Relationship Id="rId3" Type="http://schemas.openxmlformats.org/officeDocument/2006/relationships/image" Target="../media/image415.svg"/><Relationship Id="rId7" Type="http://schemas.openxmlformats.org/officeDocument/2006/relationships/image" Target="../media/image419.svg"/><Relationship Id="rId12" Type="http://schemas.openxmlformats.org/officeDocument/2006/relationships/image" Target="../media/image424.png"/><Relationship Id="rId2" Type="http://schemas.openxmlformats.org/officeDocument/2006/relationships/image" Target="../media/image414.png"/><Relationship Id="rId1" Type="http://schemas.openxmlformats.org/officeDocument/2006/relationships/slideLayout" Target="../slideLayouts/slideLayout2.xml"/><Relationship Id="rId6" Type="http://schemas.openxmlformats.org/officeDocument/2006/relationships/image" Target="../media/image418.png"/><Relationship Id="rId11" Type="http://schemas.openxmlformats.org/officeDocument/2006/relationships/image" Target="../media/image423.svg"/><Relationship Id="rId5" Type="http://schemas.openxmlformats.org/officeDocument/2006/relationships/image" Target="../media/image417.svg"/><Relationship Id="rId10" Type="http://schemas.openxmlformats.org/officeDocument/2006/relationships/image" Target="../media/image422.png"/><Relationship Id="rId4" Type="http://schemas.openxmlformats.org/officeDocument/2006/relationships/image" Target="../media/image416.png"/><Relationship Id="rId9" Type="http://schemas.openxmlformats.org/officeDocument/2006/relationships/image" Target="../media/image421.sv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443.jpeg"/><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444.jpe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8" Type="http://schemas.openxmlformats.org/officeDocument/2006/relationships/image" Target="../media/image362.png"/><Relationship Id="rId13" Type="http://schemas.openxmlformats.org/officeDocument/2006/relationships/image" Target="../media/image448.jpg"/><Relationship Id="rId3" Type="http://schemas.openxmlformats.org/officeDocument/2006/relationships/image" Target="../media/image357.svg"/><Relationship Id="rId7" Type="http://schemas.openxmlformats.org/officeDocument/2006/relationships/image" Target="../media/image361.svg"/><Relationship Id="rId12" Type="http://schemas.openxmlformats.org/officeDocument/2006/relationships/image" Target="../media/image447.png"/><Relationship Id="rId2" Type="http://schemas.openxmlformats.org/officeDocument/2006/relationships/image" Target="../media/image356.png"/><Relationship Id="rId1" Type="http://schemas.openxmlformats.org/officeDocument/2006/relationships/slideLayout" Target="../slideLayouts/slideLayout2.xml"/><Relationship Id="rId6" Type="http://schemas.openxmlformats.org/officeDocument/2006/relationships/image" Target="../media/image360.png"/><Relationship Id="rId11" Type="http://schemas.openxmlformats.org/officeDocument/2006/relationships/image" Target="../media/image446.jpg"/><Relationship Id="rId5" Type="http://schemas.openxmlformats.org/officeDocument/2006/relationships/image" Target="../media/image359.svg"/><Relationship Id="rId10" Type="http://schemas.openxmlformats.org/officeDocument/2006/relationships/image" Target="../media/image445.png"/><Relationship Id="rId4" Type="http://schemas.openxmlformats.org/officeDocument/2006/relationships/image" Target="../media/image358.png"/><Relationship Id="rId9" Type="http://schemas.openxmlformats.org/officeDocument/2006/relationships/image" Target="../media/image363.sv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458.svg"/><Relationship Id="rId18" Type="http://schemas.openxmlformats.org/officeDocument/2006/relationships/image" Target="../media/image459.png"/><Relationship Id="rId3" Type="http://schemas.openxmlformats.org/officeDocument/2006/relationships/image" Target="../media/image450.svg"/><Relationship Id="rId7" Type="http://schemas.openxmlformats.org/officeDocument/2006/relationships/image" Target="../media/image454.svg"/><Relationship Id="rId12" Type="http://schemas.openxmlformats.org/officeDocument/2006/relationships/image" Target="../media/image457.png"/><Relationship Id="rId17" Type="http://schemas.openxmlformats.org/officeDocument/2006/relationships/image" Target="../media/image130.svg"/><Relationship Id="rId2" Type="http://schemas.openxmlformats.org/officeDocument/2006/relationships/image" Target="../media/image449.png"/><Relationship Id="rId16"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453.png"/><Relationship Id="rId11" Type="http://schemas.openxmlformats.org/officeDocument/2006/relationships/image" Target="../media/image456.svg"/><Relationship Id="rId5" Type="http://schemas.openxmlformats.org/officeDocument/2006/relationships/image" Target="../media/image452.svg"/><Relationship Id="rId15" Type="http://schemas.openxmlformats.org/officeDocument/2006/relationships/image" Target="../media/image57.svg"/><Relationship Id="rId10" Type="http://schemas.openxmlformats.org/officeDocument/2006/relationships/image" Target="../media/image455.png"/><Relationship Id="rId19" Type="http://schemas.openxmlformats.org/officeDocument/2006/relationships/image" Target="../media/image460.svg"/><Relationship Id="rId4" Type="http://schemas.openxmlformats.org/officeDocument/2006/relationships/image" Target="../media/image451.png"/><Relationship Id="rId9" Type="http://schemas.openxmlformats.org/officeDocument/2006/relationships/image" Target="../media/image194.svg"/><Relationship Id="rId14" Type="http://schemas.openxmlformats.org/officeDocument/2006/relationships/image" Target="../media/image56.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8" Type="http://schemas.openxmlformats.org/officeDocument/2006/relationships/image" Target="../media/image461.png"/><Relationship Id="rId13" Type="http://schemas.openxmlformats.org/officeDocument/2006/relationships/hyperlink" Target="https://quiron.wordpress.com/2008/12/13/bernard-madoff-y-la-mayor-estafa-en-historia-de-los-eeuu/" TargetMode="External"/><Relationship Id="rId18" Type="http://schemas.openxmlformats.org/officeDocument/2006/relationships/image" Target="../media/image468.svg"/><Relationship Id="rId3" Type="http://schemas.openxmlformats.org/officeDocument/2006/relationships/hyperlink" Target="http://pngimg.com/download/94160" TargetMode="External"/><Relationship Id="rId21" Type="http://schemas.openxmlformats.org/officeDocument/2006/relationships/image" Target="../media/image471.png"/><Relationship Id="rId7" Type="http://schemas.openxmlformats.org/officeDocument/2006/relationships/hyperlink" Target="https://en.wikipedia.org/wiki/YouTube_(channel)" TargetMode="External"/><Relationship Id="rId12" Type="http://schemas.openxmlformats.org/officeDocument/2006/relationships/image" Target="../media/image463.jpg"/><Relationship Id="rId17" Type="http://schemas.openxmlformats.org/officeDocument/2006/relationships/image" Target="../media/image467.png"/><Relationship Id="rId2" Type="http://schemas.openxmlformats.org/officeDocument/2006/relationships/image" Target="../media/image62.png"/><Relationship Id="rId16" Type="http://schemas.openxmlformats.org/officeDocument/2006/relationships/image" Target="../media/image466.svg"/><Relationship Id="rId20" Type="http://schemas.openxmlformats.org/officeDocument/2006/relationships/image" Target="../media/image470.sv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hyperlink" Target="https://twelvemakesadozen.blogspot.com/2011/07/my-tupperware-obsession-part-last-i.html" TargetMode="External"/><Relationship Id="rId5" Type="http://schemas.openxmlformats.org/officeDocument/2006/relationships/hyperlink" Target="https://en.wikipedia.org/wiki/File:Instagram_logo_2016.svg" TargetMode="External"/><Relationship Id="rId15" Type="http://schemas.openxmlformats.org/officeDocument/2006/relationships/image" Target="../media/image465.png"/><Relationship Id="rId10" Type="http://schemas.openxmlformats.org/officeDocument/2006/relationships/image" Target="../media/image462.jpg"/><Relationship Id="rId19" Type="http://schemas.openxmlformats.org/officeDocument/2006/relationships/image" Target="../media/image469.png"/><Relationship Id="rId4" Type="http://schemas.openxmlformats.org/officeDocument/2006/relationships/image" Target="../media/image63.png"/><Relationship Id="rId9" Type="http://schemas.openxmlformats.org/officeDocument/2006/relationships/hyperlink" Target="https://openclipart.org/detail/233837/" TargetMode="External"/><Relationship Id="rId14" Type="http://schemas.openxmlformats.org/officeDocument/2006/relationships/image" Target="../media/image464.png"/><Relationship Id="rId22" Type="http://schemas.openxmlformats.org/officeDocument/2006/relationships/image" Target="../media/image472.png"/></Relationships>
</file>

<file path=ppt/slides/_rels/slide167.xml.rels><?xml version="1.0" encoding="UTF-8" standalone="yes"?>
<Relationships xmlns="http://schemas.openxmlformats.org/package/2006/relationships"><Relationship Id="rId3" Type="http://schemas.openxmlformats.org/officeDocument/2006/relationships/image" Target="../media/image472.png"/><Relationship Id="rId2" Type="http://schemas.openxmlformats.org/officeDocument/2006/relationships/image" Target="../media/image471.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474.png"/><Relationship Id="rId2" Type="http://schemas.openxmlformats.org/officeDocument/2006/relationships/image" Target="../media/image473.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8" Type="http://schemas.openxmlformats.org/officeDocument/2006/relationships/image" Target="../media/image473.png"/><Relationship Id="rId3" Type="http://schemas.openxmlformats.org/officeDocument/2006/relationships/hyperlink" Target="http://infodome.wikidot.com/rules-of-combat-dome" TargetMode="External"/><Relationship Id="rId7" Type="http://schemas.openxmlformats.org/officeDocument/2006/relationships/hyperlink" Target="https://pxhere.com/en/photo/1573331" TargetMode="External"/><Relationship Id="rId2" Type="http://schemas.openxmlformats.org/officeDocument/2006/relationships/image" Target="../media/image475.gif"/><Relationship Id="rId1" Type="http://schemas.openxmlformats.org/officeDocument/2006/relationships/slideLayout" Target="../slideLayouts/slideLayout2.xml"/><Relationship Id="rId6" Type="http://schemas.openxmlformats.org/officeDocument/2006/relationships/image" Target="../media/image477.jpeg"/><Relationship Id="rId5" Type="http://schemas.openxmlformats.org/officeDocument/2006/relationships/hyperlink" Target="https://www.freestock.com/free-photos/positive-business-man-thumbsup-office-88960471" TargetMode="External"/><Relationship Id="rId4" Type="http://schemas.openxmlformats.org/officeDocument/2006/relationships/image" Target="../media/image476.jpg"/><Relationship Id="rId9" Type="http://schemas.openxmlformats.org/officeDocument/2006/relationships/image" Target="../media/image474.png"/></Relationships>
</file>

<file path=ppt/slides/_rels/slide170.xml.rels><?xml version="1.0" encoding="UTF-8" standalone="yes"?>
<Relationships xmlns="http://schemas.openxmlformats.org/package/2006/relationships"><Relationship Id="rId8" Type="http://schemas.openxmlformats.org/officeDocument/2006/relationships/image" Target="../media/image483.svg"/><Relationship Id="rId13" Type="http://schemas.openxmlformats.org/officeDocument/2006/relationships/image" Target="../media/image486.png"/><Relationship Id="rId18" Type="http://schemas.openxmlformats.org/officeDocument/2006/relationships/image" Target="../media/image491.svg"/><Relationship Id="rId3" Type="http://schemas.openxmlformats.org/officeDocument/2006/relationships/image" Target="../media/image478.png"/><Relationship Id="rId21" Type="http://schemas.openxmlformats.org/officeDocument/2006/relationships/image" Target="../media/image492.png"/><Relationship Id="rId7" Type="http://schemas.openxmlformats.org/officeDocument/2006/relationships/image" Target="../media/image482.png"/><Relationship Id="rId12" Type="http://schemas.openxmlformats.org/officeDocument/2006/relationships/image" Target="../media/image485.svg"/><Relationship Id="rId17" Type="http://schemas.openxmlformats.org/officeDocument/2006/relationships/image" Target="../media/image490.png"/><Relationship Id="rId2" Type="http://schemas.openxmlformats.org/officeDocument/2006/relationships/notesSlide" Target="../notesSlides/notesSlide41.xml"/><Relationship Id="rId16" Type="http://schemas.openxmlformats.org/officeDocument/2006/relationships/image" Target="../media/image489.svg"/><Relationship Id="rId20" Type="http://schemas.openxmlformats.org/officeDocument/2006/relationships/image" Target="../media/image285.svg"/><Relationship Id="rId1" Type="http://schemas.openxmlformats.org/officeDocument/2006/relationships/slideLayout" Target="../slideLayouts/slideLayout2.xml"/><Relationship Id="rId6" Type="http://schemas.openxmlformats.org/officeDocument/2006/relationships/image" Target="../media/image481.svg"/><Relationship Id="rId11" Type="http://schemas.openxmlformats.org/officeDocument/2006/relationships/image" Target="../media/image484.png"/><Relationship Id="rId5" Type="http://schemas.openxmlformats.org/officeDocument/2006/relationships/image" Target="../media/image480.png"/><Relationship Id="rId15" Type="http://schemas.openxmlformats.org/officeDocument/2006/relationships/image" Target="../media/image488.png"/><Relationship Id="rId10" Type="http://schemas.openxmlformats.org/officeDocument/2006/relationships/hyperlink" Target="https://openclipart.org/detail/233837/" TargetMode="External"/><Relationship Id="rId19" Type="http://schemas.openxmlformats.org/officeDocument/2006/relationships/image" Target="../media/image284.png"/><Relationship Id="rId4" Type="http://schemas.openxmlformats.org/officeDocument/2006/relationships/image" Target="../media/image479.svg"/><Relationship Id="rId9" Type="http://schemas.openxmlformats.org/officeDocument/2006/relationships/image" Target="../media/image461.png"/><Relationship Id="rId14" Type="http://schemas.openxmlformats.org/officeDocument/2006/relationships/image" Target="../media/image487.svg"/><Relationship Id="rId22" Type="http://schemas.openxmlformats.org/officeDocument/2006/relationships/image" Target="../media/image493.svg"/></Relationships>
</file>

<file path=ppt/slides/_rels/slide171.xml.rels><?xml version="1.0" encoding="UTF-8" standalone="yes"?>
<Relationships xmlns="http://schemas.openxmlformats.org/package/2006/relationships"><Relationship Id="rId8" Type="http://schemas.openxmlformats.org/officeDocument/2006/relationships/image" Target="../media/image483.svg"/><Relationship Id="rId13" Type="http://schemas.openxmlformats.org/officeDocument/2006/relationships/image" Target="../media/image496.png"/><Relationship Id="rId18" Type="http://schemas.openxmlformats.org/officeDocument/2006/relationships/image" Target="../media/image501.svg"/><Relationship Id="rId3" Type="http://schemas.openxmlformats.org/officeDocument/2006/relationships/image" Target="../media/image478.png"/><Relationship Id="rId21" Type="http://schemas.openxmlformats.org/officeDocument/2006/relationships/image" Target="../media/image504.png"/><Relationship Id="rId7" Type="http://schemas.openxmlformats.org/officeDocument/2006/relationships/image" Target="../media/image482.png"/><Relationship Id="rId12" Type="http://schemas.openxmlformats.org/officeDocument/2006/relationships/image" Target="../media/image495.svg"/><Relationship Id="rId17" Type="http://schemas.openxmlformats.org/officeDocument/2006/relationships/image" Target="../media/image500.png"/><Relationship Id="rId2" Type="http://schemas.openxmlformats.org/officeDocument/2006/relationships/notesSlide" Target="../notesSlides/notesSlide42.xml"/><Relationship Id="rId16" Type="http://schemas.openxmlformats.org/officeDocument/2006/relationships/image" Target="../media/image499.svg"/><Relationship Id="rId20" Type="http://schemas.openxmlformats.org/officeDocument/2006/relationships/image" Target="../media/image503.svg"/><Relationship Id="rId1" Type="http://schemas.openxmlformats.org/officeDocument/2006/relationships/slideLayout" Target="../slideLayouts/slideLayout2.xml"/><Relationship Id="rId6" Type="http://schemas.openxmlformats.org/officeDocument/2006/relationships/image" Target="../media/image481.svg"/><Relationship Id="rId11" Type="http://schemas.openxmlformats.org/officeDocument/2006/relationships/image" Target="../media/image494.png"/><Relationship Id="rId5" Type="http://schemas.openxmlformats.org/officeDocument/2006/relationships/image" Target="../media/image480.png"/><Relationship Id="rId15" Type="http://schemas.openxmlformats.org/officeDocument/2006/relationships/image" Target="../media/image498.png"/><Relationship Id="rId10" Type="http://schemas.openxmlformats.org/officeDocument/2006/relationships/hyperlink" Target="https://openclipart.org/detail/233837/" TargetMode="External"/><Relationship Id="rId19" Type="http://schemas.openxmlformats.org/officeDocument/2006/relationships/image" Target="../media/image502.png"/><Relationship Id="rId4" Type="http://schemas.openxmlformats.org/officeDocument/2006/relationships/image" Target="../media/image479.svg"/><Relationship Id="rId9" Type="http://schemas.openxmlformats.org/officeDocument/2006/relationships/image" Target="../media/image461.png"/><Relationship Id="rId14" Type="http://schemas.openxmlformats.org/officeDocument/2006/relationships/image" Target="../media/image497.svg"/><Relationship Id="rId22" Type="http://schemas.openxmlformats.org/officeDocument/2006/relationships/image" Target="../media/image505.svg"/></Relationships>
</file>

<file path=ppt/slides/_rels/slide172.xml.rels><?xml version="1.0" encoding="UTF-8" standalone="yes"?>
<Relationships xmlns="http://schemas.openxmlformats.org/package/2006/relationships"><Relationship Id="rId8" Type="http://schemas.openxmlformats.org/officeDocument/2006/relationships/image" Target="../media/image490.png"/><Relationship Id="rId3" Type="http://schemas.openxmlformats.org/officeDocument/2006/relationships/image" Target="../media/image485.svg"/><Relationship Id="rId7" Type="http://schemas.openxmlformats.org/officeDocument/2006/relationships/image" Target="../media/image489.svg"/><Relationship Id="rId2" Type="http://schemas.openxmlformats.org/officeDocument/2006/relationships/image" Target="../media/image484.png"/><Relationship Id="rId1" Type="http://schemas.openxmlformats.org/officeDocument/2006/relationships/slideLayout" Target="../slideLayouts/slideLayout2.xml"/><Relationship Id="rId6" Type="http://schemas.openxmlformats.org/officeDocument/2006/relationships/image" Target="../media/image488.png"/><Relationship Id="rId11" Type="http://schemas.openxmlformats.org/officeDocument/2006/relationships/hyperlink" Target="https://openclipart.org/detail/233837/" TargetMode="External"/><Relationship Id="rId5" Type="http://schemas.openxmlformats.org/officeDocument/2006/relationships/image" Target="../media/image487.svg"/><Relationship Id="rId10" Type="http://schemas.openxmlformats.org/officeDocument/2006/relationships/image" Target="../media/image461.png"/><Relationship Id="rId4" Type="http://schemas.openxmlformats.org/officeDocument/2006/relationships/image" Target="../media/image486.png"/><Relationship Id="rId9" Type="http://schemas.openxmlformats.org/officeDocument/2006/relationships/image" Target="../media/image491.svg"/></Relationships>
</file>

<file path=ppt/slides/_rels/slide173.xml.rels><?xml version="1.0" encoding="UTF-8" standalone="yes"?>
<Relationships xmlns="http://schemas.openxmlformats.org/package/2006/relationships"><Relationship Id="rId8" Type="http://schemas.openxmlformats.org/officeDocument/2006/relationships/image" Target="../media/image508.png"/><Relationship Id="rId3" Type="http://schemas.openxmlformats.org/officeDocument/2006/relationships/image" Target="../media/image357.svg"/><Relationship Id="rId7" Type="http://schemas.openxmlformats.org/officeDocument/2006/relationships/image" Target="../media/image507.svg"/><Relationship Id="rId2" Type="http://schemas.openxmlformats.org/officeDocument/2006/relationships/image" Target="../media/image356.png"/><Relationship Id="rId1" Type="http://schemas.openxmlformats.org/officeDocument/2006/relationships/slideLayout" Target="../slideLayouts/slideLayout2.xml"/><Relationship Id="rId6" Type="http://schemas.openxmlformats.org/officeDocument/2006/relationships/image" Target="../media/image506.png"/><Relationship Id="rId5" Type="http://schemas.openxmlformats.org/officeDocument/2006/relationships/image" Target="../media/image359.svg"/><Relationship Id="rId4" Type="http://schemas.openxmlformats.org/officeDocument/2006/relationships/image" Target="../media/image358.png"/><Relationship Id="rId9" Type="http://schemas.openxmlformats.org/officeDocument/2006/relationships/image" Target="../media/image509.svg"/></Relationships>
</file>

<file path=ppt/slides/_rels/slide174.xml.rels><?xml version="1.0" encoding="UTF-8" standalone="yes"?>
<Relationships xmlns="http://schemas.openxmlformats.org/package/2006/relationships"><Relationship Id="rId3" Type="http://schemas.openxmlformats.org/officeDocument/2006/relationships/image" Target="../media/image511.svg"/><Relationship Id="rId2" Type="http://schemas.openxmlformats.org/officeDocument/2006/relationships/image" Target="../media/image510.png"/><Relationship Id="rId1" Type="http://schemas.openxmlformats.org/officeDocument/2006/relationships/slideLayout" Target="../slideLayouts/slideLayout2.xml"/><Relationship Id="rId5" Type="http://schemas.openxmlformats.org/officeDocument/2006/relationships/image" Target="../media/image513.svg"/><Relationship Id="rId4" Type="http://schemas.openxmlformats.org/officeDocument/2006/relationships/image" Target="../media/image512.png"/></Relationships>
</file>

<file path=ppt/slides/_rels/slide175.xml.rels><?xml version="1.0" encoding="UTF-8" standalone="yes"?>
<Relationships xmlns="http://schemas.openxmlformats.org/package/2006/relationships"><Relationship Id="rId8" Type="http://schemas.openxmlformats.org/officeDocument/2006/relationships/image" Target="../media/image518.png"/><Relationship Id="rId13" Type="http://schemas.openxmlformats.org/officeDocument/2006/relationships/image" Target="../media/image523.svg"/><Relationship Id="rId3" Type="http://schemas.openxmlformats.org/officeDocument/2006/relationships/image" Target="../media/image515.svg"/><Relationship Id="rId7" Type="http://schemas.openxmlformats.org/officeDocument/2006/relationships/image" Target="../media/image41.svg"/><Relationship Id="rId12" Type="http://schemas.openxmlformats.org/officeDocument/2006/relationships/image" Target="../media/image522.png"/><Relationship Id="rId2" Type="http://schemas.openxmlformats.org/officeDocument/2006/relationships/image" Target="../media/image514.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521.svg"/><Relationship Id="rId5" Type="http://schemas.openxmlformats.org/officeDocument/2006/relationships/image" Target="../media/image517.svg"/><Relationship Id="rId15" Type="http://schemas.openxmlformats.org/officeDocument/2006/relationships/image" Target="../media/image525.svg"/><Relationship Id="rId10" Type="http://schemas.openxmlformats.org/officeDocument/2006/relationships/image" Target="../media/image520.png"/><Relationship Id="rId4" Type="http://schemas.openxmlformats.org/officeDocument/2006/relationships/image" Target="../media/image516.png"/><Relationship Id="rId9" Type="http://schemas.openxmlformats.org/officeDocument/2006/relationships/image" Target="../media/image519.svg"/><Relationship Id="rId14" Type="http://schemas.openxmlformats.org/officeDocument/2006/relationships/image" Target="../media/image524.png"/></Relationships>
</file>

<file path=ppt/slides/_rels/slide176.xml.rels><?xml version="1.0" encoding="UTF-8" standalone="yes"?>
<Relationships xmlns="http://schemas.openxmlformats.org/package/2006/relationships"><Relationship Id="rId8" Type="http://schemas.openxmlformats.org/officeDocument/2006/relationships/image" Target="../media/image527.png"/><Relationship Id="rId3" Type="http://schemas.openxmlformats.org/officeDocument/2006/relationships/diagramLayout" Target="../diagrams/layout29.xml"/><Relationship Id="rId7" Type="http://schemas.openxmlformats.org/officeDocument/2006/relationships/image" Target="../media/image526.png"/><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10" Type="http://schemas.openxmlformats.org/officeDocument/2006/relationships/image" Target="../media/image528.png"/><Relationship Id="rId4" Type="http://schemas.openxmlformats.org/officeDocument/2006/relationships/diagramQuickStyle" Target="../diagrams/quickStyle29.xml"/><Relationship Id="rId9" Type="http://schemas.microsoft.com/office/2007/relationships/hdphoto" Target="../media/hdphoto1.wdp"/></Relationships>
</file>

<file path=ppt/slides/_rels/slide177.xml.rels><?xml version="1.0" encoding="UTF-8" standalone="yes"?>
<Relationships xmlns="http://schemas.openxmlformats.org/package/2006/relationships"><Relationship Id="rId8" Type="http://schemas.openxmlformats.org/officeDocument/2006/relationships/image" Target="../media/image507.svg"/><Relationship Id="rId13" Type="http://schemas.openxmlformats.org/officeDocument/2006/relationships/image" Target="../media/image529.png"/><Relationship Id="rId18" Type="http://schemas.openxmlformats.org/officeDocument/2006/relationships/image" Target="../media/image534.svg"/><Relationship Id="rId26" Type="http://schemas.openxmlformats.org/officeDocument/2006/relationships/image" Target="../media/image541.svg"/><Relationship Id="rId3" Type="http://schemas.openxmlformats.org/officeDocument/2006/relationships/image" Target="../media/image356.png"/><Relationship Id="rId21" Type="http://schemas.openxmlformats.org/officeDocument/2006/relationships/image" Target="../media/image537.png"/><Relationship Id="rId7" Type="http://schemas.openxmlformats.org/officeDocument/2006/relationships/image" Target="../media/image506.png"/><Relationship Id="rId12" Type="http://schemas.openxmlformats.org/officeDocument/2006/relationships/image" Target="../media/image485.svg"/><Relationship Id="rId17" Type="http://schemas.openxmlformats.org/officeDocument/2006/relationships/image" Target="../media/image533.png"/><Relationship Id="rId25" Type="http://schemas.openxmlformats.org/officeDocument/2006/relationships/image" Target="../media/image396.png"/><Relationship Id="rId2" Type="http://schemas.openxmlformats.org/officeDocument/2006/relationships/notesSlide" Target="../notesSlides/notesSlide43.xml"/><Relationship Id="rId16" Type="http://schemas.openxmlformats.org/officeDocument/2006/relationships/image" Target="../media/image532.svg"/><Relationship Id="rId20" Type="http://schemas.openxmlformats.org/officeDocument/2006/relationships/image" Target="../media/image536.svg"/><Relationship Id="rId1" Type="http://schemas.openxmlformats.org/officeDocument/2006/relationships/slideLayout" Target="../slideLayouts/slideLayout2.xml"/><Relationship Id="rId6" Type="http://schemas.openxmlformats.org/officeDocument/2006/relationships/image" Target="../media/image359.svg"/><Relationship Id="rId11" Type="http://schemas.openxmlformats.org/officeDocument/2006/relationships/image" Target="../media/image484.png"/><Relationship Id="rId24" Type="http://schemas.openxmlformats.org/officeDocument/2006/relationships/image" Target="../media/image540.svg"/><Relationship Id="rId5" Type="http://schemas.openxmlformats.org/officeDocument/2006/relationships/image" Target="../media/image358.png"/><Relationship Id="rId15" Type="http://schemas.openxmlformats.org/officeDocument/2006/relationships/image" Target="../media/image531.png"/><Relationship Id="rId23" Type="http://schemas.openxmlformats.org/officeDocument/2006/relationships/image" Target="../media/image539.png"/><Relationship Id="rId28" Type="http://schemas.openxmlformats.org/officeDocument/2006/relationships/image" Target="../media/image543.svg"/><Relationship Id="rId10" Type="http://schemas.openxmlformats.org/officeDocument/2006/relationships/image" Target="../media/image509.svg"/><Relationship Id="rId19" Type="http://schemas.openxmlformats.org/officeDocument/2006/relationships/image" Target="../media/image535.png"/><Relationship Id="rId4" Type="http://schemas.openxmlformats.org/officeDocument/2006/relationships/image" Target="../media/image357.svg"/><Relationship Id="rId9" Type="http://schemas.openxmlformats.org/officeDocument/2006/relationships/image" Target="../media/image508.png"/><Relationship Id="rId14" Type="http://schemas.openxmlformats.org/officeDocument/2006/relationships/image" Target="../media/image530.svg"/><Relationship Id="rId22" Type="http://schemas.openxmlformats.org/officeDocument/2006/relationships/image" Target="../media/image538.svg"/><Relationship Id="rId27" Type="http://schemas.openxmlformats.org/officeDocument/2006/relationships/image" Target="../media/image542.png"/></Relationships>
</file>

<file path=ppt/slides/_rels/slide178.xml.rels><?xml version="1.0" encoding="UTF-8" standalone="yes"?>
<Relationships xmlns="http://schemas.openxmlformats.org/package/2006/relationships"><Relationship Id="rId8" Type="http://schemas.openxmlformats.org/officeDocument/2006/relationships/image" Target="../media/image546.png"/><Relationship Id="rId3" Type="http://schemas.openxmlformats.org/officeDocument/2006/relationships/image" Target="../media/image545.svg"/><Relationship Id="rId7" Type="http://schemas.openxmlformats.org/officeDocument/2006/relationships/image" Target="../media/image120.svg"/><Relationship Id="rId2" Type="http://schemas.openxmlformats.org/officeDocument/2006/relationships/image" Target="../media/image544.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397.svg"/><Relationship Id="rId4" Type="http://schemas.openxmlformats.org/officeDocument/2006/relationships/image" Target="../media/image396.png"/><Relationship Id="rId9" Type="http://schemas.openxmlformats.org/officeDocument/2006/relationships/hyperlink" Target="http://coinsblog.ws/calendar-icon" TargetMode="External"/></Relationships>
</file>

<file path=ppt/slides/_rels/slide17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47.png"/><Relationship Id="rId1" Type="http://schemas.openxmlformats.org/officeDocument/2006/relationships/slideLayout" Target="../slideLayouts/slideLayout2.xml"/><Relationship Id="rId6" Type="http://schemas.openxmlformats.org/officeDocument/2006/relationships/image" Target="../media/image549.svg"/><Relationship Id="rId5" Type="http://schemas.openxmlformats.org/officeDocument/2006/relationships/image" Target="../media/image548.png"/><Relationship Id="rId4" Type="http://schemas.openxmlformats.org/officeDocument/2006/relationships/hyperlink" Target="https://fr.wikipedia.org/wiki/Fichier:Circle-icons-browser.svg" TargetMode="External"/></Relationships>
</file>

<file path=ppt/slides/_rels/slide180.xml.rels><?xml version="1.0" encoding="UTF-8" standalone="yes"?>
<Relationships xmlns="http://schemas.openxmlformats.org/package/2006/relationships"><Relationship Id="rId8" Type="http://schemas.openxmlformats.org/officeDocument/2006/relationships/image" Target="../media/image553.png"/><Relationship Id="rId3" Type="http://schemas.openxmlformats.org/officeDocument/2006/relationships/image" Target="../media/image551.svg"/><Relationship Id="rId7" Type="http://schemas.openxmlformats.org/officeDocument/2006/relationships/hyperlink" Target="https://commons.wikimedia.org/wiki/File:Coffee_cup_flat.svg" TargetMode="External"/><Relationship Id="rId2" Type="http://schemas.openxmlformats.org/officeDocument/2006/relationships/image" Target="../media/image550.png"/><Relationship Id="rId1" Type="http://schemas.openxmlformats.org/officeDocument/2006/relationships/slideLayout" Target="../slideLayouts/slideLayout2.xml"/><Relationship Id="rId6" Type="http://schemas.openxmlformats.org/officeDocument/2006/relationships/image" Target="../media/image552.png"/><Relationship Id="rId5" Type="http://schemas.openxmlformats.org/officeDocument/2006/relationships/image" Target="../media/image397.svg"/><Relationship Id="rId10" Type="http://schemas.openxmlformats.org/officeDocument/2006/relationships/hyperlink" Target="https://commons.wikimedia.org/wiki/File:Circle-icons-contacts.svg" TargetMode="External"/><Relationship Id="rId4" Type="http://schemas.openxmlformats.org/officeDocument/2006/relationships/image" Target="../media/image396.png"/><Relationship Id="rId9" Type="http://schemas.microsoft.com/office/2007/relationships/hdphoto" Target="../media/hdphoto3.wdp"/></Relationships>
</file>

<file path=ppt/slides/_rels/slide181.xml.rels><?xml version="1.0" encoding="UTF-8" standalone="yes"?>
<Relationships xmlns="http://schemas.openxmlformats.org/package/2006/relationships"><Relationship Id="rId8" Type="http://schemas.openxmlformats.org/officeDocument/2006/relationships/image" Target="../media/image550.png"/><Relationship Id="rId13" Type="http://schemas.microsoft.com/office/2007/relationships/hdphoto" Target="../media/hdphoto2.wdp"/><Relationship Id="rId18" Type="http://schemas.openxmlformats.org/officeDocument/2006/relationships/hyperlink" Target="http://coinsblog.ws/calendar-icon" TargetMode="External"/><Relationship Id="rId3" Type="http://schemas.openxmlformats.org/officeDocument/2006/relationships/image" Target="../media/image545.svg"/><Relationship Id="rId21" Type="http://schemas.openxmlformats.org/officeDocument/2006/relationships/hyperlink" Target="https://commons.wikimedia.org/wiki/File:Circle-icons-contacts.svg" TargetMode="External"/><Relationship Id="rId7" Type="http://schemas.openxmlformats.org/officeDocument/2006/relationships/image" Target="../media/image120.svg"/><Relationship Id="rId12" Type="http://schemas.openxmlformats.org/officeDocument/2006/relationships/image" Target="../media/image547.png"/><Relationship Id="rId17" Type="http://schemas.openxmlformats.org/officeDocument/2006/relationships/image" Target="../media/image546.png"/><Relationship Id="rId2" Type="http://schemas.openxmlformats.org/officeDocument/2006/relationships/image" Target="../media/image544.png"/><Relationship Id="rId16" Type="http://schemas.openxmlformats.org/officeDocument/2006/relationships/image" Target="../media/image549.svg"/><Relationship Id="rId20" Type="http://schemas.microsoft.com/office/2007/relationships/hdphoto" Target="../media/hdphoto3.wdp"/><Relationship Id="rId1" Type="http://schemas.openxmlformats.org/officeDocument/2006/relationships/slideLayout" Target="../slideLayouts/slideLayout2.xml"/><Relationship Id="rId6" Type="http://schemas.openxmlformats.org/officeDocument/2006/relationships/image" Target="../media/image119.png"/><Relationship Id="rId11" Type="http://schemas.openxmlformats.org/officeDocument/2006/relationships/hyperlink" Target="https://commons.wikimedia.org/wiki/File:Coffee_cup_flat.svg" TargetMode="External"/><Relationship Id="rId5" Type="http://schemas.openxmlformats.org/officeDocument/2006/relationships/image" Target="../media/image397.svg"/><Relationship Id="rId15" Type="http://schemas.openxmlformats.org/officeDocument/2006/relationships/image" Target="../media/image548.png"/><Relationship Id="rId10" Type="http://schemas.openxmlformats.org/officeDocument/2006/relationships/image" Target="../media/image552.png"/><Relationship Id="rId19" Type="http://schemas.openxmlformats.org/officeDocument/2006/relationships/image" Target="../media/image553.png"/><Relationship Id="rId4" Type="http://schemas.openxmlformats.org/officeDocument/2006/relationships/image" Target="../media/image396.png"/><Relationship Id="rId9" Type="http://schemas.openxmlformats.org/officeDocument/2006/relationships/image" Target="../media/image551.svg"/><Relationship Id="rId14" Type="http://schemas.openxmlformats.org/officeDocument/2006/relationships/hyperlink" Target="https://fr.wikipedia.org/wiki/Fichier:Circle-icons-browser.svg" TargetMode="External"/></Relationships>
</file>

<file path=ppt/slides/_rels/slide182.xml.rels><?xml version="1.0" encoding="UTF-8" standalone="yes"?>
<Relationships xmlns="http://schemas.openxmlformats.org/package/2006/relationships"><Relationship Id="rId3" Type="http://schemas.openxmlformats.org/officeDocument/2006/relationships/hyperlink" Target="https://pixabay.com/en/avatar-icon-document-entrepreneur-1789663/" TargetMode="External"/><Relationship Id="rId7" Type="http://schemas.openxmlformats.org/officeDocument/2006/relationships/hyperlink" Target="https://commons.wikimedia.org/wiki/File:Creative-Tail-People-women.svg" TargetMode="External"/><Relationship Id="rId2" Type="http://schemas.openxmlformats.org/officeDocument/2006/relationships/image" Target="../media/image554.png"/><Relationship Id="rId1" Type="http://schemas.openxmlformats.org/officeDocument/2006/relationships/slideLayout" Target="../slideLayouts/slideLayout2.xml"/><Relationship Id="rId6" Type="http://schemas.openxmlformats.org/officeDocument/2006/relationships/image" Target="../media/image556.png"/><Relationship Id="rId5" Type="http://schemas.openxmlformats.org/officeDocument/2006/relationships/hyperlink" Target="https://pixabay.com/en/child-avatar-icon-flat-design-red-1837375/" TargetMode="External"/><Relationship Id="rId4" Type="http://schemas.openxmlformats.org/officeDocument/2006/relationships/image" Target="../media/image555.png"/></Relationships>
</file>

<file path=ppt/slides/_rels/slide183.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image" Target="../media/image557.jpeg"/><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image" Target="../media/image558.jpeg"/><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8" Type="http://schemas.openxmlformats.org/officeDocument/2006/relationships/image" Target="../media/image564.png"/><Relationship Id="rId13" Type="http://schemas.openxmlformats.org/officeDocument/2006/relationships/image" Target="../media/image567.png"/><Relationship Id="rId3" Type="http://schemas.openxmlformats.org/officeDocument/2006/relationships/image" Target="../media/image560.svg"/><Relationship Id="rId7" Type="http://schemas.openxmlformats.org/officeDocument/2006/relationships/image" Target="../media/image563.svg"/><Relationship Id="rId12" Type="http://schemas.openxmlformats.org/officeDocument/2006/relationships/image" Target="../media/image566.svg"/><Relationship Id="rId2" Type="http://schemas.openxmlformats.org/officeDocument/2006/relationships/image" Target="../media/image559.png"/><Relationship Id="rId1" Type="http://schemas.openxmlformats.org/officeDocument/2006/relationships/slideLayout" Target="../slideLayouts/slideLayout2.xml"/><Relationship Id="rId6" Type="http://schemas.openxmlformats.org/officeDocument/2006/relationships/image" Target="../media/image562.png"/><Relationship Id="rId11" Type="http://schemas.openxmlformats.org/officeDocument/2006/relationships/image" Target="../media/image565.png"/><Relationship Id="rId5" Type="http://schemas.openxmlformats.org/officeDocument/2006/relationships/image" Target="../media/image561.svg"/><Relationship Id="rId10" Type="http://schemas.openxmlformats.org/officeDocument/2006/relationships/image" Target="../media/image194.svg"/><Relationship Id="rId4" Type="http://schemas.openxmlformats.org/officeDocument/2006/relationships/image" Target="../media/image430.png"/><Relationship Id="rId9" Type="http://schemas.openxmlformats.org/officeDocument/2006/relationships/image" Target="../media/image193.png"/><Relationship Id="rId14" Type="http://schemas.openxmlformats.org/officeDocument/2006/relationships/image" Target="../media/image568.svg"/></Relationships>
</file>

<file path=ppt/slides/_rels/slide188.xml.rels><?xml version="1.0" encoding="UTF-8" standalone="yes"?>
<Relationships xmlns="http://schemas.openxmlformats.org/package/2006/relationships"><Relationship Id="rId8" Type="http://schemas.openxmlformats.org/officeDocument/2006/relationships/image" Target="../media/image570.svg"/><Relationship Id="rId13" Type="http://schemas.openxmlformats.org/officeDocument/2006/relationships/image" Target="../media/image67.png"/><Relationship Id="rId18" Type="http://schemas.openxmlformats.org/officeDocument/2006/relationships/image" Target="../media/image577.png"/><Relationship Id="rId26" Type="http://schemas.openxmlformats.org/officeDocument/2006/relationships/image" Target="../media/image585.png"/><Relationship Id="rId3" Type="http://schemas.openxmlformats.org/officeDocument/2006/relationships/diagramLayout" Target="../diagrams/layout31.xml"/><Relationship Id="rId21" Type="http://schemas.openxmlformats.org/officeDocument/2006/relationships/image" Target="../media/image580.svg"/><Relationship Id="rId7" Type="http://schemas.openxmlformats.org/officeDocument/2006/relationships/image" Target="../media/image569.png"/><Relationship Id="rId12" Type="http://schemas.openxmlformats.org/officeDocument/2006/relationships/image" Target="../media/image574.svg"/><Relationship Id="rId17" Type="http://schemas.openxmlformats.org/officeDocument/2006/relationships/image" Target="../media/image35.svg"/><Relationship Id="rId25" Type="http://schemas.openxmlformats.org/officeDocument/2006/relationships/image" Target="../media/image584.svg"/><Relationship Id="rId2" Type="http://schemas.openxmlformats.org/officeDocument/2006/relationships/diagramData" Target="../diagrams/data31.xml"/><Relationship Id="rId16" Type="http://schemas.openxmlformats.org/officeDocument/2006/relationships/image" Target="../media/image34.png"/><Relationship Id="rId20" Type="http://schemas.openxmlformats.org/officeDocument/2006/relationships/image" Target="../media/image579.png"/><Relationship Id="rId1" Type="http://schemas.openxmlformats.org/officeDocument/2006/relationships/slideLayout" Target="../slideLayouts/slideLayout2.xml"/><Relationship Id="rId6" Type="http://schemas.microsoft.com/office/2007/relationships/diagramDrawing" Target="../diagrams/drawing31.xml"/><Relationship Id="rId11" Type="http://schemas.openxmlformats.org/officeDocument/2006/relationships/image" Target="../media/image573.png"/><Relationship Id="rId24" Type="http://schemas.openxmlformats.org/officeDocument/2006/relationships/image" Target="../media/image583.png"/><Relationship Id="rId5" Type="http://schemas.openxmlformats.org/officeDocument/2006/relationships/diagramColors" Target="../diagrams/colors31.xml"/><Relationship Id="rId15" Type="http://schemas.openxmlformats.org/officeDocument/2006/relationships/image" Target="../media/image576.svg"/><Relationship Id="rId23" Type="http://schemas.openxmlformats.org/officeDocument/2006/relationships/image" Target="../media/image582.svg"/><Relationship Id="rId10" Type="http://schemas.openxmlformats.org/officeDocument/2006/relationships/image" Target="../media/image572.svg"/><Relationship Id="rId19" Type="http://schemas.openxmlformats.org/officeDocument/2006/relationships/image" Target="../media/image578.svg"/><Relationship Id="rId4" Type="http://schemas.openxmlformats.org/officeDocument/2006/relationships/diagramQuickStyle" Target="../diagrams/quickStyle31.xml"/><Relationship Id="rId9" Type="http://schemas.openxmlformats.org/officeDocument/2006/relationships/image" Target="../media/image571.png"/><Relationship Id="rId14" Type="http://schemas.openxmlformats.org/officeDocument/2006/relationships/image" Target="../media/image575.png"/><Relationship Id="rId22" Type="http://schemas.openxmlformats.org/officeDocument/2006/relationships/image" Target="../media/image581.png"/><Relationship Id="rId27" Type="http://schemas.openxmlformats.org/officeDocument/2006/relationships/image" Target="../media/image586.svg"/></Relationships>
</file>

<file path=ppt/slides/_rels/slide189.xml.rels><?xml version="1.0" encoding="UTF-8" standalone="yes"?>
<Relationships xmlns="http://schemas.openxmlformats.org/package/2006/relationships"><Relationship Id="rId13" Type="http://schemas.openxmlformats.org/officeDocument/2006/relationships/image" Target="../media/image564.png"/><Relationship Id="rId18" Type="http://schemas.openxmlformats.org/officeDocument/2006/relationships/image" Target="../media/image589.png"/><Relationship Id="rId26" Type="http://schemas.openxmlformats.org/officeDocument/2006/relationships/image" Target="../media/image595.png"/><Relationship Id="rId39" Type="http://schemas.openxmlformats.org/officeDocument/2006/relationships/image" Target="../media/image607.png"/><Relationship Id="rId21" Type="http://schemas.openxmlformats.org/officeDocument/2006/relationships/image" Target="../media/image592.svg"/><Relationship Id="rId34" Type="http://schemas.openxmlformats.org/officeDocument/2006/relationships/image" Target="../media/image602.png"/><Relationship Id="rId42" Type="http://schemas.openxmlformats.org/officeDocument/2006/relationships/image" Target="../media/image610.svg"/><Relationship Id="rId7" Type="http://schemas.openxmlformats.org/officeDocument/2006/relationships/image" Target="../media/image559.png"/><Relationship Id="rId2" Type="http://schemas.openxmlformats.org/officeDocument/2006/relationships/diagramData" Target="../diagrams/data32.xml"/><Relationship Id="rId16" Type="http://schemas.openxmlformats.org/officeDocument/2006/relationships/image" Target="../media/image585.png"/><Relationship Id="rId20" Type="http://schemas.openxmlformats.org/officeDocument/2006/relationships/image" Target="../media/image591.png"/><Relationship Id="rId29" Type="http://schemas.openxmlformats.org/officeDocument/2006/relationships/image" Target="../media/image597.svg"/><Relationship Id="rId41" Type="http://schemas.openxmlformats.org/officeDocument/2006/relationships/image" Target="../media/image609.png"/><Relationship Id="rId1" Type="http://schemas.openxmlformats.org/officeDocument/2006/relationships/slideLayout" Target="../slideLayouts/slideLayout2.xml"/><Relationship Id="rId6" Type="http://schemas.microsoft.com/office/2007/relationships/diagramDrawing" Target="../diagrams/drawing32.xml"/><Relationship Id="rId11" Type="http://schemas.openxmlformats.org/officeDocument/2006/relationships/image" Target="../media/image562.png"/><Relationship Id="rId24" Type="http://schemas.openxmlformats.org/officeDocument/2006/relationships/image" Target="../media/image334.png"/><Relationship Id="rId32" Type="http://schemas.openxmlformats.org/officeDocument/2006/relationships/image" Target="../media/image600.svg"/><Relationship Id="rId37" Type="http://schemas.openxmlformats.org/officeDocument/2006/relationships/image" Target="../media/image605.png"/><Relationship Id="rId40" Type="http://schemas.openxmlformats.org/officeDocument/2006/relationships/image" Target="../media/image608.svg"/><Relationship Id="rId5" Type="http://schemas.openxmlformats.org/officeDocument/2006/relationships/diagramColors" Target="../diagrams/colors32.xml"/><Relationship Id="rId15" Type="http://schemas.openxmlformats.org/officeDocument/2006/relationships/image" Target="../media/image588.svg"/><Relationship Id="rId23" Type="http://schemas.openxmlformats.org/officeDocument/2006/relationships/image" Target="../media/image594.svg"/><Relationship Id="rId28" Type="http://schemas.openxmlformats.org/officeDocument/2006/relationships/image" Target="../media/image596.png"/><Relationship Id="rId36" Type="http://schemas.openxmlformats.org/officeDocument/2006/relationships/image" Target="../media/image604.svg"/><Relationship Id="rId10" Type="http://schemas.openxmlformats.org/officeDocument/2006/relationships/image" Target="../media/image561.svg"/><Relationship Id="rId19" Type="http://schemas.openxmlformats.org/officeDocument/2006/relationships/image" Target="../media/image590.svg"/><Relationship Id="rId31" Type="http://schemas.openxmlformats.org/officeDocument/2006/relationships/image" Target="../media/image599.svg"/><Relationship Id="rId44" Type="http://schemas.openxmlformats.org/officeDocument/2006/relationships/image" Target="../media/image612.svg"/><Relationship Id="rId4" Type="http://schemas.openxmlformats.org/officeDocument/2006/relationships/diagramQuickStyle" Target="../diagrams/quickStyle32.xml"/><Relationship Id="rId9" Type="http://schemas.openxmlformats.org/officeDocument/2006/relationships/image" Target="../media/image430.png"/><Relationship Id="rId14" Type="http://schemas.openxmlformats.org/officeDocument/2006/relationships/image" Target="../media/image587.png"/><Relationship Id="rId22" Type="http://schemas.openxmlformats.org/officeDocument/2006/relationships/image" Target="../media/image593.png"/><Relationship Id="rId27" Type="http://schemas.microsoft.com/office/2007/relationships/hdphoto" Target="../media/hdphoto4.wdp"/><Relationship Id="rId30" Type="http://schemas.openxmlformats.org/officeDocument/2006/relationships/image" Target="../media/image598.png"/><Relationship Id="rId35" Type="http://schemas.openxmlformats.org/officeDocument/2006/relationships/image" Target="../media/image603.svg"/><Relationship Id="rId43" Type="http://schemas.openxmlformats.org/officeDocument/2006/relationships/image" Target="../media/image611.png"/><Relationship Id="rId8" Type="http://schemas.openxmlformats.org/officeDocument/2006/relationships/image" Target="../media/image560.svg"/><Relationship Id="rId3" Type="http://schemas.openxmlformats.org/officeDocument/2006/relationships/diagramLayout" Target="../diagrams/layout32.xml"/><Relationship Id="rId12" Type="http://schemas.openxmlformats.org/officeDocument/2006/relationships/image" Target="../media/image563.svg"/><Relationship Id="rId17" Type="http://schemas.openxmlformats.org/officeDocument/2006/relationships/image" Target="../media/image586.svg"/><Relationship Id="rId25" Type="http://schemas.openxmlformats.org/officeDocument/2006/relationships/image" Target="../media/image335.svg"/><Relationship Id="rId33" Type="http://schemas.openxmlformats.org/officeDocument/2006/relationships/image" Target="../media/image601.svg"/><Relationship Id="rId38" Type="http://schemas.openxmlformats.org/officeDocument/2006/relationships/image" Target="../media/image606.svg"/></Relationships>
</file>

<file path=ppt/slides/_rels/slide190.xml.rels><?xml version="1.0" encoding="UTF-8" standalone="yes"?>
<Relationships xmlns="http://schemas.openxmlformats.org/package/2006/relationships"><Relationship Id="rId13" Type="http://schemas.openxmlformats.org/officeDocument/2006/relationships/image" Target="../media/image589.png"/><Relationship Id="rId18" Type="http://schemas.openxmlformats.org/officeDocument/2006/relationships/image" Target="../media/image594.svg"/><Relationship Id="rId26" Type="http://schemas.openxmlformats.org/officeDocument/2006/relationships/image" Target="../media/image599.svg"/><Relationship Id="rId39" Type="http://schemas.openxmlformats.org/officeDocument/2006/relationships/image" Target="../media/image612.svg"/><Relationship Id="rId21" Type="http://schemas.openxmlformats.org/officeDocument/2006/relationships/image" Target="../media/image595.png"/><Relationship Id="rId34" Type="http://schemas.openxmlformats.org/officeDocument/2006/relationships/image" Target="../media/image607.png"/><Relationship Id="rId7" Type="http://schemas.openxmlformats.org/officeDocument/2006/relationships/image" Target="../media/image563.svg"/><Relationship Id="rId12" Type="http://schemas.openxmlformats.org/officeDocument/2006/relationships/image" Target="../media/image586.svg"/><Relationship Id="rId17" Type="http://schemas.openxmlformats.org/officeDocument/2006/relationships/image" Target="../media/image593.png"/><Relationship Id="rId25" Type="http://schemas.openxmlformats.org/officeDocument/2006/relationships/image" Target="../media/image598.png"/><Relationship Id="rId33" Type="http://schemas.openxmlformats.org/officeDocument/2006/relationships/image" Target="../media/image606.svg"/><Relationship Id="rId38" Type="http://schemas.openxmlformats.org/officeDocument/2006/relationships/image" Target="../media/image611.png"/><Relationship Id="rId2" Type="http://schemas.openxmlformats.org/officeDocument/2006/relationships/image" Target="../media/image559.png"/><Relationship Id="rId16" Type="http://schemas.openxmlformats.org/officeDocument/2006/relationships/image" Target="../media/image592.svg"/><Relationship Id="rId20" Type="http://schemas.openxmlformats.org/officeDocument/2006/relationships/image" Target="../media/image335.svg"/><Relationship Id="rId29" Type="http://schemas.openxmlformats.org/officeDocument/2006/relationships/image" Target="../media/image602.png"/><Relationship Id="rId1" Type="http://schemas.openxmlformats.org/officeDocument/2006/relationships/slideLayout" Target="../slideLayouts/slideLayout2.xml"/><Relationship Id="rId6" Type="http://schemas.openxmlformats.org/officeDocument/2006/relationships/image" Target="../media/image562.png"/><Relationship Id="rId11" Type="http://schemas.openxmlformats.org/officeDocument/2006/relationships/image" Target="../media/image585.png"/><Relationship Id="rId24" Type="http://schemas.openxmlformats.org/officeDocument/2006/relationships/image" Target="../media/image597.svg"/><Relationship Id="rId32" Type="http://schemas.openxmlformats.org/officeDocument/2006/relationships/image" Target="../media/image605.png"/><Relationship Id="rId37" Type="http://schemas.openxmlformats.org/officeDocument/2006/relationships/image" Target="../media/image610.svg"/><Relationship Id="rId5" Type="http://schemas.openxmlformats.org/officeDocument/2006/relationships/image" Target="../media/image561.svg"/><Relationship Id="rId15" Type="http://schemas.openxmlformats.org/officeDocument/2006/relationships/image" Target="../media/image591.png"/><Relationship Id="rId23" Type="http://schemas.openxmlformats.org/officeDocument/2006/relationships/image" Target="../media/image596.png"/><Relationship Id="rId28" Type="http://schemas.openxmlformats.org/officeDocument/2006/relationships/image" Target="../media/image601.svg"/><Relationship Id="rId36" Type="http://schemas.openxmlformats.org/officeDocument/2006/relationships/image" Target="../media/image609.png"/><Relationship Id="rId10" Type="http://schemas.openxmlformats.org/officeDocument/2006/relationships/image" Target="../media/image588.svg"/><Relationship Id="rId19" Type="http://schemas.openxmlformats.org/officeDocument/2006/relationships/image" Target="../media/image334.png"/><Relationship Id="rId31" Type="http://schemas.openxmlformats.org/officeDocument/2006/relationships/image" Target="../media/image604.svg"/><Relationship Id="rId4" Type="http://schemas.openxmlformats.org/officeDocument/2006/relationships/image" Target="../media/image430.png"/><Relationship Id="rId9" Type="http://schemas.openxmlformats.org/officeDocument/2006/relationships/image" Target="../media/image587.png"/><Relationship Id="rId14" Type="http://schemas.openxmlformats.org/officeDocument/2006/relationships/image" Target="../media/image590.svg"/><Relationship Id="rId22" Type="http://schemas.microsoft.com/office/2007/relationships/hdphoto" Target="../media/hdphoto4.wdp"/><Relationship Id="rId27" Type="http://schemas.openxmlformats.org/officeDocument/2006/relationships/image" Target="../media/image600.svg"/><Relationship Id="rId30" Type="http://schemas.openxmlformats.org/officeDocument/2006/relationships/image" Target="../media/image603.svg"/><Relationship Id="rId35" Type="http://schemas.openxmlformats.org/officeDocument/2006/relationships/image" Target="../media/image608.svg"/><Relationship Id="rId8" Type="http://schemas.openxmlformats.org/officeDocument/2006/relationships/image" Target="../media/image564.png"/><Relationship Id="rId3" Type="http://schemas.openxmlformats.org/officeDocument/2006/relationships/image" Target="../media/image560.svg"/></Relationships>
</file>

<file path=ppt/slides/_rels/slide191.xml.rels><?xml version="1.0" encoding="UTF-8" standalone="yes"?>
<Relationships xmlns="http://schemas.openxmlformats.org/package/2006/relationships"><Relationship Id="rId13" Type="http://schemas.openxmlformats.org/officeDocument/2006/relationships/image" Target="../media/image587.png"/><Relationship Id="rId18" Type="http://schemas.openxmlformats.org/officeDocument/2006/relationships/image" Target="../media/image590.svg"/><Relationship Id="rId26" Type="http://schemas.microsoft.com/office/2007/relationships/hdphoto" Target="../media/hdphoto4.wdp"/><Relationship Id="rId39" Type="http://schemas.openxmlformats.org/officeDocument/2006/relationships/image" Target="../media/image608.svg"/><Relationship Id="rId21" Type="http://schemas.openxmlformats.org/officeDocument/2006/relationships/image" Target="../media/image593.png"/><Relationship Id="rId34" Type="http://schemas.openxmlformats.org/officeDocument/2006/relationships/image" Target="../media/image603.svg"/><Relationship Id="rId42" Type="http://schemas.openxmlformats.org/officeDocument/2006/relationships/image" Target="../media/image611.png"/><Relationship Id="rId7" Type="http://schemas.openxmlformats.org/officeDocument/2006/relationships/image" Target="../media/image560.svg"/><Relationship Id="rId2" Type="http://schemas.openxmlformats.org/officeDocument/2006/relationships/image" Target="../media/image613.jpeg"/><Relationship Id="rId16" Type="http://schemas.openxmlformats.org/officeDocument/2006/relationships/image" Target="../media/image586.svg"/><Relationship Id="rId20" Type="http://schemas.openxmlformats.org/officeDocument/2006/relationships/image" Target="../media/image592.svg"/><Relationship Id="rId29" Type="http://schemas.openxmlformats.org/officeDocument/2006/relationships/image" Target="../media/image598.png"/><Relationship Id="rId41" Type="http://schemas.openxmlformats.org/officeDocument/2006/relationships/image" Target="../media/image610.svg"/><Relationship Id="rId1" Type="http://schemas.openxmlformats.org/officeDocument/2006/relationships/slideLayout" Target="../slideLayouts/slideLayout2.xml"/><Relationship Id="rId6" Type="http://schemas.openxmlformats.org/officeDocument/2006/relationships/image" Target="../media/image559.png"/><Relationship Id="rId11" Type="http://schemas.openxmlformats.org/officeDocument/2006/relationships/image" Target="../media/image563.svg"/><Relationship Id="rId24" Type="http://schemas.openxmlformats.org/officeDocument/2006/relationships/image" Target="../media/image335.svg"/><Relationship Id="rId32" Type="http://schemas.openxmlformats.org/officeDocument/2006/relationships/image" Target="../media/image601.svg"/><Relationship Id="rId37" Type="http://schemas.openxmlformats.org/officeDocument/2006/relationships/image" Target="../media/image606.svg"/><Relationship Id="rId40" Type="http://schemas.openxmlformats.org/officeDocument/2006/relationships/image" Target="../media/image609.png"/><Relationship Id="rId5" Type="http://schemas.openxmlformats.org/officeDocument/2006/relationships/image" Target="../media/image616.jpeg"/><Relationship Id="rId15" Type="http://schemas.openxmlformats.org/officeDocument/2006/relationships/image" Target="../media/image585.png"/><Relationship Id="rId23" Type="http://schemas.openxmlformats.org/officeDocument/2006/relationships/image" Target="../media/image334.png"/><Relationship Id="rId28" Type="http://schemas.openxmlformats.org/officeDocument/2006/relationships/image" Target="../media/image597.svg"/><Relationship Id="rId36" Type="http://schemas.openxmlformats.org/officeDocument/2006/relationships/image" Target="../media/image605.png"/><Relationship Id="rId10" Type="http://schemas.openxmlformats.org/officeDocument/2006/relationships/image" Target="../media/image562.png"/><Relationship Id="rId19" Type="http://schemas.openxmlformats.org/officeDocument/2006/relationships/image" Target="../media/image591.png"/><Relationship Id="rId31" Type="http://schemas.openxmlformats.org/officeDocument/2006/relationships/image" Target="../media/image600.svg"/><Relationship Id="rId4" Type="http://schemas.openxmlformats.org/officeDocument/2006/relationships/image" Target="../media/image615.jpeg"/><Relationship Id="rId9" Type="http://schemas.openxmlformats.org/officeDocument/2006/relationships/image" Target="../media/image561.svg"/><Relationship Id="rId14" Type="http://schemas.openxmlformats.org/officeDocument/2006/relationships/image" Target="../media/image588.svg"/><Relationship Id="rId22" Type="http://schemas.openxmlformats.org/officeDocument/2006/relationships/image" Target="../media/image594.svg"/><Relationship Id="rId27" Type="http://schemas.openxmlformats.org/officeDocument/2006/relationships/image" Target="../media/image596.png"/><Relationship Id="rId30" Type="http://schemas.openxmlformats.org/officeDocument/2006/relationships/image" Target="../media/image599.svg"/><Relationship Id="rId35" Type="http://schemas.openxmlformats.org/officeDocument/2006/relationships/image" Target="../media/image604.svg"/><Relationship Id="rId43" Type="http://schemas.openxmlformats.org/officeDocument/2006/relationships/image" Target="../media/image612.svg"/><Relationship Id="rId8" Type="http://schemas.openxmlformats.org/officeDocument/2006/relationships/image" Target="../media/image430.png"/><Relationship Id="rId3" Type="http://schemas.openxmlformats.org/officeDocument/2006/relationships/image" Target="../media/image614.jpeg"/><Relationship Id="rId12" Type="http://schemas.openxmlformats.org/officeDocument/2006/relationships/image" Target="../media/image564.png"/><Relationship Id="rId17" Type="http://schemas.openxmlformats.org/officeDocument/2006/relationships/image" Target="../media/image589.png"/><Relationship Id="rId25" Type="http://schemas.openxmlformats.org/officeDocument/2006/relationships/image" Target="../media/image595.png"/><Relationship Id="rId33" Type="http://schemas.openxmlformats.org/officeDocument/2006/relationships/image" Target="../media/image602.png"/><Relationship Id="rId38" Type="http://schemas.openxmlformats.org/officeDocument/2006/relationships/image" Target="../media/image607.png"/></Relationships>
</file>

<file path=ppt/slides/_rels/slide192.xml.rels><?xml version="1.0" encoding="UTF-8" standalone="yes"?>
<Relationships xmlns="http://schemas.openxmlformats.org/package/2006/relationships"><Relationship Id="rId8" Type="http://schemas.openxmlformats.org/officeDocument/2006/relationships/image" Target="../media/image564.png"/><Relationship Id="rId13" Type="http://schemas.openxmlformats.org/officeDocument/2006/relationships/image" Target="../media/image617.png"/><Relationship Id="rId18" Type="http://schemas.openxmlformats.org/officeDocument/2006/relationships/image" Target="../media/image601.svg"/><Relationship Id="rId3" Type="http://schemas.openxmlformats.org/officeDocument/2006/relationships/image" Target="../media/image606.svg"/><Relationship Id="rId7" Type="http://schemas.openxmlformats.org/officeDocument/2006/relationships/image" Target="../media/image608.svg"/><Relationship Id="rId12" Type="http://schemas.openxmlformats.org/officeDocument/2006/relationships/image" Target="../media/image612.svg"/><Relationship Id="rId17" Type="http://schemas.openxmlformats.org/officeDocument/2006/relationships/image" Target="../media/image591.png"/><Relationship Id="rId2" Type="http://schemas.openxmlformats.org/officeDocument/2006/relationships/image" Target="../media/image605.png"/><Relationship Id="rId16" Type="http://schemas.openxmlformats.org/officeDocument/2006/relationships/image" Target="../media/image620.svg"/><Relationship Id="rId20" Type="http://schemas.openxmlformats.org/officeDocument/2006/relationships/image" Target="../media/image588.svg"/><Relationship Id="rId1" Type="http://schemas.openxmlformats.org/officeDocument/2006/relationships/slideLayout" Target="../slideLayouts/slideLayout2.xml"/><Relationship Id="rId6" Type="http://schemas.openxmlformats.org/officeDocument/2006/relationships/image" Target="../media/image607.png"/><Relationship Id="rId11" Type="http://schemas.openxmlformats.org/officeDocument/2006/relationships/image" Target="../media/image611.png"/><Relationship Id="rId5" Type="http://schemas.openxmlformats.org/officeDocument/2006/relationships/image" Target="../media/image335.svg"/><Relationship Id="rId15" Type="http://schemas.openxmlformats.org/officeDocument/2006/relationships/image" Target="../media/image619.png"/><Relationship Id="rId10" Type="http://schemas.openxmlformats.org/officeDocument/2006/relationships/image" Target="../media/image610.svg"/><Relationship Id="rId19" Type="http://schemas.openxmlformats.org/officeDocument/2006/relationships/image" Target="../media/image587.png"/><Relationship Id="rId4" Type="http://schemas.openxmlformats.org/officeDocument/2006/relationships/image" Target="../media/image334.png"/><Relationship Id="rId9" Type="http://schemas.openxmlformats.org/officeDocument/2006/relationships/image" Target="../media/image609.png"/><Relationship Id="rId14" Type="http://schemas.openxmlformats.org/officeDocument/2006/relationships/image" Target="../media/image618.svg"/></Relationships>
</file>

<file path=ppt/slides/_rels/slide193.xml.rels><?xml version="1.0" encoding="UTF-8" standalone="yes"?>
<Relationships xmlns="http://schemas.openxmlformats.org/package/2006/relationships"><Relationship Id="rId8" Type="http://schemas.openxmlformats.org/officeDocument/2006/relationships/image" Target="../media/image601.svg"/><Relationship Id="rId13" Type="http://schemas.openxmlformats.org/officeDocument/2006/relationships/image" Target="../media/image334.png"/><Relationship Id="rId18" Type="http://schemas.openxmlformats.org/officeDocument/2006/relationships/image" Target="../media/image610.svg"/><Relationship Id="rId3" Type="http://schemas.openxmlformats.org/officeDocument/2006/relationships/image" Target="../media/image618.svg"/><Relationship Id="rId7" Type="http://schemas.openxmlformats.org/officeDocument/2006/relationships/image" Target="../media/image591.png"/><Relationship Id="rId12" Type="http://schemas.openxmlformats.org/officeDocument/2006/relationships/image" Target="../media/image606.svg"/><Relationship Id="rId17" Type="http://schemas.openxmlformats.org/officeDocument/2006/relationships/image" Target="../media/image609.png"/><Relationship Id="rId2" Type="http://schemas.openxmlformats.org/officeDocument/2006/relationships/image" Target="../media/image617.png"/><Relationship Id="rId16" Type="http://schemas.openxmlformats.org/officeDocument/2006/relationships/image" Target="../media/image608.svg"/><Relationship Id="rId20" Type="http://schemas.openxmlformats.org/officeDocument/2006/relationships/image" Target="../media/image612.svg"/><Relationship Id="rId1" Type="http://schemas.openxmlformats.org/officeDocument/2006/relationships/slideLayout" Target="../slideLayouts/slideLayout2.xml"/><Relationship Id="rId6" Type="http://schemas.openxmlformats.org/officeDocument/2006/relationships/image" Target="../media/image564.png"/><Relationship Id="rId11" Type="http://schemas.openxmlformats.org/officeDocument/2006/relationships/image" Target="../media/image605.png"/><Relationship Id="rId5" Type="http://schemas.openxmlformats.org/officeDocument/2006/relationships/image" Target="../media/image620.svg"/><Relationship Id="rId15" Type="http://schemas.openxmlformats.org/officeDocument/2006/relationships/image" Target="../media/image607.png"/><Relationship Id="rId10" Type="http://schemas.openxmlformats.org/officeDocument/2006/relationships/image" Target="../media/image588.svg"/><Relationship Id="rId19" Type="http://schemas.openxmlformats.org/officeDocument/2006/relationships/image" Target="../media/image611.png"/><Relationship Id="rId4" Type="http://schemas.openxmlformats.org/officeDocument/2006/relationships/image" Target="../media/image619.png"/><Relationship Id="rId9" Type="http://schemas.openxmlformats.org/officeDocument/2006/relationships/image" Target="../media/image587.png"/><Relationship Id="rId14" Type="http://schemas.openxmlformats.org/officeDocument/2006/relationships/image" Target="../media/image335.svg"/></Relationships>
</file>

<file path=ppt/slides/_rels/slide194.xml.rels><?xml version="1.0" encoding="UTF-8" standalone="yes"?>
<Relationships xmlns="http://schemas.openxmlformats.org/package/2006/relationships"><Relationship Id="rId13" Type="http://schemas.openxmlformats.org/officeDocument/2006/relationships/image" Target="../media/image591.png"/><Relationship Id="rId18" Type="http://schemas.microsoft.com/office/2007/relationships/hdphoto" Target="../media/hdphoto4.wdp"/><Relationship Id="rId26" Type="http://schemas.openxmlformats.org/officeDocument/2006/relationships/image" Target="../media/image587.png"/><Relationship Id="rId3" Type="http://schemas.openxmlformats.org/officeDocument/2006/relationships/image" Target="../media/image606.svg"/><Relationship Id="rId21" Type="http://schemas.openxmlformats.org/officeDocument/2006/relationships/image" Target="../media/image617.png"/><Relationship Id="rId7" Type="http://schemas.openxmlformats.org/officeDocument/2006/relationships/image" Target="../media/image608.svg"/><Relationship Id="rId12" Type="http://schemas.openxmlformats.org/officeDocument/2006/relationships/image" Target="../media/image612.svg"/><Relationship Id="rId17" Type="http://schemas.openxmlformats.org/officeDocument/2006/relationships/image" Target="../media/image595.png"/><Relationship Id="rId25" Type="http://schemas.openxmlformats.org/officeDocument/2006/relationships/image" Target="../media/image601.svg"/><Relationship Id="rId33" Type="http://schemas.openxmlformats.org/officeDocument/2006/relationships/image" Target="../media/image600.svg"/><Relationship Id="rId2" Type="http://schemas.openxmlformats.org/officeDocument/2006/relationships/image" Target="../media/image605.png"/><Relationship Id="rId16" Type="http://schemas.openxmlformats.org/officeDocument/2006/relationships/image" Target="../media/image594.svg"/><Relationship Id="rId20" Type="http://schemas.openxmlformats.org/officeDocument/2006/relationships/image" Target="../media/image597.svg"/><Relationship Id="rId29" Type="http://schemas.openxmlformats.org/officeDocument/2006/relationships/image" Target="../media/image622.svg"/><Relationship Id="rId1" Type="http://schemas.openxmlformats.org/officeDocument/2006/relationships/slideLayout" Target="../slideLayouts/slideLayout2.xml"/><Relationship Id="rId6" Type="http://schemas.openxmlformats.org/officeDocument/2006/relationships/image" Target="../media/image607.png"/><Relationship Id="rId11" Type="http://schemas.openxmlformats.org/officeDocument/2006/relationships/image" Target="../media/image611.png"/><Relationship Id="rId24" Type="http://schemas.openxmlformats.org/officeDocument/2006/relationships/image" Target="../media/image620.svg"/><Relationship Id="rId32" Type="http://schemas.openxmlformats.org/officeDocument/2006/relationships/image" Target="../media/image599.svg"/><Relationship Id="rId5" Type="http://schemas.openxmlformats.org/officeDocument/2006/relationships/image" Target="../media/image335.svg"/><Relationship Id="rId15" Type="http://schemas.openxmlformats.org/officeDocument/2006/relationships/image" Target="../media/image593.png"/><Relationship Id="rId23" Type="http://schemas.openxmlformats.org/officeDocument/2006/relationships/image" Target="../media/image619.png"/><Relationship Id="rId28" Type="http://schemas.openxmlformats.org/officeDocument/2006/relationships/image" Target="../media/image621.png"/><Relationship Id="rId10" Type="http://schemas.openxmlformats.org/officeDocument/2006/relationships/image" Target="../media/image610.svg"/><Relationship Id="rId19" Type="http://schemas.openxmlformats.org/officeDocument/2006/relationships/image" Target="../media/image596.png"/><Relationship Id="rId31" Type="http://schemas.openxmlformats.org/officeDocument/2006/relationships/image" Target="../media/image598.png"/><Relationship Id="rId4" Type="http://schemas.openxmlformats.org/officeDocument/2006/relationships/image" Target="../media/image334.png"/><Relationship Id="rId9" Type="http://schemas.openxmlformats.org/officeDocument/2006/relationships/image" Target="../media/image609.png"/><Relationship Id="rId14" Type="http://schemas.openxmlformats.org/officeDocument/2006/relationships/image" Target="../media/image592.svg"/><Relationship Id="rId22" Type="http://schemas.openxmlformats.org/officeDocument/2006/relationships/image" Target="../media/image618.svg"/><Relationship Id="rId27" Type="http://schemas.openxmlformats.org/officeDocument/2006/relationships/image" Target="../media/image588.svg"/><Relationship Id="rId30" Type="http://schemas.openxmlformats.org/officeDocument/2006/relationships/image" Target="../media/image623.svg"/><Relationship Id="rId8" Type="http://schemas.openxmlformats.org/officeDocument/2006/relationships/image" Target="../media/image564.png"/></Relationships>
</file>

<file path=ppt/slides/_rels/slide195.xml.rels><?xml version="1.0" encoding="UTF-8" standalone="yes"?>
<Relationships xmlns="http://schemas.openxmlformats.org/package/2006/relationships"><Relationship Id="rId13" Type="http://schemas.openxmlformats.org/officeDocument/2006/relationships/image" Target="../media/image564.png"/><Relationship Id="rId18" Type="http://schemas.openxmlformats.org/officeDocument/2006/relationships/image" Target="../media/image589.png"/><Relationship Id="rId26" Type="http://schemas.openxmlformats.org/officeDocument/2006/relationships/image" Target="../media/image595.png"/><Relationship Id="rId39" Type="http://schemas.openxmlformats.org/officeDocument/2006/relationships/image" Target="../media/image607.png"/><Relationship Id="rId21" Type="http://schemas.openxmlformats.org/officeDocument/2006/relationships/image" Target="../media/image592.svg"/><Relationship Id="rId34" Type="http://schemas.openxmlformats.org/officeDocument/2006/relationships/image" Target="../media/image602.png"/><Relationship Id="rId42" Type="http://schemas.openxmlformats.org/officeDocument/2006/relationships/image" Target="../media/image610.svg"/><Relationship Id="rId47" Type="http://schemas.openxmlformats.org/officeDocument/2006/relationships/diagramQuickStyle" Target="../diagrams/quickStyle34.xml"/><Relationship Id="rId50" Type="http://schemas.openxmlformats.org/officeDocument/2006/relationships/image" Target="../media/image624.png"/><Relationship Id="rId55" Type="http://schemas.openxmlformats.org/officeDocument/2006/relationships/image" Target="../media/image629.svg"/><Relationship Id="rId7" Type="http://schemas.openxmlformats.org/officeDocument/2006/relationships/image" Target="../media/image559.png"/><Relationship Id="rId2" Type="http://schemas.openxmlformats.org/officeDocument/2006/relationships/diagramData" Target="../diagrams/data33.xml"/><Relationship Id="rId16" Type="http://schemas.openxmlformats.org/officeDocument/2006/relationships/image" Target="../media/image585.png"/><Relationship Id="rId29" Type="http://schemas.openxmlformats.org/officeDocument/2006/relationships/image" Target="../media/image597.svg"/><Relationship Id="rId11" Type="http://schemas.openxmlformats.org/officeDocument/2006/relationships/image" Target="../media/image562.png"/><Relationship Id="rId24" Type="http://schemas.openxmlformats.org/officeDocument/2006/relationships/image" Target="../media/image334.png"/><Relationship Id="rId32" Type="http://schemas.openxmlformats.org/officeDocument/2006/relationships/image" Target="../media/image600.svg"/><Relationship Id="rId37" Type="http://schemas.openxmlformats.org/officeDocument/2006/relationships/image" Target="../media/image605.png"/><Relationship Id="rId40" Type="http://schemas.openxmlformats.org/officeDocument/2006/relationships/image" Target="../media/image608.svg"/><Relationship Id="rId45" Type="http://schemas.openxmlformats.org/officeDocument/2006/relationships/diagramData" Target="../diagrams/data34.xml"/><Relationship Id="rId53" Type="http://schemas.openxmlformats.org/officeDocument/2006/relationships/image" Target="../media/image627.svg"/><Relationship Id="rId5" Type="http://schemas.openxmlformats.org/officeDocument/2006/relationships/diagramColors" Target="../diagrams/colors33.xml"/><Relationship Id="rId19" Type="http://schemas.openxmlformats.org/officeDocument/2006/relationships/image" Target="../media/image590.svg"/><Relationship Id="rId4" Type="http://schemas.openxmlformats.org/officeDocument/2006/relationships/diagramQuickStyle" Target="../diagrams/quickStyle33.xml"/><Relationship Id="rId9" Type="http://schemas.openxmlformats.org/officeDocument/2006/relationships/image" Target="../media/image430.png"/><Relationship Id="rId14" Type="http://schemas.openxmlformats.org/officeDocument/2006/relationships/image" Target="../media/image587.png"/><Relationship Id="rId22" Type="http://schemas.openxmlformats.org/officeDocument/2006/relationships/image" Target="../media/image593.png"/><Relationship Id="rId27" Type="http://schemas.microsoft.com/office/2007/relationships/hdphoto" Target="../media/hdphoto4.wdp"/><Relationship Id="rId30" Type="http://schemas.openxmlformats.org/officeDocument/2006/relationships/image" Target="../media/image598.png"/><Relationship Id="rId35" Type="http://schemas.openxmlformats.org/officeDocument/2006/relationships/image" Target="../media/image603.svg"/><Relationship Id="rId43" Type="http://schemas.openxmlformats.org/officeDocument/2006/relationships/image" Target="../media/image611.png"/><Relationship Id="rId48" Type="http://schemas.openxmlformats.org/officeDocument/2006/relationships/diagramColors" Target="../diagrams/colors34.xml"/><Relationship Id="rId56" Type="http://schemas.openxmlformats.org/officeDocument/2006/relationships/image" Target="../media/image630.png"/><Relationship Id="rId8" Type="http://schemas.openxmlformats.org/officeDocument/2006/relationships/image" Target="../media/image560.svg"/><Relationship Id="rId51" Type="http://schemas.openxmlformats.org/officeDocument/2006/relationships/image" Target="../media/image625.svg"/><Relationship Id="rId3" Type="http://schemas.openxmlformats.org/officeDocument/2006/relationships/diagramLayout" Target="../diagrams/layout33.xml"/><Relationship Id="rId12" Type="http://schemas.openxmlformats.org/officeDocument/2006/relationships/image" Target="../media/image563.svg"/><Relationship Id="rId17" Type="http://schemas.openxmlformats.org/officeDocument/2006/relationships/image" Target="../media/image586.svg"/><Relationship Id="rId25" Type="http://schemas.openxmlformats.org/officeDocument/2006/relationships/image" Target="../media/image335.svg"/><Relationship Id="rId33" Type="http://schemas.openxmlformats.org/officeDocument/2006/relationships/image" Target="../media/image601.svg"/><Relationship Id="rId38" Type="http://schemas.openxmlformats.org/officeDocument/2006/relationships/image" Target="../media/image606.svg"/><Relationship Id="rId46" Type="http://schemas.openxmlformats.org/officeDocument/2006/relationships/diagramLayout" Target="../diagrams/layout34.xml"/><Relationship Id="rId20" Type="http://schemas.openxmlformats.org/officeDocument/2006/relationships/image" Target="../media/image591.png"/><Relationship Id="rId41" Type="http://schemas.openxmlformats.org/officeDocument/2006/relationships/image" Target="../media/image609.png"/><Relationship Id="rId54" Type="http://schemas.openxmlformats.org/officeDocument/2006/relationships/image" Target="../media/image628.png"/><Relationship Id="rId1" Type="http://schemas.openxmlformats.org/officeDocument/2006/relationships/slideLayout" Target="../slideLayouts/slideLayout2.xml"/><Relationship Id="rId6" Type="http://schemas.microsoft.com/office/2007/relationships/diagramDrawing" Target="../diagrams/drawing33.xml"/><Relationship Id="rId15" Type="http://schemas.openxmlformats.org/officeDocument/2006/relationships/image" Target="../media/image588.svg"/><Relationship Id="rId23" Type="http://schemas.openxmlformats.org/officeDocument/2006/relationships/image" Target="../media/image594.svg"/><Relationship Id="rId28" Type="http://schemas.openxmlformats.org/officeDocument/2006/relationships/image" Target="../media/image596.png"/><Relationship Id="rId36" Type="http://schemas.openxmlformats.org/officeDocument/2006/relationships/image" Target="../media/image604.svg"/><Relationship Id="rId49" Type="http://schemas.microsoft.com/office/2007/relationships/diagramDrawing" Target="../diagrams/drawing34.xml"/><Relationship Id="rId57" Type="http://schemas.openxmlformats.org/officeDocument/2006/relationships/image" Target="../media/image631.svg"/><Relationship Id="rId10" Type="http://schemas.openxmlformats.org/officeDocument/2006/relationships/image" Target="../media/image561.svg"/><Relationship Id="rId31" Type="http://schemas.openxmlformats.org/officeDocument/2006/relationships/image" Target="../media/image599.svg"/><Relationship Id="rId44" Type="http://schemas.openxmlformats.org/officeDocument/2006/relationships/image" Target="../media/image612.svg"/><Relationship Id="rId52" Type="http://schemas.openxmlformats.org/officeDocument/2006/relationships/image" Target="../media/image626.png"/></Relationships>
</file>

<file path=ppt/slides/_rels/slide196.xml.rels><?xml version="1.0" encoding="UTF-8" standalone="yes"?>
<Relationships xmlns="http://schemas.openxmlformats.org/package/2006/relationships"><Relationship Id="rId13" Type="http://schemas.openxmlformats.org/officeDocument/2006/relationships/image" Target="../media/image564.png"/><Relationship Id="rId18" Type="http://schemas.openxmlformats.org/officeDocument/2006/relationships/image" Target="../media/image589.png"/><Relationship Id="rId26" Type="http://schemas.openxmlformats.org/officeDocument/2006/relationships/image" Target="../media/image595.png"/><Relationship Id="rId39" Type="http://schemas.openxmlformats.org/officeDocument/2006/relationships/image" Target="../media/image607.png"/><Relationship Id="rId21" Type="http://schemas.openxmlformats.org/officeDocument/2006/relationships/image" Target="../media/image592.svg"/><Relationship Id="rId34" Type="http://schemas.openxmlformats.org/officeDocument/2006/relationships/image" Target="../media/image602.png"/><Relationship Id="rId42" Type="http://schemas.openxmlformats.org/officeDocument/2006/relationships/image" Target="../media/image610.svg"/><Relationship Id="rId47" Type="http://schemas.openxmlformats.org/officeDocument/2006/relationships/diagramQuickStyle" Target="../diagrams/quickStyle36.xml"/><Relationship Id="rId50" Type="http://schemas.openxmlformats.org/officeDocument/2006/relationships/image" Target="../media/image626.png"/><Relationship Id="rId7" Type="http://schemas.openxmlformats.org/officeDocument/2006/relationships/image" Target="../media/image559.png"/><Relationship Id="rId2" Type="http://schemas.openxmlformats.org/officeDocument/2006/relationships/diagramData" Target="../diagrams/data35.xml"/><Relationship Id="rId16" Type="http://schemas.openxmlformats.org/officeDocument/2006/relationships/image" Target="../media/image585.png"/><Relationship Id="rId29" Type="http://schemas.openxmlformats.org/officeDocument/2006/relationships/image" Target="../media/image597.svg"/><Relationship Id="rId11" Type="http://schemas.openxmlformats.org/officeDocument/2006/relationships/image" Target="../media/image562.png"/><Relationship Id="rId24" Type="http://schemas.openxmlformats.org/officeDocument/2006/relationships/image" Target="../media/image334.png"/><Relationship Id="rId32" Type="http://schemas.openxmlformats.org/officeDocument/2006/relationships/image" Target="../media/image600.svg"/><Relationship Id="rId37" Type="http://schemas.openxmlformats.org/officeDocument/2006/relationships/image" Target="../media/image605.png"/><Relationship Id="rId40" Type="http://schemas.openxmlformats.org/officeDocument/2006/relationships/image" Target="../media/image608.svg"/><Relationship Id="rId45" Type="http://schemas.openxmlformats.org/officeDocument/2006/relationships/diagramData" Target="../diagrams/data36.xml"/><Relationship Id="rId53" Type="http://schemas.openxmlformats.org/officeDocument/2006/relationships/image" Target="../media/image633.svg"/><Relationship Id="rId5" Type="http://schemas.openxmlformats.org/officeDocument/2006/relationships/diagramColors" Target="../diagrams/colors35.xml"/><Relationship Id="rId10" Type="http://schemas.openxmlformats.org/officeDocument/2006/relationships/image" Target="../media/image561.svg"/><Relationship Id="rId19" Type="http://schemas.openxmlformats.org/officeDocument/2006/relationships/image" Target="../media/image590.svg"/><Relationship Id="rId31" Type="http://schemas.openxmlformats.org/officeDocument/2006/relationships/image" Target="../media/image599.svg"/><Relationship Id="rId44" Type="http://schemas.openxmlformats.org/officeDocument/2006/relationships/image" Target="../media/image612.svg"/><Relationship Id="rId52" Type="http://schemas.openxmlformats.org/officeDocument/2006/relationships/image" Target="../media/image632.png"/><Relationship Id="rId4" Type="http://schemas.openxmlformats.org/officeDocument/2006/relationships/diagramQuickStyle" Target="../diagrams/quickStyle35.xml"/><Relationship Id="rId9" Type="http://schemas.openxmlformats.org/officeDocument/2006/relationships/image" Target="../media/image430.png"/><Relationship Id="rId14" Type="http://schemas.openxmlformats.org/officeDocument/2006/relationships/image" Target="../media/image587.png"/><Relationship Id="rId22" Type="http://schemas.openxmlformats.org/officeDocument/2006/relationships/image" Target="../media/image593.png"/><Relationship Id="rId27" Type="http://schemas.microsoft.com/office/2007/relationships/hdphoto" Target="../media/hdphoto4.wdp"/><Relationship Id="rId30" Type="http://schemas.openxmlformats.org/officeDocument/2006/relationships/image" Target="../media/image598.png"/><Relationship Id="rId35" Type="http://schemas.openxmlformats.org/officeDocument/2006/relationships/image" Target="../media/image603.svg"/><Relationship Id="rId43" Type="http://schemas.openxmlformats.org/officeDocument/2006/relationships/image" Target="../media/image611.png"/><Relationship Id="rId48" Type="http://schemas.openxmlformats.org/officeDocument/2006/relationships/diagramColors" Target="../diagrams/colors36.xml"/><Relationship Id="rId8" Type="http://schemas.openxmlformats.org/officeDocument/2006/relationships/image" Target="../media/image560.svg"/><Relationship Id="rId51" Type="http://schemas.openxmlformats.org/officeDocument/2006/relationships/image" Target="../media/image627.svg"/><Relationship Id="rId3" Type="http://schemas.openxmlformats.org/officeDocument/2006/relationships/diagramLayout" Target="../diagrams/layout35.xml"/><Relationship Id="rId12" Type="http://schemas.openxmlformats.org/officeDocument/2006/relationships/image" Target="../media/image563.svg"/><Relationship Id="rId17" Type="http://schemas.openxmlformats.org/officeDocument/2006/relationships/image" Target="../media/image586.svg"/><Relationship Id="rId25" Type="http://schemas.openxmlformats.org/officeDocument/2006/relationships/image" Target="../media/image335.svg"/><Relationship Id="rId33" Type="http://schemas.openxmlformats.org/officeDocument/2006/relationships/image" Target="../media/image601.svg"/><Relationship Id="rId38" Type="http://schemas.openxmlformats.org/officeDocument/2006/relationships/image" Target="../media/image606.svg"/><Relationship Id="rId46" Type="http://schemas.openxmlformats.org/officeDocument/2006/relationships/diagramLayout" Target="../diagrams/layout36.xml"/><Relationship Id="rId20" Type="http://schemas.openxmlformats.org/officeDocument/2006/relationships/image" Target="../media/image591.png"/><Relationship Id="rId41" Type="http://schemas.openxmlformats.org/officeDocument/2006/relationships/image" Target="../media/image609.png"/><Relationship Id="rId1" Type="http://schemas.openxmlformats.org/officeDocument/2006/relationships/slideLayout" Target="../slideLayouts/slideLayout2.xml"/><Relationship Id="rId6" Type="http://schemas.microsoft.com/office/2007/relationships/diagramDrawing" Target="../diagrams/drawing35.xml"/><Relationship Id="rId15" Type="http://schemas.openxmlformats.org/officeDocument/2006/relationships/image" Target="../media/image588.svg"/><Relationship Id="rId23" Type="http://schemas.openxmlformats.org/officeDocument/2006/relationships/image" Target="../media/image594.svg"/><Relationship Id="rId28" Type="http://schemas.openxmlformats.org/officeDocument/2006/relationships/image" Target="../media/image596.png"/><Relationship Id="rId36" Type="http://schemas.openxmlformats.org/officeDocument/2006/relationships/image" Target="../media/image604.svg"/><Relationship Id="rId49" Type="http://schemas.microsoft.com/office/2007/relationships/diagramDrawing" Target="../diagrams/drawing3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634.png"/><Relationship Id="rId2" Type="http://schemas.openxmlformats.org/officeDocument/2006/relationships/hyperlink" Target="https://community-canvas.org/" TargetMode="Externa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8" Type="http://schemas.openxmlformats.org/officeDocument/2006/relationships/image" Target="../media/image361.svg"/><Relationship Id="rId3" Type="http://schemas.openxmlformats.org/officeDocument/2006/relationships/image" Target="../media/image356.png"/><Relationship Id="rId7" Type="http://schemas.openxmlformats.org/officeDocument/2006/relationships/image" Target="../media/image36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359.svg"/><Relationship Id="rId5" Type="http://schemas.openxmlformats.org/officeDocument/2006/relationships/image" Target="../media/image358.png"/><Relationship Id="rId10" Type="http://schemas.openxmlformats.org/officeDocument/2006/relationships/image" Target="../media/image363.svg"/><Relationship Id="rId4" Type="http://schemas.openxmlformats.org/officeDocument/2006/relationships/image" Target="../media/image357.svg"/><Relationship Id="rId9" Type="http://schemas.openxmlformats.org/officeDocument/2006/relationships/image" Target="../media/image362.png"/></Relationships>
</file>

<file path=ppt/slides/_rels/slide201.xml.rels><?xml version="1.0" encoding="UTF-8" standalone="yes"?>
<Relationships xmlns="http://schemas.openxmlformats.org/package/2006/relationships"><Relationship Id="rId3" Type="http://schemas.openxmlformats.org/officeDocument/2006/relationships/image" Target="../media/image357.svg"/><Relationship Id="rId2" Type="http://schemas.openxmlformats.org/officeDocument/2006/relationships/image" Target="../media/image356.png"/><Relationship Id="rId1" Type="http://schemas.openxmlformats.org/officeDocument/2006/relationships/slideLayout" Target="../slideLayouts/slideLayout4.xml"/></Relationships>
</file>

<file path=ppt/slides/_rels/slide202.xml.rels><?xml version="1.0" encoding="UTF-8" standalone="yes"?>
<Relationships xmlns="http://schemas.openxmlformats.org/package/2006/relationships"><Relationship Id="rId8" Type="http://schemas.openxmlformats.org/officeDocument/2006/relationships/image" Target="../media/image639.jpeg"/><Relationship Id="rId13" Type="http://schemas.openxmlformats.org/officeDocument/2006/relationships/image" Target="../media/image359.svg"/><Relationship Id="rId3" Type="http://schemas.openxmlformats.org/officeDocument/2006/relationships/image" Target="../media/image357.svg"/><Relationship Id="rId7" Type="http://schemas.openxmlformats.org/officeDocument/2006/relationships/image" Target="../media/image638.jpeg"/><Relationship Id="rId12" Type="http://schemas.openxmlformats.org/officeDocument/2006/relationships/image" Target="../media/image358.png"/><Relationship Id="rId2" Type="http://schemas.openxmlformats.org/officeDocument/2006/relationships/image" Target="../media/image356.png"/><Relationship Id="rId1" Type="http://schemas.openxmlformats.org/officeDocument/2006/relationships/slideLayout" Target="../slideLayouts/slideLayout2.xml"/><Relationship Id="rId6" Type="http://schemas.openxmlformats.org/officeDocument/2006/relationships/image" Target="../media/image637.jpeg"/><Relationship Id="rId11" Type="http://schemas.openxmlformats.org/officeDocument/2006/relationships/image" Target="../media/image361.svg"/><Relationship Id="rId5" Type="http://schemas.openxmlformats.org/officeDocument/2006/relationships/image" Target="../media/image636.jpeg"/><Relationship Id="rId10" Type="http://schemas.openxmlformats.org/officeDocument/2006/relationships/image" Target="../media/image360.png"/><Relationship Id="rId4" Type="http://schemas.openxmlformats.org/officeDocument/2006/relationships/image" Target="../media/image635.jpg"/><Relationship Id="rId9" Type="http://schemas.openxmlformats.org/officeDocument/2006/relationships/image" Target="../media/image640.png"/><Relationship Id="rId14" Type="http://schemas.openxmlformats.org/officeDocument/2006/relationships/image" Target="../media/image641.png"/></Relationships>
</file>

<file path=ppt/slides/_rels/slide203.xml.rels><?xml version="1.0" encoding="UTF-8" standalone="yes"?>
<Relationships xmlns="http://schemas.openxmlformats.org/package/2006/relationships"><Relationship Id="rId13" Type="http://schemas.openxmlformats.org/officeDocument/2006/relationships/image" Target="../media/image589.png"/><Relationship Id="rId18" Type="http://schemas.openxmlformats.org/officeDocument/2006/relationships/image" Target="../media/image594.svg"/><Relationship Id="rId26" Type="http://schemas.openxmlformats.org/officeDocument/2006/relationships/image" Target="../media/image599.svg"/><Relationship Id="rId39" Type="http://schemas.openxmlformats.org/officeDocument/2006/relationships/image" Target="../media/image612.svg"/><Relationship Id="rId21" Type="http://schemas.openxmlformats.org/officeDocument/2006/relationships/image" Target="../media/image595.png"/><Relationship Id="rId34" Type="http://schemas.openxmlformats.org/officeDocument/2006/relationships/image" Target="../media/image607.png"/><Relationship Id="rId7" Type="http://schemas.openxmlformats.org/officeDocument/2006/relationships/image" Target="../media/image563.svg"/><Relationship Id="rId12" Type="http://schemas.openxmlformats.org/officeDocument/2006/relationships/image" Target="../media/image586.svg"/><Relationship Id="rId17" Type="http://schemas.openxmlformats.org/officeDocument/2006/relationships/image" Target="../media/image593.png"/><Relationship Id="rId25" Type="http://schemas.openxmlformats.org/officeDocument/2006/relationships/image" Target="../media/image598.png"/><Relationship Id="rId33" Type="http://schemas.openxmlformats.org/officeDocument/2006/relationships/image" Target="../media/image606.svg"/><Relationship Id="rId38" Type="http://schemas.openxmlformats.org/officeDocument/2006/relationships/image" Target="../media/image611.png"/><Relationship Id="rId2" Type="http://schemas.openxmlformats.org/officeDocument/2006/relationships/image" Target="../media/image559.png"/><Relationship Id="rId16" Type="http://schemas.openxmlformats.org/officeDocument/2006/relationships/image" Target="../media/image592.svg"/><Relationship Id="rId20" Type="http://schemas.openxmlformats.org/officeDocument/2006/relationships/image" Target="../media/image335.svg"/><Relationship Id="rId29" Type="http://schemas.openxmlformats.org/officeDocument/2006/relationships/image" Target="../media/image602.png"/><Relationship Id="rId1" Type="http://schemas.openxmlformats.org/officeDocument/2006/relationships/slideLayout" Target="../slideLayouts/slideLayout2.xml"/><Relationship Id="rId6" Type="http://schemas.openxmlformats.org/officeDocument/2006/relationships/image" Target="../media/image562.png"/><Relationship Id="rId11" Type="http://schemas.openxmlformats.org/officeDocument/2006/relationships/image" Target="../media/image585.png"/><Relationship Id="rId24" Type="http://schemas.openxmlformats.org/officeDocument/2006/relationships/image" Target="../media/image597.svg"/><Relationship Id="rId32" Type="http://schemas.openxmlformats.org/officeDocument/2006/relationships/image" Target="../media/image605.png"/><Relationship Id="rId37" Type="http://schemas.openxmlformats.org/officeDocument/2006/relationships/image" Target="../media/image610.svg"/><Relationship Id="rId5" Type="http://schemas.openxmlformats.org/officeDocument/2006/relationships/image" Target="../media/image561.svg"/><Relationship Id="rId15" Type="http://schemas.openxmlformats.org/officeDocument/2006/relationships/image" Target="../media/image591.png"/><Relationship Id="rId23" Type="http://schemas.openxmlformats.org/officeDocument/2006/relationships/image" Target="../media/image596.png"/><Relationship Id="rId28" Type="http://schemas.openxmlformats.org/officeDocument/2006/relationships/image" Target="../media/image601.svg"/><Relationship Id="rId36" Type="http://schemas.openxmlformats.org/officeDocument/2006/relationships/image" Target="../media/image609.png"/><Relationship Id="rId10" Type="http://schemas.openxmlformats.org/officeDocument/2006/relationships/image" Target="../media/image588.svg"/><Relationship Id="rId19" Type="http://schemas.openxmlformats.org/officeDocument/2006/relationships/image" Target="../media/image334.png"/><Relationship Id="rId31" Type="http://schemas.openxmlformats.org/officeDocument/2006/relationships/image" Target="../media/image604.svg"/><Relationship Id="rId4" Type="http://schemas.openxmlformats.org/officeDocument/2006/relationships/image" Target="../media/image430.png"/><Relationship Id="rId9" Type="http://schemas.openxmlformats.org/officeDocument/2006/relationships/image" Target="../media/image587.png"/><Relationship Id="rId14" Type="http://schemas.openxmlformats.org/officeDocument/2006/relationships/image" Target="../media/image590.svg"/><Relationship Id="rId22" Type="http://schemas.microsoft.com/office/2007/relationships/hdphoto" Target="../media/hdphoto4.wdp"/><Relationship Id="rId27" Type="http://schemas.openxmlformats.org/officeDocument/2006/relationships/image" Target="../media/image600.svg"/><Relationship Id="rId30" Type="http://schemas.openxmlformats.org/officeDocument/2006/relationships/image" Target="../media/image603.svg"/><Relationship Id="rId35" Type="http://schemas.openxmlformats.org/officeDocument/2006/relationships/image" Target="../media/image608.svg"/><Relationship Id="rId8" Type="http://schemas.openxmlformats.org/officeDocument/2006/relationships/image" Target="../media/image564.png"/><Relationship Id="rId3" Type="http://schemas.openxmlformats.org/officeDocument/2006/relationships/image" Target="../media/image560.svg"/></Relationships>
</file>

<file path=ppt/slides/_rels/slide204.xml.rels><?xml version="1.0" encoding="UTF-8" standalone="yes"?>
<Relationships xmlns="http://schemas.openxmlformats.org/package/2006/relationships"><Relationship Id="rId8" Type="http://schemas.openxmlformats.org/officeDocument/2006/relationships/image" Target="../media/image639.jpeg"/><Relationship Id="rId13" Type="http://schemas.openxmlformats.org/officeDocument/2006/relationships/image" Target="../media/image359.svg"/><Relationship Id="rId3" Type="http://schemas.openxmlformats.org/officeDocument/2006/relationships/image" Target="../media/image357.svg"/><Relationship Id="rId7" Type="http://schemas.openxmlformats.org/officeDocument/2006/relationships/image" Target="../media/image638.jpeg"/><Relationship Id="rId12" Type="http://schemas.openxmlformats.org/officeDocument/2006/relationships/image" Target="../media/image358.png"/><Relationship Id="rId2" Type="http://schemas.openxmlformats.org/officeDocument/2006/relationships/image" Target="../media/image356.png"/><Relationship Id="rId16" Type="http://schemas.openxmlformats.org/officeDocument/2006/relationships/image" Target="../media/image643.svg"/><Relationship Id="rId1" Type="http://schemas.openxmlformats.org/officeDocument/2006/relationships/slideLayout" Target="../slideLayouts/slideLayout2.xml"/><Relationship Id="rId6" Type="http://schemas.openxmlformats.org/officeDocument/2006/relationships/image" Target="../media/image637.jpeg"/><Relationship Id="rId11" Type="http://schemas.openxmlformats.org/officeDocument/2006/relationships/image" Target="../media/image361.svg"/><Relationship Id="rId5" Type="http://schemas.openxmlformats.org/officeDocument/2006/relationships/image" Target="../media/image636.jpeg"/><Relationship Id="rId15" Type="http://schemas.openxmlformats.org/officeDocument/2006/relationships/image" Target="../media/image642.png"/><Relationship Id="rId10" Type="http://schemas.openxmlformats.org/officeDocument/2006/relationships/image" Target="../media/image360.png"/><Relationship Id="rId4" Type="http://schemas.openxmlformats.org/officeDocument/2006/relationships/image" Target="../media/image635.jpg"/><Relationship Id="rId9" Type="http://schemas.openxmlformats.org/officeDocument/2006/relationships/image" Target="../media/image640.png"/><Relationship Id="rId14" Type="http://schemas.openxmlformats.org/officeDocument/2006/relationships/image" Target="../media/image641.png"/></Relationships>
</file>

<file path=ppt/slides/_rels/slide205.xml.rels><?xml version="1.0" encoding="UTF-8" standalone="yes"?>
<Relationships xmlns="http://schemas.openxmlformats.org/package/2006/relationships"><Relationship Id="rId8" Type="http://schemas.openxmlformats.org/officeDocument/2006/relationships/image" Target="../media/image639.jpeg"/><Relationship Id="rId13" Type="http://schemas.openxmlformats.org/officeDocument/2006/relationships/image" Target="../media/image359.svg"/><Relationship Id="rId3" Type="http://schemas.openxmlformats.org/officeDocument/2006/relationships/image" Target="../media/image357.svg"/><Relationship Id="rId7" Type="http://schemas.openxmlformats.org/officeDocument/2006/relationships/image" Target="../media/image638.jpeg"/><Relationship Id="rId12" Type="http://schemas.openxmlformats.org/officeDocument/2006/relationships/image" Target="../media/image358.png"/><Relationship Id="rId2" Type="http://schemas.openxmlformats.org/officeDocument/2006/relationships/image" Target="../media/image356.png"/><Relationship Id="rId1" Type="http://schemas.openxmlformats.org/officeDocument/2006/relationships/slideLayout" Target="../slideLayouts/slideLayout2.xml"/><Relationship Id="rId6" Type="http://schemas.openxmlformats.org/officeDocument/2006/relationships/image" Target="../media/image637.jpeg"/><Relationship Id="rId11" Type="http://schemas.openxmlformats.org/officeDocument/2006/relationships/image" Target="../media/image361.svg"/><Relationship Id="rId5" Type="http://schemas.openxmlformats.org/officeDocument/2006/relationships/image" Target="../media/image636.jpeg"/><Relationship Id="rId10" Type="http://schemas.openxmlformats.org/officeDocument/2006/relationships/image" Target="../media/image360.png"/><Relationship Id="rId4" Type="http://schemas.openxmlformats.org/officeDocument/2006/relationships/image" Target="../media/image635.jpg"/><Relationship Id="rId9" Type="http://schemas.openxmlformats.org/officeDocument/2006/relationships/image" Target="../media/image640.png"/><Relationship Id="rId14" Type="http://schemas.openxmlformats.org/officeDocument/2006/relationships/image" Target="../media/image641.png"/></Relationships>
</file>

<file path=ppt/slides/_rels/slide206.xml.rels><?xml version="1.0" encoding="UTF-8" standalone="yes"?>
<Relationships xmlns="http://schemas.openxmlformats.org/package/2006/relationships"><Relationship Id="rId13" Type="http://schemas.openxmlformats.org/officeDocument/2006/relationships/image" Target="../media/image589.png"/><Relationship Id="rId18" Type="http://schemas.openxmlformats.org/officeDocument/2006/relationships/image" Target="../media/image594.svg"/><Relationship Id="rId26" Type="http://schemas.openxmlformats.org/officeDocument/2006/relationships/image" Target="../media/image599.svg"/><Relationship Id="rId39" Type="http://schemas.openxmlformats.org/officeDocument/2006/relationships/image" Target="../media/image612.svg"/><Relationship Id="rId21" Type="http://schemas.openxmlformats.org/officeDocument/2006/relationships/image" Target="../media/image595.png"/><Relationship Id="rId34" Type="http://schemas.openxmlformats.org/officeDocument/2006/relationships/image" Target="../media/image607.png"/><Relationship Id="rId42" Type="http://schemas.openxmlformats.org/officeDocument/2006/relationships/image" Target="../media/image62.png"/><Relationship Id="rId47" Type="http://schemas.openxmlformats.org/officeDocument/2006/relationships/hyperlink" Target="https://az.wikipedia.org/wiki/Twitter" TargetMode="External"/><Relationship Id="rId50" Type="http://schemas.openxmlformats.org/officeDocument/2006/relationships/image" Target="../media/image73.png"/><Relationship Id="rId55" Type="http://schemas.openxmlformats.org/officeDocument/2006/relationships/image" Target="../media/image572.svg"/><Relationship Id="rId7" Type="http://schemas.openxmlformats.org/officeDocument/2006/relationships/image" Target="../media/image563.svg"/><Relationship Id="rId2" Type="http://schemas.openxmlformats.org/officeDocument/2006/relationships/image" Target="../media/image559.png"/><Relationship Id="rId16" Type="http://schemas.openxmlformats.org/officeDocument/2006/relationships/image" Target="../media/image592.svg"/><Relationship Id="rId29" Type="http://schemas.openxmlformats.org/officeDocument/2006/relationships/image" Target="../media/image602.png"/><Relationship Id="rId11" Type="http://schemas.openxmlformats.org/officeDocument/2006/relationships/image" Target="../media/image585.png"/><Relationship Id="rId24" Type="http://schemas.openxmlformats.org/officeDocument/2006/relationships/image" Target="../media/image597.svg"/><Relationship Id="rId32" Type="http://schemas.openxmlformats.org/officeDocument/2006/relationships/image" Target="../media/image605.png"/><Relationship Id="rId37" Type="http://schemas.openxmlformats.org/officeDocument/2006/relationships/image" Target="../media/image610.svg"/><Relationship Id="rId40" Type="http://schemas.openxmlformats.org/officeDocument/2006/relationships/image" Target="../media/image34.png"/><Relationship Id="rId45" Type="http://schemas.openxmlformats.org/officeDocument/2006/relationships/hyperlink" Target="https://en.wikipedia.org/wiki/File:Instagram_logo_2016.svg" TargetMode="External"/><Relationship Id="rId53" Type="http://schemas.openxmlformats.org/officeDocument/2006/relationships/hyperlink" Target="https://www.sunipeyk.com/medium-logosunu-ikonunu-yine-degistirdi/" TargetMode="External"/><Relationship Id="rId5" Type="http://schemas.openxmlformats.org/officeDocument/2006/relationships/image" Target="../media/image561.svg"/><Relationship Id="rId10" Type="http://schemas.openxmlformats.org/officeDocument/2006/relationships/image" Target="../media/image588.svg"/><Relationship Id="rId19" Type="http://schemas.openxmlformats.org/officeDocument/2006/relationships/image" Target="../media/image334.png"/><Relationship Id="rId31" Type="http://schemas.openxmlformats.org/officeDocument/2006/relationships/image" Target="../media/image604.svg"/><Relationship Id="rId44" Type="http://schemas.openxmlformats.org/officeDocument/2006/relationships/image" Target="../media/image63.png"/><Relationship Id="rId52" Type="http://schemas.openxmlformats.org/officeDocument/2006/relationships/image" Target="../media/image75.png"/><Relationship Id="rId4" Type="http://schemas.openxmlformats.org/officeDocument/2006/relationships/image" Target="../media/image430.png"/><Relationship Id="rId9" Type="http://schemas.openxmlformats.org/officeDocument/2006/relationships/image" Target="../media/image587.png"/><Relationship Id="rId14" Type="http://schemas.openxmlformats.org/officeDocument/2006/relationships/image" Target="../media/image590.svg"/><Relationship Id="rId22" Type="http://schemas.microsoft.com/office/2007/relationships/hdphoto" Target="../media/hdphoto4.wdp"/><Relationship Id="rId27" Type="http://schemas.openxmlformats.org/officeDocument/2006/relationships/image" Target="../media/image600.svg"/><Relationship Id="rId30" Type="http://schemas.openxmlformats.org/officeDocument/2006/relationships/image" Target="../media/image603.svg"/><Relationship Id="rId35" Type="http://schemas.openxmlformats.org/officeDocument/2006/relationships/image" Target="../media/image608.svg"/><Relationship Id="rId43" Type="http://schemas.openxmlformats.org/officeDocument/2006/relationships/hyperlink" Target="http://pngimg.com/download/94160" TargetMode="External"/><Relationship Id="rId48" Type="http://schemas.openxmlformats.org/officeDocument/2006/relationships/image" Target="../media/image72.png"/><Relationship Id="rId8" Type="http://schemas.openxmlformats.org/officeDocument/2006/relationships/image" Target="../media/image564.png"/><Relationship Id="rId51" Type="http://schemas.openxmlformats.org/officeDocument/2006/relationships/hyperlink" Target="https://en.wikipedia.org/wiki/YouTube_(channel)" TargetMode="External"/><Relationship Id="rId3" Type="http://schemas.openxmlformats.org/officeDocument/2006/relationships/image" Target="../media/image560.svg"/><Relationship Id="rId12" Type="http://schemas.openxmlformats.org/officeDocument/2006/relationships/image" Target="../media/image586.svg"/><Relationship Id="rId17" Type="http://schemas.openxmlformats.org/officeDocument/2006/relationships/image" Target="../media/image593.png"/><Relationship Id="rId25" Type="http://schemas.openxmlformats.org/officeDocument/2006/relationships/image" Target="../media/image598.png"/><Relationship Id="rId33" Type="http://schemas.openxmlformats.org/officeDocument/2006/relationships/image" Target="../media/image606.svg"/><Relationship Id="rId38" Type="http://schemas.openxmlformats.org/officeDocument/2006/relationships/image" Target="../media/image611.png"/><Relationship Id="rId46" Type="http://schemas.openxmlformats.org/officeDocument/2006/relationships/image" Target="../media/image71.png"/><Relationship Id="rId20" Type="http://schemas.openxmlformats.org/officeDocument/2006/relationships/image" Target="../media/image335.svg"/><Relationship Id="rId41" Type="http://schemas.openxmlformats.org/officeDocument/2006/relationships/image" Target="../media/image35.svg"/><Relationship Id="rId54" Type="http://schemas.openxmlformats.org/officeDocument/2006/relationships/image" Target="../media/image571.png"/><Relationship Id="rId1" Type="http://schemas.openxmlformats.org/officeDocument/2006/relationships/slideLayout" Target="../slideLayouts/slideLayout2.xml"/><Relationship Id="rId6" Type="http://schemas.openxmlformats.org/officeDocument/2006/relationships/image" Target="../media/image562.png"/><Relationship Id="rId15" Type="http://schemas.openxmlformats.org/officeDocument/2006/relationships/image" Target="../media/image591.png"/><Relationship Id="rId23" Type="http://schemas.openxmlformats.org/officeDocument/2006/relationships/image" Target="../media/image596.png"/><Relationship Id="rId28" Type="http://schemas.openxmlformats.org/officeDocument/2006/relationships/image" Target="../media/image601.svg"/><Relationship Id="rId36" Type="http://schemas.openxmlformats.org/officeDocument/2006/relationships/image" Target="../media/image609.png"/><Relationship Id="rId49" Type="http://schemas.openxmlformats.org/officeDocument/2006/relationships/hyperlink" Target="https://en.wikipedia.org/wiki/Timeline_of_LinkedIn" TargetMode="Externa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70.svg"/><Relationship Id="rId7" Type="http://schemas.openxmlformats.org/officeDocument/2006/relationships/image" Target="../media/image574.svg"/><Relationship Id="rId2" Type="http://schemas.openxmlformats.org/officeDocument/2006/relationships/image" Target="../media/image569.png"/><Relationship Id="rId1" Type="http://schemas.openxmlformats.org/officeDocument/2006/relationships/slideLayout" Target="../slideLayouts/slideLayout2.xml"/><Relationship Id="rId6" Type="http://schemas.openxmlformats.org/officeDocument/2006/relationships/image" Target="../media/image573.png"/><Relationship Id="rId5" Type="http://schemas.openxmlformats.org/officeDocument/2006/relationships/image" Target="../media/image572.svg"/><Relationship Id="rId4" Type="http://schemas.openxmlformats.org/officeDocument/2006/relationships/image" Target="../media/image57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26E0BFB-CDF1-4990-8C11-AC849311E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Une image contenant texte, intérieur, document&#10;&#10;Description générée automatiquement">
            <a:extLst>
              <a:ext uri="{FF2B5EF4-FFF2-40B4-BE49-F238E27FC236}">
                <a16:creationId xmlns:a16="http://schemas.microsoft.com/office/drawing/2014/main" id="{D18C6DDB-9C31-4722-9EE3-B337815E88C9}"/>
              </a:ext>
            </a:extLst>
          </p:cNvPr>
          <p:cNvPicPr>
            <a:picLocks noChangeAspect="1"/>
          </p:cNvPicPr>
          <p:nvPr/>
        </p:nvPicPr>
        <p:blipFill rotWithShape="1">
          <a:blip r:embed="rId2"/>
          <a:srcRect l="13605" r="2339"/>
          <a:stretch/>
        </p:blipFill>
        <p:spPr>
          <a:xfrm>
            <a:off x="6097" y="10"/>
            <a:ext cx="8668512" cy="6857990"/>
          </a:xfrm>
          <a:prstGeom prst="rect">
            <a:avLst/>
          </a:prstGeom>
        </p:spPr>
      </p:pic>
      <p:sp>
        <p:nvSpPr>
          <p:cNvPr id="22" name="Rectangle 21">
            <a:extLst>
              <a:ext uri="{FF2B5EF4-FFF2-40B4-BE49-F238E27FC236}">
                <a16:creationId xmlns:a16="http://schemas.microsoft.com/office/drawing/2014/main" id="{6069A1F8-9BEB-4786-9694-FC48B2D75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8244" y="0"/>
            <a:ext cx="9403756" cy="6858000"/>
          </a:xfrm>
          <a:prstGeom prst="rect">
            <a:avLst/>
          </a:prstGeom>
          <a:gradFill>
            <a:gsLst>
              <a:gs pos="58000">
                <a:schemeClr val="bg1"/>
              </a:gs>
              <a:gs pos="30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DE47E97-0751-4CAA-B82A-CE4633370F17}"/>
              </a:ext>
            </a:extLst>
          </p:cNvPr>
          <p:cNvSpPr>
            <a:spLocks noGrp="1"/>
          </p:cNvSpPr>
          <p:nvPr>
            <p:ph type="ctrTitle"/>
          </p:nvPr>
        </p:nvSpPr>
        <p:spPr>
          <a:xfrm>
            <a:off x="7474998" y="1122363"/>
            <a:ext cx="4396962" cy="3204134"/>
          </a:xfrm>
        </p:spPr>
        <p:txBody>
          <a:bodyPr anchor="b">
            <a:normAutofit/>
          </a:bodyPr>
          <a:lstStyle/>
          <a:p>
            <a:r>
              <a:rPr lang="en-US" sz="3700"/>
              <a:t>#OSG </a:t>
            </a:r>
            <a:br>
              <a:rPr lang="en-US" sz="3700"/>
            </a:br>
            <a:r>
              <a:rPr lang="en-US" sz="3700"/>
              <a:t>Corporate</a:t>
            </a:r>
            <a:br>
              <a:rPr lang="en-US" sz="3700"/>
            </a:br>
            <a:r>
              <a:rPr lang="en-US" sz="3700"/>
              <a:t>Community Boosters training</a:t>
            </a:r>
          </a:p>
        </p:txBody>
      </p:sp>
      <p:sp>
        <p:nvSpPr>
          <p:cNvPr id="3" name="Sous-titre 2">
            <a:extLst>
              <a:ext uri="{FF2B5EF4-FFF2-40B4-BE49-F238E27FC236}">
                <a16:creationId xmlns:a16="http://schemas.microsoft.com/office/drawing/2014/main" id="{B1A56EAD-351E-4CD6-B0B6-CF28C2E4576F}"/>
              </a:ext>
            </a:extLst>
          </p:cNvPr>
          <p:cNvSpPr>
            <a:spLocks noGrp="1"/>
          </p:cNvSpPr>
          <p:nvPr>
            <p:ph type="subTitle" idx="1"/>
          </p:nvPr>
        </p:nvSpPr>
        <p:spPr>
          <a:xfrm>
            <a:off x="7848600" y="4872922"/>
            <a:ext cx="4023360" cy="1208141"/>
          </a:xfrm>
        </p:spPr>
        <p:txBody>
          <a:bodyPr>
            <a:normAutofit fontScale="70000" lnSpcReduction="20000"/>
          </a:bodyPr>
          <a:lstStyle/>
          <a:p>
            <a:r>
              <a:rPr lang="en-US" sz="2000"/>
              <a:t>How #OSG method can help Corporate Community Boosters in their challenges</a:t>
            </a:r>
          </a:p>
          <a:p>
            <a:endParaRPr lang="en-US" sz="2000"/>
          </a:p>
          <a:p>
            <a:r>
              <a:rPr lang="en-US" sz="2000"/>
              <a:t>Alexandre QUACH, 2021</a:t>
            </a:r>
          </a:p>
        </p:txBody>
      </p:sp>
      <p:sp>
        <p:nvSpPr>
          <p:cNvPr id="24" name="Rectangle 2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71998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7310"/>
    </mc:Choice>
    <mc:Fallback xmlns="">
      <p:transition spd="slow" advTm="731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2B099F-C66D-4CB3-9E32-ADA506B9D9DF}"/>
              </a:ext>
            </a:extLst>
          </p:cNvPr>
          <p:cNvSpPr>
            <a:spLocks noGrp="1"/>
          </p:cNvSpPr>
          <p:nvPr>
            <p:ph type="title"/>
          </p:nvPr>
        </p:nvSpPr>
        <p:spPr/>
        <p:txBody>
          <a:bodyPr/>
          <a:lstStyle/>
          <a:p>
            <a:r>
              <a:rPr lang="en-US"/>
              <a:t>Course Outline</a:t>
            </a:r>
          </a:p>
        </p:txBody>
      </p:sp>
      <p:sp>
        <p:nvSpPr>
          <p:cNvPr id="3" name="Espace réservé du contenu 2">
            <a:extLst>
              <a:ext uri="{FF2B5EF4-FFF2-40B4-BE49-F238E27FC236}">
                <a16:creationId xmlns:a16="http://schemas.microsoft.com/office/drawing/2014/main" id="{4002BD9A-0D8C-45D0-98B4-96D0622896BB}"/>
              </a:ext>
            </a:extLst>
          </p:cNvPr>
          <p:cNvSpPr>
            <a:spLocks noGrp="1"/>
          </p:cNvSpPr>
          <p:nvPr>
            <p:ph idx="1"/>
          </p:nvPr>
        </p:nvSpPr>
        <p:spPr>
          <a:xfrm>
            <a:off x="1115568" y="2267339"/>
            <a:ext cx="8108331" cy="4166118"/>
          </a:xfrm>
        </p:spPr>
        <p:txBody>
          <a:bodyPr>
            <a:normAutofit fontScale="55000" lnSpcReduction="20000"/>
          </a:bodyPr>
          <a:lstStyle/>
          <a:p>
            <a:pPr marL="0" indent="0">
              <a:buNone/>
            </a:pPr>
            <a:r>
              <a:rPr lang="en-US"/>
              <a:t>Since the digital age, (online) communities have flourished and shown the world how much link, content and opportunities it can generate. </a:t>
            </a:r>
          </a:p>
          <a:p>
            <a:pPr marL="0" indent="0">
              <a:buNone/>
            </a:pPr>
            <a:endParaRPr lang="en-US"/>
          </a:p>
          <a:p>
            <a:pPr marL="0" indent="0">
              <a:buNone/>
            </a:pPr>
            <a:r>
              <a:rPr lang="en-US"/>
              <a:t>In line with Digital, Agile and other cultural transformation, modern corporations also want to leverage the strength of this social way of working for their business and human development.</a:t>
            </a:r>
          </a:p>
          <a:p>
            <a:pPr marL="0" indent="0">
              <a:buNone/>
            </a:pPr>
            <a:endParaRPr lang="en-US"/>
          </a:p>
          <a:p>
            <a:pPr marL="0" indent="0">
              <a:buNone/>
            </a:pPr>
            <a:r>
              <a:rPr lang="en-US"/>
              <a:t>Among all the ways to build communities, the #OSG method is meant to develop knowledge sharing in organizations by providing mindset, tools, rules and tips in a consistent way and ready to use format. </a:t>
            </a:r>
          </a:p>
          <a:p>
            <a:pPr marL="0" indent="0">
              <a:buNone/>
            </a:pPr>
            <a:endParaRPr lang="en-US"/>
          </a:p>
          <a:p>
            <a:pPr marL="0" indent="0">
              <a:buNone/>
            </a:pPr>
            <a:r>
              <a:rPr lang="en-US"/>
              <a:t>The current course is meant to understand the underlying challenges that Corporate Community Boosters usually face no matter the method, before delving into #OSG methods concepts, basics and practice.</a:t>
            </a:r>
          </a:p>
        </p:txBody>
      </p:sp>
    </p:spTree>
    <p:extLst>
      <p:ext uri="{BB962C8B-B14F-4D97-AF65-F5344CB8AC3E}">
        <p14:creationId xmlns:p14="http://schemas.microsoft.com/office/powerpoint/2010/main" val="1254516697"/>
      </p:ext>
    </p:extLst>
  </p:cSld>
  <p:clrMapOvr>
    <a:masterClrMapping/>
  </p:clrMapOvr>
  <mc:AlternateContent xmlns:mc="http://schemas.openxmlformats.org/markup-compatibility/2006" xmlns:p14="http://schemas.microsoft.com/office/powerpoint/2010/main">
    <mc:Choice Requires="p14">
      <p:transition spd="slow" p14:dur="2000" advTm="61399"/>
    </mc:Choice>
    <mc:Fallback xmlns="">
      <p:transition spd="slow" advTm="6139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2E4482-066E-4535-976A-D0B55C3ED14A}"/>
              </a:ext>
            </a:extLst>
          </p:cNvPr>
          <p:cNvSpPr>
            <a:spLocks noGrp="1"/>
          </p:cNvSpPr>
          <p:nvPr>
            <p:ph type="title"/>
          </p:nvPr>
        </p:nvSpPr>
        <p:spPr/>
        <p:txBody>
          <a:bodyPr>
            <a:normAutofit fontScale="90000"/>
          </a:bodyPr>
          <a:lstStyle/>
          <a:p>
            <a:r>
              <a:rPr lang="en-US"/>
              <a:t>Part I : Understanding the Challenges before applying the Method</a:t>
            </a:r>
          </a:p>
        </p:txBody>
      </p:sp>
      <p:sp>
        <p:nvSpPr>
          <p:cNvPr id="3" name="Espace réservé du contenu 2">
            <a:extLst>
              <a:ext uri="{FF2B5EF4-FFF2-40B4-BE49-F238E27FC236}">
                <a16:creationId xmlns:a16="http://schemas.microsoft.com/office/drawing/2014/main" id="{2F3AB32D-95F9-425C-BD89-2CEB950A5D0F}"/>
              </a:ext>
            </a:extLst>
          </p:cNvPr>
          <p:cNvSpPr>
            <a:spLocks noGrp="1"/>
          </p:cNvSpPr>
          <p:nvPr>
            <p:ph idx="1"/>
          </p:nvPr>
        </p:nvSpPr>
        <p:spPr>
          <a:xfrm>
            <a:off x="2505828" y="2254089"/>
            <a:ext cx="6983403" cy="4379976"/>
          </a:xfrm>
        </p:spPr>
        <p:txBody>
          <a:bodyPr>
            <a:normAutofit fontScale="55000" lnSpcReduction="20000"/>
          </a:bodyPr>
          <a:lstStyle/>
          <a:p>
            <a:pPr marL="0" indent="0">
              <a:buNone/>
            </a:pPr>
            <a:r>
              <a:rPr lang="en-US"/>
              <a:t>#OSG method is based on accumulated knowledge and real-life experiences of failures and successes in Community Boosting, in companies, public initiatives, non-profit organizations.</a:t>
            </a:r>
          </a:p>
          <a:p>
            <a:pPr marL="0" indent="0">
              <a:buNone/>
            </a:pPr>
            <a:endParaRPr lang="en-US"/>
          </a:p>
          <a:p>
            <a:pPr marL="0" indent="0">
              <a:buNone/>
            </a:pPr>
            <a:r>
              <a:rPr lang="en-US"/>
              <a:t>If one is to learn the #OSG method, one also must understand the undermining challenges it addresses. Otherwise, it would only be applying a formula in a context without any check on method-context fit. Such approach can be risky and even damaging to your Community.</a:t>
            </a:r>
          </a:p>
          <a:p>
            <a:pPr marL="0" indent="0">
              <a:buNone/>
            </a:pPr>
            <a:endParaRPr lang="en-US"/>
          </a:p>
          <a:p>
            <a:pPr marL="0" indent="0">
              <a:buNone/>
            </a:pPr>
            <a:r>
              <a:rPr lang="en-US"/>
              <a:t>If the challenges are well understood, #OSG Community Boosters are better prepared to use only relevant elements of the #OSG method, discard some others, upgrade or adapt some others, and even create new elements of methodology to enrich global knowledge about #OSG.</a:t>
            </a:r>
          </a:p>
          <a:p>
            <a:pPr marL="0" indent="0">
              <a:buNone/>
            </a:pPr>
            <a:endParaRPr lang="en-US"/>
          </a:p>
          <a:p>
            <a:pPr marL="0" indent="0">
              <a:buNone/>
            </a:pPr>
            <a:r>
              <a:rPr lang="en-US"/>
              <a:t>Always use the #OSG method relatively to existing situations, with a strong will to develop further understanding on your own Community, using #OSG or more.</a:t>
            </a:r>
          </a:p>
        </p:txBody>
      </p:sp>
      <p:pic>
        <p:nvPicPr>
          <p:cNvPr id="5" name="Graphique 4" descr="Puzzle avec un remplissage uni">
            <a:extLst>
              <a:ext uri="{FF2B5EF4-FFF2-40B4-BE49-F238E27FC236}">
                <a16:creationId xmlns:a16="http://schemas.microsoft.com/office/drawing/2014/main" id="{58801D47-BB67-495E-8391-6B551B16B3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9325" y="2254089"/>
            <a:ext cx="738003" cy="738003"/>
          </a:xfrm>
          <a:prstGeom prst="rect">
            <a:avLst/>
          </a:prstGeom>
        </p:spPr>
      </p:pic>
      <p:pic>
        <p:nvPicPr>
          <p:cNvPr id="7" name="Graphique 6" descr="Pièces de puzzle avec un remplissage uni">
            <a:extLst>
              <a:ext uri="{FF2B5EF4-FFF2-40B4-BE49-F238E27FC236}">
                <a16:creationId xmlns:a16="http://schemas.microsoft.com/office/drawing/2014/main" id="{BC9A0FD8-9D67-487F-BCA5-E38A15B1F2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11126" y="4550995"/>
            <a:ext cx="914400" cy="914400"/>
          </a:xfrm>
          <a:prstGeom prst="rect">
            <a:avLst/>
          </a:prstGeom>
        </p:spPr>
      </p:pic>
      <p:pic>
        <p:nvPicPr>
          <p:cNvPr id="9" name="Graphique 8" descr="Intelligence artificielle avec un remplissage uni">
            <a:extLst>
              <a:ext uri="{FF2B5EF4-FFF2-40B4-BE49-F238E27FC236}">
                <a16:creationId xmlns:a16="http://schemas.microsoft.com/office/drawing/2014/main" id="{E17E1A71-F4F1-486C-A539-7B725A70E51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11126" y="5814871"/>
            <a:ext cx="914400" cy="914400"/>
          </a:xfrm>
          <a:prstGeom prst="rect">
            <a:avLst/>
          </a:prstGeom>
        </p:spPr>
      </p:pic>
      <p:pic>
        <p:nvPicPr>
          <p:cNvPr id="10" name="Graphique 9" descr="Pièces de puzzle avec un remplissage uni">
            <a:extLst>
              <a:ext uri="{FF2B5EF4-FFF2-40B4-BE49-F238E27FC236}">
                <a16:creationId xmlns:a16="http://schemas.microsoft.com/office/drawing/2014/main" id="{C2BABAD1-43AE-45FF-8AC6-76EF7DE8575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43761" b="51107"/>
          <a:stretch/>
        </p:blipFill>
        <p:spPr>
          <a:xfrm>
            <a:off x="2018623" y="4550995"/>
            <a:ext cx="514248" cy="447078"/>
          </a:xfrm>
          <a:prstGeom prst="rect">
            <a:avLst/>
          </a:prstGeom>
        </p:spPr>
      </p:pic>
      <p:pic>
        <p:nvPicPr>
          <p:cNvPr id="12" name="Graphique 11" descr="Avertissement avec un remplissage uni">
            <a:extLst>
              <a:ext uri="{FF2B5EF4-FFF2-40B4-BE49-F238E27FC236}">
                <a16:creationId xmlns:a16="http://schemas.microsoft.com/office/drawing/2014/main" id="{6E480CAC-38CF-41C3-9DA9-45EC8924E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99325" y="3364723"/>
            <a:ext cx="738947" cy="738947"/>
          </a:xfrm>
          <a:prstGeom prst="rect">
            <a:avLst/>
          </a:prstGeom>
        </p:spPr>
      </p:pic>
    </p:spTree>
    <p:extLst>
      <p:ext uri="{BB962C8B-B14F-4D97-AF65-F5344CB8AC3E}">
        <p14:creationId xmlns:p14="http://schemas.microsoft.com/office/powerpoint/2010/main" val="567291113"/>
      </p:ext>
    </p:extLst>
  </p:cSld>
  <p:clrMapOvr>
    <a:masterClrMapping/>
  </p:clrMapOvr>
  <mc:AlternateContent xmlns:mc="http://schemas.openxmlformats.org/markup-compatibility/2006" xmlns:p14="http://schemas.microsoft.com/office/powerpoint/2010/main">
    <mc:Choice Requires="p14">
      <p:transition spd="slow" p14:dur="2000" advTm="96461"/>
    </mc:Choice>
    <mc:Fallback xmlns="">
      <p:transition spd="slow" advTm="9646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2B099F-C66D-4CB3-9E32-ADA506B9D9DF}"/>
              </a:ext>
            </a:extLst>
          </p:cNvPr>
          <p:cNvSpPr>
            <a:spLocks noGrp="1"/>
          </p:cNvSpPr>
          <p:nvPr>
            <p:ph type="title"/>
          </p:nvPr>
        </p:nvSpPr>
        <p:spPr/>
        <p:txBody>
          <a:bodyPr/>
          <a:lstStyle/>
          <a:p>
            <a:r>
              <a:rPr lang="en-US"/>
              <a:t>How to read and use this document</a:t>
            </a:r>
          </a:p>
        </p:txBody>
      </p:sp>
      <p:sp>
        <p:nvSpPr>
          <p:cNvPr id="3" name="Espace réservé du contenu 2">
            <a:extLst>
              <a:ext uri="{FF2B5EF4-FFF2-40B4-BE49-F238E27FC236}">
                <a16:creationId xmlns:a16="http://schemas.microsoft.com/office/drawing/2014/main" id="{4002BD9A-0D8C-45D0-98B4-96D0622896BB}"/>
              </a:ext>
            </a:extLst>
          </p:cNvPr>
          <p:cNvSpPr>
            <a:spLocks noGrp="1"/>
          </p:cNvSpPr>
          <p:nvPr>
            <p:ph idx="1"/>
          </p:nvPr>
        </p:nvSpPr>
        <p:spPr>
          <a:xfrm>
            <a:off x="1115567" y="2478023"/>
            <a:ext cx="7100151" cy="4310703"/>
          </a:xfrm>
        </p:spPr>
        <p:txBody>
          <a:bodyPr>
            <a:normAutofit fontScale="55000" lnSpcReduction="20000"/>
          </a:bodyPr>
          <a:lstStyle/>
          <a:p>
            <a:pPr marL="0" indent="0">
              <a:buNone/>
            </a:pPr>
            <a:r>
              <a:rPr lang="en-US" dirty="0"/>
              <a:t>This document is tailored for training sessions for Corporate Community Boosters in small groups. </a:t>
            </a:r>
          </a:p>
          <a:p>
            <a:pPr marL="0" indent="0">
              <a:buNone/>
            </a:pPr>
            <a:endParaRPr lang="en-US" dirty="0"/>
          </a:p>
          <a:p>
            <a:pPr marL="0" indent="0">
              <a:buNone/>
            </a:pPr>
            <a:r>
              <a:rPr lang="en-US" dirty="0"/>
              <a:t>On top of course content (used further in #OSG method), and in order to anchor the knowledge deeper, this presentation also contains :</a:t>
            </a:r>
          </a:p>
          <a:p>
            <a:pPr>
              <a:buFontTx/>
              <a:buChar char="-"/>
            </a:pPr>
            <a:r>
              <a:rPr lang="en-US" b="1" dirty="0">
                <a:solidFill>
                  <a:srgbClr val="EC7B2B"/>
                </a:solidFill>
              </a:rPr>
              <a:t>Example stories / use cases : </a:t>
            </a:r>
            <a:r>
              <a:rPr lang="en-US" dirty="0"/>
              <a:t>Most elements in this course will refer to use cases and real-life stories turned into examples (made anonymous in this course).</a:t>
            </a:r>
          </a:p>
          <a:p>
            <a:pPr>
              <a:buFontTx/>
              <a:buChar char="-"/>
            </a:pPr>
            <a:endParaRPr lang="en-US" dirty="0"/>
          </a:p>
          <a:p>
            <a:pPr>
              <a:buFontTx/>
              <a:buChar char="-"/>
            </a:pPr>
            <a:r>
              <a:rPr lang="en-US" b="1" dirty="0">
                <a:solidFill>
                  <a:srgbClr val="3494BA"/>
                </a:solidFill>
                <a:sym typeface="Wingdings" panose="05000000000000000000" pitchFamily="2" charset="2"/>
              </a:rPr>
              <a:t>Interaction moments :</a:t>
            </a:r>
            <a:r>
              <a:rPr lang="en-US" dirty="0">
                <a:sym typeface="Wingdings" panose="05000000000000000000" pitchFamily="2" charset="2"/>
              </a:rPr>
              <a:t> The more you interact about a given topic, the higher your chances to anchor the knowledge. You are invited to “stop and discuss” often, instead of just going through all the content in one-shot (which would give the impression to go fast, but can be unproductive on the long term)</a:t>
            </a:r>
          </a:p>
          <a:p>
            <a:pPr>
              <a:buFontTx/>
              <a:buChar char="-"/>
            </a:pPr>
            <a:endParaRPr lang="en-US" dirty="0">
              <a:sym typeface="Wingdings" panose="05000000000000000000" pitchFamily="2" charset="2"/>
            </a:endParaRPr>
          </a:p>
          <a:p>
            <a:pPr>
              <a:buFontTx/>
              <a:buChar char="-"/>
            </a:pPr>
            <a:r>
              <a:rPr lang="en-US" b="1" dirty="0">
                <a:solidFill>
                  <a:schemeClr val="bg1">
                    <a:lumMod val="50000"/>
                  </a:schemeClr>
                </a:solidFill>
                <a:sym typeface="Wingdings" panose="05000000000000000000" pitchFamily="2" charset="2"/>
              </a:rPr>
              <a:t>Exercises</a:t>
            </a:r>
            <a:r>
              <a:rPr lang="en-US" dirty="0">
                <a:sym typeface="Wingdings" panose="05000000000000000000" pitchFamily="2" charset="2"/>
              </a:rPr>
              <a:t> allow you to apply your knowledge to your current corporate community</a:t>
            </a:r>
          </a:p>
        </p:txBody>
      </p:sp>
      <p:pic>
        <p:nvPicPr>
          <p:cNvPr id="5" name="Image 4">
            <a:extLst>
              <a:ext uri="{FF2B5EF4-FFF2-40B4-BE49-F238E27FC236}">
                <a16:creationId xmlns:a16="http://schemas.microsoft.com/office/drawing/2014/main" id="{E1E400FA-265D-46B1-B4D1-ECF10D955101}"/>
              </a:ext>
            </a:extLst>
          </p:cNvPr>
          <p:cNvPicPr>
            <a:picLocks noChangeAspect="1"/>
          </p:cNvPicPr>
          <p:nvPr/>
        </p:nvPicPr>
        <p:blipFill>
          <a:blip r:embed="rId2"/>
          <a:stretch>
            <a:fillRect/>
          </a:stretch>
        </p:blipFill>
        <p:spPr>
          <a:xfrm>
            <a:off x="8400446" y="4428636"/>
            <a:ext cx="1935297" cy="1086927"/>
          </a:xfrm>
          <a:prstGeom prst="rect">
            <a:avLst/>
          </a:prstGeom>
        </p:spPr>
      </p:pic>
      <p:pic>
        <p:nvPicPr>
          <p:cNvPr id="6" name="Image 5">
            <a:extLst>
              <a:ext uri="{FF2B5EF4-FFF2-40B4-BE49-F238E27FC236}">
                <a16:creationId xmlns:a16="http://schemas.microsoft.com/office/drawing/2014/main" id="{75E386A3-ED09-439D-97E6-A14AA490859D}"/>
              </a:ext>
            </a:extLst>
          </p:cNvPr>
          <p:cNvPicPr>
            <a:picLocks noChangeAspect="1"/>
          </p:cNvPicPr>
          <p:nvPr/>
        </p:nvPicPr>
        <p:blipFill>
          <a:blip r:embed="rId3"/>
          <a:stretch>
            <a:fillRect/>
          </a:stretch>
        </p:blipFill>
        <p:spPr>
          <a:xfrm>
            <a:off x="8400446" y="3159248"/>
            <a:ext cx="1935735" cy="1086927"/>
          </a:xfrm>
          <a:prstGeom prst="rect">
            <a:avLst/>
          </a:prstGeom>
        </p:spPr>
      </p:pic>
      <p:pic>
        <p:nvPicPr>
          <p:cNvPr id="7" name="Image 6">
            <a:extLst>
              <a:ext uri="{FF2B5EF4-FFF2-40B4-BE49-F238E27FC236}">
                <a16:creationId xmlns:a16="http://schemas.microsoft.com/office/drawing/2014/main" id="{17BB7AE4-3C37-4E6D-8C7A-DF0BB72B2727}"/>
              </a:ext>
            </a:extLst>
          </p:cNvPr>
          <p:cNvPicPr>
            <a:picLocks noChangeAspect="1"/>
          </p:cNvPicPr>
          <p:nvPr/>
        </p:nvPicPr>
        <p:blipFill>
          <a:blip r:embed="rId4"/>
          <a:stretch>
            <a:fillRect/>
          </a:stretch>
        </p:blipFill>
        <p:spPr>
          <a:xfrm>
            <a:off x="8405343" y="5677207"/>
            <a:ext cx="1930400" cy="1081905"/>
          </a:xfrm>
          <a:prstGeom prst="rect">
            <a:avLst/>
          </a:prstGeom>
        </p:spPr>
      </p:pic>
    </p:spTree>
    <p:extLst>
      <p:ext uri="{BB962C8B-B14F-4D97-AF65-F5344CB8AC3E}">
        <p14:creationId xmlns:p14="http://schemas.microsoft.com/office/powerpoint/2010/main" val="3289554882"/>
      </p:ext>
    </p:extLst>
  </p:cSld>
  <p:clrMapOvr>
    <a:masterClrMapping/>
  </p:clrMapOvr>
  <mc:AlternateContent xmlns:mc="http://schemas.openxmlformats.org/markup-compatibility/2006" xmlns:p14="http://schemas.microsoft.com/office/powerpoint/2010/main">
    <mc:Choice Requires="p14">
      <p:transition spd="slow" p14:dur="2000" advTm="106485"/>
    </mc:Choice>
    <mc:Fallback xmlns="">
      <p:transition spd="slow" advTm="1064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6">
            <a:extLst>
              <a:ext uri="{FF2B5EF4-FFF2-40B4-BE49-F238E27FC236}">
                <a16:creationId xmlns:a16="http://schemas.microsoft.com/office/drawing/2014/main" id="{0A52F872-08AA-4BA8-AB95-C256980A6C1A}"/>
              </a:ext>
            </a:extLst>
          </p:cNvPr>
          <p:cNvPicPr>
            <a:picLocks noChangeAspect="1"/>
          </p:cNvPicPr>
          <p:nvPr/>
        </p:nvPicPr>
        <p:blipFill rotWithShape="1">
          <a:blip r:embed="rId2"/>
          <a:srcRect l="15628" r="-1" b="-1"/>
          <a:stretch/>
        </p:blipFill>
        <p:spPr>
          <a:xfrm>
            <a:off x="3523488" y="10"/>
            <a:ext cx="8668512" cy="6857990"/>
          </a:xfrm>
          <a:prstGeom prst="rect">
            <a:avLst/>
          </a:prstGeom>
        </p:spPr>
      </p:pic>
      <p:sp>
        <p:nvSpPr>
          <p:cNvPr id="19" name="Rectangle 12">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re 3">
            <a:extLst>
              <a:ext uri="{FF2B5EF4-FFF2-40B4-BE49-F238E27FC236}">
                <a16:creationId xmlns:a16="http://schemas.microsoft.com/office/drawing/2014/main" id="{EFC21C4B-1A5C-413F-A851-25A6E4CC9658}"/>
              </a:ext>
            </a:extLst>
          </p:cNvPr>
          <p:cNvSpPr>
            <a:spLocks noGrp="1"/>
          </p:cNvSpPr>
          <p:nvPr>
            <p:ph type="ctrTitle"/>
          </p:nvPr>
        </p:nvSpPr>
        <p:spPr>
          <a:xfrm>
            <a:off x="477981" y="1122363"/>
            <a:ext cx="4919642" cy="3204134"/>
          </a:xfrm>
        </p:spPr>
        <p:txBody>
          <a:bodyPr anchor="b">
            <a:normAutofit fontScale="90000"/>
          </a:bodyPr>
          <a:lstStyle/>
          <a:p>
            <a:r>
              <a:rPr lang="en-US" sz="4800"/>
              <a:t>Part I : </a:t>
            </a:r>
            <a:br>
              <a:rPr lang="en-US" sz="4800"/>
            </a:br>
            <a:r>
              <a:rPr lang="en-US" sz="4800"/>
              <a:t>Corporate Community Boosters</a:t>
            </a:r>
            <a:br>
              <a:rPr lang="en-US" sz="4800"/>
            </a:br>
            <a:r>
              <a:rPr lang="en-US" sz="4800"/>
              <a:t>Challenges</a:t>
            </a:r>
          </a:p>
        </p:txBody>
      </p:sp>
      <p:sp>
        <p:nvSpPr>
          <p:cNvPr id="5" name="Sous-titre 4">
            <a:extLst>
              <a:ext uri="{FF2B5EF4-FFF2-40B4-BE49-F238E27FC236}">
                <a16:creationId xmlns:a16="http://schemas.microsoft.com/office/drawing/2014/main" id="{58E92D9E-282A-4061-9E6E-92FD5314AAC9}"/>
              </a:ext>
            </a:extLst>
          </p:cNvPr>
          <p:cNvSpPr>
            <a:spLocks noGrp="1"/>
          </p:cNvSpPr>
          <p:nvPr>
            <p:ph type="subTitle" idx="1"/>
          </p:nvPr>
        </p:nvSpPr>
        <p:spPr>
          <a:xfrm>
            <a:off x="477981" y="4872922"/>
            <a:ext cx="3045508" cy="1208141"/>
          </a:xfrm>
        </p:spPr>
        <p:txBody>
          <a:bodyPr>
            <a:normAutofit/>
          </a:bodyPr>
          <a:lstStyle/>
          <a:p>
            <a:r>
              <a:rPr lang="en-US" sz="2000"/>
              <a:t>Before learning a method, learn what challenges it addresses</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7590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5224"/>
    </mc:Choice>
    <mc:Fallback xmlns="">
      <p:transition spd="slow" advTm="52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7B2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a:t>Example story</a:t>
            </a:r>
            <a:endParaRPr lang="fr-FR"/>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 don’t know where to start, </a:t>
            </a:r>
          </a:p>
          <a:p>
            <a:pPr algn="ctr"/>
            <a:r>
              <a:rPr lang="en-US"/>
              <a:t>there are so many topics !</a:t>
            </a:r>
          </a:p>
        </p:txBody>
      </p:sp>
      <p:grpSp>
        <p:nvGrpSpPr>
          <p:cNvPr id="24" name="Groupe 23">
            <a:extLst>
              <a:ext uri="{FF2B5EF4-FFF2-40B4-BE49-F238E27FC236}">
                <a16:creationId xmlns:a16="http://schemas.microsoft.com/office/drawing/2014/main" id="{52F08069-2502-4E3E-B07D-1CA1C57BF1D5}"/>
              </a:ext>
            </a:extLst>
          </p:cNvPr>
          <p:cNvGrpSpPr/>
          <p:nvPr/>
        </p:nvGrpSpPr>
        <p:grpSpPr>
          <a:xfrm>
            <a:off x="2192955" y="4794025"/>
            <a:ext cx="1983159" cy="1461454"/>
            <a:chOff x="420283" y="3559673"/>
            <a:chExt cx="1983159" cy="1461454"/>
          </a:xfrm>
        </p:grpSpPr>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20283" y="3603842"/>
              <a:ext cx="1983159" cy="1417285"/>
            </a:xfrm>
            <a:prstGeom prst="rect">
              <a:avLst/>
            </a:prstGeom>
          </p:spPr>
        </p:pic>
        <p:pic>
          <p:nvPicPr>
            <p:cNvPr id="26" name="Graphique 25" descr="Visage triste à remplissage solide avec un remplissage uni">
              <a:extLst>
                <a:ext uri="{FF2B5EF4-FFF2-40B4-BE49-F238E27FC236}">
                  <a16:creationId xmlns:a16="http://schemas.microsoft.com/office/drawing/2014/main" id="{18EED476-B954-4D9C-A397-17CDC319970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2645" y="3559673"/>
              <a:ext cx="697805" cy="697805"/>
            </a:xfrm>
            <a:prstGeom prst="rect">
              <a:avLst/>
            </a:prstGeom>
          </p:spPr>
        </p:pic>
      </p:grpSp>
      <p:sp>
        <p:nvSpPr>
          <p:cNvPr id="8" name="ZoneTexte 7">
            <a:extLst>
              <a:ext uri="{FF2B5EF4-FFF2-40B4-BE49-F238E27FC236}">
                <a16:creationId xmlns:a16="http://schemas.microsoft.com/office/drawing/2014/main" id="{F60AB3A3-176A-426B-9DB1-7419B85376D7}"/>
              </a:ext>
            </a:extLst>
          </p:cNvPr>
          <p:cNvSpPr txBox="1"/>
          <p:nvPr/>
        </p:nvSpPr>
        <p:spPr>
          <a:xfrm>
            <a:off x="3785370" y="5546836"/>
            <a:ext cx="1716350" cy="430887"/>
          </a:xfrm>
          <a:prstGeom prst="rect">
            <a:avLst/>
          </a:prstGeom>
          <a:noFill/>
        </p:spPr>
        <p:txBody>
          <a:bodyPr wrap="square" rtlCol="0">
            <a:spAutoFit/>
          </a:bodyPr>
          <a:lstStyle/>
          <a:p>
            <a:pPr algn="ctr"/>
            <a:r>
              <a:rPr lang="en-US" sz="1100" b="1">
                <a:solidFill>
                  <a:schemeClr val="accent1"/>
                </a:solidFill>
              </a:rPr>
              <a:t>Corporate Community Booster</a:t>
            </a:r>
          </a:p>
        </p:txBody>
      </p:sp>
    </p:spTree>
    <p:extLst>
      <p:ext uri="{BB962C8B-B14F-4D97-AF65-F5344CB8AC3E}">
        <p14:creationId xmlns:p14="http://schemas.microsoft.com/office/powerpoint/2010/main" val="342237916"/>
      </p:ext>
    </p:extLst>
  </p:cSld>
  <p:clrMapOvr>
    <a:masterClrMapping/>
  </p:clrMapOvr>
  <mc:AlternateContent xmlns:mc="http://schemas.openxmlformats.org/markup-compatibility/2006" xmlns:p14="http://schemas.microsoft.com/office/powerpoint/2010/main">
    <mc:Choice Requires="p14">
      <p:transition spd="slow" p14:dur="2000" advTm="15574"/>
    </mc:Choice>
    <mc:Fallback xmlns="">
      <p:transition spd="slow" advTm="1557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FD8067-3852-4B46-9FFB-2A025260AA66}"/>
              </a:ext>
            </a:extLst>
          </p:cNvPr>
          <p:cNvSpPr>
            <a:spLocks noGrp="1"/>
          </p:cNvSpPr>
          <p:nvPr>
            <p:ph type="title"/>
          </p:nvPr>
        </p:nvSpPr>
        <p:spPr/>
        <p:txBody>
          <a:bodyPr>
            <a:normAutofit/>
          </a:bodyPr>
          <a:lstStyle/>
          <a:p>
            <a:r>
              <a:rPr lang="en-US"/>
              <a:t>Challenge #1 : 360° expectations</a:t>
            </a:r>
          </a:p>
        </p:txBody>
      </p:sp>
      <p:pic>
        <p:nvPicPr>
          <p:cNvPr id="5" name="Graphique 4" descr="Personne confuse avec un remplissage uni">
            <a:extLst>
              <a:ext uri="{FF2B5EF4-FFF2-40B4-BE49-F238E27FC236}">
                <a16:creationId xmlns:a16="http://schemas.microsoft.com/office/drawing/2014/main" id="{5F289E08-ACF9-40D9-AE37-47D3045E567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853912" y="3472100"/>
            <a:ext cx="1983159" cy="1417285"/>
          </a:xfrm>
          <a:prstGeom prst="rect">
            <a:avLst/>
          </a:prstGeom>
        </p:spPr>
      </p:pic>
      <p:pic>
        <p:nvPicPr>
          <p:cNvPr id="8" name="Graphique 7" descr="Visage étourdi avec un remplissage uni avec un remplissage uni">
            <a:extLst>
              <a:ext uri="{FF2B5EF4-FFF2-40B4-BE49-F238E27FC236}">
                <a16:creationId xmlns:a16="http://schemas.microsoft.com/office/drawing/2014/main" id="{38988291-9DF3-43A4-AC79-531A1D9A36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13588" y="3451227"/>
            <a:ext cx="674641" cy="674641"/>
          </a:xfrm>
          <a:prstGeom prst="rect">
            <a:avLst/>
          </a:prstGeom>
        </p:spPr>
      </p:pic>
      <p:grpSp>
        <p:nvGrpSpPr>
          <p:cNvPr id="4" name="Groupe 3">
            <a:extLst>
              <a:ext uri="{FF2B5EF4-FFF2-40B4-BE49-F238E27FC236}">
                <a16:creationId xmlns:a16="http://schemas.microsoft.com/office/drawing/2014/main" id="{10D8CA9F-1B2B-4082-8308-5E48B6B50F8B}"/>
              </a:ext>
            </a:extLst>
          </p:cNvPr>
          <p:cNvGrpSpPr/>
          <p:nvPr/>
        </p:nvGrpSpPr>
        <p:grpSpPr>
          <a:xfrm>
            <a:off x="4374346" y="1391359"/>
            <a:ext cx="3414349" cy="1698896"/>
            <a:chOff x="4308501" y="1595695"/>
            <a:chExt cx="3414349" cy="1698896"/>
          </a:xfrm>
        </p:grpSpPr>
        <p:pic>
          <p:nvPicPr>
            <p:cNvPr id="18" name="Graphique 17" descr="Couronne d'utilisateur féminine avec un remplissage uni">
              <a:extLst>
                <a:ext uri="{FF2B5EF4-FFF2-40B4-BE49-F238E27FC236}">
                  <a16:creationId xmlns:a16="http://schemas.microsoft.com/office/drawing/2014/main" id="{A0CBF91E-EC74-4910-8194-9EDDCC53A46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98179" y="1595695"/>
              <a:ext cx="914400" cy="914400"/>
            </a:xfrm>
            <a:prstGeom prst="rect">
              <a:avLst/>
            </a:prstGeom>
          </p:spPr>
        </p:pic>
        <p:sp>
          <p:nvSpPr>
            <p:cNvPr id="27" name="Bulle narrative : ronde 26">
              <a:extLst>
                <a:ext uri="{FF2B5EF4-FFF2-40B4-BE49-F238E27FC236}">
                  <a16:creationId xmlns:a16="http://schemas.microsoft.com/office/drawing/2014/main" id="{26E23D74-B574-4D25-BE46-3CA9EF8B63A7}"/>
                </a:ext>
              </a:extLst>
            </p:cNvPr>
            <p:cNvSpPr/>
            <p:nvPr/>
          </p:nvSpPr>
          <p:spPr>
            <a:xfrm>
              <a:off x="4308501" y="2287478"/>
              <a:ext cx="3015810" cy="1007113"/>
            </a:xfrm>
            <a:prstGeom prst="wedgeEllipseCallout">
              <a:avLst>
                <a:gd name="adj1" fmla="val 1580"/>
                <a:gd name="adj2" fmla="val -6696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You must nurture Unity, link</a:t>
              </a:r>
              <a:r>
                <a:rPr lang="en-US" sz="1000" b="1">
                  <a:solidFill>
                    <a:schemeClr val="tx1"/>
                  </a:solidFill>
                </a:rPr>
                <a:t>,</a:t>
              </a:r>
              <a:r>
                <a:rPr lang="en-US" sz="1000">
                  <a:solidFill>
                    <a:schemeClr val="tx1"/>
                  </a:solidFill>
                </a:rPr>
                <a:t> global vision. Therefore, you must integrate with all the job that has already been done and existing structures</a:t>
              </a:r>
            </a:p>
          </p:txBody>
        </p:sp>
        <p:sp>
          <p:nvSpPr>
            <p:cNvPr id="30" name="ZoneTexte 29">
              <a:extLst>
                <a:ext uri="{FF2B5EF4-FFF2-40B4-BE49-F238E27FC236}">
                  <a16:creationId xmlns:a16="http://schemas.microsoft.com/office/drawing/2014/main" id="{1510FC4D-245B-443C-8AAF-F8C55BBD879F}"/>
                </a:ext>
              </a:extLst>
            </p:cNvPr>
            <p:cNvSpPr txBox="1"/>
            <p:nvPr/>
          </p:nvSpPr>
          <p:spPr>
            <a:xfrm>
              <a:off x="6006500" y="1728216"/>
              <a:ext cx="1716350" cy="261610"/>
            </a:xfrm>
            <a:prstGeom prst="rect">
              <a:avLst/>
            </a:prstGeom>
            <a:noFill/>
          </p:spPr>
          <p:txBody>
            <a:bodyPr wrap="square" rtlCol="0">
              <a:spAutoFit/>
            </a:bodyPr>
            <a:lstStyle/>
            <a:p>
              <a:r>
                <a:rPr lang="en-US" sz="1100" b="1">
                  <a:solidFill>
                    <a:srgbClr val="EC7B2B"/>
                  </a:solidFill>
                </a:rPr>
                <a:t>Top Management</a:t>
              </a:r>
            </a:p>
          </p:txBody>
        </p:sp>
      </p:grpSp>
      <p:grpSp>
        <p:nvGrpSpPr>
          <p:cNvPr id="6" name="Groupe 5">
            <a:extLst>
              <a:ext uri="{FF2B5EF4-FFF2-40B4-BE49-F238E27FC236}">
                <a16:creationId xmlns:a16="http://schemas.microsoft.com/office/drawing/2014/main" id="{E09ECD83-9857-4C7C-8A47-316BCBB02159}"/>
              </a:ext>
            </a:extLst>
          </p:cNvPr>
          <p:cNvGrpSpPr/>
          <p:nvPr/>
        </p:nvGrpSpPr>
        <p:grpSpPr>
          <a:xfrm>
            <a:off x="7043269" y="1983184"/>
            <a:ext cx="4064494" cy="2086643"/>
            <a:chOff x="6864674" y="1931679"/>
            <a:chExt cx="4064494" cy="2086643"/>
          </a:xfrm>
        </p:grpSpPr>
        <p:pic>
          <p:nvPicPr>
            <p:cNvPr id="10" name="Graphique 9" descr="Employé de bureau avec un remplissage uni">
              <a:extLst>
                <a:ext uri="{FF2B5EF4-FFF2-40B4-BE49-F238E27FC236}">
                  <a16:creationId xmlns:a16="http://schemas.microsoft.com/office/drawing/2014/main" id="{1873378A-7F70-462C-B33E-04028AD4252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76511" y="1931679"/>
              <a:ext cx="914400" cy="914400"/>
            </a:xfrm>
            <a:prstGeom prst="rect">
              <a:avLst/>
            </a:prstGeom>
          </p:spPr>
        </p:pic>
        <p:sp>
          <p:nvSpPr>
            <p:cNvPr id="24" name="Bulle narrative : ronde 23">
              <a:extLst>
                <a:ext uri="{FF2B5EF4-FFF2-40B4-BE49-F238E27FC236}">
                  <a16:creationId xmlns:a16="http://schemas.microsoft.com/office/drawing/2014/main" id="{D75FCC8E-3218-415C-83BE-FAB05157B2F9}"/>
                </a:ext>
              </a:extLst>
            </p:cNvPr>
            <p:cNvSpPr/>
            <p:nvPr/>
          </p:nvSpPr>
          <p:spPr>
            <a:xfrm>
              <a:off x="6864674" y="2894058"/>
              <a:ext cx="2927395" cy="1124264"/>
            </a:xfrm>
            <a:prstGeom prst="wedgeEllipseCallout">
              <a:avLst>
                <a:gd name="adj1" fmla="val 18194"/>
                <a:gd name="adj2" fmla="val -81863"/>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You must convince managers that the people, members, resources are requested for a valuable</a:t>
              </a:r>
              <a:r>
                <a:rPr lang="en-US" sz="1000" b="1">
                  <a:solidFill>
                    <a:schemeClr val="tx1"/>
                  </a:solidFill>
                </a:rPr>
                <a:t> </a:t>
              </a:r>
              <a:r>
                <a:rPr lang="en-US" sz="1000">
                  <a:solidFill>
                    <a:schemeClr val="tx1"/>
                  </a:solidFill>
                </a:rPr>
                <a:t>reason, show projections and results. Every Quarter.</a:t>
              </a:r>
            </a:p>
          </p:txBody>
        </p:sp>
        <p:sp>
          <p:nvSpPr>
            <p:cNvPr id="31" name="ZoneTexte 30">
              <a:extLst>
                <a:ext uri="{FF2B5EF4-FFF2-40B4-BE49-F238E27FC236}">
                  <a16:creationId xmlns:a16="http://schemas.microsoft.com/office/drawing/2014/main" id="{ED22D590-DEE6-4E39-B7AF-9ADD426FBB6C}"/>
                </a:ext>
              </a:extLst>
            </p:cNvPr>
            <p:cNvSpPr txBox="1"/>
            <p:nvPr/>
          </p:nvSpPr>
          <p:spPr>
            <a:xfrm>
              <a:off x="9212818" y="2226499"/>
              <a:ext cx="1716350" cy="430887"/>
            </a:xfrm>
            <a:prstGeom prst="rect">
              <a:avLst/>
            </a:prstGeom>
            <a:noFill/>
          </p:spPr>
          <p:txBody>
            <a:bodyPr wrap="square" rtlCol="0">
              <a:spAutoFit/>
            </a:bodyPr>
            <a:lstStyle/>
            <a:p>
              <a:r>
                <a:rPr lang="en-US" sz="1100" b="1">
                  <a:solidFill>
                    <a:srgbClr val="EC7B2B"/>
                  </a:solidFill>
                </a:rPr>
                <a:t>Non-sponsoring Hierarchy</a:t>
              </a:r>
            </a:p>
          </p:txBody>
        </p:sp>
      </p:grpSp>
      <p:grpSp>
        <p:nvGrpSpPr>
          <p:cNvPr id="15" name="Groupe 14">
            <a:extLst>
              <a:ext uri="{FF2B5EF4-FFF2-40B4-BE49-F238E27FC236}">
                <a16:creationId xmlns:a16="http://schemas.microsoft.com/office/drawing/2014/main" id="{2195ABEB-A47A-476F-BD5A-36D1F8F0DDD7}"/>
              </a:ext>
            </a:extLst>
          </p:cNvPr>
          <p:cNvGrpSpPr/>
          <p:nvPr/>
        </p:nvGrpSpPr>
        <p:grpSpPr>
          <a:xfrm>
            <a:off x="6864675" y="3963942"/>
            <a:ext cx="4370599" cy="1251591"/>
            <a:chOff x="6864675" y="3963942"/>
            <a:chExt cx="4370599" cy="1251591"/>
          </a:xfrm>
        </p:grpSpPr>
        <p:pic>
          <p:nvPicPr>
            <p:cNvPr id="22" name="Graphique 21" descr="Centre d’appels avec un remplissage uni">
              <a:extLst>
                <a:ext uri="{FF2B5EF4-FFF2-40B4-BE49-F238E27FC236}">
                  <a16:creationId xmlns:a16="http://schemas.microsoft.com/office/drawing/2014/main" id="{B9FD2C1C-1D83-4757-955C-206644A9417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390911" y="3963942"/>
              <a:ext cx="914400" cy="914400"/>
            </a:xfrm>
            <a:prstGeom prst="rect">
              <a:avLst/>
            </a:prstGeom>
          </p:spPr>
        </p:pic>
        <p:sp>
          <p:nvSpPr>
            <p:cNvPr id="25" name="Bulle narrative : ronde 24">
              <a:extLst>
                <a:ext uri="{FF2B5EF4-FFF2-40B4-BE49-F238E27FC236}">
                  <a16:creationId xmlns:a16="http://schemas.microsoft.com/office/drawing/2014/main" id="{D0608C4C-05D2-4758-93D3-0D1FF4329D94}"/>
                </a:ext>
              </a:extLst>
            </p:cNvPr>
            <p:cNvSpPr/>
            <p:nvPr/>
          </p:nvSpPr>
          <p:spPr>
            <a:xfrm>
              <a:off x="6864675" y="4149057"/>
              <a:ext cx="2854894" cy="1066476"/>
            </a:xfrm>
            <a:prstGeom prst="wedgeEllipseCallout">
              <a:avLst>
                <a:gd name="adj1" fmla="val 50534"/>
                <a:gd name="adj2" fmla="val -290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You must provide interesting content and events for people who  already receive lots of  notifications and promotion</a:t>
              </a:r>
            </a:p>
          </p:txBody>
        </p:sp>
        <p:sp>
          <p:nvSpPr>
            <p:cNvPr id="33" name="ZoneTexte 32">
              <a:extLst>
                <a:ext uri="{FF2B5EF4-FFF2-40B4-BE49-F238E27FC236}">
                  <a16:creationId xmlns:a16="http://schemas.microsoft.com/office/drawing/2014/main" id="{8CFFA553-0601-4FFF-BBC8-CD85B3EB638A}"/>
                </a:ext>
              </a:extLst>
            </p:cNvPr>
            <p:cNvSpPr txBox="1"/>
            <p:nvPr/>
          </p:nvSpPr>
          <p:spPr>
            <a:xfrm>
              <a:off x="10111525" y="4251408"/>
              <a:ext cx="1123749" cy="769441"/>
            </a:xfrm>
            <a:prstGeom prst="rect">
              <a:avLst/>
            </a:prstGeom>
            <a:noFill/>
          </p:spPr>
          <p:txBody>
            <a:bodyPr wrap="square" rtlCol="0">
              <a:spAutoFit/>
            </a:bodyPr>
            <a:lstStyle/>
            <a:p>
              <a:r>
                <a:rPr lang="en-US" sz="1100" b="1">
                  <a:solidFill>
                    <a:srgbClr val="EC7B2B"/>
                  </a:solidFill>
                </a:rPr>
                <a:t>Non-active members (passive consumers)</a:t>
              </a:r>
            </a:p>
          </p:txBody>
        </p:sp>
      </p:grpSp>
      <p:grpSp>
        <p:nvGrpSpPr>
          <p:cNvPr id="9" name="Groupe 8">
            <a:extLst>
              <a:ext uri="{FF2B5EF4-FFF2-40B4-BE49-F238E27FC236}">
                <a16:creationId xmlns:a16="http://schemas.microsoft.com/office/drawing/2014/main" id="{53C35C32-24B5-416A-A2FB-01E6E75CE72A}"/>
              </a:ext>
            </a:extLst>
          </p:cNvPr>
          <p:cNvGrpSpPr/>
          <p:nvPr/>
        </p:nvGrpSpPr>
        <p:grpSpPr>
          <a:xfrm>
            <a:off x="5845387" y="5240803"/>
            <a:ext cx="4449932" cy="1511732"/>
            <a:chOff x="5855379" y="5346268"/>
            <a:chExt cx="4449932" cy="1511732"/>
          </a:xfrm>
        </p:grpSpPr>
        <p:pic>
          <p:nvPicPr>
            <p:cNvPr id="14" name="Graphique 13" descr="Écolière avec un remplissage uni">
              <a:extLst>
                <a:ext uri="{FF2B5EF4-FFF2-40B4-BE49-F238E27FC236}">
                  <a16:creationId xmlns:a16="http://schemas.microsoft.com/office/drawing/2014/main" id="{FDEEA02B-36F7-4143-8074-7784E28E4CE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05817" y="5943600"/>
              <a:ext cx="914400" cy="914400"/>
            </a:xfrm>
            <a:prstGeom prst="rect">
              <a:avLst/>
            </a:prstGeom>
          </p:spPr>
        </p:pic>
        <p:sp>
          <p:nvSpPr>
            <p:cNvPr id="28" name="Bulle narrative : ronde 27">
              <a:extLst>
                <a:ext uri="{FF2B5EF4-FFF2-40B4-BE49-F238E27FC236}">
                  <a16:creationId xmlns:a16="http://schemas.microsoft.com/office/drawing/2014/main" id="{D768A063-CF71-4020-9886-E8D4EF1EF753}"/>
                </a:ext>
              </a:extLst>
            </p:cNvPr>
            <p:cNvSpPr/>
            <p:nvPr/>
          </p:nvSpPr>
          <p:spPr>
            <a:xfrm>
              <a:off x="5855379" y="5346268"/>
              <a:ext cx="2854894" cy="1149857"/>
            </a:xfrm>
            <a:prstGeom prst="wedgeEllipseCallout">
              <a:avLst>
                <a:gd name="adj1" fmla="val 54168"/>
                <a:gd name="adj2" fmla="val 284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You must help new members onboard, understand what could be interesting for them, and teach how to get involved</a:t>
              </a:r>
            </a:p>
          </p:txBody>
        </p:sp>
        <p:sp>
          <p:nvSpPr>
            <p:cNvPr id="34" name="ZoneTexte 33">
              <a:extLst>
                <a:ext uri="{FF2B5EF4-FFF2-40B4-BE49-F238E27FC236}">
                  <a16:creationId xmlns:a16="http://schemas.microsoft.com/office/drawing/2014/main" id="{F78E7F57-B55C-43AD-AE6F-FF29C803B6EB}"/>
                </a:ext>
              </a:extLst>
            </p:cNvPr>
            <p:cNvSpPr txBox="1"/>
            <p:nvPr/>
          </p:nvSpPr>
          <p:spPr>
            <a:xfrm>
              <a:off x="9181562" y="6102060"/>
              <a:ext cx="1123749" cy="430887"/>
            </a:xfrm>
            <a:prstGeom prst="rect">
              <a:avLst/>
            </a:prstGeom>
            <a:noFill/>
          </p:spPr>
          <p:txBody>
            <a:bodyPr wrap="square" rtlCol="0">
              <a:spAutoFit/>
            </a:bodyPr>
            <a:lstStyle/>
            <a:p>
              <a:r>
                <a:rPr lang="en-US" sz="1100" b="1">
                  <a:solidFill>
                    <a:srgbClr val="EC7B2B"/>
                  </a:solidFill>
                </a:rPr>
                <a:t>New members</a:t>
              </a:r>
            </a:p>
          </p:txBody>
        </p:sp>
      </p:grpSp>
      <p:grpSp>
        <p:nvGrpSpPr>
          <p:cNvPr id="7" name="Groupe 6">
            <a:extLst>
              <a:ext uri="{FF2B5EF4-FFF2-40B4-BE49-F238E27FC236}">
                <a16:creationId xmlns:a16="http://schemas.microsoft.com/office/drawing/2014/main" id="{7D9A6974-BAF1-421C-9626-F71120AD5115}"/>
              </a:ext>
            </a:extLst>
          </p:cNvPr>
          <p:cNvGrpSpPr/>
          <p:nvPr/>
        </p:nvGrpSpPr>
        <p:grpSpPr>
          <a:xfrm>
            <a:off x="1464860" y="5230090"/>
            <a:ext cx="4253194" cy="1663682"/>
            <a:chOff x="1457861" y="5304208"/>
            <a:chExt cx="4253194" cy="1663682"/>
          </a:xfrm>
        </p:grpSpPr>
        <p:pic>
          <p:nvPicPr>
            <p:cNvPr id="20" name="Graphique 19" descr="Enseignant avec un remplissage uni">
              <a:extLst>
                <a:ext uri="{FF2B5EF4-FFF2-40B4-BE49-F238E27FC236}">
                  <a16:creationId xmlns:a16="http://schemas.microsoft.com/office/drawing/2014/main" id="{0F4CD3F7-D239-4496-8623-9C3505348C1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472431" y="6053490"/>
              <a:ext cx="914400" cy="914400"/>
            </a:xfrm>
            <a:prstGeom prst="rect">
              <a:avLst/>
            </a:prstGeom>
          </p:spPr>
        </p:pic>
        <p:sp>
          <p:nvSpPr>
            <p:cNvPr id="29" name="Bulle narrative : ronde 28">
              <a:extLst>
                <a:ext uri="{FF2B5EF4-FFF2-40B4-BE49-F238E27FC236}">
                  <a16:creationId xmlns:a16="http://schemas.microsoft.com/office/drawing/2014/main" id="{236CDA45-9E98-41B3-A52F-DEB25458C0CA}"/>
                </a:ext>
              </a:extLst>
            </p:cNvPr>
            <p:cNvSpPr/>
            <p:nvPr/>
          </p:nvSpPr>
          <p:spPr>
            <a:xfrm>
              <a:off x="2856161" y="5304208"/>
              <a:ext cx="2854894" cy="1149858"/>
            </a:xfrm>
            <a:prstGeom prst="wedgeEllipseCallout">
              <a:avLst>
                <a:gd name="adj1" fmla="val -42445"/>
                <a:gd name="adj2" fmla="val 4532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You must learn to promote your Community without spamming, engaging without forcing, proposing without pressuring…</a:t>
              </a:r>
            </a:p>
          </p:txBody>
        </p:sp>
        <p:sp>
          <p:nvSpPr>
            <p:cNvPr id="35" name="ZoneTexte 34">
              <a:extLst>
                <a:ext uri="{FF2B5EF4-FFF2-40B4-BE49-F238E27FC236}">
                  <a16:creationId xmlns:a16="http://schemas.microsoft.com/office/drawing/2014/main" id="{F8D44F00-547B-439F-86B8-C7796942D2B6}"/>
                </a:ext>
              </a:extLst>
            </p:cNvPr>
            <p:cNvSpPr txBox="1"/>
            <p:nvPr/>
          </p:nvSpPr>
          <p:spPr>
            <a:xfrm>
              <a:off x="1457861" y="6174334"/>
              <a:ext cx="1123749" cy="430887"/>
            </a:xfrm>
            <a:prstGeom prst="rect">
              <a:avLst/>
            </a:prstGeom>
            <a:noFill/>
          </p:spPr>
          <p:txBody>
            <a:bodyPr wrap="square" rtlCol="0">
              <a:spAutoFit/>
            </a:bodyPr>
            <a:lstStyle/>
            <a:p>
              <a:pPr algn="r"/>
              <a:r>
                <a:rPr lang="en-US" sz="1100" b="1">
                  <a:solidFill>
                    <a:srgbClr val="EC7B2B"/>
                  </a:solidFill>
                </a:rPr>
                <a:t>Potential members</a:t>
              </a:r>
            </a:p>
          </p:txBody>
        </p:sp>
      </p:grpSp>
      <p:grpSp>
        <p:nvGrpSpPr>
          <p:cNvPr id="17" name="Groupe 16">
            <a:extLst>
              <a:ext uri="{FF2B5EF4-FFF2-40B4-BE49-F238E27FC236}">
                <a16:creationId xmlns:a16="http://schemas.microsoft.com/office/drawing/2014/main" id="{B85BBF98-A08E-4704-84B3-F62842AFA2CE}"/>
              </a:ext>
            </a:extLst>
          </p:cNvPr>
          <p:cNvGrpSpPr/>
          <p:nvPr/>
        </p:nvGrpSpPr>
        <p:grpSpPr>
          <a:xfrm>
            <a:off x="235074" y="3963942"/>
            <a:ext cx="4464491" cy="1110328"/>
            <a:chOff x="235074" y="3963942"/>
            <a:chExt cx="4464491" cy="1110328"/>
          </a:xfrm>
        </p:grpSpPr>
        <p:pic>
          <p:nvPicPr>
            <p:cNvPr id="16" name="Graphique 15" descr="Personne avec une idée avec un remplissage uni">
              <a:extLst>
                <a:ext uri="{FF2B5EF4-FFF2-40B4-BE49-F238E27FC236}">
                  <a16:creationId xmlns:a16="http://schemas.microsoft.com/office/drawing/2014/main" id="{D43A6A5C-7A82-49BC-8BD9-35C2B29F811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06464" y="3963942"/>
              <a:ext cx="1102794" cy="1102794"/>
            </a:xfrm>
            <a:prstGeom prst="rect">
              <a:avLst/>
            </a:prstGeom>
          </p:spPr>
        </p:pic>
        <p:sp>
          <p:nvSpPr>
            <p:cNvPr id="26" name="Bulle narrative : ronde 25">
              <a:extLst>
                <a:ext uri="{FF2B5EF4-FFF2-40B4-BE49-F238E27FC236}">
                  <a16:creationId xmlns:a16="http://schemas.microsoft.com/office/drawing/2014/main" id="{D5DF8230-B871-4BF3-B438-E6AAF81611B9}"/>
                </a:ext>
              </a:extLst>
            </p:cNvPr>
            <p:cNvSpPr/>
            <p:nvPr/>
          </p:nvSpPr>
          <p:spPr>
            <a:xfrm>
              <a:off x="1844671" y="4159870"/>
              <a:ext cx="2854894" cy="914400"/>
            </a:xfrm>
            <a:prstGeom prst="wedgeEllipseCallout">
              <a:avLst>
                <a:gd name="adj1" fmla="val -61102"/>
                <a:gd name="adj2" fmla="val 6487"/>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You must help a wide variety of initiatives to develop within, with and beyond the Community</a:t>
              </a:r>
            </a:p>
          </p:txBody>
        </p:sp>
        <p:sp>
          <p:nvSpPr>
            <p:cNvPr id="36" name="ZoneTexte 35">
              <a:extLst>
                <a:ext uri="{FF2B5EF4-FFF2-40B4-BE49-F238E27FC236}">
                  <a16:creationId xmlns:a16="http://schemas.microsoft.com/office/drawing/2014/main" id="{C2D08447-B3DC-4EE7-8FC9-8EF2CD9F26B9}"/>
                </a:ext>
              </a:extLst>
            </p:cNvPr>
            <p:cNvSpPr txBox="1"/>
            <p:nvPr/>
          </p:nvSpPr>
          <p:spPr>
            <a:xfrm>
              <a:off x="235074" y="4515339"/>
              <a:ext cx="867747" cy="430887"/>
            </a:xfrm>
            <a:prstGeom prst="rect">
              <a:avLst/>
            </a:prstGeom>
            <a:noFill/>
          </p:spPr>
          <p:txBody>
            <a:bodyPr wrap="square" rtlCol="0">
              <a:spAutoFit/>
            </a:bodyPr>
            <a:lstStyle/>
            <a:p>
              <a:pPr algn="r"/>
              <a:r>
                <a:rPr lang="en-US" sz="1100" b="1">
                  <a:solidFill>
                    <a:srgbClr val="EC7B2B"/>
                  </a:solidFill>
                </a:rPr>
                <a:t>Active members</a:t>
              </a:r>
            </a:p>
          </p:txBody>
        </p:sp>
      </p:grpSp>
      <p:grpSp>
        <p:nvGrpSpPr>
          <p:cNvPr id="19" name="Groupe 18">
            <a:extLst>
              <a:ext uri="{FF2B5EF4-FFF2-40B4-BE49-F238E27FC236}">
                <a16:creationId xmlns:a16="http://schemas.microsoft.com/office/drawing/2014/main" id="{06DE4EE9-966B-44D0-B18A-FC567D7389B4}"/>
              </a:ext>
            </a:extLst>
          </p:cNvPr>
          <p:cNvGrpSpPr/>
          <p:nvPr/>
        </p:nvGrpSpPr>
        <p:grpSpPr>
          <a:xfrm>
            <a:off x="6205945" y="3823518"/>
            <a:ext cx="809720" cy="682202"/>
            <a:chOff x="6205945" y="3823518"/>
            <a:chExt cx="809720" cy="682202"/>
          </a:xfrm>
        </p:grpSpPr>
        <p:pic>
          <p:nvPicPr>
            <p:cNvPr id="38" name="Graphique 37" descr="Base de données avec un remplissage uni">
              <a:extLst>
                <a:ext uri="{FF2B5EF4-FFF2-40B4-BE49-F238E27FC236}">
                  <a16:creationId xmlns:a16="http://schemas.microsoft.com/office/drawing/2014/main" id="{412F7192-DE4A-4A52-BFFB-91CBC46BF50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373299" y="4013039"/>
              <a:ext cx="492681" cy="492681"/>
            </a:xfrm>
            <a:prstGeom prst="rect">
              <a:avLst/>
            </a:prstGeom>
          </p:spPr>
        </p:pic>
        <p:sp>
          <p:nvSpPr>
            <p:cNvPr id="42" name="ZoneTexte 41">
              <a:extLst>
                <a:ext uri="{FF2B5EF4-FFF2-40B4-BE49-F238E27FC236}">
                  <a16:creationId xmlns:a16="http://schemas.microsoft.com/office/drawing/2014/main" id="{07C534C9-D0DD-4B1F-A3A4-84F2465CBB95}"/>
                </a:ext>
              </a:extLst>
            </p:cNvPr>
            <p:cNvSpPr txBox="1"/>
            <p:nvPr/>
          </p:nvSpPr>
          <p:spPr>
            <a:xfrm>
              <a:off x="6205945" y="3823518"/>
              <a:ext cx="809720" cy="261610"/>
            </a:xfrm>
            <a:prstGeom prst="rect">
              <a:avLst/>
            </a:prstGeom>
            <a:noFill/>
          </p:spPr>
          <p:txBody>
            <a:bodyPr wrap="square" rtlCol="0">
              <a:spAutoFit/>
            </a:bodyPr>
            <a:lstStyle/>
            <a:p>
              <a:pPr algn="ctr"/>
              <a:r>
                <a:rPr lang="en-US" sz="1100" b="1">
                  <a:solidFill>
                    <a:schemeClr val="accent1"/>
                  </a:solidFill>
                </a:rPr>
                <a:t>Content</a:t>
              </a:r>
            </a:p>
          </p:txBody>
        </p:sp>
      </p:grpSp>
      <p:grpSp>
        <p:nvGrpSpPr>
          <p:cNvPr id="3" name="Groupe 2">
            <a:extLst>
              <a:ext uri="{FF2B5EF4-FFF2-40B4-BE49-F238E27FC236}">
                <a16:creationId xmlns:a16="http://schemas.microsoft.com/office/drawing/2014/main" id="{3D39019E-7BD6-4CBA-8320-531F10195AC4}"/>
              </a:ext>
            </a:extLst>
          </p:cNvPr>
          <p:cNvGrpSpPr/>
          <p:nvPr/>
        </p:nvGrpSpPr>
        <p:grpSpPr>
          <a:xfrm>
            <a:off x="1102821" y="1922090"/>
            <a:ext cx="3648482" cy="1980066"/>
            <a:chOff x="1102821" y="1922090"/>
            <a:chExt cx="3648482" cy="1980066"/>
          </a:xfrm>
        </p:grpSpPr>
        <p:sp>
          <p:nvSpPr>
            <p:cNvPr id="23" name="Bulle narrative : ronde 22">
              <a:extLst>
                <a:ext uri="{FF2B5EF4-FFF2-40B4-BE49-F238E27FC236}">
                  <a16:creationId xmlns:a16="http://schemas.microsoft.com/office/drawing/2014/main" id="{F668F72A-4083-4823-B527-DDE8D41848D5}"/>
                </a:ext>
              </a:extLst>
            </p:cNvPr>
            <p:cNvSpPr/>
            <p:nvPr/>
          </p:nvSpPr>
          <p:spPr>
            <a:xfrm>
              <a:off x="1896409" y="2878422"/>
              <a:ext cx="2854894" cy="1023734"/>
            </a:xfrm>
            <a:prstGeom prst="wedgeEllipseCallout">
              <a:avLst>
                <a:gd name="adj1" fmla="val -21610"/>
                <a:gd name="adj2" fmla="val -62926"/>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You must create transversal involvement in important topics, faster than the usual processes with key objectives.</a:t>
              </a:r>
            </a:p>
          </p:txBody>
        </p:sp>
        <p:sp>
          <p:nvSpPr>
            <p:cNvPr id="32" name="ZoneTexte 31">
              <a:extLst>
                <a:ext uri="{FF2B5EF4-FFF2-40B4-BE49-F238E27FC236}">
                  <a16:creationId xmlns:a16="http://schemas.microsoft.com/office/drawing/2014/main" id="{ADDCE6CC-3E65-478D-9FC4-360B4B0F9CBF}"/>
                </a:ext>
              </a:extLst>
            </p:cNvPr>
            <p:cNvSpPr txBox="1"/>
            <p:nvPr/>
          </p:nvSpPr>
          <p:spPr>
            <a:xfrm>
              <a:off x="1102821" y="2379290"/>
              <a:ext cx="1369610" cy="261610"/>
            </a:xfrm>
            <a:prstGeom prst="rect">
              <a:avLst/>
            </a:prstGeom>
            <a:noFill/>
          </p:spPr>
          <p:txBody>
            <a:bodyPr wrap="square" rtlCol="0">
              <a:spAutoFit/>
            </a:bodyPr>
            <a:lstStyle/>
            <a:p>
              <a:pPr algn="r"/>
              <a:r>
                <a:rPr lang="en-US" sz="1100" b="1">
                  <a:solidFill>
                    <a:srgbClr val="EC7B2B"/>
                  </a:solidFill>
                </a:rPr>
                <a:t>Sponsors</a:t>
              </a:r>
            </a:p>
          </p:txBody>
        </p:sp>
        <p:grpSp>
          <p:nvGrpSpPr>
            <p:cNvPr id="13" name="Groupe 12">
              <a:extLst>
                <a:ext uri="{FF2B5EF4-FFF2-40B4-BE49-F238E27FC236}">
                  <a16:creationId xmlns:a16="http://schemas.microsoft.com/office/drawing/2014/main" id="{E31B2484-2D63-4DEF-8CC8-0DD23D7AD9E9}"/>
                </a:ext>
              </a:extLst>
            </p:cNvPr>
            <p:cNvGrpSpPr/>
            <p:nvPr/>
          </p:nvGrpSpPr>
          <p:grpSpPr>
            <a:xfrm>
              <a:off x="2282977" y="1922090"/>
              <a:ext cx="914400" cy="914400"/>
              <a:chOff x="2472431" y="1931679"/>
              <a:chExt cx="914400" cy="914400"/>
            </a:xfrm>
          </p:grpSpPr>
          <p:pic>
            <p:nvPicPr>
              <p:cNvPr id="12" name="Graphique 11" descr="Employée de bureau avec un remplissage uni">
                <a:extLst>
                  <a:ext uri="{FF2B5EF4-FFF2-40B4-BE49-F238E27FC236}">
                    <a16:creationId xmlns:a16="http://schemas.microsoft.com/office/drawing/2014/main" id="{DEA9B1B1-6F76-4301-98B6-BA43279B42F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2A0CC82B-6AE0-4760-B994-AF99B13B466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37714" y="2492740"/>
                <a:ext cx="167927" cy="167927"/>
              </a:xfrm>
              <a:prstGeom prst="rect">
                <a:avLst/>
              </a:prstGeom>
            </p:spPr>
          </p:pic>
        </p:grpSp>
      </p:grpSp>
      <p:grpSp>
        <p:nvGrpSpPr>
          <p:cNvPr id="21" name="Groupe 20">
            <a:extLst>
              <a:ext uri="{FF2B5EF4-FFF2-40B4-BE49-F238E27FC236}">
                <a16:creationId xmlns:a16="http://schemas.microsoft.com/office/drawing/2014/main" id="{A71DF05B-E9AD-4737-B058-565F5B36B76D}"/>
              </a:ext>
            </a:extLst>
          </p:cNvPr>
          <p:cNvGrpSpPr/>
          <p:nvPr/>
        </p:nvGrpSpPr>
        <p:grpSpPr>
          <a:xfrm>
            <a:off x="4672813" y="3817432"/>
            <a:ext cx="721543" cy="670233"/>
            <a:chOff x="4672813" y="3817432"/>
            <a:chExt cx="721543" cy="670233"/>
          </a:xfrm>
        </p:grpSpPr>
        <p:sp>
          <p:nvSpPr>
            <p:cNvPr id="41" name="ZoneTexte 40">
              <a:extLst>
                <a:ext uri="{FF2B5EF4-FFF2-40B4-BE49-F238E27FC236}">
                  <a16:creationId xmlns:a16="http://schemas.microsoft.com/office/drawing/2014/main" id="{AF150199-8856-40CC-B8CD-73C8E9CFEB74}"/>
                </a:ext>
              </a:extLst>
            </p:cNvPr>
            <p:cNvSpPr txBox="1"/>
            <p:nvPr/>
          </p:nvSpPr>
          <p:spPr>
            <a:xfrm>
              <a:off x="4672813" y="3817432"/>
              <a:ext cx="721543" cy="261610"/>
            </a:xfrm>
            <a:prstGeom prst="rect">
              <a:avLst/>
            </a:prstGeom>
            <a:noFill/>
          </p:spPr>
          <p:txBody>
            <a:bodyPr wrap="square" rtlCol="0">
              <a:spAutoFit/>
            </a:bodyPr>
            <a:lstStyle/>
            <a:p>
              <a:pPr algn="ctr"/>
              <a:r>
                <a:rPr lang="en-US" sz="1100" b="1">
                  <a:solidFill>
                    <a:schemeClr val="accent1"/>
                  </a:solidFill>
                </a:rPr>
                <a:t>Value</a:t>
              </a:r>
            </a:p>
          </p:txBody>
        </p:sp>
        <p:pic>
          <p:nvPicPr>
            <p:cNvPr id="37" name="Graphique 36" descr="Signe pouce en haut avec un remplissage uni">
              <a:extLst>
                <a:ext uri="{FF2B5EF4-FFF2-40B4-BE49-F238E27FC236}">
                  <a16:creationId xmlns:a16="http://schemas.microsoft.com/office/drawing/2014/main" id="{2A18EFB6-2815-4C2E-AB11-3C8DDE64ACC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25631" y="3963942"/>
              <a:ext cx="523723" cy="523723"/>
            </a:xfrm>
            <a:prstGeom prst="rect">
              <a:avLst/>
            </a:prstGeom>
          </p:spPr>
        </p:pic>
      </p:grpSp>
      <p:sp>
        <p:nvSpPr>
          <p:cNvPr id="39" name="ZoneTexte 38">
            <a:extLst>
              <a:ext uri="{FF2B5EF4-FFF2-40B4-BE49-F238E27FC236}">
                <a16:creationId xmlns:a16="http://schemas.microsoft.com/office/drawing/2014/main" id="{5358D46D-0BA3-4B78-8870-E800E8FC2978}"/>
              </a:ext>
            </a:extLst>
          </p:cNvPr>
          <p:cNvSpPr txBox="1"/>
          <p:nvPr/>
        </p:nvSpPr>
        <p:spPr>
          <a:xfrm>
            <a:off x="4992733" y="4878342"/>
            <a:ext cx="1716350" cy="430887"/>
          </a:xfrm>
          <a:prstGeom prst="rect">
            <a:avLst/>
          </a:prstGeom>
          <a:noFill/>
        </p:spPr>
        <p:txBody>
          <a:bodyPr wrap="square" rtlCol="0">
            <a:spAutoFit/>
          </a:bodyPr>
          <a:lstStyle/>
          <a:p>
            <a:pPr algn="ctr"/>
            <a:r>
              <a:rPr lang="en-US" sz="1100" b="1">
                <a:solidFill>
                  <a:schemeClr val="accent1"/>
                </a:solidFill>
              </a:rPr>
              <a:t>Corporate Community Booster</a:t>
            </a:r>
          </a:p>
        </p:txBody>
      </p:sp>
    </p:spTree>
    <p:custDataLst>
      <p:tags r:id="rId1"/>
    </p:custDataLst>
    <p:extLst>
      <p:ext uri="{BB962C8B-B14F-4D97-AF65-F5344CB8AC3E}">
        <p14:creationId xmlns:p14="http://schemas.microsoft.com/office/powerpoint/2010/main" val="3944090272"/>
      </p:ext>
    </p:extLst>
  </p:cSld>
  <p:clrMapOvr>
    <a:masterClrMapping/>
  </p:clrMapOvr>
  <mc:AlternateContent xmlns:mc="http://schemas.openxmlformats.org/markup-compatibility/2006" xmlns:p14="http://schemas.microsoft.com/office/powerpoint/2010/main">
    <mc:Choice Requires="p14">
      <p:transition spd="slow" p14:dur="2000" advTm="178777"/>
    </mc:Choice>
    <mc:Fallback xmlns="">
      <p:transition spd="slow" advTm="17877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a:t>Share your opinions and experiences</a:t>
            </a:r>
            <a:endParaRPr lang="fr-FR"/>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85000" lnSpcReduction="20000"/>
          </a:bodyPr>
          <a:lstStyle/>
          <a:p>
            <a:pPr marL="0" indent="0">
              <a:buNone/>
            </a:pPr>
            <a:r>
              <a:rPr lang="en-US"/>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85000" lnSpcReduction="20000"/>
          </a:bodyPr>
          <a:lstStyle/>
          <a:p>
            <a:r>
              <a:rPr lang="en-US" noProof="1"/>
              <a:t>Do you agree with the list of stakeholders ?</a:t>
            </a:r>
          </a:p>
          <a:p>
            <a:r>
              <a:rPr lang="en-US" noProof="1"/>
              <a:t>Who are other stakeholders for a Corporate Community Booster ? </a:t>
            </a:r>
          </a:p>
          <a:p>
            <a:r>
              <a:rPr lang="en-US" noProof="1"/>
              <a:t>What other expectations do you regard as important ?</a:t>
            </a:r>
          </a:p>
          <a:p>
            <a:endParaRPr lang="en-US" noProof="1"/>
          </a:p>
          <a:p>
            <a:pPr marL="0" indent="0">
              <a:buNone/>
            </a:pPr>
            <a:r>
              <a:rPr lang="en-US" noProof="1"/>
              <a:t> </a:t>
            </a:r>
          </a:p>
          <a:p>
            <a:endParaRPr lang="en-US" noProof="1"/>
          </a:p>
        </p:txBody>
      </p:sp>
      <p:sp>
        <p:nvSpPr>
          <p:cNvPr id="30" name="ZoneTexte 29">
            <a:extLst>
              <a:ext uri="{FF2B5EF4-FFF2-40B4-BE49-F238E27FC236}">
                <a16:creationId xmlns:a16="http://schemas.microsoft.com/office/drawing/2014/main" id="{315B9119-1F2B-42D3-849C-BFBAE5E98F40}"/>
              </a:ext>
            </a:extLst>
          </p:cNvPr>
          <p:cNvSpPr txBox="1"/>
          <p:nvPr/>
        </p:nvSpPr>
        <p:spPr>
          <a:xfrm>
            <a:off x="572402" y="3662265"/>
            <a:ext cx="1369610" cy="246221"/>
          </a:xfrm>
          <a:prstGeom prst="rect">
            <a:avLst/>
          </a:prstGeom>
          <a:noFill/>
        </p:spPr>
        <p:txBody>
          <a:bodyPr wrap="square" rtlCol="0">
            <a:spAutoFit/>
          </a:bodyPr>
          <a:lstStyle/>
          <a:p>
            <a:pPr algn="r"/>
            <a:r>
              <a:rPr lang="en-US" sz="1000" b="1">
                <a:solidFill>
                  <a:srgbClr val="EC7B2B"/>
                </a:solidFill>
              </a:rPr>
              <a:t>Sponsors</a:t>
            </a:r>
          </a:p>
        </p:txBody>
      </p:sp>
      <p:grpSp>
        <p:nvGrpSpPr>
          <p:cNvPr id="31" name="Groupe 30">
            <a:extLst>
              <a:ext uri="{FF2B5EF4-FFF2-40B4-BE49-F238E27FC236}">
                <a16:creationId xmlns:a16="http://schemas.microsoft.com/office/drawing/2014/main" id="{7B02FB7B-4865-4154-B30A-25C88CFBD962}"/>
              </a:ext>
            </a:extLst>
          </p:cNvPr>
          <p:cNvGrpSpPr/>
          <p:nvPr/>
        </p:nvGrpSpPr>
        <p:grpSpPr>
          <a:xfrm>
            <a:off x="1752558" y="3205065"/>
            <a:ext cx="914400" cy="914400"/>
            <a:chOff x="2472431" y="1931679"/>
            <a:chExt cx="914400" cy="914400"/>
          </a:xfrm>
        </p:grpSpPr>
        <p:pic>
          <p:nvPicPr>
            <p:cNvPr id="32" name="Graphique 31" descr="Employée de bureau avec un remplissage uni">
              <a:extLst>
                <a:ext uri="{FF2B5EF4-FFF2-40B4-BE49-F238E27FC236}">
                  <a16:creationId xmlns:a16="http://schemas.microsoft.com/office/drawing/2014/main" id="{4B6360A1-3464-4F60-89F2-57B5AE427E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72431" y="1931679"/>
              <a:ext cx="914400" cy="914400"/>
            </a:xfrm>
            <a:prstGeom prst="rect">
              <a:avLst/>
            </a:prstGeom>
          </p:spPr>
        </p:pic>
        <p:pic>
          <p:nvPicPr>
            <p:cNvPr id="33" name="Graphique 32" descr="Euro avec un remplissage uni">
              <a:extLst>
                <a:ext uri="{FF2B5EF4-FFF2-40B4-BE49-F238E27FC236}">
                  <a16:creationId xmlns:a16="http://schemas.microsoft.com/office/drawing/2014/main" id="{B6A19FCB-69E1-4609-A801-8343B21E5C0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37714" y="2492740"/>
              <a:ext cx="167927" cy="167927"/>
            </a:xfrm>
            <a:prstGeom prst="rect">
              <a:avLst/>
            </a:prstGeom>
          </p:spPr>
        </p:pic>
      </p:grpSp>
      <p:pic>
        <p:nvPicPr>
          <p:cNvPr id="34" name="Graphique 33" descr="Couronne d'utilisateur féminine avec un remplissage uni">
            <a:extLst>
              <a:ext uri="{FF2B5EF4-FFF2-40B4-BE49-F238E27FC236}">
                <a16:creationId xmlns:a16="http://schemas.microsoft.com/office/drawing/2014/main" id="{EFBAF1BE-B4BF-48EB-84A4-3EE7C742F2D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30653" y="2514600"/>
            <a:ext cx="914400" cy="914400"/>
          </a:xfrm>
          <a:prstGeom prst="rect">
            <a:avLst/>
          </a:prstGeom>
        </p:spPr>
      </p:pic>
      <p:sp>
        <p:nvSpPr>
          <p:cNvPr id="35" name="ZoneTexte 34">
            <a:extLst>
              <a:ext uri="{FF2B5EF4-FFF2-40B4-BE49-F238E27FC236}">
                <a16:creationId xmlns:a16="http://schemas.microsoft.com/office/drawing/2014/main" id="{F14E8A4D-C86C-466A-8337-E4EC92367E06}"/>
              </a:ext>
            </a:extLst>
          </p:cNvPr>
          <p:cNvSpPr txBox="1"/>
          <p:nvPr/>
        </p:nvSpPr>
        <p:spPr>
          <a:xfrm>
            <a:off x="2789053" y="3298195"/>
            <a:ext cx="1716350" cy="246221"/>
          </a:xfrm>
          <a:prstGeom prst="rect">
            <a:avLst/>
          </a:prstGeom>
          <a:noFill/>
        </p:spPr>
        <p:txBody>
          <a:bodyPr wrap="square" rtlCol="0">
            <a:spAutoFit/>
          </a:bodyPr>
          <a:lstStyle/>
          <a:p>
            <a:r>
              <a:rPr lang="en-US" sz="1000" b="1">
                <a:solidFill>
                  <a:srgbClr val="EC7B2B"/>
                </a:solidFill>
              </a:rPr>
              <a:t>Top Management</a:t>
            </a:r>
          </a:p>
        </p:txBody>
      </p:sp>
      <p:pic>
        <p:nvPicPr>
          <p:cNvPr id="36" name="Graphique 35" descr="Employé de bureau avec un remplissage uni">
            <a:extLst>
              <a:ext uri="{FF2B5EF4-FFF2-40B4-BE49-F238E27FC236}">
                <a16:creationId xmlns:a16="http://schemas.microsoft.com/office/drawing/2014/main" id="{9B6E1F02-EE42-41B3-8A07-F18D46308C0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153250" y="3211539"/>
            <a:ext cx="914400" cy="914400"/>
          </a:xfrm>
          <a:prstGeom prst="rect">
            <a:avLst/>
          </a:prstGeom>
        </p:spPr>
      </p:pic>
      <p:sp>
        <p:nvSpPr>
          <p:cNvPr id="37" name="ZoneTexte 36">
            <a:extLst>
              <a:ext uri="{FF2B5EF4-FFF2-40B4-BE49-F238E27FC236}">
                <a16:creationId xmlns:a16="http://schemas.microsoft.com/office/drawing/2014/main" id="{9096C8D8-568E-4E36-9A28-17F144B6493C}"/>
              </a:ext>
            </a:extLst>
          </p:cNvPr>
          <p:cNvSpPr txBox="1"/>
          <p:nvPr/>
        </p:nvSpPr>
        <p:spPr>
          <a:xfrm>
            <a:off x="4880144" y="3503082"/>
            <a:ext cx="1716350" cy="400110"/>
          </a:xfrm>
          <a:prstGeom prst="rect">
            <a:avLst/>
          </a:prstGeom>
          <a:noFill/>
        </p:spPr>
        <p:txBody>
          <a:bodyPr wrap="square" rtlCol="0">
            <a:spAutoFit/>
          </a:bodyPr>
          <a:lstStyle/>
          <a:p>
            <a:r>
              <a:rPr lang="en-US" sz="1000" b="1" dirty="0">
                <a:solidFill>
                  <a:srgbClr val="EC7B2B"/>
                </a:solidFill>
              </a:rPr>
              <a:t>Non-sponsoring Hierarchy</a:t>
            </a:r>
          </a:p>
        </p:txBody>
      </p:sp>
      <p:pic>
        <p:nvPicPr>
          <p:cNvPr id="42" name="Graphique 41" descr="Personne avec une idée avec un remplissage uni">
            <a:extLst>
              <a:ext uri="{FF2B5EF4-FFF2-40B4-BE49-F238E27FC236}">
                <a16:creationId xmlns:a16="http://schemas.microsoft.com/office/drawing/2014/main" id="{B29DA3BD-8178-4CA8-9826-54DABEEF09A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624750" y="4192649"/>
            <a:ext cx="1102794" cy="1102794"/>
          </a:xfrm>
          <a:prstGeom prst="rect">
            <a:avLst/>
          </a:prstGeom>
        </p:spPr>
      </p:pic>
      <p:sp>
        <p:nvSpPr>
          <p:cNvPr id="43" name="ZoneTexte 42">
            <a:extLst>
              <a:ext uri="{FF2B5EF4-FFF2-40B4-BE49-F238E27FC236}">
                <a16:creationId xmlns:a16="http://schemas.microsoft.com/office/drawing/2014/main" id="{2AE92438-3A15-425A-8451-0F88ABEBDF73}"/>
              </a:ext>
            </a:extLst>
          </p:cNvPr>
          <p:cNvSpPr txBox="1"/>
          <p:nvPr/>
        </p:nvSpPr>
        <p:spPr>
          <a:xfrm>
            <a:off x="953360" y="4744046"/>
            <a:ext cx="867747" cy="400110"/>
          </a:xfrm>
          <a:prstGeom prst="rect">
            <a:avLst/>
          </a:prstGeom>
          <a:noFill/>
        </p:spPr>
        <p:txBody>
          <a:bodyPr wrap="square" rtlCol="0">
            <a:spAutoFit/>
          </a:bodyPr>
          <a:lstStyle/>
          <a:p>
            <a:pPr algn="r"/>
            <a:r>
              <a:rPr lang="en-US" sz="1000" b="1">
                <a:solidFill>
                  <a:srgbClr val="EC7B2B"/>
                </a:solidFill>
              </a:rPr>
              <a:t>Active members</a:t>
            </a:r>
          </a:p>
        </p:txBody>
      </p:sp>
      <p:pic>
        <p:nvPicPr>
          <p:cNvPr id="44" name="Graphique 43" descr="Enseignant avec un remplissage uni">
            <a:extLst>
              <a:ext uri="{FF2B5EF4-FFF2-40B4-BE49-F238E27FC236}">
                <a16:creationId xmlns:a16="http://schemas.microsoft.com/office/drawing/2014/main" id="{84AB501B-4731-4907-9F08-4A17A1D39C8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463101" y="5287498"/>
            <a:ext cx="914400" cy="914400"/>
          </a:xfrm>
          <a:prstGeom prst="rect">
            <a:avLst/>
          </a:prstGeom>
        </p:spPr>
      </p:pic>
      <p:sp>
        <p:nvSpPr>
          <p:cNvPr id="45" name="ZoneTexte 44">
            <a:extLst>
              <a:ext uri="{FF2B5EF4-FFF2-40B4-BE49-F238E27FC236}">
                <a16:creationId xmlns:a16="http://schemas.microsoft.com/office/drawing/2014/main" id="{0427DC20-69E1-471C-ABC9-D2114CE4823E}"/>
              </a:ext>
            </a:extLst>
          </p:cNvPr>
          <p:cNvSpPr txBox="1"/>
          <p:nvPr/>
        </p:nvSpPr>
        <p:spPr>
          <a:xfrm>
            <a:off x="1448531" y="5408342"/>
            <a:ext cx="1123749" cy="400110"/>
          </a:xfrm>
          <a:prstGeom prst="rect">
            <a:avLst/>
          </a:prstGeom>
          <a:noFill/>
        </p:spPr>
        <p:txBody>
          <a:bodyPr wrap="square" rtlCol="0">
            <a:spAutoFit/>
          </a:bodyPr>
          <a:lstStyle/>
          <a:p>
            <a:pPr algn="r"/>
            <a:r>
              <a:rPr lang="en-US" sz="1000" b="1">
                <a:solidFill>
                  <a:srgbClr val="EC7B2B"/>
                </a:solidFill>
              </a:rPr>
              <a:t>Potential members</a:t>
            </a:r>
          </a:p>
        </p:txBody>
      </p:sp>
      <p:pic>
        <p:nvPicPr>
          <p:cNvPr id="46" name="Graphique 45" descr="Centre d’appels avec un remplissage uni">
            <a:extLst>
              <a:ext uri="{FF2B5EF4-FFF2-40B4-BE49-F238E27FC236}">
                <a16:creationId xmlns:a16="http://schemas.microsoft.com/office/drawing/2014/main" id="{EE9BB25E-6117-4046-87AB-FCA66C8DA5A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383308" y="4152065"/>
            <a:ext cx="914400" cy="914400"/>
          </a:xfrm>
          <a:prstGeom prst="rect">
            <a:avLst/>
          </a:prstGeom>
        </p:spPr>
      </p:pic>
      <p:sp>
        <p:nvSpPr>
          <p:cNvPr id="47" name="ZoneTexte 46">
            <a:extLst>
              <a:ext uri="{FF2B5EF4-FFF2-40B4-BE49-F238E27FC236}">
                <a16:creationId xmlns:a16="http://schemas.microsoft.com/office/drawing/2014/main" id="{C4CFB63F-0F57-45FA-8856-6802B8E2BB12}"/>
              </a:ext>
            </a:extLst>
          </p:cNvPr>
          <p:cNvSpPr txBox="1"/>
          <p:nvPr/>
        </p:nvSpPr>
        <p:spPr>
          <a:xfrm>
            <a:off x="5103922" y="4439531"/>
            <a:ext cx="1123749" cy="707886"/>
          </a:xfrm>
          <a:prstGeom prst="rect">
            <a:avLst/>
          </a:prstGeom>
          <a:noFill/>
        </p:spPr>
        <p:txBody>
          <a:bodyPr wrap="square" rtlCol="0">
            <a:spAutoFit/>
          </a:bodyPr>
          <a:lstStyle/>
          <a:p>
            <a:r>
              <a:rPr lang="en-US" sz="1000" b="1">
                <a:solidFill>
                  <a:srgbClr val="EC7B2B"/>
                </a:solidFill>
              </a:rPr>
              <a:t>Non-active members (passive consumers)</a:t>
            </a:r>
          </a:p>
        </p:txBody>
      </p:sp>
      <p:pic>
        <p:nvPicPr>
          <p:cNvPr id="48" name="Graphique 47" descr="Écolière avec un remplissage uni">
            <a:extLst>
              <a:ext uri="{FF2B5EF4-FFF2-40B4-BE49-F238E27FC236}">
                <a16:creationId xmlns:a16="http://schemas.microsoft.com/office/drawing/2014/main" id="{A902D151-F9C7-440E-915D-D9D8C44C29A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075077" y="5231674"/>
            <a:ext cx="914400" cy="914400"/>
          </a:xfrm>
          <a:prstGeom prst="rect">
            <a:avLst/>
          </a:prstGeom>
        </p:spPr>
      </p:pic>
      <p:sp>
        <p:nvSpPr>
          <p:cNvPr id="49" name="ZoneTexte 48">
            <a:extLst>
              <a:ext uri="{FF2B5EF4-FFF2-40B4-BE49-F238E27FC236}">
                <a16:creationId xmlns:a16="http://schemas.microsoft.com/office/drawing/2014/main" id="{E0840DB3-241F-4C1C-B626-7023A734A504}"/>
              </a:ext>
            </a:extLst>
          </p:cNvPr>
          <p:cNvSpPr txBox="1"/>
          <p:nvPr/>
        </p:nvSpPr>
        <p:spPr>
          <a:xfrm>
            <a:off x="4750822" y="5390134"/>
            <a:ext cx="1123749" cy="246221"/>
          </a:xfrm>
          <a:prstGeom prst="rect">
            <a:avLst/>
          </a:prstGeom>
          <a:noFill/>
        </p:spPr>
        <p:txBody>
          <a:bodyPr wrap="square" rtlCol="0">
            <a:spAutoFit/>
          </a:bodyPr>
          <a:lstStyle/>
          <a:p>
            <a:r>
              <a:rPr lang="en-US" sz="1000" b="1">
                <a:solidFill>
                  <a:srgbClr val="EC7B2B"/>
                </a:solidFill>
              </a:rPr>
              <a:t>New members</a:t>
            </a:r>
          </a:p>
        </p:txBody>
      </p:sp>
      <p:grpSp>
        <p:nvGrpSpPr>
          <p:cNvPr id="56" name="Groupe 55">
            <a:extLst>
              <a:ext uri="{FF2B5EF4-FFF2-40B4-BE49-F238E27FC236}">
                <a16:creationId xmlns:a16="http://schemas.microsoft.com/office/drawing/2014/main" id="{1E767C5D-19B6-402F-A475-72508B254B8B}"/>
              </a:ext>
            </a:extLst>
          </p:cNvPr>
          <p:cNvGrpSpPr/>
          <p:nvPr/>
        </p:nvGrpSpPr>
        <p:grpSpPr>
          <a:xfrm>
            <a:off x="2789053" y="3998392"/>
            <a:ext cx="1380515" cy="835129"/>
            <a:chOff x="4672813" y="3451227"/>
            <a:chExt cx="2342852" cy="1417285"/>
          </a:xfrm>
        </p:grpSpPr>
        <p:pic>
          <p:nvPicPr>
            <p:cNvPr id="50" name="Graphique 49" descr="Personne confuse avec un remplissage uni">
              <a:extLst>
                <a:ext uri="{FF2B5EF4-FFF2-40B4-BE49-F238E27FC236}">
                  <a16:creationId xmlns:a16="http://schemas.microsoft.com/office/drawing/2014/main" id="{2AF3D516-90A2-43E3-A946-A7466517AC8E}"/>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14825" r="14911" b="49785"/>
            <a:stretch/>
          </p:blipFill>
          <p:spPr>
            <a:xfrm>
              <a:off x="4863799" y="3451227"/>
              <a:ext cx="1983159" cy="1417285"/>
            </a:xfrm>
            <a:prstGeom prst="rect">
              <a:avLst/>
            </a:prstGeom>
          </p:spPr>
        </p:pic>
        <p:pic>
          <p:nvPicPr>
            <p:cNvPr id="51" name="Graphique 50" descr="Visage étourdi avec un remplissage uni avec un remplissage uni">
              <a:extLst>
                <a:ext uri="{FF2B5EF4-FFF2-40B4-BE49-F238E27FC236}">
                  <a16:creationId xmlns:a16="http://schemas.microsoft.com/office/drawing/2014/main" id="{FC870E1D-ED36-49F4-A006-33994160968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513588" y="3451227"/>
              <a:ext cx="674641" cy="674641"/>
            </a:xfrm>
            <a:prstGeom prst="rect">
              <a:avLst/>
            </a:prstGeom>
          </p:spPr>
        </p:pic>
        <p:pic>
          <p:nvPicPr>
            <p:cNvPr id="52" name="Graphique 51" descr="Base de données avec un remplissage uni">
              <a:extLst>
                <a:ext uri="{FF2B5EF4-FFF2-40B4-BE49-F238E27FC236}">
                  <a16:creationId xmlns:a16="http://schemas.microsoft.com/office/drawing/2014/main" id="{95DC7055-4AFB-4F19-88BA-2A50B3F8BB0A}"/>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373299" y="4013039"/>
              <a:ext cx="492681" cy="492681"/>
            </a:xfrm>
            <a:prstGeom prst="rect">
              <a:avLst/>
            </a:prstGeom>
          </p:spPr>
        </p:pic>
        <p:sp>
          <p:nvSpPr>
            <p:cNvPr id="53" name="ZoneTexte 52">
              <a:extLst>
                <a:ext uri="{FF2B5EF4-FFF2-40B4-BE49-F238E27FC236}">
                  <a16:creationId xmlns:a16="http://schemas.microsoft.com/office/drawing/2014/main" id="{AF9133A3-D48F-4D88-BF0A-A23C9A65C588}"/>
                </a:ext>
              </a:extLst>
            </p:cNvPr>
            <p:cNvSpPr txBox="1"/>
            <p:nvPr/>
          </p:nvSpPr>
          <p:spPr>
            <a:xfrm>
              <a:off x="6205945" y="3823518"/>
              <a:ext cx="809720" cy="287277"/>
            </a:xfrm>
            <a:prstGeom prst="rect">
              <a:avLst/>
            </a:prstGeom>
            <a:noFill/>
          </p:spPr>
          <p:txBody>
            <a:bodyPr wrap="square" rtlCol="0">
              <a:spAutoFit/>
            </a:bodyPr>
            <a:lstStyle/>
            <a:p>
              <a:pPr algn="ctr"/>
              <a:r>
                <a:rPr lang="en-US" sz="500" b="1">
                  <a:solidFill>
                    <a:schemeClr val="accent1"/>
                  </a:solidFill>
                </a:rPr>
                <a:t>Content</a:t>
              </a:r>
            </a:p>
          </p:txBody>
        </p:sp>
        <p:sp>
          <p:nvSpPr>
            <p:cNvPr id="54" name="ZoneTexte 53">
              <a:extLst>
                <a:ext uri="{FF2B5EF4-FFF2-40B4-BE49-F238E27FC236}">
                  <a16:creationId xmlns:a16="http://schemas.microsoft.com/office/drawing/2014/main" id="{60EC926F-0658-4F65-95E2-5D5508C09081}"/>
                </a:ext>
              </a:extLst>
            </p:cNvPr>
            <p:cNvSpPr txBox="1"/>
            <p:nvPr/>
          </p:nvSpPr>
          <p:spPr>
            <a:xfrm>
              <a:off x="4672813" y="3817433"/>
              <a:ext cx="721543" cy="287277"/>
            </a:xfrm>
            <a:prstGeom prst="rect">
              <a:avLst/>
            </a:prstGeom>
            <a:noFill/>
          </p:spPr>
          <p:txBody>
            <a:bodyPr wrap="square" rtlCol="0">
              <a:spAutoFit/>
            </a:bodyPr>
            <a:lstStyle/>
            <a:p>
              <a:pPr algn="ctr"/>
              <a:r>
                <a:rPr lang="en-US" sz="500" b="1">
                  <a:solidFill>
                    <a:schemeClr val="accent1"/>
                  </a:solidFill>
                </a:rPr>
                <a:t>Value</a:t>
              </a:r>
            </a:p>
          </p:txBody>
        </p:sp>
        <p:pic>
          <p:nvPicPr>
            <p:cNvPr id="55" name="Graphique 54" descr="Signe pouce en haut avec un remplissage uni">
              <a:extLst>
                <a:ext uri="{FF2B5EF4-FFF2-40B4-BE49-F238E27FC236}">
                  <a16:creationId xmlns:a16="http://schemas.microsoft.com/office/drawing/2014/main" id="{E659C5EC-E648-41D9-85A6-2688E743D6AD}"/>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25631" y="3963942"/>
              <a:ext cx="523723" cy="523723"/>
            </a:xfrm>
            <a:prstGeom prst="rect">
              <a:avLst/>
            </a:prstGeom>
          </p:spPr>
        </p:pic>
      </p:grpSp>
    </p:spTree>
    <p:extLst>
      <p:ext uri="{BB962C8B-B14F-4D97-AF65-F5344CB8AC3E}">
        <p14:creationId xmlns:p14="http://schemas.microsoft.com/office/powerpoint/2010/main" val="2385510846"/>
      </p:ext>
    </p:extLst>
  </p:cSld>
  <p:clrMapOvr>
    <a:masterClrMapping/>
  </p:clrMapOvr>
  <mc:AlternateContent xmlns:mc="http://schemas.openxmlformats.org/markup-compatibility/2006" xmlns:p14="http://schemas.microsoft.com/office/powerpoint/2010/main">
    <mc:Choice Requires="p14">
      <p:transition spd="slow" p14:dur="2000" advTm="17415"/>
    </mc:Choice>
    <mc:Fallback xmlns="">
      <p:transition spd="slow" advTm="1741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FD8067-3852-4B46-9FFB-2A025260AA66}"/>
              </a:ext>
            </a:extLst>
          </p:cNvPr>
          <p:cNvSpPr>
            <a:spLocks noGrp="1"/>
          </p:cNvSpPr>
          <p:nvPr>
            <p:ph type="title"/>
          </p:nvPr>
        </p:nvSpPr>
        <p:spPr>
          <a:xfrm>
            <a:off x="1115568" y="79899"/>
            <a:ext cx="10168128" cy="1648317"/>
          </a:xfrm>
        </p:spPr>
        <p:txBody>
          <a:bodyPr>
            <a:normAutofit/>
          </a:bodyPr>
          <a:lstStyle/>
          <a:p>
            <a:r>
              <a:rPr lang="en-US" sz="2400" dirty="0"/>
              <a:t>Exercise #1 : </a:t>
            </a:r>
            <a:br>
              <a:rPr lang="en-US" sz="2400" dirty="0"/>
            </a:br>
            <a:r>
              <a:rPr lang="en-US" sz="2400" dirty="0"/>
              <a:t>Write down REAL expectations of your Current corporate Community Stakeholders &amp; identities (real people) as example profiles</a:t>
            </a:r>
          </a:p>
        </p:txBody>
      </p:sp>
      <p:pic>
        <p:nvPicPr>
          <p:cNvPr id="5" name="Graphique 4" descr="Personne confuse avec un remplissage uni">
            <a:extLst>
              <a:ext uri="{FF2B5EF4-FFF2-40B4-BE49-F238E27FC236}">
                <a16:creationId xmlns:a16="http://schemas.microsoft.com/office/drawing/2014/main" id="{5F289E08-ACF9-40D9-AE37-47D3045E567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863799" y="3451227"/>
            <a:ext cx="1983159" cy="1417285"/>
          </a:xfrm>
          <a:prstGeom prst="rect">
            <a:avLst/>
          </a:prstGeom>
        </p:spPr>
      </p:pic>
      <p:pic>
        <p:nvPicPr>
          <p:cNvPr id="8" name="Graphique 7" descr="Visage étourdi avec un remplissage uni avec un remplissage uni">
            <a:extLst>
              <a:ext uri="{FF2B5EF4-FFF2-40B4-BE49-F238E27FC236}">
                <a16:creationId xmlns:a16="http://schemas.microsoft.com/office/drawing/2014/main" id="{38988291-9DF3-43A4-AC79-531A1D9A36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13588" y="3451227"/>
            <a:ext cx="674641" cy="674641"/>
          </a:xfrm>
          <a:prstGeom prst="rect">
            <a:avLst/>
          </a:prstGeom>
        </p:spPr>
      </p:pic>
      <p:grpSp>
        <p:nvGrpSpPr>
          <p:cNvPr id="4" name="Groupe 3">
            <a:extLst>
              <a:ext uri="{FF2B5EF4-FFF2-40B4-BE49-F238E27FC236}">
                <a16:creationId xmlns:a16="http://schemas.microsoft.com/office/drawing/2014/main" id="{10D8CA9F-1B2B-4082-8308-5E48B6B50F8B}"/>
              </a:ext>
            </a:extLst>
          </p:cNvPr>
          <p:cNvGrpSpPr/>
          <p:nvPr/>
        </p:nvGrpSpPr>
        <p:grpSpPr>
          <a:xfrm>
            <a:off x="4308501" y="1595695"/>
            <a:ext cx="3414349" cy="1698896"/>
            <a:chOff x="4308501" y="1595695"/>
            <a:chExt cx="3414349" cy="1698896"/>
          </a:xfrm>
        </p:grpSpPr>
        <p:pic>
          <p:nvPicPr>
            <p:cNvPr id="18" name="Graphique 17" descr="Couronne d'utilisateur féminine avec un remplissage uni">
              <a:extLst>
                <a:ext uri="{FF2B5EF4-FFF2-40B4-BE49-F238E27FC236}">
                  <a16:creationId xmlns:a16="http://schemas.microsoft.com/office/drawing/2014/main" id="{A0CBF91E-EC74-4910-8194-9EDDCC53A46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98179" y="1595695"/>
              <a:ext cx="914400" cy="914400"/>
            </a:xfrm>
            <a:prstGeom prst="rect">
              <a:avLst/>
            </a:prstGeom>
          </p:spPr>
        </p:pic>
        <p:sp>
          <p:nvSpPr>
            <p:cNvPr id="27" name="Bulle narrative : ronde 26">
              <a:extLst>
                <a:ext uri="{FF2B5EF4-FFF2-40B4-BE49-F238E27FC236}">
                  <a16:creationId xmlns:a16="http://schemas.microsoft.com/office/drawing/2014/main" id="{26E23D74-B574-4D25-BE46-3CA9EF8B63A7}"/>
                </a:ext>
              </a:extLst>
            </p:cNvPr>
            <p:cNvSpPr/>
            <p:nvPr/>
          </p:nvSpPr>
          <p:spPr>
            <a:xfrm>
              <a:off x="4308501" y="2287478"/>
              <a:ext cx="3015810" cy="1007113"/>
            </a:xfrm>
            <a:prstGeom prst="wedgeEllipseCallout">
              <a:avLst>
                <a:gd name="adj1" fmla="val 1580"/>
                <a:gd name="adj2" fmla="val -6696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0" name="ZoneTexte 29">
              <a:extLst>
                <a:ext uri="{FF2B5EF4-FFF2-40B4-BE49-F238E27FC236}">
                  <a16:creationId xmlns:a16="http://schemas.microsoft.com/office/drawing/2014/main" id="{1510FC4D-245B-443C-8AAF-F8C55BBD879F}"/>
                </a:ext>
              </a:extLst>
            </p:cNvPr>
            <p:cNvSpPr txBox="1"/>
            <p:nvPr/>
          </p:nvSpPr>
          <p:spPr>
            <a:xfrm>
              <a:off x="6006500" y="1728216"/>
              <a:ext cx="1716350" cy="261610"/>
            </a:xfrm>
            <a:prstGeom prst="rect">
              <a:avLst/>
            </a:prstGeom>
            <a:noFill/>
          </p:spPr>
          <p:txBody>
            <a:bodyPr wrap="square" rtlCol="0">
              <a:spAutoFit/>
            </a:bodyPr>
            <a:lstStyle/>
            <a:p>
              <a:r>
                <a:rPr lang="en-US" sz="1100" b="1"/>
                <a:t>Top Management</a:t>
              </a:r>
            </a:p>
          </p:txBody>
        </p:sp>
      </p:grpSp>
      <p:grpSp>
        <p:nvGrpSpPr>
          <p:cNvPr id="6" name="Groupe 5">
            <a:extLst>
              <a:ext uri="{FF2B5EF4-FFF2-40B4-BE49-F238E27FC236}">
                <a16:creationId xmlns:a16="http://schemas.microsoft.com/office/drawing/2014/main" id="{E09ECD83-9857-4C7C-8A47-316BCBB02159}"/>
              </a:ext>
            </a:extLst>
          </p:cNvPr>
          <p:cNvGrpSpPr/>
          <p:nvPr/>
        </p:nvGrpSpPr>
        <p:grpSpPr>
          <a:xfrm>
            <a:off x="6864674" y="1931679"/>
            <a:ext cx="4064494" cy="2086643"/>
            <a:chOff x="6864674" y="1931679"/>
            <a:chExt cx="4064494" cy="2086643"/>
          </a:xfrm>
        </p:grpSpPr>
        <p:pic>
          <p:nvPicPr>
            <p:cNvPr id="10" name="Graphique 9" descr="Employé de bureau avec un remplissage uni">
              <a:extLst>
                <a:ext uri="{FF2B5EF4-FFF2-40B4-BE49-F238E27FC236}">
                  <a16:creationId xmlns:a16="http://schemas.microsoft.com/office/drawing/2014/main" id="{1873378A-7F70-462C-B33E-04028AD4252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76511" y="1931679"/>
              <a:ext cx="914400" cy="914400"/>
            </a:xfrm>
            <a:prstGeom prst="rect">
              <a:avLst/>
            </a:prstGeom>
          </p:spPr>
        </p:pic>
        <p:sp>
          <p:nvSpPr>
            <p:cNvPr id="24" name="Bulle narrative : ronde 23">
              <a:extLst>
                <a:ext uri="{FF2B5EF4-FFF2-40B4-BE49-F238E27FC236}">
                  <a16:creationId xmlns:a16="http://schemas.microsoft.com/office/drawing/2014/main" id="{D75FCC8E-3218-415C-83BE-FAB05157B2F9}"/>
                </a:ext>
              </a:extLst>
            </p:cNvPr>
            <p:cNvSpPr/>
            <p:nvPr/>
          </p:nvSpPr>
          <p:spPr>
            <a:xfrm>
              <a:off x="6864674" y="2894058"/>
              <a:ext cx="2927395" cy="1124264"/>
            </a:xfrm>
            <a:prstGeom prst="wedgeEllipseCallout">
              <a:avLst>
                <a:gd name="adj1" fmla="val 18194"/>
                <a:gd name="adj2" fmla="val -81863"/>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1" name="ZoneTexte 30">
              <a:extLst>
                <a:ext uri="{FF2B5EF4-FFF2-40B4-BE49-F238E27FC236}">
                  <a16:creationId xmlns:a16="http://schemas.microsoft.com/office/drawing/2014/main" id="{ED22D590-DEE6-4E39-B7AF-9ADD426FBB6C}"/>
                </a:ext>
              </a:extLst>
            </p:cNvPr>
            <p:cNvSpPr txBox="1"/>
            <p:nvPr/>
          </p:nvSpPr>
          <p:spPr>
            <a:xfrm>
              <a:off x="9212818" y="2226499"/>
              <a:ext cx="1716350" cy="430887"/>
            </a:xfrm>
            <a:prstGeom prst="rect">
              <a:avLst/>
            </a:prstGeom>
            <a:noFill/>
          </p:spPr>
          <p:txBody>
            <a:bodyPr wrap="square" rtlCol="0">
              <a:spAutoFit/>
            </a:bodyPr>
            <a:lstStyle/>
            <a:p>
              <a:r>
                <a:rPr lang="en-US" sz="1100" b="1"/>
                <a:t>Non-sponsoring Hierarchy</a:t>
              </a:r>
            </a:p>
          </p:txBody>
        </p:sp>
      </p:grpSp>
      <p:grpSp>
        <p:nvGrpSpPr>
          <p:cNvPr id="15" name="Groupe 14">
            <a:extLst>
              <a:ext uri="{FF2B5EF4-FFF2-40B4-BE49-F238E27FC236}">
                <a16:creationId xmlns:a16="http://schemas.microsoft.com/office/drawing/2014/main" id="{2195ABEB-A47A-476F-BD5A-36D1F8F0DDD7}"/>
              </a:ext>
            </a:extLst>
          </p:cNvPr>
          <p:cNvGrpSpPr/>
          <p:nvPr/>
        </p:nvGrpSpPr>
        <p:grpSpPr>
          <a:xfrm>
            <a:off x="6864675" y="3963942"/>
            <a:ext cx="4370599" cy="1251591"/>
            <a:chOff x="6864675" y="3963942"/>
            <a:chExt cx="4370599" cy="1251591"/>
          </a:xfrm>
        </p:grpSpPr>
        <p:pic>
          <p:nvPicPr>
            <p:cNvPr id="22" name="Graphique 21" descr="Centre d’appels avec un remplissage uni">
              <a:extLst>
                <a:ext uri="{FF2B5EF4-FFF2-40B4-BE49-F238E27FC236}">
                  <a16:creationId xmlns:a16="http://schemas.microsoft.com/office/drawing/2014/main" id="{B9FD2C1C-1D83-4757-955C-206644A9417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390911" y="3963942"/>
              <a:ext cx="914400" cy="914400"/>
            </a:xfrm>
            <a:prstGeom prst="rect">
              <a:avLst/>
            </a:prstGeom>
          </p:spPr>
        </p:pic>
        <p:sp>
          <p:nvSpPr>
            <p:cNvPr id="25" name="Bulle narrative : ronde 24">
              <a:extLst>
                <a:ext uri="{FF2B5EF4-FFF2-40B4-BE49-F238E27FC236}">
                  <a16:creationId xmlns:a16="http://schemas.microsoft.com/office/drawing/2014/main" id="{D0608C4C-05D2-4758-93D3-0D1FF4329D94}"/>
                </a:ext>
              </a:extLst>
            </p:cNvPr>
            <p:cNvSpPr/>
            <p:nvPr/>
          </p:nvSpPr>
          <p:spPr>
            <a:xfrm>
              <a:off x="6864675" y="4149057"/>
              <a:ext cx="2854894" cy="1066476"/>
            </a:xfrm>
            <a:prstGeom prst="wedgeEllipseCallout">
              <a:avLst>
                <a:gd name="adj1" fmla="val 50534"/>
                <a:gd name="adj2" fmla="val -290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3" name="ZoneTexte 32">
              <a:extLst>
                <a:ext uri="{FF2B5EF4-FFF2-40B4-BE49-F238E27FC236}">
                  <a16:creationId xmlns:a16="http://schemas.microsoft.com/office/drawing/2014/main" id="{8CFFA553-0601-4FFF-BBC8-CD85B3EB638A}"/>
                </a:ext>
              </a:extLst>
            </p:cNvPr>
            <p:cNvSpPr txBox="1"/>
            <p:nvPr/>
          </p:nvSpPr>
          <p:spPr>
            <a:xfrm>
              <a:off x="10111525" y="4251408"/>
              <a:ext cx="1123749" cy="769441"/>
            </a:xfrm>
            <a:prstGeom prst="rect">
              <a:avLst/>
            </a:prstGeom>
            <a:noFill/>
          </p:spPr>
          <p:txBody>
            <a:bodyPr wrap="square" rtlCol="0">
              <a:spAutoFit/>
            </a:bodyPr>
            <a:lstStyle/>
            <a:p>
              <a:r>
                <a:rPr lang="en-US" sz="1100" b="1"/>
                <a:t>Non-active members (passive consumers)</a:t>
              </a:r>
            </a:p>
          </p:txBody>
        </p:sp>
      </p:grpSp>
      <p:grpSp>
        <p:nvGrpSpPr>
          <p:cNvPr id="9" name="Groupe 8">
            <a:extLst>
              <a:ext uri="{FF2B5EF4-FFF2-40B4-BE49-F238E27FC236}">
                <a16:creationId xmlns:a16="http://schemas.microsoft.com/office/drawing/2014/main" id="{53C35C32-24B5-416A-A2FB-01E6E75CE72A}"/>
              </a:ext>
            </a:extLst>
          </p:cNvPr>
          <p:cNvGrpSpPr/>
          <p:nvPr/>
        </p:nvGrpSpPr>
        <p:grpSpPr>
          <a:xfrm>
            <a:off x="5855379" y="5346268"/>
            <a:ext cx="4449932" cy="1511732"/>
            <a:chOff x="5855379" y="5346268"/>
            <a:chExt cx="4449932" cy="1511732"/>
          </a:xfrm>
        </p:grpSpPr>
        <p:pic>
          <p:nvPicPr>
            <p:cNvPr id="14" name="Graphique 13" descr="Écolière avec un remplissage uni">
              <a:extLst>
                <a:ext uri="{FF2B5EF4-FFF2-40B4-BE49-F238E27FC236}">
                  <a16:creationId xmlns:a16="http://schemas.microsoft.com/office/drawing/2014/main" id="{FDEEA02B-36F7-4143-8074-7784E28E4CE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05817" y="5943600"/>
              <a:ext cx="914400" cy="914400"/>
            </a:xfrm>
            <a:prstGeom prst="rect">
              <a:avLst/>
            </a:prstGeom>
          </p:spPr>
        </p:pic>
        <p:sp>
          <p:nvSpPr>
            <p:cNvPr id="28" name="Bulle narrative : ronde 27">
              <a:extLst>
                <a:ext uri="{FF2B5EF4-FFF2-40B4-BE49-F238E27FC236}">
                  <a16:creationId xmlns:a16="http://schemas.microsoft.com/office/drawing/2014/main" id="{D768A063-CF71-4020-9886-E8D4EF1EF753}"/>
                </a:ext>
              </a:extLst>
            </p:cNvPr>
            <p:cNvSpPr/>
            <p:nvPr/>
          </p:nvSpPr>
          <p:spPr>
            <a:xfrm>
              <a:off x="5855379" y="5346268"/>
              <a:ext cx="2854894" cy="1149857"/>
            </a:xfrm>
            <a:prstGeom prst="wedgeEllipseCallout">
              <a:avLst>
                <a:gd name="adj1" fmla="val 54168"/>
                <a:gd name="adj2" fmla="val 284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4" name="ZoneTexte 33">
              <a:extLst>
                <a:ext uri="{FF2B5EF4-FFF2-40B4-BE49-F238E27FC236}">
                  <a16:creationId xmlns:a16="http://schemas.microsoft.com/office/drawing/2014/main" id="{F78E7F57-B55C-43AD-AE6F-FF29C803B6EB}"/>
                </a:ext>
              </a:extLst>
            </p:cNvPr>
            <p:cNvSpPr txBox="1"/>
            <p:nvPr/>
          </p:nvSpPr>
          <p:spPr>
            <a:xfrm>
              <a:off x="9181562" y="6102060"/>
              <a:ext cx="1123749" cy="430887"/>
            </a:xfrm>
            <a:prstGeom prst="rect">
              <a:avLst/>
            </a:prstGeom>
            <a:noFill/>
          </p:spPr>
          <p:txBody>
            <a:bodyPr wrap="square" rtlCol="0">
              <a:spAutoFit/>
            </a:bodyPr>
            <a:lstStyle/>
            <a:p>
              <a:r>
                <a:rPr lang="en-US" sz="1100" b="1"/>
                <a:t>New members</a:t>
              </a:r>
            </a:p>
          </p:txBody>
        </p:sp>
      </p:grpSp>
      <p:grpSp>
        <p:nvGrpSpPr>
          <p:cNvPr id="7" name="Groupe 6">
            <a:extLst>
              <a:ext uri="{FF2B5EF4-FFF2-40B4-BE49-F238E27FC236}">
                <a16:creationId xmlns:a16="http://schemas.microsoft.com/office/drawing/2014/main" id="{7D9A6974-BAF1-421C-9626-F71120AD5115}"/>
              </a:ext>
            </a:extLst>
          </p:cNvPr>
          <p:cNvGrpSpPr/>
          <p:nvPr/>
        </p:nvGrpSpPr>
        <p:grpSpPr>
          <a:xfrm>
            <a:off x="1457861" y="5304208"/>
            <a:ext cx="4253194" cy="1663682"/>
            <a:chOff x="1457861" y="5304208"/>
            <a:chExt cx="4253194" cy="1663682"/>
          </a:xfrm>
        </p:grpSpPr>
        <p:pic>
          <p:nvPicPr>
            <p:cNvPr id="20" name="Graphique 19" descr="Enseignant avec un remplissage uni">
              <a:extLst>
                <a:ext uri="{FF2B5EF4-FFF2-40B4-BE49-F238E27FC236}">
                  <a16:creationId xmlns:a16="http://schemas.microsoft.com/office/drawing/2014/main" id="{0F4CD3F7-D239-4496-8623-9C3505348C1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472431" y="6053490"/>
              <a:ext cx="914400" cy="914400"/>
            </a:xfrm>
            <a:prstGeom prst="rect">
              <a:avLst/>
            </a:prstGeom>
          </p:spPr>
        </p:pic>
        <p:sp>
          <p:nvSpPr>
            <p:cNvPr id="29" name="Bulle narrative : ronde 28">
              <a:extLst>
                <a:ext uri="{FF2B5EF4-FFF2-40B4-BE49-F238E27FC236}">
                  <a16:creationId xmlns:a16="http://schemas.microsoft.com/office/drawing/2014/main" id="{236CDA45-9E98-41B3-A52F-DEB25458C0CA}"/>
                </a:ext>
              </a:extLst>
            </p:cNvPr>
            <p:cNvSpPr/>
            <p:nvPr/>
          </p:nvSpPr>
          <p:spPr>
            <a:xfrm>
              <a:off x="2856161" y="5304208"/>
              <a:ext cx="2854894" cy="1149858"/>
            </a:xfrm>
            <a:prstGeom prst="wedgeEllipseCallout">
              <a:avLst>
                <a:gd name="adj1" fmla="val -42445"/>
                <a:gd name="adj2" fmla="val 4532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5" name="ZoneTexte 34">
              <a:extLst>
                <a:ext uri="{FF2B5EF4-FFF2-40B4-BE49-F238E27FC236}">
                  <a16:creationId xmlns:a16="http://schemas.microsoft.com/office/drawing/2014/main" id="{F8D44F00-547B-439F-86B8-C7796942D2B6}"/>
                </a:ext>
              </a:extLst>
            </p:cNvPr>
            <p:cNvSpPr txBox="1"/>
            <p:nvPr/>
          </p:nvSpPr>
          <p:spPr>
            <a:xfrm>
              <a:off x="1457861" y="6174334"/>
              <a:ext cx="1123749" cy="430887"/>
            </a:xfrm>
            <a:prstGeom prst="rect">
              <a:avLst/>
            </a:prstGeom>
            <a:noFill/>
          </p:spPr>
          <p:txBody>
            <a:bodyPr wrap="square" rtlCol="0">
              <a:spAutoFit/>
            </a:bodyPr>
            <a:lstStyle/>
            <a:p>
              <a:pPr algn="r"/>
              <a:r>
                <a:rPr lang="en-US" sz="1100" b="1"/>
                <a:t>Potential members</a:t>
              </a:r>
            </a:p>
          </p:txBody>
        </p:sp>
      </p:grpSp>
      <p:grpSp>
        <p:nvGrpSpPr>
          <p:cNvPr id="17" name="Groupe 16">
            <a:extLst>
              <a:ext uri="{FF2B5EF4-FFF2-40B4-BE49-F238E27FC236}">
                <a16:creationId xmlns:a16="http://schemas.microsoft.com/office/drawing/2014/main" id="{B85BBF98-A08E-4704-84B3-F62842AFA2CE}"/>
              </a:ext>
            </a:extLst>
          </p:cNvPr>
          <p:cNvGrpSpPr/>
          <p:nvPr/>
        </p:nvGrpSpPr>
        <p:grpSpPr>
          <a:xfrm>
            <a:off x="235074" y="3963942"/>
            <a:ext cx="4464491" cy="1110328"/>
            <a:chOff x="235074" y="3963942"/>
            <a:chExt cx="4464491" cy="1110328"/>
          </a:xfrm>
        </p:grpSpPr>
        <p:pic>
          <p:nvPicPr>
            <p:cNvPr id="16" name="Graphique 15" descr="Personne avec une idée avec un remplissage uni">
              <a:extLst>
                <a:ext uri="{FF2B5EF4-FFF2-40B4-BE49-F238E27FC236}">
                  <a16:creationId xmlns:a16="http://schemas.microsoft.com/office/drawing/2014/main" id="{D43A6A5C-7A82-49BC-8BD9-35C2B29F811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06464" y="3963942"/>
              <a:ext cx="1102794" cy="1102794"/>
            </a:xfrm>
            <a:prstGeom prst="rect">
              <a:avLst/>
            </a:prstGeom>
          </p:spPr>
        </p:pic>
        <p:sp>
          <p:nvSpPr>
            <p:cNvPr id="26" name="Bulle narrative : ronde 25">
              <a:extLst>
                <a:ext uri="{FF2B5EF4-FFF2-40B4-BE49-F238E27FC236}">
                  <a16:creationId xmlns:a16="http://schemas.microsoft.com/office/drawing/2014/main" id="{D5DF8230-B871-4BF3-B438-E6AAF81611B9}"/>
                </a:ext>
              </a:extLst>
            </p:cNvPr>
            <p:cNvSpPr/>
            <p:nvPr/>
          </p:nvSpPr>
          <p:spPr>
            <a:xfrm>
              <a:off x="1844671" y="4159870"/>
              <a:ext cx="2854894" cy="914400"/>
            </a:xfrm>
            <a:prstGeom prst="wedgeEllipseCallout">
              <a:avLst>
                <a:gd name="adj1" fmla="val -61102"/>
                <a:gd name="adj2" fmla="val 6487"/>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6" name="ZoneTexte 35">
              <a:extLst>
                <a:ext uri="{FF2B5EF4-FFF2-40B4-BE49-F238E27FC236}">
                  <a16:creationId xmlns:a16="http://schemas.microsoft.com/office/drawing/2014/main" id="{C2D08447-B3DC-4EE7-8FC9-8EF2CD9F26B9}"/>
                </a:ext>
              </a:extLst>
            </p:cNvPr>
            <p:cNvSpPr txBox="1"/>
            <p:nvPr/>
          </p:nvSpPr>
          <p:spPr>
            <a:xfrm>
              <a:off x="235074" y="4515339"/>
              <a:ext cx="867747" cy="430887"/>
            </a:xfrm>
            <a:prstGeom prst="rect">
              <a:avLst/>
            </a:prstGeom>
            <a:noFill/>
          </p:spPr>
          <p:txBody>
            <a:bodyPr wrap="square" rtlCol="0">
              <a:spAutoFit/>
            </a:bodyPr>
            <a:lstStyle/>
            <a:p>
              <a:pPr algn="r"/>
              <a:r>
                <a:rPr lang="en-US" sz="1100" b="1"/>
                <a:t>Active members</a:t>
              </a:r>
            </a:p>
          </p:txBody>
        </p:sp>
      </p:grpSp>
      <p:grpSp>
        <p:nvGrpSpPr>
          <p:cNvPr id="19" name="Groupe 18">
            <a:extLst>
              <a:ext uri="{FF2B5EF4-FFF2-40B4-BE49-F238E27FC236}">
                <a16:creationId xmlns:a16="http://schemas.microsoft.com/office/drawing/2014/main" id="{06DE4EE9-966B-44D0-B18A-FC567D7389B4}"/>
              </a:ext>
            </a:extLst>
          </p:cNvPr>
          <p:cNvGrpSpPr/>
          <p:nvPr/>
        </p:nvGrpSpPr>
        <p:grpSpPr>
          <a:xfrm>
            <a:off x="6205945" y="3823518"/>
            <a:ext cx="809720" cy="682202"/>
            <a:chOff x="6205945" y="3823518"/>
            <a:chExt cx="809720" cy="682202"/>
          </a:xfrm>
        </p:grpSpPr>
        <p:pic>
          <p:nvPicPr>
            <p:cNvPr id="38" name="Graphique 37" descr="Base de données avec un remplissage uni">
              <a:extLst>
                <a:ext uri="{FF2B5EF4-FFF2-40B4-BE49-F238E27FC236}">
                  <a16:creationId xmlns:a16="http://schemas.microsoft.com/office/drawing/2014/main" id="{412F7192-DE4A-4A52-BFFB-91CBC46BF50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373299" y="4013039"/>
              <a:ext cx="492681" cy="492681"/>
            </a:xfrm>
            <a:prstGeom prst="rect">
              <a:avLst/>
            </a:prstGeom>
          </p:spPr>
        </p:pic>
        <p:sp>
          <p:nvSpPr>
            <p:cNvPr id="42" name="ZoneTexte 41">
              <a:extLst>
                <a:ext uri="{FF2B5EF4-FFF2-40B4-BE49-F238E27FC236}">
                  <a16:creationId xmlns:a16="http://schemas.microsoft.com/office/drawing/2014/main" id="{07C534C9-D0DD-4B1F-A3A4-84F2465CBB95}"/>
                </a:ext>
              </a:extLst>
            </p:cNvPr>
            <p:cNvSpPr txBox="1"/>
            <p:nvPr/>
          </p:nvSpPr>
          <p:spPr>
            <a:xfrm>
              <a:off x="6205945" y="3823518"/>
              <a:ext cx="809720" cy="261610"/>
            </a:xfrm>
            <a:prstGeom prst="rect">
              <a:avLst/>
            </a:prstGeom>
            <a:noFill/>
          </p:spPr>
          <p:txBody>
            <a:bodyPr wrap="square" rtlCol="0">
              <a:spAutoFit/>
            </a:bodyPr>
            <a:lstStyle/>
            <a:p>
              <a:pPr algn="ctr"/>
              <a:r>
                <a:rPr lang="en-US" sz="1100" b="1">
                  <a:solidFill>
                    <a:schemeClr val="accent1"/>
                  </a:solidFill>
                </a:rPr>
                <a:t>Content</a:t>
              </a:r>
            </a:p>
          </p:txBody>
        </p:sp>
      </p:grpSp>
      <p:grpSp>
        <p:nvGrpSpPr>
          <p:cNvPr id="3" name="Groupe 2">
            <a:extLst>
              <a:ext uri="{FF2B5EF4-FFF2-40B4-BE49-F238E27FC236}">
                <a16:creationId xmlns:a16="http://schemas.microsoft.com/office/drawing/2014/main" id="{3D39019E-7BD6-4CBA-8320-531F10195AC4}"/>
              </a:ext>
            </a:extLst>
          </p:cNvPr>
          <p:cNvGrpSpPr/>
          <p:nvPr/>
        </p:nvGrpSpPr>
        <p:grpSpPr>
          <a:xfrm>
            <a:off x="1102821" y="1922090"/>
            <a:ext cx="3648482" cy="1980066"/>
            <a:chOff x="1102821" y="1922090"/>
            <a:chExt cx="3648482" cy="1980066"/>
          </a:xfrm>
        </p:grpSpPr>
        <p:sp>
          <p:nvSpPr>
            <p:cNvPr id="23" name="Bulle narrative : ronde 22">
              <a:extLst>
                <a:ext uri="{FF2B5EF4-FFF2-40B4-BE49-F238E27FC236}">
                  <a16:creationId xmlns:a16="http://schemas.microsoft.com/office/drawing/2014/main" id="{F668F72A-4083-4823-B527-DDE8D41848D5}"/>
                </a:ext>
              </a:extLst>
            </p:cNvPr>
            <p:cNvSpPr/>
            <p:nvPr/>
          </p:nvSpPr>
          <p:spPr>
            <a:xfrm>
              <a:off x="1896409" y="2878422"/>
              <a:ext cx="2854894" cy="1023734"/>
            </a:xfrm>
            <a:prstGeom prst="wedgeEllipseCallout">
              <a:avLst>
                <a:gd name="adj1" fmla="val -21610"/>
                <a:gd name="adj2" fmla="val -62926"/>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2" name="ZoneTexte 31">
              <a:extLst>
                <a:ext uri="{FF2B5EF4-FFF2-40B4-BE49-F238E27FC236}">
                  <a16:creationId xmlns:a16="http://schemas.microsoft.com/office/drawing/2014/main" id="{ADDCE6CC-3E65-478D-9FC4-360B4B0F9CBF}"/>
                </a:ext>
              </a:extLst>
            </p:cNvPr>
            <p:cNvSpPr txBox="1"/>
            <p:nvPr/>
          </p:nvSpPr>
          <p:spPr>
            <a:xfrm>
              <a:off x="1102821" y="2379290"/>
              <a:ext cx="1369610" cy="261610"/>
            </a:xfrm>
            <a:prstGeom prst="rect">
              <a:avLst/>
            </a:prstGeom>
            <a:noFill/>
          </p:spPr>
          <p:txBody>
            <a:bodyPr wrap="square" rtlCol="0">
              <a:spAutoFit/>
            </a:bodyPr>
            <a:lstStyle/>
            <a:p>
              <a:pPr algn="r"/>
              <a:r>
                <a:rPr lang="en-US" sz="1100" b="1" dirty="0"/>
                <a:t>Sponsors</a:t>
              </a:r>
            </a:p>
          </p:txBody>
        </p:sp>
        <p:grpSp>
          <p:nvGrpSpPr>
            <p:cNvPr id="13" name="Groupe 12">
              <a:extLst>
                <a:ext uri="{FF2B5EF4-FFF2-40B4-BE49-F238E27FC236}">
                  <a16:creationId xmlns:a16="http://schemas.microsoft.com/office/drawing/2014/main" id="{E31B2484-2D63-4DEF-8CC8-0DD23D7AD9E9}"/>
                </a:ext>
              </a:extLst>
            </p:cNvPr>
            <p:cNvGrpSpPr/>
            <p:nvPr/>
          </p:nvGrpSpPr>
          <p:grpSpPr>
            <a:xfrm>
              <a:off x="2282977" y="1922090"/>
              <a:ext cx="914400" cy="914400"/>
              <a:chOff x="2472431" y="1931679"/>
              <a:chExt cx="914400" cy="914400"/>
            </a:xfrm>
          </p:grpSpPr>
          <p:pic>
            <p:nvPicPr>
              <p:cNvPr id="12" name="Graphique 11" descr="Employée de bureau avec un remplissage uni">
                <a:extLst>
                  <a:ext uri="{FF2B5EF4-FFF2-40B4-BE49-F238E27FC236}">
                    <a16:creationId xmlns:a16="http://schemas.microsoft.com/office/drawing/2014/main" id="{DEA9B1B1-6F76-4301-98B6-BA43279B42F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2A0CC82B-6AE0-4760-B994-AF99B13B466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37714" y="2492740"/>
                <a:ext cx="167927" cy="167927"/>
              </a:xfrm>
              <a:prstGeom prst="rect">
                <a:avLst/>
              </a:prstGeom>
            </p:spPr>
          </p:pic>
        </p:grpSp>
      </p:grpSp>
      <p:grpSp>
        <p:nvGrpSpPr>
          <p:cNvPr id="21" name="Groupe 20">
            <a:extLst>
              <a:ext uri="{FF2B5EF4-FFF2-40B4-BE49-F238E27FC236}">
                <a16:creationId xmlns:a16="http://schemas.microsoft.com/office/drawing/2014/main" id="{A71DF05B-E9AD-4737-B058-565F5B36B76D}"/>
              </a:ext>
            </a:extLst>
          </p:cNvPr>
          <p:cNvGrpSpPr/>
          <p:nvPr/>
        </p:nvGrpSpPr>
        <p:grpSpPr>
          <a:xfrm>
            <a:off x="4672813" y="3817432"/>
            <a:ext cx="721543" cy="670233"/>
            <a:chOff x="4672813" y="3817432"/>
            <a:chExt cx="721543" cy="670233"/>
          </a:xfrm>
        </p:grpSpPr>
        <p:sp>
          <p:nvSpPr>
            <p:cNvPr id="41" name="ZoneTexte 40">
              <a:extLst>
                <a:ext uri="{FF2B5EF4-FFF2-40B4-BE49-F238E27FC236}">
                  <a16:creationId xmlns:a16="http://schemas.microsoft.com/office/drawing/2014/main" id="{AF150199-8856-40CC-B8CD-73C8E9CFEB74}"/>
                </a:ext>
              </a:extLst>
            </p:cNvPr>
            <p:cNvSpPr txBox="1"/>
            <p:nvPr/>
          </p:nvSpPr>
          <p:spPr>
            <a:xfrm>
              <a:off x="4672813" y="3817432"/>
              <a:ext cx="721543" cy="261610"/>
            </a:xfrm>
            <a:prstGeom prst="rect">
              <a:avLst/>
            </a:prstGeom>
            <a:noFill/>
          </p:spPr>
          <p:txBody>
            <a:bodyPr wrap="square" rtlCol="0">
              <a:spAutoFit/>
            </a:bodyPr>
            <a:lstStyle/>
            <a:p>
              <a:pPr algn="ctr"/>
              <a:r>
                <a:rPr lang="en-US" sz="1100" b="1">
                  <a:solidFill>
                    <a:schemeClr val="accent1"/>
                  </a:solidFill>
                </a:rPr>
                <a:t>Value</a:t>
              </a:r>
            </a:p>
          </p:txBody>
        </p:sp>
        <p:pic>
          <p:nvPicPr>
            <p:cNvPr id="37" name="Graphique 36" descr="Signe pouce en haut avec un remplissage uni">
              <a:extLst>
                <a:ext uri="{FF2B5EF4-FFF2-40B4-BE49-F238E27FC236}">
                  <a16:creationId xmlns:a16="http://schemas.microsoft.com/office/drawing/2014/main" id="{2A18EFB6-2815-4C2E-AB11-3C8DDE64ACC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25631" y="3963942"/>
              <a:ext cx="523723" cy="523723"/>
            </a:xfrm>
            <a:prstGeom prst="rect">
              <a:avLst/>
            </a:prstGeom>
          </p:spPr>
        </p:pic>
      </p:grpSp>
      <p:sp>
        <p:nvSpPr>
          <p:cNvPr id="39" name="ZoneTexte 38">
            <a:extLst>
              <a:ext uri="{FF2B5EF4-FFF2-40B4-BE49-F238E27FC236}">
                <a16:creationId xmlns:a16="http://schemas.microsoft.com/office/drawing/2014/main" id="{5358D46D-0BA3-4B78-8870-E800E8FC2978}"/>
              </a:ext>
            </a:extLst>
          </p:cNvPr>
          <p:cNvSpPr txBox="1"/>
          <p:nvPr/>
        </p:nvSpPr>
        <p:spPr>
          <a:xfrm>
            <a:off x="4992733" y="4878342"/>
            <a:ext cx="1716350" cy="430887"/>
          </a:xfrm>
          <a:prstGeom prst="rect">
            <a:avLst/>
          </a:prstGeom>
          <a:noFill/>
        </p:spPr>
        <p:txBody>
          <a:bodyPr wrap="square" rtlCol="0">
            <a:spAutoFit/>
          </a:bodyPr>
          <a:lstStyle/>
          <a:p>
            <a:pPr algn="ctr"/>
            <a:r>
              <a:rPr lang="en-US" sz="1100" b="1">
                <a:solidFill>
                  <a:schemeClr val="accent1"/>
                </a:solidFill>
              </a:rPr>
              <a:t>Corporate Community Booster</a:t>
            </a:r>
          </a:p>
        </p:txBody>
      </p:sp>
      <p:sp>
        <p:nvSpPr>
          <p:cNvPr id="43" name="Rectangle 42">
            <a:extLst>
              <a:ext uri="{FF2B5EF4-FFF2-40B4-BE49-F238E27FC236}">
                <a16:creationId xmlns:a16="http://schemas.microsoft.com/office/drawing/2014/main" id="{2B85A90E-5CE6-410C-A4BF-45CA361F2FE6}"/>
              </a:ext>
            </a:extLst>
          </p:cNvPr>
          <p:cNvSpPr/>
          <p:nvPr/>
        </p:nvSpPr>
        <p:spPr>
          <a:xfrm>
            <a:off x="2228340" y="3140376"/>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4" name="Rectangle 43">
            <a:extLst>
              <a:ext uri="{FF2B5EF4-FFF2-40B4-BE49-F238E27FC236}">
                <a16:creationId xmlns:a16="http://schemas.microsoft.com/office/drawing/2014/main" id="{777C5B95-8739-458F-980F-2B6DD8DD4034}"/>
              </a:ext>
            </a:extLst>
          </p:cNvPr>
          <p:cNvSpPr/>
          <p:nvPr/>
        </p:nvSpPr>
        <p:spPr>
          <a:xfrm>
            <a:off x="2778831" y="3156464"/>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5" name="Rectangle 44">
            <a:extLst>
              <a:ext uri="{FF2B5EF4-FFF2-40B4-BE49-F238E27FC236}">
                <a16:creationId xmlns:a16="http://schemas.microsoft.com/office/drawing/2014/main" id="{D7E481B5-C59C-4768-99F5-DDB9C3A19BFB}"/>
              </a:ext>
            </a:extLst>
          </p:cNvPr>
          <p:cNvSpPr/>
          <p:nvPr/>
        </p:nvSpPr>
        <p:spPr>
          <a:xfrm>
            <a:off x="3117593" y="2186610"/>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6" name="Rectangle 45">
            <a:extLst>
              <a:ext uri="{FF2B5EF4-FFF2-40B4-BE49-F238E27FC236}">
                <a16:creationId xmlns:a16="http://schemas.microsoft.com/office/drawing/2014/main" id="{2E429753-9A03-4FCC-BEDF-1F3DC2B6AB93}"/>
              </a:ext>
            </a:extLst>
          </p:cNvPr>
          <p:cNvSpPr/>
          <p:nvPr/>
        </p:nvSpPr>
        <p:spPr>
          <a:xfrm>
            <a:off x="8185150" y="2256735"/>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custDataLst>
      <p:tags r:id="rId1"/>
    </p:custDataLst>
    <p:extLst>
      <p:ext uri="{BB962C8B-B14F-4D97-AF65-F5344CB8AC3E}">
        <p14:creationId xmlns:p14="http://schemas.microsoft.com/office/powerpoint/2010/main" val="50614313"/>
      </p:ext>
    </p:extLst>
  </p:cSld>
  <p:clrMapOvr>
    <a:masterClrMapping/>
  </p:clrMapOvr>
  <mc:AlternateContent xmlns:mc="http://schemas.openxmlformats.org/markup-compatibility/2006" xmlns:p14="http://schemas.microsoft.com/office/powerpoint/2010/main">
    <mc:Choice Requires="p14">
      <p:transition spd="slow" p14:dur="2000" advTm="178777"/>
    </mc:Choice>
    <mc:Fallback xmlns="">
      <p:transition spd="slow" advTm="17877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D394831-DF93-46A4-A449-B5143943734E}"/>
              </a:ext>
            </a:extLst>
          </p:cNvPr>
          <p:cNvSpPr>
            <a:spLocks noGrp="1"/>
          </p:cNvSpPr>
          <p:nvPr>
            <p:ph type="ctrTitle"/>
          </p:nvPr>
        </p:nvSpPr>
        <p:spPr>
          <a:xfrm>
            <a:off x="371094" y="1161288"/>
            <a:ext cx="3438144" cy="1239012"/>
          </a:xfrm>
        </p:spPr>
        <p:txBody>
          <a:bodyPr vert="horz" lIns="91440" tIns="45720" rIns="91440" bIns="45720" rtlCol="0" anchor="ctr">
            <a:normAutofit/>
          </a:bodyPr>
          <a:lstStyle/>
          <a:p>
            <a:r>
              <a:rPr lang="en-US" sz="2800" dirty="0"/>
              <a:t>The Content challenges</a:t>
            </a:r>
          </a:p>
        </p:txBody>
      </p:sp>
      <p:sp>
        <p:nvSpPr>
          <p:cNvPr id="5" name="Sous-titre 4">
            <a:extLst>
              <a:ext uri="{FF2B5EF4-FFF2-40B4-BE49-F238E27FC236}">
                <a16:creationId xmlns:a16="http://schemas.microsoft.com/office/drawing/2014/main" id="{36B5E41D-7A12-412D-B2B4-21467B4881FB}"/>
              </a:ext>
            </a:extLst>
          </p:cNvPr>
          <p:cNvSpPr>
            <a:spLocks noGrp="1"/>
          </p:cNvSpPr>
          <p:nvPr>
            <p:ph type="subTitle" idx="1"/>
          </p:nvPr>
        </p:nvSpPr>
        <p:spPr>
          <a:xfrm>
            <a:off x="576072" y="2890982"/>
            <a:ext cx="3233166" cy="3775632"/>
          </a:xfrm>
        </p:spPr>
        <p:txBody>
          <a:bodyPr>
            <a:normAutofit fontScale="62500" lnSpcReduction="20000"/>
          </a:bodyPr>
          <a:lstStyle/>
          <a:p>
            <a:r>
              <a:rPr lang="en-US" dirty="0"/>
              <a:t>Since the digital age, Community Boosting and content management have been even more entangled than before. </a:t>
            </a:r>
          </a:p>
          <a:p>
            <a:endParaRPr lang="en-US" dirty="0"/>
          </a:p>
          <a:p>
            <a:r>
              <a:rPr lang="en-US" dirty="0"/>
              <a:t>A community booster is a person who understands the dynamics around content, and a content person can get many benefits in understanding the dynamics of a community.</a:t>
            </a:r>
          </a:p>
        </p:txBody>
      </p:sp>
      <p:grpSp>
        <p:nvGrpSpPr>
          <p:cNvPr id="10" name="Groupe 9">
            <a:extLst>
              <a:ext uri="{FF2B5EF4-FFF2-40B4-BE49-F238E27FC236}">
                <a16:creationId xmlns:a16="http://schemas.microsoft.com/office/drawing/2014/main" id="{41BEE812-5D2F-44EE-94B3-C95906388CDE}"/>
              </a:ext>
            </a:extLst>
          </p:cNvPr>
          <p:cNvGrpSpPr/>
          <p:nvPr/>
        </p:nvGrpSpPr>
        <p:grpSpPr>
          <a:xfrm>
            <a:off x="4901184" y="1250578"/>
            <a:ext cx="6922008" cy="4457427"/>
            <a:chOff x="4863799" y="3451227"/>
            <a:chExt cx="2200924" cy="1417285"/>
          </a:xfrm>
        </p:grpSpPr>
        <p:pic>
          <p:nvPicPr>
            <p:cNvPr id="7" name="Graphique 6" descr="Personne confuse avec un remplissage uni">
              <a:extLst>
                <a:ext uri="{FF2B5EF4-FFF2-40B4-BE49-F238E27FC236}">
                  <a16:creationId xmlns:a16="http://schemas.microsoft.com/office/drawing/2014/main" id="{859D1404-9E35-4AA3-86E3-360E138B61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863799" y="3451227"/>
              <a:ext cx="1983159" cy="1417285"/>
            </a:xfrm>
            <a:prstGeom prst="rect">
              <a:avLst/>
            </a:prstGeom>
          </p:spPr>
        </p:pic>
        <p:pic>
          <p:nvPicPr>
            <p:cNvPr id="8" name="Graphique 7" descr="Base de données avec un remplissage uni">
              <a:extLst>
                <a:ext uri="{FF2B5EF4-FFF2-40B4-BE49-F238E27FC236}">
                  <a16:creationId xmlns:a16="http://schemas.microsoft.com/office/drawing/2014/main" id="{9E0D1596-73BF-445B-BD59-D802EEA39B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22357" y="4022658"/>
              <a:ext cx="492681" cy="492681"/>
            </a:xfrm>
            <a:prstGeom prst="rect">
              <a:avLst/>
            </a:prstGeom>
          </p:spPr>
        </p:pic>
        <p:sp>
          <p:nvSpPr>
            <p:cNvPr id="9" name="ZoneTexte 8">
              <a:extLst>
                <a:ext uri="{FF2B5EF4-FFF2-40B4-BE49-F238E27FC236}">
                  <a16:creationId xmlns:a16="http://schemas.microsoft.com/office/drawing/2014/main" id="{97AE5E41-8DA6-4631-B973-7806BCD9970E}"/>
                </a:ext>
              </a:extLst>
            </p:cNvPr>
            <p:cNvSpPr txBox="1"/>
            <p:nvPr/>
          </p:nvSpPr>
          <p:spPr>
            <a:xfrm>
              <a:off x="6255003" y="3833137"/>
              <a:ext cx="809720" cy="261610"/>
            </a:xfrm>
            <a:prstGeom prst="rect">
              <a:avLst/>
            </a:prstGeom>
            <a:noFill/>
          </p:spPr>
          <p:txBody>
            <a:bodyPr wrap="square" rtlCol="0">
              <a:normAutofit/>
            </a:bodyPr>
            <a:lstStyle/>
            <a:p>
              <a:pPr algn="ctr">
                <a:spcAft>
                  <a:spcPts val="600"/>
                </a:spcAft>
              </a:pPr>
              <a:r>
                <a:rPr lang="en-US" sz="4600" b="1">
                  <a:solidFill>
                    <a:schemeClr val="accent1"/>
                  </a:solidFill>
                </a:rPr>
                <a:t>Content</a:t>
              </a:r>
            </a:p>
          </p:txBody>
        </p:sp>
      </p:grpSp>
      <p:pic>
        <p:nvPicPr>
          <p:cNvPr id="3" name="Graphique 2" descr="Visage portant des lunettes de soleil à remplissage uni avec un remplissage uni">
            <a:extLst>
              <a:ext uri="{FF2B5EF4-FFF2-40B4-BE49-F238E27FC236}">
                <a16:creationId xmlns:a16="http://schemas.microsoft.com/office/drawing/2014/main" id="{298BDE27-6BD2-44C4-A272-245B7F110A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12840" y="1250578"/>
            <a:ext cx="2049630" cy="2049630"/>
          </a:xfrm>
          <a:prstGeom prst="rect">
            <a:avLst/>
          </a:prstGeom>
        </p:spPr>
      </p:pic>
    </p:spTree>
    <p:extLst>
      <p:ext uri="{BB962C8B-B14F-4D97-AF65-F5344CB8AC3E}">
        <p14:creationId xmlns:p14="http://schemas.microsoft.com/office/powerpoint/2010/main" val="2027400409"/>
      </p:ext>
    </p:extLst>
  </p:cSld>
  <p:clrMapOvr>
    <a:masterClrMapping/>
  </p:clrMapOvr>
  <mc:AlternateContent xmlns:mc="http://schemas.openxmlformats.org/markup-compatibility/2006" xmlns:p14="http://schemas.microsoft.com/office/powerpoint/2010/main">
    <mc:Choice Requires="p14">
      <p:transition spd="slow" p14:dur="2000" advTm="21134"/>
    </mc:Choice>
    <mc:Fallback xmlns="">
      <p:transition spd="slow" advTm="2113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keep sending content, but almost nobody reads it. </a:t>
            </a:r>
          </a:p>
          <a:p>
            <a:pPr algn="ctr"/>
            <a:endParaRPr lang="en-US" dirty="0"/>
          </a:p>
          <a:p>
            <a:pPr algn="ctr"/>
            <a:r>
              <a:rPr lang="en-US" dirty="0"/>
              <a:t>I tried pulling out a poll to figure out preferences, but almost nobody reads it.</a:t>
            </a:r>
          </a:p>
        </p:txBody>
      </p:sp>
      <p:grpSp>
        <p:nvGrpSpPr>
          <p:cNvPr id="24" name="Groupe 23">
            <a:extLst>
              <a:ext uri="{FF2B5EF4-FFF2-40B4-BE49-F238E27FC236}">
                <a16:creationId xmlns:a16="http://schemas.microsoft.com/office/drawing/2014/main" id="{52F08069-2502-4E3E-B07D-1CA1C57BF1D5}"/>
              </a:ext>
            </a:extLst>
          </p:cNvPr>
          <p:cNvGrpSpPr/>
          <p:nvPr/>
        </p:nvGrpSpPr>
        <p:grpSpPr>
          <a:xfrm>
            <a:off x="2192955" y="4794025"/>
            <a:ext cx="1983159" cy="1461454"/>
            <a:chOff x="420283" y="3559673"/>
            <a:chExt cx="1983159" cy="1461454"/>
          </a:xfrm>
        </p:grpSpPr>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20283" y="3603842"/>
              <a:ext cx="1983159" cy="1417285"/>
            </a:xfrm>
            <a:prstGeom prst="rect">
              <a:avLst/>
            </a:prstGeom>
          </p:spPr>
        </p:pic>
        <p:pic>
          <p:nvPicPr>
            <p:cNvPr id="26" name="Graphique 25" descr="Visage triste à remplissage solide avec un remplissage uni">
              <a:extLst>
                <a:ext uri="{FF2B5EF4-FFF2-40B4-BE49-F238E27FC236}">
                  <a16:creationId xmlns:a16="http://schemas.microsoft.com/office/drawing/2014/main" id="{18EED476-B954-4D9C-A397-17CDC319970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2645" y="3559673"/>
              <a:ext cx="697805" cy="697805"/>
            </a:xfrm>
            <a:prstGeom prst="rect">
              <a:avLst/>
            </a:prstGeom>
          </p:spPr>
        </p:pic>
      </p:grpSp>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Tree>
    <p:extLst>
      <p:ext uri="{BB962C8B-B14F-4D97-AF65-F5344CB8AC3E}">
        <p14:creationId xmlns:p14="http://schemas.microsoft.com/office/powerpoint/2010/main" val="3367407063"/>
      </p:ext>
    </p:extLst>
  </p:cSld>
  <p:clrMapOvr>
    <a:masterClrMapping/>
  </p:clrMapOvr>
  <mc:AlternateContent xmlns:mc="http://schemas.openxmlformats.org/markup-compatibility/2006" xmlns:p14="http://schemas.microsoft.com/office/powerpoint/2010/main">
    <mc:Choice Requires="p14">
      <p:transition spd="slow" p14:dur="2000" advTm="16745"/>
    </mc:Choice>
    <mc:Fallback xmlns="">
      <p:transition spd="slow" advTm="1674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 coins arrondis 104">
            <a:extLst>
              <a:ext uri="{FF2B5EF4-FFF2-40B4-BE49-F238E27FC236}">
                <a16:creationId xmlns:a16="http://schemas.microsoft.com/office/drawing/2014/main" id="{C2A36FAD-6BD5-4BA8-89D7-31E9CCAAFF28}"/>
              </a:ext>
            </a:extLst>
          </p:cNvPr>
          <p:cNvSpPr/>
          <p:nvPr/>
        </p:nvSpPr>
        <p:spPr>
          <a:xfrm>
            <a:off x="5689600" y="2239082"/>
            <a:ext cx="6362700" cy="3691818"/>
          </a:xfrm>
          <a:prstGeom prst="roundRect">
            <a:avLst>
              <a:gd name="adj" fmla="val 875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Challenge #C1 </a:t>
            </a:r>
            <a:br>
              <a:rPr lang="en-US" dirty="0"/>
            </a:br>
            <a:r>
              <a:rPr lang="en-US" dirty="0"/>
              <a:t>Catching attention</a:t>
            </a:r>
          </a:p>
        </p:txBody>
      </p:sp>
      <p:sp>
        <p:nvSpPr>
          <p:cNvPr id="5" name="ZoneTexte 4">
            <a:extLst>
              <a:ext uri="{FF2B5EF4-FFF2-40B4-BE49-F238E27FC236}">
                <a16:creationId xmlns:a16="http://schemas.microsoft.com/office/drawing/2014/main" id="{B7405D46-AAC0-4D2F-B694-FD7ACE0270C0}"/>
              </a:ext>
            </a:extLst>
          </p:cNvPr>
          <p:cNvSpPr txBox="1"/>
          <p:nvPr/>
        </p:nvSpPr>
        <p:spPr>
          <a:xfrm>
            <a:off x="6682432" y="2533424"/>
            <a:ext cx="2546449" cy="3139321"/>
          </a:xfrm>
          <a:prstGeom prst="rect">
            <a:avLst/>
          </a:prstGeom>
          <a:noFill/>
        </p:spPr>
        <p:txBody>
          <a:bodyPr wrap="square" rtlCol="0">
            <a:spAutoFit/>
          </a:bodyPr>
          <a:lstStyle/>
          <a:p>
            <a:r>
              <a:rPr lang="en-US" b="1" dirty="0"/>
              <a:t>46 notifications </a:t>
            </a:r>
            <a:r>
              <a:rPr lang="en-US" dirty="0"/>
              <a:t>per day</a:t>
            </a:r>
          </a:p>
          <a:p>
            <a:endParaRPr lang="en-US" dirty="0"/>
          </a:p>
          <a:p>
            <a:endParaRPr lang="en-US" dirty="0"/>
          </a:p>
          <a:p>
            <a:r>
              <a:rPr lang="en-US" b="1" dirty="0"/>
              <a:t>39 e-mails </a:t>
            </a:r>
            <a:r>
              <a:rPr lang="en-US" dirty="0"/>
              <a:t>per day</a:t>
            </a:r>
          </a:p>
          <a:p>
            <a:endParaRPr lang="en-US" dirty="0"/>
          </a:p>
          <a:p>
            <a:endParaRPr lang="en-US" dirty="0"/>
          </a:p>
          <a:p>
            <a:endParaRPr lang="en-US" dirty="0"/>
          </a:p>
          <a:p>
            <a:r>
              <a:rPr lang="en-US" dirty="0"/>
              <a:t>Attention span </a:t>
            </a:r>
            <a:r>
              <a:rPr lang="en-US" b="1" dirty="0"/>
              <a:t>&lt; 10 seconds</a:t>
            </a:r>
            <a:r>
              <a:rPr lang="en-US" dirty="0"/>
              <a:t> in online videos</a:t>
            </a:r>
          </a:p>
        </p:txBody>
      </p:sp>
      <p:sp>
        <p:nvSpPr>
          <p:cNvPr id="7" name="ZoneTexte 6">
            <a:extLst>
              <a:ext uri="{FF2B5EF4-FFF2-40B4-BE49-F238E27FC236}">
                <a16:creationId xmlns:a16="http://schemas.microsoft.com/office/drawing/2014/main" id="{8355014B-F103-4460-80BD-ACDECC9BA4FE}"/>
              </a:ext>
            </a:extLst>
          </p:cNvPr>
          <p:cNvSpPr txBox="1"/>
          <p:nvPr/>
        </p:nvSpPr>
        <p:spPr>
          <a:xfrm>
            <a:off x="0" y="6082012"/>
            <a:ext cx="8806648" cy="738664"/>
          </a:xfrm>
          <a:prstGeom prst="rect">
            <a:avLst/>
          </a:prstGeom>
          <a:noFill/>
        </p:spPr>
        <p:txBody>
          <a:bodyPr wrap="square">
            <a:spAutoFit/>
          </a:bodyPr>
          <a:lstStyle/>
          <a:p>
            <a:r>
              <a:rPr lang="en-US" sz="600" dirty="0">
                <a:hlinkClick r:id="rId3"/>
              </a:rPr>
              <a:t>https://www.businessofapps.com/marketplace/push-notifications/research/push-notifications-statistics/#:~:text=The%20average%20US%20smartphone%20user%20gets%2046%20push,10%25%20of%20users%20to%20disable%20app%20push%20notifications</a:t>
            </a:r>
            <a:r>
              <a:rPr lang="en-US" sz="600" dirty="0"/>
              <a:t>.</a:t>
            </a:r>
          </a:p>
          <a:p>
            <a:r>
              <a:rPr lang="en-US" sz="600" dirty="0"/>
              <a:t> </a:t>
            </a:r>
            <a:r>
              <a:rPr lang="en-US" sz="600" dirty="0">
                <a:hlinkClick r:id="rId4"/>
              </a:rPr>
              <a:t>https://www.campaignmonitor.com/blog/email-marketing/2019/05/shocking-truth-about-how-many-emails-sent/#:~:text=At%20a%20personal%20level%2C%20DMR%20reports%20show%20that,convey%20some%20form%20of%20value%20to%20the%20recipient</a:t>
            </a:r>
            <a:r>
              <a:rPr lang="en-US" sz="600" dirty="0"/>
              <a:t>.</a:t>
            </a:r>
          </a:p>
          <a:p>
            <a:r>
              <a:rPr lang="en-US" sz="600" dirty="0">
                <a:hlinkClick r:id="rId5"/>
              </a:rPr>
              <a:t>https://www.arobase.org/actu/chiffres-email.htm#:~:text=Nombre%20de%20mails%20envoy%C3%A9s%20chaque%20jour.%20Monde%20%3A,Internaute.%20Dans%20le%20monde%20%3A%201%2C7%20en%202015</a:t>
            </a:r>
            <a:endParaRPr lang="en-US" sz="600" dirty="0"/>
          </a:p>
          <a:p>
            <a:endParaRPr lang="en-US" sz="600" dirty="0"/>
          </a:p>
          <a:p>
            <a:endParaRPr lang="en-US" sz="600" dirty="0"/>
          </a:p>
        </p:txBody>
      </p:sp>
      <p:grpSp>
        <p:nvGrpSpPr>
          <p:cNvPr id="96" name="Groupe 95">
            <a:extLst>
              <a:ext uri="{FF2B5EF4-FFF2-40B4-BE49-F238E27FC236}">
                <a16:creationId xmlns:a16="http://schemas.microsoft.com/office/drawing/2014/main" id="{77FB372F-5DE4-4964-85C0-A00EA6A3E1E9}"/>
              </a:ext>
            </a:extLst>
          </p:cNvPr>
          <p:cNvGrpSpPr/>
          <p:nvPr/>
        </p:nvGrpSpPr>
        <p:grpSpPr>
          <a:xfrm>
            <a:off x="9038757" y="3477735"/>
            <a:ext cx="2917701" cy="848590"/>
            <a:chOff x="4044446" y="3253735"/>
            <a:chExt cx="3689269" cy="1072995"/>
          </a:xfrm>
        </p:grpSpPr>
        <p:pic>
          <p:nvPicPr>
            <p:cNvPr id="8" name="Graphique 7" descr="Adresse de courrier avec un remplissage uni">
              <a:extLst>
                <a:ext uri="{FF2B5EF4-FFF2-40B4-BE49-F238E27FC236}">
                  <a16:creationId xmlns:a16="http://schemas.microsoft.com/office/drawing/2014/main" id="{53E95A32-1F6D-49C1-9E3D-E5B35E54EA9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805706"/>
              <a:ext cx="267708" cy="267708"/>
            </a:xfrm>
            <a:prstGeom prst="rect">
              <a:avLst/>
            </a:prstGeom>
          </p:spPr>
        </p:pic>
        <p:pic>
          <p:nvPicPr>
            <p:cNvPr id="9" name="Graphique 8" descr="Adresse de courrier avec un remplissage uni">
              <a:extLst>
                <a:ext uri="{FF2B5EF4-FFF2-40B4-BE49-F238E27FC236}">
                  <a16:creationId xmlns:a16="http://schemas.microsoft.com/office/drawing/2014/main" id="{04A2E08F-2554-4C07-88D6-0EC6868A9A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805706"/>
              <a:ext cx="267708" cy="267708"/>
            </a:xfrm>
            <a:prstGeom prst="rect">
              <a:avLst/>
            </a:prstGeom>
          </p:spPr>
        </p:pic>
        <p:pic>
          <p:nvPicPr>
            <p:cNvPr id="10" name="Graphique 9" descr="Adresse de courrier avec un remplissage uni">
              <a:extLst>
                <a:ext uri="{FF2B5EF4-FFF2-40B4-BE49-F238E27FC236}">
                  <a16:creationId xmlns:a16="http://schemas.microsoft.com/office/drawing/2014/main" id="{0961C163-F25E-4744-84E7-B90AFFAF48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805706"/>
              <a:ext cx="267708" cy="267708"/>
            </a:xfrm>
            <a:prstGeom prst="rect">
              <a:avLst/>
            </a:prstGeom>
          </p:spPr>
        </p:pic>
        <p:pic>
          <p:nvPicPr>
            <p:cNvPr id="11" name="Graphique 10" descr="Adresse de courrier avec un remplissage uni">
              <a:extLst>
                <a:ext uri="{FF2B5EF4-FFF2-40B4-BE49-F238E27FC236}">
                  <a16:creationId xmlns:a16="http://schemas.microsoft.com/office/drawing/2014/main" id="{5DF893C1-F515-4DB5-90ED-1F15313BA2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805706"/>
              <a:ext cx="267708" cy="267708"/>
            </a:xfrm>
            <a:prstGeom prst="rect">
              <a:avLst/>
            </a:prstGeom>
          </p:spPr>
        </p:pic>
        <p:pic>
          <p:nvPicPr>
            <p:cNvPr id="12" name="Graphique 11" descr="Adresse de courrier avec un remplissage uni">
              <a:extLst>
                <a:ext uri="{FF2B5EF4-FFF2-40B4-BE49-F238E27FC236}">
                  <a16:creationId xmlns:a16="http://schemas.microsoft.com/office/drawing/2014/main" id="{6E600374-7A34-46BE-901E-FFF142F6F0F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805706"/>
              <a:ext cx="267708" cy="267708"/>
            </a:xfrm>
            <a:prstGeom prst="rect">
              <a:avLst/>
            </a:prstGeom>
          </p:spPr>
        </p:pic>
        <p:pic>
          <p:nvPicPr>
            <p:cNvPr id="13" name="Graphique 12" descr="Adresse de courrier avec un remplissage uni">
              <a:extLst>
                <a:ext uri="{FF2B5EF4-FFF2-40B4-BE49-F238E27FC236}">
                  <a16:creationId xmlns:a16="http://schemas.microsoft.com/office/drawing/2014/main" id="{077E6637-9FCE-4D2E-98E1-9CF851643A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805706"/>
              <a:ext cx="267708" cy="267708"/>
            </a:xfrm>
            <a:prstGeom prst="rect">
              <a:avLst/>
            </a:prstGeom>
          </p:spPr>
        </p:pic>
        <p:pic>
          <p:nvPicPr>
            <p:cNvPr id="14" name="Graphique 13" descr="Adresse de courrier avec un remplissage uni">
              <a:extLst>
                <a:ext uri="{FF2B5EF4-FFF2-40B4-BE49-F238E27FC236}">
                  <a16:creationId xmlns:a16="http://schemas.microsoft.com/office/drawing/2014/main" id="{CE3A9BA2-5E9A-4A51-B231-0B99948FFB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805706"/>
              <a:ext cx="267708" cy="267708"/>
            </a:xfrm>
            <a:prstGeom prst="rect">
              <a:avLst/>
            </a:prstGeom>
          </p:spPr>
        </p:pic>
        <p:pic>
          <p:nvPicPr>
            <p:cNvPr id="15" name="Graphique 14" descr="Adresse de courrier avec un remplissage uni">
              <a:extLst>
                <a:ext uri="{FF2B5EF4-FFF2-40B4-BE49-F238E27FC236}">
                  <a16:creationId xmlns:a16="http://schemas.microsoft.com/office/drawing/2014/main" id="{18D11A13-3624-4827-ACDB-359C3DDFCA3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805706"/>
              <a:ext cx="267708" cy="267708"/>
            </a:xfrm>
            <a:prstGeom prst="rect">
              <a:avLst/>
            </a:prstGeom>
          </p:spPr>
        </p:pic>
        <p:pic>
          <p:nvPicPr>
            <p:cNvPr id="16" name="Graphique 15" descr="Adresse de courrier avec un remplissage uni">
              <a:extLst>
                <a:ext uri="{FF2B5EF4-FFF2-40B4-BE49-F238E27FC236}">
                  <a16:creationId xmlns:a16="http://schemas.microsoft.com/office/drawing/2014/main" id="{26C94FD4-545B-4E86-AD8A-B9ABCE0677E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51441" y="4059022"/>
              <a:ext cx="267708" cy="267708"/>
            </a:xfrm>
            <a:prstGeom prst="rect">
              <a:avLst/>
            </a:prstGeom>
          </p:spPr>
        </p:pic>
        <p:pic>
          <p:nvPicPr>
            <p:cNvPr id="17" name="Graphique 16" descr="Adresse de courrier avec un remplissage uni">
              <a:extLst>
                <a:ext uri="{FF2B5EF4-FFF2-40B4-BE49-F238E27FC236}">
                  <a16:creationId xmlns:a16="http://schemas.microsoft.com/office/drawing/2014/main" id="{7B435CBA-53D8-437B-8301-E654603282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91358" y="4059022"/>
              <a:ext cx="267708" cy="267708"/>
            </a:xfrm>
            <a:prstGeom prst="rect">
              <a:avLst/>
            </a:prstGeom>
          </p:spPr>
        </p:pic>
        <p:pic>
          <p:nvPicPr>
            <p:cNvPr id="18" name="Graphique 17" descr="Adresse de courrier avec un remplissage uni">
              <a:extLst>
                <a:ext uri="{FF2B5EF4-FFF2-40B4-BE49-F238E27FC236}">
                  <a16:creationId xmlns:a16="http://schemas.microsoft.com/office/drawing/2014/main" id="{B0E6C77E-D24B-42A1-8BCF-FCDC6E58C6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9236" y="4059022"/>
              <a:ext cx="267708" cy="267708"/>
            </a:xfrm>
            <a:prstGeom prst="rect">
              <a:avLst/>
            </a:prstGeom>
          </p:spPr>
        </p:pic>
        <p:pic>
          <p:nvPicPr>
            <p:cNvPr id="19" name="Graphique 18" descr="Adresse de courrier avec un remplissage uni">
              <a:extLst>
                <a:ext uri="{FF2B5EF4-FFF2-40B4-BE49-F238E27FC236}">
                  <a16:creationId xmlns:a16="http://schemas.microsoft.com/office/drawing/2014/main" id="{EC4E8244-39B7-40B3-9CA4-C583B62ADC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9153" y="4059022"/>
              <a:ext cx="267708" cy="267708"/>
            </a:xfrm>
            <a:prstGeom prst="rect">
              <a:avLst/>
            </a:prstGeom>
          </p:spPr>
        </p:pic>
        <p:pic>
          <p:nvPicPr>
            <p:cNvPr id="20" name="Graphique 19" descr="Adresse de courrier avec un remplissage uni">
              <a:extLst>
                <a:ext uri="{FF2B5EF4-FFF2-40B4-BE49-F238E27FC236}">
                  <a16:creationId xmlns:a16="http://schemas.microsoft.com/office/drawing/2014/main" id="{978F5C79-0E9E-4379-8786-8917CDDE12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7031" y="4059022"/>
              <a:ext cx="267708" cy="267708"/>
            </a:xfrm>
            <a:prstGeom prst="rect">
              <a:avLst/>
            </a:prstGeom>
          </p:spPr>
        </p:pic>
        <p:pic>
          <p:nvPicPr>
            <p:cNvPr id="21" name="Graphique 20" descr="Adresse de courrier avec un remplissage uni">
              <a:extLst>
                <a:ext uri="{FF2B5EF4-FFF2-40B4-BE49-F238E27FC236}">
                  <a16:creationId xmlns:a16="http://schemas.microsoft.com/office/drawing/2014/main" id="{A9BF7B09-0415-4795-A4B8-D483A6EB80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66949" y="4059022"/>
              <a:ext cx="267708" cy="267708"/>
            </a:xfrm>
            <a:prstGeom prst="rect">
              <a:avLst/>
            </a:prstGeom>
          </p:spPr>
        </p:pic>
        <p:pic>
          <p:nvPicPr>
            <p:cNvPr id="22" name="Graphique 21" descr="Adresse de courrier avec un remplissage uni">
              <a:extLst>
                <a:ext uri="{FF2B5EF4-FFF2-40B4-BE49-F238E27FC236}">
                  <a16:creationId xmlns:a16="http://schemas.microsoft.com/office/drawing/2014/main" id="{D1FD7875-EA3B-49DB-9152-12C403EF9A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14826" y="4059022"/>
              <a:ext cx="267708" cy="267708"/>
            </a:xfrm>
            <a:prstGeom prst="rect">
              <a:avLst/>
            </a:prstGeom>
          </p:spPr>
        </p:pic>
        <p:pic>
          <p:nvPicPr>
            <p:cNvPr id="23" name="Graphique 22" descr="Adresse de courrier avec un remplissage uni">
              <a:extLst>
                <a:ext uri="{FF2B5EF4-FFF2-40B4-BE49-F238E27FC236}">
                  <a16:creationId xmlns:a16="http://schemas.microsoft.com/office/drawing/2014/main" id="{C9FD10C4-664F-4100-854D-8714827B54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54744" y="4059022"/>
              <a:ext cx="267708" cy="267708"/>
            </a:xfrm>
            <a:prstGeom prst="rect">
              <a:avLst/>
            </a:prstGeom>
          </p:spPr>
        </p:pic>
        <p:pic>
          <p:nvPicPr>
            <p:cNvPr id="26" name="Graphique 25" descr="Adresse de courrier avec un remplissage uni">
              <a:extLst>
                <a:ext uri="{FF2B5EF4-FFF2-40B4-BE49-F238E27FC236}">
                  <a16:creationId xmlns:a16="http://schemas.microsoft.com/office/drawing/2014/main" id="{F61AA089-4274-4C78-96CC-481635888B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798510"/>
              <a:ext cx="267708" cy="267708"/>
            </a:xfrm>
            <a:prstGeom prst="rect">
              <a:avLst/>
            </a:prstGeom>
          </p:spPr>
        </p:pic>
        <p:pic>
          <p:nvPicPr>
            <p:cNvPr id="27" name="Graphique 26" descr="Adresse de courrier avec un remplissage uni">
              <a:extLst>
                <a:ext uri="{FF2B5EF4-FFF2-40B4-BE49-F238E27FC236}">
                  <a16:creationId xmlns:a16="http://schemas.microsoft.com/office/drawing/2014/main" id="{897601BD-0863-4542-B453-3790317881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798510"/>
              <a:ext cx="267708" cy="267708"/>
            </a:xfrm>
            <a:prstGeom prst="rect">
              <a:avLst/>
            </a:prstGeom>
          </p:spPr>
        </p:pic>
        <p:pic>
          <p:nvPicPr>
            <p:cNvPr id="28" name="Graphique 27" descr="Adresse de courrier avec un remplissage uni">
              <a:extLst>
                <a:ext uri="{FF2B5EF4-FFF2-40B4-BE49-F238E27FC236}">
                  <a16:creationId xmlns:a16="http://schemas.microsoft.com/office/drawing/2014/main" id="{C4A94246-833E-4B3D-9BBC-26D920ABAD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798510"/>
              <a:ext cx="267708" cy="267708"/>
            </a:xfrm>
            <a:prstGeom prst="rect">
              <a:avLst/>
            </a:prstGeom>
          </p:spPr>
        </p:pic>
        <p:pic>
          <p:nvPicPr>
            <p:cNvPr id="29" name="Graphique 28" descr="Adresse de courrier avec un remplissage uni">
              <a:extLst>
                <a:ext uri="{FF2B5EF4-FFF2-40B4-BE49-F238E27FC236}">
                  <a16:creationId xmlns:a16="http://schemas.microsoft.com/office/drawing/2014/main" id="{8E89FCA3-9F15-41EF-8FB3-BA6B9214F56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798510"/>
              <a:ext cx="267708" cy="267708"/>
            </a:xfrm>
            <a:prstGeom prst="rect">
              <a:avLst/>
            </a:prstGeom>
          </p:spPr>
        </p:pic>
        <p:pic>
          <p:nvPicPr>
            <p:cNvPr id="30" name="Graphique 29" descr="Adresse de courrier avec un remplissage uni">
              <a:extLst>
                <a:ext uri="{FF2B5EF4-FFF2-40B4-BE49-F238E27FC236}">
                  <a16:creationId xmlns:a16="http://schemas.microsoft.com/office/drawing/2014/main" id="{64A38C06-FEFE-4C8E-A97D-7FC9B7105A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798510"/>
              <a:ext cx="267708" cy="267708"/>
            </a:xfrm>
            <a:prstGeom prst="rect">
              <a:avLst/>
            </a:prstGeom>
          </p:spPr>
        </p:pic>
        <p:pic>
          <p:nvPicPr>
            <p:cNvPr id="31" name="Graphique 30" descr="Adresse de courrier avec un remplissage uni">
              <a:extLst>
                <a:ext uri="{FF2B5EF4-FFF2-40B4-BE49-F238E27FC236}">
                  <a16:creationId xmlns:a16="http://schemas.microsoft.com/office/drawing/2014/main" id="{7024577B-05F3-447E-84F2-BFC7A39423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798510"/>
              <a:ext cx="267708" cy="267708"/>
            </a:xfrm>
            <a:prstGeom prst="rect">
              <a:avLst/>
            </a:prstGeom>
          </p:spPr>
        </p:pic>
        <p:pic>
          <p:nvPicPr>
            <p:cNvPr id="32" name="Graphique 31" descr="Adresse de courrier avec un remplissage uni">
              <a:extLst>
                <a:ext uri="{FF2B5EF4-FFF2-40B4-BE49-F238E27FC236}">
                  <a16:creationId xmlns:a16="http://schemas.microsoft.com/office/drawing/2014/main" id="{7569B7AB-41BF-4BA7-B4A4-6FF8007E86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798510"/>
              <a:ext cx="267708" cy="267708"/>
            </a:xfrm>
            <a:prstGeom prst="rect">
              <a:avLst/>
            </a:prstGeom>
          </p:spPr>
        </p:pic>
        <p:pic>
          <p:nvPicPr>
            <p:cNvPr id="34" name="Graphique 33" descr="Adresse de courrier avec un remplissage uni">
              <a:extLst>
                <a:ext uri="{FF2B5EF4-FFF2-40B4-BE49-F238E27FC236}">
                  <a16:creationId xmlns:a16="http://schemas.microsoft.com/office/drawing/2014/main" id="{7B792D6D-040E-45C1-8147-4151B1F4BB5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9616" y="4051826"/>
              <a:ext cx="267708" cy="267708"/>
            </a:xfrm>
            <a:prstGeom prst="rect">
              <a:avLst/>
            </a:prstGeom>
          </p:spPr>
        </p:pic>
        <p:pic>
          <p:nvPicPr>
            <p:cNvPr id="35" name="Graphique 34" descr="Adresse de courrier avec un remplissage uni">
              <a:extLst>
                <a:ext uri="{FF2B5EF4-FFF2-40B4-BE49-F238E27FC236}">
                  <a16:creationId xmlns:a16="http://schemas.microsoft.com/office/drawing/2014/main" id="{DB14E58F-F2A4-44F2-8B9A-B39B45D882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9533" y="4051826"/>
              <a:ext cx="267708" cy="267708"/>
            </a:xfrm>
            <a:prstGeom prst="rect">
              <a:avLst/>
            </a:prstGeom>
          </p:spPr>
        </p:pic>
        <p:pic>
          <p:nvPicPr>
            <p:cNvPr id="36" name="Graphique 35" descr="Adresse de courrier avec un remplissage uni">
              <a:extLst>
                <a:ext uri="{FF2B5EF4-FFF2-40B4-BE49-F238E27FC236}">
                  <a16:creationId xmlns:a16="http://schemas.microsoft.com/office/drawing/2014/main" id="{834CFFC3-EA83-4AE4-8736-3EAF3D1960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7411" y="4051826"/>
              <a:ext cx="267708" cy="267708"/>
            </a:xfrm>
            <a:prstGeom prst="rect">
              <a:avLst/>
            </a:prstGeom>
          </p:spPr>
        </p:pic>
        <p:pic>
          <p:nvPicPr>
            <p:cNvPr id="37" name="Graphique 36" descr="Adresse de courrier avec un remplissage uni">
              <a:extLst>
                <a:ext uri="{FF2B5EF4-FFF2-40B4-BE49-F238E27FC236}">
                  <a16:creationId xmlns:a16="http://schemas.microsoft.com/office/drawing/2014/main" id="{E5AD2447-E0CA-4F8D-874A-7E4B755AFE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328" y="4051826"/>
              <a:ext cx="267708" cy="267708"/>
            </a:xfrm>
            <a:prstGeom prst="rect">
              <a:avLst/>
            </a:prstGeom>
          </p:spPr>
        </p:pic>
        <p:pic>
          <p:nvPicPr>
            <p:cNvPr id="38" name="Graphique 37" descr="Adresse de courrier avec un remplissage uni">
              <a:extLst>
                <a:ext uri="{FF2B5EF4-FFF2-40B4-BE49-F238E27FC236}">
                  <a16:creationId xmlns:a16="http://schemas.microsoft.com/office/drawing/2014/main" id="{5FDBA78E-F42F-463E-9029-D8A96D00766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5206" y="4051826"/>
              <a:ext cx="267708" cy="267708"/>
            </a:xfrm>
            <a:prstGeom prst="rect">
              <a:avLst/>
            </a:prstGeom>
          </p:spPr>
        </p:pic>
        <p:pic>
          <p:nvPicPr>
            <p:cNvPr id="39" name="Graphique 38" descr="Adresse de courrier avec un remplissage uni">
              <a:extLst>
                <a:ext uri="{FF2B5EF4-FFF2-40B4-BE49-F238E27FC236}">
                  <a16:creationId xmlns:a16="http://schemas.microsoft.com/office/drawing/2014/main" id="{3DD047A2-C413-4775-ACD9-DAA0573FF7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25124" y="4051826"/>
              <a:ext cx="267708" cy="267708"/>
            </a:xfrm>
            <a:prstGeom prst="rect">
              <a:avLst/>
            </a:prstGeom>
          </p:spPr>
        </p:pic>
        <p:pic>
          <p:nvPicPr>
            <p:cNvPr id="61" name="Graphique 60" descr="Adresse de courrier avec un remplissage uni">
              <a:extLst>
                <a:ext uri="{FF2B5EF4-FFF2-40B4-BE49-F238E27FC236}">
                  <a16:creationId xmlns:a16="http://schemas.microsoft.com/office/drawing/2014/main" id="{348BA8D4-1B47-45A4-9891-AE486BCCA7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527066"/>
              <a:ext cx="267708" cy="267708"/>
            </a:xfrm>
            <a:prstGeom prst="rect">
              <a:avLst/>
            </a:prstGeom>
          </p:spPr>
        </p:pic>
        <p:pic>
          <p:nvPicPr>
            <p:cNvPr id="62" name="Graphique 61" descr="Adresse de courrier avec un remplissage uni">
              <a:extLst>
                <a:ext uri="{FF2B5EF4-FFF2-40B4-BE49-F238E27FC236}">
                  <a16:creationId xmlns:a16="http://schemas.microsoft.com/office/drawing/2014/main" id="{0794751A-5589-4B9A-88C1-0AEB8AFDBED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527066"/>
              <a:ext cx="267708" cy="267708"/>
            </a:xfrm>
            <a:prstGeom prst="rect">
              <a:avLst/>
            </a:prstGeom>
          </p:spPr>
        </p:pic>
        <p:pic>
          <p:nvPicPr>
            <p:cNvPr id="63" name="Graphique 62" descr="Adresse de courrier avec un remplissage uni">
              <a:extLst>
                <a:ext uri="{FF2B5EF4-FFF2-40B4-BE49-F238E27FC236}">
                  <a16:creationId xmlns:a16="http://schemas.microsoft.com/office/drawing/2014/main" id="{597CDA0D-9372-4A64-A121-D446D9F404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527066"/>
              <a:ext cx="267708" cy="267708"/>
            </a:xfrm>
            <a:prstGeom prst="rect">
              <a:avLst/>
            </a:prstGeom>
          </p:spPr>
        </p:pic>
        <p:pic>
          <p:nvPicPr>
            <p:cNvPr id="64" name="Graphique 63" descr="Adresse de courrier avec un remplissage uni">
              <a:extLst>
                <a:ext uri="{FF2B5EF4-FFF2-40B4-BE49-F238E27FC236}">
                  <a16:creationId xmlns:a16="http://schemas.microsoft.com/office/drawing/2014/main" id="{6C5AC531-D208-4A22-B711-DF4BF816B9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527066"/>
              <a:ext cx="267708" cy="267708"/>
            </a:xfrm>
            <a:prstGeom prst="rect">
              <a:avLst/>
            </a:prstGeom>
          </p:spPr>
        </p:pic>
        <p:pic>
          <p:nvPicPr>
            <p:cNvPr id="65" name="Graphique 64" descr="Adresse de courrier avec un remplissage uni">
              <a:extLst>
                <a:ext uri="{FF2B5EF4-FFF2-40B4-BE49-F238E27FC236}">
                  <a16:creationId xmlns:a16="http://schemas.microsoft.com/office/drawing/2014/main" id="{4453EF6A-4DB4-49C4-B13E-838CB8A06FD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527066"/>
              <a:ext cx="267708" cy="267708"/>
            </a:xfrm>
            <a:prstGeom prst="rect">
              <a:avLst/>
            </a:prstGeom>
          </p:spPr>
        </p:pic>
        <p:pic>
          <p:nvPicPr>
            <p:cNvPr id="66" name="Graphique 65" descr="Adresse de courrier avec un remplissage uni">
              <a:extLst>
                <a:ext uri="{FF2B5EF4-FFF2-40B4-BE49-F238E27FC236}">
                  <a16:creationId xmlns:a16="http://schemas.microsoft.com/office/drawing/2014/main" id="{83A6DCB0-3D62-4F7E-8E78-03E242D46F1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527066"/>
              <a:ext cx="267708" cy="267708"/>
            </a:xfrm>
            <a:prstGeom prst="rect">
              <a:avLst/>
            </a:prstGeom>
          </p:spPr>
        </p:pic>
        <p:pic>
          <p:nvPicPr>
            <p:cNvPr id="67" name="Graphique 66" descr="Adresse de courrier avec un remplissage uni">
              <a:extLst>
                <a:ext uri="{FF2B5EF4-FFF2-40B4-BE49-F238E27FC236}">
                  <a16:creationId xmlns:a16="http://schemas.microsoft.com/office/drawing/2014/main" id="{CC1FBE49-AC51-4390-9AA6-1319E8685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527066"/>
              <a:ext cx="267708" cy="267708"/>
            </a:xfrm>
            <a:prstGeom prst="rect">
              <a:avLst/>
            </a:prstGeom>
          </p:spPr>
        </p:pic>
        <p:pic>
          <p:nvPicPr>
            <p:cNvPr id="68" name="Graphique 67" descr="Adresse de courrier avec un remplissage uni">
              <a:extLst>
                <a:ext uri="{FF2B5EF4-FFF2-40B4-BE49-F238E27FC236}">
                  <a16:creationId xmlns:a16="http://schemas.microsoft.com/office/drawing/2014/main" id="{955B35D3-BE17-48E9-A66E-C580459223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527066"/>
              <a:ext cx="267708" cy="267708"/>
            </a:xfrm>
            <a:prstGeom prst="rect">
              <a:avLst/>
            </a:prstGeom>
          </p:spPr>
        </p:pic>
        <p:pic>
          <p:nvPicPr>
            <p:cNvPr id="69" name="Graphique 68" descr="Adresse de courrier avec un remplissage uni">
              <a:extLst>
                <a:ext uri="{FF2B5EF4-FFF2-40B4-BE49-F238E27FC236}">
                  <a16:creationId xmlns:a16="http://schemas.microsoft.com/office/drawing/2014/main" id="{4BB582E5-1335-4400-B064-7062FC7FB4E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519870"/>
              <a:ext cx="267708" cy="267708"/>
            </a:xfrm>
            <a:prstGeom prst="rect">
              <a:avLst/>
            </a:prstGeom>
          </p:spPr>
        </p:pic>
        <p:pic>
          <p:nvPicPr>
            <p:cNvPr id="70" name="Graphique 69" descr="Adresse de courrier avec un remplissage uni">
              <a:extLst>
                <a:ext uri="{FF2B5EF4-FFF2-40B4-BE49-F238E27FC236}">
                  <a16:creationId xmlns:a16="http://schemas.microsoft.com/office/drawing/2014/main" id="{26E121D4-3E02-4553-B54D-5ADEED9184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519870"/>
              <a:ext cx="267708" cy="267708"/>
            </a:xfrm>
            <a:prstGeom prst="rect">
              <a:avLst/>
            </a:prstGeom>
          </p:spPr>
        </p:pic>
        <p:pic>
          <p:nvPicPr>
            <p:cNvPr id="71" name="Graphique 70" descr="Adresse de courrier avec un remplissage uni">
              <a:extLst>
                <a:ext uri="{FF2B5EF4-FFF2-40B4-BE49-F238E27FC236}">
                  <a16:creationId xmlns:a16="http://schemas.microsoft.com/office/drawing/2014/main" id="{5779D44F-0760-46D8-8630-C987E8951D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519870"/>
              <a:ext cx="267708" cy="267708"/>
            </a:xfrm>
            <a:prstGeom prst="rect">
              <a:avLst/>
            </a:prstGeom>
          </p:spPr>
        </p:pic>
        <p:pic>
          <p:nvPicPr>
            <p:cNvPr id="72" name="Graphique 71" descr="Adresse de courrier avec un remplissage uni">
              <a:extLst>
                <a:ext uri="{FF2B5EF4-FFF2-40B4-BE49-F238E27FC236}">
                  <a16:creationId xmlns:a16="http://schemas.microsoft.com/office/drawing/2014/main" id="{5B60258C-1A13-4AFB-B1C7-B01CC21A6E1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519870"/>
              <a:ext cx="267708" cy="267708"/>
            </a:xfrm>
            <a:prstGeom prst="rect">
              <a:avLst/>
            </a:prstGeom>
          </p:spPr>
        </p:pic>
        <p:pic>
          <p:nvPicPr>
            <p:cNvPr id="73" name="Graphique 72" descr="Adresse de courrier avec un remplissage uni">
              <a:extLst>
                <a:ext uri="{FF2B5EF4-FFF2-40B4-BE49-F238E27FC236}">
                  <a16:creationId xmlns:a16="http://schemas.microsoft.com/office/drawing/2014/main" id="{0CF251A7-1515-4FA6-B4FE-F40C66A53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519870"/>
              <a:ext cx="267708" cy="267708"/>
            </a:xfrm>
            <a:prstGeom prst="rect">
              <a:avLst/>
            </a:prstGeom>
          </p:spPr>
        </p:pic>
        <p:pic>
          <p:nvPicPr>
            <p:cNvPr id="74" name="Graphique 73" descr="Adresse de courrier avec un remplissage uni">
              <a:extLst>
                <a:ext uri="{FF2B5EF4-FFF2-40B4-BE49-F238E27FC236}">
                  <a16:creationId xmlns:a16="http://schemas.microsoft.com/office/drawing/2014/main" id="{211AD7E7-DE9A-4AE8-8AEB-EB8F4BAD10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519870"/>
              <a:ext cx="267708" cy="267708"/>
            </a:xfrm>
            <a:prstGeom prst="rect">
              <a:avLst/>
            </a:prstGeom>
          </p:spPr>
        </p:pic>
        <p:pic>
          <p:nvPicPr>
            <p:cNvPr id="75" name="Graphique 74" descr="Adresse de courrier avec un remplissage uni">
              <a:extLst>
                <a:ext uri="{FF2B5EF4-FFF2-40B4-BE49-F238E27FC236}">
                  <a16:creationId xmlns:a16="http://schemas.microsoft.com/office/drawing/2014/main" id="{B9DB91FB-BF09-4452-9169-C59B014499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519870"/>
              <a:ext cx="267708" cy="267708"/>
            </a:xfrm>
            <a:prstGeom prst="rect">
              <a:avLst/>
            </a:prstGeom>
          </p:spPr>
        </p:pic>
        <p:pic>
          <p:nvPicPr>
            <p:cNvPr id="76" name="Graphique 75" descr="Adresse de courrier avec un remplissage uni">
              <a:extLst>
                <a:ext uri="{FF2B5EF4-FFF2-40B4-BE49-F238E27FC236}">
                  <a16:creationId xmlns:a16="http://schemas.microsoft.com/office/drawing/2014/main" id="{C9FA90EF-9914-47A3-869C-C1E57FFE77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260931"/>
              <a:ext cx="267708" cy="267708"/>
            </a:xfrm>
            <a:prstGeom prst="rect">
              <a:avLst/>
            </a:prstGeom>
          </p:spPr>
        </p:pic>
        <p:pic>
          <p:nvPicPr>
            <p:cNvPr id="77" name="Graphique 76" descr="Adresse de courrier avec un remplissage uni">
              <a:extLst>
                <a:ext uri="{FF2B5EF4-FFF2-40B4-BE49-F238E27FC236}">
                  <a16:creationId xmlns:a16="http://schemas.microsoft.com/office/drawing/2014/main" id="{189B88AF-458E-46CE-9EAA-9BC4135181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260931"/>
              <a:ext cx="267708" cy="267708"/>
            </a:xfrm>
            <a:prstGeom prst="rect">
              <a:avLst/>
            </a:prstGeom>
          </p:spPr>
        </p:pic>
        <p:pic>
          <p:nvPicPr>
            <p:cNvPr id="78" name="Graphique 77" descr="Adresse de courrier avec un remplissage uni">
              <a:extLst>
                <a:ext uri="{FF2B5EF4-FFF2-40B4-BE49-F238E27FC236}">
                  <a16:creationId xmlns:a16="http://schemas.microsoft.com/office/drawing/2014/main" id="{1E69E556-CFCA-4377-816D-DB0726D638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260931"/>
              <a:ext cx="267708" cy="267708"/>
            </a:xfrm>
            <a:prstGeom prst="rect">
              <a:avLst/>
            </a:prstGeom>
          </p:spPr>
        </p:pic>
        <p:pic>
          <p:nvPicPr>
            <p:cNvPr id="79" name="Graphique 78" descr="Adresse de courrier avec un remplissage uni">
              <a:extLst>
                <a:ext uri="{FF2B5EF4-FFF2-40B4-BE49-F238E27FC236}">
                  <a16:creationId xmlns:a16="http://schemas.microsoft.com/office/drawing/2014/main" id="{98F114C1-AD85-4F36-91F7-4B902FECA2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260931"/>
              <a:ext cx="267708" cy="267708"/>
            </a:xfrm>
            <a:prstGeom prst="rect">
              <a:avLst/>
            </a:prstGeom>
          </p:spPr>
        </p:pic>
        <p:pic>
          <p:nvPicPr>
            <p:cNvPr id="80" name="Graphique 79" descr="Adresse de courrier avec un remplissage uni">
              <a:extLst>
                <a:ext uri="{FF2B5EF4-FFF2-40B4-BE49-F238E27FC236}">
                  <a16:creationId xmlns:a16="http://schemas.microsoft.com/office/drawing/2014/main" id="{30080A85-5F33-41A2-AFB4-EEB56A7A29B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260931"/>
              <a:ext cx="267708" cy="267708"/>
            </a:xfrm>
            <a:prstGeom prst="rect">
              <a:avLst/>
            </a:prstGeom>
          </p:spPr>
        </p:pic>
        <p:pic>
          <p:nvPicPr>
            <p:cNvPr id="81" name="Graphique 80" descr="Adresse de courrier avec un remplissage uni">
              <a:extLst>
                <a:ext uri="{FF2B5EF4-FFF2-40B4-BE49-F238E27FC236}">
                  <a16:creationId xmlns:a16="http://schemas.microsoft.com/office/drawing/2014/main" id="{670E5781-9276-4262-84ED-B3C3C3C9B2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260931"/>
              <a:ext cx="267708" cy="267708"/>
            </a:xfrm>
            <a:prstGeom prst="rect">
              <a:avLst/>
            </a:prstGeom>
          </p:spPr>
        </p:pic>
        <p:pic>
          <p:nvPicPr>
            <p:cNvPr id="82" name="Graphique 81" descr="Adresse de courrier avec un remplissage uni">
              <a:extLst>
                <a:ext uri="{FF2B5EF4-FFF2-40B4-BE49-F238E27FC236}">
                  <a16:creationId xmlns:a16="http://schemas.microsoft.com/office/drawing/2014/main" id="{BA21026F-CAF9-446D-92CD-8D36392918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260931"/>
              <a:ext cx="267708" cy="267708"/>
            </a:xfrm>
            <a:prstGeom prst="rect">
              <a:avLst/>
            </a:prstGeom>
          </p:spPr>
        </p:pic>
        <p:pic>
          <p:nvPicPr>
            <p:cNvPr id="83" name="Graphique 82" descr="Adresse de courrier avec un remplissage uni">
              <a:extLst>
                <a:ext uri="{FF2B5EF4-FFF2-40B4-BE49-F238E27FC236}">
                  <a16:creationId xmlns:a16="http://schemas.microsoft.com/office/drawing/2014/main" id="{AAFA0C51-57E0-4953-9D41-D012AB03D1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260931"/>
              <a:ext cx="267708" cy="267708"/>
            </a:xfrm>
            <a:prstGeom prst="rect">
              <a:avLst/>
            </a:prstGeom>
          </p:spPr>
        </p:pic>
        <p:pic>
          <p:nvPicPr>
            <p:cNvPr id="84" name="Graphique 83" descr="Adresse de courrier avec un remplissage uni">
              <a:extLst>
                <a:ext uri="{FF2B5EF4-FFF2-40B4-BE49-F238E27FC236}">
                  <a16:creationId xmlns:a16="http://schemas.microsoft.com/office/drawing/2014/main" id="{9EE1EADC-9F8F-4F57-8D51-E93A73A8D7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253735"/>
              <a:ext cx="267708" cy="267708"/>
            </a:xfrm>
            <a:prstGeom prst="rect">
              <a:avLst/>
            </a:prstGeom>
          </p:spPr>
        </p:pic>
        <p:pic>
          <p:nvPicPr>
            <p:cNvPr id="85" name="Graphique 84" descr="Adresse de courrier avec un remplissage uni">
              <a:extLst>
                <a:ext uri="{FF2B5EF4-FFF2-40B4-BE49-F238E27FC236}">
                  <a16:creationId xmlns:a16="http://schemas.microsoft.com/office/drawing/2014/main" id="{58AF5497-2AC9-49D9-A66B-AECD949134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253735"/>
              <a:ext cx="267708" cy="267708"/>
            </a:xfrm>
            <a:prstGeom prst="rect">
              <a:avLst/>
            </a:prstGeom>
          </p:spPr>
        </p:pic>
        <p:pic>
          <p:nvPicPr>
            <p:cNvPr id="86" name="Graphique 85" descr="Adresse de courrier avec un remplissage uni">
              <a:extLst>
                <a:ext uri="{FF2B5EF4-FFF2-40B4-BE49-F238E27FC236}">
                  <a16:creationId xmlns:a16="http://schemas.microsoft.com/office/drawing/2014/main" id="{532DFC01-A9E1-46BC-9544-83AE136C583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253735"/>
              <a:ext cx="267708" cy="267708"/>
            </a:xfrm>
            <a:prstGeom prst="rect">
              <a:avLst/>
            </a:prstGeom>
          </p:spPr>
        </p:pic>
        <p:pic>
          <p:nvPicPr>
            <p:cNvPr id="87" name="Graphique 86" descr="Adresse de courrier avec un remplissage uni">
              <a:extLst>
                <a:ext uri="{FF2B5EF4-FFF2-40B4-BE49-F238E27FC236}">
                  <a16:creationId xmlns:a16="http://schemas.microsoft.com/office/drawing/2014/main" id="{2F78215D-A004-468F-9BB9-001C8124DB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253735"/>
              <a:ext cx="267708" cy="267708"/>
            </a:xfrm>
            <a:prstGeom prst="rect">
              <a:avLst/>
            </a:prstGeom>
          </p:spPr>
        </p:pic>
        <p:pic>
          <p:nvPicPr>
            <p:cNvPr id="88" name="Graphique 87" descr="Adresse de courrier avec un remplissage uni">
              <a:extLst>
                <a:ext uri="{FF2B5EF4-FFF2-40B4-BE49-F238E27FC236}">
                  <a16:creationId xmlns:a16="http://schemas.microsoft.com/office/drawing/2014/main" id="{785FEDF9-C14E-445B-97D9-3EA2ACC05F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253735"/>
              <a:ext cx="267708" cy="267708"/>
            </a:xfrm>
            <a:prstGeom prst="rect">
              <a:avLst/>
            </a:prstGeom>
          </p:spPr>
        </p:pic>
        <p:pic>
          <p:nvPicPr>
            <p:cNvPr id="89" name="Graphique 88" descr="Adresse de courrier avec un remplissage uni">
              <a:extLst>
                <a:ext uri="{FF2B5EF4-FFF2-40B4-BE49-F238E27FC236}">
                  <a16:creationId xmlns:a16="http://schemas.microsoft.com/office/drawing/2014/main" id="{52964F0D-0EB3-4EBE-8EDD-5B7E005D9D7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253735"/>
              <a:ext cx="267708" cy="267708"/>
            </a:xfrm>
            <a:prstGeom prst="rect">
              <a:avLst/>
            </a:prstGeom>
          </p:spPr>
        </p:pic>
        <p:pic>
          <p:nvPicPr>
            <p:cNvPr id="90" name="Graphique 89" descr="Adresse de courrier avec un remplissage uni">
              <a:extLst>
                <a:ext uri="{FF2B5EF4-FFF2-40B4-BE49-F238E27FC236}">
                  <a16:creationId xmlns:a16="http://schemas.microsoft.com/office/drawing/2014/main" id="{6C066B72-9C42-4D17-ADDC-76D2AADAE7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253735"/>
              <a:ext cx="267708" cy="267708"/>
            </a:xfrm>
            <a:prstGeom prst="rect">
              <a:avLst/>
            </a:prstGeom>
          </p:spPr>
        </p:pic>
      </p:grpSp>
      <p:grpSp>
        <p:nvGrpSpPr>
          <p:cNvPr id="100" name="Groupe 99">
            <a:extLst>
              <a:ext uri="{FF2B5EF4-FFF2-40B4-BE49-F238E27FC236}">
                <a16:creationId xmlns:a16="http://schemas.microsoft.com/office/drawing/2014/main" id="{55F1EF9F-A9FF-4AB3-804A-649B777BD7ED}"/>
              </a:ext>
            </a:extLst>
          </p:cNvPr>
          <p:cNvGrpSpPr/>
          <p:nvPr/>
        </p:nvGrpSpPr>
        <p:grpSpPr>
          <a:xfrm>
            <a:off x="8966411" y="4720603"/>
            <a:ext cx="1296115" cy="926351"/>
            <a:chOff x="1997405" y="4798055"/>
            <a:chExt cx="1296115" cy="926351"/>
          </a:xfrm>
        </p:grpSpPr>
        <p:grpSp>
          <p:nvGrpSpPr>
            <p:cNvPr id="94" name="Groupe 93">
              <a:extLst>
                <a:ext uri="{FF2B5EF4-FFF2-40B4-BE49-F238E27FC236}">
                  <a16:creationId xmlns:a16="http://schemas.microsoft.com/office/drawing/2014/main" id="{EA2788A8-6095-4B28-A365-A142E38D72C8}"/>
                </a:ext>
              </a:extLst>
            </p:cNvPr>
            <p:cNvGrpSpPr/>
            <p:nvPr/>
          </p:nvGrpSpPr>
          <p:grpSpPr>
            <a:xfrm>
              <a:off x="2408155" y="5016734"/>
              <a:ext cx="419101" cy="464345"/>
              <a:chOff x="792955" y="4326730"/>
              <a:chExt cx="419101" cy="464345"/>
            </a:xfrm>
          </p:grpSpPr>
          <p:pic>
            <p:nvPicPr>
              <p:cNvPr id="91" name="Graphique 90" descr="Chronomètre contour">
                <a:extLst>
                  <a:ext uri="{FF2B5EF4-FFF2-40B4-BE49-F238E27FC236}">
                    <a16:creationId xmlns:a16="http://schemas.microsoft.com/office/drawing/2014/main" id="{F3B6F26C-CFB3-4F2E-9E74-91550BC862C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3915" t="10918" r="14194" b="9430"/>
              <a:stretch/>
            </p:blipFill>
            <p:spPr>
              <a:xfrm>
                <a:off x="792955" y="4326730"/>
                <a:ext cx="419101" cy="464345"/>
              </a:xfrm>
              <a:prstGeom prst="rect">
                <a:avLst/>
              </a:prstGeom>
            </p:spPr>
          </p:pic>
          <p:sp>
            <p:nvSpPr>
              <p:cNvPr id="93" name="Ellipse 92">
                <a:extLst>
                  <a:ext uri="{FF2B5EF4-FFF2-40B4-BE49-F238E27FC236}">
                    <a16:creationId xmlns:a16="http://schemas.microsoft.com/office/drawing/2014/main" id="{72F7AAB0-A47A-444D-ACFA-13EA676B0E12}"/>
                  </a:ext>
                </a:extLst>
              </p:cNvPr>
              <p:cNvSpPr/>
              <p:nvPr/>
            </p:nvSpPr>
            <p:spPr>
              <a:xfrm>
                <a:off x="907409" y="4493271"/>
                <a:ext cx="191824" cy="191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e 96">
              <a:extLst>
                <a:ext uri="{FF2B5EF4-FFF2-40B4-BE49-F238E27FC236}">
                  <a16:creationId xmlns:a16="http://schemas.microsoft.com/office/drawing/2014/main" id="{7A917576-4FB3-49D6-9C83-A7164A0AD5D5}"/>
                </a:ext>
              </a:extLst>
            </p:cNvPr>
            <p:cNvGrpSpPr/>
            <p:nvPr/>
          </p:nvGrpSpPr>
          <p:grpSpPr>
            <a:xfrm>
              <a:off x="1997405" y="4798055"/>
              <a:ext cx="1296115" cy="926351"/>
              <a:chOff x="1997405" y="4798055"/>
              <a:chExt cx="1296115" cy="926351"/>
            </a:xfrm>
          </p:grpSpPr>
          <p:pic>
            <p:nvPicPr>
              <p:cNvPr id="60" name="Graphique 59" descr="Pellicule contour">
                <a:extLst>
                  <a:ext uri="{FF2B5EF4-FFF2-40B4-BE49-F238E27FC236}">
                    <a16:creationId xmlns:a16="http://schemas.microsoft.com/office/drawing/2014/main" id="{9C5ED28E-1A8E-4422-AE3F-4E5B62170B3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8479" t="25769" r="17614" b="28557"/>
              <a:stretch/>
            </p:blipFill>
            <p:spPr>
              <a:xfrm>
                <a:off x="1997405" y="4798055"/>
                <a:ext cx="1296115" cy="926351"/>
              </a:xfrm>
              <a:prstGeom prst="rect">
                <a:avLst/>
              </a:prstGeom>
            </p:spPr>
          </p:pic>
          <p:sp>
            <p:nvSpPr>
              <p:cNvPr id="95" name="Arc partiel 94">
                <a:extLst>
                  <a:ext uri="{FF2B5EF4-FFF2-40B4-BE49-F238E27FC236}">
                    <a16:creationId xmlns:a16="http://schemas.microsoft.com/office/drawing/2014/main" id="{8B52D4E0-E71A-4703-A75F-BBEA0B27ED43}"/>
                  </a:ext>
                </a:extLst>
              </p:cNvPr>
              <p:cNvSpPr/>
              <p:nvPr/>
            </p:nvSpPr>
            <p:spPr>
              <a:xfrm>
                <a:off x="2417488" y="5098579"/>
                <a:ext cx="377825" cy="377825"/>
              </a:xfrm>
              <a:prstGeom prst="pie">
                <a:avLst>
                  <a:gd name="adj1" fmla="val 16273655"/>
                  <a:gd name="adj2" fmla="val 2042892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99" name="Groupe 98">
            <a:extLst>
              <a:ext uri="{FF2B5EF4-FFF2-40B4-BE49-F238E27FC236}">
                <a16:creationId xmlns:a16="http://schemas.microsoft.com/office/drawing/2014/main" id="{738EC678-1959-4D93-B0DC-0F24F1862583}"/>
              </a:ext>
            </a:extLst>
          </p:cNvPr>
          <p:cNvGrpSpPr/>
          <p:nvPr/>
        </p:nvGrpSpPr>
        <p:grpSpPr>
          <a:xfrm>
            <a:off x="8941662" y="2239082"/>
            <a:ext cx="1040868" cy="1040868"/>
            <a:chOff x="2264321" y="2338648"/>
            <a:chExt cx="1040868" cy="1040868"/>
          </a:xfrm>
        </p:grpSpPr>
        <p:pic>
          <p:nvPicPr>
            <p:cNvPr id="58" name="Graphique 57" descr="Vibration du téléphone avec un remplissage uni">
              <a:extLst>
                <a:ext uri="{FF2B5EF4-FFF2-40B4-BE49-F238E27FC236}">
                  <a16:creationId xmlns:a16="http://schemas.microsoft.com/office/drawing/2014/main" id="{CD8DA5C6-2FC9-4045-9CBD-EAFAB900802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64321" y="2338648"/>
              <a:ext cx="1040868" cy="1040868"/>
            </a:xfrm>
            <a:prstGeom prst="rect">
              <a:avLst/>
            </a:prstGeom>
          </p:spPr>
        </p:pic>
        <p:sp>
          <p:nvSpPr>
            <p:cNvPr id="98" name="Ellipse 97">
              <a:extLst>
                <a:ext uri="{FF2B5EF4-FFF2-40B4-BE49-F238E27FC236}">
                  <a16:creationId xmlns:a16="http://schemas.microsoft.com/office/drawing/2014/main" id="{CE453F47-9DBB-4181-B2AA-A7008D635F74}"/>
                </a:ext>
              </a:extLst>
            </p:cNvPr>
            <p:cNvSpPr/>
            <p:nvPr/>
          </p:nvSpPr>
          <p:spPr>
            <a:xfrm rot="900000">
              <a:off x="2646547" y="2691070"/>
              <a:ext cx="297532" cy="29753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55000" lnSpcReduction="20000"/>
            </a:bodyPr>
            <a:lstStyle/>
            <a:p>
              <a:pPr algn="ctr"/>
              <a:r>
                <a:rPr lang="en-US" sz="2000" b="1" dirty="0"/>
                <a:t>46</a:t>
              </a:r>
            </a:p>
          </p:txBody>
        </p:sp>
      </p:grpSp>
      <p:pic>
        <p:nvPicPr>
          <p:cNvPr id="104" name="Graphique 103" descr="Centre d’appels avec un remplissage uni">
            <a:extLst>
              <a:ext uri="{FF2B5EF4-FFF2-40B4-BE49-F238E27FC236}">
                <a16:creationId xmlns:a16="http://schemas.microsoft.com/office/drawing/2014/main" id="{DBAA521C-F533-4C9E-A977-804ACA4FEF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977049" y="3293681"/>
            <a:ext cx="1494046" cy="1494046"/>
          </a:xfrm>
          <a:prstGeom prst="rect">
            <a:avLst/>
          </a:prstGeom>
        </p:spPr>
      </p:pic>
      <p:pic>
        <p:nvPicPr>
          <p:cNvPr id="107" name="Graphique 106" descr="Ordinateur portable avec un remplissage uni">
            <a:extLst>
              <a:ext uri="{FF2B5EF4-FFF2-40B4-BE49-F238E27FC236}">
                <a16:creationId xmlns:a16="http://schemas.microsoft.com/office/drawing/2014/main" id="{B2FD8202-DC2B-4A7F-9803-8F8BF90DFB8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30241" y="3489592"/>
            <a:ext cx="1082549" cy="1082549"/>
          </a:xfrm>
          <a:prstGeom prst="rect">
            <a:avLst/>
          </a:prstGeom>
        </p:spPr>
      </p:pic>
      <p:sp>
        <p:nvSpPr>
          <p:cNvPr id="108" name="Ellipse 107">
            <a:extLst>
              <a:ext uri="{FF2B5EF4-FFF2-40B4-BE49-F238E27FC236}">
                <a16:creationId xmlns:a16="http://schemas.microsoft.com/office/drawing/2014/main" id="{E5FA4F61-02F1-488E-888A-AB52FF289E2C}"/>
              </a:ext>
            </a:extLst>
          </p:cNvPr>
          <p:cNvSpPr/>
          <p:nvPr/>
        </p:nvSpPr>
        <p:spPr>
          <a:xfrm>
            <a:off x="2579596" y="4023650"/>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Ellipse 108">
            <a:extLst>
              <a:ext uri="{FF2B5EF4-FFF2-40B4-BE49-F238E27FC236}">
                <a16:creationId xmlns:a16="http://schemas.microsoft.com/office/drawing/2014/main" id="{AE0C27B0-EDD0-4FB7-B78B-AE8517D94F33}"/>
              </a:ext>
            </a:extLst>
          </p:cNvPr>
          <p:cNvSpPr/>
          <p:nvPr/>
        </p:nvSpPr>
        <p:spPr>
          <a:xfrm>
            <a:off x="2853509"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Ellipse 109">
            <a:extLst>
              <a:ext uri="{FF2B5EF4-FFF2-40B4-BE49-F238E27FC236}">
                <a16:creationId xmlns:a16="http://schemas.microsoft.com/office/drawing/2014/main" id="{600C7844-59ED-468B-8464-3F45D303EEE0}"/>
              </a:ext>
            </a:extLst>
          </p:cNvPr>
          <p:cNvSpPr/>
          <p:nvPr/>
        </p:nvSpPr>
        <p:spPr>
          <a:xfrm>
            <a:off x="3127422"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Ellipse 110">
            <a:extLst>
              <a:ext uri="{FF2B5EF4-FFF2-40B4-BE49-F238E27FC236}">
                <a16:creationId xmlns:a16="http://schemas.microsoft.com/office/drawing/2014/main" id="{BF312F77-933D-4382-A636-5040E04610D6}"/>
              </a:ext>
            </a:extLst>
          </p:cNvPr>
          <p:cNvSpPr/>
          <p:nvPr/>
        </p:nvSpPr>
        <p:spPr>
          <a:xfrm>
            <a:off x="3396281"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Ellipse 111">
            <a:extLst>
              <a:ext uri="{FF2B5EF4-FFF2-40B4-BE49-F238E27FC236}">
                <a16:creationId xmlns:a16="http://schemas.microsoft.com/office/drawing/2014/main" id="{7E175C16-E55C-4DDB-825C-A96767CCAF66}"/>
              </a:ext>
            </a:extLst>
          </p:cNvPr>
          <p:cNvSpPr/>
          <p:nvPr/>
        </p:nvSpPr>
        <p:spPr>
          <a:xfrm>
            <a:off x="3659199" y="4021900"/>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Ellipse 112">
            <a:extLst>
              <a:ext uri="{FF2B5EF4-FFF2-40B4-BE49-F238E27FC236}">
                <a16:creationId xmlns:a16="http://schemas.microsoft.com/office/drawing/2014/main" id="{829EC8CF-7683-4A01-B13E-9813CE2B0142}"/>
              </a:ext>
            </a:extLst>
          </p:cNvPr>
          <p:cNvSpPr/>
          <p:nvPr/>
        </p:nvSpPr>
        <p:spPr>
          <a:xfrm>
            <a:off x="3922919" y="4021899"/>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Bulle narrative : ronde 113">
            <a:extLst>
              <a:ext uri="{FF2B5EF4-FFF2-40B4-BE49-F238E27FC236}">
                <a16:creationId xmlns:a16="http://schemas.microsoft.com/office/drawing/2014/main" id="{00FCFAA0-E767-4A27-876B-F1ABD9C544FC}"/>
              </a:ext>
            </a:extLst>
          </p:cNvPr>
          <p:cNvSpPr/>
          <p:nvPr/>
        </p:nvSpPr>
        <p:spPr>
          <a:xfrm>
            <a:off x="621321" y="2239082"/>
            <a:ext cx="4034634" cy="1273702"/>
          </a:xfrm>
          <a:prstGeom prst="wedgeEllipseCallout">
            <a:avLst>
              <a:gd name="adj1" fmla="val -24988"/>
              <a:gd name="adj2" fmla="val 642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Why aren’t the users engaging in my messages ?</a:t>
            </a:r>
          </a:p>
        </p:txBody>
      </p:sp>
      <p:sp>
        <p:nvSpPr>
          <p:cNvPr id="115" name="Ellipse 114">
            <a:extLst>
              <a:ext uri="{FF2B5EF4-FFF2-40B4-BE49-F238E27FC236}">
                <a16:creationId xmlns:a16="http://schemas.microsoft.com/office/drawing/2014/main" id="{E52C9221-AC41-45B0-BA56-4873E9F7EC80}"/>
              </a:ext>
            </a:extLst>
          </p:cNvPr>
          <p:cNvSpPr/>
          <p:nvPr/>
        </p:nvSpPr>
        <p:spPr>
          <a:xfrm>
            <a:off x="4220119" y="4021899"/>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e 117">
            <a:extLst>
              <a:ext uri="{FF2B5EF4-FFF2-40B4-BE49-F238E27FC236}">
                <a16:creationId xmlns:a16="http://schemas.microsoft.com/office/drawing/2014/main" id="{9A434673-765E-4E8C-BBC1-E0A77B508ED3}"/>
              </a:ext>
            </a:extLst>
          </p:cNvPr>
          <p:cNvGrpSpPr/>
          <p:nvPr/>
        </p:nvGrpSpPr>
        <p:grpSpPr>
          <a:xfrm>
            <a:off x="181275" y="3604107"/>
            <a:ext cx="1983159" cy="1461454"/>
            <a:chOff x="420283" y="3559673"/>
            <a:chExt cx="1983159" cy="1461454"/>
          </a:xfrm>
        </p:grpSpPr>
        <p:pic>
          <p:nvPicPr>
            <p:cNvPr id="102" name="Graphique 101" descr="Personne confuse avec un remplissage uni">
              <a:extLst>
                <a:ext uri="{FF2B5EF4-FFF2-40B4-BE49-F238E27FC236}">
                  <a16:creationId xmlns:a16="http://schemas.microsoft.com/office/drawing/2014/main" id="{92ACD4B1-E499-4653-8499-930ABC2476C8}"/>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4825" r="14911" b="49785"/>
            <a:stretch/>
          </p:blipFill>
          <p:spPr>
            <a:xfrm>
              <a:off x="420283" y="3603842"/>
              <a:ext cx="1983159" cy="1417285"/>
            </a:xfrm>
            <a:prstGeom prst="rect">
              <a:avLst/>
            </a:prstGeom>
          </p:spPr>
        </p:pic>
        <p:pic>
          <p:nvPicPr>
            <p:cNvPr id="117" name="Graphique 116" descr="Visage triste à remplissage solide avec un remplissage uni">
              <a:extLst>
                <a:ext uri="{FF2B5EF4-FFF2-40B4-BE49-F238E27FC236}">
                  <a16:creationId xmlns:a16="http://schemas.microsoft.com/office/drawing/2014/main" id="{8FE521EC-763B-4F2C-B0EB-7B3AAF5381D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52645" y="3559673"/>
              <a:ext cx="697805" cy="697805"/>
            </a:xfrm>
            <a:prstGeom prst="rect">
              <a:avLst/>
            </a:prstGeom>
          </p:spPr>
        </p:pic>
      </p:grpSp>
      <p:pic>
        <p:nvPicPr>
          <p:cNvPr id="119" name="Graphique 118" descr="Ordinateur portable avec un remplissage uni">
            <a:extLst>
              <a:ext uri="{FF2B5EF4-FFF2-40B4-BE49-F238E27FC236}">
                <a16:creationId xmlns:a16="http://schemas.microsoft.com/office/drawing/2014/main" id="{3E265A4C-756B-4CD6-9029-593EA6D6DE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563614" y="3556953"/>
            <a:ext cx="1082549" cy="1082549"/>
          </a:xfrm>
          <a:prstGeom prst="rect">
            <a:avLst/>
          </a:prstGeom>
        </p:spPr>
      </p:pic>
    </p:spTree>
    <p:extLst>
      <p:ext uri="{BB962C8B-B14F-4D97-AF65-F5344CB8AC3E}">
        <p14:creationId xmlns:p14="http://schemas.microsoft.com/office/powerpoint/2010/main" val="3890201557"/>
      </p:ext>
    </p:extLst>
  </p:cSld>
  <p:clrMapOvr>
    <a:masterClrMapping/>
  </p:clrMapOvr>
  <mc:AlternateContent xmlns:mc="http://schemas.openxmlformats.org/markup-compatibility/2006" xmlns:p14="http://schemas.microsoft.com/office/powerpoint/2010/main">
    <mc:Choice Requires="p14">
      <p:transition spd="slow" p14:dur="2000" advTm="52492"/>
    </mc:Choice>
    <mc:Fallback xmlns="">
      <p:transition spd="slow" advTm="5249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a:bodyPr>
          <a:lstStyle/>
          <a:p>
            <a:pPr marL="0" indent="0" algn="ctr">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a:bodyPr>
          <a:lstStyle/>
          <a:p>
            <a:r>
              <a:rPr lang="en-US" noProof="1"/>
              <a:t>How many notifications and e-mails do you receive each day ? On average, how much attention do you pay for it?</a:t>
            </a:r>
          </a:p>
          <a:p>
            <a:r>
              <a:rPr lang="en-US" noProof="1"/>
              <a:t>How would you describe the evolution over the years ? Did it increase ? Decrease ?</a:t>
            </a:r>
          </a:p>
          <a:p>
            <a:endParaRPr lang="en-US" noProof="1"/>
          </a:p>
          <a:p>
            <a:pPr marL="0" indent="0">
              <a:buNone/>
            </a:pPr>
            <a:endParaRPr lang="en-US" noProof="1"/>
          </a:p>
        </p:txBody>
      </p:sp>
      <p:grpSp>
        <p:nvGrpSpPr>
          <p:cNvPr id="6" name="Groupe 5">
            <a:extLst>
              <a:ext uri="{FF2B5EF4-FFF2-40B4-BE49-F238E27FC236}">
                <a16:creationId xmlns:a16="http://schemas.microsoft.com/office/drawing/2014/main" id="{862A4185-6793-4285-8CEA-8790121666F4}"/>
              </a:ext>
            </a:extLst>
          </p:cNvPr>
          <p:cNvGrpSpPr/>
          <p:nvPr/>
        </p:nvGrpSpPr>
        <p:grpSpPr>
          <a:xfrm>
            <a:off x="2025397" y="3806209"/>
            <a:ext cx="2917701" cy="848590"/>
            <a:chOff x="4044446" y="3253735"/>
            <a:chExt cx="3689269" cy="1072995"/>
          </a:xfrm>
        </p:grpSpPr>
        <p:pic>
          <p:nvPicPr>
            <p:cNvPr id="7" name="Graphique 6" descr="Adresse de courrier avec un remplissage uni">
              <a:extLst>
                <a:ext uri="{FF2B5EF4-FFF2-40B4-BE49-F238E27FC236}">
                  <a16:creationId xmlns:a16="http://schemas.microsoft.com/office/drawing/2014/main" id="{C14A73EE-BD8B-44A5-BD6C-5CEC0ADB99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805706"/>
              <a:ext cx="267708" cy="267708"/>
            </a:xfrm>
            <a:prstGeom prst="rect">
              <a:avLst/>
            </a:prstGeom>
          </p:spPr>
        </p:pic>
        <p:pic>
          <p:nvPicPr>
            <p:cNvPr id="8" name="Graphique 7" descr="Adresse de courrier avec un remplissage uni">
              <a:extLst>
                <a:ext uri="{FF2B5EF4-FFF2-40B4-BE49-F238E27FC236}">
                  <a16:creationId xmlns:a16="http://schemas.microsoft.com/office/drawing/2014/main" id="{DC2828C0-220C-4271-B333-A45497AB3D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805706"/>
              <a:ext cx="267708" cy="267708"/>
            </a:xfrm>
            <a:prstGeom prst="rect">
              <a:avLst/>
            </a:prstGeom>
          </p:spPr>
        </p:pic>
        <p:pic>
          <p:nvPicPr>
            <p:cNvPr id="9" name="Graphique 8" descr="Adresse de courrier avec un remplissage uni">
              <a:extLst>
                <a:ext uri="{FF2B5EF4-FFF2-40B4-BE49-F238E27FC236}">
                  <a16:creationId xmlns:a16="http://schemas.microsoft.com/office/drawing/2014/main" id="{FC702389-6546-4C9D-9F9F-35AC93A983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805706"/>
              <a:ext cx="267708" cy="267708"/>
            </a:xfrm>
            <a:prstGeom prst="rect">
              <a:avLst/>
            </a:prstGeom>
          </p:spPr>
        </p:pic>
        <p:pic>
          <p:nvPicPr>
            <p:cNvPr id="10" name="Graphique 9" descr="Adresse de courrier avec un remplissage uni">
              <a:extLst>
                <a:ext uri="{FF2B5EF4-FFF2-40B4-BE49-F238E27FC236}">
                  <a16:creationId xmlns:a16="http://schemas.microsoft.com/office/drawing/2014/main" id="{D81698FD-48F2-4728-975F-D91D7E7A19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805706"/>
              <a:ext cx="267708" cy="267708"/>
            </a:xfrm>
            <a:prstGeom prst="rect">
              <a:avLst/>
            </a:prstGeom>
          </p:spPr>
        </p:pic>
        <p:pic>
          <p:nvPicPr>
            <p:cNvPr id="11" name="Graphique 10" descr="Adresse de courrier avec un remplissage uni">
              <a:extLst>
                <a:ext uri="{FF2B5EF4-FFF2-40B4-BE49-F238E27FC236}">
                  <a16:creationId xmlns:a16="http://schemas.microsoft.com/office/drawing/2014/main" id="{EE6DD808-8BD1-4C10-AE0A-6446DAE817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805706"/>
              <a:ext cx="267708" cy="267708"/>
            </a:xfrm>
            <a:prstGeom prst="rect">
              <a:avLst/>
            </a:prstGeom>
          </p:spPr>
        </p:pic>
        <p:pic>
          <p:nvPicPr>
            <p:cNvPr id="12" name="Graphique 11" descr="Adresse de courrier avec un remplissage uni">
              <a:extLst>
                <a:ext uri="{FF2B5EF4-FFF2-40B4-BE49-F238E27FC236}">
                  <a16:creationId xmlns:a16="http://schemas.microsoft.com/office/drawing/2014/main" id="{9187E7C6-80FF-45A8-8222-4DEAB4595D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805706"/>
              <a:ext cx="267708" cy="267708"/>
            </a:xfrm>
            <a:prstGeom prst="rect">
              <a:avLst/>
            </a:prstGeom>
          </p:spPr>
        </p:pic>
        <p:pic>
          <p:nvPicPr>
            <p:cNvPr id="13" name="Graphique 12" descr="Adresse de courrier avec un remplissage uni">
              <a:extLst>
                <a:ext uri="{FF2B5EF4-FFF2-40B4-BE49-F238E27FC236}">
                  <a16:creationId xmlns:a16="http://schemas.microsoft.com/office/drawing/2014/main" id="{29F82D16-F47F-497B-B14B-1A37CE9429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805706"/>
              <a:ext cx="267708" cy="267708"/>
            </a:xfrm>
            <a:prstGeom prst="rect">
              <a:avLst/>
            </a:prstGeom>
          </p:spPr>
        </p:pic>
        <p:pic>
          <p:nvPicPr>
            <p:cNvPr id="14" name="Graphique 13" descr="Adresse de courrier avec un remplissage uni">
              <a:extLst>
                <a:ext uri="{FF2B5EF4-FFF2-40B4-BE49-F238E27FC236}">
                  <a16:creationId xmlns:a16="http://schemas.microsoft.com/office/drawing/2014/main" id="{DED10F93-09C9-4EE2-9547-9D0941FD4F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805706"/>
              <a:ext cx="267708" cy="267708"/>
            </a:xfrm>
            <a:prstGeom prst="rect">
              <a:avLst/>
            </a:prstGeom>
          </p:spPr>
        </p:pic>
        <p:pic>
          <p:nvPicPr>
            <p:cNvPr id="15" name="Graphique 14" descr="Adresse de courrier avec un remplissage uni">
              <a:extLst>
                <a:ext uri="{FF2B5EF4-FFF2-40B4-BE49-F238E27FC236}">
                  <a16:creationId xmlns:a16="http://schemas.microsoft.com/office/drawing/2014/main" id="{A5845C09-0F5A-4F3B-8E95-C7BD997BFD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51441" y="4059022"/>
              <a:ext cx="267708" cy="267708"/>
            </a:xfrm>
            <a:prstGeom prst="rect">
              <a:avLst/>
            </a:prstGeom>
          </p:spPr>
        </p:pic>
        <p:pic>
          <p:nvPicPr>
            <p:cNvPr id="16" name="Graphique 15" descr="Adresse de courrier avec un remplissage uni">
              <a:extLst>
                <a:ext uri="{FF2B5EF4-FFF2-40B4-BE49-F238E27FC236}">
                  <a16:creationId xmlns:a16="http://schemas.microsoft.com/office/drawing/2014/main" id="{823F75C8-BDF2-46AC-951A-DE84ED47D0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91358" y="4059022"/>
              <a:ext cx="267708" cy="267708"/>
            </a:xfrm>
            <a:prstGeom prst="rect">
              <a:avLst/>
            </a:prstGeom>
          </p:spPr>
        </p:pic>
        <p:pic>
          <p:nvPicPr>
            <p:cNvPr id="17" name="Graphique 16" descr="Adresse de courrier avec un remplissage uni">
              <a:extLst>
                <a:ext uri="{FF2B5EF4-FFF2-40B4-BE49-F238E27FC236}">
                  <a16:creationId xmlns:a16="http://schemas.microsoft.com/office/drawing/2014/main" id="{E20463A7-CA04-4F23-A9BC-4F8576C85C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9236" y="4059022"/>
              <a:ext cx="267708" cy="267708"/>
            </a:xfrm>
            <a:prstGeom prst="rect">
              <a:avLst/>
            </a:prstGeom>
          </p:spPr>
        </p:pic>
        <p:pic>
          <p:nvPicPr>
            <p:cNvPr id="18" name="Graphique 17" descr="Adresse de courrier avec un remplissage uni">
              <a:extLst>
                <a:ext uri="{FF2B5EF4-FFF2-40B4-BE49-F238E27FC236}">
                  <a16:creationId xmlns:a16="http://schemas.microsoft.com/office/drawing/2014/main" id="{5EF1FAE7-5C78-43F0-B33A-0BF805642E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9153" y="4059022"/>
              <a:ext cx="267708" cy="267708"/>
            </a:xfrm>
            <a:prstGeom prst="rect">
              <a:avLst/>
            </a:prstGeom>
          </p:spPr>
        </p:pic>
        <p:pic>
          <p:nvPicPr>
            <p:cNvPr id="19" name="Graphique 18" descr="Adresse de courrier avec un remplissage uni">
              <a:extLst>
                <a:ext uri="{FF2B5EF4-FFF2-40B4-BE49-F238E27FC236}">
                  <a16:creationId xmlns:a16="http://schemas.microsoft.com/office/drawing/2014/main" id="{1B53FF83-94AB-406E-A399-4C0E707172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7031" y="4059022"/>
              <a:ext cx="267708" cy="267708"/>
            </a:xfrm>
            <a:prstGeom prst="rect">
              <a:avLst/>
            </a:prstGeom>
          </p:spPr>
        </p:pic>
        <p:pic>
          <p:nvPicPr>
            <p:cNvPr id="20" name="Graphique 19" descr="Adresse de courrier avec un remplissage uni">
              <a:extLst>
                <a:ext uri="{FF2B5EF4-FFF2-40B4-BE49-F238E27FC236}">
                  <a16:creationId xmlns:a16="http://schemas.microsoft.com/office/drawing/2014/main" id="{CFD480E9-C042-436B-8430-7C9B932790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66949" y="4059022"/>
              <a:ext cx="267708" cy="267708"/>
            </a:xfrm>
            <a:prstGeom prst="rect">
              <a:avLst/>
            </a:prstGeom>
          </p:spPr>
        </p:pic>
        <p:pic>
          <p:nvPicPr>
            <p:cNvPr id="21" name="Graphique 20" descr="Adresse de courrier avec un remplissage uni">
              <a:extLst>
                <a:ext uri="{FF2B5EF4-FFF2-40B4-BE49-F238E27FC236}">
                  <a16:creationId xmlns:a16="http://schemas.microsoft.com/office/drawing/2014/main" id="{1D2F3773-7FA1-4184-8AF6-1ADC292ABA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14826" y="4059022"/>
              <a:ext cx="267708" cy="267708"/>
            </a:xfrm>
            <a:prstGeom prst="rect">
              <a:avLst/>
            </a:prstGeom>
          </p:spPr>
        </p:pic>
        <p:pic>
          <p:nvPicPr>
            <p:cNvPr id="22" name="Graphique 21" descr="Adresse de courrier avec un remplissage uni">
              <a:extLst>
                <a:ext uri="{FF2B5EF4-FFF2-40B4-BE49-F238E27FC236}">
                  <a16:creationId xmlns:a16="http://schemas.microsoft.com/office/drawing/2014/main" id="{38DA7D5A-AC96-4EEF-9418-84B20BB1A6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54744" y="4059022"/>
              <a:ext cx="267708" cy="267708"/>
            </a:xfrm>
            <a:prstGeom prst="rect">
              <a:avLst/>
            </a:prstGeom>
          </p:spPr>
        </p:pic>
        <p:pic>
          <p:nvPicPr>
            <p:cNvPr id="23" name="Graphique 22" descr="Adresse de courrier avec un remplissage uni">
              <a:extLst>
                <a:ext uri="{FF2B5EF4-FFF2-40B4-BE49-F238E27FC236}">
                  <a16:creationId xmlns:a16="http://schemas.microsoft.com/office/drawing/2014/main" id="{86CBD72D-BCA4-4B4E-B3E2-D61E2749FE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798510"/>
              <a:ext cx="267708" cy="267708"/>
            </a:xfrm>
            <a:prstGeom prst="rect">
              <a:avLst/>
            </a:prstGeom>
          </p:spPr>
        </p:pic>
        <p:pic>
          <p:nvPicPr>
            <p:cNvPr id="24" name="Graphique 23" descr="Adresse de courrier avec un remplissage uni">
              <a:extLst>
                <a:ext uri="{FF2B5EF4-FFF2-40B4-BE49-F238E27FC236}">
                  <a16:creationId xmlns:a16="http://schemas.microsoft.com/office/drawing/2014/main" id="{7B756109-32B3-4DB6-9E64-1DEBF5536D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798510"/>
              <a:ext cx="267708" cy="267708"/>
            </a:xfrm>
            <a:prstGeom prst="rect">
              <a:avLst/>
            </a:prstGeom>
          </p:spPr>
        </p:pic>
        <p:pic>
          <p:nvPicPr>
            <p:cNvPr id="25" name="Graphique 24" descr="Adresse de courrier avec un remplissage uni">
              <a:extLst>
                <a:ext uri="{FF2B5EF4-FFF2-40B4-BE49-F238E27FC236}">
                  <a16:creationId xmlns:a16="http://schemas.microsoft.com/office/drawing/2014/main" id="{CD99CF8D-76F5-483E-8413-5A70B3A1DF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798510"/>
              <a:ext cx="267708" cy="267708"/>
            </a:xfrm>
            <a:prstGeom prst="rect">
              <a:avLst/>
            </a:prstGeom>
          </p:spPr>
        </p:pic>
        <p:pic>
          <p:nvPicPr>
            <p:cNvPr id="26" name="Graphique 25" descr="Adresse de courrier avec un remplissage uni">
              <a:extLst>
                <a:ext uri="{FF2B5EF4-FFF2-40B4-BE49-F238E27FC236}">
                  <a16:creationId xmlns:a16="http://schemas.microsoft.com/office/drawing/2014/main" id="{C0153815-FEE3-4A78-97F0-C5A450A4E2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798510"/>
              <a:ext cx="267708" cy="267708"/>
            </a:xfrm>
            <a:prstGeom prst="rect">
              <a:avLst/>
            </a:prstGeom>
          </p:spPr>
        </p:pic>
        <p:pic>
          <p:nvPicPr>
            <p:cNvPr id="27" name="Graphique 26" descr="Adresse de courrier avec un remplissage uni">
              <a:extLst>
                <a:ext uri="{FF2B5EF4-FFF2-40B4-BE49-F238E27FC236}">
                  <a16:creationId xmlns:a16="http://schemas.microsoft.com/office/drawing/2014/main" id="{C2A8368D-DAFD-4D76-A8AC-8A775DB2AD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798510"/>
              <a:ext cx="267708" cy="267708"/>
            </a:xfrm>
            <a:prstGeom prst="rect">
              <a:avLst/>
            </a:prstGeom>
          </p:spPr>
        </p:pic>
        <p:pic>
          <p:nvPicPr>
            <p:cNvPr id="28" name="Graphique 27" descr="Adresse de courrier avec un remplissage uni">
              <a:extLst>
                <a:ext uri="{FF2B5EF4-FFF2-40B4-BE49-F238E27FC236}">
                  <a16:creationId xmlns:a16="http://schemas.microsoft.com/office/drawing/2014/main" id="{6ABB6B2F-CF81-46EE-B8CC-9570F4A644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798510"/>
              <a:ext cx="267708" cy="267708"/>
            </a:xfrm>
            <a:prstGeom prst="rect">
              <a:avLst/>
            </a:prstGeom>
          </p:spPr>
        </p:pic>
        <p:pic>
          <p:nvPicPr>
            <p:cNvPr id="29" name="Graphique 28" descr="Adresse de courrier avec un remplissage uni">
              <a:extLst>
                <a:ext uri="{FF2B5EF4-FFF2-40B4-BE49-F238E27FC236}">
                  <a16:creationId xmlns:a16="http://schemas.microsoft.com/office/drawing/2014/main" id="{099D7178-DD10-4F29-B903-D7B1734498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798510"/>
              <a:ext cx="267708" cy="267708"/>
            </a:xfrm>
            <a:prstGeom prst="rect">
              <a:avLst/>
            </a:prstGeom>
          </p:spPr>
        </p:pic>
        <p:pic>
          <p:nvPicPr>
            <p:cNvPr id="30" name="Graphique 29" descr="Adresse de courrier avec un remplissage uni">
              <a:extLst>
                <a:ext uri="{FF2B5EF4-FFF2-40B4-BE49-F238E27FC236}">
                  <a16:creationId xmlns:a16="http://schemas.microsoft.com/office/drawing/2014/main" id="{B1DE0FED-C677-47E0-8402-B3A7FDEE5B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9616" y="4051826"/>
              <a:ext cx="267708" cy="267708"/>
            </a:xfrm>
            <a:prstGeom prst="rect">
              <a:avLst/>
            </a:prstGeom>
          </p:spPr>
        </p:pic>
        <p:pic>
          <p:nvPicPr>
            <p:cNvPr id="31" name="Graphique 30" descr="Adresse de courrier avec un remplissage uni">
              <a:extLst>
                <a:ext uri="{FF2B5EF4-FFF2-40B4-BE49-F238E27FC236}">
                  <a16:creationId xmlns:a16="http://schemas.microsoft.com/office/drawing/2014/main" id="{7E0C9AE4-F12A-4FBC-B5C6-68A3C22C20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9533" y="4051826"/>
              <a:ext cx="267708" cy="267708"/>
            </a:xfrm>
            <a:prstGeom prst="rect">
              <a:avLst/>
            </a:prstGeom>
          </p:spPr>
        </p:pic>
        <p:pic>
          <p:nvPicPr>
            <p:cNvPr id="32" name="Graphique 31" descr="Adresse de courrier avec un remplissage uni">
              <a:extLst>
                <a:ext uri="{FF2B5EF4-FFF2-40B4-BE49-F238E27FC236}">
                  <a16:creationId xmlns:a16="http://schemas.microsoft.com/office/drawing/2014/main" id="{1939745C-68F3-4C93-B1CF-FE969CA2D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7411" y="4051826"/>
              <a:ext cx="267708" cy="267708"/>
            </a:xfrm>
            <a:prstGeom prst="rect">
              <a:avLst/>
            </a:prstGeom>
          </p:spPr>
        </p:pic>
        <p:pic>
          <p:nvPicPr>
            <p:cNvPr id="33" name="Graphique 32" descr="Adresse de courrier avec un remplissage uni">
              <a:extLst>
                <a:ext uri="{FF2B5EF4-FFF2-40B4-BE49-F238E27FC236}">
                  <a16:creationId xmlns:a16="http://schemas.microsoft.com/office/drawing/2014/main" id="{2DD89D35-298A-4A95-8EAC-8E5524F941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7328" y="4051826"/>
              <a:ext cx="267708" cy="267708"/>
            </a:xfrm>
            <a:prstGeom prst="rect">
              <a:avLst/>
            </a:prstGeom>
          </p:spPr>
        </p:pic>
        <p:pic>
          <p:nvPicPr>
            <p:cNvPr id="34" name="Graphique 33" descr="Adresse de courrier avec un remplissage uni">
              <a:extLst>
                <a:ext uri="{FF2B5EF4-FFF2-40B4-BE49-F238E27FC236}">
                  <a16:creationId xmlns:a16="http://schemas.microsoft.com/office/drawing/2014/main" id="{507097BE-C660-4410-9609-8E590139E3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206" y="4051826"/>
              <a:ext cx="267708" cy="267708"/>
            </a:xfrm>
            <a:prstGeom prst="rect">
              <a:avLst/>
            </a:prstGeom>
          </p:spPr>
        </p:pic>
        <p:pic>
          <p:nvPicPr>
            <p:cNvPr id="35" name="Graphique 34" descr="Adresse de courrier avec un remplissage uni">
              <a:extLst>
                <a:ext uri="{FF2B5EF4-FFF2-40B4-BE49-F238E27FC236}">
                  <a16:creationId xmlns:a16="http://schemas.microsoft.com/office/drawing/2014/main" id="{8DBD5C70-1823-415D-8255-C713AC2B4F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5124" y="4051826"/>
              <a:ext cx="267708" cy="267708"/>
            </a:xfrm>
            <a:prstGeom prst="rect">
              <a:avLst/>
            </a:prstGeom>
          </p:spPr>
        </p:pic>
        <p:pic>
          <p:nvPicPr>
            <p:cNvPr id="36" name="Graphique 35" descr="Adresse de courrier avec un remplissage uni">
              <a:extLst>
                <a:ext uri="{FF2B5EF4-FFF2-40B4-BE49-F238E27FC236}">
                  <a16:creationId xmlns:a16="http://schemas.microsoft.com/office/drawing/2014/main" id="{96ED14C8-6F01-4F7B-A620-019D8F18F2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527066"/>
              <a:ext cx="267708" cy="267708"/>
            </a:xfrm>
            <a:prstGeom prst="rect">
              <a:avLst/>
            </a:prstGeom>
          </p:spPr>
        </p:pic>
        <p:pic>
          <p:nvPicPr>
            <p:cNvPr id="37" name="Graphique 36" descr="Adresse de courrier avec un remplissage uni">
              <a:extLst>
                <a:ext uri="{FF2B5EF4-FFF2-40B4-BE49-F238E27FC236}">
                  <a16:creationId xmlns:a16="http://schemas.microsoft.com/office/drawing/2014/main" id="{49E205B4-95CB-405F-B060-13BFD72D00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527066"/>
              <a:ext cx="267708" cy="267708"/>
            </a:xfrm>
            <a:prstGeom prst="rect">
              <a:avLst/>
            </a:prstGeom>
          </p:spPr>
        </p:pic>
        <p:pic>
          <p:nvPicPr>
            <p:cNvPr id="38" name="Graphique 37" descr="Adresse de courrier avec un remplissage uni">
              <a:extLst>
                <a:ext uri="{FF2B5EF4-FFF2-40B4-BE49-F238E27FC236}">
                  <a16:creationId xmlns:a16="http://schemas.microsoft.com/office/drawing/2014/main" id="{1754FFA8-3435-42E1-9579-5BF09888C4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527066"/>
              <a:ext cx="267708" cy="267708"/>
            </a:xfrm>
            <a:prstGeom prst="rect">
              <a:avLst/>
            </a:prstGeom>
          </p:spPr>
        </p:pic>
        <p:pic>
          <p:nvPicPr>
            <p:cNvPr id="39" name="Graphique 38" descr="Adresse de courrier avec un remplissage uni">
              <a:extLst>
                <a:ext uri="{FF2B5EF4-FFF2-40B4-BE49-F238E27FC236}">
                  <a16:creationId xmlns:a16="http://schemas.microsoft.com/office/drawing/2014/main" id="{AF9669A9-1D47-430A-8C90-46702FBC57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527066"/>
              <a:ext cx="267708" cy="267708"/>
            </a:xfrm>
            <a:prstGeom prst="rect">
              <a:avLst/>
            </a:prstGeom>
          </p:spPr>
        </p:pic>
        <p:pic>
          <p:nvPicPr>
            <p:cNvPr id="40" name="Graphique 39" descr="Adresse de courrier avec un remplissage uni">
              <a:extLst>
                <a:ext uri="{FF2B5EF4-FFF2-40B4-BE49-F238E27FC236}">
                  <a16:creationId xmlns:a16="http://schemas.microsoft.com/office/drawing/2014/main" id="{5AB2D756-4EFE-4B7B-9ECC-18EEA768C4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527066"/>
              <a:ext cx="267708" cy="267708"/>
            </a:xfrm>
            <a:prstGeom prst="rect">
              <a:avLst/>
            </a:prstGeom>
          </p:spPr>
        </p:pic>
        <p:pic>
          <p:nvPicPr>
            <p:cNvPr id="41" name="Graphique 40" descr="Adresse de courrier avec un remplissage uni">
              <a:extLst>
                <a:ext uri="{FF2B5EF4-FFF2-40B4-BE49-F238E27FC236}">
                  <a16:creationId xmlns:a16="http://schemas.microsoft.com/office/drawing/2014/main" id="{4EE33E1E-6451-47D3-8DA1-E30E384FD1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527066"/>
              <a:ext cx="267708" cy="267708"/>
            </a:xfrm>
            <a:prstGeom prst="rect">
              <a:avLst/>
            </a:prstGeom>
          </p:spPr>
        </p:pic>
        <p:pic>
          <p:nvPicPr>
            <p:cNvPr id="42" name="Graphique 41" descr="Adresse de courrier avec un remplissage uni">
              <a:extLst>
                <a:ext uri="{FF2B5EF4-FFF2-40B4-BE49-F238E27FC236}">
                  <a16:creationId xmlns:a16="http://schemas.microsoft.com/office/drawing/2014/main" id="{762238D9-2AC8-401F-94E0-8EF1B956C9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527066"/>
              <a:ext cx="267708" cy="267708"/>
            </a:xfrm>
            <a:prstGeom prst="rect">
              <a:avLst/>
            </a:prstGeom>
          </p:spPr>
        </p:pic>
        <p:pic>
          <p:nvPicPr>
            <p:cNvPr id="43" name="Graphique 42" descr="Adresse de courrier avec un remplissage uni">
              <a:extLst>
                <a:ext uri="{FF2B5EF4-FFF2-40B4-BE49-F238E27FC236}">
                  <a16:creationId xmlns:a16="http://schemas.microsoft.com/office/drawing/2014/main" id="{CD2204F8-034A-4CD1-AFC8-37A46BCBC6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527066"/>
              <a:ext cx="267708" cy="267708"/>
            </a:xfrm>
            <a:prstGeom prst="rect">
              <a:avLst/>
            </a:prstGeom>
          </p:spPr>
        </p:pic>
        <p:pic>
          <p:nvPicPr>
            <p:cNvPr id="44" name="Graphique 43" descr="Adresse de courrier avec un remplissage uni">
              <a:extLst>
                <a:ext uri="{FF2B5EF4-FFF2-40B4-BE49-F238E27FC236}">
                  <a16:creationId xmlns:a16="http://schemas.microsoft.com/office/drawing/2014/main" id="{8AF4FB8C-BC21-4C76-9FDE-02C6EB3B28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519870"/>
              <a:ext cx="267708" cy="267708"/>
            </a:xfrm>
            <a:prstGeom prst="rect">
              <a:avLst/>
            </a:prstGeom>
          </p:spPr>
        </p:pic>
        <p:pic>
          <p:nvPicPr>
            <p:cNvPr id="45" name="Graphique 44" descr="Adresse de courrier avec un remplissage uni">
              <a:extLst>
                <a:ext uri="{FF2B5EF4-FFF2-40B4-BE49-F238E27FC236}">
                  <a16:creationId xmlns:a16="http://schemas.microsoft.com/office/drawing/2014/main" id="{12D0E036-1378-464C-B6FF-9DC3B1F71A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519870"/>
              <a:ext cx="267708" cy="267708"/>
            </a:xfrm>
            <a:prstGeom prst="rect">
              <a:avLst/>
            </a:prstGeom>
          </p:spPr>
        </p:pic>
        <p:pic>
          <p:nvPicPr>
            <p:cNvPr id="46" name="Graphique 45" descr="Adresse de courrier avec un remplissage uni">
              <a:extLst>
                <a:ext uri="{FF2B5EF4-FFF2-40B4-BE49-F238E27FC236}">
                  <a16:creationId xmlns:a16="http://schemas.microsoft.com/office/drawing/2014/main" id="{FA4CD64E-E0FE-41F7-BFEA-C3EF020D2C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519870"/>
              <a:ext cx="267708" cy="267708"/>
            </a:xfrm>
            <a:prstGeom prst="rect">
              <a:avLst/>
            </a:prstGeom>
          </p:spPr>
        </p:pic>
        <p:pic>
          <p:nvPicPr>
            <p:cNvPr id="47" name="Graphique 46" descr="Adresse de courrier avec un remplissage uni">
              <a:extLst>
                <a:ext uri="{FF2B5EF4-FFF2-40B4-BE49-F238E27FC236}">
                  <a16:creationId xmlns:a16="http://schemas.microsoft.com/office/drawing/2014/main" id="{F59EDD10-D1B5-4FB4-AF17-1B67FBC98F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519870"/>
              <a:ext cx="267708" cy="267708"/>
            </a:xfrm>
            <a:prstGeom prst="rect">
              <a:avLst/>
            </a:prstGeom>
          </p:spPr>
        </p:pic>
        <p:pic>
          <p:nvPicPr>
            <p:cNvPr id="48" name="Graphique 47" descr="Adresse de courrier avec un remplissage uni">
              <a:extLst>
                <a:ext uri="{FF2B5EF4-FFF2-40B4-BE49-F238E27FC236}">
                  <a16:creationId xmlns:a16="http://schemas.microsoft.com/office/drawing/2014/main" id="{0CD5F181-3676-408B-9021-35B5993E45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519870"/>
              <a:ext cx="267708" cy="267708"/>
            </a:xfrm>
            <a:prstGeom prst="rect">
              <a:avLst/>
            </a:prstGeom>
          </p:spPr>
        </p:pic>
        <p:pic>
          <p:nvPicPr>
            <p:cNvPr id="49" name="Graphique 48" descr="Adresse de courrier avec un remplissage uni">
              <a:extLst>
                <a:ext uri="{FF2B5EF4-FFF2-40B4-BE49-F238E27FC236}">
                  <a16:creationId xmlns:a16="http://schemas.microsoft.com/office/drawing/2014/main" id="{9FB7EFD8-7F34-431D-843D-35F623B53D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519870"/>
              <a:ext cx="267708" cy="267708"/>
            </a:xfrm>
            <a:prstGeom prst="rect">
              <a:avLst/>
            </a:prstGeom>
          </p:spPr>
        </p:pic>
        <p:pic>
          <p:nvPicPr>
            <p:cNvPr id="50" name="Graphique 49" descr="Adresse de courrier avec un remplissage uni">
              <a:extLst>
                <a:ext uri="{FF2B5EF4-FFF2-40B4-BE49-F238E27FC236}">
                  <a16:creationId xmlns:a16="http://schemas.microsoft.com/office/drawing/2014/main" id="{38289308-CE67-468B-81C1-3F9C1C01CB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519870"/>
              <a:ext cx="267708" cy="267708"/>
            </a:xfrm>
            <a:prstGeom prst="rect">
              <a:avLst/>
            </a:prstGeom>
          </p:spPr>
        </p:pic>
        <p:pic>
          <p:nvPicPr>
            <p:cNvPr id="51" name="Graphique 50" descr="Adresse de courrier avec un remplissage uni">
              <a:extLst>
                <a:ext uri="{FF2B5EF4-FFF2-40B4-BE49-F238E27FC236}">
                  <a16:creationId xmlns:a16="http://schemas.microsoft.com/office/drawing/2014/main" id="{879165D5-989D-418B-B8E9-8046B70CAC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260931"/>
              <a:ext cx="267708" cy="267708"/>
            </a:xfrm>
            <a:prstGeom prst="rect">
              <a:avLst/>
            </a:prstGeom>
          </p:spPr>
        </p:pic>
        <p:pic>
          <p:nvPicPr>
            <p:cNvPr id="52" name="Graphique 51" descr="Adresse de courrier avec un remplissage uni">
              <a:extLst>
                <a:ext uri="{FF2B5EF4-FFF2-40B4-BE49-F238E27FC236}">
                  <a16:creationId xmlns:a16="http://schemas.microsoft.com/office/drawing/2014/main" id="{5AEDE99C-2536-4CF9-BB7F-C7CA24297C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260931"/>
              <a:ext cx="267708" cy="267708"/>
            </a:xfrm>
            <a:prstGeom prst="rect">
              <a:avLst/>
            </a:prstGeom>
          </p:spPr>
        </p:pic>
        <p:pic>
          <p:nvPicPr>
            <p:cNvPr id="53" name="Graphique 52" descr="Adresse de courrier avec un remplissage uni">
              <a:extLst>
                <a:ext uri="{FF2B5EF4-FFF2-40B4-BE49-F238E27FC236}">
                  <a16:creationId xmlns:a16="http://schemas.microsoft.com/office/drawing/2014/main" id="{57FF8630-77E5-4F56-AB13-B6A09A5C19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260931"/>
              <a:ext cx="267708" cy="267708"/>
            </a:xfrm>
            <a:prstGeom prst="rect">
              <a:avLst/>
            </a:prstGeom>
          </p:spPr>
        </p:pic>
        <p:pic>
          <p:nvPicPr>
            <p:cNvPr id="54" name="Graphique 53" descr="Adresse de courrier avec un remplissage uni">
              <a:extLst>
                <a:ext uri="{FF2B5EF4-FFF2-40B4-BE49-F238E27FC236}">
                  <a16:creationId xmlns:a16="http://schemas.microsoft.com/office/drawing/2014/main" id="{616D29A7-8200-494C-9B59-3C9194E158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260931"/>
              <a:ext cx="267708" cy="267708"/>
            </a:xfrm>
            <a:prstGeom prst="rect">
              <a:avLst/>
            </a:prstGeom>
          </p:spPr>
        </p:pic>
        <p:pic>
          <p:nvPicPr>
            <p:cNvPr id="55" name="Graphique 54" descr="Adresse de courrier avec un remplissage uni">
              <a:extLst>
                <a:ext uri="{FF2B5EF4-FFF2-40B4-BE49-F238E27FC236}">
                  <a16:creationId xmlns:a16="http://schemas.microsoft.com/office/drawing/2014/main" id="{AEACECB2-7DF6-40F4-B26F-D5823C4136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260931"/>
              <a:ext cx="267708" cy="267708"/>
            </a:xfrm>
            <a:prstGeom prst="rect">
              <a:avLst/>
            </a:prstGeom>
          </p:spPr>
        </p:pic>
        <p:pic>
          <p:nvPicPr>
            <p:cNvPr id="56" name="Graphique 55" descr="Adresse de courrier avec un remplissage uni">
              <a:extLst>
                <a:ext uri="{FF2B5EF4-FFF2-40B4-BE49-F238E27FC236}">
                  <a16:creationId xmlns:a16="http://schemas.microsoft.com/office/drawing/2014/main" id="{193F3B4D-404B-4B74-B732-013E1D3755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260931"/>
              <a:ext cx="267708" cy="267708"/>
            </a:xfrm>
            <a:prstGeom prst="rect">
              <a:avLst/>
            </a:prstGeom>
          </p:spPr>
        </p:pic>
        <p:pic>
          <p:nvPicPr>
            <p:cNvPr id="57" name="Graphique 56" descr="Adresse de courrier avec un remplissage uni">
              <a:extLst>
                <a:ext uri="{FF2B5EF4-FFF2-40B4-BE49-F238E27FC236}">
                  <a16:creationId xmlns:a16="http://schemas.microsoft.com/office/drawing/2014/main" id="{16562A59-C984-442C-AF3D-1BC4437A8D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260931"/>
              <a:ext cx="267708" cy="267708"/>
            </a:xfrm>
            <a:prstGeom prst="rect">
              <a:avLst/>
            </a:prstGeom>
          </p:spPr>
        </p:pic>
        <p:pic>
          <p:nvPicPr>
            <p:cNvPr id="58" name="Graphique 57" descr="Adresse de courrier avec un remplissage uni">
              <a:extLst>
                <a:ext uri="{FF2B5EF4-FFF2-40B4-BE49-F238E27FC236}">
                  <a16:creationId xmlns:a16="http://schemas.microsoft.com/office/drawing/2014/main" id="{BEC61109-56DF-40A2-A194-9D7D1222D8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260931"/>
              <a:ext cx="267708" cy="267708"/>
            </a:xfrm>
            <a:prstGeom prst="rect">
              <a:avLst/>
            </a:prstGeom>
          </p:spPr>
        </p:pic>
        <p:pic>
          <p:nvPicPr>
            <p:cNvPr id="59" name="Graphique 58" descr="Adresse de courrier avec un remplissage uni">
              <a:extLst>
                <a:ext uri="{FF2B5EF4-FFF2-40B4-BE49-F238E27FC236}">
                  <a16:creationId xmlns:a16="http://schemas.microsoft.com/office/drawing/2014/main" id="{AF9F17F2-FD62-4E80-8FB3-460F10526E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253735"/>
              <a:ext cx="267708" cy="267708"/>
            </a:xfrm>
            <a:prstGeom prst="rect">
              <a:avLst/>
            </a:prstGeom>
          </p:spPr>
        </p:pic>
        <p:pic>
          <p:nvPicPr>
            <p:cNvPr id="60" name="Graphique 59" descr="Adresse de courrier avec un remplissage uni">
              <a:extLst>
                <a:ext uri="{FF2B5EF4-FFF2-40B4-BE49-F238E27FC236}">
                  <a16:creationId xmlns:a16="http://schemas.microsoft.com/office/drawing/2014/main" id="{92604020-455B-4332-8016-1C21B36F3A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253735"/>
              <a:ext cx="267708" cy="267708"/>
            </a:xfrm>
            <a:prstGeom prst="rect">
              <a:avLst/>
            </a:prstGeom>
          </p:spPr>
        </p:pic>
        <p:pic>
          <p:nvPicPr>
            <p:cNvPr id="61" name="Graphique 60" descr="Adresse de courrier avec un remplissage uni">
              <a:extLst>
                <a:ext uri="{FF2B5EF4-FFF2-40B4-BE49-F238E27FC236}">
                  <a16:creationId xmlns:a16="http://schemas.microsoft.com/office/drawing/2014/main" id="{40F4EC79-F5A4-4D76-80A1-7BA2567B01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253735"/>
              <a:ext cx="267708" cy="267708"/>
            </a:xfrm>
            <a:prstGeom prst="rect">
              <a:avLst/>
            </a:prstGeom>
          </p:spPr>
        </p:pic>
        <p:pic>
          <p:nvPicPr>
            <p:cNvPr id="62" name="Graphique 61" descr="Adresse de courrier avec un remplissage uni">
              <a:extLst>
                <a:ext uri="{FF2B5EF4-FFF2-40B4-BE49-F238E27FC236}">
                  <a16:creationId xmlns:a16="http://schemas.microsoft.com/office/drawing/2014/main" id="{D99B6221-3F29-44B7-8869-DE10ADC16E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253735"/>
              <a:ext cx="267708" cy="267708"/>
            </a:xfrm>
            <a:prstGeom prst="rect">
              <a:avLst/>
            </a:prstGeom>
          </p:spPr>
        </p:pic>
        <p:pic>
          <p:nvPicPr>
            <p:cNvPr id="63" name="Graphique 62" descr="Adresse de courrier avec un remplissage uni">
              <a:extLst>
                <a:ext uri="{FF2B5EF4-FFF2-40B4-BE49-F238E27FC236}">
                  <a16:creationId xmlns:a16="http://schemas.microsoft.com/office/drawing/2014/main" id="{FC678251-AA46-4084-A5D7-B215CECDC6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253735"/>
              <a:ext cx="267708" cy="267708"/>
            </a:xfrm>
            <a:prstGeom prst="rect">
              <a:avLst/>
            </a:prstGeom>
          </p:spPr>
        </p:pic>
        <p:pic>
          <p:nvPicPr>
            <p:cNvPr id="64" name="Graphique 63" descr="Adresse de courrier avec un remplissage uni">
              <a:extLst>
                <a:ext uri="{FF2B5EF4-FFF2-40B4-BE49-F238E27FC236}">
                  <a16:creationId xmlns:a16="http://schemas.microsoft.com/office/drawing/2014/main" id="{4D231447-D1BB-4DB2-B1E2-BA8B5BD37D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253735"/>
              <a:ext cx="267708" cy="267708"/>
            </a:xfrm>
            <a:prstGeom prst="rect">
              <a:avLst/>
            </a:prstGeom>
          </p:spPr>
        </p:pic>
        <p:pic>
          <p:nvPicPr>
            <p:cNvPr id="65" name="Graphique 64" descr="Adresse de courrier avec un remplissage uni">
              <a:extLst>
                <a:ext uri="{FF2B5EF4-FFF2-40B4-BE49-F238E27FC236}">
                  <a16:creationId xmlns:a16="http://schemas.microsoft.com/office/drawing/2014/main" id="{90C32752-CE80-4547-8B30-F752838A01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253735"/>
              <a:ext cx="267708" cy="267708"/>
            </a:xfrm>
            <a:prstGeom prst="rect">
              <a:avLst/>
            </a:prstGeom>
          </p:spPr>
        </p:pic>
      </p:grpSp>
      <p:grpSp>
        <p:nvGrpSpPr>
          <p:cNvPr id="66" name="Groupe 65">
            <a:extLst>
              <a:ext uri="{FF2B5EF4-FFF2-40B4-BE49-F238E27FC236}">
                <a16:creationId xmlns:a16="http://schemas.microsoft.com/office/drawing/2014/main" id="{2915322B-8784-43C8-B1E5-9745B6E8A814}"/>
              </a:ext>
            </a:extLst>
          </p:cNvPr>
          <p:cNvGrpSpPr/>
          <p:nvPr/>
        </p:nvGrpSpPr>
        <p:grpSpPr>
          <a:xfrm>
            <a:off x="1953051" y="5049077"/>
            <a:ext cx="1296115" cy="926351"/>
            <a:chOff x="1997405" y="4798055"/>
            <a:chExt cx="1296115" cy="926351"/>
          </a:xfrm>
        </p:grpSpPr>
        <p:grpSp>
          <p:nvGrpSpPr>
            <p:cNvPr id="67" name="Groupe 66">
              <a:extLst>
                <a:ext uri="{FF2B5EF4-FFF2-40B4-BE49-F238E27FC236}">
                  <a16:creationId xmlns:a16="http://schemas.microsoft.com/office/drawing/2014/main" id="{454A2B42-3F95-47D4-BF14-AABF71EA0924}"/>
                </a:ext>
              </a:extLst>
            </p:cNvPr>
            <p:cNvGrpSpPr/>
            <p:nvPr/>
          </p:nvGrpSpPr>
          <p:grpSpPr>
            <a:xfrm>
              <a:off x="2408155" y="5016734"/>
              <a:ext cx="419101" cy="464345"/>
              <a:chOff x="792955" y="4326730"/>
              <a:chExt cx="419101" cy="464345"/>
            </a:xfrm>
          </p:grpSpPr>
          <p:pic>
            <p:nvPicPr>
              <p:cNvPr id="71" name="Graphique 70" descr="Chronomètre contour">
                <a:extLst>
                  <a:ext uri="{FF2B5EF4-FFF2-40B4-BE49-F238E27FC236}">
                    <a16:creationId xmlns:a16="http://schemas.microsoft.com/office/drawing/2014/main" id="{544B989C-F0CD-4B06-BA42-E3C5A859B3A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915" t="10918" r="14194" b="9430"/>
              <a:stretch/>
            </p:blipFill>
            <p:spPr>
              <a:xfrm>
                <a:off x="792955" y="4326730"/>
                <a:ext cx="419101" cy="464345"/>
              </a:xfrm>
              <a:prstGeom prst="rect">
                <a:avLst/>
              </a:prstGeom>
            </p:spPr>
          </p:pic>
          <p:sp>
            <p:nvSpPr>
              <p:cNvPr id="72" name="Ellipse 71">
                <a:extLst>
                  <a:ext uri="{FF2B5EF4-FFF2-40B4-BE49-F238E27FC236}">
                    <a16:creationId xmlns:a16="http://schemas.microsoft.com/office/drawing/2014/main" id="{57A2B2C6-C399-4E31-A322-5D9062884034}"/>
                  </a:ext>
                </a:extLst>
              </p:cNvPr>
              <p:cNvSpPr/>
              <p:nvPr/>
            </p:nvSpPr>
            <p:spPr>
              <a:xfrm>
                <a:off x="907409" y="4493271"/>
                <a:ext cx="191824" cy="191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e 67">
              <a:extLst>
                <a:ext uri="{FF2B5EF4-FFF2-40B4-BE49-F238E27FC236}">
                  <a16:creationId xmlns:a16="http://schemas.microsoft.com/office/drawing/2014/main" id="{820864A8-8F1B-4A3A-838A-13B3A1DDA943}"/>
                </a:ext>
              </a:extLst>
            </p:cNvPr>
            <p:cNvGrpSpPr/>
            <p:nvPr/>
          </p:nvGrpSpPr>
          <p:grpSpPr>
            <a:xfrm>
              <a:off x="1997405" y="4798055"/>
              <a:ext cx="1296115" cy="926351"/>
              <a:chOff x="1997405" y="4798055"/>
              <a:chExt cx="1296115" cy="926351"/>
            </a:xfrm>
          </p:grpSpPr>
          <p:pic>
            <p:nvPicPr>
              <p:cNvPr id="69" name="Graphique 68" descr="Pellicule contour">
                <a:extLst>
                  <a:ext uri="{FF2B5EF4-FFF2-40B4-BE49-F238E27FC236}">
                    <a16:creationId xmlns:a16="http://schemas.microsoft.com/office/drawing/2014/main" id="{E07BC2E1-8951-4A49-8127-E6E8850106AC}"/>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8479" t="25769" r="17614" b="28557"/>
              <a:stretch/>
            </p:blipFill>
            <p:spPr>
              <a:xfrm>
                <a:off x="1997405" y="4798055"/>
                <a:ext cx="1296115" cy="926351"/>
              </a:xfrm>
              <a:prstGeom prst="rect">
                <a:avLst/>
              </a:prstGeom>
            </p:spPr>
          </p:pic>
          <p:sp>
            <p:nvSpPr>
              <p:cNvPr id="70" name="Arc partiel 69">
                <a:extLst>
                  <a:ext uri="{FF2B5EF4-FFF2-40B4-BE49-F238E27FC236}">
                    <a16:creationId xmlns:a16="http://schemas.microsoft.com/office/drawing/2014/main" id="{6FC1E3D3-D0D2-4DF4-A45B-E28A321E025F}"/>
                  </a:ext>
                </a:extLst>
              </p:cNvPr>
              <p:cNvSpPr/>
              <p:nvPr/>
            </p:nvSpPr>
            <p:spPr>
              <a:xfrm>
                <a:off x="2417488" y="5098579"/>
                <a:ext cx="377825" cy="377825"/>
              </a:xfrm>
              <a:prstGeom prst="pie">
                <a:avLst>
                  <a:gd name="adj1" fmla="val 16273655"/>
                  <a:gd name="adj2" fmla="val 2042892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73" name="Groupe 72">
            <a:extLst>
              <a:ext uri="{FF2B5EF4-FFF2-40B4-BE49-F238E27FC236}">
                <a16:creationId xmlns:a16="http://schemas.microsoft.com/office/drawing/2014/main" id="{A1AC763B-DD46-432A-849F-B543B4342294}"/>
              </a:ext>
            </a:extLst>
          </p:cNvPr>
          <p:cNvGrpSpPr/>
          <p:nvPr/>
        </p:nvGrpSpPr>
        <p:grpSpPr>
          <a:xfrm>
            <a:off x="1928302" y="2567556"/>
            <a:ext cx="1040868" cy="1040868"/>
            <a:chOff x="2264321" y="2338648"/>
            <a:chExt cx="1040868" cy="1040868"/>
          </a:xfrm>
        </p:grpSpPr>
        <p:pic>
          <p:nvPicPr>
            <p:cNvPr id="74" name="Graphique 73" descr="Vibration du téléphone avec un remplissage uni">
              <a:extLst>
                <a:ext uri="{FF2B5EF4-FFF2-40B4-BE49-F238E27FC236}">
                  <a16:creationId xmlns:a16="http://schemas.microsoft.com/office/drawing/2014/main" id="{300C48AA-041B-4E74-B0E4-DA4528E2DCD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64321" y="2338648"/>
              <a:ext cx="1040868" cy="1040868"/>
            </a:xfrm>
            <a:prstGeom prst="rect">
              <a:avLst/>
            </a:prstGeom>
          </p:spPr>
        </p:pic>
        <p:sp>
          <p:nvSpPr>
            <p:cNvPr id="75" name="Ellipse 74">
              <a:extLst>
                <a:ext uri="{FF2B5EF4-FFF2-40B4-BE49-F238E27FC236}">
                  <a16:creationId xmlns:a16="http://schemas.microsoft.com/office/drawing/2014/main" id="{93CDE8E4-7247-4860-89D3-C836C618700F}"/>
                </a:ext>
              </a:extLst>
            </p:cNvPr>
            <p:cNvSpPr/>
            <p:nvPr/>
          </p:nvSpPr>
          <p:spPr>
            <a:xfrm rot="900000">
              <a:off x="2646547" y="2691070"/>
              <a:ext cx="297532" cy="29753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55000" lnSpcReduction="20000"/>
            </a:bodyPr>
            <a:lstStyle/>
            <a:p>
              <a:pPr algn="ctr"/>
              <a:r>
                <a:rPr lang="en-US" sz="2000" b="1" dirty="0"/>
                <a:t>46</a:t>
              </a:r>
            </a:p>
          </p:txBody>
        </p:sp>
      </p:grpSp>
    </p:spTree>
    <p:extLst>
      <p:ext uri="{BB962C8B-B14F-4D97-AF65-F5344CB8AC3E}">
        <p14:creationId xmlns:p14="http://schemas.microsoft.com/office/powerpoint/2010/main" val="4223654215"/>
      </p:ext>
    </p:extLst>
  </p:cSld>
  <p:clrMapOvr>
    <a:masterClrMapping/>
  </p:clrMapOvr>
  <mc:AlternateContent xmlns:mc="http://schemas.openxmlformats.org/markup-compatibility/2006" xmlns:p14="http://schemas.microsoft.com/office/powerpoint/2010/main">
    <mc:Choice Requires="p14">
      <p:transition spd="slow" p14:dur="2000" advTm="23855"/>
    </mc:Choice>
    <mc:Fallback xmlns="">
      <p:transition spd="slow" advTm="2385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BCFE1A-DEBB-4A8A-A027-1D700F02B891}"/>
              </a:ext>
            </a:extLst>
          </p:cNvPr>
          <p:cNvSpPr/>
          <p:nvPr/>
        </p:nvSpPr>
        <p:spPr>
          <a:xfrm>
            <a:off x="4041605" y="1987770"/>
            <a:ext cx="2832439" cy="1511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Challenge #C2</a:t>
            </a:r>
            <a:br>
              <a:rPr lang="en-US" dirty="0"/>
            </a:br>
            <a:r>
              <a:rPr lang="en-US" dirty="0"/>
              <a:t>Getting a click / a touch</a:t>
            </a:r>
          </a:p>
        </p:txBody>
      </p:sp>
      <p:sp>
        <p:nvSpPr>
          <p:cNvPr id="3" name="Espace réservé du contenu 2">
            <a:extLst>
              <a:ext uri="{FF2B5EF4-FFF2-40B4-BE49-F238E27FC236}">
                <a16:creationId xmlns:a16="http://schemas.microsoft.com/office/drawing/2014/main" id="{76532BC2-2047-484F-A695-32D03E87C8B4}"/>
              </a:ext>
            </a:extLst>
          </p:cNvPr>
          <p:cNvSpPr>
            <a:spLocks noGrp="1"/>
          </p:cNvSpPr>
          <p:nvPr>
            <p:ph idx="1"/>
          </p:nvPr>
        </p:nvSpPr>
        <p:spPr>
          <a:xfrm>
            <a:off x="484444" y="2735199"/>
            <a:ext cx="1988951" cy="3694176"/>
          </a:xfrm>
        </p:spPr>
        <p:txBody>
          <a:bodyPr>
            <a:normAutofit/>
          </a:bodyPr>
          <a:lstStyle/>
          <a:p>
            <a:pPr marL="0" indent="0">
              <a:buNone/>
            </a:pPr>
            <a:r>
              <a:rPr lang="en-US" sz="2000" dirty="0"/>
              <a:t>Content producers try to intercept the short window of opportunity they have</a:t>
            </a:r>
          </a:p>
          <a:p>
            <a:pPr marL="0" indent="0">
              <a:buNone/>
            </a:pPr>
            <a:r>
              <a:rPr lang="en-US" sz="2000" dirty="0"/>
              <a:t>Examples with “Cybersecurity”</a:t>
            </a:r>
          </a:p>
        </p:txBody>
      </p:sp>
      <p:sp>
        <p:nvSpPr>
          <p:cNvPr id="4" name="Espace réservé du contenu 2">
            <a:extLst>
              <a:ext uri="{FF2B5EF4-FFF2-40B4-BE49-F238E27FC236}">
                <a16:creationId xmlns:a16="http://schemas.microsoft.com/office/drawing/2014/main" id="{5FECE4C7-4AFE-4EA3-ABE2-9A30566584A2}"/>
              </a:ext>
            </a:extLst>
          </p:cNvPr>
          <p:cNvSpPr txBox="1">
            <a:spLocks/>
          </p:cNvSpPr>
          <p:nvPr/>
        </p:nvSpPr>
        <p:spPr>
          <a:xfrm>
            <a:off x="3404234" y="3569386"/>
            <a:ext cx="3568066" cy="71437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Catchy pictures / thumbnails (with emotional content)</a:t>
            </a:r>
          </a:p>
        </p:txBody>
      </p:sp>
      <p:sp>
        <p:nvSpPr>
          <p:cNvPr id="5" name="Espace réservé du contenu 2">
            <a:extLst>
              <a:ext uri="{FF2B5EF4-FFF2-40B4-BE49-F238E27FC236}">
                <a16:creationId xmlns:a16="http://schemas.microsoft.com/office/drawing/2014/main" id="{79527B8B-5DE6-4081-81CB-4EA3E707D6B3}"/>
              </a:ext>
            </a:extLst>
          </p:cNvPr>
          <p:cNvSpPr txBox="1">
            <a:spLocks/>
          </p:cNvSpPr>
          <p:nvPr/>
        </p:nvSpPr>
        <p:spPr>
          <a:xfrm>
            <a:off x="8006963" y="2348323"/>
            <a:ext cx="3936220" cy="420355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dirty="0">
                <a:solidFill>
                  <a:schemeClr val="accent1"/>
                </a:solidFill>
              </a:rPr>
              <a:t>Catchy titles</a:t>
            </a:r>
          </a:p>
          <a:p>
            <a:pPr marL="0" indent="0" algn="ctr">
              <a:buFont typeface="Arial" panose="020B0604020202020204" pitchFamily="34" charset="0"/>
              <a:buNone/>
            </a:pPr>
            <a:endParaRPr lang="en-US" sz="1000" dirty="0"/>
          </a:p>
          <a:p>
            <a:pPr marL="0" indent="0">
              <a:buNone/>
            </a:pPr>
            <a:r>
              <a:rPr lang="en-US" sz="1000" i="1" dirty="0">
                <a:latin typeface="Adobe Fan Heiti Std B" panose="020B0700000000000000" pitchFamily="34" charset="-128"/>
                <a:ea typeface="Adobe Fan Heiti Std B" panose="020B0700000000000000" pitchFamily="34" charset="-128"/>
              </a:rPr>
              <a:t>In 14 Minutes, I'll Give You The Truth About Cybersecurity</a:t>
            </a:r>
            <a:endParaRPr lang="en-US" sz="1000" dirty="0"/>
          </a:p>
          <a:p>
            <a:pPr marL="0" indent="0" algn="r">
              <a:lnSpc>
                <a:spcPct val="170000"/>
              </a:lnSpc>
              <a:buNone/>
            </a:pPr>
            <a:r>
              <a:rPr lang="en-US" sz="1000" dirty="0">
                <a:latin typeface="Britannic Bold" panose="020B0903060703020204" pitchFamily="34" charset="0"/>
              </a:rPr>
              <a:t>Cybersecurity - How To Be More Productive?</a:t>
            </a:r>
          </a:p>
          <a:p>
            <a:pPr marL="0" indent="0">
              <a:lnSpc>
                <a:spcPct val="170000"/>
              </a:lnSpc>
              <a:buNone/>
            </a:pPr>
            <a:r>
              <a:rPr lang="en-US" sz="1000" dirty="0">
                <a:latin typeface="Lucida Console" panose="020B0609040504020204" pitchFamily="49" charset="0"/>
              </a:rPr>
              <a:t>The Ultimate Guide To Cybersecurity</a:t>
            </a:r>
          </a:p>
          <a:p>
            <a:pPr marL="0" indent="0" algn="r">
              <a:lnSpc>
                <a:spcPct val="170000"/>
              </a:lnSpc>
              <a:buNone/>
            </a:pPr>
            <a:r>
              <a:rPr lang="en-US" sz="1000" i="1" dirty="0">
                <a:latin typeface="Times New Roman" panose="02020603050405020304" pitchFamily="18" charset="0"/>
                <a:cs typeface="Times New Roman" panose="02020603050405020304" pitchFamily="18" charset="0"/>
              </a:rPr>
              <a:t>Instant Solutions To Cybersecurity In Step-By-Step Detail</a:t>
            </a:r>
          </a:p>
          <a:p>
            <a:pPr marL="0" indent="0">
              <a:lnSpc>
                <a:spcPct val="170000"/>
              </a:lnSpc>
              <a:buNone/>
            </a:pPr>
            <a:r>
              <a:rPr lang="en-US" sz="1000" dirty="0">
                <a:latin typeface="Rockwell" panose="02060603020205020403" pitchFamily="18" charset="0"/>
              </a:rPr>
              <a:t>Cybersecurity: An Incredibly Easy Method That Works For All</a:t>
            </a:r>
          </a:p>
          <a:p>
            <a:pPr marL="0" indent="0" algn="r">
              <a:lnSpc>
                <a:spcPct val="170000"/>
              </a:lnSpc>
              <a:buNone/>
            </a:pPr>
            <a:r>
              <a:rPr lang="en-US" sz="1000" dirty="0"/>
              <a:t>7 Ridiculous Rules About Cybersecurity</a:t>
            </a:r>
          </a:p>
          <a:p>
            <a:pPr marL="0" indent="0">
              <a:lnSpc>
                <a:spcPct val="170000"/>
              </a:lnSpc>
              <a:buNone/>
            </a:pPr>
            <a:r>
              <a:rPr lang="en-US" sz="1000" dirty="0">
                <a:latin typeface="Century Gothic" panose="020B0502020202020204" pitchFamily="34" charset="0"/>
              </a:rPr>
              <a:t>Poll: How Much Do You Earn From Cybersecurity?</a:t>
            </a:r>
          </a:p>
          <a:p>
            <a:pPr marL="0" indent="0" algn="r">
              <a:lnSpc>
                <a:spcPct val="170000"/>
              </a:lnSpc>
              <a:buNone/>
            </a:pPr>
            <a:r>
              <a:rPr lang="en-US" sz="1000" dirty="0">
                <a:latin typeface="Myriad Pro Light" panose="020B0603030403020204" pitchFamily="34" charset="0"/>
              </a:rPr>
              <a:t>Here's What I Know About Cybersecurity</a:t>
            </a:r>
          </a:p>
          <a:p>
            <a:pPr marL="0" indent="0" algn="r">
              <a:buNone/>
            </a:pPr>
            <a:endParaRPr lang="en-US" sz="1000" dirty="0">
              <a:latin typeface="Myriad Pro Light" panose="020B0603030403020204" pitchFamily="34" charset="0"/>
            </a:endParaRPr>
          </a:p>
          <a:p>
            <a:pPr marL="0" indent="0" algn="r">
              <a:buFont typeface="Arial" panose="020B0604020202020204" pitchFamily="34" charset="0"/>
              <a:buNone/>
            </a:pPr>
            <a:r>
              <a:rPr lang="en-US" sz="800" dirty="0">
                <a:hlinkClick r:id="rId2"/>
              </a:rPr>
              <a:t>https://www.nichelaboratory.com/Home/BlogTitleGenerator</a:t>
            </a:r>
            <a:endParaRPr lang="en-US" sz="800" dirty="0"/>
          </a:p>
        </p:txBody>
      </p:sp>
      <p:sp>
        <p:nvSpPr>
          <p:cNvPr id="6" name="Espace réservé du contenu 2">
            <a:extLst>
              <a:ext uri="{FF2B5EF4-FFF2-40B4-BE49-F238E27FC236}">
                <a16:creationId xmlns:a16="http://schemas.microsoft.com/office/drawing/2014/main" id="{660C2F9F-0BD6-4C60-AB24-F4CE28721F32}"/>
              </a:ext>
            </a:extLst>
          </p:cNvPr>
          <p:cNvSpPr txBox="1">
            <a:spLocks/>
          </p:cNvSpPr>
          <p:nvPr/>
        </p:nvSpPr>
        <p:spPr>
          <a:xfrm>
            <a:off x="3781425" y="6238873"/>
            <a:ext cx="335280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Catchy previews (start a short video with “teaser” cuts of the video itself)</a:t>
            </a:r>
          </a:p>
        </p:txBody>
      </p:sp>
      <p:pic>
        <p:nvPicPr>
          <p:cNvPr id="11" name="Graphique 10" descr="Visage surpris à remplissage uni avec un remplissage uni">
            <a:extLst>
              <a:ext uri="{FF2B5EF4-FFF2-40B4-BE49-F238E27FC236}">
                <a16:creationId xmlns:a16="http://schemas.microsoft.com/office/drawing/2014/main" id="{30746904-BE74-40F0-9937-C36015A67E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35376" y="1987770"/>
            <a:ext cx="1604290" cy="1604290"/>
          </a:xfrm>
          <a:prstGeom prst="rect">
            <a:avLst/>
          </a:prstGeom>
        </p:spPr>
      </p:pic>
      <p:sp>
        <p:nvSpPr>
          <p:cNvPr id="14" name="Flèche : droite 13">
            <a:extLst>
              <a:ext uri="{FF2B5EF4-FFF2-40B4-BE49-F238E27FC236}">
                <a16:creationId xmlns:a16="http://schemas.microsoft.com/office/drawing/2014/main" id="{9ED3F544-2BE0-49DD-97EB-46A9A013F263}"/>
              </a:ext>
            </a:extLst>
          </p:cNvPr>
          <p:cNvSpPr/>
          <p:nvPr/>
        </p:nvSpPr>
        <p:spPr>
          <a:xfrm>
            <a:off x="4185038" y="5834266"/>
            <a:ext cx="2459114" cy="315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Graphique 15" descr="Vlog avec un remplissage uni">
            <a:extLst>
              <a:ext uri="{FF2B5EF4-FFF2-40B4-BE49-F238E27FC236}">
                <a16:creationId xmlns:a16="http://schemas.microsoft.com/office/drawing/2014/main" id="{0BFFD766-2D51-48B8-8823-9B37BBC6956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65872" y="4544452"/>
            <a:ext cx="1764908" cy="1764908"/>
          </a:xfrm>
          <a:prstGeom prst="rect">
            <a:avLst/>
          </a:prstGeom>
        </p:spPr>
      </p:pic>
      <p:pic>
        <p:nvPicPr>
          <p:cNvPr id="17" name="Graphique 16" descr="Vlog avec un remplissage uni">
            <a:extLst>
              <a:ext uri="{FF2B5EF4-FFF2-40B4-BE49-F238E27FC236}">
                <a16:creationId xmlns:a16="http://schemas.microsoft.com/office/drawing/2014/main" id="{B2B14879-9DE3-42E5-986C-BFDB4C5B9E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74458" y="5377467"/>
            <a:ext cx="692462" cy="692462"/>
          </a:xfrm>
          <a:prstGeom prst="rect">
            <a:avLst/>
          </a:prstGeom>
        </p:spPr>
      </p:pic>
      <p:sp>
        <p:nvSpPr>
          <p:cNvPr id="18" name="Espace réservé du contenu 2">
            <a:extLst>
              <a:ext uri="{FF2B5EF4-FFF2-40B4-BE49-F238E27FC236}">
                <a16:creationId xmlns:a16="http://schemas.microsoft.com/office/drawing/2014/main" id="{8DB9F846-BAD3-44B1-8BAF-6665FC9B430B}"/>
              </a:ext>
            </a:extLst>
          </p:cNvPr>
          <p:cNvSpPr txBox="1">
            <a:spLocks/>
          </p:cNvSpPr>
          <p:nvPr/>
        </p:nvSpPr>
        <p:spPr>
          <a:xfrm>
            <a:off x="5326698" y="4450099"/>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Real full video</a:t>
            </a:r>
          </a:p>
        </p:txBody>
      </p:sp>
      <p:sp>
        <p:nvSpPr>
          <p:cNvPr id="19" name="Espace réservé du contenu 2">
            <a:extLst>
              <a:ext uri="{FF2B5EF4-FFF2-40B4-BE49-F238E27FC236}">
                <a16:creationId xmlns:a16="http://schemas.microsoft.com/office/drawing/2014/main" id="{64773E1B-3914-4707-B23B-E93657C456B4}"/>
              </a:ext>
            </a:extLst>
          </p:cNvPr>
          <p:cNvSpPr txBox="1">
            <a:spLocks/>
          </p:cNvSpPr>
          <p:nvPr/>
        </p:nvSpPr>
        <p:spPr>
          <a:xfrm>
            <a:off x="4079443" y="5072465"/>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3 seconds teaser</a:t>
            </a:r>
          </a:p>
        </p:txBody>
      </p:sp>
    </p:spTree>
    <p:extLst>
      <p:ext uri="{BB962C8B-B14F-4D97-AF65-F5344CB8AC3E}">
        <p14:creationId xmlns:p14="http://schemas.microsoft.com/office/powerpoint/2010/main" val="1636480355"/>
      </p:ext>
    </p:extLst>
  </p:cSld>
  <p:clrMapOvr>
    <a:masterClrMapping/>
  </p:clrMapOvr>
  <mc:AlternateContent xmlns:mc="http://schemas.openxmlformats.org/markup-compatibility/2006" xmlns:p14="http://schemas.microsoft.com/office/powerpoint/2010/main">
    <mc:Choice Requires="p14">
      <p:transition spd="slow" p14:dur="2000" advTm="116662"/>
    </mc:Choice>
    <mc:Fallback xmlns="">
      <p:transition spd="slow" advTm="11666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7500" lnSpcReduction="20000"/>
          </a:bodyPr>
          <a:lstStyle/>
          <a:p>
            <a:pPr marL="0" indent="0">
              <a:buNone/>
            </a:pPr>
            <a:endParaRPr lang="en-US" dirty="0"/>
          </a:p>
          <a:p>
            <a:pPr marL="0" indent="0">
              <a:buNone/>
            </a:pPr>
            <a:endParaRPr lang="en-US" dirty="0"/>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7500" lnSpcReduction="20000"/>
          </a:bodyPr>
          <a:lstStyle/>
          <a:p>
            <a:r>
              <a:rPr lang="en-US" noProof="1"/>
              <a:t>What other examples of attention catching techniques do you know ? In which platforms ?</a:t>
            </a:r>
          </a:p>
          <a:p>
            <a:endParaRPr lang="en-US" noProof="1"/>
          </a:p>
          <a:p>
            <a:r>
              <a:rPr lang="en-US" noProof="1"/>
              <a:t>What moral issues do you identify in this escalating competition ? </a:t>
            </a:r>
          </a:p>
          <a:p>
            <a:endParaRPr lang="en-US" noProof="1"/>
          </a:p>
          <a:p>
            <a:pPr marL="0" indent="0">
              <a:buNone/>
            </a:pPr>
            <a:r>
              <a:rPr lang="en-US" noProof="1"/>
              <a:t>   </a:t>
            </a:r>
          </a:p>
        </p:txBody>
      </p:sp>
      <p:sp>
        <p:nvSpPr>
          <p:cNvPr id="8" name="Rectangle 7">
            <a:extLst>
              <a:ext uri="{FF2B5EF4-FFF2-40B4-BE49-F238E27FC236}">
                <a16:creationId xmlns:a16="http://schemas.microsoft.com/office/drawing/2014/main" id="{28035C66-B530-47CB-B855-99CF696EB623}"/>
              </a:ext>
            </a:extLst>
          </p:cNvPr>
          <p:cNvSpPr/>
          <p:nvPr/>
        </p:nvSpPr>
        <p:spPr>
          <a:xfrm>
            <a:off x="2400654" y="2626855"/>
            <a:ext cx="2832439" cy="1511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pic>
        <p:nvPicPr>
          <p:cNvPr id="9" name="Graphique 8" descr="Visage surpris à remplissage uni avec un remplissage uni">
            <a:extLst>
              <a:ext uri="{FF2B5EF4-FFF2-40B4-BE49-F238E27FC236}">
                <a16:creationId xmlns:a16="http://schemas.microsoft.com/office/drawing/2014/main" id="{200D38A4-07AB-4524-8E51-5C14382099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94425" y="2626855"/>
            <a:ext cx="1604290" cy="1604290"/>
          </a:xfrm>
          <a:prstGeom prst="rect">
            <a:avLst/>
          </a:prstGeom>
        </p:spPr>
      </p:pic>
      <p:sp>
        <p:nvSpPr>
          <p:cNvPr id="10" name="Flèche : droite 9">
            <a:extLst>
              <a:ext uri="{FF2B5EF4-FFF2-40B4-BE49-F238E27FC236}">
                <a16:creationId xmlns:a16="http://schemas.microsoft.com/office/drawing/2014/main" id="{0F7DAEB6-3854-485C-8AB2-E3CC9BCE3EF4}"/>
              </a:ext>
            </a:extLst>
          </p:cNvPr>
          <p:cNvSpPr/>
          <p:nvPr/>
        </p:nvSpPr>
        <p:spPr>
          <a:xfrm>
            <a:off x="2483045" y="5680773"/>
            <a:ext cx="2459114" cy="315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Graphique 10" descr="Vlog avec un remplissage uni">
            <a:extLst>
              <a:ext uri="{FF2B5EF4-FFF2-40B4-BE49-F238E27FC236}">
                <a16:creationId xmlns:a16="http://schemas.microsoft.com/office/drawing/2014/main" id="{E9050907-279F-4150-A966-852F3D5C2E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72465" y="5223974"/>
            <a:ext cx="692462" cy="692462"/>
          </a:xfrm>
          <a:prstGeom prst="rect">
            <a:avLst/>
          </a:prstGeom>
        </p:spPr>
      </p:pic>
      <p:sp>
        <p:nvSpPr>
          <p:cNvPr id="12" name="Espace réservé du contenu 2">
            <a:extLst>
              <a:ext uri="{FF2B5EF4-FFF2-40B4-BE49-F238E27FC236}">
                <a16:creationId xmlns:a16="http://schemas.microsoft.com/office/drawing/2014/main" id="{7433B613-6561-4C90-9F48-B2BA704AA442}"/>
              </a:ext>
            </a:extLst>
          </p:cNvPr>
          <p:cNvSpPr txBox="1">
            <a:spLocks/>
          </p:cNvSpPr>
          <p:nvPr/>
        </p:nvSpPr>
        <p:spPr>
          <a:xfrm>
            <a:off x="3624705" y="4296606"/>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Real full video</a:t>
            </a:r>
          </a:p>
        </p:txBody>
      </p:sp>
      <p:sp>
        <p:nvSpPr>
          <p:cNvPr id="13" name="Espace réservé du contenu 2">
            <a:extLst>
              <a:ext uri="{FF2B5EF4-FFF2-40B4-BE49-F238E27FC236}">
                <a16:creationId xmlns:a16="http://schemas.microsoft.com/office/drawing/2014/main" id="{952B876F-E082-4BEB-BBEB-2450B4BED4EB}"/>
              </a:ext>
            </a:extLst>
          </p:cNvPr>
          <p:cNvSpPr txBox="1">
            <a:spLocks/>
          </p:cNvSpPr>
          <p:nvPr/>
        </p:nvSpPr>
        <p:spPr>
          <a:xfrm>
            <a:off x="2377450" y="4918972"/>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3 seconds teaser</a:t>
            </a:r>
          </a:p>
        </p:txBody>
      </p:sp>
      <p:pic>
        <p:nvPicPr>
          <p:cNvPr id="14" name="Graphique 13" descr="Vlog avec un remplissage uni">
            <a:extLst>
              <a:ext uri="{FF2B5EF4-FFF2-40B4-BE49-F238E27FC236}">
                <a16:creationId xmlns:a16="http://schemas.microsoft.com/office/drawing/2014/main" id="{BAA080DB-777F-4876-8ACA-82CB3D7FEF5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96570" y="4372936"/>
            <a:ext cx="1764908" cy="1764908"/>
          </a:xfrm>
          <a:prstGeom prst="rect">
            <a:avLst/>
          </a:prstGeom>
        </p:spPr>
      </p:pic>
    </p:spTree>
    <p:extLst>
      <p:ext uri="{BB962C8B-B14F-4D97-AF65-F5344CB8AC3E}">
        <p14:creationId xmlns:p14="http://schemas.microsoft.com/office/powerpoint/2010/main" val="3885332246"/>
      </p:ext>
    </p:extLst>
  </p:cSld>
  <p:clrMapOvr>
    <a:masterClrMapping/>
  </p:clrMapOvr>
  <mc:AlternateContent xmlns:mc="http://schemas.openxmlformats.org/markup-compatibility/2006" xmlns:p14="http://schemas.microsoft.com/office/powerpoint/2010/main">
    <mc:Choice Requires="p14">
      <p:transition spd="slow" p14:dur="2000" advTm="34233"/>
    </mc:Choice>
    <mc:Fallback xmlns="">
      <p:transition spd="slow" advTm="3423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Exercise #C2</a:t>
            </a:r>
            <a:br>
              <a:rPr lang="en-US" dirty="0"/>
            </a:br>
            <a:r>
              <a:rPr lang="en-US" dirty="0"/>
              <a:t>Brainstorm ideas on how you would get clicks on your Community content</a:t>
            </a:r>
          </a:p>
        </p:txBody>
      </p:sp>
      <p:sp>
        <p:nvSpPr>
          <p:cNvPr id="5" name="Espace réservé du contenu 2">
            <a:extLst>
              <a:ext uri="{FF2B5EF4-FFF2-40B4-BE49-F238E27FC236}">
                <a16:creationId xmlns:a16="http://schemas.microsoft.com/office/drawing/2014/main" id="{79527B8B-5DE6-4081-81CB-4EA3E707D6B3}"/>
              </a:ext>
            </a:extLst>
          </p:cNvPr>
          <p:cNvSpPr txBox="1">
            <a:spLocks/>
          </p:cNvSpPr>
          <p:nvPr/>
        </p:nvSpPr>
        <p:spPr>
          <a:xfrm>
            <a:off x="6836022" y="2426350"/>
            <a:ext cx="4429704" cy="403300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dirty="0">
                <a:solidFill>
                  <a:schemeClr val="accent1"/>
                </a:solidFill>
              </a:rPr>
              <a:t>Catchy titles</a:t>
            </a:r>
          </a:p>
          <a:p>
            <a:pPr marL="0" indent="0" algn="ctr">
              <a:buFont typeface="Arial" panose="020B0604020202020204" pitchFamily="34" charset="0"/>
              <a:buNone/>
            </a:pPr>
            <a:endParaRPr lang="en-US" sz="800" dirty="0"/>
          </a:p>
        </p:txBody>
      </p:sp>
      <p:grpSp>
        <p:nvGrpSpPr>
          <p:cNvPr id="9" name="Groupe 8">
            <a:extLst>
              <a:ext uri="{FF2B5EF4-FFF2-40B4-BE49-F238E27FC236}">
                <a16:creationId xmlns:a16="http://schemas.microsoft.com/office/drawing/2014/main" id="{7C3B9C45-30FA-4A36-96C2-0BB2FF0F2C21}"/>
              </a:ext>
            </a:extLst>
          </p:cNvPr>
          <p:cNvGrpSpPr/>
          <p:nvPr/>
        </p:nvGrpSpPr>
        <p:grpSpPr>
          <a:xfrm>
            <a:off x="84637" y="2891204"/>
            <a:ext cx="2298307" cy="1179576"/>
            <a:chOff x="92908" y="2465509"/>
            <a:chExt cx="2298307" cy="1179576"/>
          </a:xfrm>
        </p:grpSpPr>
        <p:sp>
          <p:nvSpPr>
            <p:cNvPr id="13" name="Rectangle 12">
              <a:extLst>
                <a:ext uri="{FF2B5EF4-FFF2-40B4-BE49-F238E27FC236}">
                  <a16:creationId xmlns:a16="http://schemas.microsoft.com/office/drawing/2014/main" id="{0BBCFE1A-DEBB-4A8A-A027-1D700F02B891}"/>
                </a:ext>
              </a:extLst>
            </p:cNvPr>
            <p:cNvSpPr/>
            <p:nvPr/>
          </p:nvSpPr>
          <p:spPr>
            <a:xfrm>
              <a:off x="180664" y="2465509"/>
              <a:ext cx="2210551" cy="1179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pic>
          <p:nvPicPr>
            <p:cNvPr id="11" name="Graphique 10" descr="Visage surpris à remplissage uni avec un remplissage uni">
              <a:extLst>
                <a:ext uri="{FF2B5EF4-FFF2-40B4-BE49-F238E27FC236}">
                  <a16:creationId xmlns:a16="http://schemas.microsoft.com/office/drawing/2014/main" id="{30746904-BE74-40F0-9937-C36015A67E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08" y="2616317"/>
              <a:ext cx="922749" cy="922749"/>
            </a:xfrm>
            <a:prstGeom prst="rect">
              <a:avLst/>
            </a:prstGeom>
          </p:spPr>
        </p:pic>
      </p:grpSp>
      <p:sp>
        <p:nvSpPr>
          <p:cNvPr id="20" name="Rectangle 19">
            <a:extLst>
              <a:ext uri="{FF2B5EF4-FFF2-40B4-BE49-F238E27FC236}">
                <a16:creationId xmlns:a16="http://schemas.microsoft.com/office/drawing/2014/main" id="{A3D76D48-D299-45BE-B361-0468D98640A0}"/>
              </a:ext>
            </a:extLst>
          </p:cNvPr>
          <p:cNvSpPr/>
          <p:nvPr/>
        </p:nvSpPr>
        <p:spPr>
          <a:xfrm>
            <a:off x="7077100" y="2891204"/>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62500" lnSpcReduction="20000"/>
          </a:bodyPr>
          <a:lstStyle/>
          <a:p>
            <a:pPr algn="ctr"/>
            <a:r>
              <a:rPr lang="en-US" sz="1100" dirty="0">
                <a:solidFill>
                  <a:schemeClr val="tx1"/>
                </a:solidFill>
              </a:rPr>
              <a:t>Example :</a:t>
            </a:r>
          </a:p>
          <a:p>
            <a:pPr algn="ctr"/>
            <a:endParaRPr lang="en-US" sz="1100" dirty="0">
              <a:solidFill>
                <a:schemeClr val="tx1"/>
              </a:solidFill>
            </a:endParaRPr>
          </a:p>
          <a:p>
            <a:pPr algn="ctr"/>
            <a:r>
              <a:rPr lang="en-US" sz="1100" dirty="0">
                <a:solidFill>
                  <a:schemeClr val="tx1"/>
                </a:solidFill>
              </a:rPr>
              <a:t> Everything you need to know about our Community in 5 minutes</a:t>
            </a:r>
          </a:p>
        </p:txBody>
      </p:sp>
      <p:sp>
        <p:nvSpPr>
          <p:cNvPr id="21" name="Rectangle 20">
            <a:extLst>
              <a:ext uri="{FF2B5EF4-FFF2-40B4-BE49-F238E27FC236}">
                <a16:creationId xmlns:a16="http://schemas.microsoft.com/office/drawing/2014/main" id="{2F22B5B9-ADB8-4D9F-935D-3B404B4CC7FA}"/>
              </a:ext>
            </a:extLst>
          </p:cNvPr>
          <p:cNvSpPr/>
          <p:nvPr/>
        </p:nvSpPr>
        <p:spPr>
          <a:xfrm>
            <a:off x="2470700" y="3042012"/>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85000" lnSpcReduction="10000"/>
          </a:bodyPr>
          <a:lstStyle/>
          <a:p>
            <a:pPr algn="ctr"/>
            <a:r>
              <a:rPr lang="en-US" sz="1100" dirty="0">
                <a:solidFill>
                  <a:schemeClr val="tx1"/>
                </a:solidFill>
              </a:rPr>
              <a:t>Example : </a:t>
            </a:r>
          </a:p>
          <a:p>
            <a:pPr algn="ctr"/>
            <a:r>
              <a:rPr lang="en-US" sz="1100" dirty="0">
                <a:solidFill>
                  <a:schemeClr val="tx1"/>
                </a:solidFill>
              </a:rPr>
              <a:t>Add John’s image in the thumbnails (people love John)</a:t>
            </a:r>
          </a:p>
        </p:txBody>
      </p:sp>
      <p:sp>
        <p:nvSpPr>
          <p:cNvPr id="24" name="Rectangle 23">
            <a:extLst>
              <a:ext uri="{FF2B5EF4-FFF2-40B4-BE49-F238E27FC236}">
                <a16:creationId xmlns:a16="http://schemas.microsoft.com/office/drawing/2014/main" id="{870E40A5-06CF-4DC5-A616-FC0363BE5B75}"/>
              </a:ext>
            </a:extLst>
          </p:cNvPr>
          <p:cNvSpPr/>
          <p:nvPr/>
        </p:nvSpPr>
        <p:spPr>
          <a:xfrm>
            <a:off x="1193057" y="4178587"/>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5" name="Rectangle 24">
            <a:extLst>
              <a:ext uri="{FF2B5EF4-FFF2-40B4-BE49-F238E27FC236}">
                <a16:creationId xmlns:a16="http://schemas.microsoft.com/office/drawing/2014/main" id="{9019415C-2C5D-4694-A7FD-00C0B367E9FC}"/>
              </a:ext>
            </a:extLst>
          </p:cNvPr>
          <p:cNvSpPr/>
          <p:nvPr/>
        </p:nvSpPr>
        <p:spPr>
          <a:xfrm>
            <a:off x="2259857" y="4178587"/>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6" name="Rectangle 25">
            <a:extLst>
              <a:ext uri="{FF2B5EF4-FFF2-40B4-BE49-F238E27FC236}">
                <a16:creationId xmlns:a16="http://schemas.microsoft.com/office/drawing/2014/main" id="{1E656CCA-6B96-4413-9391-F1DE38C70715}"/>
              </a:ext>
            </a:extLst>
          </p:cNvPr>
          <p:cNvSpPr/>
          <p:nvPr/>
        </p:nvSpPr>
        <p:spPr>
          <a:xfrm>
            <a:off x="1379377" y="5233768"/>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7" name="Rectangle 26">
            <a:extLst>
              <a:ext uri="{FF2B5EF4-FFF2-40B4-BE49-F238E27FC236}">
                <a16:creationId xmlns:a16="http://schemas.microsoft.com/office/drawing/2014/main" id="{96D2C744-0C0D-426F-9E0F-37D584DCF68D}"/>
              </a:ext>
            </a:extLst>
          </p:cNvPr>
          <p:cNvSpPr/>
          <p:nvPr/>
        </p:nvSpPr>
        <p:spPr>
          <a:xfrm>
            <a:off x="2470700" y="526746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8" name="Rectangle 27">
            <a:extLst>
              <a:ext uri="{FF2B5EF4-FFF2-40B4-BE49-F238E27FC236}">
                <a16:creationId xmlns:a16="http://schemas.microsoft.com/office/drawing/2014/main" id="{7156390D-FF9C-435B-A1E9-92026BD7F1E9}"/>
              </a:ext>
            </a:extLst>
          </p:cNvPr>
          <p:cNvSpPr/>
          <p:nvPr/>
        </p:nvSpPr>
        <p:spPr>
          <a:xfrm>
            <a:off x="3537500" y="526746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9" name="Rectangle 28">
            <a:extLst>
              <a:ext uri="{FF2B5EF4-FFF2-40B4-BE49-F238E27FC236}">
                <a16:creationId xmlns:a16="http://schemas.microsoft.com/office/drawing/2014/main" id="{CB1C5538-0AA4-4B83-94DA-4C1BC2BCCD0D}"/>
              </a:ext>
            </a:extLst>
          </p:cNvPr>
          <p:cNvSpPr/>
          <p:nvPr/>
        </p:nvSpPr>
        <p:spPr>
          <a:xfrm>
            <a:off x="3382048" y="4265542"/>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2270245061"/>
      </p:ext>
    </p:extLst>
  </p:cSld>
  <p:clrMapOvr>
    <a:masterClrMapping/>
  </p:clrMapOvr>
  <mc:AlternateContent xmlns:mc="http://schemas.openxmlformats.org/markup-compatibility/2006" xmlns:p14="http://schemas.microsoft.com/office/powerpoint/2010/main">
    <mc:Choice Requires="p14">
      <p:transition spd="slow" p14:dur="2000" advTm="116662"/>
    </mc:Choice>
    <mc:Fallback xmlns="">
      <p:transition spd="slow" advTm="11666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1C2E28E-4533-4331-BE44-36BB640F196F}"/>
              </a:ext>
            </a:extLst>
          </p:cNvPr>
          <p:cNvSpPr>
            <a:spLocks noGrp="1"/>
          </p:cNvSpPr>
          <p:nvPr>
            <p:ph type="title"/>
          </p:nvPr>
        </p:nvSpPr>
        <p:spPr/>
        <p:txBody>
          <a:bodyPr>
            <a:normAutofit fontScale="90000"/>
          </a:bodyPr>
          <a:lstStyle/>
          <a:p>
            <a:r>
              <a:rPr lang="en-US" dirty="0"/>
              <a:t>Challenge #C3</a:t>
            </a:r>
            <a:br>
              <a:rPr lang="en-US" dirty="0"/>
            </a:br>
            <a:r>
              <a:rPr lang="en-US" dirty="0"/>
              <a:t>Know how “Catchy” you can be</a:t>
            </a:r>
          </a:p>
        </p:txBody>
      </p:sp>
      <p:sp>
        <p:nvSpPr>
          <p:cNvPr id="7" name="Bulle narrative : ronde 6">
            <a:extLst>
              <a:ext uri="{FF2B5EF4-FFF2-40B4-BE49-F238E27FC236}">
                <a16:creationId xmlns:a16="http://schemas.microsoft.com/office/drawing/2014/main" id="{3A9E3526-A00F-4F0D-8743-435DCCEA9635}"/>
              </a:ext>
            </a:extLst>
          </p:cNvPr>
          <p:cNvSpPr/>
          <p:nvPr/>
        </p:nvSpPr>
        <p:spPr>
          <a:xfrm>
            <a:off x="571511" y="2003118"/>
            <a:ext cx="4034634" cy="1273702"/>
          </a:xfrm>
          <a:prstGeom prst="wedgeEllipseCallout">
            <a:avLst>
              <a:gd name="adj1" fmla="val -24516"/>
              <a:gd name="adj2" fmla="val 7102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I don’t WANT to get into “clickbait-like” strategies ?</a:t>
            </a:r>
          </a:p>
        </p:txBody>
      </p:sp>
      <p:grpSp>
        <p:nvGrpSpPr>
          <p:cNvPr id="8" name="Groupe 7">
            <a:extLst>
              <a:ext uri="{FF2B5EF4-FFF2-40B4-BE49-F238E27FC236}">
                <a16:creationId xmlns:a16="http://schemas.microsoft.com/office/drawing/2014/main" id="{F5BA28BB-C7C7-4D06-AE7E-56D0142CE2AE}"/>
              </a:ext>
            </a:extLst>
          </p:cNvPr>
          <p:cNvGrpSpPr/>
          <p:nvPr/>
        </p:nvGrpSpPr>
        <p:grpSpPr>
          <a:xfrm>
            <a:off x="571511" y="3546957"/>
            <a:ext cx="1983159" cy="1461454"/>
            <a:chOff x="420283" y="3559673"/>
            <a:chExt cx="1983159" cy="1461454"/>
          </a:xfrm>
        </p:grpSpPr>
        <p:pic>
          <p:nvPicPr>
            <p:cNvPr id="9" name="Graphique 8" descr="Personne confuse avec un remplissage uni">
              <a:extLst>
                <a:ext uri="{FF2B5EF4-FFF2-40B4-BE49-F238E27FC236}">
                  <a16:creationId xmlns:a16="http://schemas.microsoft.com/office/drawing/2014/main" id="{816D7E54-2791-4FD0-AAF1-3CDE77976D9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20283" y="3603842"/>
              <a:ext cx="1983159" cy="1417285"/>
            </a:xfrm>
            <a:prstGeom prst="rect">
              <a:avLst/>
            </a:prstGeom>
          </p:spPr>
        </p:pic>
        <p:pic>
          <p:nvPicPr>
            <p:cNvPr id="10" name="Graphique 9" descr="Visage triste à remplissage solide avec un remplissage uni">
              <a:extLst>
                <a:ext uri="{FF2B5EF4-FFF2-40B4-BE49-F238E27FC236}">
                  <a16:creationId xmlns:a16="http://schemas.microsoft.com/office/drawing/2014/main" id="{CA2590DD-5148-44BF-A3BF-F2D0902162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2645" y="3559673"/>
              <a:ext cx="697805" cy="697805"/>
            </a:xfrm>
            <a:prstGeom prst="rect">
              <a:avLst/>
            </a:prstGeom>
          </p:spPr>
        </p:pic>
      </p:grpSp>
      <p:sp>
        <p:nvSpPr>
          <p:cNvPr id="11" name="Bulle narrative : ronde 10">
            <a:extLst>
              <a:ext uri="{FF2B5EF4-FFF2-40B4-BE49-F238E27FC236}">
                <a16:creationId xmlns:a16="http://schemas.microsoft.com/office/drawing/2014/main" id="{EF424F74-C253-4135-B829-9BCBCC2C681B}"/>
              </a:ext>
            </a:extLst>
          </p:cNvPr>
          <p:cNvSpPr/>
          <p:nvPr/>
        </p:nvSpPr>
        <p:spPr>
          <a:xfrm>
            <a:off x="2164998" y="3259074"/>
            <a:ext cx="4034634" cy="1417284"/>
          </a:xfrm>
          <a:prstGeom prst="wedgeEllipseCallout">
            <a:avLst>
              <a:gd name="adj1" fmla="val -56623"/>
              <a:gd name="adj2" fmla="val -169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I don’t have the Skills or resources for such “content packaging” ?</a:t>
            </a:r>
          </a:p>
        </p:txBody>
      </p:sp>
      <p:sp>
        <p:nvSpPr>
          <p:cNvPr id="12" name="Bulle narrative : ronde 11">
            <a:extLst>
              <a:ext uri="{FF2B5EF4-FFF2-40B4-BE49-F238E27FC236}">
                <a16:creationId xmlns:a16="http://schemas.microsoft.com/office/drawing/2014/main" id="{C457AC06-5AE6-4C8A-9AA8-80EBF0358EDD}"/>
              </a:ext>
            </a:extLst>
          </p:cNvPr>
          <p:cNvSpPr/>
          <p:nvPr/>
        </p:nvSpPr>
        <p:spPr>
          <a:xfrm>
            <a:off x="1901678" y="4913181"/>
            <a:ext cx="4034634" cy="1000506"/>
          </a:xfrm>
          <a:prstGeom prst="wedgeEllipseCallout">
            <a:avLst>
              <a:gd name="adj1" fmla="val -51665"/>
              <a:gd name="adj2" fmla="val -11344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the topic I want to share about does not fit into such strategy ?</a:t>
            </a:r>
          </a:p>
        </p:txBody>
      </p:sp>
      <p:sp>
        <p:nvSpPr>
          <p:cNvPr id="13" name="Bulle narrative : ronde 12">
            <a:extLst>
              <a:ext uri="{FF2B5EF4-FFF2-40B4-BE49-F238E27FC236}">
                <a16:creationId xmlns:a16="http://schemas.microsoft.com/office/drawing/2014/main" id="{9121F79D-B643-4C04-84FD-28BEBA7F41C0}"/>
              </a:ext>
            </a:extLst>
          </p:cNvPr>
          <p:cNvSpPr/>
          <p:nvPr/>
        </p:nvSpPr>
        <p:spPr>
          <a:xfrm>
            <a:off x="390236" y="5845030"/>
            <a:ext cx="2552700" cy="749808"/>
          </a:xfrm>
          <a:prstGeom prst="wedgeEllipseCallout">
            <a:avLst>
              <a:gd name="adj1" fmla="val -10634"/>
              <a:gd name="adj2" fmla="val -21187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How can I compete ? </a:t>
            </a:r>
          </a:p>
        </p:txBody>
      </p:sp>
      <p:grpSp>
        <p:nvGrpSpPr>
          <p:cNvPr id="23" name="Groupe 22">
            <a:extLst>
              <a:ext uri="{FF2B5EF4-FFF2-40B4-BE49-F238E27FC236}">
                <a16:creationId xmlns:a16="http://schemas.microsoft.com/office/drawing/2014/main" id="{F3AE8962-DB3D-4D1F-B46C-B7727E89498E}"/>
              </a:ext>
            </a:extLst>
          </p:cNvPr>
          <p:cNvGrpSpPr/>
          <p:nvPr/>
        </p:nvGrpSpPr>
        <p:grpSpPr>
          <a:xfrm>
            <a:off x="6291979" y="1794620"/>
            <a:ext cx="5301604" cy="4558829"/>
            <a:chOff x="6291979" y="1794620"/>
            <a:chExt cx="5301604" cy="4558829"/>
          </a:xfrm>
        </p:grpSpPr>
        <p:sp>
          <p:nvSpPr>
            <p:cNvPr id="16" name="Arc partiel 15">
              <a:extLst>
                <a:ext uri="{FF2B5EF4-FFF2-40B4-BE49-F238E27FC236}">
                  <a16:creationId xmlns:a16="http://schemas.microsoft.com/office/drawing/2014/main" id="{A980D8A6-F26F-41E5-A5BD-F430D2EFFE23}"/>
                </a:ext>
              </a:extLst>
            </p:cNvPr>
            <p:cNvSpPr/>
            <p:nvPr/>
          </p:nvSpPr>
          <p:spPr>
            <a:xfrm>
              <a:off x="7221608" y="2024761"/>
              <a:ext cx="4371975" cy="4328688"/>
            </a:xfrm>
            <a:prstGeom prst="pie">
              <a:avLst>
                <a:gd name="adj1" fmla="val 12445795"/>
                <a:gd name="adj2" fmla="val 12162327"/>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Arc partiel 17">
              <a:extLst>
                <a:ext uri="{FF2B5EF4-FFF2-40B4-BE49-F238E27FC236}">
                  <a16:creationId xmlns:a16="http://schemas.microsoft.com/office/drawing/2014/main" id="{120F151F-B412-4459-992E-52D0E97FEA3B}"/>
                </a:ext>
              </a:extLst>
            </p:cNvPr>
            <p:cNvSpPr/>
            <p:nvPr/>
          </p:nvSpPr>
          <p:spPr>
            <a:xfrm>
              <a:off x="7207816" y="2024761"/>
              <a:ext cx="4371975" cy="4328688"/>
            </a:xfrm>
            <a:prstGeom prst="pie">
              <a:avLst>
                <a:gd name="adj1" fmla="val 12152855"/>
                <a:gd name="adj2" fmla="val 12465648"/>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9" name="Graphique 18" descr="Centre d’appels avec un remplissage uni">
              <a:extLst>
                <a:ext uri="{FF2B5EF4-FFF2-40B4-BE49-F238E27FC236}">
                  <a16:creationId xmlns:a16="http://schemas.microsoft.com/office/drawing/2014/main" id="{577357AB-8A53-403A-B54C-E86CF9D10E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87478" y="3341600"/>
              <a:ext cx="1494046" cy="1494046"/>
            </a:xfrm>
            <a:prstGeom prst="rect">
              <a:avLst/>
            </a:prstGeom>
          </p:spPr>
        </p:pic>
        <p:sp>
          <p:nvSpPr>
            <p:cNvPr id="20" name="ZoneTexte 19">
              <a:extLst>
                <a:ext uri="{FF2B5EF4-FFF2-40B4-BE49-F238E27FC236}">
                  <a16:creationId xmlns:a16="http://schemas.microsoft.com/office/drawing/2014/main" id="{D558B616-4E89-4EC2-9095-AF11E680A724}"/>
                </a:ext>
              </a:extLst>
            </p:cNvPr>
            <p:cNvSpPr txBox="1"/>
            <p:nvPr/>
          </p:nvSpPr>
          <p:spPr>
            <a:xfrm>
              <a:off x="6291979" y="2353490"/>
              <a:ext cx="1501140" cy="923330"/>
            </a:xfrm>
            <a:prstGeom prst="rect">
              <a:avLst/>
            </a:prstGeom>
            <a:noFill/>
          </p:spPr>
          <p:txBody>
            <a:bodyPr wrap="square" rtlCol="0">
              <a:spAutoFit/>
            </a:bodyPr>
            <a:lstStyle/>
            <a:p>
              <a:r>
                <a:rPr lang="en-US" dirty="0">
                  <a:solidFill>
                    <a:schemeClr val="accent1"/>
                  </a:solidFill>
                </a:rPr>
                <a:t>The small opportunity you have</a:t>
              </a:r>
            </a:p>
          </p:txBody>
        </p:sp>
        <p:sp>
          <p:nvSpPr>
            <p:cNvPr id="21" name="ZoneTexte 20">
              <a:extLst>
                <a:ext uri="{FF2B5EF4-FFF2-40B4-BE49-F238E27FC236}">
                  <a16:creationId xmlns:a16="http://schemas.microsoft.com/office/drawing/2014/main" id="{E5731FB7-203D-43AE-B8A8-C19A04BDA9DE}"/>
                </a:ext>
              </a:extLst>
            </p:cNvPr>
            <p:cNvSpPr txBox="1"/>
            <p:nvPr/>
          </p:nvSpPr>
          <p:spPr>
            <a:xfrm>
              <a:off x="8604488" y="1794620"/>
              <a:ext cx="2130860" cy="1200329"/>
            </a:xfrm>
            <a:prstGeom prst="rect">
              <a:avLst/>
            </a:prstGeom>
            <a:noFill/>
          </p:spPr>
          <p:txBody>
            <a:bodyPr wrap="square" rtlCol="0">
              <a:spAutoFit/>
            </a:bodyPr>
            <a:lstStyle/>
            <a:p>
              <a:pPr algn="ctr"/>
              <a:r>
                <a:rPr lang="en-US" dirty="0"/>
                <a:t>All the other topics catching the attention of your target</a:t>
              </a:r>
            </a:p>
          </p:txBody>
        </p:sp>
        <p:sp>
          <p:nvSpPr>
            <p:cNvPr id="22" name="ZoneTexte 21">
              <a:extLst>
                <a:ext uri="{FF2B5EF4-FFF2-40B4-BE49-F238E27FC236}">
                  <a16:creationId xmlns:a16="http://schemas.microsoft.com/office/drawing/2014/main" id="{685D52A7-3DF3-48A5-998D-0796732D516A}"/>
                </a:ext>
              </a:extLst>
            </p:cNvPr>
            <p:cNvSpPr txBox="1"/>
            <p:nvPr/>
          </p:nvSpPr>
          <p:spPr>
            <a:xfrm>
              <a:off x="8390397" y="4650980"/>
              <a:ext cx="2130860" cy="369332"/>
            </a:xfrm>
            <a:prstGeom prst="rect">
              <a:avLst/>
            </a:prstGeom>
            <a:noFill/>
          </p:spPr>
          <p:txBody>
            <a:bodyPr wrap="square" rtlCol="0">
              <a:spAutoFit/>
            </a:bodyPr>
            <a:lstStyle/>
            <a:p>
              <a:pPr algn="ctr"/>
              <a:r>
                <a:rPr lang="en-US" dirty="0"/>
                <a:t>Your target user</a:t>
              </a:r>
            </a:p>
          </p:txBody>
        </p:sp>
      </p:grpSp>
    </p:spTree>
    <p:extLst>
      <p:ext uri="{BB962C8B-B14F-4D97-AF65-F5344CB8AC3E}">
        <p14:creationId xmlns:p14="http://schemas.microsoft.com/office/powerpoint/2010/main" val="2526101355"/>
      </p:ext>
    </p:extLst>
  </p:cSld>
  <p:clrMapOvr>
    <a:masterClrMapping/>
  </p:clrMapOvr>
  <mc:AlternateContent xmlns:mc="http://schemas.openxmlformats.org/markup-compatibility/2006" xmlns:p14="http://schemas.microsoft.com/office/powerpoint/2010/main">
    <mc:Choice Requires="p14">
      <p:transition spd="slow" p14:dur="2000" advTm="51933"/>
    </mc:Choice>
    <mc:Fallback xmlns="">
      <p:transition spd="slow" advTm="5193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Do you struggle in getting attention from your target audience ? </a:t>
            </a:r>
          </a:p>
          <a:p>
            <a:pPr marL="0" indent="0">
              <a:buNone/>
            </a:pPr>
            <a:endParaRPr lang="en-US" noProof="1"/>
          </a:p>
          <a:p>
            <a:pPr marL="0" indent="0">
              <a:buNone/>
            </a:pPr>
            <a:r>
              <a:rPr lang="en-US" noProof="1"/>
              <a:t>On a scale from 1 to 10, how likely it is that you will train in creating catchy content ? </a:t>
            </a:r>
          </a:p>
        </p:txBody>
      </p:sp>
      <p:grpSp>
        <p:nvGrpSpPr>
          <p:cNvPr id="3" name="Groupe 2">
            <a:extLst>
              <a:ext uri="{FF2B5EF4-FFF2-40B4-BE49-F238E27FC236}">
                <a16:creationId xmlns:a16="http://schemas.microsoft.com/office/drawing/2014/main" id="{A46E0109-3633-4D95-9F3D-E0D6F3138550}"/>
              </a:ext>
            </a:extLst>
          </p:cNvPr>
          <p:cNvGrpSpPr/>
          <p:nvPr/>
        </p:nvGrpSpPr>
        <p:grpSpPr>
          <a:xfrm>
            <a:off x="2848551" y="3027276"/>
            <a:ext cx="2952594" cy="2914168"/>
            <a:chOff x="7207816" y="2024761"/>
            <a:chExt cx="4385767" cy="4328688"/>
          </a:xfrm>
        </p:grpSpPr>
        <p:sp>
          <p:nvSpPr>
            <p:cNvPr id="6" name="Arc partiel 5">
              <a:extLst>
                <a:ext uri="{FF2B5EF4-FFF2-40B4-BE49-F238E27FC236}">
                  <a16:creationId xmlns:a16="http://schemas.microsoft.com/office/drawing/2014/main" id="{4809DE03-4004-4B83-8359-299336D79630}"/>
                </a:ext>
              </a:extLst>
            </p:cNvPr>
            <p:cNvSpPr/>
            <p:nvPr/>
          </p:nvSpPr>
          <p:spPr>
            <a:xfrm>
              <a:off x="7221608" y="2024761"/>
              <a:ext cx="4371975" cy="4328688"/>
            </a:xfrm>
            <a:prstGeom prst="pie">
              <a:avLst>
                <a:gd name="adj1" fmla="val 12445795"/>
                <a:gd name="adj2" fmla="val 12162327"/>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c partiel 6">
              <a:extLst>
                <a:ext uri="{FF2B5EF4-FFF2-40B4-BE49-F238E27FC236}">
                  <a16:creationId xmlns:a16="http://schemas.microsoft.com/office/drawing/2014/main" id="{D8EF9408-3DA0-4F4A-916E-50F2C8BC687F}"/>
                </a:ext>
              </a:extLst>
            </p:cNvPr>
            <p:cNvSpPr/>
            <p:nvPr/>
          </p:nvSpPr>
          <p:spPr>
            <a:xfrm>
              <a:off x="7207816" y="2024761"/>
              <a:ext cx="4371975" cy="4328688"/>
            </a:xfrm>
            <a:prstGeom prst="pie">
              <a:avLst>
                <a:gd name="adj1" fmla="val 12152855"/>
                <a:gd name="adj2" fmla="val 12465648"/>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8" name="Graphique 7" descr="Centre d’appels avec un remplissage uni">
            <a:extLst>
              <a:ext uri="{FF2B5EF4-FFF2-40B4-BE49-F238E27FC236}">
                <a16:creationId xmlns:a16="http://schemas.microsoft.com/office/drawing/2014/main" id="{F1123B68-F5A3-460A-BDC0-76C2B12AB9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23129" y="3780493"/>
            <a:ext cx="1022596" cy="1022596"/>
          </a:xfrm>
          <a:prstGeom prst="rect">
            <a:avLst/>
          </a:prstGeom>
        </p:spPr>
      </p:pic>
      <p:grpSp>
        <p:nvGrpSpPr>
          <p:cNvPr id="9" name="Groupe 8">
            <a:extLst>
              <a:ext uri="{FF2B5EF4-FFF2-40B4-BE49-F238E27FC236}">
                <a16:creationId xmlns:a16="http://schemas.microsoft.com/office/drawing/2014/main" id="{85BA3D64-FB38-42CD-86DB-2ED579B4FE36}"/>
              </a:ext>
            </a:extLst>
          </p:cNvPr>
          <p:cNvGrpSpPr/>
          <p:nvPr/>
        </p:nvGrpSpPr>
        <p:grpSpPr>
          <a:xfrm>
            <a:off x="1572530" y="3027276"/>
            <a:ext cx="1266736" cy="933499"/>
            <a:chOff x="420283" y="3559673"/>
            <a:chExt cx="1983159" cy="1461454"/>
          </a:xfrm>
        </p:grpSpPr>
        <p:pic>
          <p:nvPicPr>
            <p:cNvPr id="10" name="Graphique 9" descr="Personne confuse avec un remplissage uni">
              <a:extLst>
                <a:ext uri="{FF2B5EF4-FFF2-40B4-BE49-F238E27FC236}">
                  <a16:creationId xmlns:a16="http://schemas.microsoft.com/office/drawing/2014/main" id="{54F8D4FF-A1BD-4BC5-BA36-30164DFEB06F}"/>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4825" r="14911" b="49785"/>
            <a:stretch/>
          </p:blipFill>
          <p:spPr>
            <a:xfrm>
              <a:off x="420283" y="3603842"/>
              <a:ext cx="1983159" cy="1417285"/>
            </a:xfrm>
            <a:prstGeom prst="rect">
              <a:avLst/>
            </a:prstGeom>
          </p:spPr>
        </p:pic>
        <p:pic>
          <p:nvPicPr>
            <p:cNvPr id="11" name="Graphique 10" descr="Visage triste à remplissage solide avec un remplissage uni">
              <a:extLst>
                <a:ext uri="{FF2B5EF4-FFF2-40B4-BE49-F238E27FC236}">
                  <a16:creationId xmlns:a16="http://schemas.microsoft.com/office/drawing/2014/main" id="{1B2C6A51-635D-4A40-B2B6-073F4EBE60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2645" y="3559673"/>
              <a:ext cx="697805" cy="697805"/>
            </a:xfrm>
            <a:prstGeom prst="rect">
              <a:avLst/>
            </a:prstGeom>
          </p:spPr>
        </p:pic>
      </p:grpSp>
    </p:spTree>
    <p:extLst>
      <p:ext uri="{BB962C8B-B14F-4D97-AF65-F5344CB8AC3E}">
        <p14:creationId xmlns:p14="http://schemas.microsoft.com/office/powerpoint/2010/main" val="674457353"/>
      </p:ext>
    </p:extLst>
  </p:cSld>
  <p:clrMapOvr>
    <a:masterClrMapping/>
  </p:clrMapOvr>
  <mc:AlternateContent xmlns:mc="http://schemas.openxmlformats.org/markup-compatibility/2006" xmlns:p14="http://schemas.microsoft.com/office/powerpoint/2010/main">
    <mc:Choice Requires="p14">
      <p:transition spd="slow" p14:dur="2000" advTm="19522"/>
    </mc:Choice>
    <mc:Fallback xmlns="">
      <p:transition spd="slow" advTm="1952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 / Use Case</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manage to get attention from some people, and we even did a small event with them !</a:t>
            </a:r>
          </a:p>
          <a:p>
            <a:pPr algn="ctr"/>
            <a:endParaRPr lang="en-US" dirty="0"/>
          </a:p>
          <a:p>
            <a:pPr algn="ctr"/>
            <a:r>
              <a:rPr lang="en-US" dirty="0"/>
              <a:t>But after the event, our tweets did not really work</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5" name="Graphique 4" descr="Visage confus avec remplissage solide avec un remplissage uni">
            <a:extLst>
              <a:ext uri="{FF2B5EF4-FFF2-40B4-BE49-F238E27FC236}">
                <a16:creationId xmlns:a16="http://schemas.microsoft.com/office/drawing/2014/main" id="{36C2D92C-7B97-4DB9-9A79-2E735B6ECB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46902" y="4822929"/>
            <a:ext cx="675263" cy="675263"/>
          </a:xfrm>
          <a:prstGeom prst="rect">
            <a:avLst/>
          </a:prstGeom>
        </p:spPr>
      </p:pic>
    </p:spTree>
    <p:extLst>
      <p:ext uri="{BB962C8B-B14F-4D97-AF65-F5344CB8AC3E}">
        <p14:creationId xmlns:p14="http://schemas.microsoft.com/office/powerpoint/2010/main" val="1122545333"/>
      </p:ext>
    </p:extLst>
  </p:cSld>
  <p:clrMapOvr>
    <a:masterClrMapping/>
  </p:clrMapOvr>
  <mc:AlternateContent xmlns:mc="http://schemas.openxmlformats.org/markup-compatibility/2006" xmlns:p14="http://schemas.microsoft.com/office/powerpoint/2010/main">
    <mc:Choice Requires="p14">
      <p:transition spd="slow" p14:dur="2000" advTm="17911"/>
    </mc:Choice>
    <mc:Fallback xmlns="">
      <p:transition spd="slow" advTm="1791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2357BD2-72C0-4203-8FDA-027D9FEDA855}"/>
              </a:ext>
            </a:extLst>
          </p:cNvPr>
          <p:cNvSpPr>
            <a:spLocks noGrp="1"/>
          </p:cNvSpPr>
          <p:nvPr>
            <p:ph type="title"/>
          </p:nvPr>
        </p:nvSpPr>
        <p:spPr/>
        <p:txBody>
          <a:bodyPr>
            <a:noAutofit/>
          </a:bodyPr>
          <a:lstStyle/>
          <a:p>
            <a:r>
              <a:rPr lang="en-US" sz="2800" dirty="0"/>
              <a:t>Challenge #C4</a:t>
            </a:r>
            <a:br>
              <a:rPr lang="en-US" sz="2800" dirty="0"/>
            </a:br>
            <a:r>
              <a:rPr lang="en-US" sz="2000" dirty="0"/>
              <a:t>Choose the right content format, balancing scalability and undivided attention</a:t>
            </a:r>
            <a:endParaRPr lang="en-US" sz="2800" dirty="0"/>
          </a:p>
        </p:txBody>
      </p:sp>
      <p:cxnSp>
        <p:nvCxnSpPr>
          <p:cNvPr id="8" name="Connecteur droit avec flèche 7">
            <a:extLst>
              <a:ext uri="{FF2B5EF4-FFF2-40B4-BE49-F238E27FC236}">
                <a16:creationId xmlns:a16="http://schemas.microsoft.com/office/drawing/2014/main" id="{3DC5DC14-5DBE-472A-86FF-6A7D428B7A0E}"/>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DE580959-8841-4762-9552-A5948576CD0A}"/>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CF017A52-0B37-4F06-9A70-2BFCADB4B64A}"/>
              </a:ext>
            </a:extLst>
          </p:cNvPr>
          <p:cNvSpPr txBox="1"/>
          <p:nvPr/>
        </p:nvSpPr>
        <p:spPr>
          <a:xfrm>
            <a:off x="10043604" y="6074447"/>
            <a:ext cx="1944207" cy="276999"/>
          </a:xfrm>
          <a:prstGeom prst="rect">
            <a:avLst/>
          </a:prstGeom>
          <a:noFill/>
        </p:spPr>
        <p:txBody>
          <a:bodyPr wrap="square" rtlCol="0">
            <a:spAutoFit/>
          </a:bodyPr>
          <a:lstStyle/>
          <a:p>
            <a:pPr algn="ctr"/>
            <a:r>
              <a:rPr lang="en-US" sz="1200" dirty="0"/>
              <a:t>Undivided attention</a:t>
            </a:r>
          </a:p>
        </p:txBody>
      </p:sp>
      <p:sp>
        <p:nvSpPr>
          <p:cNvPr id="13" name="ZoneTexte 12">
            <a:extLst>
              <a:ext uri="{FF2B5EF4-FFF2-40B4-BE49-F238E27FC236}">
                <a16:creationId xmlns:a16="http://schemas.microsoft.com/office/drawing/2014/main" id="{537C6108-A155-4C3E-B6AF-07A0C4917038}"/>
              </a:ext>
            </a:extLst>
          </p:cNvPr>
          <p:cNvSpPr txBox="1"/>
          <p:nvPr/>
        </p:nvSpPr>
        <p:spPr>
          <a:xfrm>
            <a:off x="42170" y="2077583"/>
            <a:ext cx="1262839" cy="1015663"/>
          </a:xfrm>
          <a:prstGeom prst="rect">
            <a:avLst/>
          </a:prstGeom>
          <a:noFill/>
        </p:spPr>
        <p:txBody>
          <a:bodyPr wrap="square" rtlCol="0">
            <a:spAutoFit/>
          </a:bodyPr>
          <a:lstStyle/>
          <a:p>
            <a:pPr algn="ctr"/>
            <a:r>
              <a:rPr lang="en-US" sz="1200" dirty="0"/>
              <a:t>Scalability (easiness of consumption by many people)</a:t>
            </a:r>
          </a:p>
        </p:txBody>
      </p:sp>
      <p:sp>
        <p:nvSpPr>
          <p:cNvPr id="14" name="Rectangle 13">
            <a:extLst>
              <a:ext uri="{FF2B5EF4-FFF2-40B4-BE49-F238E27FC236}">
                <a16:creationId xmlns:a16="http://schemas.microsoft.com/office/drawing/2014/main" id="{3F1D0AE8-ABFE-451B-A3F4-A28D8889EDCC}"/>
              </a:ext>
            </a:extLst>
          </p:cNvPr>
          <p:cNvSpPr/>
          <p:nvPr/>
        </p:nvSpPr>
        <p:spPr>
          <a:xfrm>
            <a:off x="10534046" y="5708956"/>
            <a:ext cx="1100724" cy="276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Face to face 1-1</a:t>
            </a:r>
          </a:p>
        </p:txBody>
      </p:sp>
      <p:sp>
        <p:nvSpPr>
          <p:cNvPr id="15" name="Rectangle 14">
            <a:extLst>
              <a:ext uri="{FF2B5EF4-FFF2-40B4-BE49-F238E27FC236}">
                <a16:creationId xmlns:a16="http://schemas.microsoft.com/office/drawing/2014/main" id="{F57E17E6-A3B8-4244-B5FC-7475A0D86B68}"/>
              </a:ext>
            </a:extLst>
          </p:cNvPr>
          <p:cNvSpPr/>
          <p:nvPr/>
        </p:nvSpPr>
        <p:spPr>
          <a:xfrm>
            <a:off x="2133523" y="2439391"/>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Simple picture / Meme</a:t>
            </a:r>
          </a:p>
        </p:txBody>
      </p:sp>
      <p:sp>
        <p:nvSpPr>
          <p:cNvPr id="16" name="Rectangle 15">
            <a:extLst>
              <a:ext uri="{FF2B5EF4-FFF2-40B4-BE49-F238E27FC236}">
                <a16:creationId xmlns:a16="http://schemas.microsoft.com/office/drawing/2014/main" id="{8810B838-33C3-43B4-B56E-9E5A9972B90D}"/>
              </a:ext>
            </a:extLst>
          </p:cNvPr>
          <p:cNvSpPr/>
          <p:nvPr/>
        </p:nvSpPr>
        <p:spPr>
          <a:xfrm>
            <a:off x="8253601" y="481198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Face to face group event</a:t>
            </a:r>
          </a:p>
        </p:txBody>
      </p:sp>
      <p:sp>
        <p:nvSpPr>
          <p:cNvPr id="17" name="Rectangle 16">
            <a:extLst>
              <a:ext uri="{FF2B5EF4-FFF2-40B4-BE49-F238E27FC236}">
                <a16:creationId xmlns:a16="http://schemas.microsoft.com/office/drawing/2014/main" id="{26270AFF-32F9-4715-8601-9AC8708D9648}"/>
              </a:ext>
            </a:extLst>
          </p:cNvPr>
          <p:cNvSpPr/>
          <p:nvPr/>
        </p:nvSpPr>
        <p:spPr>
          <a:xfrm>
            <a:off x="6993864" y="4247219"/>
            <a:ext cx="64383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group event</a:t>
            </a:r>
          </a:p>
        </p:txBody>
      </p:sp>
      <p:sp>
        <p:nvSpPr>
          <p:cNvPr id="18" name="Rectangle 17">
            <a:extLst>
              <a:ext uri="{FF2B5EF4-FFF2-40B4-BE49-F238E27FC236}">
                <a16:creationId xmlns:a16="http://schemas.microsoft.com/office/drawing/2014/main" id="{2031D7A3-89F7-41A6-885C-8584CFCD96E7}"/>
              </a:ext>
            </a:extLst>
          </p:cNvPr>
          <p:cNvSpPr/>
          <p:nvPr/>
        </p:nvSpPr>
        <p:spPr>
          <a:xfrm>
            <a:off x="9576181" y="542357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a:t>
            </a:r>
          </a:p>
          <a:p>
            <a:pPr algn="ctr"/>
            <a:r>
              <a:rPr lang="en-US" sz="800" dirty="0"/>
              <a:t>1-1 event</a:t>
            </a:r>
          </a:p>
        </p:txBody>
      </p:sp>
      <p:sp>
        <p:nvSpPr>
          <p:cNvPr id="19" name="Rectangle 18">
            <a:extLst>
              <a:ext uri="{FF2B5EF4-FFF2-40B4-BE49-F238E27FC236}">
                <a16:creationId xmlns:a16="http://schemas.microsoft.com/office/drawing/2014/main" id="{76B84A66-7E68-498C-A50D-DFBBD376067E}"/>
              </a:ext>
            </a:extLst>
          </p:cNvPr>
          <p:cNvSpPr/>
          <p:nvPr/>
        </p:nvSpPr>
        <p:spPr>
          <a:xfrm>
            <a:off x="4258071" y="3538904"/>
            <a:ext cx="72869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Long Video</a:t>
            </a:r>
          </a:p>
        </p:txBody>
      </p:sp>
      <p:sp>
        <p:nvSpPr>
          <p:cNvPr id="21" name="Rectangle 20">
            <a:extLst>
              <a:ext uri="{FF2B5EF4-FFF2-40B4-BE49-F238E27FC236}">
                <a16:creationId xmlns:a16="http://schemas.microsoft.com/office/drawing/2014/main" id="{5ACCCBE7-EB9F-48E9-AFF8-D28834821010}"/>
              </a:ext>
            </a:extLst>
          </p:cNvPr>
          <p:cNvSpPr/>
          <p:nvPr/>
        </p:nvSpPr>
        <p:spPr>
          <a:xfrm>
            <a:off x="3552004" y="3382815"/>
            <a:ext cx="64826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Podcast</a:t>
            </a:r>
          </a:p>
        </p:txBody>
      </p:sp>
      <p:sp>
        <p:nvSpPr>
          <p:cNvPr id="22" name="Rectangle 21">
            <a:extLst>
              <a:ext uri="{FF2B5EF4-FFF2-40B4-BE49-F238E27FC236}">
                <a16:creationId xmlns:a16="http://schemas.microsoft.com/office/drawing/2014/main" id="{9D87E5BE-BF0D-404F-8C8A-6132A7060D4B}"/>
              </a:ext>
            </a:extLst>
          </p:cNvPr>
          <p:cNvSpPr/>
          <p:nvPr/>
        </p:nvSpPr>
        <p:spPr>
          <a:xfrm>
            <a:off x="5700370" y="3633036"/>
            <a:ext cx="97536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Asynchronous Game*</a:t>
            </a:r>
          </a:p>
        </p:txBody>
      </p:sp>
      <p:sp>
        <p:nvSpPr>
          <p:cNvPr id="23" name="Rectangle 22">
            <a:extLst>
              <a:ext uri="{FF2B5EF4-FFF2-40B4-BE49-F238E27FC236}">
                <a16:creationId xmlns:a16="http://schemas.microsoft.com/office/drawing/2014/main" id="{A976F2F2-9D03-4502-8AF2-81D3FB07DF0B}"/>
              </a:ext>
            </a:extLst>
          </p:cNvPr>
          <p:cNvSpPr/>
          <p:nvPr/>
        </p:nvSpPr>
        <p:spPr>
          <a:xfrm>
            <a:off x="9184173" y="4810799"/>
            <a:ext cx="830074"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Face-to-face Live Game*</a:t>
            </a:r>
          </a:p>
        </p:txBody>
      </p:sp>
      <p:sp>
        <p:nvSpPr>
          <p:cNvPr id="24" name="Rectangle 23">
            <a:extLst>
              <a:ext uri="{FF2B5EF4-FFF2-40B4-BE49-F238E27FC236}">
                <a16:creationId xmlns:a16="http://schemas.microsoft.com/office/drawing/2014/main" id="{6B1020F8-9387-48DD-A2E2-0879004EAADB}"/>
              </a:ext>
            </a:extLst>
          </p:cNvPr>
          <p:cNvSpPr/>
          <p:nvPr/>
        </p:nvSpPr>
        <p:spPr>
          <a:xfrm>
            <a:off x="7761861" y="4244870"/>
            <a:ext cx="717003"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Live Game*</a:t>
            </a:r>
          </a:p>
        </p:txBody>
      </p:sp>
      <p:sp>
        <p:nvSpPr>
          <p:cNvPr id="25" name="ZoneTexte 24">
            <a:extLst>
              <a:ext uri="{FF2B5EF4-FFF2-40B4-BE49-F238E27FC236}">
                <a16:creationId xmlns:a16="http://schemas.microsoft.com/office/drawing/2014/main" id="{43D4CFBC-2124-4483-9FC7-89F69C7A5D42}"/>
              </a:ext>
            </a:extLst>
          </p:cNvPr>
          <p:cNvSpPr txBox="1"/>
          <p:nvPr/>
        </p:nvSpPr>
        <p:spPr>
          <a:xfrm>
            <a:off x="142343" y="6050887"/>
            <a:ext cx="8166305" cy="646331"/>
          </a:xfrm>
          <a:prstGeom prst="rect">
            <a:avLst/>
          </a:prstGeom>
          <a:noFill/>
        </p:spPr>
        <p:txBody>
          <a:bodyPr wrap="square" rtlCol="0">
            <a:spAutoFit/>
          </a:bodyPr>
          <a:lstStyle/>
          <a:p>
            <a:r>
              <a:rPr lang="en-US" sz="1200" dirty="0"/>
              <a:t>*</a:t>
            </a:r>
            <a:r>
              <a:rPr lang="en-US" sz="1200" i="1" dirty="0"/>
              <a:t>Game</a:t>
            </a:r>
            <a:r>
              <a:rPr lang="en-US" sz="1200" dirty="0"/>
              <a:t> is here defined as a structured moment in which participants are required to be active to advance and in which they get live feedback of their actions. Games can be Serious (with additional objectives, different than catching attention) or not. In this graph, workshop is here counted as a game.</a:t>
            </a:r>
          </a:p>
        </p:txBody>
      </p:sp>
      <p:sp>
        <p:nvSpPr>
          <p:cNvPr id="26" name="Rectangle 25">
            <a:extLst>
              <a:ext uri="{FF2B5EF4-FFF2-40B4-BE49-F238E27FC236}">
                <a16:creationId xmlns:a16="http://schemas.microsoft.com/office/drawing/2014/main" id="{80F2DB3F-F04A-40F8-9FB0-A542D67C0A07}"/>
              </a:ext>
            </a:extLst>
          </p:cNvPr>
          <p:cNvSpPr/>
          <p:nvPr/>
        </p:nvSpPr>
        <p:spPr>
          <a:xfrm>
            <a:off x="1346443" y="1985057"/>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Tweet / Short text</a:t>
            </a:r>
          </a:p>
        </p:txBody>
      </p:sp>
      <p:sp>
        <p:nvSpPr>
          <p:cNvPr id="27" name="Rectangle 26">
            <a:extLst>
              <a:ext uri="{FF2B5EF4-FFF2-40B4-BE49-F238E27FC236}">
                <a16:creationId xmlns:a16="http://schemas.microsoft.com/office/drawing/2014/main" id="{D5AFB843-5442-4425-BE17-573AC6C6BADF}"/>
              </a:ext>
            </a:extLst>
          </p:cNvPr>
          <p:cNvSpPr/>
          <p:nvPr/>
        </p:nvSpPr>
        <p:spPr>
          <a:xfrm>
            <a:off x="2422554" y="3201478"/>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Infographic</a:t>
            </a:r>
          </a:p>
        </p:txBody>
      </p:sp>
      <p:sp>
        <p:nvSpPr>
          <p:cNvPr id="28" name="Rectangle 27">
            <a:extLst>
              <a:ext uri="{FF2B5EF4-FFF2-40B4-BE49-F238E27FC236}">
                <a16:creationId xmlns:a16="http://schemas.microsoft.com/office/drawing/2014/main" id="{E172A8D2-98B9-42A5-B9F2-771153822513}"/>
              </a:ext>
            </a:extLst>
          </p:cNvPr>
          <p:cNvSpPr/>
          <p:nvPr/>
        </p:nvSpPr>
        <p:spPr>
          <a:xfrm>
            <a:off x="5862167" y="4244870"/>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discussion </a:t>
            </a:r>
          </a:p>
        </p:txBody>
      </p:sp>
      <p:sp>
        <p:nvSpPr>
          <p:cNvPr id="33" name="Rectangle 32">
            <a:extLst>
              <a:ext uri="{FF2B5EF4-FFF2-40B4-BE49-F238E27FC236}">
                <a16:creationId xmlns:a16="http://schemas.microsoft.com/office/drawing/2014/main" id="{29215110-D597-43F8-BE95-B720CD70BD4F}"/>
              </a:ext>
            </a:extLst>
          </p:cNvPr>
          <p:cNvSpPr/>
          <p:nvPr/>
        </p:nvSpPr>
        <p:spPr>
          <a:xfrm>
            <a:off x="6737263" y="3689927"/>
            <a:ext cx="648260"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Live streaming</a:t>
            </a:r>
          </a:p>
        </p:txBody>
      </p:sp>
      <p:pic>
        <p:nvPicPr>
          <p:cNvPr id="35" name="Image 34">
            <a:extLst>
              <a:ext uri="{FF2B5EF4-FFF2-40B4-BE49-F238E27FC236}">
                <a16:creationId xmlns:a16="http://schemas.microsoft.com/office/drawing/2014/main" id="{CEB83029-6ACB-475F-A99C-FC12DB2D67F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309422" y="2018055"/>
            <a:ext cx="298739" cy="362308"/>
          </a:xfrm>
          <a:prstGeom prst="rect">
            <a:avLst/>
          </a:prstGeom>
        </p:spPr>
      </p:pic>
      <p:pic>
        <p:nvPicPr>
          <p:cNvPr id="38" name="Image 37">
            <a:extLst>
              <a:ext uri="{FF2B5EF4-FFF2-40B4-BE49-F238E27FC236}">
                <a16:creationId xmlns:a16="http://schemas.microsoft.com/office/drawing/2014/main" id="{EF1AE3BD-8D52-454F-90DF-966551F5AC2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485346" y="2066532"/>
            <a:ext cx="328332" cy="328332"/>
          </a:xfrm>
          <a:prstGeom prst="rect">
            <a:avLst/>
          </a:prstGeom>
        </p:spPr>
      </p:pic>
      <p:pic>
        <p:nvPicPr>
          <p:cNvPr id="41" name="Image 40" descr="Une image contenant clipart, matériel&#10;&#10;Description générée automatiquement">
            <a:extLst>
              <a:ext uri="{FF2B5EF4-FFF2-40B4-BE49-F238E27FC236}">
                <a16:creationId xmlns:a16="http://schemas.microsoft.com/office/drawing/2014/main" id="{70C64222-5A00-4AFA-A066-1FDF09179D83}"/>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983416" y="4082857"/>
            <a:ext cx="586837" cy="132038"/>
          </a:xfrm>
          <a:prstGeom prst="rect">
            <a:avLst/>
          </a:prstGeom>
        </p:spPr>
      </p:pic>
      <p:pic>
        <p:nvPicPr>
          <p:cNvPr id="44" name="Image 43">
            <a:extLst>
              <a:ext uri="{FF2B5EF4-FFF2-40B4-BE49-F238E27FC236}">
                <a16:creationId xmlns:a16="http://schemas.microsoft.com/office/drawing/2014/main" id="{8A5004D7-F64B-43C1-8272-5E27F25677DF}"/>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3774641" y="3091538"/>
            <a:ext cx="234333" cy="234333"/>
          </a:xfrm>
          <a:prstGeom prst="rect">
            <a:avLst/>
          </a:prstGeom>
        </p:spPr>
      </p:pic>
      <p:sp>
        <p:nvSpPr>
          <p:cNvPr id="46" name="Rectangle 45">
            <a:extLst>
              <a:ext uri="{FF2B5EF4-FFF2-40B4-BE49-F238E27FC236}">
                <a16:creationId xmlns:a16="http://schemas.microsoft.com/office/drawing/2014/main" id="{4EEFF8A0-1C50-46EA-B749-26AD8D560B06}"/>
              </a:ext>
            </a:extLst>
          </p:cNvPr>
          <p:cNvSpPr/>
          <p:nvPr/>
        </p:nvSpPr>
        <p:spPr>
          <a:xfrm>
            <a:off x="5075574" y="3572336"/>
            <a:ext cx="54901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Article</a:t>
            </a:r>
          </a:p>
        </p:txBody>
      </p:sp>
      <p:pic>
        <p:nvPicPr>
          <p:cNvPr id="48" name="Image 47">
            <a:extLst>
              <a:ext uri="{FF2B5EF4-FFF2-40B4-BE49-F238E27FC236}">
                <a16:creationId xmlns:a16="http://schemas.microsoft.com/office/drawing/2014/main" id="{23FD458C-8A77-4FD1-A4F5-2CA712711EB0}"/>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8552069" y="4481357"/>
            <a:ext cx="319068" cy="305678"/>
          </a:xfrm>
          <a:prstGeom prst="rect">
            <a:avLst/>
          </a:prstGeom>
        </p:spPr>
      </p:pic>
      <p:pic>
        <p:nvPicPr>
          <p:cNvPr id="50" name="Image 49">
            <a:extLst>
              <a:ext uri="{FF2B5EF4-FFF2-40B4-BE49-F238E27FC236}">
                <a16:creationId xmlns:a16="http://schemas.microsoft.com/office/drawing/2014/main" id="{B81EFF2A-0AB4-4030-8E22-6FEDB106457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413318" y="4481357"/>
            <a:ext cx="321423" cy="310079"/>
          </a:xfrm>
          <a:prstGeom prst="rect">
            <a:avLst/>
          </a:prstGeom>
        </p:spPr>
      </p:pic>
      <p:pic>
        <p:nvPicPr>
          <p:cNvPr id="52" name="Image 51">
            <a:extLst>
              <a:ext uri="{FF2B5EF4-FFF2-40B4-BE49-F238E27FC236}">
                <a16:creationId xmlns:a16="http://schemas.microsoft.com/office/drawing/2014/main" id="{508D117D-F736-481A-9D10-82868E35383A}"/>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7080241" y="3447424"/>
            <a:ext cx="365247" cy="205451"/>
          </a:xfrm>
          <a:prstGeom prst="rect">
            <a:avLst/>
          </a:prstGeom>
        </p:spPr>
      </p:pic>
      <p:pic>
        <p:nvPicPr>
          <p:cNvPr id="55" name="Image 54" descr="Une image contenant texte, trousse de secours, signe&#10;&#10;Description générée automatiquement">
            <a:extLst>
              <a:ext uri="{FF2B5EF4-FFF2-40B4-BE49-F238E27FC236}">
                <a16:creationId xmlns:a16="http://schemas.microsoft.com/office/drawing/2014/main" id="{1598444F-CDDC-43FF-A6F3-D8C40B25F592}"/>
              </a:ext>
            </a:extLst>
          </p:cNvPr>
          <p:cNvPicPr>
            <a:picLocks noChangeAspect="1"/>
          </p:cNvPicPr>
          <p:nvPr/>
        </p:nvPicPr>
        <p:blipFill rotWithShape="1">
          <a:blip r:embed="rId15">
            <a:extLst>
              <a:ext uri="{28A0092B-C50C-407E-A947-70E740481C1C}">
                <a14:useLocalDpi xmlns:a14="http://schemas.microsoft.com/office/drawing/2010/main" val="0"/>
              </a:ext>
              <a:ext uri="{837473B0-CC2E-450A-ABE3-18F120FF3D39}">
                <a1611:picAttrSrcUrl xmlns:a1611="http://schemas.microsoft.com/office/drawing/2016/11/main" r:id="rId16"/>
              </a:ext>
            </a:extLst>
          </a:blip>
          <a:srcRect l="14563" t="27444" r="14441" b="27929"/>
          <a:stretch/>
        </p:blipFill>
        <p:spPr>
          <a:xfrm>
            <a:off x="6780675" y="3474045"/>
            <a:ext cx="360598" cy="127503"/>
          </a:xfrm>
          <a:prstGeom prst="rect">
            <a:avLst/>
          </a:prstGeom>
        </p:spPr>
      </p:pic>
      <p:sp>
        <p:nvSpPr>
          <p:cNvPr id="57" name="Rectangle 56">
            <a:extLst>
              <a:ext uri="{FF2B5EF4-FFF2-40B4-BE49-F238E27FC236}">
                <a16:creationId xmlns:a16="http://schemas.microsoft.com/office/drawing/2014/main" id="{C8C85C1B-835A-4442-B3EB-C7E340F18096}"/>
              </a:ext>
            </a:extLst>
          </p:cNvPr>
          <p:cNvSpPr/>
          <p:nvPr/>
        </p:nvSpPr>
        <p:spPr>
          <a:xfrm>
            <a:off x="3151222" y="2439391"/>
            <a:ext cx="615140"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Short video</a:t>
            </a:r>
          </a:p>
        </p:txBody>
      </p:sp>
      <p:pic>
        <p:nvPicPr>
          <p:cNvPr id="60" name="Image 59">
            <a:extLst>
              <a:ext uri="{FF2B5EF4-FFF2-40B4-BE49-F238E27FC236}">
                <a16:creationId xmlns:a16="http://schemas.microsoft.com/office/drawing/2014/main" id="{04EB878E-7A47-4B96-B613-7320EAE4100E}"/>
              </a:ext>
            </a:extLst>
          </p:cNvPr>
          <p:cNvPicPr>
            <a:picLocks noChangeAspect="1"/>
          </p:cNvPicPr>
          <p:nvPr/>
        </p:nvPicPr>
        <p:blipFill>
          <a:blip r:embed="rId17">
            <a:extLs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6037414" y="3340066"/>
            <a:ext cx="243612" cy="243612"/>
          </a:xfrm>
          <a:prstGeom prst="rect">
            <a:avLst/>
          </a:prstGeom>
        </p:spPr>
      </p:pic>
      <p:pic>
        <p:nvPicPr>
          <p:cNvPr id="63" name="Image 62" descr="Une image contenant hache, outil, graphiques vectoriels&#10;&#10;Description générée automatiquement">
            <a:extLst>
              <a:ext uri="{FF2B5EF4-FFF2-40B4-BE49-F238E27FC236}">
                <a16:creationId xmlns:a16="http://schemas.microsoft.com/office/drawing/2014/main" id="{37733CE5-7AEF-4486-90A4-ADF6C212B8CA}"/>
              </a:ext>
            </a:extLst>
          </p:cNvPr>
          <p:cNvPicPr>
            <a:picLocks noChangeAspect="1"/>
          </p:cNvPicPr>
          <p:nvPr/>
        </p:nvPicPr>
        <p:blipFill>
          <a:blip r:embed="rId19">
            <a:extLst>
              <a:ext uri="{28A0092B-C50C-407E-A947-70E740481C1C}">
                <a14:useLocalDpi xmlns:a14="http://schemas.microsoft.com/office/drawing/2010/main" val="0"/>
              </a:ext>
              <a:ext uri="{837473B0-CC2E-450A-ABE3-18F120FF3D39}">
                <a1611:picAttrSrcUrl xmlns:a1611="http://schemas.microsoft.com/office/drawing/2016/11/main" r:id="rId20"/>
              </a:ext>
            </a:extLst>
          </a:blip>
          <a:stretch>
            <a:fillRect/>
          </a:stretch>
        </p:blipFill>
        <p:spPr>
          <a:xfrm>
            <a:off x="1653778" y="1622716"/>
            <a:ext cx="369566" cy="303352"/>
          </a:xfrm>
          <a:prstGeom prst="rect">
            <a:avLst/>
          </a:prstGeom>
        </p:spPr>
      </p:pic>
      <p:pic>
        <p:nvPicPr>
          <p:cNvPr id="66" name="Image 65">
            <a:extLst>
              <a:ext uri="{FF2B5EF4-FFF2-40B4-BE49-F238E27FC236}">
                <a16:creationId xmlns:a16="http://schemas.microsoft.com/office/drawing/2014/main" id="{9F5BD2A5-6B68-4BAC-992A-9D21E9539CF6}"/>
              </a:ext>
            </a:extLst>
          </p:cNvPr>
          <p:cNvPicPr>
            <a:picLocks noChangeAspect="1"/>
          </p:cNvPicPr>
          <p:nvPr/>
        </p:nvPicPr>
        <p:blipFill>
          <a:blip r:embed="rId21">
            <a:extLst>
              <a:ext uri="{28A0092B-C50C-407E-A947-70E740481C1C}">
                <a14:useLocalDpi xmlns:a14="http://schemas.microsoft.com/office/drawing/2010/main" val="0"/>
              </a:ext>
              <a:ext uri="{837473B0-CC2E-450A-ABE3-18F120FF3D39}">
                <a1611:picAttrSrcUrl xmlns:a1611="http://schemas.microsoft.com/office/drawing/2016/11/main" r:id="rId22"/>
              </a:ext>
            </a:extLst>
          </a:blip>
          <a:stretch>
            <a:fillRect/>
          </a:stretch>
        </p:blipFill>
        <p:spPr>
          <a:xfrm>
            <a:off x="2793994" y="2906738"/>
            <a:ext cx="253014" cy="253014"/>
          </a:xfrm>
          <a:prstGeom prst="rect">
            <a:avLst/>
          </a:prstGeom>
        </p:spPr>
      </p:pic>
      <p:sp>
        <p:nvSpPr>
          <p:cNvPr id="68" name="ZoneTexte 67">
            <a:extLst>
              <a:ext uri="{FF2B5EF4-FFF2-40B4-BE49-F238E27FC236}">
                <a16:creationId xmlns:a16="http://schemas.microsoft.com/office/drawing/2014/main" id="{70918A6D-6306-4AB1-85EB-871C8A56A407}"/>
              </a:ext>
            </a:extLst>
          </p:cNvPr>
          <p:cNvSpPr txBox="1"/>
          <p:nvPr/>
        </p:nvSpPr>
        <p:spPr>
          <a:xfrm>
            <a:off x="1834711" y="4737112"/>
            <a:ext cx="2041424" cy="646331"/>
          </a:xfrm>
          <a:prstGeom prst="rect">
            <a:avLst/>
          </a:prstGeom>
          <a:noFill/>
        </p:spPr>
        <p:txBody>
          <a:bodyPr wrap="square" rtlCol="0">
            <a:spAutoFit/>
          </a:bodyPr>
          <a:lstStyle/>
          <a:p>
            <a:pPr algn="ctr"/>
            <a:r>
              <a:rPr lang="en-US" sz="1200" dirty="0"/>
              <a:t>Logos represent platforms where you can find examples</a:t>
            </a:r>
          </a:p>
        </p:txBody>
      </p:sp>
      <p:pic>
        <p:nvPicPr>
          <p:cNvPr id="76" name="Image 75">
            <a:extLst>
              <a:ext uri="{FF2B5EF4-FFF2-40B4-BE49-F238E27FC236}">
                <a16:creationId xmlns:a16="http://schemas.microsoft.com/office/drawing/2014/main" id="{1DB14912-5923-493D-9CF8-0EEF457CF5EF}"/>
              </a:ext>
            </a:extLst>
          </p:cNvPr>
          <p:cNvPicPr>
            <a:picLocks noChangeAspect="1"/>
          </p:cNvPicPr>
          <p:nvPr/>
        </p:nvPicPr>
        <p:blipFill rotWithShape="1">
          <a:blip r:embed="rId23">
            <a:extLst>
              <a:ext uri="{28A0092B-C50C-407E-A947-70E740481C1C}">
                <a14:useLocalDpi xmlns:a14="http://schemas.microsoft.com/office/drawing/2010/main" val="0"/>
              </a:ext>
              <a:ext uri="{837473B0-CC2E-450A-ABE3-18F120FF3D39}">
                <a1611:picAttrSrcUrl xmlns:a1611="http://schemas.microsoft.com/office/drawing/2016/11/main" r:id="rId24"/>
              </a:ext>
            </a:extLst>
          </a:blip>
          <a:srcRect l="15367" t="25200" r="15584" b="25200"/>
          <a:stretch/>
        </p:blipFill>
        <p:spPr>
          <a:xfrm>
            <a:off x="4456947" y="3325716"/>
            <a:ext cx="234333" cy="168325"/>
          </a:xfrm>
          <a:prstGeom prst="rect">
            <a:avLst/>
          </a:prstGeom>
        </p:spPr>
      </p:pic>
      <p:pic>
        <p:nvPicPr>
          <p:cNvPr id="80" name="Image 79">
            <a:extLst>
              <a:ext uri="{FF2B5EF4-FFF2-40B4-BE49-F238E27FC236}">
                <a16:creationId xmlns:a16="http://schemas.microsoft.com/office/drawing/2014/main" id="{76BF509D-06DC-4A5F-8894-D45A5A69D055}"/>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263703" y="4000782"/>
            <a:ext cx="220462" cy="220462"/>
          </a:xfrm>
          <a:prstGeom prst="rect">
            <a:avLst/>
          </a:prstGeom>
        </p:spPr>
      </p:pic>
      <p:pic>
        <p:nvPicPr>
          <p:cNvPr id="81" name="Image 80">
            <a:extLst>
              <a:ext uri="{FF2B5EF4-FFF2-40B4-BE49-F238E27FC236}">
                <a16:creationId xmlns:a16="http://schemas.microsoft.com/office/drawing/2014/main" id="{6EEF4493-F750-481A-830A-B8CFB4C8853E}"/>
              </a:ext>
            </a:extLst>
          </p:cNvPr>
          <p:cNvPicPr>
            <a:picLocks noChangeAspect="1"/>
          </p:cNvPicPr>
          <p:nvPr/>
        </p:nvPicPr>
        <p:blipFill rotWithShape="1">
          <a:blip r:embed="rId26">
            <a:extLst>
              <a:ext uri="{28A0092B-C50C-407E-A947-70E740481C1C}">
                <a14:useLocalDpi xmlns:a14="http://schemas.microsoft.com/office/drawing/2010/main" val="0"/>
              </a:ext>
              <a:ext uri="{837473B0-CC2E-450A-ABE3-18F120FF3D39}">
                <a1611:picAttrSrcUrl xmlns:a1611="http://schemas.microsoft.com/office/drawing/2016/11/main" r:id="rId27"/>
              </a:ext>
            </a:extLst>
          </a:blip>
          <a:srcRect l="27749" r="27670"/>
          <a:stretch/>
        </p:blipFill>
        <p:spPr>
          <a:xfrm>
            <a:off x="5204642" y="3240226"/>
            <a:ext cx="255152" cy="279461"/>
          </a:xfrm>
          <a:prstGeom prst="rect">
            <a:avLst/>
          </a:prstGeom>
        </p:spPr>
      </p:pic>
      <p:pic>
        <p:nvPicPr>
          <p:cNvPr id="83" name="Image 82" descr="Une image contenant texte, clipart&#10;&#10;Description générée automatiquement">
            <a:extLst>
              <a:ext uri="{FF2B5EF4-FFF2-40B4-BE49-F238E27FC236}">
                <a16:creationId xmlns:a16="http://schemas.microsoft.com/office/drawing/2014/main" id="{2CF0FA7B-E9A0-496F-BCE9-A5FC217DEF6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891879" y="3982270"/>
            <a:ext cx="220462" cy="230716"/>
          </a:xfrm>
          <a:prstGeom prst="rect">
            <a:avLst/>
          </a:prstGeom>
        </p:spPr>
      </p:pic>
      <p:pic>
        <p:nvPicPr>
          <p:cNvPr id="87" name="Image 86">
            <a:extLst>
              <a:ext uri="{FF2B5EF4-FFF2-40B4-BE49-F238E27FC236}">
                <a16:creationId xmlns:a16="http://schemas.microsoft.com/office/drawing/2014/main" id="{42FC1372-BBA1-4ED2-BA97-A65C20DBA175}"/>
              </a:ext>
            </a:extLst>
          </p:cNvPr>
          <p:cNvPicPr>
            <a:picLocks noChangeAspect="1"/>
          </p:cNvPicPr>
          <p:nvPr/>
        </p:nvPicPr>
        <p:blipFill>
          <a:blip r:embed="rId29">
            <a:extLst>
              <a:ext uri="{28A0092B-C50C-407E-A947-70E740481C1C}">
                <a14:useLocalDpi xmlns:a14="http://schemas.microsoft.com/office/drawing/2010/main" val="0"/>
              </a:ext>
              <a:ext uri="{837473B0-CC2E-450A-ABE3-18F120FF3D39}">
                <a1611:picAttrSrcUrl xmlns:a1611="http://schemas.microsoft.com/office/drawing/2016/11/main" r:id="rId30"/>
              </a:ext>
            </a:extLst>
          </a:blip>
          <a:stretch>
            <a:fillRect/>
          </a:stretch>
        </p:blipFill>
        <p:spPr>
          <a:xfrm>
            <a:off x="6000766" y="3977157"/>
            <a:ext cx="262937" cy="263710"/>
          </a:xfrm>
          <a:prstGeom prst="rect">
            <a:avLst/>
          </a:prstGeom>
        </p:spPr>
      </p:pic>
      <p:pic>
        <p:nvPicPr>
          <p:cNvPr id="90" name="Image 89">
            <a:extLst>
              <a:ext uri="{FF2B5EF4-FFF2-40B4-BE49-F238E27FC236}">
                <a16:creationId xmlns:a16="http://schemas.microsoft.com/office/drawing/2014/main" id="{86EDDA0F-1CEF-432E-94EC-0BF789ACA759}"/>
              </a:ext>
            </a:extLst>
          </p:cNvPr>
          <p:cNvPicPr>
            <a:picLocks noChangeAspect="1"/>
          </p:cNvPicPr>
          <p:nvPr/>
        </p:nvPicPr>
        <p:blipFill>
          <a:blip r:embed="rId31">
            <a:extLst>
              <a:ext uri="{28A0092B-C50C-407E-A947-70E740481C1C}">
                <a14:useLocalDpi xmlns:a14="http://schemas.microsoft.com/office/drawing/2010/main" val="0"/>
              </a:ext>
              <a:ext uri="{837473B0-CC2E-450A-ABE3-18F120FF3D39}">
                <a1611:picAttrSrcUrl xmlns:a1611="http://schemas.microsoft.com/office/drawing/2016/11/main" r:id="rId32"/>
              </a:ext>
            </a:extLst>
          </a:blip>
          <a:stretch>
            <a:fillRect/>
          </a:stretch>
        </p:blipFill>
        <p:spPr>
          <a:xfrm>
            <a:off x="9847661" y="5186060"/>
            <a:ext cx="276149" cy="225887"/>
          </a:xfrm>
          <a:prstGeom prst="rect">
            <a:avLst/>
          </a:prstGeom>
        </p:spPr>
      </p:pic>
      <p:pic>
        <p:nvPicPr>
          <p:cNvPr id="93" name="Image 92">
            <a:extLst>
              <a:ext uri="{FF2B5EF4-FFF2-40B4-BE49-F238E27FC236}">
                <a16:creationId xmlns:a16="http://schemas.microsoft.com/office/drawing/2014/main" id="{A32DEDAF-7B9E-48F8-AAD7-4AC8E133A596}"/>
              </a:ext>
            </a:extLst>
          </p:cNvPr>
          <p:cNvPicPr>
            <a:picLocks noChangeAspect="1"/>
          </p:cNvPicPr>
          <p:nvPr/>
        </p:nvPicPr>
        <p:blipFill rotWithShape="1">
          <a:blip r:embed="rId33">
            <a:extLst>
              <a:ext uri="{28A0092B-C50C-407E-A947-70E740481C1C}">
                <a14:useLocalDpi xmlns:a14="http://schemas.microsoft.com/office/drawing/2010/main" val="0"/>
              </a:ext>
              <a:ext uri="{837473B0-CC2E-450A-ABE3-18F120FF3D39}">
                <a1611:picAttrSrcUrl xmlns:a1611="http://schemas.microsoft.com/office/drawing/2016/11/main" r:id="rId34"/>
              </a:ext>
            </a:extLst>
          </a:blip>
          <a:srcRect l="21852" t="37339" r="65404" b="37566"/>
          <a:stretch/>
        </p:blipFill>
        <p:spPr>
          <a:xfrm>
            <a:off x="8158276" y="3963334"/>
            <a:ext cx="232854" cy="257910"/>
          </a:xfrm>
          <a:prstGeom prst="rect">
            <a:avLst/>
          </a:prstGeom>
        </p:spPr>
      </p:pic>
      <p:pic>
        <p:nvPicPr>
          <p:cNvPr id="98" name="Image 97" descr="Une image contenant personne, table, portable, travaillant&#10;&#10;Description générée automatiquement">
            <a:extLst>
              <a:ext uri="{FF2B5EF4-FFF2-40B4-BE49-F238E27FC236}">
                <a16:creationId xmlns:a16="http://schemas.microsoft.com/office/drawing/2014/main" id="{64739AB2-1CD4-4519-AAB7-C9D87713B02F}"/>
              </a:ext>
            </a:extLst>
          </p:cNvPr>
          <p:cNvPicPr>
            <a:picLocks noChangeAspect="1"/>
          </p:cNvPicPr>
          <p:nvPr/>
        </p:nvPicPr>
        <p:blipFill rotWithShape="1">
          <a:blip r:embed="rId35">
            <a:extLst>
              <a:ext uri="{28A0092B-C50C-407E-A947-70E740481C1C}">
                <a14:useLocalDpi xmlns:a14="http://schemas.microsoft.com/office/drawing/2010/main" val="0"/>
              </a:ext>
              <a:ext uri="{837473B0-CC2E-450A-ABE3-18F120FF3D39}">
                <a1611:picAttrSrcUrl xmlns:a1611="http://schemas.microsoft.com/office/drawing/2016/11/main" r:id="rId36"/>
              </a:ext>
            </a:extLst>
          </a:blip>
          <a:srcRect l="8116" t="14498" r="11910" b="41412"/>
          <a:stretch/>
        </p:blipFill>
        <p:spPr>
          <a:xfrm>
            <a:off x="10551802" y="5138663"/>
            <a:ext cx="1446269" cy="531984"/>
          </a:xfrm>
          <a:prstGeom prst="rect">
            <a:avLst/>
          </a:prstGeom>
        </p:spPr>
      </p:pic>
    </p:spTree>
    <p:extLst>
      <p:ext uri="{BB962C8B-B14F-4D97-AF65-F5344CB8AC3E}">
        <p14:creationId xmlns:p14="http://schemas.microsoft.com/office/powerpoint/2010/main" val="533924737"/>
      </p:ext>
    </p:extLst>
  </p:cSld>
  <p:clrMapOvr>
    <a:masterClrMapping/>
  </p:clrMapOvr>
  <mc:AlternateContent xmlns:mc="http://schemas.openxmlformats.org/markup-compatibility/2006" xmlns:p14="http://schemas.microsoft.com/office/powerpoint/2010/main">
    <mc:Choice Requires="p14">
      <p:transition spd="slow" p14:dur="2000" advTm="108564"/>
    </mc:Choice>
    <mc:Fallback xmlns="">
      <p:transition spd="slow" advTm="10856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2357BD2-72C0-4203-8FDA-027D9FEDA855}"/>
              </a:ext>
            </a:extLst>
          </p:cNvPr>
          <p:cNvSpPr>
            <a:spLocks noGrp="1"/>
          </p:cNvSpPr>
          <p:nvPr>
            <p:ph type="title"/>
          </p:nvPr>
        </p:nvSpPr>
        <p:spPr/>
        <p:txBody>
          <a:bodyPr>
            <a:noAutofit/>
          </a:bodyPr>
          <a:lstStyle/>
          <a:p>
            <a:r>
              <a:rPr lang="en-US" sz="2800" dirty="0"/>
              <a:t>Exercise #C4</a:t>
            </a:r>
            <a:br>
              <a:rPr lang="en-US" sz="2800" dirty="0"/>
            </a:br>
            <a:r>
              <a:rPr lang="en-US" sz="2000" dirty="0"/>
              <a:t>Define or select content format for your Community Content, include next moves</a:t>
            </a:r>
            <a:endParaRPr lang="en-US" sz="2800" dirty="0"/>
          </a:p>
        </p:txBody>
      </p:sp>
      <p:cxnSp>
        <p:nvCxnSpPr>
          <p:cNvPr id="8" name="Connecteur droit avec flèche 7">
            <a:extLst>
              <a:ext uri="{FF2B5EF4-FFF2-40B4-BE49-F238E27FC236}">
                <a16:creationId xmlns:a16="http://schemas.microsoft.com/office/drawing/2014/main" id="{3DC5DC14-5DBE-472A-86FF-6A7D428B7A0E}"/>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DE580959-8841-4762-9552-A5948576CD0A}"/>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CF017A52-0B37-4F06-9A70-2BFCADB4B64A}"/>
              </a:ext>
            </a:extLst>
          </p:cNvPr>
          <p:cNvSpPr txBox="1"/>
          <p:nvPr/>
        </p:nvSpPr>
        <p:spPr>
          <a:xfrm>
            <a:off x="10043604" y="6074447"/>
            <a:ext cx="1944207" cy="276999"/>
          </a:xfrm>
          <a:prstGeom prst="rect">
            <a:avLst/>
          </a:prstGeom>
          <a:noFill/>
        </p:spPr>
        <p:txBody>
          <a:bodyPr wrap="square" rtlCol="0">
            <a:spAutoFit/>
          </a:bodyPr>
          <a:lstStyle/>
          <a:p>
            <a:pPr algn="ctr"/>
            <a:r>
              <a:rPr lang="en-US" sz="1200" dirty="0"/>
              <a:t>Undivided attention</a:t>
            </a:r>
          </a:p>
        </p:txBody>
      </p:sp>
      <p:sp>
        <p:nvSpPr>
          <p:cNvPr id="13" name="ZoneTexte 12">
            <a:extLst>
              <a:ext uri="{FF2B5EF4-FFF2-40B4-BE49-F238E27FC236}">
                <a16:creationId xmlns:a16="http://schemas.microsoft.com/office/drawing/2014/main" id="{537C6108-A155-4C3E-B6AF-07A0C4917038}"/>
              </a:ext>
            </a:extLst>
          </p:cNvPr>
          <p:cNvSpPr txBox="1"/>
          <p:nvPr/>
        </p:nvSpPr>
        <p:spPr>
          <a:xfrm>
            <a:off x="42170" y="2077583"/>
            <a:ext cx="1262839" cy="1015663"/>
          </a:xfrm>
          <a:prstGeom prst="rect">
            <a:avLst/>
          </a:prstGeom>
          <a:noFill/>
        </p:spPr>
        <p:txBody>
          <a:bodyPr wrap="square" rtlCol="0">
            <a:spAutoFit/>
          </a:bodyPr>
          <a:lstStyle/>
          <a:p>
            <a:pPr algn="ctr"/>
            <a:r>
              <a:rPr lang="en-US" sz="1200" dirty="0"/>
              <a:t>Scalability (easiness of consumption by many people)</a:t>
            </a:r>
          </a:p>
        </p:txBody>
      </p:sp>
    </p:spTree>
    <p:extLst>
      <p:ext uri="{BB962C8B-B14F-4D97-AF65-F5344CB8AC3E}">
        <p14:creationId xmlns:p14="http://schemas.microsoft.com/office/powerpoint/2010/main" val="2803298254"/>
      </p:ext>
    </p:extLst>
  </p:cSld>
  <p:clrMapOvr>
    <a:masterClrMapping/>
  </p:clrMapOvr>
  <mc:AlternateContent xmlns:mc="http://schemas.openxmlformats.org/markup-compatibility/2006" xmlns:p14="http://schemas.microsoft.com/office/powerpoint/2010/main">
    <mc:Choice Requires="p14">
      <p:transition spd="slow" p14:dur="2000" advTm="108564"/>
    </mc:Choice>
    <mc:Fallback xmlns="">
      <p:transition spd="slow" advTm="10856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Which formats do you use the most in your Community ?</a:t>
            </a:r>
          </a:p>
          <a:p>
            <a:pPr marL="0" indent="0">
              <a:buNone/>
            </a:pPr>
            <a:endParaRPr lang="en-US" noProof="1"/>
          </a:p>
          <a:p>
            <a:pPr marL="0" indent="0">
              <a:buNone/>
            </a:pPr>
            <a:r>
              <a:rPr lang="en-US" noProof="1"/>
              <a:t>Why did you choose these formats over the others ?</a:t>
            </a:r>
          </a:p>
          <a:p>
            <a:pPr marL="0" indent="0">
              <a:buNone/>
            </a:pPr>
            <a:endParaRPr lang="en-US" noProof="1"/>
          </a:p>
          <a:p>
            <a:pPr marL="0" indent="0">
              <a:buNone/>
            </a:pPr>
            <a:r>
              <a:rPr lang="en-US" noProof="1"/>
              <a:t>What are your preferences ? In which formats are you currently interested ?</a:t>
            </a:r>
          </a:p>
          <a:p>
            <a:pPr marL="0" indent="0">
              <a:buNone/>
            </a:pPr>
            <a:endParaRPr lang="en-US" noProof="1"/>
          </a:p>
          <a:p>
            <a:pPr marL="0" indent="0">
              <a:buNone/>
            </a:pPr>
            <a:r>
              <a:rPr lang="en-US" noProof="1"/>
              <a:t> </a:t>
            </a:r>
          </a:p>
          <a:p>
            <a:pPr marL="0" indent="0">
              <a:buNone/>
            </a:pPr>
            <a:endParaRPr lang="en-US" noProof="1"/>
          </a:p>
          <a:p>
            <a:pPr marL="0" indent="0">
              <a:buNone/>
            </a:pPr>
            <a:endParaRPr lang="en-US" noProof="1"/>
          </a:p>
          <a:p>
            <a:pPr marL="0" indent="0">
              <a:buNone/>
            </a:pPr>
            <a:endParaRPr lang="en-US" noProof="1"/>
          </a:p>
        </p:txBody>
      </p:sp>
      <p:grpSp>
        <p:nvGrpSpPr>
          <p:cNvPr id="51" name="Groupe 50">
            <a:extLst>
              <a:ext uri="{FF2B5EF4-FFF2-40B4-BE49-F238E27FC236}">
                <a16:creationId xmlns:a16="http://schemas.microsoft.com/office/drawing/2014/main" id="{1CE003E4-9226-4FB0-90E9-A4ECA261285B}"/>
              </a:ext>
            </a:extLst>
          </p:cNvPr>
          <p:cNvGrpSpPr/>
          <p:nvPr/>
        </p:nvGrpSpPr>
        <p:grpSpPr>
          <a:xfrm>
            <a:off x="1267376" y="3538964"/>
            <a:ext cx="4634144" cy="1894172"/>
            <a:chOff x="1305009" y="1622716"/>
            <a:chExt cx="10777500" cy="4405224"/>
          </a:xfrm>
        </p:grpSpPr>
        <p:cxnSp>
          <p:nvCxnSpPr>
            <p:cNvPr id="14" name="Connecteur droit avec flèche 13">
              <a:extLst>
                <a:ext uri="{FF2B5EF4-FFF2-40B4-BE49-F238E27FC236}">
                  <a16:creationId xmlns:a16="http://schemas.microsoft.com/office/drawing/2014/main" id="{13440AF0-6727-4050-AD2D-55FF6A2A9163}"/>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6302B5C0-10E1-4624-81B4-5FEE130C7D70}"/>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884BE37-C4B0-4FE6-AC8E-07AEA1B963BC}"/>
                </a:ext>
              </a:extLst>
            </p:cNvPr>
            <p:cNvSpPr/>
            <p:nvPr/>
          </p:nvSpPr>
          <p:spPr>
            <a:xfrm>
              <a:off x="10534046" y="5708956"/>
              <a:ext cx="1100724" cy="276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Face to face 1-1</a:t>
              </a:r>
            </a:p>
          </p:txBody>
        </p:sp>
        <p:sp>
          <p:nvSpPr>
            <p:cNvPr id="17" name="Rectangle 16">
              <a:extLst>
                <a:ext uri="{FF2B5EF4-FFF2-40B4-BE49-F238E27FC236}">
                  <a16:creationId xmlns:a16="http://schemas.microsoft.com/office/drawing/2014/main" id="{6FA8EF98-318C-4666-9D2B-C3E0A7A97560}"/>
                </a:ext>
              </a:extLst>
            </p:cNvPr>
            <p:cNvSpPr/>
            <p:nvPr/>
          </p:nvSpPr>
          <p:spPr>
            <a:xfrm>
              <a:off x="2133523" y="2439391"/>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Simple picture / Meme</a:t>
              </a:r>
            </a:p>
          </p:txBody>
        </p:sp>
        <p:sp>
          <p:nvSpPr>
            <p:cNvPr id="18" name="Rectangle 17">
              <a:extLst>
                <a:ext uri="{FF2B5EF4-FFF2-40B4-BE49-F238E27FC236}">
                  <a16:creationId xmlns:a16="http://schemas.microsoft.com/office/drawing/2014/main" id="{126626C0-1A95-4BEE-AD30-74424EE50AE2}"/>
                </a:ext>
              </a:extLst>
            </p:cNvPr>
            <p:cNvSpPr/>
            <p:nvPr/>
          </p:nvSpPr>
          <p:spPr>
            <a:xfrm>
              <a:off x="8253601" y="481198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Face to face group event</a:t>
              </a:r>
            </a:p>
          </p:txBody>
        </p:sp>
        <p:sp>
          <p:nvSpPr>
            <p:cNvPr id="19" name="Rectangle 18">
              <a:extLst>
                <a:ext uri="{FF2B5EF4-FFF2-40B4-BE49-F238E27FC236}">
                  <a16:creationId xmlns:a16="http://schemas.microsoft.com/office/drawing/2014/main" id="{D06C49B5-896E-46DD-A5CE-8F7C43BA2132}"/>
                </a:ext>
              </a:extLst>
            </p:cNvPr>
            <p:cNvSpPr/>
            <p:nvPr/>
          </p:nvSpPr>
          <p:spPr>
            <a:xfrm>
              <a:off x="6993864" y="4247219"/>
              <a:ext cx="64383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group event</a:t>
              </a:r>
            </a:p>
          </p:txBody>
        </p:sp>
        <p:sp>
          <p:nvSpPr>
            <p:cNvPr id="20" name="Rectangle 19">
              <a:extLst>
                <a:ext uri="{FF2B5EF4-FFF2-40B4-BE49-F238E27FC236}">
                  <a16:creationId xmlns:a16="http://schemas.microsoft.com/office/drawing/2014/main" id="{83395CD2-9345-453B-81B3-CC9EE1A68A80}"/>
                </a:ext>
              </a:extLst>
            </p:cNvPr>
            <p:cNvSpPr/>
            <p:nvPr/>
          </p:nvSpPr>
          <p:spPr>
            <a:xfrm>
              <a:off x="9576181" y="542357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a:t>
              </a:r>
            </a:p>
            <a:p>
              <a:pPr algn="ctr"/>
              <a:r>
                <a:rPr lang="en-US" sz="200" dirty="0"/>
                <a:t>1-1 event</a:t>
              </a:r>
            </a:p>
          </p:txBody>
        </p:sp>
        <p:sp>
          <p:nvSpPr>
            <p:cNvPr id="21" name="Rectangle 20">
              <a:extLst>
                <a:ext uri="{FF2B5EF4-FFF2-40B4-BE49-F238E27FC236}">
                  <a16:creationId xmlns:a16="http://schemas.microsoft.com/office/drawing/2014/main" id="{25BC97E9-37DE-4BE0-9850-A4C949FC20B8}"/>
                </a:ext>
              </a:extLst>
            </p:cNvPr>
            <p:cNvSpPr/>
            <p:nvPr/>
          </p:nvSpPr>
          <p:spPr>
            <a:xfrm>
              <a:off x="4258071" y="3538904"/>
              <a:ext cx="72869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Long Video</a:t>
              </a:r>
            </a:p>
          </p:txBody>
        </p:sp>
        <p:sp>
          <p:nvSpPr>
            <p:cNvPr id="22" name="Rectangle 21">
              <a:extLst>
                <a:ext uri="{FF2B5EF4-FFF2-40B4-BE49-F238E27FC236}">
                  <a16:creationId xmlns:a16="http://schemas.microsoft.com/office/drawing/2014/main" id="{28727C83-C240-46EE-A267-85ED623576CF}"/>
                </a:ext>
              </a:extLst>
            </p:cNvPr>
            <p:cNvSpPr/>
            <p:nvPr/>
          </p:nvSpPr>
          <p:spPr>
            <a:xfrm>
              <a:off x="3552004" y="3382815"/>
              <a:ext cx="64826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Podcast</a:t>
              </a:r>
            </a:p>
          </p:txBody>
        </p:sp>
        <p:sp>
          <p:nvSpPr>
            <p:cNvPr id="23" name="Rectangle 22">
              <a:extLst>
                <a:ext uri="{FF2B5EF4-FFF2-40B4-BE49-F238E27FC236}">
                  <a16:creationId xmlns:a16="http://schemas.microsoft.com/office/drawing/2014/main" id="{2898E9C7-6E1E-4453-BE4A-20CD900EBA0D}"/>
                </a:ext>
              </a:extLst>
            </p:cNvPr>
            <p:cNvSpPr/>
            <p:nvPr/>
          </p:nvSpPr>
          <p:spPr>
            <a:xfrm>
              <a:off x="5700370" y="3633036"/>
              <a:ext cx="97536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Asynchronous Game*</a:t>
              </a:r>
            </a:p>
          </p:txBody>
        </p:sp>
        <p:sp>
          <p:nvSpPr>
            <p:cNvPr id="24" name="Rectangle 23">
              <a:extLst>
                <a:ext uri="{FF2B5EF4-FFF2-40B4-BE49-F238E27FC236}">
                  <a16:creationId xmlns:a16="http://schemas.microsoft.com/office/drawing/2014/main" id="{1C71383A-3E12-42D4-B977-C9A3A66B80C8}"/>
                </a:ext>
              </a:extLst>
            </p:cNvPr>
            <p:cNvSpPr/>
            <p:nvPr/>
          </p:nvSpPr>
          <p:spPr>
            <a:xfrm>
              <a:off x="9184173" y="4810799"/>
              <a:ext cx="830074"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Face-to-face Live Game*</a:t>
              </a:r>
            </a:p>
          </p:txBody>
        </p:sp>
        <p:sp>
          <p:nvSpPr>
            <p:cNvPr id="25" name="Rectangle 24">
              <a:extLst>
                <a:ext uri="{FF2B5EF4-FFF2-40B4-BE49-F238E27FC236}">
                  <a16:creationId xmlns:a16="http://schemas.microsoft.com/office/drawing/2014/main" id="{12BDFC27-7568-4D22-BA9B-15CC447F03C4}"/>
                </a:ext>
              </a:extLst>
            </p:cNvPr>
            <p:cNvSpPr/>
            <p:nvPr/>
          </p:nvSpPr>
          <p:spPr>
            <a:xfrm>
              <a:off x="7761861" y="4244870"/>
              <a:ext cx="717003"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Live Game*</a:t>
              </a:r>
            </a:p>
          </p:txBody>
        </p:sp>
        <p:sp>
          <p:nvSpPr>
            <p:cNvPr id="26" name="Rectangle 25">
              <a:extLst>
                <a:ext uri="{FF2B5EF4-FFF2-40B4-BE49-F238E27FC236}">
                  <a16:creationId xmlns:a16="http://schemas.microsoft.com/office/drawing/2014/main" id="{55B448FA-1DD0-4D77-B72E-6190F137C71F}"/>
                </a:ext>
              </a:extLst>
            </p:cNvPr>
            <p:cNvSpPr/>
            <p:nvPr/>
          </p:nvSpPr>
          <p:spPr>
            <a:xfrm>
              <a:off x="1346443" y="1985057"/>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Tweet / Short text</a:t>
              </a:r>
            </a:p>
          </p:txBody>
        </p:sp>
        <p:sp>
          <p:nvSpPr>
            <p:cNvPr id="27" name="Rectangle 26">
              <a:extLst>
                <a:ext uri="{FF2B5EF4-FFF2-40B4-BE49-F238E27FC236}">
                  <a16:creationId xmlns:a16="http://schemas.microsoft.com/office/drawing/2014/main" id="{D086687D-01A2-4E29-9427-01729D719A65}"/>
                </a:ext>
              </a:extLst>
            </p:cNvPr>
            <p:cNvSpPr/>
            <p:nvPr/>
          </p:nvSpPr>
          <p:spPr>
            <a:xfrm>
              <a:off x="2422554" y="3201478"/>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Infographic</a:t>
              </a:r>
            </a:p>
          </p:txBody>
        </p:sp>
        <p:sp>
          <p:nvSpPr>
            <p:cNvPr id="28" name="Rectangle 27">
              <a:extLst>
                <a:ext uri="{FF2B5EF4-FFF2-40B4-BE49-F238E27FC236}">
                  <a16:creationId xmlns:a16="http://schemas.microsoft.com/office/drawing/2014/main" id="{A3EBD884-B355-419C-8BCA-2D87A558E7C2}"/>
                </a:ext>
              </a:extLst>
            </p:cNvPr>
            <p:cNvSpPr/>
            <p:nvPr/>
          </p:nvSpPr>
          <p:spPr>
            <a:xfrm>
              <a:off x="5862167" y="4244870"/>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discussion </a:t>
              </a:r>
            </a:p>
          </p:txBody>
        </p:sp>
        <p:sp>
          <p:nvSpPr>
            <p:cNvPr id="29" name="Rectangle 28">
              <a:extLst>
                <a:ext uri="{FF2B5EF4-FFF2-40B4-BE49-F238E27FC236}">
                  <a16:creationId xmlns:a16="http://schemas.microsoft.com/office/drawing/2014/main" id="{B5EC4775-F79C-4442-AD41-90BA212B41BA}"/>
                </a:ext>
              </a:extLst>
            </p:cNvPr>
            <p:cNvSpPr/>
            <p:nvPr/>
          </p:nvSpPr>
          <p:spPr>
            <a:xfrm>
              <a:off x="6737263" y="3689927"/>
              <a:ext cx="648260"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Live streaming</a:t>
              </a:r>
            </a:p>
          </p:txBody>
        </p:sp>
        <p:pic>
          <p:nvPicPr>
            <p:cNvPr id="30" name="Image 29">
              <a:extLst>
                <a:ext uri="{FF2B5EF4-FFF2-40B4-BE49-F238E27FC236}">
                  <a16:creationId xmlns:a16="http://schemas.microsoft.com/office/drawing/2014/main" id="{2980E3F0-7C7C-4926-8A89-BE91A867DCB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309422" y="2018055"/>
              <a:ext cx="298739" cy="362308"/>
            </a:xfrm>
            <a:prstGeom prst="rect">
              <a:avLst/>
            </a:prstGeom>
          </p:spPr>
        </p:pic>
        <p:pic>
          <p:nvPicPr>
            <p:cNvPr id="31" name="Image 30">
              <a:extLst>
                <a:ext uri="{FF2B5EF4-FFF2-40B4-BE49-F238E27FC236}">
                  <a16:creationId xmlns:a16="http://schemas.microsoft.com/office/drawing/2014/main" id="{989A08B3-DF89-4CEA-9995-636B316F222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485346" y="2066532"/>
              <a:ext cx="328332" cy="328332"/>
            </a:xfrm>
            <a:prstGeom prst="rect">
              <a:avLst/>
            </a:prstGeom>
          </p:spPr>
        </p:pic>
        <p:pic>
          <p:nvPicPr>
            <p:cNvPr id="32" name="Image 31" descr="Une image contenant clipart, matériel&#10;&#10;Description générée automatiquement">
              <a:extLst>
                <a:ext uri="{FF2B5EF4-FFF2-40B4-BE49-F238E27FC236}">
                  <a16:creationId xmlns:a16="http://schemas.microsoft.com/office/drawing/2014/main" id="{9B47A8D1-BFA3-4398-BC6F-1A5EEF44516F}"/>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83416" y="4082857"/>
              <a:ext cx="586837" cy="132038"/>
            </a:xfrm>
            <a:prstGeom prst="rect">
              <a:avLst/>
            </a:prstGeom>
          </p:spPr>
        </p:pic>
        <p:pic>
          <p:nvPicPr>
            <p:cNvPr id="33" name="Image 32">
              <a:extLst>
                <a:ext uri="{FF2B5EF4-FFF2-40B4-BE49-F238E27FC236}">
                  <a16:creationId xmlns:a16="http://schemas.microsoft.com/office/drawing/2014/main" id="{477338F8-1F98-4D70-8CA3-11DC2E3C3FB4}"/>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3774641" y="3091538"/>
              <a:ext cx="234333" cy="234333"/>
            </a:xfrm>
            <a:prstGeom prst="rect">
              <a:avLst/>
            </a:prstGeom>
          </p:spPr>
        </p:pic>
        <p:sp>
          <p:nvSpPr>
            <p:cNvPr id="34" name="Rectangle 33">
              <a:extLst>
                <a:ext uri="{FF2B5EF4-FFF2-40B4-BE49-F238E27FC236}">
                  <a16:creationId xmlns:a16="http://schemas.microsoft.com/office/drawing/2014/main" id="{124E9997-2C35-4C51-9BD9-B90E4A6E67B1}"/>
                </a:ext>
              </a:extLst>
            </p:cNvPr>
            <p:cNvSpPr/>
            <p:nvPr/>
          </p:nvSpPr>
          <p:spPr>
            <a:xfrm>
              <a:off x="5075574" y="3572336"/>
              <a:ext cx="54901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Article</a:t>
              </a:r>
            </a:p>
          </p:txBody>
        </p:sp>
        <p:pic>
          <p:nvPicPr>
            <p:cNvPr id="35" name="Image 34">
              <a:extLst>
                <a:ext uri="{FF2B5EF4-FFF2-40B4-BE49-F238E27FC236}">
                  <a16:creationId xmlns:a16="http://schemas.microsoft.com/office/drawing/2014/main" id="{B05F9DB4-6AAA-4FB2-8DB6-698A5BD47F1E}"/>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8552069" y="4481357"/>
              <a:ext cx="319068" cy="305678"/>
            </a:xfrm>
            <a:prstGeom prst="rect">
              <a:avLst/>
            </a:prstGeom>
          </p:spPr>
        </p:pic>
        <p:pic>
          <p:nvPicPr>
            <p:cNvPr id="36" name="Image 35">
              <a:extLst>
                <a:ext uri="{FF2B5EF4-FFF2-40B4-BE49-F238E27FC236}">
                  <a16:creationId xmlns:a16="http://schemas.microsoft.com/office/drawing/2014/main" id="{C5A765BA-F527-4445-9579-4B9356AF453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413318" y="4481357"/>
              <a:ext cx="321423" cy="310079"/>
            </a:xfrm>
            <a:prstGeom prst="rect">
              <a:avLst/>
            </a:prstGeom>
          </p:spPr>
        </p:pic>
        <p:pic>
          <p:nvPicPr>
            <p:cNvPr id="37" name="Image 36">
              <a:extLst>
                <a:ext uri="{FF2B5EF4-FFF2-40B4-BE49-F238E27FC236}">
                  <a16:creationId xmlns:a16="http://schemas.microsoft.com/office/drawing/2014/main" id="{1BE0557D-0978-44E3-AF0C-AF79B15CD40F}"/>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7080241" y="3447424"/>
              <a:ext cx="365247" cy="205451"/>
            </a:xfrm>
            <a:prstGeom prst="rect">
              <a:avLst/>
            </a:prstGeom>
          </p:spPr>
        </p:pic>
        <p:pic>
          <p:nvPicPr>
            <p:cNvPr id="38" name="Image 37" descr="Une image contenant texte, trousse de secours, signe&#10;&#10;Description générée automatiquement">
              <a:extLst>
                <a:ext uri="{FF2B5EF4-FFF2-40B4-BE49-F238E27FC236}">
                  <a16:creationId xmlns:a16="http://schemas.microsoft.com/office/drawing/2014/main" id="{186FD5DB-8927-4091-B157-F0D7CC6D9F47}"/>
                </a:ext>
              </a:extLst>
            </p:cNvPr>
            <p:cNvPicPr>
              <a:picLocks noChangeAspect="1"/>
            </p:cNvPicPr>
            <p:nvPr/>
          </p:nvPicPr>
          <p:blipFill rotWithShape="1">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l="14563" t="27444" r="14441" b="27929"/>
            <a:stretch/>
          </p:blipFill>
          <p:spPr>
            <a:xfrm>
              <a:off x="6780675" y="3474045"/>
              <a:ext cx="360598" cy="127503"/>
            </a:xfrm>
            <a:prstGeom prst="rect">
              <a:avLst/>
            </a:prstGeom>
          </p:spPr>
        </p:pic>
        <p:sp>
          <p:nvSpPr>
            <p:cNvPr id="39" name="Rectangle 38">
              <a:extLst>
                <a:ext uri="{FF2B5EF4-FFF2-40B4-BE49-F238E27FC236}">
                  <a16:creationId xmlns:a16="http://schemas.microsoft.com/office/drawing/2014/main" id="{27CF5E47-8D1B-4221-809A-09C346E35198}"/>
                </a:ext>
              </a:extLst>
            </p:cNvPr>
            <p:cNvSpPr/>
            <p:nvPr/>
          </p:nvSpPr>
          <p:spPr>
            <a:xfrm>
              <a:off x="3151222" y="2439391"/>
              <a:ext cx="615140"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Short video</a:t>
              </a:r>
            </a:p>
          </p:txBody>
        </p:sp>
        <p:pic>
          <p:nvPicPr>
            <p:cNvPr id="40" name="Image 39">
              <a:extLst>
                <a:ext uri="{FF2B5EF4-FFF2-40B4-BE49-F238E27FC236}">
                  <a16:creationId xmlns:a16="http://schemas.microsoft.com/office/drawing/2014/main" id="{BD6C0716-2A53-48CB-AE11-6EB14D0744B9}"/>
                </a:ext>
              </a:extLst>
            </p:cNvPr>
            <p:cNvPicPr>
              <a:picLocks noChangeAspect="1"/>
            </p:cNvPicPr>
            <p:nvPr/>
          </p:nvPicPr>
          <p:blipFill>
            <a:blip r:embed="rId18">
              <a:extLst>
                <a:ext uri="{28A0092B-C50C-407E-A947-70E740481C1C}">
                  <a14:useLocalDpi xmlns:a14="http://schemas.microsoft.com/office/drawing/2010/main" val="0"/>
                </a:ext>
                <a:ext uri="{837473B0-CC2E-450A-ABE3-18F120FF3D39}">
                  <a1611:picAttrSrcUrl xmlns:a1611="http://schemas.microsoft.com/office/drawing/2016/11/main" r:id="rId19"/>
                </a:ext>
              </a:extLst>
            </a:blip>
            <a:stretch>
              <a:fillRect/>
            </a:stretch>
          </p:blipFill>
          <p:spPr>
            <a:xfrm>
              <a:off x="6037414" y="3340066"/>
              <a:ext cx="243612" cy="243612"/>
            </a:xfrm>
            <a:prstGeom prst="rect">
              <a:avLst/>
            </a:prstGeom>
          </p:spPr>
        </p:pic>
        <p:pic>
          <p:nvPicPr>
            <p:cNvPr id="41" name="Image 40" descr="Une image contenant hache, outil, graphiques vectoriels&#10;&#10;Description générée automatiquement">
              <a:extLst>
                <a:ext uri="{FF2B5EF4-FFF2-40B4-BE49-F238E27FC236}">
                  <a16:creationId xmlns:a16="http://schemas.microsoft.com/office/drawing/2014/main" id="{A2E0C5DD-9DBF-4476-BA89-43F66D71EFA9}"/>
                </a:ext>
              </a:extLst>
            </p:cNvPr>
            <p:cNvPicPr>
              <a:picLocks noChangeAspect="1"/>
            </p:cNvPicPr>
            <p:nvPr/>
          </p:nvPicPr>
          <p:blipFill>
            <a:blip r:embed="rId20">
              <a:extLst>
                <a:ext uri="{28A0092B-C50C-407E-A947-70E740481C1C}">
                  <a14:useLocalDpi xmlns:a14="http://schemas.microsoft.com/office/drawing/2010/main" val="0"/>
                </a:ext>
                <a:ext uri="{837473B0-CC2E-450A-ABE3-18F120FF3D39}">
                  <a1611:picAttrSrcUrl xmlns:a1611="http://schemas.microsoft.com/office/drawing/2016/11/main" r:id="rId21"/>
                </a:ext>
              </a:extLst>
            </a:blip>
            <a:stretch>
              <a:fillRect/>
            </a:stretch>
          </p:blipFill>
          <p:spPr>
            <a:xfrm>
              <a:off x="1653778" y="1622716"/>
              <a:ext cx="369566" cy="303352"/>
            </a:xfrm>
            <a:prstGeom prst="rect">
              <a:avLst/>
            </a:prstGeom>
          </p:spPr>
        </p:pic>
        <p:pic>
          <p:nvPicPr>
            <p:cNvPr id="42" name="Image 41">
              <a:extLst>
                <a:ext uri="{FF2B5EF4-FFF2-40B4-BE49-F238E27FC236}">
                  <a16:creationId xmlns:a16="http://schemas.microsoft.com/office/drawing/2014/main" id="{ED3C5613-8F12-492D-9E9F-9E64D82D9829}"/>
                </a:ext>
              </a:extLst>
            </p:cNvPr>
            <p:cNvPicPr>
              <a:picLocks noChangeAspect="1"/>
            </p:cNvPicPr>
            <p:nvPr/>
          </p:nvPicPr>
          <p:blipFill>
            <a:blip r:embed="rId22">
              <a:extLst>
                <a:ext uri="{28A0092B-C50C-407E-A947-70E740481C1C}">
                  <a14:useLocalDpi xmlns:a14="http://schemas.microsoft.com/office/drawing/2010/main" val="0"/>
                </a:ext>
                <a:ext uri="{837473B0-CC2E-450A-ABE3-18F120FF3D39}">
                  <a1611:picAttrSrcUrl xmlns:a1611="http://schemas.microsoft.com/office/drawing/2016/11/main" r:id="rId23"/>
                </a:ext>
              </a:extLst>
            </a:blip>
            <a:stretch>
              <a:fillRect/>
            </a:stretch>
          </p:blipFill>
          <p:spPr>
            <a:xfrm>
              <a:off x="2793994" y="2906738"/>
              <a:ext cx="253014" cy="253014"/>
            </a:xfrm>
            <a:prstGeom prst="rect">
              <a:avLst/>
            </a:prstGeom>
          </p:spPr>
        </p:pic>
        <p:pic>
          <p:nvPicPr>
            <p:cNvPr id="43" name="Image 42">
              <a:extLst>
                <a:ext uri="{FF2B5EF4-FFF2-40B4-BE49-F238E27FC236}">
                  <a16:creationId xmlns:a16="http://schemas.microsoft.com/office/drawing/2014/main" id="{539CDA30-091D-43DA-BEE2-5E43B13679B4}"/>
                </a:ext>
              </a:extLst>
            </p:cNvPr>
            <p:cNvPicPr>
              <a:picLocks noChangeAspect="1"/>
            </p:cNvPicPr>
            <p:nvPr/>
          </p:nvPicPr>
          <p:blipFill rotWithShape="1">
            <a:blip r:embed="rId24">
              <a:extLst>
                <a:ext uri="{28A0092B-C50C-407E-A947-70E740481C1C}">
                  <a14:useLocalDpi xmlns:a14="http://schemas.microsoft.com/office/drawing/2010/main" val="0"/>
                </a:ext>
                <a:ext uri="{837473B0-CC2E-450A-ABE3-18F120FF3D39}">
                  <a1611:picAttrSrcUrl xmlns:a1611="http://schemas.microsoft.com/office/drawing/2016/11/main" r:id="rId25"/>
                </a:ext>
              </a:extLst>
            </a:blip>
            <a:srcRect l="15367" t="25200" r="15584" b="25200"/>
            <a:stretch/>
          </p:blipFill>
          <p:spPr>
            <a:xfrm>
              <a:off x="4456947" y="3325716"/>
              <a:ext cx="234333" cy="168325"/>
            </a:xfrm>
            <a:prstGeom prst="rect">
              <a:avLst/>
            </a:prstGeom>
          </p:spPr>
        </p:pic>
        <p:pic>
          <p:nvPicPr>
            <p:cNvPr id="44" name="Image 43">
              <a:extLst>
                <a:ext uri="{FF2B5EF4-FFF2-40B4-BE49-F238E27FC236}">
                  <a16:creationId xmlns:a16="http://schemas.microsoft.com/office/drawing/2014/main" id="{6B374FB4-81FF-4CDF-A0EA-BCD2AF7B03B8}"/>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6263703" y="4000782"/>
              <a:ext cx="220462" cy="220462"/>
            </a:xfrm>
            <a:prstGeom prst="rect">
              <a:avLst/>
            </a:prstGeom>
          </p:spPr>
        </p:pic>
        <p:pic>
          <p:nvPicPr>
            <p:cNvPr id="45" name="Image 44">
              <a:extLst>
                <a:ext uri="{FF2B5EF4-FFF2-40B4-BE49-F238E27FC236}">
                  <a16:creationId xmlns:a16="http://schemas.microsoft.com/office/drawing/2014/main" id="{2D0E4110-F82A-4CD7-B6B0-E3F226871497}"/>
                </a:ext>
              </a:extLst>
            </p:cNvPr>
            <p:cNvPicPr>
              <a:picLocks noChangeAspect="1"/>
            </p:cNvPicPr>
            <p:nvPr/>
          </p:nvPicPr>
          <p:blipFill rotWithShape="1">
            <a:blip r:embed="rId27">
              <a:extLst>
                <a:ext uri="{28A0092B-C50C-407E-A947-70E740481C1C}">
                  <a14:useLocalDpi xmlns:a14="http://schemas.microsoft.com/office/drawing/2010/main" val="0"/>
                </a:ext>
                <a:ext uri="{837473B0-CC2E-450A-ABE3-18F120FF3D39}">
                  <a1611:picAttrSrcUrl xmlns:a1611="http://schemas.microsoft.com/office/drawing/2016/11/main" r:id="rId28"/>
                </a:ext>
              </a:extLst>
            </a:blip>
            <a:srcRect l="27749" r="27670"/>
            <a:stretch/>
          </p:blipFill>
          <p:spPr>
            <a:xfrm>
              <a:off x="5204642" y="3240226"/>
              <a:ext cx="255152" cy="279461"/>
            </a:xfrm>
            <a:prstGeom prst="rect">
              <a:avLst/>
            </a:prstGeom>
          </p:spPr>
        </p:pic>
        <p:pic>
          <p:nvPicPr>
            <p:cNvPr id="46" name="Image 45" descr="Une image contenant texte, clipart&#10;&#10;Description générée automatiquement">
              <a:extLst>
                <a:ext uri="{FF2B5EF4-FFF2-40B4-BE49-F238E27FC236}">
                  <a16:creationId xmlns:a16="http://schemas.microsoft.com/office/drawing/2014/main" id="{FBD2120B-B85B-40DC-8B48-008A8077350E}"/>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7891879" y="3982270"/>
              <a:ext cx="220462" cy="230716"/>
            </a:xfrm>
            <a:prstGeom prst="rect">
              <a:avLst/>
            </a:prstGeom>
          </p:spPr>
        </p:pic>
        <p:pic>
          <p:nvPicPr>
            <p:cNvPr id="47" name="Image 46">
              <a:extLst>
                <a:ext uri="{FF2B5EF4-FFF2-40B4-BE49-F238E27FC236}">
                  <a16:creationId xmlns:a16="http://schemas.microsoft.com/office/drawing/2014/main" id="{A7D25EA2-6A48-4532-B74D-F7096DE5BCFE}"/>
                </a:ext>
              </a:extLst>
            </p:cNvPr>
            <p:cNvPicPr>
              <a:picLocks noChangeAspect="1"/>
            </p:cNvPicPr>
            <p:nvPr/>
          </p:nvPicPr>
          <p:blipFill>
            <a:blip r:embed="rId30">
              <a:extLst>
                <a:ext uri="{28A0092B-C50C-407E-A947-70E740481C1C}">
                  <a14:useLocalDpi xmlns:a14="http://schemas.microsoft.com/office/drawing/2010/main" val="0"/>
                </a:ext>
                <a:ext uri="{837473B0-CC2E-450A-ABE3-18F120FF3D39}">
                  <a1611:picAttrSrcUrl xmlns:a1611="http://schemas.microsoft.com/office/drawing/2016/11/main" r:id="rId31"/>
                </a:ext>
              </a:extLst>
            </a:blip>
            <a:stretch>
              <a:fillRect/>
            </a:stretch>
          </p:blipFill>
          <p:spPr>
            <a:xfrm>
              <a:off x="6000766" y="3977157"/>
              <a:ext cx="262937" cy="263710"/>
            </a:xfrm>
            <a:prstGeom prst="rect">
              <a:avLst/>
            </a:prstGeom>
          </p:spPr>
        </p:pic>
        <p:pic>
          <p:nvPicPr>
            <p:cNvPr id="48" name="Image 47">
              <a:extLst>
                <a:ext uri="{FF2B5EF4-FFF2-40B4-BE49-F238E27FC236}">
                  <a16:creationId xmlns:a16="http://schemas.microsoft.com/office/drawing/2014/main" id="{00CA4838-203A-4F9F-862C-44076D237297}"/>
                </a:ext>
              </a:extLst>
            </p:cNvPr>
            <p:cNvPicPr>
              <a:picLocks noChangeAspect="1"/>
            </p:cNvPicPr>
            <p:nvPr/>
          </p:nvPicPr>
          <p:blipFill>
            <a:blip r:embed="rId32">
              <a:extLst>
                <a:ext uri="{28A0092B-C50C-407E-A947-70E740481C1C}">
                  <a14:useLocalDpi xmlns:a14="http://schemas.microsoft.com/office/drawing/2010/main" val="0"/>
                </a:ext>
                <a:ext uri="{837473B0-CC2E-450A-ABE3-18F120FF3D39}">
                  <a1611:picAttrSrcUrl xmlns:a1611="http://schemas.microsoft.com/office/drawing/2016/11/main" r:id="rId33"/>
                </a:ext>
              </a:extLst>
            </a:blip>
            <a:stretch>
              <a:fillRect/>
            </a:stretch>
          </p:blipFill>
          <p:spPr>
            <a:xfrm>
              <a:off x="9847661" y="5186060"/>
              <a:ext cx="276149" cy="225887"/>
            </a:xfrm>
            <a:prstGeom prst="rect">
              <a:avLst/>
            </a:prstGeom>
          </p:spPr>
        </p:pic>
        <p:pic>
          <p:nvPicPr>
            <p:cNvPr id="49" name="Image 48">
              <a:extLst>
                <a:ext uri="{FF2B5EF4-FFF2-40B4-BE49-F238E27FC236}">
                  <a16:creationId xmlns:a16="http://schemas.microsoft.com/office/drawing/2014/main" id="{CA61BA81-FA4E-471B-9EF9-9E61E0FF1D7D}"/>
                </a:ext>
              </a:extLst>
            </p:cNvPr>
            <p:cNvPicPr>
              <a:picLocks noChangeAspect="1"/>
            </p:cNvPicPr>
            <p:nvPr/>
          </p:nvPicPr>
          <p:blipFill rotWithShape="1">
            <a:blip r:embed="rId34">
              <a:extLst>
                <a:ext uri="{28A0092B-C50C-407E-A947-70E740481C1C}">
                  <a14:useLocalDpi xmlns:a14="http://schemas.microsoft.com/office/drawing/2010/main" val="0"/>
                </a:ext>
                <a:ext uri="{837473B0-CC2E-450A-ABE3-18F120FF3D39}">
                  <a1611:picAttrSrcUrl xmlns:a1611="http://schemas.microsoft.com/office/drawing/2016/11/main" r:id="rId35"/>
                </a:ext>
              </a:extLst>
            </a:blip>
            <a:srcRect l="21852" t="37339" r="65404" b="37566"/>
            <a:stretch/>
          </p:blipFill>
          <p:spPr>
            <a:xfrm>
              <a:off x="8158276" y="3963334"/>
              <a:ext cx="232854" cy="257910"/>
            </a:xfrm>
            <a:prstGeom prst="rect">
              <a:avLst/>
            </a:prstGeom>
          </p:spPr>
        </p:pic>
        <p:pic>
          <p:nvPicPr>
            <p:cNvPr id="50" name="Image 49" descr="Une image contenant personne, table, portable, travaillant&#10;&#10;Description générée automatiquement">
              <a:extLst>
                <a:ext uri="{FF2B5EF4-FFF2-40B4-BE49-F238E27FC236}">
                  <a16:creationId xmlns:a16="http://schemas.microsoft.com/office/drawing/2014/main" id="{20AD4C1B-F3E3-489E-8154-05E78D17CEBB}"/>
                </a:ext>
              </a:extLst>
            </p:cNvPr>
            <p:cNvPicPr>
              <a:picLocks noChangeAspect="1"/>
            </p:cNvPicPr>
            <p:nvPr/>
          </p:nvPicPr>
          <p:blipFill rotWithShape="1">
            <a:blip r:embed="rId36">
              <a:extLst>
                <a:ext uri="{28A0092B-C50C-407E-A947-70E740481C1C}">
                  <a14:useLocalDpi xmlns:a14="http://schemas.microsoft.com/office/drawing/2010/main" val="0"/>
                </a:ext>
                <a:ext uri="{837473B0-CC2E-450A-ABE3-18F120FF3D39}">
                  <a1611:picAttrSrcUrl xmlns:a1611="http://schemas.microsoft.com/office/drawing/2016/11/main" r:id="rId37"/>
                </a:ext>
              </a:extLst>
            </a:blip>
            <a:srcRect l="8116" t="14498" r="11910" b="41412"/>
            <a:stretch/>
          </p:blipFill>
          <p:spPr>
            <a:xfrm>
              <a:off x="10551802" y="5138663"/>
              <a:ext cx="1446269" cy="531984"/>
            </a:xfrm>
            <a:prstGeom prst="rect">
              <a:avLst/>
            </a:prstGeom>
          </p:spPr>
        </p:pic>
      </p:grpSp>
    </p:spTree>
    <p:extLst>
      <p:ext uri="{BB962C8B-B14F-4D97-AF65-F5344CB8AC3E}">
        <p14:creationId xmlns:p14="http://schemas.microsoft.com/office/powerpoint/2010/main" val="2159847124"/>
      </p:ext>
    </p:extLst>
  </p:cSld>
  <p:clrMapOvr>
    <a:masterClrMapping/>
  </p:clrMapOvr>
  <mc:AlternateContent xmlns:mc="http://schemas.openxmlformats.org/markup-compatibility/2006" xmlns:p14="http://schemas.microsoft.com/office/powerpoint/2010/main">
    <mc:Choice Requires="p14">
      <p:transition spd="slow" p14:dur="2000" advTm="23280"/>
    </mc:Choice>
    <mc:Fallback xmlns="">
      <p:transition spd="slow" advTm="2328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904B001-EEA1-4EAC-B74A-75CD479363A2}"/>
              </a:ext>
            </a:extLst>
          </p:cNvPr>
          <p:cNvSpPr>
            <a:spLocks noGrp="1"/>
          </p:cNvSpPr>
          <p:nvPr>
            <p:ph type="title"/>
          </p:nvPr>
        </p:nvSpPr>
        <p:spPr/>
        <p:txBody>
          <a:bodyPr>
            <a:normAutofit fontScale="90000"/>
          </a:bodyPr>
          <a:lstStyle/>
          <a:p>
            <a:r>
              <a:rPr lang="en-US" dirty="0"/>
              <a:t>Challenge #C5</a:t>
            </a:r>
            <a:br>
              <a:rPr lang="en-US" dirty="0"/>
            </a:br>
            <a:r>
              <a:rPr lang="en-US" sz="3100" dirty="0"/>
              <a:t>Know your next move : Increase Reach or engagement ?</a:t>
            </a:r>
            <a:endParaRPr lang="en-US" dirty="0"/>
          </a:p>
        </p:txBody>
      </p:sp>
      <p:sp>
        <p:nvSpPr>
          <p:cNvPr id="32" name="ZoneTexte 31">
            <a:extLst>
              <a:ext uri="{FF2B5EF4-FFF2-40B4-BE49-F238E27FC236}">
                <a16:creationId xmlns:a16="http://schemas.microsoft.com/office/drawing/2014/main" id="{C3CA301D-ED39-42C2-A85F-8773B66A3690}"/>
              </a:ext>
            </a:extLst>
          </p:cNvPr>
          <p:cNvSpPr txBox="1"/>
          <p:nvPr/>
        </p:nvSpPr>
        <p:spPr>
          <a:xfrm>
            <a:off x="94994" y="2070008"/>
            <a:ext cx="2188721" cy="923330"/>
          </a:xfrm>
          <a:prstGeom prst="rect">
            <a:avLst/>
          </a:prstGeom>
          <a:noFill/>
        </p:spPr>
        <p:txBody>
          <a:bodyPr wrap="square" rtlCol="0">
            <a:spAutoFit/>
          </a:bodyPr>
          <a:lstStyle/>
          <a:p>
            <a:pPr algn="ctr"/>
            <a:r>
              <a:rPr lang="en-US" b="1" dirty="0">
                <a:solidFill>
                  <a:schemeClr val="accent1"/>
                </a:solidFill>
              </a:rPr>
              <a:t>Increase reach : </a:t>
            </a:r>
          </a:p>
          <a:p>
            <a:pPr algn="ctr"/>
            <a:r>
              <a:rPr lang="en-US" b="1" dirty="0">
                <a:solidFill>
                  <a:schemeClr val="accent1"/>
                </a:solidFill>
              </a:rPr>
              <a:t>Target more people</a:t>
            </a:r>
          </a:p>
        </p:txBody>
      </p:sp>
      <p:grpSp>
        <p:nvGrpSpPr>
          <p:cNvPr id="58" name="Groupe 57">
            <a:extLst>
              <a:ext uri="{FF2B5EF4-FFF2-40B4-BE49-F238E27FC236}">
                <a16:creationId xmlns:a16="http://schemas.microsoft.com/office/drawing/2014/main" id="{CE97DE6F-98C3-4003-84C2-2ADD8340F0FE}"/>
              </a:ext>
            </a:extLst>
          </p:cNvPr>
          <p:cNvGrpSpPr/>
          <p:nvPr/>
        </p:nvGrpSpPr>
        <p:grpSpPr>
          <a:xfrm>
            <a:off x="868193" y="2533537"/>
            <a:ext cx="11166232" cy="4315828"/>
            <a:chOff x="868193" y="2533537"/>
            <a:chExt cx="11166232" cy="4315828"/>
          </a:xfrm>
        </p:grpSpPr>
        <p:grpSp>
          <p:nvGrpSpPr>
            <p:cNvPr id="17" name="Groupe 16">
              <a:extLst>
                <a:ext uri="{FF2B5EF4-FFF2-40B4-BE49-F238E27FC236}">
                  <a16:creationId xmlns:a16="http://schemas.microsoft.com/office/drawing/2014/main" id="{FCFD7A5A-B1CE-46D4-A389-AB4B6F856600}"/>
                </a:ext>
              </a:extLst>
            </p:cNvPr>
            <p:cNvGrpSpPr/>
            <p:nvPr/>
          </p:nvGrpSpPr>
          <p:grpSpPr>
            <a:xfrm>
              <a:off x="1670556" y="2593621"/>
              <a:ext cx="8572959" cy="3449817"/>
              <a:chOff x="1724927" y="2500604"/>
              <a:chExt cx="8572959" cy="3449817"/>
            </a:xfrm>
          </p:grpSpPr>
          <p:cxnSp>
            <p:nvCxnSpPr>
              <p:cNvPr id="10" name="Connecteur droit avec flèche 9">
                <a:extLst>
                  <a:ext uri="{FF2B5EF4-FFF2-40B4-BE49-F238E27FC236}">
                    <a16:creationId xmlns:a16="http://schemas.microsoft.com/office/drawing/2014/main" id="{A2956BFC-54C3-4547-8B5C-7DA985BE4186}"/>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C7C717CB-FBC1-4752-BB44-D1235B479A88}"/>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77E1A519-883E-4BBA-9276-FF7FAF245FBE}"/>
                </a:ext>
              </a:extLst>
            </p:cNvPr>
            <p:cNvGrpSpPr/>
            <p:nvPr/>
          </p:nvGrpSpPr>
          <p:grpSpPr>
            <a:xfrm>
              <a:off x="868193" y="3041780"/>
              <a:ext cx="554235" cy="2957709"/>
              <a:chOff x="849531" y="2033139"/>
              <a:chExt cx="797442" cy="4255599"/>
            </a:xfrm>
          </p:grpSpPr>
          <p:pic>
            <p:nvPicPr>
              <p:cNvPr id="19" name="Graphique 18" descr="Groupe de personnes avec un remplissage uni">
                <a:extLst>
                  <a:ext uri="{FF2B5EF4-FFF2-40B4-BE49-F238E27FC236}">
                    <a16:creationId xmlns:a16="http://schemas.microsoft.com/office/drawing/2014/main" id="{64146C5C-F781-45C8-9580-0E55E786D2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531" y="2033139"/>
                <a:ext cx="797442" cy="797442"/>
              </a:xfrm>
              <a:prstGeom prst="rect">
                <a:avLst/>
              </a:prstGeom>
            </p:spPr>
          </p:pic>
          <p:pic>
            <p:nvPicPr>
              <p:cNvPr id="21" name="Graphique 20" descr="Groupe de personnes contour">
                <a:extLst>
                  <a:ext uri="{FF2B5EF4-FFF2-40B4-BE49-F238E27FC236}">
                    <a16:creationId xmlns:a16="http://schemas.microsoft.com/office/drawing/2014/main" id="{DF1300D2-8F76-4131-9655-7FE6AEA97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532" y="2889294"/>
                <a:ext cx="797441" cy="797441"/>
              </a:xfrm>
              <a:prstGeom prst="rect">
                <a:avLst/>
              </a:prstGeom>
            </p:spPr>
          </p:pic>
          <p:pic>
            <p:nvPicPr>
              <p:cNvPr id="23" name="Graphique 22" descr="Groupe avec un remplissage uni">
                <a:extLst>
                  <a:ext uri="{FF2B5EF4-FFF2-40B4-BE49-F238E27FC236}">
                    <a16:creationId xmlns:a16="http://schemas.microsoft.com/office/drawing/2014/main" id="{53A40E74-2464-48F5-900D-9706BE6A04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14" y="3709355"/>
                <a:ext cx="625395" cy="625395"/>
              </a:xfrm>
              <a:prstGeom prst="rect">
                <a:avLst/>
              </a:prstGeom>
            </p:spPr>
          </p:pic>
          <p:pic>
            <p:nvPicPr>
              <p:cNvPr id="25" name="Graphique 24" descr="Groupe de femmes avec un remplissage uni">
                <a:extLst>
                  <a:ext uri="{FF2B5EF4-FFF2-40B4-BE49-F238E27FC236}">
                    <a16:creationId xmlns:a16="http://schemas.microsoft.com/office/drawing/2014/main" id="{481D1941-9E54-4E96-9FCE-AA0BA59B7E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10746" y="4450702"/>
                <a:ext cx="415446" cy="415446"/>
              </a:xfrm>
              <a:prstGeom prst="rect">
                <a:avLst/>
              </a:prstGeom>
            </p:spPr>
          </p:pic>
          <p:pic>
            <p:nvPicPr>
              <p:cNvPr id="27" name="Graphique 26" descr="Deux femmes avec un remplissage uni">
                <a:extLst>
                  <a:ext uri="{FF2B5EF4-FFF2-40B4-BE49-F238E27FC236}">
                    <a16:creationId xmlns:a16="http://schemas.microsoft.com/office/drawing/2014/main" id="{A2F724DC-2192-4267-B441-796FFD4EEE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9939" y="5060059"/>
                <a:ext cx="503370" cy="503370"/>
              </a:xfrm>
              <a:prstGeom prst="rect">
                <a:avLst/>
              </a:prstGeom>
            </p:spPr>
          </p:pic>
          <p:pic>
            <p:nvPicPr>
              <p:cNvPr id="30" name="Graphique 29" descr="Homme avec un remplissage uni">
                <a:extLst>
                  <a:ext uri="{FF2B5EF4-FFF2-40B4-BE49-F238E27FC236}">
                    <a16:creationId xmlns:a16="http://schemas.microsoft.com/office/drawing/2014/main" id="{1D2368E6-CA8C-4ACE-846A-04B613BCA3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648" y="5663343"/>
                <a:ext cx="625395" cy="625395"/>
              </a:xfrm>
              <a:prstGeom prst="rect">
                <a:avLst/>
              </a:prstGeom>
            </p:spPr>
          </p:pic>
        </p:grpSp>
        <p:sp>
          <p:nvSpPr>
            <p:cNvPr id="33" name="ZoneTexte 32">
              <a:extLst>
                <a:ext uri="{FF2B5EF4-FFF2-40B4-BE49-F238E27FC236}">
                  <a16:creationId xmlns:a16="http://schemas.microsoft.com/office/drawing/2014/main" id="{0214BBEE-09CD-4225-83A8-59B9F64724CE}"/>
                </a:ext>
              </a:extLst>
            </p:cNvPr>
            <p:cNvSpPr txBox="1"/>
            <p:nvPr/>
          </p:nvSpPr>
          <p:spPr>
            <a:xfrm>
              <a:off x="9845704" y="4660129"/>
              <a:ext cx="2188721" cy="1200329"/>
            </a:xfrm>
            <a:prstGeom prst="rect">
              <a:avLst/>
            </a:prstGeom>
            <a:noFill/>
          </p:spPr>
          <p:txBody>
            <a:bodyPr wrap="square" rtlCol="0">
              <a:spAutoFit/>
            </a:bodyPr>
            <a:lstStyle/>
            <a:p>
              <a:pPr algn="ctr"/>
              <a:r>
                <a:rPr lang="en-US" b="1" dirty="0">
                  <a:solidFill>
                    <a:schemeClr val="accent1"/>
                  </a:solidFill>
                </a:rPr>
                <a:t>Increase engagement : </a:t>
              </a:r>
            </a:p>
            <a:p>
              <a:pPr algn="ctr"/>
              <a:r>
                <a:rPr lang="en-US" b="1" dirty="0">
                  <a:solidFill>
                    <a:schemeClr val="accent1"/>
                  </a:solidFill>
                </a:rPr>
                <a:t>Target further engagement</a:t>
              </a:r>
            </a:p>
          </p:txBody>
        </p:sp>
        <p:pic>
          <p:nvPicPr>
            <p:cNvPr id="35" name="Graphique 34" descr="Cœur avec un remplissage uni">
              <a:extLst>
                <a:ext uri="{FF2B5EF4-FFF2-40B4-BE49-F238E27FC236}">
                  <a16:creationId xmlns:a16="http://schemas.microsoft.com/office/drawing/2014/main" id="{E52289C5-E864-4540-BFE6-5ED7AAF888A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75805" y="6176864"/>
              <a:ext cx="324915" cy="324915"/>
            </a:xfrm>
            <a:prstGeom prst="rect">
              <a:avLst/>
            </a:prstGeom>
          </p:spPr>
        </p:pic>
        <p:pic>
          <p:nvPicPr>
            <p:cNvPr id="36" name="Graphique 35" descr="Cœur avec un remplissage uni">
              <a:extLst>
                <a:ext uri="{FF2B5EF4-FFF2-40B4-BE49-F238E27FC236}">
                  <a16:creationId xmlns:a16="http://schemas.microsoft.com/office/drawing/2014/main" id="{34DA2D20-B615-4877-BFD2-8C7A44D772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23944" y="6146902"/>
              <a:ext cx="324915" cy="324915"/>
            </a:xfrm>
            <a:prstGeom prst="rect">
              <a:avLst/>
            </a:prstGeom>
          </p:spPr>
        </p:pic>
        <p:pic>
          <p:nvPicPr>
            <p:cNvPr id="37" name="Graphique 36" descr="Cœur avec un remplissage uni">
              <a:extLst>
                <a:ext uri="{FF2B5EF4-FFF2-40B4-BE49-F238E27FC236}">
                  <a16:creationId xmlns:a16="http://schemas.microsoft.com/office/drawing/2014/main" id="{1DB7035E-0B46-46EB-AD4C-053BE5E70F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8859" y="6146902"/>
              <a:ext cx="324915" cy="324915"/>
            </a:xfrm>
            <a:prstGeom prst="rect">
              <a:avLst/>
            </a:prstGeom>
          </p:spPr>
        </p:pic>
        <p:pic>
          <p:nvPicPr>
            <p:cNvPr id="38" name="Graphique 37" descr="Cœur avec un remplissage uni">
              <a:extLst>
                <a:ext uri="{FF2B5EF4-FFF2-40B4-BE49-F238E27FC236}">
                  <a16:creationId xmlns:a16="http://schemas.microsoft.com/office/drawing/2014/main" id="{6A5B9A09-61D2-46C2-AB01-F0B1709D852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90727" y="6146902"/>
              <a:ext cx="324915" cy="324915"/>
            </a:xfrm>
            <a:prstGeom prst="rect">
              <a:avLst/>
            </a:prstGeom>
          </p:spPr>
        </p:pic>
        <p:pic>
          <p:nvPicPr>
            <p:cNvPr id="39" name="Graphique 38" descr="Cœur avec un remplissage uni">
              <a:extLst>
                <a:ext uri="{FF2B5EF4-FFF2-40B4-BE49-F238E27FC236}">
                  <a16:creationId xmlns:a16="http://schemas.microsoft.com/office/drawing/2014/main" id="{82D7D484-8E1E-45FD-8621-153B120B41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15642" y="6146902"/>
              <a:ext cx="324915" cy="324915"/>
            </a:xfrm>
            <a:prstGeom prst="rect">
              <a:avLst/>
            </a:prstGeom>
          </p:spPr>
        </p:pic>
        <p:pic>
          <p:nvPicPr>
            <p:cNvPr id="40" name="Graphique 39" descr="Cœur avec un remplissage uni">
              <a:extLst>
                <a:ext uri="{FF2B5EF4-FFF2-40B4-BE49-F238E27FC236}">
                  <a16:creationId xmlns:a16="http://schemas.microsoft.com/office/drawing/2014/main" id="{4961F9C2-111D-4B37-8F26-AA269DE850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53184" y="6382260"/>
              <a:ext cx="324915" cy="324915"/>
            </a:xfrm>
            <a:prstGeom prst="rect">
              <a:avLst/>
            </a:prstGeom>
          </p:spPr>
        </p:pic>
        <p:pic>
          <p:nvPicPr>
            <p:cNvPr id="41" name="Graphique 40" descr="Cœur avec un remplissage uni">
              <a:extLst>
                <a:ext uri="{FF2B5EF4-FFF2-40B4-BE49-F238E27FC236}">
                  <a16:creationId xmlns:a16="http://schemas.microsoft.com/office/drawing/2014/main" id="{17A765C5-8BAE-48B8-A4DD-5B054EFE6EF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152605"/>
              <a:ext cx="324915" cy="324915"/>
            </a:xfrm>
            <a:prstGeom prst="rect">
              <a:avLst/>
            </a:prstGeom>
          </p:spPr>
        </p:pic>
        <p:pic>
          <p:nvPicPr>
            <p:cNvPr id="42" name="Graphique 41" descr="Cœur avec un remplissage uni">
              <a:extLst>
                <a:ext uri="{FF2B5EF4-FFF2-40B4-BE49-F238E27FC236}">
                  <a16:creationId xmlns:a16="http://schemas.microsoft.com/office/drawing/2014/main" id="{5F44ACAD-3E00-4803-86AC-141697F7123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6" y="6152605"/>
              <a:ext cx="324915" cy="324915"/>
            </a:xfrm>
            <a:prstGeom prst="rect">
              <a:avLst/>
            </a:prstGeom>
          </p:spPr>
        </p:pic>
        <p:pic>
          <p:nvPicPr>
            <p:cNvPr id="43" name="Graphique 42" descr="Cœur avec un remplissage uni">
              <a:extLst>
                <a:ext uri="{FF2B5EF4-FFF2-40B4-BE49-F238E27FC236}">
                  <a16:creationId xmlns:a16="http://schemas.microsoft.com/office/drawing/2014/main" id="{3D61C4DE-BD1F-4E2D-9F69-01A92A0DC2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382260"/>
              <a:ext cx="324915" cy="324915"/>
            </a:xfrm>
            <a:prstGeom prst="rect">
              <a:avLst/>
            </a:prstGeom>
          </p:spPr>
        </p:pic>
        <p:pic>
          <p:nvPicPr>
            <p:cNvPr id="44" name="Graphique 43" descr="Cœur avec un remplissage uni">
              <a:extLst>
                <a:ext uri="{FF2B5EF4-FFF2-40B4-BE49-F238E27FC236}">
                  <a16:creationId xmlns:a16="http://schemas.microsoft.com/office/drawing/2014/main" id="{32E4054B-4053-4F39-8BF9-18BC524D4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5" y="6391881"/>
              <a:ext cx="324915" cy="324915"/>
            </a:xfrm>
            <a:prstGeom prst="rect">
              <a:avLst/>
            </a:prstGeom>
          </p:spPr>
        </p:pic>
        <p:pic>
          <p:nvPicPr>
            <p:cNvPr id="45" name="Graphique 44" descr="Cœur avec un remplissage uni">
              <a:extLst>
                <a:ext uri="{FF2B5EF4-FFF2-40B4-BE49-F238E27FC236}">
                  <a16:creationId xmlns:a16="http://schemas.microsoft.com/office/drawing/2014/main" id="{E771AB82-B92F-4C3B-9F78-C9D6F10E1B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1" y="6146902"/>
              <a:ext cx="324915" cy="324915"/>
            </a:xfrm>
            <a:prstGeom prst="rect">
              <a:avLst/>
            </a:prstGeom>
          </p:spPr>
        </p:pic>
        <p:pic>
          <p:nvPicPr>
            <p:cNvPr id="46" name="Graphique 45" descr="Cœur avec un remplissage uni">
              <a:extLst>
                <a:ext uri="{FF2B5EF4-FFF2-40B4-BE49-F238E27FC236}">
                  <a16:creationId xmlns:a16="http://schemas.microsoft.com/office/drawing/2014/main" id="{224876CD-3EA5-478A-B7EA-FA5B6EAF19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6" y="6146902"/>
              <a:ext cx="324915" cy="324915"/>
            </a:xfrm>
            <a:prstGeom prst="rect">
              <a:avLst/>
            </a:prstGeom>
          </p:spPr>
        </p:pic>
        <p:pic>
          <p:nvPicPr>
            <p:cNvPr id="47" name="Graphique 46" descr="Cœur avec un remplissage uni">
              <a:extLst>
                <a:ext uri="{FF2B5EF4-FFF2-40B4-BE49-F238E27FC236}">
                  <a16:creationId xmlns:a16="http://schemas.microsoft.com/office/drawing/2014/main" id="{2C6B0EDB-3F28-4053-A198-24E6FE6D060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0" y="6481460"/>
              <a:ext cx="324915" cy="324915"/>
            </a:xfrm>
            <a:prstGeom prst="rect">
              <a:avLst/>
            </a:prstGeom>
          </p:spPr>
        </p:pic>
        <p:pic>
          <p:nvPicPr>
            <p:cNvPr id="48" name="Graphique 47" descr="Cœur avec un remplissage uni">
              <a:extLst>
                <a:ext uri="{FF2B5EF4-FFF2-40B4-BE49-F238E27FC236}">
                  <a16:creationId xmlns:a16="http://schemas.microsoft.com/office/drawing/2014/main" id="{B46894D5-7D7C-40C1-AFAF-746B74DD2B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5" y="6469015"/>
              <a:ext cx="324915" cy="324915"/>
            </a:xfrm>
            <a:prstGeom prst="rect">
              <a:avLst/>
            </a:prstGeom>
          </p:spPr>
        </p:pic>
        <p:pic>
          <p:nvPicPr>
            <p:cNvPr id="49" name="Graphique 48" descr="Cœur avec un remplissage uni">
              <a:extLst>
                <a:ext uri="{FF2B5EF4-FFF2-40B4-BE49-F238E27FC236}">
                  <a16:creationId xmlns:a16="http://schemas.microsoft.com/office/drawing/2014/main" id="{5C15A28E-873A-4416-A558-31B9F297992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68105" y="6315062"/>
              <a:ext cx="324915" cy="324915"/>
            </a:xfrm>
            <a:prstGeom prst="rect">
              <a:avLst/>
            </a:prstGeom>
          </p:spPr>
        </p:pic>
        <p:pic>
          <p:nvPicPr>
            <p:cNvPr id="50" name="Graphique 49" descr="Cœur avec un remplissage uni">
              <a:extLst>
                <a:ext uri="{FF2B5EF4-FFF2-40B4-BE49-F238E27FC236}">
                  <a16:creationId xmlns:a16="http://schemas.microsoft.com/office/drawing/2014/main" id="{C5B8D6B4-065F-4B8D-8212-979B36CEDF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066966"/>
              <a:ext cx="324915" cy="324915"/>
            </a:xfrm>
            <a:prstGeom prst="rect">
              <a:avLst/>
            </a:prstGeom>
          </p:spPr>
        </p:pic>
        <p:pic>
          <p:nvPicPr>
            <p:cNvPr id="51" name="Graphique 50" descr="Cœur avec un remplissage uni">
              <a:extLst>
                <a:ext uri="{FF2B5EF4-FFF2-40B4-BE49-F238E27FC236}">
                  <a16:creationId xmlns:a16="http://schemas.microsoft.com/office/drawing/2014/main" id="{492B17F6-4B6F-4B2B-90CC-03E38230C5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3" y="6066966"/>
              <a:ext cx="324915" cy="324915"/>
            </a:xfrm>
            <a:prstGeom prst="rect">
              <a:avLst/>
            </a:prstGeom>
          </p:spPr>
        </p:pic>
        <p:pic>
          <p:nvPicPr>
            <p:cNvPr id="52" name="Graphique 51" descr="Cœur avec un remplissage uni">
              <a:extLst>
                <a:ext uri="{FF2B5EF4-FFF2-40B4-BE49-F238E27FC236}">
                  <a16:creationId xmlns:a16="http://schemas.microsoft.com/office/drawing/2014/main" id="{7550F03D-6D9B-4EDE-9090-1E338637E6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296621"/>
              <a:ext cx="324915" cy="324915"/>
            </a:xfrm>
            <a:prstGeom prst="rect">
              <a:avLst/>
            </a:prstGeom>
          </p:spPr>
        </p:pic>
        <p:pic>
          <p:nvPicPr>
            <p:cNvPr id="53" name="Graphique 52" descr="Cœur avec un remplissage uni">
              <a:extLst>
                <a:ext uri="{FF2B5EF4-FFF2-40B4-BE49-F238E27FC236}">
                  <a16:creationId xmlns:a16="http://schemas.microsoft.com/office/drawing/2014/main" id="{9F0313E1-D9F9-4FB9-A6A5-27DD6A25D8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287580"/>
              <a:ext cx="324915" cy="324915"/>
            </a:xfrm>
            <a:prstGeom prst="rect">
              <a:avLst/>
            </a:prstGeom>
          </p:spPr>
        </p:pic>
        <p:pic>
          <p:nvPicPr>
            <p:cNvPr id="54" name="Graphique 53" descr="Cœur avec un remplissage uni">
              <a:extLst>
                <a:ext uri="{FF2B5EF4-FFF2-40B4-BE49-F238E27FC236}">
                  <a16:creationId xmlns:a16="http://schemas.microsoft.com/office/drawing/2014/main" id="{E8068A87-3545-40DA-8DD5-FF58D0FAD2F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524450"/>
              <a:ext cx="324915" cy="324915"/>
            </a:xfrm>
            <a:prstGeom prst="rect">
              <a:avLst/>
            </a:prstGeom>
          </p:spPr>
        </p:pic>
        <p:pic>
          <p:nvPicPr>
            <p:cNvPr id="55" name="Graphique 54" descr="Cœur avec un remplissage uni">
              <a:extLst>
                <a:ext uri="{FF2B5EF4-FFF2-40B4-BE49-F238E27FC236}">
                  <a16:creationId xmlns:a16="http://schemas.microsoft.com/office/drawing/2014/main" id="{62CF5280-B4A9-4DAF-9AEE-F3B11687CD2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505702"/>
              <a:ext cx="324915" cy="324915"/>
            </a:xfrm>
            <a:prstGeom prst="rect">
              <a:avLst/>
            </a:prstGeom>
          </p:spPr>
        </p:pic>
        <p:sp>
          <p:nvSpPr>
            <p:cNvPr id="56" name="Flèche : droite 55">
              <a:extLst>
                <a:ext uri="{FF2B5EF4-FFF2-40B4-BE49-F238E27FC236}">
                  <a16:creationId xmlns:a16="http://schemas.microsoft.com/office/drawing/2014/main" id="{2A3D091C-A296-421A-9CA7-F508EC3FF489}"/>
                </a:ext>
              </a:extLst>
            </p:cNvPr>
            <p:cNvSpPr/>
            <p:nvPr/>
          </p:nvSpPr>
          <p:spPr>
            <a:xfrm>
              <a:off x="4815642" y="4672016"/>
              <a:ext cx="4281705" cy="12764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Make people love our content more : more authenticity, more usefulness, better experience, possibilities to engage</a:t>
              </a:r>
            </a:p>
          </p:txBody>
        </p:sp>
        <p:sp>
          <p:nvSpPr>
            <p:cNvPr id="57" name="Flèche : haut 56">
              <a:extLst>
                <a:ext uri="{FF2B5EF4-FFF2-40B4-BE49-F238E27FC236}">
                  <a16:creationId xmlns:a16="http://schemas.microsoft.com/office/drawing/2014/main" id="{0A458D5C-4201-4664-B5F4-093EF7B291A7}"/>
                </a:ext>
              </a:extLst>
            </p:cNvPr>
            <p:cNvSpPr/>
            <p:nvPr/>
          </p:nvSpPr>
          <p:spPr>
            <a:xfrm>
              <a:off x="1958947" y="2533537"/>
              <a:ext cx="2258486" cy="224477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Make more people love our content : increased promotion, attention catching strategies</a:t>
              </a:r>
            </a:p>
          </p:txBody>
        </p:sp>
      </p:grpSp>
    </p:spTree>
    <p:extLst>
      <p:ext uri="{BB962C8B-B14F-4D97-AF65-F5344CB8AC3E}">
        <p14:creationId xmlns:p14="http://schemas.microsoft.com/office/powerpoint/2010/main" val="178039174"/>
      </p:ext>
    </p:extLst>
  </p:cSld>
  <p:clrMapOvr>
    <a:masterClrMapping/>
  </p:clrMapOvr>
  <mc:AlternateContent xmlns:mc="http://schemas.openxmlformats.org/markup-compatibility/2006" xmlns:p14="http://schemas.microsoft.com/office/powerpoint/2010/main">
    <mc:Choice Requires="p14">
      <p:transition spd="slow" p14:dur="2000" advTm="47935"/>
    </mc:Choice>
    <mc:Fallback xmlns="">
      <p:transition spd="slow" advTm="4793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sz="2400" noProof="1"/>
              <a:t>With which type of actions are you the most familiar as a Community Booster ? (More people or more engagement ?)</a:t>
            </a:r>
          </a:p>
          <a:p>
            <a:pPr marL="0" indent="0">
              <a:buNone/>
            </a:pPr>
            <a:endParaRPr lang="en-US" sz="2400" noProof="1"/>
          </a:p>
          <a:p>
            <a:pPr marL="0" indent="0">
              <a:buNone/>
            </a:pPr>
            <a:r>
              <a:rPr lang="en-US" sz="2400" noProof="1"/>
              <a:t>What is your next move ? Why ?</a:t>
            </a:r>
          </a:p>
        </p:txBody>
      </p:sp>
      <p:grpSp>
        <p:nvGrpSpPr>
          <p:cNvPr id="48" name="Groupe 47">
            <a:extLst>
              <a:ext uri="{FF2B5EF4-FFF2-40B4-BE49-F238E27FC236}">
                <a16:creationId xmlns:a16="http://schemas.microsoft.com/office/drawing/2014/main" id="{0A174409-CA5D-49CB-80B4-D713901F750B}"/>
              </a:ext>
            </a:extLst>
          </p:cNvPr>
          <p:cNvGrpSpPr/>
          <p:nvPr/>
        </p:nvGrpSpPr>
        <p:grpSpPr>
          <a:xfrm>
            <a:off x="1243308" y="3258215"/>
            <a:ext cx="4682279" cy="1874317"/>
            <a:chOff x="94994" y="2070008"/>
            <a:chExt cx="11939431" cy="4779357"/>
          </a:xfrm>
        </p:grpSpPr>
        <p:sp>
          <p:nvSpPr>
            <p:cNvPr id="12" name="ZoneTexte 11">
              <a:extLst>
                <a:ext uri="{FF2B5EF4-FFF2-40B4-BE49-F238E27FC236}">
                  <a16:creationId xmlns:a16="http://schemas.microsoft.com/office/drawing/2014/main" id="{A09627A2-C109-417E-ACA4-1830D20942D0}"/>
                </a:ext>
              </a:extLst>
            </p:cNvPr>
            <p:cNvSpPr txBox="1"/>
            <p:nvPr/>
          </p:nvSpPr>
          <p:spPr>
            <a:xfrm>
              <a:off x="94994" y="2070008"/>
              <a:ext cx="2188720" cy="1059486"/>
            </a:xfrm>
            <a:prstGeom prst="rect">
              <a:avLst/>
            </a:prstGeom>
            <a:noFill/>
          </p:spPr>
          <p:txBody>
            <a:bodyPr wrap="square" rtlCol="0">
              <a:spAutoFit/>
            </a:bodyPr>
            <a:lstStyle/>
            <a:p>
              <a:pPr algn="ctr"/>
              <a:r>
                <a:rPr lang="en-US" sz="700" b="1" dirty="0">
                  <a:solidFill>
                    <a:schemeClr val="accent1"/>
                  </a:solidFill>
                </a:rPr>
                <a:t>Increase reach : </a:t>
              </a:r>
            </a:p>
            <a:p>
              <a:pPr algn="ctr"/>
              <a:r>
                <a:rPr lang="en-US" sz="700" b="1" dirty="0">
                  <a:solidFill>
                    <a:schemeClr val="accent1"/>
                  </a:solidFill>
                </a:rPr>
                <a:t>Target more people</a:t>
              </a:r>
            </a:p>
          </p:txBody>
        </p:sp>
        <p:grpSp>
          <p:nvGrpSpPr>
            <p:cNvPr id="13" name="Groupe 12">
              <a:extLst>
                <a:ext uri="{FF2B5EF4-FFF2-40B4-BE49-F238E27FC236}">
                  <a16:creationId xmlns:a16="http://schemas.microsoft.com/office/drawing/2014/main" id="{88F61B54-C21A-4C79-B39A-9A54209E869C}"/>
                </a:ext>
              </a:extLst>
            </p:cNvPr>
            <p:cNvGrpSpPr/>
            <p:nvPr/>
          </p:nvGrpSpPr>
          <p:grpSpPr>
            <a:xfrm>
              <a:off x="868193" y="2533537"/>
              <a:ext cx="11166232" cy="4315828"/>
              <a:chOff x="868193" y="2533537"/>
              <a:chExt cx="11166232" cy="4315828"/>
            </a:xfrm>
          </p:grpSpPr>
          <p:grpSp>
            <p:nvGrpSpPr>
              <p:cNvPr id="14" name="Groupe 13">
                <a:extLst>
                  <a:ext uri="{FF2B5EF4-FFF2-40B4-BE49-F238E27FC236}">
                    <a16:creationId xmlns:a16="http://schemas.microsoft.com/office/drawing/2014/main" id="{B61A22E9-4BE8-41C7-9561-3D9A556D7D97}"/>
                  </a:ext>
                </a:extLst>
              </p:cNvPr>
              <p:cNvGrpSpPr/>
              <p:nvPr/>
            </p:nvGrpSpPr>
            <p:grpSpPr>
              <a:xfrm>
                <a:off x="1670556" y="2593621"/>
                <a:ext cx="8572959" cy="3449817"/>
                <a:chOff x="1724927" y="2500604"/>
                <a:chExt cx="8572959" cy="3449817"/>
              </a:xfrm>
            </p:grpSpPr>
            <p:cxnSp>
              <p:nvCxnSpPr>
                <p:cNvPr id="46" name="Connecteur droit avec flèche 45">
                  <a:extLst>
                    <a:ext uri="{FF2B5EF4-FFF2-40B4-BE49-F238E27FC236}">
                      <a16:creationId xmlns:a16="http://schemas.microsoft.com/office/drawing/2014/main" id="{E4CAE8C8-3EFB-4E28-A7BD-453E1C092CAC}"/>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1ED4A38F-6ADC-4C3E-A74B-1844D3ABE9CE}"/>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e 14">
                <a:extLst>
                  <a:ext uri="{FF2B5EF4-FFF2-40B4-BE49-F238E27FC236}">
                    <a16:creationId xmlns:a16="http://schemas.microsoft.com/office/drawing/2014/main" id="{8A1AF7B2-86D9-4265-866E-BE2A1CFAC7CF}"/>
                  </a:ext>
                </a:extLst>
              </p:cNvPr>
              <p:cNvGrpSpPr/>
              <p:nvPr/>
            </p:nvGrpSpPr>
            <p:grpSpPr>
              <a:xfrm>
                <a:off x="868193" y="3041780"/>
                <a:ext cx="554235" cy="2957709"/>
                <a:chOff x="849531" y="2033139"/>
                <a:chExt cx="797442" cy="4255599"/>
              </a:xfrm>
            </p:grpSpPr>
            <p:pic>
              <p:nvPicPr>
                <p:cNvPr id="40" name="Graphique 39" descr="Groupe de personnes avec un remplissage uni">
                  <a:extLst>
                    <a:ext uri="{FF2B5EF4-FFF2-40B4-BE49-F238E27FC236}">
                      <a16:creationId xmlns:a16="http://schemas.microsoft.com/office/drawing/2014/main" id="{F79E9256-0D57-447A-B7B2-E6F8F3ED7B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9531" y="2033139"/>
                  <a:ext cx="797442" cy="797442"/>
                </a:xfrm>
                <a:prstGeom prst="rect">
                  <a:avLst/>
                </a:prstGeom>
              </p:spPr>
            </p:pic>
            <p:pic>
              <p:nvPicPr>
                <p:cNvPr id="41" name="Graphique 40" descr="Groupe de personnes contour">
                  <a:extLst>
                    <a:ext uri="{FF2B5EF4-FFF2-40B4-BE49-F238E27FC236}">
                      <a16:creationId xmlns:a16="http://schemas.microsoft.com/office/drawing/2014/main" id="{D116938A-5FC8-4CB6-BCD1-0FCB744235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9532" y="2889294"/>
                  <a:ext cx="797441" cy="797441"/>
                </a:xfrm>
                <a:prstGeom prst="rect">
                  <a:avLst/>
                </a:prstGeom>
              </p:spPr>
            </p:pic>
            <p:pic>
              <p:nvPicPr>
                <p:cNvPr id="42" name="Graphique 41" descr="Groupe avec un remplissage uni">
                  <a:extLst>
                    <a:ext uri="{FF2B5EF4-FFF2-40B4-BE49-F238E27FC236}">
                      <a16:creationId xmlns:a16="http://schemas.microsoft.com/office/drawing/2014/main" id="{32E56B98-1253-4102-977B-FD5496ABC9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7914" y="3709355"/>
                  <a:ext cx="625395" cy="625395"/>
                </a:xfrm>
                <a:prstGeom prst="rect">
                  <a:avLst/>
                </a:prstGeom>
              </p:spPr>
            </p:pic>
            <p:pic>
              <p:nvPicPr>
                <p:cNvPr id="43" name="Graphique 42" descr="Groupe de femmes avec un remplissage uni">
                  <a:extLst>
                    <a:ext uri="{FF2B5EF4-FFF2-40B4-BE49-F238E27FC236}">
                      <a16:creationId xmlns:a16="http://schemas.microsoft.com/office/drawing/2014/main" id="{7E1CE59D-CB3B-4D75-98CA-0F9193FB989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10746" y="4450702"/>
                  <a:ext cx="415446" cy="415446"/>
                </a:xfrm>
                <a:prstGeom prst="rect">
                  <a:avLst/>
                </a:prstGeom>
              </p:spPr>
            </p:pic>
            <p:pic>
              <p:nvPicPr>
                <p:cNvPr id="44" name="Graphique 43" descr="Deux femmes avec un remplissage uni">
                  <a:extLst>
                    <a:ext uri="{FF2B5EF4-FFF2-40B4-BE49-F238E27FC236}">
                      <a16:creationId xmlns:a16="http://schemas.microsoft.com/office/drawing/2014/main" id="{6C079A05-27BA-4513-ADCB-B6A40D585C5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59939" y="5060059"/>
                  <a:ext cx="503370" cy="503370"/>
                </a:xfrm>
                <a:prstGeom prst="rect">
                  <a:avLst/>
                </a:prstGeom>
              </p:spPr>
            </p:pic>
            <p:pic>
              <p:nvPicPr>
                <p:cNvPr id="45" name="Graphique 44" descr="Homme avec un remplissage uni">
                  <a:extLst>
                    <a:ext uri="{FF2B5EF4-FFF2-40B4-BE49-F238E27FC236}">
                      <a16:creationId xmlns:a16="http://schemas.microsoft.com/office/drawing/2014/main" id="{26F95967-FBC3-444A-A7DA-9E15DEAFFD9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63648" y="5663343"/>
                  <a:ext cx="625395" cy="625395"/>
                </a:xfrm>
                <a:prstGeom prst="rect">
                  <a:avLst/>
                </a:prstGeom>
              </p:spPr>
            </p:pic>
          </p:grpSp>
          <p:sp>
            <p:nvSpPr>
              <p:cNvPr id="16" name="ZoneTexte 15">
                <a:extLst>
                  <a:ext uri="{FF2B5EF4-FFF2-40B4-BE49-F238E27FC236}">
                    <a16:creationId xmlns:a16="http://schemas.microsoft.com/office/drawing/2014/main" id="{26D6DB1E-02E9-4FEE-AD93-2EEB0EC5A3A1}"/>
                  </a:ext>
                </a:extLst>
              </p:cNvPr>
              <p:cNvSpPr txBox="1"/>
              <p:nvPr/>
            </p:nvSpPr>
            <p:spPr>
              <a:xfrm>
                <a:off x="9845705" y="4660129"/>
                <a:ext cx="2188720" cy="1334169"/>
              </a:xfrm>
              <a:prstGeom prst="rect">
                <a:avLst/>
              </a:prstGeom>
              <a:noFill/>
            </p:spPr>
            <p:txBody>
              <a:bodyPr wrap="square" rtlCol="0">
                <a:spAutoFit/>
              </a:bodyPr>
              <a:lstStyle/>
              <a:p>
                <a:pPr algn="ctr"/>
                <a:r>
                  <a:rPr lang="en-US" sz="700" b="1" dirty="0">
                    <a:solidFill>
                      <a:schemeClr val="accent1"/>
                    </a:solidFill>
                  </a:rPr>
                  <a:t>Increase engagement : </a:t>
                </a:r>
              </a:p>
              <a:p>
                <a:pPr algn="ctr"/>
                <a:r>
                  <a:rPr lang="en-US" sz="700" b="1" dirty="0">
                    <a:solidFill>
                      <a:schemeClr val="accent1"/>
                    </a:solidFill>
                  </a:rPr>
                  <a:t>Target further engagement</a:t>
                </a:r>
              </a:p>
            </p:txBody>
          </p:sp>
          <p:pic>
            <p:nvPicPr>
              <p:cNvPr id="17" name="Graphique 16" descr="Cœur avec un remplissage uni">
                <a:extLst>
                  <a:ext uri="{FF2B5EF4-FFF2-40B4-BE49-F238E27FC236}">
                    <a16:creationId xmlns:a16="http://schemas.microsoft.com/office/drawing/2014/main" id="{58D1DCEE-1F8F-4431-977F-6ABA242E7C3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975805" y="6176864"/>
                <a:ext cx="324915" cy="324915"/>
              </a:xfrm>
              <a:prstGeom prst="rect">
                <a:avLst/>
              </a:prstGeom>
            </p:spPr>
          </p:pic>
          <p:pic>
            <p:nvPicPr>
              <p:cNvPr id="18" name="Graphique 17" descr="Cœur avec un remplissage uni">
                <a:extLst>
                  <a:ext uri="{FF2B5EF4-FFF2-40B4-BE49-F238E27FC236}">
                    <a16:creationId xmlns:a16="http://schemas.microsoft.com/office/drawing/2014/main" id="{CF49DEC4-F971-4031-89CA-2B4EF7C0753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023944" y="6146902"/>
                <a:ext cx="324915" cy="324915"/>
              </a:xfrm>
              <a:prstGeom prst="rect">
                <a:avLst/>
              </a:prstGeom>
            </p:spPr>
          </p:pic>
          <p:pic>
            <p:nvPicPr>
              <p:cNvPr id="19" name="Graphique 18" descr="Cœur avec un remplissage uni">
                <a:extLst>
                  <a:ext uri="{FF2B5EF4-FFF2-40B4-BE49-F238E27FC236}">
                    <a16:creationId xmlns:a16="http://schemas.microsoft.com/office/drawing/2014/main" id="{9F07BA03-C144-4C33-A2CC-6F115DCDCCF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48859" y="6146902"/>
                <a:ext cx="324915" cy="324915"/>
              </a:xfrm>
              <a:prstGeom prst="rect">
                <a:avLst/>
              </a:prstGeom>
            </p:spPr>
          </p:pic>
          <p:pic>
            <p:nvPicPr>
              <p:cNvPr id="20" name="Graphique 19" descr="Cœur avec un remplissage uni">
                <a:extLst>
                  <a:ext uri="{FF2B5EF4-FFF2-40B4-BE49-F238E27FC236}">
                    <a16:creationId xmlns:a16="http://schemas.microsoft.com/office/drawing/2014/main" id="{413B5D63-56A1-46E8-83F9-A54F8649E43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490727" y="6146902"/>
                <a:ext cx="324915" cy="324915"/>
              </a:xfrm>
              <a:prstGeom prst="rect">
                <a:avLst/>
              </a:prstGeom>
            </p:spPr>
          </p:pic>
          <p:pic>
            <p:nvPicPr>
              <p:cNvPr id="21" name="Graphique 20" descr="Cœur avec un remplissage uni">
                <a:extLst>
                  <a:ext uri="{FF2B5EF4-FFF2-40B4-BE49-F238E27FC236}">
                    <a16:creationId xmlns:a16="http://schemas.microsoft.com/office/drawing/2014/main" id="{40C4735A-10A0-4BC0-978D-14420FE4699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815642" y="6146902"/>
                <a:ext cx="324915" cy="324915"/>
              </a:xfrm>
              <a:prstGeom prst="rect">
                <a:avLst/>
              </a:prstGeom>
            </p:spPr>
          </p:pic>
          <p:pic>
            <p:nvPicPr>
              <p:cNvPr id="22" name="Graphique 21" descr="Cœur avec un remplissage uni">
                <a:extLst>
                  <a:ext uri="{FF2B5EF4-FFF2-40B4-BE49-F238E27FC236}">
                    <a16:creationId xmlns:a16="http://schemas.microsoft.com/office/drawing/2014/main" id="{47D4D542-36B7-44B2-BF73-B1F190BD920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53184" y="6382260"/>
                <a:ext cx="324915" cy="324915"/>
              </a:xfrm>
              <a:prstGeom prst="rect">
                <a:avLst/>
              </a:prstGeom>
            </p:spPr>
          </p:pic>
          <p:pic>
            <p:nvPicPr>
              <p:cNvPr id="23" name="Graphique 22" descr="Cœur avec un remplissage uni">
                <a:extLst>
                  <a:ext uri="{FF2B5EF4-FFF2-40B4-BE49-F238E27FC236}">
                    <a16:creationId xmlns:a16="http://schemas.microsoft.com/office/drawing/2014/main" id="{62EDBF9A-24E4-419B-A1CC-D92954A8E97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63391" y="6152605"/>
                <a:ext cx="324915" cy="324915"/>
              </a:xfrm>
              <a:prstGeom prst="rect">
                <a:avLst/>
              </a:prstGeom>
            </p:spPr>
          </p:pic>
          <p:pic>
            <p:nvPicPr>
              <p:cNvPr id="24" name="Graphique 23" descr="Cœur avec un remplissage uni">
                <a:extLst>
                  <a:ext uri="{FF2B5EF4-FFF2-40B4-BE49-F238E27FC236}">
                    <a16:creationId xmlns:a16="http://schemas.microsoft.com/office/drawing/2014/main" id="{F197FB2F-5E02-4DC3-87E2-8305B46B803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88306" y="6152605"/>
                <a:ext cx="324915" cy="324915"/>
              </a:xfrm>
              <a:prstGeom prst="rect">
                <a:avLst/>
              </a:prstGeom>
            </p:spPr>
          </p:pic>
          <p:pic>
            <p:nvPicPr>
              <p:cNvPr id="25" name="Graphique 24" descr="Cœur avec un remplissage uni">
                <a:extLst>
                  <a:ext uri="{FF2B5EF4-FFF2-40B4-BE49-F238E27FC236}">
                    <a16:creationId xmlns:a16="http://schemas.microsoft.com/office/drawing/2014/main" id="{914DA787-08F5-4CC8-BBE6-7ED82FC5461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63391" y="6382260"/>
                <a:ext cx="324915" cy="324915"/>
              </a:xfrm>
              <a:prstGeom prst="rect">
                <a:avLst/>
              </a:prstGeom>
            </p:spPr>
          </p:pic>
          <p:pic>
            <p:nvPicPr>
              <p:cNvPr id="26" name="Graphique 25" descr="Cœur avec un remplissage uni">
                <a:extLst>
                  <a:ext uri="{FF2B5EF4-FFF2-40B4-BE49-F238E27FC236}">
                    <a16:creationId xmlns:a16="http://schemas.microsoft.com/office/drawing/2014/main" id="{B91EE80B-FCA6-42BD-83BC-4721EB24A75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88305" y="6391881"/>
                <a:ext cx="324915" cy="324915"/>
              </a:xfrm>
              <a:prstGeom prst="rect">
                <a:avLst/>
              </a:prstGeom>
            </p:spPr>
          </p:pic>
          <p:pic>
            <p:nvPicPr>
              <p:cNvPr id="27" name="Graphique 26" descr="Cœur avec un remplissage uni">
                <a:extLst>
                  <a:ext uri="{FF2B5EF4-FFF2-40B4-BE49-F238E27FC236}">
                    <a16:creationId xmlns:a16="http://schemas.microsoft.com/office/drawing/2014/main" id="{320CF88A-8DAC-4301-8812-30A79B0FEF7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98511" y="6146902"/>
                <a:ext cx="324915" cy="324915"/>
              </a:xfrm>
              <a:prstGeom prst="rect">
                <a:avLst/>
              </a:prstGeom>
            </p:spPr>
          </p:pic>
          <p:pic>
            <p:nvPicPr>
              <p:cNvPr id="28" name="Graphique 27" descr="Cœur avec un remplissage uni">
                <a:extLst>
                  <a:ext uri="{FF2B5EF4-FFF2-40B4-BE49-F238E27FC236}">
                    <a16:creationId xmlns:a16="http://schemas.microsoft.com/office/drawing/2014/main" id="{D81817B5-CBEC-4187-8B68-F45AB41002D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23426" y="6146902"/>
                <a:ext cx="324915" cy="324915"/>
              </a:xfrm>
              <a:prstGeom prst="rect">
                <a:avLst/>
              </a:prstGeom>
            </p:spPr>
          </p:pic>
          <p:pic>
            <p:nvPicPr>
              <p:cNvPr id="29" name="Graphique 28" descr="Cœur avec un remplissage uni">
                <a:extLst>
                  <a:ext uri="{FF2B5EF4-FFF2-40B4-BE49-F238E27FC236}">
                    <a16:creationId xmlns:a16="http://schemas.microsoft.com/office/drawing/2014/main" id="{39D49570-AAEC-4E44-8F96-8B54FE8E91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98510" y="6481460"/>
                <a:ext cx="324915" cy="324915"/>
              </a:xfrm>
              <a:prstGeom prst="rect">
                <a:avLst/>
              </a:prstGeom>
            </p:spPr>
          </p:pic>
          <p:pic>
            <p:nvPicPr>
              <p:cNvPr id="30" name="Graphique 29" descr="Cœur avec un remplissage uni">
                <a:extLst>
                  <a:ext uri="{FF2B5EF4-FFF2-40B4-BE49-F238E27FC236}">
                    <a16:creationId xmlns:a16="http://schemas.microsoft.com/office/drawing/2014/main" id="{F9A7C845-20D3-4385-B265-EDBCE10E445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23425" y="6469015"/>
                <a:ext cx="324915" cy="324915"/>
              </a:xfrm>
              <a:prstGeom prst="rect">
                <a:avLst/>
              </a:prstGeom>
            </p:spPr>
          </p:pic>
          <p:pic>
            <p:nvPicPr>
              <p:cNvPr id="31" name="Graphique 30" descr="Cœur avec un remplissage uni">
                <a:extLst>
                  <a:ext uri="{FF2B5EF4-FFF2-40B4-BE49-F238E27FC236}">
                    <a16:creationId xmlns:a16="http://schemas.microsoft.com/office/drawing/2014/main" id="{B89724C7-030C-44F5-8446-5D7C104D15F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168105" y="6315062"/>
                <a:ext cx="324915" cy="324915"/>
              </a:xfrm>
              <a:prstGeom prst="rect">
                <a:avLst/>
              </a:prstGeom>
            </p:spPr>
          </p:pic>
          <p:pic>
            <p:nvPicPr>
              <p:cNvPr id="32" name="Graphique 31" descr="Cœur avec un remplissage uni">
                <a:extLst>
                  <a:ext uri="{FF2B5EF4-FFF2-40B4-BE49-F238E27FC236}">
                    <a16:creationId xmlns:a16="http://schemas.microsoft.com/office/drawing/2014/main" id="{83D0FF37-C8AE-4824-B04F-59B193E5F0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066966"/>
                <a:ext cx="324915" cy="324915"/>
              </a:xfrm>
              <a:prstGeom prst="rect">
                <a:avLst/>
              </a:prstGeom>
            </p:spPr>
          </p:pic>
          <p:pic>
            <p:nvPicPr>
              <p:cNvPr id="33" name="Graphique 32" descr="Cœur avec un remplissage uni">
                <a:extLst>
                  <a:ext uri="{FF2B5EF4-FFF2-40B4-BE49-F238E27FC236}">
                    <a16:creationId xmlns:a16="http://schemas.microsoft.com/office/drawing/2014/main" id="{4282D0ED-4DE9-434C-AE83-2FF6CE7FDC6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3" y="6066966"/>
                <a:ext cx="324915" cy="324915"/>
              </a:xfrm>
              <a:prstGeom prst="rect">
                <a:avLst/>
              </a:prstGeom>
            </p:spPr>
          </p:pic>
          <p:pic>
            <p:nvPicPr>
              <p:cNvPr id="34" name="Graphique 33" descr="Cœur avec un remplissage uni">
                <a:extLst>
                  <a:ext uri="{FF2B5EF4-FFF2-40B4-BE49-F238E27FC236}">
                    <a16:creationId xmlns:a16="http://schemas.microsoft.com/office/drawing/2014/main" id="{3CBDC788-84FD-4F2C-9E32-26412510447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296621"/>
                <a:ext cx="324915" cy="324915"/>
              </a:xfrm>
              <a:prstGeom prst="rect">
                <a:avLst/>
              </a:prstGeom>
            </p:spPr>
          </p:pic>
          <p:pic>
            <p:nvPicPr>
              <p:cNvPr id="35" name="Graphique 34" descr="Cœur avec un remplissage uni">
                <a:extLst>
                  <a:ext uri="{FF2B5EF4-FFF2-40B4-BE49-F238E27FC236}">
                    <a16:creationId xmlns:a16="http://schemas.microsoft.com/office/drawing/2014/main" id="{8AFE4294-3D78-420B-B2B6-40189B93BA2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2" y="6287580"/>
                <a:ext cx="324915" cy="324915"/>
              </a:xfrm>
              <a:prstGeom prst="rect">
                <a:avLst/>
              </a:prstGeom>
            </p:spPr>
          </p:pic>
          <p:pic>
            <p:nvPicPr>
              <p:cNvPr id="36" name="Graphique 35" descr="Cœur avec un remplissage uni">
                <a:extLst>
                  <a:ext uri="{FF2B5EF4-FFF2-40B4-BE49-F238E27FC236}">
                    <a16:creationId xmlns:a16="http://schemas.microsoft.com/office/drawing/2014/main" id="{5DF5B77C-F098-4220-B03A-7B8DD6C2B16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524450"/>
                <a:ext cx="324915" cy="324915"/>
              </a:xfrm>
              <a:prstGeom prst="rect">
                <a:avLst/>
              </a:prstGeom>
            </p:spPr>
          </p:pic>
          <p:pic>
            <p:nvPicPr>
              <p:cNvPr id="37" name="Graphique 36" descr="Cœur avec un remplissage uni">
                <a:extLst>
                  <a:ext uri="{FF2B5EF4-FFF2-40B4-BE49-F238E27FC236}">
                    <a16:creationId xmlns:a16="http://schemas.microsoft.com/office/drawing/2014/main" id="{529B8D94-F522-4E52-8832-6FD4637216E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2" y="6505702"/>
                <a:ext cx="324915" cy="324915"/>
              </a:xfrm>
              <a:prstGeom prst="rect">
                <a:avLst/>
              </a:prstGeom>
            </p:spPr>
          </p:pic>
          <p:sp>
            <p:nvSpPr>
              <p:cNvPr id="38" name="Flèche : droite 37">
                <a:extLst>
                  <a:ext uri="{FF2B5EF4-FFF2-40B4-BE49-F238E27FC236}">
                    <a16:creationId xmlns:a16="http://schemas.microsoft.com/office/drawing/2014/main" id="{B76A28D0-F0DA-4B5A-A117-DA6DC6642B38}"/>
                  </a:ext>
                </a:extLst>
              </p:cNvPr>
              <p:cNvSpPr/>
              <p:nvPr/>
            </p:nvSpPr>
            <p:spPr>
              <a:xfrm>
                <a:off x="4815642" y="4672016"/>
                <a:ext cx="4281705" cy="12764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400" dirty="0"/>
                  <a:t>Make people love our content more : more authenticity, more usefulness, better experience, possibilities to engage</a:t>
                </a:r>
              </a:p>
            </p:txBody>
          </p:sp>
          <p:sp>
            <p:nvSpPr>
              <p:cNvPr id="39" name="Flèche : haut 38">
                <a:extLst>
                  <a:ext uri="{FF2B5EF4-FFF2-40B4-BE49-F238E27FC236}">
                    <a16:creationId xmlns:a16="http://schemas.microsoft.com/office/drawing/2014/main" id="{D5C053FE-6D3F-486F-B97D-5BF1DA45BDEF}"/>
                  </a:ext>
                </a:extLst>
              </p:cNvPr>
              <p:cNvSpPr/>
              <p:nvPr/>
            </p:nvSpPr>
            <p:spPr>
              <a:xfrm>
                <a:off x="1958947" y="2533537"/>
                <a:ext cx="2258486" cy="224477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400" dirty="0"/>
                  <a:t>Make more people love our content : increased promotion, attention catching strategies</a:t>
                </a:r>
              </a:p>
            </p:txBody>
          </p:sp>
        </p:grpSp>
      </p:grpSp>
    </p:spTree>
    <p:extLst>
      <p:ext uri="{BB962C8B-B14F-4D97-AF65-F5344CB8AC3E}">
        <p14:creationId xmlns:p14="http://schemas.microsoft.com/office/powerpoint/2010/main" val="3658959229"/>
      </p:ext>
    </p:extLst>
  </p:cSld>
  <p:clrMapOvr>
    <a:masterClrMapping/>
  </p:clrMapOvr>
  <mc:AlternateContent xmlns:mc="http://schemas.openxmlformats.org/markup-compatibility/2006" xmlns:p14="http://schemas.microsoft.com/office/powerpoint/2010/main">
    <mc:Choice Requires="p14">
      <p:transition spd="slow" p14:dur="2000" advTm="20409"/>
    </mc:Choice>
    <mc:Fallback xmlns="">
      <p:transition spd="slow" advTm="20409"/>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904B001-EEA1-4EAC-B74A-75CD479363A2}"/>
              </a:ext>
            </a:extLst>
          </p:cNvPr>
          <p:cNvSpPr>
            <a:spLocks noGrp="1"/>
          </p:cNvSpPr>
          <p:nvPr>
            <p:ph type="title"/>
          </p:nvPr>
        </p:nvSpPr>
        <p:spPr/>
        <p:txBody>
          <a:bodyPr>
            <a:normAutofit fontScale="90000"/>
          </a:bodyPr>
          <a:lstStyle/>
          <a:p>
            <a:r>
              <a:rPr lang="en-US" dirty="0"/>
              <a:t>Exercise #C5</a:t>
            </a:r>
            <a:br>
              <a:rPr lang="en-US" dirty="0"/>
            </a:br>
            <a:r>
              <a:rPr lang="en-US" sz="3100" dirty="0"/>
              <a:t>Brainstorm actions for reach or for engagement in your current Community</a:t>
            </a:r>
            <a:endParaRPr lang="en-US" dirty="0"/>
          </a:p>
        </p:txBody>
      </p:sp>
      <p:sp>
        <p:nvSpPr>
          <p:cNvPr id="32" name="ZoneTexte 31">
            <a:extLst>
              <a:ext uri="{FF2B5EF4-FFF2-40B4-BE49-F238E27FC236}">
                <a16:creationId xmlns:a16="http://schemas.microsoft.com/office/drawing/2014/main" id="{C3CA301D-ED39-42C2-A85F-8773B66A3690}"/>
              </a:ext>
            </a:extLst>
          </p:cNvPr>
          <p:cNvSpPr txBox="1"/>
          <p:nvPr/>
        </p:nvSpPr>
        <p:spPr>
          <a:xfrm>
            <a:off x="94994" y="2070008"/>
            <a:ext cx="2188721" cy="923330"/>
          </a:xfrm>
          <a:prstGeom prst="rect">
            <a:avLst/>
          </a:prstGeom>
          <a:noFill/>
        </p:spPr>
        <p:txBody>
          <a:bodyPr wrap="square" rtlCol="0">
            <a:spAutoFit/>
          </a:bodyPr>
          <a:lstStyle/>
          <a:p>
            <a:pPr algn="ctr"/>
            <a:r>
              <a:rPr lang="en-US" b="1" dirty="0">
                <a:solidFill>
                  <a:schemeClr val="accent1"/>
                </a:solidFill>
              </a:rPr>
              <a:t>Increase reach : </a:t>
            </a:r>
          </a:p>
          <a:p>
            <a:pPr algn="ctr"/>
            <a:r>
              <a:rPr lang="en-US" b="1" dirty="0">
                <a:solidFill>
                  <a:schemeClr val="accent1"/>
                </a:solidFill>
              </a:rPr>
              <a:t>Target more people</a:t>
            </a:r>
          </a:p>
        </p:txBody>
      </p:sp>
      <p:grpSp>
        <p:nvGrpSpPr>
          <p:cNvPr id="58" name="Groupe 57">
            <a:extLst>
              <a:ext uri="{FF2B5EF4-FFF2-40B4-BE49-F238E27FC236}">
                <a16:creationId xmlns:a16="http://schemas.microsoft.com/office/drawing/2014/main" id="{CE97DE6F-98C3-4003-84C2-2ADD8340F0FE}"/>
              </a:ext>
            </a:extLst>
          </p:cNvPr>
          <p:cNvGrpSpPr/>
          <p:nvPr/>
        </p:nvGrpSpPr>
        <p:grpSpPr>
          <a:xfrm>
            <a:off x="868193" y="2593621"/>
            <a:ext cx="11166232" cy="4255744"/>
            <a:chOff x="868193" y="2593621"/>
            <a:chExt cx="11166232" cy="4255744"/>
          </a:xfrm>
        </p:grpSpPr>
        <p:grpSp>
          <p:nvGrpSpPr>
            <p:cNvPr id="17" name="Groupe 16">
              <a:extLst>
                <a:ext uri="{FF2B5EF4-FFF2-40B4-BE49-F238E27FC236}">
                  <a16:creationId xmlns:a16="http://schemas.microsoft.com/office/drawing/2014/main" id="{FCFD7A5A-B1CE-46D4-A389-AB4B6F856600}"/>
                </a:ext>
              </a:extLst>
            </p:cNvPr>
            <p:cNvGrpSpPr/>
            <p:nvPr/>
          </p:nvGrpSpPr>
          <p:grpSpPr>
            <a:xfrm>
              <a:off x="1670556" y="2593621"/>
              <a:ext cx="8572959" cy="3449817"/>
              <a:chOff x="1724927" y="2500604"/>
              <a:chExt cx="8572959" cy="3449817"/>
            </a:xfrm>
          </p:grpSpPr>
          <p:cxnSp>
            <p:nvCxnSpPr>
              <p:cNvPr id="10" name="Connecteur droit avec flèche 9">
                <a:extLst>
                  <a:ext uri="{FF2B5EF4-FFF2-40B4-BE49-F238E27FC236}">
                    <a16:creationId xmlns:a16="http://schemas.microsoft.com/office/drawing/2014/main" id="{A2956BFC-54C3-4547-8B5C-7DA985BE4186}"/>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C7C717CB-FBC1-4752-BB44-D1235B479A88}"/>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77E1A519-883E-4BBA-9276-FF7FAF245FBE}"/>
                </a:ext>
              </a:extLst>
            </p:cNvPr>
            <p:cNvGrpSpPr/>
            <p:nvPr/>
          </p:nvGrpSpPr>
          <p:grpSpPr>
            <a:xfrm>
              <a:off x="868193" y="3041780"/>
              <a:ext cx="554235" cy="2957709"/>
              <a:chOff x="849531" y="2033139"/>
              <a:chExt cx="797442" cy="4255599"/>
            </a:xfrm>
          </p:grpSpPr>
          <p:pic>
            <p:nvPicPr>
              <p:cNvPr id="19" name="Graphique 18" descr="Groupe de personnes avec un remplissage uni">
                <a:extLst>
                  <a:ext uri="{FF2B5EF4-FFF2-40B4-BE49-F238E27FC236}">
                    <a16:creationId xmlns:a16="http://schemas.microsoft.com/office/drawing/2014/main" id="{64146C5C-F781-45C8-9580-0E55E786D2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531" y="2033139"/>
                <a:ext cx="797442" cy="797442"/>
              </a:xfrm>
              <a:prstGeom prst="rect">
                <a:avLst/>
              </a:prstGeom>
            </p:spPr>
          </p:pic>
          <p:pic>
            <p:nvPicPr>
              <p:cNvPr id="21" name="Graphique 20" descr="Groupe de personnes contour">
                <a:extLst>
                  <a:ext uri="{FF2B5EF4-FFF2-40B4-BE49-F238E27FC236}">
                    <a16:creationId xmlns:a16="http://schemas.microsoft.com/office/drawing/2014/main" id="{DF1300D2-8F76-4131-9655-7FE6AEA97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532" y="2889294"/>
                <a:ext cx="797441" cy="797441"/>
              </a:xfrm>
              <a:prstGeom prst="rect">
                <a:avLst/>
              </a:prstGeom>
            </p:spPr>
          </p:pic>
          <p:pic>
            <p:nvPicPr>
              <p:cNvPr id="23" name="Graphique 22" descr="Groupe avec un remplissage uni">
                <a:extLst>
                  <a:ext uri="{FF2B5EF4-FFF2-40B4-BE49-F238E27FC236}">
                    <a16:creationId xmlns:a16="http://schemas.microsoft.com/office/drawing/2014/main" id="{53A40E74-2464-48F5-900D-9706BE6A04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14" y="3709355"/>
                <a:ext cx="625395" cy="625395"/>
              </a:xfrm>
              <a:prstGeom prst="rect">
                <a:avLst/>
              </a:prstGeom>
            </p:spPr>
          </p:pic>
          <p:pic>
            <p:nvPicPr>
              <p:cNvPr id="25" name="Graphique 24" descr="Groupe de femmes avec un remplissage uni">
                <a:extLst>
                  <a:ext uri="{FF2B5EF4-FFF2-40B4-BE49-F238E27FC236}">
                    <a16:creationId xmlns:a16="http://schemas.microsoft.com/office/drawing/2014/main" id="{481D1941-9E54-4E96-9FCE-AA0BA59B7E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10746" y="4450702"/>
                <a:ext cx="415446" cy="415446"/>
              </a:xfrm>
              <a:prstGeom prst="rect">
                <a:avLst/>
              </a:prstGeom>
            </p:spPr>
          </p:pic>
          <p:pic>
            <p:nvPicPr>
              <p:cNvPr id="27" name="Graphique 26" descr="Deux femmes avec un remplissage uni">
                <a:extLst>
                  <a:ext uri="{FF2B5EF4-FFF2-40B4-BE49-F238E27FC236}">
                    <a16:creationId xmlns:a16="http://schemas.microsoft.com/office/drawing/2014/main" id="{A2F724DC-2192-4267-B441-796FFD4EEE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9939" y="5060059"/>
                <a:ext cx="503370" cy="503370"/>
              </a:xfrm>
              <a:prstGeom prst="rect">
                <a:avLst/>
              </a:prstGeom>
            </p:spPr>
          </p:pic>
          <p:pic>
            <p:nvPicPr>
              <p:cNvPr id="30" name="Graphique 29" descr="Homme avec un remplissage uni">
                <a:extLst>
                  <a:ext uri="{FF2B5EF4-FFF2-40B4-BE49-F238E27FC236}">
                    <a16:creationId xmlns:a16="http://schemas.microsoft.com/office/drawing/2014/main" id="{1D2368E6-CA8C-4ACE-846A-04B613BCA3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648" y="5663343"/>
                <a:ext cx="625395" cy="625395"/>
              </a:xfrm>
              <a:prstGeom prst="rect">
                <a:avLst/>
              </a:prstGeom>
            </p:spPr>
          </p:pic>
        </p:grpSp>
        <p:sp>
          <p:nvSpPr>
            <p:cNvPr id="33" name="ZoneTexte 32">
              <a:extLst>
                <a:ext uri="{FF2B5EF4-FFF2-40B4-BE49-F238E27FC236}">
                  <a16:creationId xmlns:a16="http://schemas.microsoft.com/office/drawing/2014/main" id="{0214BBEE-09CD-4225-83A8-59B9F64724CE}"/>
                </a:ext>
              </a:extLst>
            </p:cNvPr>
            <p:cNvSpPr txBox="1"/>
            <p:nvPr/>
          </p:nvSpPr>
          <p:spPr>
            <a:xfrm>
              <a:off x="9845704" y="4660129"/>
              <a:ext cx="2188721" cy="1200329"/>
            </a:xfrm>
            <a:prstGeom prst="rect">
              <a:avLst/>
            </a:prstGeom>
            <a:noFill/>
          </p:spPr>
          <p:txBody>
            <a:bodyPr wrap="square" rtlCol="0">
              <a:spAutoFit/>
            </a:bodyPr>
            <a:lstStyle/>
            <a:p>
              <a:pPr algn="ctr"/>
              <a:r>
                <a:rPr lang="en-US" b="1" dirty="0">
                  <a:solidFill>
                    <a:schemeClr val="accent1"/>
                  </a:solidFill>
                </a:rPr>
                <a:t>Increase engagement : </a:t>
              </a:r>
            </a:p>
            <a:p>
              <a:pPr algn="ctr"/>
              <a:r>
                <a:rPr lang="en-US" b="1" dirty="0">
                  <a:solidFill>
                    <a:schemeClr val="accent1"/>
                  </a:solidFill>
                </a:rPr>
                <a:t>Target further engagement</a:t>
              </a:r>
            </a:p>
          </p:txBody>
        </p:sp>
        <p:pic>
          <p:nvPicPr>
            <p:cNvPr id="35" name="Graphique 34" descr="Cœur avec un remplissage uni">
              <a:extLst>
                <a:ext uri="{FF2B5EF4-FFF2-40B4-BE49-F238E27FC236}">
                  <a16:creationId xmlns:a16="http://schemas.microsoft.com/office/drawing/2014/main" id="{E52289C5-E864-4540-BFE6-5ED7AAF888A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75805" y="6176864"/>
              <a:ext cx="324915" cy="324915"/>
            </a:xfrm>
            <a:prstGeom prst="rect">
              <a:avLst/>
            </a:prstGeom>
          </p:spPr>
        </p:pic>
        <p:pic>
          <p:nvPicPr>
            <p:cNvPr id="36" name="Graphique 35" descr="Cœur avec un remplissage uni">
              <a:extLst>
                <a:ext uri="{FF2B5EF4-FFF2-40B4-BE49-F238E27FC236}">
                  <a16:creationId xmlns:a16="http://schemas.microsoft.com/office/drawing/2014/main" id="{34DA2D20-B615-4877-BFD2-8C7A44D772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23944" y="6146902"/>
              <a:ext cx="324915" cy="324915"/>
            </a:xfrm>
            <a:prstGeom prst="rect">
              <a:avLst/>
            </a:prstGeom>
          </p:spPr>
        </p:pic>
        <p:pic>
          <p:nvPicPr>
            <p:cNvPr id="37" name="Graphique 36" descr="Cœur avec un remplissage uni">
              <a:extLst>
                <a:ext uri="{FF2B5EF4-FFF2-40B4-BE49-F238E27FC236}">
                  <a16:creationId xmlns:a16="http://schemas.microsoft.com/office/drawing/2014/main" id="{1DB7035E-0B46-46EB-AD4C-053BE5E70F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8859" y="6146902"/>
              <a:ext cx="324915" cy="324915"/>
            </a:xfrm>
            <a:prstGeom prst="rect">
              <a:avLst/>
            </a:prstGeom>
          </p:spPr>
        </p:pic>
        <p:pic>
          <p:nvPicPr>
            <p:cNvPr id="38" name="Graphique 37" descr="Cœur avec un remplissage uni">
              <a:extLst>
                <a:ext uri="{FF2B5EF4-FFF2-40B4-BE49-F238E27FC236}">
                  <a16:creationId xmlns:a16="http://schemas.microsoft.com/office/drawing/2014/main" id="{6A5B9A09-61D2-46C2-AB01-F0B1709D852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90727" y="6146902"/>
              <a:ext cx="324915" cy="324915"/>
            </a:xfrm>
            <a:prstGeom prst="rect">
              <a:avLst/>
            </a:prstGeom>
          </p:spPr>
        </p:pic>
        <p:pic>
          <p:nvPicPr>
            <p:cNvPr id="39" name="Graphique 38" descr="Cœur avec un remplissage uni">
              <a:extLst>
                <a:ext uri="{FF2B5EF4-FFF2-40B4-BE49-F238E27FC236}">
                  <a16:creationId xmlns:a16="http://schemas.microsoft.com/office/drawing/2014/main" id="{82D7D484-8E1E-45FD-8621-153B120B41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15642" y="6146902"/>
              <a:ext cx="324915" cy="324915"/>
            </a:xfrm>
            <a:prstGeom prst="rect">
              <a:avLst/>
            </a:prstGeom>
          </p:spPr>
        </p:pic>
        <p:pic>
          <p:nvPicPr>
            <p:cNvPr id="40" name="Graphique 39" descr="Cœur avec un remplissage uni">
              <a:extLst>
                <a:ext uri="{FF2B5EF4-FFF2-40B4-BE49-F238E27FC236}">
                  <a16:creationId xmlns:a16="http://schemas.microsoft.com/office/drawing/2014/main" id="{4961F9C2-111D-4B37-8F26-AA269DE850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53184" y="6382260"/>
              <a:ext cx="324915" cy="324915"/>
            </a:xfrm>
            <a:prstGeom prst="rect">
              <a:avLst/>
            </a:prstGeom>
          </p:spPr>
        </p:pic>
        <p:pic>
          <p:nvPicPr>
            <p:cNvPr id="41" name="Graphique 40" descr="Cœur avec un remplissage uni">
              <a:extLst>
                <a:ext uri="{FF2B5EF4-FFF2-40B4-BE49-F238E27FC236}">
                  <a16:creationId xmlns:a16="http://schemas.microsoft.com/office/drawing/2014/main" id="{17A765C5-8BAE-48B8-A4DD-5B054EFE6EF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152605"/>
              <a:ext cx="324915" cy="324915"/>
            </a:xfrm>
            <a:prstGeom prst="rect">
              <a:avLst/>
            </a:prstGeom>
          </p:spPr>
        </p:pic>
        <p:pic>
          <p:nvPicPr>
            <p:cNvPr id="42" name="Graphique 41" descr="Cœur avec un remplissage uni">
              <a:extLst>
                <a:ext uri="{FF2B5EF4-FFF2-40B4-BE49-F238E27FC236}">
                  <a16:creationId xmlns:a16="http://schemas.microsoft.com/office/drawing/2014/main" id="{5F44ACAD-3E00-4803-86AC-141697F7123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6" y="6152605"/>
              <a:ext cx="324915" cy="324915"/>
            </a:xfrm>
            <a:prstGeom prst="rect">
              <a:avLst/>
            </a:prstGeom>
          </p:spPr>
        </p:pic>
        <p:pic>
          <p:nvPicPr>
            <p:cNvPr id="43" name="Graphique 42" descr="Cœur avec un remplissage uni">
              <a:extLst>
                <a:ext uri="{FF2B5EF4-FFF2-40B4-BE49-F238E27FC236}">
                  <a16:creationId xmlns:a16="http://schemas.microsoft.com/office/drawing/2014/main" id="{3D61C4DE-BD1F-4E2D-9F69-01A92A0DC2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382260"/>
              <a:ext cx="324915" cy="324915"/>
            </a:xfrm>
            <a:prstGeom prst="rect">
              <a:avLst/>
            </a:prstGeom>
          </p:spPr>
        </p:pic>
        <p:pic>
          <p:nvPicPr>
            <p:cNvPr id="44" name="Graphique 43" descr="Cœur avec un remplissage uni">
              <a:extLst>
                <a:ext uri="{FF2B5EF4-FFF2-40B4-BE49-F238E27FC236}">
                  <a16:creationId xmlns:a16="http://schemas.microsoft.com/office/drawing/2014/main" id="{32E4054B-4053-4F39-8BF9-18BC524D4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5" y="6391881"/>
              <a:ext cx="324915" cy="324915"/>
            </a:xfrm>
            <a:prstGeom prst="rect">
              <a:avLst/>
            </a:prstGeom>
          </p:spPr>
        </p:pic>
        <p:pic>
          <p:nvPicPr>
            <p:cNvPr id="45" name="Graphique 44" descr="Cœur avec un remplissage uni">
              <a:extLst>
                <a:ext uri="{FF2B5EF4-FFF2-40B4-BE49-F238E27FC236}">
                  <a16:creationId xmlns:a16="http://schemas.microsoft.com/office/drawing/2014/main" id="{E771AB82-B92F-4C3B-9F78-C9D6F10E1B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1" y="6146902"/>
              <a:ext cx="324915" cy="324915"/>
            </a:xfrm>
            <a:prstGeom prst="rect">
              <a:avLst/>
            </a:prstGeom>
          </p:spPr>
        </p:pic>
        <p:pic>
          <p:nvPicPr>
            <p:cNvPr id="46" name="Graphique 45" descr="Cœur avec un remplissage uni">
              <a:extLst>
                <a:ext uri="{FF2B5EF4-FFF2-40B4-BE49-F238E27FC236}">
                  <a16:creationId xmlns:a16="http://schemas.microsoft.com/office/drawing/2014/main" id="{224876CD-3EA5-478A-B7EA-FA5B6EAF19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6" y="6146902"/>
              <a:ext cx="324915" cy="324915"/>
            </a:xfrm>
            <a:prstGeom prst="rect">
              <a:avLst/>
            </a:prstGeom>
          </p:spPr>
        </p:pic>
        <p:pic>
          <p:nvPicPr>
            <p:cNvPr id="47" name="Graphique 46" descr="Cœur avec un remplissage uni">
              <a:extLst>
                <a:ext uri="{FF2B5EF4-FFF2-40B4-BE49-F238E27FC236}">
                  <a16:creationId xmlns:a16="http://schemas.microsoft.com/office/drawing/2014/main" id="{2C6B0EDB-3F28-4053-A198-24E6FE6D060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0" y="6481460"/>
              <a:ext cx="324915" cy="324915"/>
            </a:xfrm>
            <a:prstGeom prst="rect">
              <a:avLst/>
            </a:prstGeom>
          </p:spPr>
        </p:pic>
        <p:pic>
          <p:nvPicPr>
            <p:cNvPr id="48" name="Graphique 47" descr="Cœur avec un remplissage uni">
              <a:extLst>
                <a:ext uri="{FF2B5EF4-FFF2-40B4-BE49-F238E27FC236}">
                  <a16:creationId xmlns:a16="http://schemas.microsoft.com/office/drawing/2014/main" id="{B46894D5-7D7C-40C1-AFAF-746B74DD2B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5" y="6469015"/>
              <a:ext cx="324915" cy="324915"/>
            </a:xfrm>
            <a:prstGeom prst="rect">
              <a:avLst/>
            </a:prstGeom>
          </p:spPr>
        </p:pic>
        <p:pic>
          <p:nvPicPr>
            <p:cNvPr id="49" name="Graphique 48" descr="Cœur avec un remplissage uni">
              <a:extLst>
                <a:ext uri="{FF2B5EF4-FFF2-40B4-BE49-F238E27FC236}">
                  <a16:creationId xmlns:a16="http://schemas.microsoft.com/office/drawing/2014/main" id="{5C15A28E-873A-4416-A558-31B9F297992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68105" y="6315062"/>
              <a:ext cx="324915" cy="324915"/>
            </a:xfrm>
            <a:prstGeom prst="rect">
              <a:avLst/>
            </a:prstGeom>
          </p:spPr>
        </p:pic>
        <p:pic>
          <p:nvPicPr>
            <p:cNvPr id="50" name="Graphique 49" descr="Cœur avec un remplissage uni">
              <a:extLst>
                <a:ext uri="{FF2B5EF4-FFF2-40B4-BE49-F238E27FC236}">
                  <a16:creationId xmlns:a16="http://schemas.microsoft.com/office/drawing/2014/main" id="{C5B8D6B4-065F-4B8D-8212-979B36CEDF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066966"/>
              <a:ext cx="324915" cy="324915"/>
            </a:xfrm>
            <a:prstGeom prst="rect">
              <a:avLst/>
            </a:prstGeom>
          </p:spPr>
        </p:pic>
        <p:pic>
          <p:nvPicPr>
            <p:cNvPr id="51" name="Graphique 50" descr="Cœur avec un remplissage uni">
              <a:extLst>
                <a:ext uri="{FF2B5EF4-FFF2-40B4-BE49-F238E27FC236}">
                  <a16:creationId xmlns:a16="http://schemas.microsoft.com/office/drawing/2014/main" id="{492B17F6-4B6F-4B2B-90CC-03E38230C5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3" y="6066966"/>
              <a:ext cx="324915" cy="324915"/>
            </a:xfrm>
            <a:prstGeom prst="rect">
              <a:avLst/>
            </a:prstGeom>
          </p:spPr>
        </p:pic>
        <p:pic>
          <p:nvPicPr>
            <p:cNvPr id="52" name="Graphique 51" descr="Cœur avec un remplissage uni">
              <a:extLst>
                <a:ext uri="{FF2B5EF4-FFF2-40B4-BE49-F238E27FC236}">
                  <a16:creationId xmlns:a16="http://schemas.microsoft.com/office/drawing/2014/main" id="{7550F03D-6D9B-4EDE-9090-1E338637E6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296621"/>
              <a:ext cx="324915" cy="324915"/>
            </a:xfrm>
            <a:prstGeom prst="rect">
              <a:avLst/>
            </a:prstGeom>
          </p:spPr>
        </p:pic>
        <p:pic>
          <p:nvPicPr>
            <p:cNvPr id="53" name="Graphique 52" descr="Cœur avec un remplissage uni">
              <a:extLst>
                <a:ext uri="{FF2B5EF4-FFF2-40B4-BE49-F238E27FC236}">
                  <a16:creationId xmlns:a16="http://schemas.microsoft.com/office/drawing/2014/main" id="{9F0313E1-D9F9-4FB9-A6A5-27DD6A25D8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287580"/>
              <a:ext cx="324915" cy="324915"/>
            </a:xfrm>
            <a:prstGeom prst="rect">
              <a:avLst/>
            </a:prstGeom>
          </p:spPr>
        </p:pic>
        <p:pic>
          <p:nvPicPr>
            <p:cNvPr id="54" name="Graphique 53" descr="Cœur avec un remplissage uni">
              <a:extLst>
                <a:ext uri="{FF2B5EF4-FFF2-40B4-BE49-F238E27FC236}">
                  <a16:creationId xmlns:a16="http://schemas.microsoft.com/office/drawing/2014/main" id="{E8068A87-3545-40DA-8DD5-FF58D0FAD2F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524450"/>
              <a:ext cx="324915" cy="324915"/>
            </a:xfrm>
            <a:prstGeom prst="rect">
              <a:avLst/>
            </a:prstGeom>
          </p:spPr>
        </p:pic>
        <p:pic>
          <p:nvPicPr>
            <p:cNvPr id="55" name="Graphique 54" descr="Cœur avec un remplissage uni">
              <a:extLst>
                <a:ext uri="{FF2B5EF4-FFF2-40B4-BE49-F238E27FC236}">
                  <a16:creationId xmlns:a16="http://schemas.microsoft.com/office/drawing/2014/main" id="{62CF5280-B4A9-4DAF-9AEE-F3B11687CD2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505702"/>
              <a:ext cx="324915" cy="324915"/>
            </a:xfrm>
            <a:prstGeom prst="rect">
              <a:avLst/>
            </a:prstGeom>
          </p:spPr>
        </p:pic>
      </p:grpSp>
      <p:sp>
        <p:nvSpPr>
          <p:cNvPr id="2" name="Flèche : haut 1">
            <a:extLst>
              <a:ext uri="{FF2B5EF4-FFF2-40B4-BE49-F238E27FC236}">
                <a16:creationId xmlns:a16="http://schemas.microsoft.com/office/drawing/2014/main" id="{0AF4CC87-60B6-425C-BD2A-57FEB3669DF6}"/>
              </a:ext>
            </a:extLst>
          </p:cNvPr>
          <p:cNvSpPr/>
          <p:nvPr/>
        </p:nvSpPr>
        <p:spPr>
          <a:xfrm>
            <a:off x="4083496" y="3450081"/>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3" name="Flèche : haut 62">
            <a:extLst>
              <a:ext uri="{FF2B5EF4-FFF2-40B4-BE49-F238E27FC236}">
                <a16:creationId xmlns:a16="http://schemas.microsoft.com/office/drawing/2014/main" id="{F42743FE-32A4-4979-A570-FCF4067E6047}"/>
              </a:ext>
            </a:extLst>
          </p:cNvPr>
          <p:cNvSpPr/>
          <p:nvPr/>
        </p:nvSpPr>
        <p:spPr>
          <a:xfrm>
            <a:off x="3399156" y="4302184"/>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4" name="Flèche : haut 63">
            <a:extLst>
              <a:ext uri="{FF2B5EF4-FFF2-40B4-BE49-F238E27FC236}">
                <a16:creationId xmlns:a16="http://schemas.microsoft.com/office/drawing/2014/main" id="{5899C225-F1B9-4A1E-A26F-EE33E944D106}"/>
              </a:ext>
            </a:extLst>
          </p:cNvPr>
          <p:cNvSpPr/>
          <p:nvPr/>
        </p:nvSpPr>
        <p:spPr>
          <a:xfrm>
            <a:off x="1772189" y="5265933"/>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5" name="Flèche : haut 64">
            <a:extLst>
              <a:ext uri="{FF2B5EF4-FFF2-40B4-BE49-F238E27FC236}">
                <a16:creationId xmlns:a16="http://schemas.microsoft.com/office/drawing/2014/main" id="{FE2F66C0-90DE-48EC-B806-807A902B1C9D}"/>
              </a:ext>
            </a:extLst>
          </p:cNvPr>
          <p:cNvSpPr/>
          <p:nvPr/>
        </p:nvSpPr>
        <p:spPr>
          <a:xfrm>
            <a:off x="4774484" y="2094081"/>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r>
              <a:rPr lang="en-US" dirty="0">
                <a:solidFill>
                  <a:schemeClr val="tx1"/>
                </a:solidFill>
              </a:rPr>
              <a:t>Write here</a:t>
            </a:r>
          </a:p>
        </p:txBody>
      </p:sp>
      <p:sp>
        <p:nvSpPr>
          <p:cNvPr id="3" name="Flèche : droite 2">
            <a:extLst>
              <a:ext uri="{FF2B5EF4-FFF2-40B4-BE49-F238E27FC236}">
                <a16:creationId xmlns:a16="http://schemas.microsoft.com/office/drawing/2014/main" id="{2CA16050-1A14-487E-AF40-3ED564C3468E}"/>
              </a:ext>
            </a:extLst>
          </p:cNvPr>
          <p:cNvSpPr/>
          <p:nvPr/>
        </p:nvSpPr>
        <p:spPr>
          <a:xfrm>
            <a:off x="3200643" y="4794206"/>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7" name="Flèche : droite 66">
            <a:extLst>
              <a:ext uri="{FF2B5EF4-FFF2-40B4-BE49-F238E27FC236}">
                <a16:creationId xmlns:a16="http://schemas.microsoft.com/office/drawing/2014/main" id="{A9012893-97AC-401E-89C5-09B1C11249C9}"/>
              </a:ext>
            </a:extLst>
          </p:cNvPr>
          <p:cNvSpPr/>
          <p:nvPr/>
        </p:nvSpPr>
        <p:spPr>
          <a:xfrm>
            <a:off x="4083496" y="3980026"/>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8" name="Flèche : droite 67">
            <a:extLst>
              <a:ext uri="{FF2B5EF4-FFF2-40B4-BE49-F238E27FC236}">
                <a16:creationId xmlns:a16="http://schemas.microsoft.com/office/drawing/2014/main" id="{86302D82-4C21-4D4E-9F4D-5F0D59520680}"/>
              </a:ext>
            </a:extLst>
          </p:cNvPr>
          <p:cNvSpPr/>
          <p:nvPr/>
        </p:nvSpPr>
        <p:spPr>
          <a:xfrm>
            <a:off x="4767836" y="3398360"/>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9" name="Flèche : droite 68">
            <a:extLst>
              <a:ext uri="{FF2B5EF4-FFF2-40B4-BE49-F238E27FC236}">
                <a16:creationId xmlns:a16="http://schemas.microsoft.com/office/drawing/2014/main" id="{557D730F-F08A-46B7-B090-53103EE665A6}"/>
              </a:ext>
            </a:extLst>
          </p:cNvPr>
          <p:cNvSpPr/>
          <p:nvPr/>
        </p:nvSpPr>
        <p:spPr>
          <a:xfrm>
            <a:off x="2435600" y="4840286"/>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70" name="Flèche : droite 69">
            <a:extLst>
              <a:ext uri="{FF2B5EF4-FFF2-40B4-BE49-F238E27FC236}">
                <a16:creationId xmlns:a16="http://schemas.microsoft.com/office/drawing/2014/main" id="{98C02D15-C709-4DE6-B338-250808FEE5F0}"/>
              </a:ext>
            </a:extLst>
          </p:cNvPr>
          <p:cNvSpPr/>
          <p:nvPr/>
        </p:nvSpPr>
        <p:spPr>
          <a:xfrm rot="16200000">
            <a:off x="4063791" y="2750131"/>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Tree>
    <p:extLst>
      <p:ext uri="{BB962C8B-B14F-4D97-AF65-F5344CB8AC3E}">
        <p14:creationId xmlns:p14="http://schemas.microsoft.com/office/powerpoint/2010/main" val="4263228924"/>
      </p:ext>
    </p:extLst>
  </p:cSld>
  <p:clrMapOvr>
    <a:masterClrMapping/>
  </p:clrMapOvr>
  <mc:AlternateContent xmlns:mc="http://schemas.openxmlformats.org/markup-compatibility/2006" xmlns:p14="http://schemas.microsoft.com/office/powerpoint/2010/main">
    <mc:Choice Requires="p14">
      <p:transition spd="slow" p14:dur="2000" advTm="47935"/>
    </mc:Choice>
    <mc:Fallback xmlns="">
      <p:transition spd="slow" advTm="47935"/>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 / Use Case</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don’t get any reaction from our members; nobody shares our content to their team.</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5" name="Graphique 4" descr="Visage confus avec remplissage solide avec un remplissage uni">
            <a:extLst>
              <a:ext uri="{FF2B5EF4-FFF2-40B4-BE49-F238E27FC236}">
                <a16:creationId xmlns:a16="http://schemas.microsoft.com/office/drawing/2014/main" id="{36C2D92C-7B97-4DB9-9A79-2E735B6ECB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46902" y="4822929"/>
            <a:ext cx="675263" cy="675263"/>
          </a:xfrm>
          <a:prstGeom prst="rect">
            <a:avLst/>
          </a:prstGeom>
        </p:spPr>
      </p:pic>
    </p:spTree>
    <p:extLst>
      <p:ext uri="{BB962C8B-B14F-4D97-AF65-F5344CB8AC3E}">
        <p14:creationId xmlns:p14="http://schemas.microsoft.com/office/powerpoint/2010/main" val="275208009"/>
      </p:ext>
    </p:extLst>
  </p:cSld>
  <p:clrMapOvr>
    <a:masterClrMapping/>
  </p:clrMapOvr>
  <mc:AlternateContent xmlns:mc="http://schemas.openxmlformats.org/markup-compatibility/2006" xmlns:p14="http://schemas.microsoft.com/office/powerpoint/2010/main">
    <mc:Choice Requires="p14">
      <p:transition spd="slow" p14:dur="2000" advTm="16285"/>
    </mc:Choice>
    <mc:Fallback xmlns="">
      <p:transition spd="slow" advTm="16285"/>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xfrm>
            <a:off x="1115568" y="242596"/>
            <a:ext cx="8824962" cy="1584648"/>
          </a:xfrm>
        </p:spPr>
        <p:txBody>
          <a:bodyPr>
            <a:normAutofit/>
          </a:bodyPr>
          <a:lstStyle/>
          <a:p>
            <a:r>
              <a:rPr lang="en-US" dirty="0"/>
              <a:t>Challenge #C6 : </a:t>
            </a:r>
            <a:br>
              <a:rPr lang="en-US" dirty="0"/>
            </a:br>
            <a:r>
              <a:rPr lang="en-US" dirty="0"/>
              <a:t>Engage audience in your content</a:t>
            </a:r>
          </a:p>
        </p:txBody>
      </p:sp>
      <p:graphicFrame>
        <p:nvGraphicFramePr>
          <p:cNvPr id="6" name="Espace réservé du contenu 5">
            <a:extLst>
              <a:ext uri="{FF2B5EF4-FFF2-40B4-BE49-F238E27FC236}">
                <a16:creationId xmlns:a16="http://schemas.microsoft.com/office/drawing/2014/main" id="{2BCC2943-6196-4448-BFCD-D9A2589735FF}"/>
              </a:ext>
            </a:extLst>
          </p:cNvPr>
          <p:cNvGraphicFramePr>
            <a:graphicFrameLocks noGrp="1"/>
          </p:cNvGraphicFramePr>
          <p:nvPr>
            <p:ph idx="1"/>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Graphique 8" descr="Point d’exclamation avec un remplissage uni">
            <a:extLst>
              <a:ext uri="{FF2B5EF4-FFF2-40B4-BE49-F238E27FC236}">
                <a16:creationId xmlns:a16="http://schemas.microsoft.com/office/drawing/2014/main" id="{4C5A1775-16C0-42FD-9C87-BDD857B44D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17" name="Graphique 16" descr="Bulle de discussion avec un remplissage uni">
            <a:extLst>
              <a:ext uri="{FF2B5EF4-FFF2-40B4-BE49-F238E27FC236}">
                <a16:creationId xmlns:a16="http://schemas.microsoft.com/office/drawing/2014/main" id="{BF459345-5584-489F-B7A2-F7CA7AAFEA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19" name="Graphique 18" descr="Partager avec un remplissage uni">
            <a:extLst>
              <a:ext uri="{FF2B5EF4-FFF2-40B4-BE49-F238E27FC236}">
                <a16:creationId xmlns:a16="http://schemas.microsoft.com/office/drawing/2014/main" id="{4825D223-73CB-444B-A57C-D71ED715E9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21" name="Graphique 20" descr="Viral avec un remplissage uni">
            <a:extLst>
              <a:ext uri="{FF2B5EF4-FFF2-40B4-BE49-F238E27FC236}">
                <a16:creationId xmlns:a16="http://schemas.microsoft.com/office/drawing/2014/main" id="{81A1350E-DBBA-4D02-A3CD-31CF016E4EA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23" name="Graphique 22" descr="Citations avec un remplissage uni">
            <a:extLst>
              <a:ext uri="{FF2B5EF4-FFF2-40B4-BE49-F238E27FC236}">
                <a16:creationId xmlns:a16="http://schemas.microsoft.com/office/drawing/2014/main" id="{47B43DF5-BE5A-46DD-B833-AC17EF7519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25" name="Graphique 24" descr="Réussite du groupe avec un remplissage uni">
            <a:extLst>
              <a:ext uri="{FF2B5EF4-FFF2-40B4-BE49-F238E27FC236}">
                <a16:creationId xmlns:a16="http://schemas.microsoft.com/office/drawing/2014/main" id="{FE87EC61-4C53-4B4A-8AA2-40E36D757C5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27" name="Graphique 26" descr="Curseur avec un remplissage uni">
            <a:extLst>
              <a:ext uri="{FF2B5EF4-FFF2-40B4-BE49-F238E27FC236}">
                <a16:creationId xmlns:a16="http://schemas.microsoft.com/office/drawing/2014/main" id="{47A30E9B-2EAD-41C6-B194-E5BF61D1FF9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nvGrpSpPr>
          <p:cNvPr id="2" name="Groupe 1">
            <a:extLst>
              <a:ext uri="{FF2B5EF4-FFF2-40B4-BE49-F238E27FC236}">
                <a16:creationId xmlns:a16="http://schemas.microsoft.com/office/drawing/2014/main" id="{8A50F7A9-52F6-476B-9C47-4BEF1101D3AA}"/>
              </a:ext>
            </a:extLst>
          </p:cNvPr>
          <p:cNvGrpSpPr/>
          <p:nvPr/>
        </p:nvGrpSpPr>
        <p:grpSpPr>
          <a:xfrm>
            <a:off x="2716424" y="2992838"/>
            <a:ext cx="1631274" cy="3513954"/>
            <a:chOff x="2716424" y="2992838"/>
            <a:chExt cx="1631274" cy="3513954"/>
          </a:xfrm>
        </p:grpSpPr>
        <p:grpSp>
          <p:nvGrpSpPr>
            <p:cNvPr id="41" name="Groupe 40">
              <a:extLst>
                <a:ext uri="{FF2B5EF4-FFF2-40B4-BE49-F238E27FC236}">
                  <a16:creationId xmlns:a16="http://schemas.microsoft.com/office/drawing/2014/main" id="{C5A50F35-BC5A-4860-83F8-87788DD42221}"/>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92E5386A-3AFA-431C-B319-FEB034D8C707}"/>
                  </a:ext>
                </a:extLst>
              </p:cNvPr>
              <p:cNvCxnSpPr>
                <a:cxnSpLocks/>
                <a:stCxn id="37" idx="2"/>
              </p:cNvCxnSpPr>
              <p:nvPr/>
            </p:nvCxnSpPr>
            <p:spPr>
              <a:xfrm>
                <a:off x="3513918" y="3825142"/>
                <a:ext cx="0" cy="216339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50E560E5-E7E9-4F41-B440-5988841038A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sp>
          <p:nvSpPr>
            <p:cNvPr id="45" name="ZoneTexte 44">
              <a:extLst>
                <a:ext uri="{FF2B5EF4-FFF2-40B4-BE49-F238E27FC236}">
                  <a16:creationId xmlns:a16="http://schemas.microsoft.com/office/drawing/2014/main" id="{CBAB35E6-7C96-4A2D-944A-F3179C00D3AC}"/>
                </a:ext>
              </a:extLst>
            </p:cNvPr>
            <p:cNvSpPr txBox="1"/>
            <p:nvPr/>
          </p:nvSpPr>
          <p:spPr>
            <a:xfrm>
              <a:off x="2716424" y="2992838"/>
              <a:ext cx="1631274" cy="461665"/>
            </a:xfrm>
            <a:prstGeom prst="rect">
              <a:avLst/>
            </a:prstGeom>
            <a:noFill/>
          </p:spPr>
          <p:txBody>
            <a:bodyPr wrap="square" rtlCol="0">
              <a:spAutoFit/>
            </a:bodyPr>
            <a:lstStyle/>
            <a:p>
              <a:pPr algn="ctr"/>
              <a:r>
                <a:rPr lang="en-US" sz="1200" b="1" dirty="0"/>
                <a:t>Wall 1 : </a:t>
              </a:r>
            </a:p>
            <a:p>
              <a:pPr algn="ctr"/>
              <a:r>
                <a:rPr lang="en-US" sz="1200" b="1" dirty="0"/>
                <a:t>Identify yourself !</a:t>
              </a:r>
            </a:p>
          </p:txBody>
        </p:sp>
      </p:grpSp>
      <p:grpSp>
        <p:nvGrpSpPr>
          <p:cNvPr id="3" name="Groupe 2">
            <a:extLst>
              <a:ext uri="{FF2B5EF4-FFF2-40B4-BE49-F238E27FC236}">
                <a16:creationId xmlns:a16="http://schemas.microsoft.com/office/drawing/2014/main" id="{983707F9-01D9-4E66-88BB-1A8BBCF964DE}"/>
              </a:ext>
            </a:extLst>
          </p:cNvPr>
          <p:cNvGrpSpPr/>
          <p:nvPr/>
        </p:nvGrpSpPr>
        <p:grpSpPr>
          <a:xfrm>
            <a:off x="6130548" y="1979102"/>
            <a:ext cx="1631274" cy="3880160"/>
            <a:chOff x="6130548" y="1979102"/>
            <a:chExt cx="1631274" cy="3880160"/>
          </a:xfrm>
        </p:grpSpPr>
        <p:grpSp>
          <p:nvGrpSpPr>
            <p:cNvPr id="42" name="Groupe 41">
              <a:extLst>
                <a:ext uri="{FF2B5EF4-FFF2-40B4-BE49-F238E27FC236}">
                  <a16:creationId xmlns:a16="http://schemas.microsoft.com/office/drawing/2014/main" id="{140A9354-F9A7-4D35-BD7B-2FD13F3557D3}"/>
                </a:ext>
              </a:extLst>
            </p:cNvPr>
            <p:cNvGrpSpPr/>
            <p:nvPr/>
          </p:nvGrpSpPr>
          <p:grpSpPr>
            <a:xfrm>
              <a:off x="6489723" y="2535638"/>
              <a:ext cx="914400" cy="3323624"/>
              <a:chOff x="6489723" y="2466814"/>
              <a:chExt cx="914400" cy="3323624"/>
            </a:xfrm>
            <a:solidFill>
              <a:schemeClr val="tx1"/>
            </a:solidFill>
          </p:grpSpPr>
          <p:cxnSp>
            <p:nvCxnSpPr>
              <p:cNvPr id="38" name="Connecteur droit 37">
                <a:extLst>
                  <a:ext uri="{FF2B5EF4-FFF2-40B4-BE49-F238E27FC236}">
                    <a16:creationId xmlns:a16="http://schemas.microsoft.com/office/drawing/2014/main" id="{01EB9374-5F0A-472B-89B1-352808DFBE16}"/>
                  </a:ext>
                </a:extLst>
              </p:cNvPr>
              <p:cNvCxnSpPr>
                <a:cxnSpLocks/>
                <a:stCxn id="39" idx="2"/>
              </p:cNvCxnSpPr>
              <p:nvPr/>
            </p:nvCxnSpPr>
            <p:spPr>
              <a:xfrm flipH="1">
                <a:off x="6946185" y="3381214"/>
                <a:ext cx="738" cy="2409224"/>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9" name="Graphique 38" descr="Mur de briques avec un remplissage uni">
                <a:extLst>
                  <a:ext uri="{FF2B5EF4-FFF2-40B4-BE49-F238E27FC236}">
                    <a16:creationId xmlns:a16="http://schemas.microsoft.com/office/drawing/2014/main" id="{AEB05090-B7BE-4CC2-BAE7-B70511475D3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489723" y="2466814"/>
                <a:ext cx="914400" cy="914400"/>
              </a:xfrm>
              <a:prstGeom prst="rect">
                <a:avLst/>
              </a:prstGeom>
            </p:spPr>
          </p:pic>
        </p:grpSp>
        <p:sp>
          <p:nvSpPr>
            <p:cNvPr id="46" name="ZoneTexte 45">
              <a:extLst>
                <a:ext uri="{FF2B5EF4-FFF2-40B4-BE49-F238E27FC236}">
                  <a16:creationId xmlns:a16="http://schemas.microsoft.com/office/drawing/2014/main" id="{97E29C21-1705-45E6-A680-A4BCE292A665}"/>
                </a:ext>
              </a:extLst>
            </p:cNvPr>
            <p:cNvSpPr txBox="1"/>
            <p:nvPr/>
          </p:nvSpPr>
          <p:spPr>
            <a:xfrm>
              <a:off x="6130548" y="1979102"/>
              <a:ext cx="1631274" cy="646331"/>
            </a:xfrm>
            <a:prstGeom prst="rect">
              <a:avLst/>
            </a:prstGeom>
            <a:noFill/>
          </p:spPr>
          <p:txBody>
            <a:bodyPr wrap="square" rtlCol="0">
              <a:spAutoFit/>
            </a:bodyPr>
            <a:lstStyle/>
            <a:p>
              <a:pPr algn="ctr"/>
              <a:r>
                <a:rPr lang="en-US" sz="1200" b="1" dirty="0"/>
                <a:t>Wall 2 : </a:t>
              </a:r>
            </a:p>
            <a:p>
              <a:pPr algn="ctr"/>
              <a:r>
                <a:rPr lang="en-US" sz="1200" b="1" dirty="0"/>
                <a:t>Bring the content outside !</a:t>
              </a:r>
            </a:p>
          </p:txBody>
        </p:sp>
      </p:grpSp>
      <p:grpSp>
        <p:nvGrpSpPr>
          <p:cNvPr id="4" name="Groupe 3">
            <a:extLst>
              <a:ext uri="{FF2B5EF4-FFF2-40B4-BE49-F238E27FC236}">
                <a16:creationId xmlns:a16="http://schemas.microsoft.com/office/drawing/2014/main" id="{3BB0EE4D-4B9C-44DA-A29D-F08541A8632A}"/>
              </a:ext>
            </a:extLst>
          </p:cNvPr>
          <p:cNvGrpSpPr/>
          <p:nvPr/>
        </p:nvGrpSpPr>
        <p:grpSpPr>
          <a:xfrm>
            <a:off x="9582093" y="1504322"/>
            <a:ext cx="1631274" cy="4188554"/>
            <a:chOff x="9582093" y="1504322"/>
            <a:chExt cx="1631274" cy="4188554"/>
          </a:xfrm>
        </p:grpSpPr>
        <p:cxnSp>
          <p:nvCxnSpPr>
            <p:cNvPr id="43" name="Connecteur droit 42">
              <a:extLst>
                <a:ext uri="{FF2B5EF4-FFF2-40B4-BE49-F238E27FC236}">
                  <a16:creationId xmlns:a16="http://schemas.microsoft.com/office/drawing/2014/main" id="{F4663EE4-5E13-4702-A351-6AE59ADCAD0E}"/>
                </a:ext>
              </a:extLst>
            </p:cNvPr>
            <p:cNvCxnSpPr>
              <a:cxnSpLocks/>
              <a:stCxn id="48" idx="2"/>
            </p:cNvCxnSpPr>
            <p:nvPr/>
          </p:nvCxnSpPr>
          <p:spPr>
            <a:xfrm>
              <a:off x="10397730" y="2937514"/>
              <a:ext cx="0" cy="275536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50" name="Groupe 49">
              <a:extLst>
                <a:ext uri="{FF2B5EF4-FFF2-40B4-BE49-F238E27FC236}">
                  <a16:creationId xmlns:a16="http://schemas.microsoft.com/office/drawing/2014/main" id="{69E43213-CB28-46B9-8770-290366FA52B6}"/>
                </a:ext>
              </a:extLst>
            </p:cNvPr>
            <p:cNvGrpSpPr/>
            <p:nvPr/>
          </p:nvGrpSpPr>
          <p:grpSpPr>
            <a:xfrm>
              <a:off x="9582093" y="1504322"/>
              <a:ext cx="1631274" cy="1433192"/>
              <a:chOff x="9573241" y="1349056"/>
              <a:chExt cx="1631274" cy="1433192"/>
            </a:xfrm>
          </p:grpSpPr>
          <p:sp>
            <p:nvSpPr>
              <p:cNvPr id="47" name="ZoneTexte 46">
                <a:extLst>
                  <a:ext uri="{FF2B5EF4-FFF2-40B4-BE49-F238E27FC236}">
                    <a16:creationId xmlns:a16="http://schemas.microsoft.com/office/drawing/2014/main" id="{11EF9D70-36B4-4FD1-B561-2636810B6BA5}"/>
                  </a:ext>
                </a:extLst>
              </p:cNvPr>
              <p:cNvSpPr txBox="1"/>
              <p:nvPr/>
            </p:nvSpPr>
            <p:spPr>
              <a:xfrm>
                <a:off x="9573241" y="1349056"/>
                <a:ext cx="1631274" cy="646331"/>
              </a:xfrm>
              <a:prstGeom prst="rect">
                <a:avLst/>
              </a:prstGeom>
              <a:noFill/>
            </p:spPr>
            <p:txBody>
              <a:bodyPr wrap="square" rtlCol="0">
                <a:spAutoFit/>
              </a:bodyPr>
              <a:lstStyle/>
              <a:p>
                <a:pPr algn="ctr"/>
                <a:r>
                  <a:rPr lang="en-US" sz="1200" b="1" dirty="0"/>
                  <a:t>Wall 3 : </a:t>
                </a:r>
              </a:p>
              <a:p>
                <a:pPr algn="ctr"/>
                <a:r>
                  <a:rPr lang="en-US" sz="1200" b="1" dirty="0"/>
                  <a:t>Join </a:t>
                </a:r>
              </a:p>
              <a:p>
                <a:pPr algn="ctr"/>
                <a:r>
                  <a:rPr lang="en-US" sz="1200" b="1" dirty="0"/>
                  <a:t>others</a:t>
                </a:r>
              </a:p>
            </p:txBody>
          </p:sp>
          <p:pic>
            <p:nvPicPr>
              <p:cNvPr id="48" name="Graphique 47" descr="Mur de briques avec un remplissage uni">
                <a:extLst>
                  <a:ext uri="{FF2B5EF4-FFF2-40B4-BE49-F238E27FC236}">
                    <a16:creationId xmlns:a16="http://schemas.microsoft.com/office/drawing/2014/main" id="{59FD1827-F7B7-4915-8A6F-CCFEF5CE1E3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931678" y="1867848"/>
                <a:ext cx="914400" cy="914400"/>
              </a:xfrm>
              <a:prstGeom prst="rect">
                <a:avLst/>
              </a:prstGeom>
            </p:spPr>
          </p:pic>
        </p:grpSp>
      </p:grpSp>
    </p:spTree>
    <p:custDataLst>
      <p:tags r:id="rId1"/>
    </p:custDataLst>
    <p:extLst>
      <p:ext uri="{BB962C8B-B14F-4D97-AF65-F5344CB8AC3E}">
        <p14:creationId xmlns:p14="http://schemas.microsoft.com/office/powerpoint/2010/main" val="2580553751"/>
      </p:ext>
    </p:extLst>
  </p:cSld>
  <p:clrMapOvr>
    <a:masterClrMapping/>
  </p:clrMapOvr>
  <mc:AlternateContent xmlns:mc="http://schemas.openxmlformats.org/markup-compatibility/2006" xmlns:p14="http://schemas.microsoft.com/office/powerpoint/2010/main">
    <mc:Choice Requires="p14">
      <p:transition spd="slow" p14:dur="2000" advTm="251918"/>
    </mc:Choice>
    <mc:Fallback xmlns="">
      <p:transition spd="slow" advTm="25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FC54635E-1CFA-4F93-B566-34FFF4B7EE1B}"/>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947B5681-D30C-4F71-A448-A9816BB4E2C7}"/>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BC883E41-7CC3-49C8-AACB-D2DFC31D2A81}"/>
                                            </p:graphic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C4049009-0DF7-4B56-8EE8-A235AC9147E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6EE647C3-EE94-495B-A1BC-2BD31E7FB28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3C232351-2668-409A-900D-BAAD4244B760}"/>
                                            </p:graphic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6BD65D1B-AC3F-463A-9044-842725D46E17}"/>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graphicEl>
                                              <a:dgm id="{FDF54EAE-F346-4C3A-BE66-A827058CB01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41FFB49D-2989-4461-B425-3CC078C84917}"/>
                                            </p:graphic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graphicEl>
                                              <a:dgm id="{621BC79D-194B-46C2-8CE4-368724AC50EB}"/>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graphicEl>
                                              <a:dgm id="{14B1C58C-96FC-4CBB-980F-3435E1A56BE8}"/>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graphicEl>
                                              <a:dgm id="{BCB6E0A9-6E0F-4A27-BF17-10F454A714DD}"/>
                                            </p:graphic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graphicEl>
                                              <a:dgm id="{8231CA90-10E3-46A6-A5BB-B62FA5752189}"/>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graphicEl>
                                              <a:dgm id="{D47D2D30-ADE3-4244-896A-D208A438408A}"/>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graphicEl>
                                              <a:dgm id="{5CF119C6-ABFB-4CDD-9B69-E69F67B6F6FB}"/>
                                            </p:graphic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
                                            <p:graphicEl>
                                              <a:dgm id="{35E4B48D-612C-4074-B656-1246F02FB0FA}"/>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
                                            <p:graphicEl>
                                              <a:dgm id="{FC5DBB8E-B43D-443A-BEBF-B02BF77B99C3}"/>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graphicEl>
                                              <a:dgm id="{19F16169-C9BF-47E2-8CB1-3EE9195EB957}"/>
                                            </p:graphic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
                                            <p:graphicEl>
                                              <a:dgm id="{6F889921-57BB-4603-AA76-C547E1BF8E5F}"/>
                                            </p:graphic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
                                            <p:graphicEl>
                                              <a:dgm id="{DB180237-7383-4D07-BB36-8A77B59B6D7F}"/>
                                            </p:graphic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xfrm>
            <a:off x="1115568" y="242596"/>
            <a:ext cx="8824962" cy="1584648"/>
          </a:xfrm>
        </p:spPr>
        <p:txBody>
          <a:bodyPr>
            <a:normAutofit fontScale="90000"/>
          </a:bodyPr>
          <a:lstStyle/>
          <a:p>
            <a:r>
              <a:rPr lang="en-US" dirty="0"/>
              <a:t>Exercise #C6 : </a:t>
            </a:r>
            <a:br>
              <a:rPr lang="en-US" dirty="0"/>
            </a:br>
            <a:r>
              <a:rPr lang="en-US" dirty="0"/>
              <a:t>Identify content walls, current stop points</a:t>
            </a:r>
          </a:p>
        </p:txBody>
      </p:sp>
      <p:graphicFrame>
        <p:nvGraphicFramePr>
          <p:cNvPr id="6" name="Espace réservé du contenu 5">
            <a:extLst>
              <a:ext uri="{FF2B5EF4-FFF2-40B4-BE49-F238E27FC236}">
                <a16:creationId xmlns:a16="http://schemas.microsoft.com/office/drawing/2014/main" id="{2BCC2943-6196-4448-BFCD-D9A2589735FF}"/>
              </a:ext>
            </a:extLst>
          </p:cNvPr>
          <p:cNvGraphicFramePr>
            <a:graphicFrameLocks noGrp="1"/>
          </p:cNvGraphicFramePr>
          <p:nvPr>
            <p:ph idx="1"/>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Graphique 8" descr="Point d’exclamation avec un remplissage uni">
            <a:extLst>
              <a:ext uri="{FF2B5EF4-FFF2-40B4-BE49-F238E27FC236}">
                <a16:creationId xmlns:a16="http://schemas.microsoft.com/office/drawing/2014/main" id="{4C5A1775-16C0-42FD-9C87-BDD857B44D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17" name="Graphique 16" descr="Bulle de discussion avec un remplissage uni">
            <a:extLst>
              <a:ext uri="{FF2B5EF4-FFF2-40B4-BE49-F238E27FC236}">
                <a16:creationId xmlns:a16="http://schemas.microsoft.com/office/drawing/2014/main" id="{BF459345-5584-489F-B7A2-F7CA7AAFEA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19" name="Graphique 18" descr="Partager avec un remplissage uni">
            <a:extLst>
              <a:ext uri="{FF2B5EF4-FFF2-40B4-BE49-F238E27FC236}">
                <a16:creationId xmlns:a16="http://schemas.microsoft.com/office/drawing/2014/main" id="{4825D223-73CB-444B-A57C-D71ED715E9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21" name="Graphique 20" descr="Viral avec un remplissage uni">
            <a:extLst>
              <a:ext uri="{FF2B5EF4-FFF2-40B4-BE49-F238E27FC236}">
                <a16:creationId xmlns:a16="http://schemas.microsoft.com/office/drawing/2014/main" id="{81A1350E-DBBA-4D02-A3CD-31CF016E4EA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23" name="Graphique 22" descr="Citations avec un remplissage uni">
            <a:extLst>
              <a:ext uri="{FF2B5EF4-FFF2-40B4-BE49-F238E27FC236}">
                <a16:creationId xmlns:a16="http://schemas.microsoft.com/office/drawing/2014/main" id="{47B43DF5-BE5A-46DD-B833-AC17EF7519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25" name="Graphique 24" descr="Réussite du groupe avec un remplissage uni">
            <a:extLst>
              <a:ext uri="{FF2B5EF4-FFF2-40B4-BE49-F238E27FC236}">
                <a16:creationId xmlns:a16="http://schemas.microsoft.com/office/drawing/2014/main" id="{FE87EC61-4C53-4B4A-8AA2-40E36D757C5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27" name="Graphique 26" descr="Curseur avec un remplissage uni">
            <a:extLst>
              <a:ext uri="{FF2B5EF4-FFF2-40B4-BE49-F238E27FC236}">
                <a16:creationId xmlns:a16="http://schemas.microsoft.com/office/drawing/2014/main" id="{47A30E9B-2EAD-41C6-B194-E5BF61D1FF9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nvGrpSpPr>
          <p:cNvPr id="41" name="Groupe 40">
            <a:extLst>
              <a:ext uri="{FF2B5EF4-FFF2-40B4-BE49-F238E27FC236}">
                <a16:creationId xmlns:a16="http://schemas.microsoft.com/office/drawing/2014/main" id="{C5A50F35-BC5A-4860-83F8-87788DD42221}"/>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92E5386A-3AFA-431C-B319-FEB034D8C707}"/>
                </a:ext>
              </a:extLst>
            </p:cNvPr>
            <p:cNvCxnSpPr>
              <a:cxnSpLocks/>
              <a:stCxn id="37" idx="2"/>
            </p:cNvCxnSpPr>
            <p:nvPr/>
          </p:nvCxnSpPr>
          <p:spPr>
            <a:xfrm>
              <a:off x="3513918" y="3825142"/>
              <a:ext cx="0" cy="216339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50E560E5-E7E9-4F41-B440-5988841038A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grpSp>
        <p:nvGrpSpPr>
          <p:cNvPr id="42" name="Groupe 41">
            <a:extLst>
              <a:ext uri="{FF2B5EF4-FFF2-40B4-BE49-F238E27FC236}">
                <a16:creationId xmlns:a16="http://schemas.microsoft.com/office/drawing/2014/main" id="{140A9354-F9A7-4D35-BD7B-2FD13F3557D3}"/>
              </a:ext>
            </a:extLst>
          </p:cNvPr>
          <p:cNvGrpSpPr/>
          <p:nvPr/>
        </p:nvGrpSpPr>
        <p:grpSpPr>
          <a:xfrm>
            <a:off x="6489723" y="2535638"/>
            <a:ext cx="914400" cy="3323624"/>
            <a:chOff x="6489723" y="2466814"/>
            <a:chExt cx="914400" cy="3323624"/>
          </a:xfrm>
          <a:solidFill>
            <a:schemeClr val="tx1"/>
          </a:solidFill>
        </p:grpSpPr>
        <p:cxnSp>
          <p:nvCxnSpPr>
            <p:cNvPr id="38" name="Connecteur droit 37">
              <a:extLst>
                <a:ext uri="{FF2B5EF4-FFF2-40B4-BE49-F238E27FC236}">
                  <a16:creationId xmlns:a16="http://schemas.microsoft.com/office/drawing/2014/main" id="{01EB9374-5F0A-472B-89B1-352808DFBE16}"/>
                </a:ext>
              </a:extLst>
            </p:cNvPr>
            <p:cNvCxnSpPr>
              <a:cxnSpLocks/>
              <a:stCxn id="39" idx="2"/>
            </p:cNvCxnSpPr>
            <p:nvPr/>
          </p:nvCxnSpPr>
          <p:spPr>
            <a:xfrm flipH="1">
              <a:off x="6946185" y="3381214"/>
              <a:ext cx="738" cy="2409224"/>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9" name="Graphique 38" descr="Mur de briques avec un remplissage uni">
              <a:extLst>
                <a:ext uri="{FF2B5EF4-FFF2-40B4-BE49-F238E27FC236}">
                  <a16:creationId xmlns:a16="http://schemas.microsoft.com/office/drawing/2014/main" id="{AEB05090-B7BE-4CC2-BAE7-B70511475D3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489723" y="2466814"/>
              <a:ext cx="914400" cy="914400"/>
            </a:xfrm>
            <a:prstGeom prst="rect">
              <a:avLst/>
            </a:prstGeom>
          </p:spPr>
        </p:pic>
      </p:grpSp>
      <p:grpSp>
        <p:nvGrpSpPr>
          <p:cNvPr id="4" name="Groupe 3">
            <a:extLst>
              <a:ext uri="{FF2B5EF4-FFF2-40B4-BE49-F238E27FC236}">
                <a16:creationId xmlns:a16="http://schemas.microsoft.com/office/drawing/2014/main" id="{3BB0EE4D-4B9C-44DA-A29D-F08541A8632A}"/>
              </a:ext>
            </a:extLst>
          </p:cNvPr>
          <p:cNvGrpSpPr/>
          <p:nvPr/>
        </p:nvGrpSpPr>
        <p:grpSpPr>
          <a:xfrm>
            <a:off x="9940530" y="2023114"/>
            <a:ext cx="914400" cy="3669762"/>
            <a:chOff x="9940530" y="2023114"/>
            <a:chExt cx="914400" cy="3669762"/>
          </a:xfrm>
        </p:grpSpPr>
        <p:cxnSp>
          <p:nvCxnSpPr>
            <p:cNvPr id="43" name="Connecteur droit 42">
              <a:extLst>
                <a:ext uri="{FF2B5EF4-FFF2-40B4-BE49-F238E27FC236}">
                  <a16:creationId xmlns:a16="http://schemas.microsoft.com/office/drawing/2014/main" id="{F4663EE4-5E13-4702-A351-6AE59ADCAD0E}"/>
                </a:ext>
              </a:extLst>
            </p:cNvPr>
            <p:cNvCxnSpPr>
              <a:cxnSpLocks/>
              <a:stCxn id="48" idx="2"/>
            </p:cNvCxnSpPr>
            <p:nvPr/>
          </p:nvCxnSpPr>
          <p:spPr>
            <a:xfrm>
              <a:off x="10397730" y="2937514"/>
              <a:ext cx="0" cy="275536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8" name="Graphique 47" descr="Mur de briques avec un remplissage uni">
              <a:extLst>
                <a:ext uri="{FF2B5EF4-FFF2-40B4-BE49-F238E27FC236}">
                  <a16:creationId xmlns:a16="http://schemas.microsoft.com/office/drawing/2014/main" id="{59FD1827-F7B7-4915-8A6F-CCFEF5CE1E3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940530" y="2023114"/>
              <a:ext cx="914400" cy="914400"/>
            </a:xfrm>
            <a:prstGeom prst="rect">
              <a:avLst/>
            </a:prstGeom>
          </p:spPr>
        </p:pic>
      </p:grpSp>
      <p:sp>
        <p:nvSpPr>
          <p:cNvPr id="26" name="Rectangle 25">
            <a:extLst>
              <a:ext uri="{FF2B5EF4-FFF2-40B4-BE49-F238E27FC236}">
                <a16:creationId xmlns:a16="http://schemas.microsoft.com/office/drawing/2014/main" id="{3FF00712-DA31-4FD1-AC94-827D25DA489F}"/>
              </a:ext>
            </a:extLst>
          </p:cNvPr>
          <p:cNvSpPr/>
          <p:nvPr/>
        </p:nvSpPr>
        <p:spPr>
          <a:xfrm>
            <a:off x="2924952" y="2875355"/>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62500" lnSpcReduction="20000"/>
          </a:bodyPr>
          <a:lstStyle/>
          <a:p>
            <a:pPr algn="ctr"/>
            <a:r>
              <a:rPr lang="en-US" sz="1100" dirty="0">
                <a:solidFill>
                  <a:schemeClr val="tx1"/>
                </a:solidFill>
              </a:rPr>
              <a:t>Example : People need to login to give a like</a:t>
            </a:r>
          </a:p>
        </p:txBody>
      </p:sp>
      <p:sp>
        <p:nvSpPr>
          <p:cNvPr id="28" name="Rectangle 27">
            <a:extLst>
              <a:ext uri="{FF2B5EF4-FFF2-40B4-BE49-F238E27FC236}">
                <a16:creationId xmlns:a16="http://schemas.microsoft.com/office/drawing/2014/main" id="{8EF51FE2-6FB2-45EA-BF14-8E94629E77F1}"/>
              </a:ext>
            </a:extLst>
          </p:cNvPr>
          <p:cNvSpPr/>
          <p:nvPr/>
        </p:nvSpPr>
        <p:spPr>
          <a:xfrm>
            <a:off x="6146298" y="5864309"/>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Example : 30% stop here</a:t>
            </a:r>
          </a:p>
        </p:txBody>
      </p:sp>
      <p:sp>
        <p:nvSpPr>
          <p:cNvPr id="29" name="Rectangle 28">
            <a:extLst>
              <a:ext uri="{FF2B5EF4-FFF2-40B4-BE49-F238E27FC236}">
                <a16:creationId xmlns:a16="http://schemas.microsoft.com/office/drawing/2014/main" id="{738A341D-F3A5-419A-82FF-FECA2EC6FB58}"/>
              </a:ext>
            </a:extLst>
          </p:cNvPr>
          <p:cNvSpPr/>
          <p:nvPr/>
        </p:nvSpPr>
        <p:spPr>
          <a:xfrm>
            <a:off x="6499443" y="201051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30" name="Rectangle 29">
            <a:extLst>
              <a:ext uri="{FF2B5EF4-FFF2-40B4-BE49-F238E27FC236}">
                <a16:creationId xmlns:a16="http://schemas.microsoft.com/office/drawing/2014/main" id="{4C803A4B-1751-4AB5-A250-D2E2D424D898}"/>
              </a:ext>
            </a:extLst>
          </p:cNvPr>
          <p:cNvSpPr/>
          <p:nvPr/>
        </p:nvSpPr>
        <p:spPr>
          <a:xfrm>
            <a:off x="4681703" y="2992838"/>
            <a:ext cx="889088" cy="8726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Example wall : No comment engine in our content platform</a:t>
            </a:r>
          </a:p>
        </p:txBody>
      </p:sp>
    </p:spTree>
    <p:custDataLst>
      <p:tags r:id="rId1"/>
    </p:custDataLst>
    <p:extLst>
      <p:ext uri="{BB962C8B-B14F-4D97-AF65-F5344CB8AC3E}">
        <p14:creationId xmlns:p14="http://schemas.microsoft.com/office/powerpoint/2010/main" val="4220494558"/>
      </p:ext>
    </p:extLst>
  </p:cSld>
  <p:clrMapOvr>
    <a:masterClrMapping/>
  </p:clrMapOvr>
  <mc:AlternateContent xmlns:mc="http://schemas.openxmlformats.org/markup-compatibility/2006" xmlns:p14="http://schemas.microsoft.com/office/powerpoint/2010/main">
    <mc:Choice Requires="p14">
      <p:transition spd="slow" p14:dur="2000" advTm="251918"/>
    </mc:Choice>
    <mc:Fallback xmlns="">
      <p:transition spd="slow" advTm="25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FC54635E-1CFA-4F93-B566-34FFF4B7EE1B}"/>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947B5681-D30C-4F71-A448-A9816BB4E2C7}"/>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BC883E41-7CC3-49C8-AACB-D2DFC31D2A81}"/>
                                            </p:graphic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C4049009-0DF7-4B56-8EE8-A235AC9147E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6EE647C3-EE94-495B-A1BC-2BD31E7FB28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3C232351-2668-409A-900D-BAAD4244B760}"/>
                                            </p:graphic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6BD65D1B-AC3F-463A-9044-842725D46E17}"/>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graphicEl>
                                              <a:dgm id="{FDF54EAE-F346-4C3A-BE66-A827058CB01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41FFB49D-2989-4461-B425-3CC078C84917}"/>
                                            </p:graphic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621BC79D-194B-46C2-8CE4-368724AC50EB}"/>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graphicEl>
                                              <a:dgm id="{14B1C58C-96FC-4CBB-980F-3435E1A56BE8}"/>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graphicEl>
                                              <a:dgm id="{BCB6E0A9-6E0F-4A27-BF17-10F454A714DD}"/>
                                            </p:graphic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graphicEl>
                                              <a:dgm id="{8231CA90-10E3-46A6-A5BB-B62FA5752189}"/>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graphicEl>
                                              <a:dgm id="{D47D2D30-ADE3-4244-896A-D208A438408A}"/>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graphicEl>
                                              <a:dgm id="{5CF119C6-ABFB-4CDD-9B69-E69F67B6F6FB}"/>
                                            </p:graphic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graphicEl>
                                              <a:dgm id="{35E4B48D-612C-4074-B656-1246F02FB0FA}"/>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graphicEl>
                                              <a:dgm id="{FC5DBB8E-B43D-443A-BEBF-B02BF77B99C3}"/>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graphicEl>
                                              <a:dgm id="{19F16169-C9BF-47E2-8CB1-3EE9195EB957}"/>
                                            </p:graphic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graphicEl>
                                              <a:dgm id="{6F889921-57BB-4603-AA76-C547E1BF8E5F}"/>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graphicEl>
                                              <a:dgm id="{DB180237-7383-4D07-BB36-8A77B59B6D7F}"/>
                                            </p:graphic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Usually, on your Community on content, how far do you expect audience to engage ? </a:t>
            </a:r>
          </a:p>
          <a:p>
            <a:pPr marL="0" indent="0">
              <a:buNone/>
            </a:pPr>
            <a:endParaRPr lang="en-US" noProof="1"/>
          </a:p>
          <a:p>
            <a:pPr marL="0" indent="0">
              <a:buNone/>
            </a:pPr>
            <a:r>
              <a:rPr lang="en-US" noProof="1"/>
              <a:t>What do you currently do for audience engagement in your content ?</a:t>
            </a:r>
          </a:p>
          <a:p>
            <a:pPr marL="0" indent="0">
              <a:buNone/>
            </a:pPr>
            <a:endParaRPr lang="en-US" noProof="1"/>
          </a:p>
          <a:p>
            <a:pPr marL="0" indent="0">
              <a:buNone/>
            </a:pPr>
            <a:r>
              <a:rPr lang="en-US" noProof="1"/>
              <a:t>In what steps of engagement do you invest the most ? The least ? What do you do ?</a:t>
            </a:r>
          </a:p>
        </p:txBody>
      </p:sp>
      <p:grpSp>
        <p:nvGrpSpPr>
          <p:cNvPr id="3" name="Groupe 2">
            <a:extLst>
              <a:ext uri="{FF2B5EF4-FFF2-40B4-BE49-F238E27FC236}">
                <a16:creationId xmlns:a16="http://schemas.microsoft.com/office/drawing/2014/main" id="{D122077B-D41A-4975-BE8B-65BDDD1F61AE}"/>
              </a:ext>
            </a:extLst>
          </p:cNvPr>
          <p:cNvGrpSpPr/>
          <p:nvPr/>
        </p:nvGrpSpPr>
        <p:grpSpPr>
          <a:xfrm>
            <a:off x="1338266" y="3578751"/>
            <a:ext cx="4492364" cy="1920753"/>
            <a:chOff x="182273" y="2215381"/>
            <a:chExt cx="11827453" cy="5056940"/>
          </a:xfrm>
        </p:grpSpPr>
        <p:graphicFrame>
          <p:nvGraphicFramePr>
            <p:cNvPr id="26" name="Espace réservé du contenu 5">
              <a:extLst>
                <a:ext uri="{FF2B5EF4-FFF2-40B4-BE49-F238E27FC236}">
                  <a16:creationId xmlns:a16="http://schemas.microsoft.com/office/drawing/2014/main" id="{A37E2E76-B5F6-4F70-8765-75A3AEA64249}"/>
                </a:ext>
              </a:extLst>
            </p:cNvPr>
            <p:cNvGraphicFramePr>
              <a:graphicFrameLocks/>
            </p:cNvGraphicFramePr>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7" name="Graphique 26" descr="Point d’exclamation avec un remplissage uni">
              <a:extLst>
                <a:ext uri="{FF2B5EF4-FFF2-40B4-BE49-F238E27FC236}">
                  <a16:creationId xmlns:a16="http://schemas.microsoft.com/office/drawing/2014/main" id="{DD007DD6-0321-4F78-AF92-3311E7A68AE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28" name="Graphique 27" descr="Bulle de discussion avec un remplissage uni">
              <a:extLst>
                <a:ext uri="{FF2B5EF4-FFF2-40B4-BE49-F238E27FC236}">
                  <a16:creationId xmlns:a16="http://schemas.microsoft.com/office/drawing/2014/main" id="{7CD86750-ABB4-45B3-A005-F1C3AD8EE60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29" name="Graphique 28" descr="Partager avec un remplissage uni">
              <a:extLst>
                <a:ext uri="{FF2B5EF4-FFF2-40B4-BE49-F238E27FC236}">
                  <a16:creationId xmlns:a16="http://schemas.microsoft.com/office/drawing/2014/main" id="{7A8E0DFA-E9BB-498A-8C01-474A6A914CE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30" name="Graphique 29" descr="Viral avec un remplissage uni">
              <a:extLst>
                <a:ext uri="{FF2B5EF4-FFF2-40B4-BE49-F238E27FC236}">
                  <a16:creationId xmlns:a16="http://schemas.microsoft.com/office/drawing/2014/main" id="{138C3644-1747-49EC-B5E3-9ADD1B3296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31" name="Graphique 30" descr="Citations avec un remplissage uni">
              <a:extLst>
                <a:ext uri="{FF2B5EF4-FFF2-40B4-BE49-F238E27FC236}">
                  <a16:creationId xmlns:a16="http://schemas.microsoft.com/office/drawing/2014/main" id="{05760737-5BAD-445B-B1E5-3564163668D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32" name="Graphique 31" descr="Réussite du groupe avec un remplissage uni">
              <a:extLst>
                <a:ext uri="{FF2B5EF4-FFF2-40B4-BE49-F238E27FC236}">
                  <a16:creationId xmlns:a16="http://schemas.microsoft.com/office/drawing/2014/main" id="{77213326-8C86-4F64-A206-82319572BDF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33" name="Graphique 32" descr="Curseur avec un remplissage uni">
              <a:extLst>
                <a:ext uri="{FF2B5EF4-FFF2-40B4-BE49-F238E27FC236}">
                  <a16:creationId xmlns:a16="http://schemas.microsoft.com/office/drawing/2014/main" id="{3FA13010-9EF6-4511-8C97-A34FE599AD2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grpSp>
        <p:nvGrpSpPr>
          <p:cNvPr id="47" name="Groupe 46">
            <a:extLst>
              <a:ext uri="{FF2B5EF4-FFF2-40B4-BE49-F238E27FC236}">
                <a16:creationId xmlns:a16="http://schemas.microsoft.com/office/drawing/2014/main" id="{E1388CD5-883E-494E-921A-48E94A721A82}"/>
              </a:ext>
            </a:extLst>
          </p:cNvPr>
          <p:cNvGrpSpPr/>
          <p:nvPr/>
        </p:nvGrpSpPr>
        <p:grpSpPr>
          <a:xfrm>
            <a:off x="2292632" y="2897927"/>
            <a:ext cx="3251579" cy="2164178"/>
            <a:chOff x="2754182" y="882438"/>
            <a:chExt cx="8450333" cy="5624354"/>
          </a:xfrm>
        </p:grpSpPr>
        <p:grpSp>
          <p:nvGrpSpPr>
            <p:cNvPr id="35" name="Groupe 34">
              <a:extLst>
                <a:ext uri="{FF2B5EF4-FFF2-40B4-BE49-F238E27FC236}">
                  <a16:creationId xmlns:a16="http://schemas.microsoft.com/office/drawing/2014/main" id="{31A41382-CBE1-436F-80A2-E9A34A8D9EAC}"/>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533DE146-8002-4DE0-B280-35F5DF31F30C}"/>
                  </a:ext>
                </a:extLst>
              </p:cNvPr>
              <p:cNvCxnSpPr>
                <a:cxnSpLocks/>
                <a:stCxn id="37" idx="2"/>
              </p:cNvCxnSpPr>
              <p:nvPr/>
            </p:nvCxnSpPr>
            <p:spPr>
              <a:xfrm>
                <a:off x="3513918" y="3825142"/>
                <a:ext cx="0" cy="2163392"/>
              </a:xfrm>
              <a:prstGeom prst="line">
                <a:avLst/>
              </a:prstGeom>
              <a:ln w="57150">
                <a:solidFill>
                  <a:srgbClr val="EC7B2B"/>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4CD011E7-D761-447B-BAA8-41351A43195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grpSp>
          <p:nvGrpSpPr>
            <p:cNvPr id="38" name="Groupe 37">
              <a:extLst>
                <a:ext uri="{FF2B5EF4-FFF2-40B4-BE49-F238E27FC236}">
                  <a16:creationId xmlns:a16="http://schemas.microsoft.com/office/drawing/2014/main" id="{A485A558-1766-4E3E-9114-2F970AA77634}"/>
                </a:ext>
              </a:extLst>
            </p:cNvPr>
            <p:cNvGrpSpPr/>
            <p:nvPr/>
          </p:nvGrpSpPr>
          <p:grpSpPr>
            <a:xfrm>
              <a:off x="6489723" y="2535638"/>
              <a:ext cx="914400" cy="3157238"/>
              <a:chOff x="6489723" y="2466814"/>
              <a:chExt cx="914400" cy="3157238"/>
            </a:xfrm>
          </p:grpSpPr>
          <p:cxnSp>
            <p:nvCxnSpPr>
              <p:cNvPr id="39" name="Connecteur droit 38">
                <a:extLst>
                  <a:ext uri="{FF2B5EF4-FFF2-40B4-BE49-F238E27FC236}">
                    <a16:creationId xmlns:a16="http://schemas.microsoft.com/office/drawing/2014/main" id="{698DB967-CD4A-4B87-A7B3-1A9CDD212389}"/>
                  </a:ext>
                </a:extLst>
              </p:cNvPr>
              <p:cNvCxnSpPr>
                <a:cxnSpLocks/>
                <a:stCxn id="40" idx="2"/>
              </p:cNvCxnSpPr>
              <p:nvPr/>
            </p:nvCxnSpPr>
            <p:spPr>
              <a:xfrm>
                <a:off x="6946923" y="3381214"/>
                <a:ext cx="0" cy="2242838"/>
              </a:xfrm>
              <a:prstGeom prst="line">
                <a:avLst/>
              </a:prstGeom>
              <a:ln w="57150">
                <a:solidFill>
                  <a:srgbClr val="FF0000"/>
                </a:solidFill>
                <a:prstDash val="dash"/>
              </a:ln>
            </p:spPr>
            <p:style>
              <a:lnRef idx="1">
                <a:schemeClr val="accent1"/>
              </a:lnRef>
              <a:fillRef idx="0">
                <a:schemeClr val="accent1"/>
              </a:fillRef>
              <a:effectRef idx="0">
                <a:schemeClr val="accent1"/>
              </a:effectRef>
              <a:fontRef idx="minor">
                <a:schemeClr val="tx1"/>
              </a:fontRef>
            </p:style>
          </p:cxnSp>
          <p:pic>
            <p:nvPicPr>
              <p:cNvPr id="40" name="Graphique 39" descr="Mur de briques avec un remplissage uni">
                <a:extLst>
                  <a:ext uri="{FF2B5EF4-FFF2-40B4-BE49-F238E27FC236}">
                    <a16:creationId xmlns:a16="http://schemas.microsoft.com/office/drawing/2014/main" id="{08B940E7-55D4-4C26-9042-BC22FF0574E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489723" y="2466814"/>
                <a:ext cx="914400" cy="914400"/>
              </a:xfrm>
              <a:prstGeom prst="rect">
                <a:avLst/>
              </a:prstGeom>
            </p:spPr>
          </p:pic>
        </p:grpSp>
        <p:cxnSp>
          <p:nvCxnSpPr>
            <p:cNvPr id="41" name="Connecteur droit 40">
              <a:extLst>
                <a:ext uri="{FF2B5EF4-FFF2-40B4-BE49-F238E27FC236}">
                  <a16:creationId xmlns:a16="http://schemas.microsoft.com/office/drawing/2014/main" id="{D046C2CA-BD9C-496D-9E66-2C92C39BEE16}"/>
                </a:ext>
              </a:extLst>
            </p:cNvPr>
            <p:cNvCxnSpPr>
              <a:cxnSpLocks/>
              <a:stCxn id="46" idx="2"/>
            </p:cNvCxnSpPr>
            <p:nvPr/>
          </p:nvCxnSpPr>
          <p:spPr>
            <a:xfrm>
              <a:off x="10388878" y="2782248"/>
              <a:ext cx="0" cy="3061839"/>
            </a:xfrm>
            <a:prstGeom prst="line">
              <a:avLst/>
            </a:prstGeom>
            <a:ln w="571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555C3D65-45EB-46AC-B447-39ED19BE6D21}"/>
                </a:ext>
              </a:extLst>
            </p:cNvPr>
            <p:cNvSpPr txBox="1"/>
            <p:nvPr/>
          </p:nvSpPr>
          <p:spPr>
            <a:xfrm>
              <a:off x="2754182" y="2260245"/>
              <a:ext cx="1631274" cy="1071926"/>
            </a:xfrm>
            <a:prstGeom prst="rect">
              <a:avLst/>
            </a:prstGeom>
            <a:noFill/>
          </p:spPr>
          <p:txBody>
            <a:bodyPr wrap="square" rtlCol="0">
              <a:spAutoFit/>
            </a:bodyPr>
            <a:lstStyle/>
            <a:p>
              <a:pPr algn="ctr"/>
              <a:r>
                <a:rPr lang="en-US" sz="800" b="1" dirty="0">
                  <a:solidFill>
                    <a:srgbClr val="EC7B2B"/>
                  </a:solidFill>
                </a:rPr>
                <a:t>Wall 1 : </a:t>
              </a:r>
            </a:p>
            <a:p>
              <a:pPr algn="ctr"/>
              <a:r>
                <a:rPr lang="en-US" sz="800" b="1" dirty="0">
                  <a:solidFill>
                    <a:srgbClr val="EC7B2B"/>
                  </a:solidFill>
                </a:rPr>
                <a:t>Identify yourself !</a:t>
              </a:r>
            </a:p>
          </p:txBody>
        </p:sp>
        <p:sp>
          <p:nvSpPr>
            <p:cNvPr id="43" name="ZoneTexte 42">
              <a:extLst>
                <a:ext uri="{FF2B5EF4-FFF2-40B4-BE49-F238E27FC236}">
                  <a16:creationId xmlns:a16="http://schemas.microsoft.com/office/drawing/2014/main" id="{08A0FD99-DBAC-456D-BCCE-604795156AD3}"/>
                </a:ext>
              </a:extLst>
            </p:cNvPr>
            <p:cNvSpPr txBox="1"/>
            <p:nvPr/>
          </p:nvSpPr>
          <p:spPr>
            <a:xfrm>
              <a:off x="6058342" y="882438"/>
              <a:ext cx="1631274" cy="1357772"/>
            </a:xfrm>
            <a:prstGeom prst="rect">
              <a:avLst/>
            </a:prstGeom>
            <a:noFill/>
          </p:spPr>
          <p:txBody>
            <a:bodyPr wrap="square" rtlCol="0">
              <a:spAutoFit/>
            </a:bodyPr>
            <a:lstStyle/>
            <a:p>
              <a:pPr algn="ctr"/>
              <a:r>
                <a:rPr lang="en-US" sz="800" b="1" dirty="0">
                  <a:solidFill>
                    <a:srgbClr val="FF0000"/>
                  </a:solidFill>
                </a:rPr>
                <a:t>Wall 2 : </a:t>
              </a:r>
            </a:p>
            <a:p>
              <a:pPr algn="ctr"/>
              <a:r>
                <a:rPr lang="en-US" sz="800" b="1" dirty="0">
                  <a:solidFill>
                    <a:srgbClr val="FF0000"/>
                  </a:solidFill>
                </a:rPr>
                <a:t>Bring the content outside !</a:t>
              </a:r>
            </a:p>
          </p:txBody>
        </p:sp>
        <p:grpSp>
          <p:nvGrpSpPr>
            <p:cNvPr id="44" name="Groupe 43">
              <a:extLst>
                <a:ext uri="{FF2B5EF4-FFF2-40B4-BE49-F238E27FC236}">
                  <a16:creationId xmlns:a16="http://schemas.microsoft.com/office/drawing/2014/main" id="{12B3284D-A891-4120-A6BB-2D7E0F0EA7DC}"/>
                </a:ext>
              </a:extLst>
            </p:cNvPr>
            <p:cNvGrpSpPr/>
            <p:nvPr/>
          </p:nvGrpSpPr>
          <p:grpSpPr>
            <a:xfrm>
              <a:off x="9573241" y="882610"/>
              <a:ext cx="1631274" cy="1899638"/>
              <a:chOff x="9573241" y="882610"/>
              <a:chExt cx="1631274" cy="1899638"/>
            </a:xfrm>
          </p:grpSpPr>
          <p:sp>
            <p:nvSpPr>
              <p:cNvPr id="45" name="ZoneTexte 44">
                <a:extLst>
                  <a:ext uri="{FF2B5EF4-FFF2-40B4-BE49-F238E27FC236}">
                    <a16:creationId xmlns:a16="http://schemas.microsoft.com/office/drawing/2014/main" id="{41FD1C0F-4CAE-47E9-B125-E67AA9574AD0}"/>
                  </a:ext>
                </a:extLst>
              </p:cNvPr>
              <p:cNvSpPr txBox="1"/>
              <p:nvPr/>
            </p:nvSpPr>
            <p:spPr>
              <a:xfrm>
                <a:off x="9573241" y="882610"/>
                <a:ext cx="1631274" cy="1071926"/>
              </a:xfrm>
              <a:prstGeom prst="rect">
                <a:avLst/>
              </a:prstGeom>
              <a:noFill/>
            </p:spPr>
            <p:txBody>
              <a:bodyPr wrap="square" rtlCol="0">
                <a:spAutoFit/>
              </a:bodyPr>
              <a:lstStyle/>
              <a:p>
                <a:pPr algn="ctr"/>
                <a:r>
                  <a:rPr lang="en-US" sz="800" b="1" dirty="0">
                    <a:solidFill>
                      <a:schemeClr val="accent1"/>
                    </a:solidFill>
                  </a:rPr>
                  <a:t>Wall 3 : </a:t>
                </a:r>
              </a:p>
              <a:p>
                <a:pPr algn="ctr"/>
                <a:r>
                  <a:rPr lang="en-US" sz="800" b="1" dirty="0">
                    <a:solidFill>
                      <a:schemeClr val="accent1"/>
                    </a:solidFill>
                  </a:rPr>
                  <a:t>Join </a:t>
                </a:r>
              </a:p>
              <a:p>
                <a:pPr algn="ctr"/>
                <a:r>
                  <a:rPr lang="en-US" sz="800" b="1" dirty="0">
                    <a:solidFill>
                      <a:schemeClr val="accent1"/>
                    </a:solidFill>
                  </a:rPr>
                  <a:t>others</a:t>
                </a:r>
              </a:p>
            </p:txBody>
          </p:sp>
          <p:pic>
            <p:nvPicPr>
              <p:cNvPr id="46" name="Graphique 45" descr="Mur de briques avec un remplissage uni">
                <a:extLst>
                  <a:ext uri="{FF2B5EF4-FFF2-40B4-BE49-F238E27FC236}">
                    <a16:creationId xmlns:a16="http://schemas.microsoft.com/office/drawing/2014/main" id="{0EC8477D-0B91-4CB2-BF12-43CF3065559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931678" y="1867848"/>
                <a:ext cx="914400" cy="914400"/>
              </a:xfrm>
              <a:prstGeom prst="rect">
                <a:avLst/>
              </a:prstGeom>
            </p:spPr>
          </p:pic>
        </p:grpSp>
      </p:grpSp>
    </p:spTree>
    <p:extLst>
      <p:ext uri="{BB962C8B-B14F-4D97-AF65-F5344CB8AC3E}">
        <p14:creationId xmlns:p14="http://schemas.microsoft.com/office/powerpoint/2010/main" val="1144100425"/>
      </p:ext>
    </p:extLst>
  </p:cSld>
  <p:clrMapOvr>
    <a:masterClrMapping/>
  </p:clrMapOvr>
  <mc:AlternateContent xmlns:mc="http://schemas.openxmlformats.org/markup-compatibility/2006" xmlns:p14="http://schemas.microsoft.com/office/powerpoint/2010/main">
    <mc:Choice Requires="p14">
      <p:transition spd="slow" p14:dur="2000" advTm="43141"/>
    </mc:Choice>
    <mc:Fallback xmlns="">
      <p:transition spd="slow" advTm="4314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DA12E1F7-4DAA-4142-B6D7-283F0D7CDAE7}"/>
              </a:ext>
            </a:extLst>
          </p:cNvPr>
          <p:cNvSpPr>
            <a:spLocks noGrp="1"/>
          </p:cNvSpPr>
          <p:nvPr>
            <p:ph type="title"/>
          </p:nvPr>
        </p:nvSpPr>
        <p:spPr/>
        <p:txBody>
          <a:bodyPr/>
          <a:lstStyle/>
          <a:p>
            <a:r>
              <a:rPr lang="fr-FR"/>
              <a:t>Use case, example story</a:t>
            </a:r>
          </a:p>
        </p:txBody>
      </p:sp>
      <p:sp>
        <p:nvSpPr>
          <p:cNvPr id="6" name="Espace réservé du contenu 5">
            <a:extLst>
              <a:ext uri="{FF2B5EF4-FFF2-40B4-BE49-F238E27FC236}">
                <a16:creationId xmlns:a16="http://schemas.microsoft.com/office/drawing/2014/main" id="{DB9CB5CF-FB08-418D-AD21-892E6CD1B3D2}"/>
              </a:ext>
            </a:extLst>
          </p:cNvPr>
          <p:cNvSpPr>
            <a:spLocks noGrp="1"/>
          </p:cNvSpPr>
          <p:nvPr>
            <p:ph idx="1"/>
          </p:nvPr>
        </p:nvSpPr>
        <p:spPr/>
        <p:txBody>
          <a:bodyPr/>
          <a:lstStyle/>
          <a:p>
            <a:pPr marL="0" indent="0">
              <a:buNone/>
            </a:pPr>
            <a:r>
              <a:rPr lang="fr-FR" dirty="0"/>
              <a:t> </a:t>
            </a:r>
          </a:p>
        </p:txBody>
      </p:sp>
      <p:sp>
        <p:nvSpPr>
          <p:cNvPr id="4" name="Bulle narrative : ronde 3">
            <a:extLst>
              <a:ext uri="{FF2B5EF4-FFF2-40B4-BE49-F238E27FC236}">
                <a16:creationId xmlns:a16="http://schemas.microsoft.com/office/drawing/2014/main" id="{6A6B8ED7-0597-419C-B814-8E2979EFCC23}"/>
              </a:ext>
            </a:extLst>
          </p:cNvPr>
          <p:cNvSpPr/>
          <p:nvPr/>
        </p:nvSpPr>
        <p:spPr>
          <a:xfrm>
            <a:off x="2204133" y="4325112"/>
            <a:ext cx="2793827" cy="1178978"/>
          </a:xfrm>
          <a:prstGeom prst="wedgeEllipseCallout">
            <a:avLst>
              <a:gd name="adj1" fmla="val -68660"/>
              <a:gd name="adj2" fmla="val 30074"/>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7" name="Bulle narrative : ronde 6">
            <a:extLst>
              <a:ext uri="{FF2B5EF4-FFF2-40B4-BE49-F238E27FC236}">
                <a16:creationId xmlns:a16="http://schemas.microsoft.com/office/drawing/2014/main" id="{A64C95FC-A0E2-4A92-8184-6FA5F0254D1E}"/>
              </a:ext>
            </a:extLst>
          </p:cNvPr>
          <p:cNvSpPr/>
          <p:nvPr/>
        </p:nvSpPr>
        <p:spPr>
          <a:xfrm>
            <a:off x="2036937" y="3062683"/>
            <a:ext cx="2793827" cy="1178978"/>
          </a:xfrm>
          <a:prstGeom prst="wedgeEllipseCallout">
            <a:avLst>
              <a:gd name="adj1" fmla="val -58492"/>
              <a:gd name="adj2" fmla="val -63298"/>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8" name="Bulle narrative : ronde 7">
            <a:extLst>
              <a:ext uri="{FF2B5EF4-FFF2-40B4-BE49-F238E27FC236}">
                <a16:creationId xmlns:a16="http://schemas.microsoft.com/office/drawing/2014/main" id="{E9B63E73-2FF9-42B5-878E-4B1F2FCDA5A3}"/>
              </a:ext>
            </a:extLst>
          </p:cNvPr>
          <p:cNvSpPr/>
          <p:nvPr/>
        </p:nvSpPr>
        <p:spPr>
          <a:xfrm>
            <a:off x="4912732" y="3319310"/>
            <a:ext cx="2793827" cy="1178978"/>
          </a:xfrm>
          <a:prstGeom prst="wedgeEllipseCallout">
            <a:avLst>
              <a:gd name="adj1" fmla="val -342"/>
              <a:gd name="adj2" fmla="val -6631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9" name="Bulle narrative : ronde 8">
            <a:extLst>
              <a:ext uri="{FF2B5EF4-FFF2-40B4-BE49-F238E27FC236}">
                <a16:creationId xmlns:a16="http://schemas.microsoft.com/office/drawing/2014/main" id="{316B4F65-0258-4743-BC17-5046B951E15B}"/>
              </a:ext>
            </a:extLst>
          </p:cNvPr>
          <p:cNvSpPr/>
          <p:nvPr/>
        </p:nvSpPr>
        <p:spPr>
          <a:xfrm>
            <a:off x="7747547" y="3062683"/>
            <a:ext cx="2793827" cy="1178978"/>
          </a:xfrm>
          <a:prstGeom prst="wedgeEllipseCallout">
            <a:avLst>
              <a:gd name="adj1" fmla="val 55901"/>
              <a:gd name="adj2" fmla="val -6932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10" name="Bulle narrative : ronde 9">
            <a:extLst>
              <a:ext uri="{FF2B5EF4-FFF2-40B4-BE49-F238E27FC236}">
                <a16:creationId xmlns:a16="http://schemas.microsoft.com/office/drawing/2014/main" id="{A2512054-FFEE-493B-A8D7-F2EE972AAFA5}"/>
              </a:ext>
            </a:extLst>
          </p:cNvPr>
          <p:cNvSpPr/>
          <p:nvPr/>
        </p:nvSpPr>
        <p:spPr>
          <a:xfrm>
            <a:off x="7706561" y="4325112"/>
            <a:ext cx="2793827" cy="1178978"/>
          </a:xfrm>
          <a:prstGeom prst="wedgeEllipseCallout">
            <a:avLst>
              <a:gd name="adj1" fmla="val 58443"/>
              <a:gd name="adj2" fmla="val 30074"/>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pic>
        <p:nvPicPr>
          <p:cNvPr id="11" name="Graphique 10" descr="Personne confuse avec un remplissage uni">
            <a:extLst>
              <a:ext uri="{FF2B5EF4-FFF2-40B4-BE49-F238E27FC236}">
                <a16:creationId xmlns:a16="http://schemas.microsoft.com/office/drawing/2014/main" id="{98775D16-5408-4943-9D91-E0C0D00939D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5210883" y="4754915"/>
            <a:ext cx="1983159" cy="1417285"/>
          </a:xfrm>
          <a:prstGeom prst="rect">
            <a:avLst/>
          </a:prstGeom>
        </p:spPr>
      </p:pic>
      <p:pic>
        <p:nvPicPr>
          <p:cNvPr id="12" name="Graphique 11" descr="Visage confus avec remplissage solide avec un remplissage uni">
            <a:extLst>
              <a:ext uri="{FF2B5EF4-FFF2-40B4-BE49-F238E27FC236}">
                <a16:creationId xmlns:a16="http://schemas.microsoft.com/office/drawing/2014/main" id="{3556836B-4A5E-45F2-A303-F3E075B320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62000" y="4754915"/>
            <a:ext cx="675263" cy="675263"/>
          </a:xfrm>
          <a:prstGeom prst="rect">
            <a:avLst/>
          </a:prstGeom>
        </p:spPr>
      </p:pic>
      <p:pic>
        <p:nvPicPr>
          <p:cNvPr id="3" name="Graphique 2" descr="Marcher avec un remplissage uni">
            <a:extLst>
              <a:ext uri="{FF2B5EF4-FFF2-40B4-BE49-F238E27FC236}">
                <a16:creationId xmlns:a16="http://schemas.microsoft.com/office/drawing/2014/main" id="{3A727C22-2508-4952-9DED-F50B53B816A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75758" y="5174349"/>
            <a:ext cx="914400" cy="914400"/>
          </a:xfrm>
          <a:prstGeom prst="rect">
            <a:avLst/>
          </a:prstGeom>
        </p:spPr>
      </p:pic>
      <p:pic>
        <p:nvPicPr>
          <p:cNvPr id="13" name="Graphique 12" descr="Marcher avec un remplissage uni">
            <a:extLst>
              <a:ext uri="{FF2B5EF4-FFF2-40B4-BE49-F238E27FC236}">
                <a16:creationId xmlns:a16="http://schemas.microsoft.com/office/drawing/2014/main" id="{65ABBBF1-027B-4B49-AD86-F193AE3664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10281" y="2664900"/>
            <a:ext cx="914400" cy="914400"/>
          </a:xfrm>
          <a:prstGeom prst="rect">
            <a:avLst/>
          </a:prstGeom>
        </p:spPr>
      </p:pic>
      <p:pic>
        <p:nvPicPr>
          <p:cNvPr id="14" name="Graphique 13" descr="Marcher avec un remplissage uni">
            <a:extLst>
              <a:ext uri="{FF2B5EF4-FFF2-40B4-BE49-F238E27FC236}">
                <a16:creationId xmlns:a16="http://schemas.microsoft.com/office/drawing/2014/main" id="{F07DA05F-41B0-49CB-94A9-B8A41B8F33F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42703" y="2664900"/>
            <a:ext cx="914400" cy="914400"/>
          </a:xfrm>
          <a:prstGeom prst="rect">
            <a:avLst/>
          </a:prstGeom>
        </p:spPr>
      </p:pic>
      <p:pic>
        <p:nvPicPr>
          <p:cNvPr id="15" name="Graphique 14" descr="Marcher avec un remplissage uni">
            <a:extLst>
              <a:ext uri="{FF2B5EF4-FFF2-40B4-BE49-F238E27FC236}">
                <a16:creationId xmlns:a16="http://schemas.microsoft.com/office/drawing/2014/main" id="{56956A62-DB83-4C84-B0CA-CB87A58D7A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15568" y="5174349"/>
            <a:ext cx="914400" cy="914400"/>
          </a:xfrm>
          <a:prstGeom prst="rect">
            <a:avLst/>
          </a:prstGeom>
        </p:spPr>
      </p:pic>
      <p:pic>
        <p:nvPicPr>
          <p:cNvPr id="17" name="Graphique 16" descr="Visage sans expression avec remplissage uni avec un remplissage uni">
            <a:extLst>
              <a:ext uri="{FF2B5EF4-FFF2-40B4-BE49-F238E27FC236}">
                <a16:creationId xmlns:a16="http://schemas.microsoft.com/office/drawing/2014/main" id="{92DBEE7F-D2EE-41F5-A5A6-F95FAADCC2B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68964" y="2440739"/>
            <a:ext cx="681361" cy="681361"/>
          </a:xfrm>
          <a:prstGeom prst="rect">
            <a:avLst/>
          </a:prstGeom>
        </p:spPr>
      </p:pic>
    </p:spTree>
    <p:extLst>
      <p:ext uri="{BB962C8B-B14F-4D97-AF65-F5344CB8AC3E}">
        <p14:creationId xmlns:p14="http://schemas.microsoft.com/office/powerpoint/2010/main" val="3898029803"/>
      </p:ext>
    </p:extLst>
  </p:cSld>
  <p:clrMapOvr>
    <a:masterClrMapping/>
  </p:clrMapOvr>
  <mc:AlternateContent xmlns:mc="http://schemas.openxmlformats.org/markup-compatibility/2006" xmlns:p14="http://schemas.microsoft.com/office/powerpoint/2010/main">
    <mc:Choice Requires="p14">
      <p:transition spd="slow" p14:dur="2000" advTm="38353"/>
    </mc:Choice>
    <mc:Fallback xmlns="">
      <p:transition spd="slow" advTm="38353"/>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A64754-E30D-43AE-9B08-DB44B62BA16F}"/>
              </a:ext>
            </a:extLst>
          </p:cNvPr>
          <p:cNvSpPr>
            <a:spLocks noGrp="1"/>
          </p:cNvSpPr>
          <p:nvPr>
            <p:ph type="title"/>
          </p:nvPr>
        </p:nvSpPr>
        <p:spPr/>
        <p:txBody>
          <a:bodyPr>
            <a:normAutofit fontScale="90000"/>
          </a:bodyPr>
          <a:lstStyle/>
          <a:p>
            <a:r>
              <a:rPr lang="en-US" dirty="0"/>
              <a:t>Challenge #C7 : </a:t>
            </a:r>
            <a:br>
              <a:rPr lang="en-US" dirty="0"/>
            </a:br>
            <a:r>
              <a:rPr lang="en-US" dirty="0"/>
              <a:t>Understand the Community Desert circle</a:t>
            </a:r>
          </a:p>
        </p:txBody>
      </p:sp>
      <p:sp>
        <p:nvSpPr>
          <p:cNvPr id="3" name="Espace réservé du contenu 2">
            <a:extLst>
              <a:ext uri="{FF2B5EF4-FFF2-40B4-BE49-F238E27FC236}">
                <a16:creationId xmlns:a16="http://schemas.microsoft.com/office/drawing/2014/main" id="{9C210558-125D-4C75-9A43-1DC22CF012E8}"/>
              </a:ext>
            </a:extLst>
          </p:cNvPr>
          <p:cNvSpPr>
            <a:spLocks noGrp="1"/>
          </p:cNvSpPr>
          <p:nvPr>
            <p:ph idx="1"/>
          </p:nvPr>
        </p:nvSpPr>
        <p:spPr>
          <a:xfrm>
            <a:off x="7240555" y="3209730"/>
            <a:ext cx="4043140" cy="2962469"/>
          </a:xfrm>
        </p:spPr>
        <p:txBody>
          <a:bodyPr/>
          <a:lstStyle/>
          <a:p>
            <a:pPr marL="0" indent="0">
              <a:buNone/>
            </a:pPr>
            <a:r>
              <a:rPr lang="en-US" dirty="0"/>
              <a:t>Community desert is a vicious circle in which a Corporate Community often begins, and in which it can fall again even after exiting it. </a:t>
            </a:r>
          </a:p>
        </p:txBody>
      </p:sp>
      <p:graphicFrame>
        <p:nvGraphicFramePr>
          <p:cNvPr id="4" name="Diagramme 3">
            <a:extLst>
              <a:ext uri="{FF2B5EF4-FFF2-40B4-BE49-F238E27FC236}">
                <a16:creationId xmlns:a16="http://schemas.microsoft.com/office/drawing/2014/main" id="{408DEB45-A38A-4867-8ECB-21C6A051D756}"/>
              </a:ext>
            </a:extLst>
          </p:cNvPr>
          <p:cNvGraphicFramePr/>
          <p:nvPr/>
        </p:nvGraphicFramePr>
        <p:xfrm>
          <a:off x="545864" y="2376097"/>
          <a:ext cx="5607651"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Graphique 7" descr="Pouce en bas avec un remplissage uni">
            <a:extLst>
              <a:ext uri="{FF2B5EF4-FFF2-40B4-BE49-F238E27FC236}">
                <a16:creationId xmlns:a16="http://schemas.microsoft.com/office/drawing/2014/main" id="{E291087B-BFE4-41E6-927C-81546AC08CD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63414" y="2595484"/>
            <a:ext cx="914400" cy="914400"/>
          </a:xfrm>
          <a:prstGeom prst="rect">
            <a:avLst/>
          </a:prstGeom>
        </p:spPr>
      </p:pic>
      <p:pic>
        <p:nvPicPr>
          <p:cNvPr id="10" name="Graphique 9" descr="Graphique de tendance à la baisse avec un remplissage uni">
            <a:extLst>
              <a:ext uri="{FF2B5EF4-FFF2-40B4-BE49-F238E27FC236}">
                <a16:creationId xmlns:a16="http://schemas.microsoft.com/office/drawing/2014/main" id="{1ACC7D20-B067-439E-B947-DDCBDBB8CEF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87015" y="5965982"/>
            <a:ext cx="914400" cy="914400"/>
          </a:xfrm>
          <a:prstGeom prst="rect">
            <a:avLst/>
          </a:prstGeom>
        </p:spPr>
      </p:pic>
      <p:pic>
        <p:nvPicPr>
          <p:cNvPr id="12" name="Graphique 11" descr="Graphique à barres avec tendance à la baisse avec un remplissage uni">
            <a:extLst>
              <a:ext uri="{FF2B5EF4-FFF2-40B4-BE49-F238E27FC236}">
                <a16:creationId xmlns:a16="http://schemas.microsoft.com/office/drawing/2014/main" id="{13CB1676-181D-4C31-A1E4-6E97E4C6A6F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062587" y="4959221"/>
            <a:ext cx="914400" cy="914400"/>
          </a:xfrm>
          <a:prstGeom prst="rect">
            <a:avLst/>
          </a:prstGeom>
        </p:spPr>
      </p:pic>
      <p:pic>
        <p:nvPicPr>
          <p:cNvPr id="14" name="Graphique 13" descr="Batterie plate avec un remplissage uni">
            <a:extLst>
              <a:ext uri="{FF2B5EF4-FFF2-40B4-BE49-F238E27FC236}">
                <a16:creationId xmlns:a16="http://schemas.microsoft.com/office/drawing/2014/main" id="{A9AFE4A5-F2E3-4786-8C01-274BFFAD9B6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4329" y="4959221"/>
            <a:ext cx="914400" cy="914400"/>
          </a:xfrm>
          <a:prstGeom prst="rect">
            <a:avLst/>
          </a:prstGeom>
        </p:spPr>
      </p:pic>
      <p:pic>
        <p:nvPicPr>
          <p:cNvPr id="16" name="Graphique 15" descr="Cœur brisé avec un remplissage uni">
            <a:extLst>
              <a:ext uri="{FF2B5EF4-FFF2-40B4-BE49-F238E27FC236}">
                <a16:creationId xmlns:a16="http://schemas.microsoft.com/office/drawing/2014/main" id="{3E671D2A-C57C-4879-802D-3C05D1E6E56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24329" y="2609480"/>
            <a:ext cx="914400" cy="914400"/>
          </a:xfrm>
          <a:prstGeom prst="rect">
            <a:avLst/>
          </a:prstGeom>
        </p:spPr>
      </p:pic>
      <p:pic>
        <p:nvPicPr>
          <p:cNvPr id="18" name="Graphique 17" descr="Personne confuse avec un remplissage uni">
            <a:extLst>
              <a:ext uri="{FF2B5EF4-FFF2-40B4-BE49-F238E27FC236}">
                <a16:creationId xmlns:a16="http://schemas.microsoft.com/office/drawing/2014/main" id="{4492944D-DA74-419D-8F46-1D6C31F6E4E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030831" y="1656140"/>
            <a:ext cx="626768" cy="626768"/>
          </a:xfrm>
          <a:prstGeom prst="rect">
            <a:avLst/>
          </a:prstGeom>
        </p:spPr>
      </p:pic>
    </p:spTree>
    <p:extLst>
      <p:ext uri="{BB962C8B-B14F-4D97-AF65-F5344CB8AC3E}">
        <p14:creationId xmlns:p14="http://schemas.microsoft.com/office/powerpoint/2010/main" val="3230631299"/>
      </p:ext>
    </p:extLst>
  </p:cSld>
  <p:clrMapOvr>
    <a:masterClrMapping/>
  </p:clrMapOvr>
  <mc:AlternateContent xmlns:mc="http://schemas.openxmlformats.org/markup-compatibility/2006" xmlns:p14="http://schemas.microsoft.com/office/powerpoint/2010/main">
    <mc:Choice Requires="p14">
      <p:transition spd="slow" p14:dur="2000" advTm="95553"/>
    </mc:Choice>
    <mc:Fallback xmlns="">
      <p:transition spd="slow" advTm="95553"/>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chor="ctr">
            <a:normAutofit/>
          </a:bodyPr>
          <a:lstStyle/>
          <a:p>
            <a:pPr marL="0" indent="0" algn="ctr">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Have you experienced the Community desert circle ? What was it like ? How long did you stay in the desert ?</a:t>
            </a:r>
          </a:p>
          <a:p>
            <a:pPr marL="0" indent="0">
              <a:buNone/>
            </a:pPr>
            <a:endParaRPr lang="en-US" noProof="1"/>
          </a:p>
          <a:p>
            <a:pPr marL="0" indent="0">
              <a:buNone/>
            </a:pPr>
            <a:r>
              <a:rPr lang="en-US" noProof="1"/>
              <a:t>How did you get out of it ?</a:t>
            </a:r>
          </a:p>
        </p:txBody>
      </p:sp>
      <p:graphicFrame>
        <p:nvGraphicFramePr>
          <p:cNvPr id="12" name="Diagramme 11">
            <a:extLst>
              <a:ext uri="{FF2B5EF4-FFF2-40B4-BE49-F238E27FC236}">
                <a16:creationId xmlns:a16="http://schemas.microsoft.com/office/drawing/2014/main" id="{DCFDFC1D-0D94-4EAE-A178-4C7B22EF49CF}"/>
              </a:ext>
            </a:extLst>
          </p:cNvPr>
          <p:cNvGraphicFramePr/>
          <p:nvPr/>
        </p:nvGraphicFramePr>
        <p:xfrm>
          <a:off x="1877141" y="3069691"/>
          <a:ext cx="3310715" cy="2197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e 2">
            <a:extLst>
              <a:ext uri="{FF2B5EF4-FFF2-40B4-BE49-F238E27FC236}">
                <a16:creationId xmlns:a16="http://schemas.microsoft.com/office/drawing/2014/main" id="{06049E2D-903C-44D4-84C8-8181FFE3EDEB}"/>
              </a:ext>
            </a:extLst>
          </p:cNvPr>
          <p:cNvGrpSpPr/>
          <p:nvPr/>
        </p:nvGrpSpPr>
        <p:grpSpPr>
          <a:xfrm>
            <a:off x="1804044" y="2534010"/>
            <a:ext cx="3517860" cy="3566160"/>
            <a:chOff x="824329" y="1656140"/>
            <a:chExt cx="5153485" cy="5224242"/>
          </a:xfrm>
        </p:grpSpPr>
        <p:pic>
          <p:nvPicPr>
            <p:cNvPr id="13" name="Graphique 12" descr="Pouce en bas avec un remplissage uni">
              <a:extLst>
                <a:ext uri="{FF2B5EF4-FFF2-40B4-BE49-F238E27FC236}">
                  <a16:creationId xmlns:a16="http://schemas.microsoft.com/office/drawing/2014/main" id="{86A38289-72A4-499B-8155-77080F8CB4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63414" y="2595484"/>
              <a:ext cx="914400" cy="914400"/>
            </a:xfrm>
            <a:prstGeom prst="rect">
              <a:avLst/>
            </a:prstGeom>
          </p:spPr>
        </p:pic>
        <p:pic>
          <p:nvPicPr>
            <p:cNvPr id="14" name="Graphique 13" descr="Graphique de tendance à la baisse avec un remplissage uni">
              <a:extLst>
                <a:ext uri="{FF2B5EF4-FFF2-40B4-BE49-F238E27FC236}">
                  <a16:creationId xmlns:a16="http://schemas.microsoft.com/office/drawing/2014/main" id="{62954258-D2FE-4E88-A44D-B0426C2D422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87015" y="5965982"/>
              <a:ext cx="914400" cy="914400"/>
            </a:xfrm>
            <a:prstGeom prst="rect">
              <a:avLst/>
            </a:prstGeom>
          </p:spPr>
        </p:pic>
        <p:pic>
          <p:nvPicPr>
            <p:cNvPr id="15" name="Graphique 14" descr="Graphique à barres avec tendance à la baisse avec un remplissage uni">
              <a:extLst>
                <a:ext uri="{FF2B5EF4-FFF2-40B4-BE49-F238E27FC236}">
                  <a16:creationId xmlns:a16="http://schemas.microsoft.com/office/drawing/2014/main" id="{2E52D36B-7435-4F8C-9445-504194D4D58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62587" y="4959221"/>
              <a:ext cx="914400" cy="914400"/>
            </a:xfrm>
            <a:prstGeom prst="rect">
              <a:avLst/>
            </a:prstGeom>
          </p:spPr>
        </p:pic>
        <p:pic>
          <p:nvPicPr>
            <p:cNvPr id="16" name="Graphique 15" descr="Batterie plate avec un remplissage uni">
              <a:extLst>
                <a:ext uri="{FF2B5EF4-FFF2-40B4-BE49-F238E27FC236}">
                  <a16:creationId xmlns:a16="http://schemas.microsoft.com/office/drawing/2014/main" id="{C073A74C-BDE6-4DD5-810C-5FD4583E783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4329" y="4959221"/>
              <a:ext cx="914400" cy="914400"/>
            </a:xfrm>
            <a:prstGeom prst="rect">
              <a:avLst/>
            </a:prstGeom>
          </p:spPr>
        </p:pic>
        <p:pic>
          <p:nvPicPr>
            <p:cNvPr id="17" name="Graphique 16" descr="Cœur brisé avec un remplissage uni">
              <a:extLst>
                <a:ext uri="{FF2B5EF4-FFF2-40B4-BE49-F238E27FC236}">
                  <a16:creationId xmlns:a16="http://schemas.microsoft.com/office/drawing/2014/main" id="{C8C538F0-B76A-445A-AA4E-0A08E5CE4F0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4329" y="2609480"/>
              <a:ext cx="914400" cy="914400"/>
            </a:xfrm>
            <a:prstGeom prst="rect">
              <a:avLst/>
            </a:prstGeom>
          </p:spPr>
        </p:pic>
        <p:pic>
          <p:nvPicPr>
            <p:cNvPr id="18" name="Graphique 17" descr="Personne confuse avec un remplissage uni">
              <a:extLst>
                <a:ext uri="{FF2B5EF4-FFF2-40B4-BE49-F238E27FC236}">
                  <a16:creationId xmlns:a16="http://schemas.microsoft.com/office/drawing/2014/main" id="{3EE0A6AB-B8E1-42E1-8B38-A661FA5FD80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030831" y="1656140"/>
              <a:ext cx="626768" cy="626768"/>
            </a:xfrm>
            <a:prstGeom prst="rect">
              <a:avLst/>
            </a:prstGeom>
          </p:spPr>
        </p:pic>
      </p:grpSp>
    </p:spTree>
    <p:extLst>
      <p:ext uri="{BB962C8B-B14F-4D97-AF65-F5344CB8AC3E}">
        <p14:creationId xmlns:p14="http://schemas.microsoft.com/office/powerpoint/2010/main" val="3448941081"/>
      </p:ext>
    </p:extLst>
  </p:cSld>
  <p:clrMapOvr>
    <a:masterClrMapping/>
  </p:clrMapOvr>
  <mc:AlternateContent xmlns:mc="http://schemas.openxmlformats.org/markup-compatibility/2006" xmlns:p14="http://schemas.microsoft.com/office/powerpoint/2010/main">
    <mc:Choice Requires="p14">
      <p:transition spd="slow" p14:dur="2000" advTm="19814"/>
    </mc:Choice>
    <mc:Fallback xmlns="">
      <p:transition spd="slow" advTm="19814"/>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It takes so much time to create content ! </a:t>
            </a:r>
          </a:p>
          <a:p>
            <a:pPr algn="ctr"/>
            <a:endParaRPr lang="en-US" dirty="0"/>
          </a:p>
          <a:p>
            <a:pPr algn="ctr"/>
            <a:r>
              <a:rPr lang="en-US" dirty="0"/>
              <a:t>It is so difficult to create something original, especially with all that we can find on the Internet !</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6" name="Graphique 5" descr="Visage triste à remplissage solide avec un remplissage uni">
            <a:extLst>
              <a:ext uri="{FF2B5EF4-FFF2-40B4-BE49-F238E27FC236}">
                <a16:creationId xmlns:a16="http://schemas.microsoft.com/office/drawing/2014/main" id="{97A2C2E5-B4DC-442F-8972-4F315E7501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52142" y="4800599"/>
            <a:ext cx="664783" cy="664783"/>
          </a:xfrm>
          <a:prstGeom prst="rect">
            <a:avLst/>
          </a:prstGeom>
        </p:spPr>
      </p:pic>
    </p:spTree>
    <p:extLst>
      <p:ext uri="{BB962C8B-B14F-4D97-AF65-F5344CB8AC3E}">
        <p14:creationId xmlns:p14="http://schemas.microsoft.com/office/powerpoint/2010/main" val="4043902043"/>
      </p:ext>
    </p:extLst>
  </p:cSld>
  <p:clrMapOvr>
    <a:masterClrMapping/>
  </p:clrMapOvr>
  <mc:AlternateContent xmlns:mc="http://schemas.openxmlformats.org/markup-compatibility/2006" xmlns:p14="http://schemas.microsoft.com/office/powerpoint/2010/main">
    <mc:Choice Requires="p14">
      <p:transition spd="slow" p14:dur="2000" advTm="20775"/>
    </mc:Choice>
    <mc:Fallback xmlns="">
      <p:transition spd="slow" advTm="2077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p:txBody>
          <a:bodyPr>
            <a:normAutofit fontScale="90000"/>
          </a:bodyPr>
          <a:lstStyle/>
          <a:p>
            <a:r>
              <a:rPr lang="en-US" dirty="0"/>
              <a:t>Challenge #C8</a:t>
            </a:r>
            <a:br>
              <a:rPr lang="en-US" dirty="0"/>
            </a:br>
            <a:r>
              <a:rPr lang="en-US" dirty="0"/>
              <a:t>Choose between creating and curating</a:t>
            </a:r>
          </a:p>
        </p:txBody>
      </p:sp>
      <p:sp>
        <p:nvSpPr>
          <p:cNvPr id="2" name="Espace réservé du texte 1">
            <a:extLst>
              <a:ext uri="{FF2B5EF4-FFF2-40B4-BE49-F238E27FC236}">
                <a16:creationId xmlns:a16="http://schemas.microsoft.com/office/drawing/2014/main" id="{FE201A8B-750E-412A-9B87-9F4E89E188CD}"/>
              </a:ext>
            </a:extLst>
          </p:cNvPr>
          <p:cNvSpPr>
            <a:spLocks noGrp="1"/>
          </p:cNvSpPr>
          <p:nvPr>
            <p:ph type="body" idx="1"/>
          </p:nvPr>
        </p:nvSpPr>
        <p:spPr>
          <a:xfrm>
            <a:off x="1984241" y="2372648"/>
            <a:ext cx="2802363" cy="823912"/>
          </a:xfrm>
        </p:spPr>
        <p:txBody>
          <a:bodyPr>
            <a:normAutofit/>
          </a:bodyPr>
          <a:lstStyle/>
          <a:p>
            <a:r>
              <a:rPr lang="en-US" sz="1800" dirty="0"/>
              <a:t>Content Creation</a:t>
            </a:r>
          </a:p>
        </p:txBody>
      </p:sp>
      <p:sp>
        <p:nvSpPr>
          <p:cNvPr id="3" name="Espace réservé du contenu 2">
            <a:extLst>
              <a:ext uri="{FF2B5EF4-FFF2-40B4-BE49-F238E27FC236}">
                <a16:creationId xmlns:a16="http://schemas.microsoft.com/office/drawing/2014/main" id="{FCBCCD0C-0893-4EE3-9F8C-292D6B4B88E8}"/>
              </a:ext>
            </a:extLst>
          </p:cNvPr>
          <p:cNvSpPr>
            <a:spLocks noGrp="1"/>
          </p:cNvSpPr>
          <p:nvPr>
            <p:ph sz="half" idx="2"/>
          </p:nvPr>
        </p:nvSpPr>
        <p:spPr>
          <a:xfrm>
            <a:off x="1984241" y="3203686"/>
            <a:ext cx="3705007" cy="2968512"/>
          </a:xfrm>
        </p:spPr>
        <p:txBody>
          <a:bodyPr>
            <a:normAutofit fontScale="92500" lnSpcReduction="10000"/>
          </a:bodyPr>
          <a:lstStyle/>
          <a:p>
            <a:pPr>
              <a:buBlip>
                <a:blip r:embed="rId2">
                  <a:extLst>
                    <a:ext uri="{837473B0-CC2E-450A-ABE3-18F120FF3D39}">
                      <a1611:picAttrSrcUrl xmlns:a1611="http://schemas.microsoft.com/office/drawing/2016/11/main" r:id="rId3"/>
                    </a:ext>
                  </a:extLst>
                </a:blip>
              </a:buBlip>
            </a:pPr>
            <a:r>
              <a:rPr lang="en-US" sz="1800" dirty="0"/>
              <a:t>Great when content about a topic is rare</a:t>
            </a:r>
          </a:p>
          <a:p>
            <a:pPr>
              <a:buBlip>
                <a:blip r:embed="rId2">
                  <a:extLst>
                    <a:ext uri="{837473B0-CC2E-450A-ABE3-18F120FF3D39}">
                      <a1611:picAttrSrcUrl xmlns:a1611="http://schemas.microsoft.com/office/drawing/2016/11/main" r:id="rId3"/>
                    </a:ext>
                  </a:extLst>
                </a:blip>
              </a:buBlip>
            </a:pPr>
            <a:r>
              <a:rPr lang="en-US" sz="1800" dirty="0"/>
              <a:t>Useful against lack of content</a:t>
            </a:r>
          </a:p>
          <a:p>
            <a:pPr>
              <a:buBlip>
                <a:blip r:embed="rId2">
                  <a:extLst>
                    <a:ext uri="{837473B0-CC2E-450A-ABE3-18F120FF3D39}">
                      <a1611:picAttrSrcUrl xmlns:a1611="http://schemas.microsoft.com/office/drawing/2016/11/main" r:id="rId3"/>
                    </a:ext>
                  </a:extLst>
                </a:blip>
              </a:buBlip>
            </a:pPr>
            <a:r>
              <a:rPr lang="en-US" sz="1800" dirty="0"/>
              <a:t>Helps user check authentic local content</a:t>
            </a:r>
          </a:p>
          <a:p>
            <a:pPr>
              <a:buBlip>
                <a:blip r:embed="rId2">
                  <a:extLst>
                    <a:ext uri="{837473B0-CC2E-450A-ABE3-18F120FF3D39}">
                      <a1611:picAttrSrcUrl xmlns:a1611="http://schemas.microsoft.com/office/drawing/2016/11/main" r:id="rId3"/>
                    </a:ext>
                  </a:extLst>
                </a:blip>
              </a:buBlip>
            </a:pPr>
            <a:r>
              <a:rPr lang="en-US" sz="1800" dirty="0"/>
              <a:t>Differentiation by-design</a:t>
            </a:r>
          </a:p>
          <a:p>
            <a:pPr>
              <a:buBlip>
                <a:blip r:embed="rId4">
                  <a:extLst>
                    <a:ext uri="{837473B0-CC2E-450A-ABE3-18F120FF3D39}">
                      <a1611:picAttrSrcUrl xmlns:a1611="http://schemas.microsoft.com/office/drawing/2016/11/main" r:id="rId5"/>
                    </a:ext>
                  </a:extLst>
                </a:blip>
              </a:buBlip>
            </a:pPr>
            <a:r>
              <a:rPr lang="en-US" sz="1800" dirty="0"/>
              <a:t>Slower to produce</a:t>
            </a:r>
          </a:p>
          <a:p>
            <a:r>
              <a:rPr lang="en-US" sz="1800" dirty="0"/>
              <a:t>Effort : Design, Produce, Publish</a:t>
            </a:r>
          </a:p>
          <a:p>
            <a:endParaRPr lang="en-US" sz="1800" dirty="0"/>
          </a:p>
        </p:txBody>
      </p:sp>
      <p:sp>
        <p:nvSpPr>
          <p:cNvPr id="4" name="Espace réservé du texte 3">
            <a:extLst>
              <a:ext uri="{FF2B5EF4-FFF2-40B4-BE49-F238E27FC236}">
                <a16:creationId xmlns:a16="http://schemas.microsoft.com/office/drawing/2014/main" id="{0BA8D470-8EDE-4F27-9778-CFF20472BBDD}"/>
              </a:ext>
            </a:extLst>
          </p:cNvPr>
          <p:cNvSpPr>
            <a:spLocks noGrp="1"/>
          </p:cNvSpPr>
          <p:nvPr>
            <p:ph type="body" sz="quarter" idx="3"/>
          </p:nvPr>
        </p:nvSpPr>
        <p:spPr/>
        <p:txBody>
          <a:bodyPr>
            <a:normAutofit/>
          </a:bodyPr>
          <a:lstStyle/>
          <a:p>
            <a:r>
              <a:rPr lang="en-US" sz="1800" dirty="0"/>
              <a:t>Content Curation / Collection</a:t>
            </a:r>
          </a:p>
        </p:txBody>
      </p:sp>
      <p:sp>
        <p:nvSpPr>
          <p:cNvPr id="8" name="Espace réservé du contenu 7">
            <a:extLst>
              <a:ext uri="{FF2B5EF4-FFF2-40B4-BE49-F238E27FC236}">
                <a16:creationId xmlns:a16="http://schemas.microsoft.com/office/drawing/2014/main" id="{33484C20-D171-4819-B2A7-E16599A4A7B0}"/>
              </a:ext>
            </a:extLst>
          </p:cNvPr>
          <p:cNvSpPr>
            <a:spLocks noGrp="1"/>
          </p:cNvSpPr>
          <p:nvPr>
            <p:ph sz="quarter" idx="4"/>
          </p:nvPr>
        </p:nvSpPr>
        <p:spPr>
          <a:xfrm>
            <a:off x="6345936" y="3203687"/>
            <a:ext cx="3818996" cy="2968511"/>
          </a:xfrm>
        </p:spPr>
        <p:txBody>
          <a:bodyPr>
            <a:normAutofit fontScale="92500" lnSpcReduction="10000"/>
          </a:bodyPr>
          <a:lstStyle/>
          <a:p>
            <a:pPr>
              <a:buBlip>
                <a:blip r:embed="rId2">
                  <a:extLst>
                    <a:ext uri="{837473B0-CC2E-450A-ABE3-18F120FF3D39}">
                      <a1611:picAttrSrcUrl xmlns:a1611="http://schemas.microsoft.com/office/drawing/2016/11/main" r:id="rId3"/>
                    </a:ext>
                  </a:extLst>
                </a:blip>
              </a:buBlip>
            </a:pPr>
            <a:r>
              <a:rPr lang="en-US" sz="1800" dirty="0"/>
              <a:t>Great when content about target topic is already abundant </a:t>
            </a:r>
          </a:p>
          <a:p>
            <a:pPr>
              <a:buBlip>
                <a:blip r:embed="rId2">
                  <a:extLst>
                    <a:ext uri="{837473B0-CC2E-450A-ABE3-18F120FF3D39}">
                      <a1611:picAttrSrcUrl xmlns:a1611="http://schemas.microsoft.com/office/drawing/2016/11/main" r:id="rId3"/>
                    </a:ext>
                  </a:extLst>
                </a:blip>
              </a:buBlip>
            </a:pPr>
            <a:r>
              <a:rPr lang="en-US" sz="1800" dirty="0"/>
              <a:t>Useful against Infobesity</a:t>
            </a:r>
          </a:p>
          <a:p>
            <a:pPr>
              <a:buBlip>
                <a:blip r:embed="rId2">
                  <a:extLst>
                    <a:ext uri="{837473B0-CC2E-450A-ABE3-18F120FF3D39}">
                      <a1611:picAttrSrcUrl xmlns:a1611="http://schemas.microsoft.com/office/drawing/2016/11/main" r:id="rId3"/>
                    </a:ext>
                  </a:extLst>
                </a:blip>
              </a:buBlip>
            </a:pPr>
            <a:r>
              <a:rPr lang="en-US" sz="1800" dirty="0"/>
              <a:t>Helps user target specific content</a:t>
            </a:r>
          </a:p>
          <a:p>
            <a:pPr>
              <a:buBlip>
                <a:blip r:embed="rId2">
                  <a:extLst>
                    <a:ext uri="{837473B0-CC2E-450A-ABE3-18F120FF3D39}">
                      <a1611:picAttrSrcUrl xmlns:a1611="http://schemas.microsoft.com/office/drawing/2016/11/main" r:id="rId3"/>
                    </a:ext>
                  </a:extLst>
                </a:blip>
              </a:buBlip>
            </a:pPr>
            <a:r>
              <a:rPr lang="en-US" sz="1800" dirty="0"/>
              <a:t>Faster to produce</a:t>
            </a:r>
          </a:p>
          <a:p>
            <a:pPr>
              <a:buBlip>
                <a:blip r:embed="rId4">
                  <a:extLst>
                    <a:ext uri="{837473B0-CC2E-450A-ABE3-18F120FF3D39}">
                      <a1611:picAttrSrcUrl xmlns:a1611="http://schemas.microsoft.com/office/drawing/2016/11/main" r:id="rId5"/>
                    </a:ext>
                  </a:extLst>
                </a:blip>
              </a:buBlip>
            </a:pPr>
            <a:r>
              <a:rPr lang="en-US" sz="1800" dirty="0"/>
              <a:t>More difficult to use to compete</a:t>
            </a:r>
          </a:p>
          <a:p>
            <a:r>
              <a:rPr lang="en-US" sz="1800" dirty="0"/>
              <a:t>Effort : Search, Select, Filter, Rate and put together in a same place</a:t>
            </a:r>
          </a:p>
        </p:txBody>
      </p:sp>
      <p:pic>
        <p:nvPicPr>
          <p:cNvPr id="7" name="Graphique 6" descr="Liste avec un remplissage uni">
            <a:extLst>
              <a:ext uri="{FF2B5EF4-FFF2-40B4-BE49-F238E27FC236}">
                <a16:creationId xmlns:a16="http://schemas.microsoft.com/office/drawing/2014/main" id="{975A3346-3390-414E-885A-B620128AD1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34162" y="5064640"/>
            <a:ext cx="914400" cy="914400"/>
          </a:xfrm>
          <a:prstGeom prst="rect">
            <a:avLst/>
          </a:prstGeom>
        </p:spPr>
      </p:pic>
      <p:pic>
        <p:nvPicPr>
          <p:cNvPr id="10" name="Graphique 9" descr="Livres avec un remplissage uni">
            <a:extLst>
              <a:ext uri="{FF2B5EF4-FFF2-40B4-BE49-F238E27FC236}">
                <a16:creationId xmlns:a16="http://schemas.microsoft.com/office/drawing/2014/main" id="{3863D7CE-47CA-48DC-AE65-A0E4477734B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19768" y="3059812"/>
            <a:ext cx="914400" cy="914400"/>
          </a:xfrm>
          <a:prstGeom prst="rect">
            <a:avLst/>
          </a:prstGeom>
        </p:spPr>
      </p:pic>
      <p:pic>
        <p:nvPicPr>
          <p:cNvPr id="12" name="Graphique 11" descr="Priorités avec un remplissage uni">
            <a:extLst>
              <a:ext uri="{FF2B5EF4-FFF2-40B4-BE49-F238E27FC236}">
                <a16:creationId xmlns:a16="http://schemas.microsoft.com/office/drawing/2014/main" id="{55FD2553-15BE-4BCD-A1E4-5F24E0B0BFC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34162" y="4062226"/>
            <a:ext cx="914400" cy="914400"/>
          </a:xfrm>
          <a:prstGeom prst="rect">
            <a:avLst/>
          </a:prstGeom>
        </p:spPr>
      </p:pic>
      <p:pic>
        <p:nvPicPr>
          <p:cNvPr id="14" name="Graphique 13" descr="Usine avec un remplissage uni">
            <a:extLst>
              <a:ext uri="{FF2B5EF4-FFF2-40B4-BE49-F238E27FC236}">
                <a16:creationId xmlns:a16="http://schemas.microsoft.com/office/drawing/2014/main" id="{9AE7CF58-4C32-447D-86B5-A0F5F4E78A0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2190" y="3974212"/>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40BD395C-D5A9-4352-BAC7-65971F2E669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01016" y="2971798"/>
            <a:ext cx="914400" cy="914400"/>
          </a:xfrm>
          <a:prstGeom prst="rect">
            <a:avLst/>
          </a:prstGeom>
        </p:spPr>
      </p:pic>
      <p:pic>
        <p:nvPicPr>
          <p:cNvPr id="18" name="Graphique 17" descr="Pièces de puzzle avec un remplissage uni">
            <a:extLst>
              <a:ext uri="{FF2B5EF4-FFF2-40B4-BE49-F238E27FC236}">
                <a16:creationId xmlns:a16="http://schemas.microsoft.com/office/drawing/2014/main" id="{D222AF71-F448-4FC7-A558-85AA3233438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01015" y="4888612"/>
            <a:ext cx="914400" cy="914400"/>
          </a:xfrm>
          <a:prstGeom prst="rect">
            <a:avLst/>
          </a:prstGeom>
        </p:spPr>
      </p:pic>
    </p:spTree>
    <p:extLst>
      <p:ext uri="{BB962C8B-B14F-4D97-AF65-F5344CB8AC3E}">
        <p14:creationId xmlns:p14="http://schemas.microsoft.com/office/powerpoint/2010/main" val="2921042539"/>
      </p:ext>
    </p:extLst>
  </p:cSld>
  <p:clrMapOvr>
    <a:masterClrMapping/>
  </p:clrMapOvr>
  <mc:AlternateContent xmlns:mc="http://schemas.openxmlformats.org/markup-compatibility/2006" xmlns:p14="http://schemas.microsoft.com/office/powerpoint/2010/main">
    <mc:Choice Requires="p14">
      <p:transition spd="slow" p14:dur="2000" advTm="111721"/>
    </mc:Choice>
    <mc:Fallback xmlns="">
      <p:transition spd="slow" advTm="11172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chor="ctr">
            <a:normAutofit fontScale="92500" lnSpcReduction="20000"/>
          </a:bodyPr>
          <a:lstStyle/>
          <a:p>
            <a:pPr marL="0" indent="0" algn="ctr">
              <a:buNone/>
            </a:pPr>
            <a:r>
              <a:rPr lang="en-US" dirty="0"/>
              <a:t>vs</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lnSpcReduction="20000"/>
          </a:bodyPr>
          <a:lstStyle/>
          <a:p>
            <a:pPr marL="0" indent="0">
              <a:buNone/>
            </a:pPr>
            <a:r>
              <a:rPr lang="en-US" noProof="1"/>
              <a:t>What style of content generation (creation  vs curation) do you generally consume ? Produce ? </a:t>
            </a:r>
          </a:p>
          <a:p>
            <a:pPr marL="0" indent="0">
              <a:buNone/>
            </a:pPr>
            <a:r>
              <a:rPr lang="en-US" noProof="1"/>
              <a:t>What split (% created, % curated) is relevant for your Community ? Why ?</a:t>
            </a:r>
          </a:p>
          <a:p>
            <a:pPr marL="0" indent="0">
              <a:buNone/>
            </a:pPr>
            <a:endParaRPr lang="en-US" noProof="1"/>
          </a:p>
          <a:p>
            <a:pPr marL="0" indent="0">
              <a:buNone/>
            </a:pPr>
            <a:r>
              <a:rPr lang="en-US" noProof="1"/>
              <a:t> </a:t>
            </a:r>
          </a:p>
          <a:p>
            <a:pPr marL="0" indent="0">
              <a:buNone/>
            </a:pPr>
            <a:endParaRPr lang="en-US" noProof="1"/>
          </a:p>
        </p:txBody>
      </p:sp>
      <p:pic>
        <p:nvPicPr>
          <p:cNvPr id="6" name="Graphique 5" descr="Usine avec un remplissage uni">
            <a:extLst>
              <a:ext uri="{FF2B5EF4-FFF2-40B4-BE49-F238E27FC236}">
                <a16:creationId xmlns:a16="http://schemas.microsoft.com/office/drawing/2014/main" id="{4FC93A96-3BAF-49DF-A00C-B6BEBEFA220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7754" y="3880908"/>
            <a:ext cx="914400" cy="914400"/>
          </a:xfrm>
          <a:prstGeom prst="rect">
            <a:avLst/>
          </a:prstGeom>
        </p:spPr>
      </p:pic>
      <p:pic>
        <p:nvPicPr>
          <p:cNvPr id="7" name="Graphique 6" descr="Personne avec une idée avec un remplissage uni">
            <a:extLst>
              <a:ext uri="{FF2B5EF4-FFF2-40B4-BE49-F238E27FC236}">
                <a16:creationId xmlns:a16="http://schemas.microsoft.com/office/drawing/2014/main" id="{0B491507-29EE-4E1D-85DF-2C07456B1D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06580" y="2878494"/>
            <a:ext cx="914400" cy="914400"/>
          </a:xfrm>
          <a:prstGeom prst="rect">
            <a:avLst/>
          </a:prstGeom>
        </p:spPr>
      </p:pic>
      <p:pic>
        <p:nvPicPr>
          <p:cNvPr id="8" name="Graphique 7" descr="Pièces de puzzle avec un remplissage uni">
            <a:extLst>
              <a:ext uri="{FF2B5EF4-FFF2-40B4-BE49-F238E27FC236}">
                <a16:creationId xmlns:a16="http://schemas.microsoft.com/office/drawing/2014/main" id="{F1495ADE-5687-4319-8806-690BEE04843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6579" y="4795308"/>
            <a:ext cx="914400" cy="914400"/>
          </a:xfrm>
          <a:prstGeom prst="rect">
            <a:avLst/>
          </a:prstGeom>
        </p:spPr>
      </p:pic>
      <p:pic>
        <p:nvPicPr>
          <p:cNvPr id="9" name="Graphique 8" descr="Liste avec un remplissage uni">
            <a:extLst>
              <a:ext uri="{FF2B5EF4-FFF2-40B4-BE49-F238E27FC236}">
                <a16:creationId xmlns:a16="http://schemas.microsoft.com/office/drawing/2014/main" id="{EC481D95-7972-49EF-89CA-47ACD8C172B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16241" y="4795308"/>
            <a:ext cx="914400" cy="914400"/>
          </a:xfrm>
          <a:prstGeom prst="rect">
            <a:avLst/>
          </a:prstGeom>
        </p:spPr>
      </p:pic>
      <p:pic>
        <p:nvPicPr>
          <p:cNvPr id="10" name="Graphique 9" descr="Livres avec un remplissage uni">
            <a:extLst>
              <a:ext uri="{FF2B5EF4-FFF2-40B4-BE49-F238E27FC236}">
                <a16:creationId xmlns:a16="http://schemas.microsoft.com/office/drawing/2014/main" id="{1F587CB4-C439-47AC-AC16-9781C067D53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01847" y="2790480"/>
            <a:ext cx="914400" cy="914400"/>
          </a:xfrm>
          <a:prstGeom prst="rect">
            <a:avLst/>
          </a:prstGeom>
        </p:spPr>
      </p:pic>
      <p:pic>
        <p:nvPicPr>
          <p:cNvPr id="11" name="Graphique 10" descr="Priorités avec un remplissage uni">
            <a:extLst>
              <a:ext uri="{FF2B5EF4-FFF2-40B4-BE49-F238E27FC236}">
                <a16:creationId xmlns:a16="http://schemas.microsoft.com/office/drawing/2014/main" id="{9546DB27-2CB5-46C7-8646-D7B90488ABD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816241" y="3792894"/>
            <a:ext cx="914400" cy="914400"/>
          </a:xfrm>
          <a:prstGeom prst="rect">
            <a:avLst/>
          </a:prstGeom>
        </p:spPr>
      </p:pic>
    </p:spTree>
    <p:extLst>
      <p:ext uri="{BB962C8B-B14F-4D97-AF65-F5344CB8AC3E}">
        <p14:creationId xmlns:p14="http://schemas.microsoft.com/office/powerpoint/2010/main" val="1371842120"/>
      </p:ext>
    </p:extLst>
  </p:cSld>
  <p:clrMapOvr>
    <a:masterClrMapping/>
  </p:clrMapOvr>
  <mc:AlternateContent xmlns:mc="http://schemas.openxmlformats.org/markup-compatibility/2006" xmlns:p14="http://schemas.microsoft.com/office/powerpoint/2010/main">
    <mc:Choice Requires="p14">
      <p:transition spd="slow" p14:dur="2000" advTm="47946"/>
    </mc:Choice>
    <mc:Fallback xmlns="">
      <p:transition spd="slow" advTm="47946"/>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solidFill>
            <a:schemeClr val="bg1"/>
          </a:solidFill>
        </p:spPr>
        <p:txBody>
          <a:bodyPr>
            <a:normAutofit fontScale="90000"/>
          </a:bodyPr>
          <a:lstStyle/>
          <a:p>
            <a:r>
              <a:rPr lang="en-US" dirty="0"/>
              <a:t>Exercise #C8</a:t>
            </a:r>
            <a:br>
              <a:rPr lang="en-US" dirty="0"/>
            </a:br>
            <a:r>
              <a:rPr lang="en-US" dirty="0"/>
              <a:t>List what you will create and what you will curate</a:t>
            </a:r>
          </a:p>
        </p:txBody>
      </p:sp>
      <p:sp>
        <p:nvSpPr>
          <p:cNvPr id="2" name="Espace réservé du texte 1">
            <a:extLst>
              <a:ext uri="{FF2B5EF4-FFF2-40B4-BE49-F238E27FC236}">
                <a16:creationId xmlns:a16="http://schemas.microsoft.com/office/drawing/2014/main" id="{FE201A8B-750E-412A-9B87-9F4E89E188CD}"/>
              </a:ext>
            </a:extLst>
          </p:cNvPr>
          <p:cNvSpPr>
            <a:spLocks noGrp="1"/>
          </p:cNvSpPr>
          <p:nvPr>
            <p:ph type="body" idx="1"/>
          </p:nvPr>
        </p:nvSpPr>
        <p:spPr>
          <a:xfrm>
            <a:off x="1984241" y="2372648"/>
            <a:ext cx="2802363" cy="823912"/>
          </a:xfrm>
        </p:spPr>
        <p:txBody>
          <a:bodyPr>
            <a:normAutofit/>
          </a:bodyPr>
          <a:lstStyle/>
          <a:p>
            <a:r>
              <a:rPr lang="en-US" sz="1800" dirty="0"/>
              <a:t>What we will create</a:t>
            </a:r>
          </a:p>
        </p:txBody>
      </p:sp>
      <p:sp>
        <p:nvSpPr>
          <p:cNvPr id="4" name="Espace réservé du texte 3">
            <a:extLst>
              <a:ext uri="{FF2B5EF4-FFF2-40B4-BE49-F238E27FC236}">
                <a16:creationId xmlns:a16="http://schemas.microsoft.com/office/drawing/2014/main" id="{0BA8D470-8EDE-4F27-9778-CFF20472BBDD}"/>
              </a:ext>
            </a:extLst>
          </p:cNvPr>
          <p:cNvSpPr>
            <a:spLocks noGrp="1"/>
          </p:cNvSpPr>
          <p:nvPr>
            <p:ph type="body" sz="quarter" idx="3"/>
          </p:nvPr>
        </p:nvSpPr>
        <p:spPr>
          <a:xfrm>
            <a:off x="6408202" y="2372648"/>
            <a:ext cx="3580384" cy="823912"/>
          </a:xfrm>
        </p:spPr>
        <p:txBody>
          <a:bodyPr>
            <a:normAutofit/>
          </a:bodyPr>
          <a:lstStyle/>
          <a:p>
            <a:pPr algn="r"/>
            <a:r>
              <a:rPr lang="en-US" sz="1800" dirty="0"/>
              <a:t>What we will curate</a:t>
            </a:r>
          </a:p>
        </p:txBody>
      </p:sp>
      <p:pic>
        <p:nvPicPr>
          <p:cNvPr id="7" name="Graphique 6" descr="Liste avec un remplissage uni">
            <a:extLst>
              <a:ext uri="{FF2B5EF4-FFF2-40B4-BE49-F238E27FC236}">
                <a16:creationId xmlns:a16="http://schemas.microsoft.com/office/drawing/2014/main" id="{975A3346-3390-414E-885A-B620128AD1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34162" y="5064640"/>
            <a:ext cx="914400" cy="914400"/>
          </a:xfrm>
          <a:prstGeom prst="rect">
            <a:avLst/>
          </a:prstGeom>
        </p:spPr>
      </p:pic>
      <p:pic>
        <p:nvPicPr>
          <p:cNvPr id="10" name="Graphique 9" descr="Livres avec un remplissage uni">
            <a:extLst>
              <a:ext uri="{FF2B5EF4-FFF2-40B4-BE49-F238E27FC236}">
                <a16:creationId xmlns:a16="http://schemas.microsoft.com/office/drawing/2014/main" id="{3863D7CE-47CA-48DC-AE65-A0E4477734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19768" y="3059812"/>
            <a:ext cx="914400" cy="914400"/>
          </a:xfrm>
          <a:prstGeom prst="rect">
            <a:avLst/>
          </a:prstGeom>
        </p:spPr>
      </p:pic>
      <p:pic>
        <p:nvPicPr>
          <p:cNvPr id="12" name="Graphique 11" descr="Priorités avec un remplissage uni">
            <a:extLst>
              <a:ext uri="{FF2B5EF4-FFF2-40B4-BE49-F238E27FC236}">
                <a16:creationId xmlns:a16="http://schemas.microsoft.com/office/drawing/2014/main" id="{55FD2553-15BE-4BCD-A1E4-5F24E0B0B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34162" y="4062226"/>
            <a:ext cx="914400" cy="914400"/>
          </a:xfrm>
          <a:prstGeom prst="rect">
            <a:avLst/>
          </a:prstGeom>
        </p:spPr>
      </p:pic>
      <p:pic>
        <p:nvPicPr>
          <p:cNvPr id="14" name="Graphique 13" descr="Usine avec un remplissage uni">
            <a:extLst>
              <a:ext uri="{FF2B5EF4-FFF2-40B4-BE49-F238E27FC236}">
                <a16:creationId xmlns:a16="http://schemas.microsoft.com/office/drawing/2014/main" id="{9AE7CF58-4C32-447D-86B5-A0F5F4E78A0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2190" y="3974212"/>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40BD395C-D5A9-4352-BAC7-65971F2E669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1016" y="2971798"/>
            <a:ext cx="914400" cy="914400"/>
          </a:xfrm>
          <a:prstGeom prst="rect">
            <a:avLst/>
          </a:prstGeom>
        </p:spPr>
      </p:pic>
      <p:pic>
        <p:nvPicPr>
          <p:cNvPr id="18" name="Graphique 17" descr="Pièces de puzzle avec un remplissage uni">
            <a:extLst>
              <a:ext uri="{FF2B5EF4-FFF2-40B4-BE49-F238E27FC236}">
                <a16:creationId xmlns:a16="http://schemas.microsoft.com/office/drawing/2014/main" id="{D222AF71-F448-4FC7-A558-85AA3233438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1015" y="4888612"/>
            <a:ext cx="914400" cy="914400"/>
          </a:xfrm>
          <a:prstGeom prst="rect">
            <a:avLst/>
          </a:prstGeom>
        </p:spPr>
      </p:pic>
      <p:sp>
        <p:nvSpPr>
          <p:cNvPr id="15" name="Rectangle 14">
            <a:extLst>
              <a:ext uri="{FF2B5EF4-FFF2-40B4-BE49-F238E27FC236}">
                <a16:creationId xmlns:a16="http://schemas.microsoft.com/office/drawing/2014/main" id="{18F016A4-7471-406A-9B14-E79F4C334242}"/>
              </a:ext>
            </a:extLst>
          </p:cNvPr>
          <p:cNvSpPr/>
          <p:nvPr/>
        </p:nvSpPr>
        <p:spPr>
          <a:xfrm>
            <a:off x="1966052" y="3377950"/>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7" name="Rectangle 16">
            <a:extLst>
              <a:ext uri="{FF2B5EF4-FFF2-40B4-BE49-F238E27FC236}">
                <a16:creationId xmlns:a16="http://schemas.microsoft.com/office/drawing/2014/main" id="{A0B65C3B-A768-41F9-9A15-0AF497AEC72D}"/>
              </a:ext>
            </a:extLst>
          </p:cNvPr>
          <p:cNvSpPr/>
          <p:nvPr/>
        </p:nvSpPr>
        <p:spPr>
          <a:xfrm>
            <a:off x="1976732" y="417728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9" name="Rectangle 18">
            <a:extLst>
              <a:ext uri="{FF2B5EF4-FFF2-40B4-BE49-F238E27FC236}">
                <a16:creationId xmlns:a16="http://schemas.microsoft.com/office/drawing/2014/main" id="{60D8239E-DA2C-40FA-929E-A59566EF6FB8}"/>
              </a:ext>
            </a:extLst>
          </p:cNvPr>
          <p:cNvSpPr/>
          <p:nvPr/>
        </p:nvSpPr>
        <p:spPr>
          <a:xfrm>
            <a:off x="1977772" y="497662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0" name="Espace réservé du texte 1">
            <a:extLst>
              <a:ext uri="{FF2B5EF4-FFF2-40B4-BE49-F238E27FC236}">
                <a16:creationId xmlns:a16="http://schemas.microsoft.com/office/drawing/2014/main" id="{590FC5D7-D189-4D03-9C98-954A4146D4F5}"/>
              </a:ext>
            </a:extLst>
          </p:cNvPr>
          <p:cNvSpPr txBox="1">
            <a:spLocks/>
          </p:cNvSpPr>
          <p:nvPr/>
        </p:nvSpPr>
        <p:spPr>
          <a:xfrm>
            <a:off x="4694818" y="2372648"/>
            <a:ext cx="2802363" cy="823912"/>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400" b="1" kern="1200" cap="none" baseline="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800" dirty="0"/>
              <a:t>Both</a:t>
            </a:r>
          </a:p>
        </p:txBody>
      </p:sp>
      <p:sp>
        <p:nvSpPr>
          <p:cNvPr id="21" name="Rectangle 20">
            <a:extLst>
              <a:ext uri="{FF2B5EF4-FFF2-40B4-BE49-F238E27FC236}">
                <a16:creationId xmlns:a16="http://schemas.microsoft.com/office/drawing/2014/main" id="{030D8C8E-8556-4B42-B772-DAEE3F9CEA54}"/>
              </a:ext>
            </a:extLst>
          </p:cNvPr>
          <p:cNvSpPr/>
          <p:nvPr/>
        </p:nvSpPr>
        <p:spPr>
          <a:xfrm>
            <a:off x="8886544" y="328993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70000" lnSpcReduction="20000"/>
          </a:bodyPr>
          <a:lstStyle/>
          <a:p>
            <a:pPr algn="ctr"/>
            <a:r>
              <a:rPr lang="en-US" sz="1100" dirty="0">
                <a:solidFill>
                  <a:schemeClr val="tx1"/>
                </a:solidFill>
              </a:rPr>
              <a:t>Example : Articles about …</a:t>
            </a:r>
          </a:p>
        </p:txBody>
      </p:sp>
      <p:sp>
        <p:nvSpPr>
          <p:cNvPr id="22" name="Rectangle 21">
            <a:extLst>
              <a:ext uri="{FF2B5EF4-FFF2-40B4-BE49-F238E27FC236}">
                <a16:creationId xmlns:a16="http://schemas.microsoft.com/office/drawing/2014/main" id="{DFB0B132-1C83-4E37-9966-DC48674C631B}"/>
              </a:ext>
            </a:extLst>
          </p:cNvPr>
          <p:cNvSpPr/>
          <p:nvPr/>
        </p:nvSpPr>
        <p:spPr>
          <a:xfrm>
            <a:off x="8897224" y="4089274"/>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3" name="Rectangle 22">
            <a:extLst>
              <a:ext uri="{FF2B5EF4-FFF2-40B4-BE49-F238E27FC236}">
                <a16:creationId xmlns:a16="http://schemas.microsoft.com/office/drawing/2014/main" id="{6B360B4B-D5C0-41F7-9E4A-E36F648F7E1D}"/>
              </a:ext>
            </a:extLst>
          </p:cNvPr>
          <p:cNvSpPr/>
          <p:nvPr/>
        </p:nvSpPr>
        <p:spPr>
          <a:xfrm>
            <a:off x="8898264" y="4888612"/>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4" name="Rectangle 23">
            <a:extLst>
              <a:ext uri="{FF2B5EF4-FFF2-40B4-BE49-F238E27FC236}">
                <a16:creationId xmlns:a16="http://schemas.microsoft.com/office/drawing/2014/main" id="{309DEB82-6B0F-497B-9B58-0A309B98D4F6}"/>
              </a:ext>
            </a:extLst>
          </p:cNvPr>
          <p:cNvSpPr/>
          <p:nvPr/>
        </p:nvSpPr>
        <p:spPr>
          <a:xfrm>
            <a:off x="5691391" y="3377950"/>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5" name="Rectangle 24">
            <a:extLst>
              <a:ext uri="{FF2B5EF4-FFF2-40B4-BE49-F238E27FC236}">
                <a16:creationId xmlns:a16="http://schemas.microsoft.com/office/drawing/2014/main" id="{C1746492-49AD-40F9-9D44-D96D6B41F75C}"/>
              </a:ext>
            </a:extLst>
          </p:cNvPr>
          <p:cNvSpPr/>
          <p:nvPr/>
        </p:nvSpPr>
        <p:spPr>
          <a:xfrm>
            <a:off x="5702071" y="417728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6" name="Rectangle 25">
            <a:extLst>
              <a:ext uri="{FF2B5EF4-FFF2-40B4-BE49-F238E27FC236}">
                <a16:creationId xmlns:a16="http://schemas.microsoft.com/office/drawing/2014/main" id="{6AB118AD-8732-4437-A71B-DFA9BD81E922}"/>
              </a:ext>
            </a:extLst>
          </p:cNvPr>
          <p:cNvSpPr/>
          <p:nvPr/>
        </p:nvSpPr>
        <p:spPr>
          <a:xfrm>
            <a:off x="5703111" y="497662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4093166604"/>
      </p:ext>
    </p:extLst>
  </p:cSld>
  <p:clrMapOvr>
    <a:masterClrMapping/>
  </p:clrMapOvr>
  <mc:AlternateContent xmlns:mc="http://schemas.openxmlformats.org/markup-compatibility/2006" xmlns:p14="http://schemas.microsoft.com/office/powerpoint/2010/main">
    <mc:Choice Requires="p14">
      <p:transition spd="slow" p14:dur="2000" advTm="111721"/>
    </mc:Choice>
    <mc:Fallback xmlns="">
      <p:transition spd="slow" advTm="11172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D394831-DF93-46A4-A449-B5143943734E}"/>
              </a:ext>
            </a:extLst>
          </p:cNvPr>
          <p:cNvSpPr>
            <a:spLocks noGrp="1"/>
          </p:cNvSpPr>
          <p:nvPr>
            <p:ph type="ctrTitle"/>
          </p:nvPr>
        </p:nvSpPr>
        <p:spPr>
          <a:xfrm>
            <a:off x="371094" y="1161288"/>
            <a:ext cx="3438144" cy="1239012"/>
          </a:xfrm>
        </p:spPr>
        <p:txBody>
          <a:bodyPr vert="horz" lIns="91440" tIns="45720" rIns="91440" bIns="45720" rtlCol="0" anchor="ctr">
            <a:normAutofit/>
          </a:bodyPr>
          <a:lstStyle/>
          <a:p>
            <a:r>
              <a:rPr lang="en-US" sz="2800" dirty="0"/>
              <a:t>The Value challenges</a:t>
            </a:r>
          </a:p>
        </p:txBody>
      </p:sp>
      <p:sp>
        <p:nvSpPr>
          <p:cNvPr id="5" name="Sous-titre 4">
            <a:extLst>
              <a:ext uri="{FF2B5EF4-FFF2-40B4-BE49-F238E27FC236}">
                <a16:creationId xmlns:a16="http://schemas.microsoft.com/office/drawing/2014/main" id="{36B5E41D-7A12-412D-B2B4-21467B4881FB}"/>
              </a:ext>
            </a:extLst>
          </p:cNvPr>
          <p:cNvSpPr>
            <a:spLocks noGrp="1"/>
          </p:cNvSpPr>
          <p:nvPr>
            <p:ph type="subTitle" idx="1"/>
          </p:nvPr>
        </p:nvSpPr>
        <p:spPr>
          <a:xfrm>
            <a:off x="576072" y="2890982"/>
            <a:ext cx="3233166" cy="3317794"/>
          </a:xfrm>
        </p:spPr>
        <p:txBody>
          <a:bodyPr>
            <a:normAutofit fontScale="62500" lnSpcReduction="20000"/>
          </a:bodyPr>
          <a:lstStyle/>
          <a:p>
            <a:r>
              <a:rPr lang="en-US" dirty="0"/>
              <a:t>The survival and growth of a Community depends on the value it creates for its members or even for nonmembers.</a:t>
            </a:r>
          </a:p>
          <a:p>
            <a:endParaRPr lang="en-US" dirty="0"/>
          </a:p>
          <a:p>
            <a:r>
              <a:rPr lang="en-US" dirty="0"/>
              <a:t>Value is here defined as  instant or delayed positive impacts delivered by activities to members or nonmembers</a:t>
            </a:r>
          </a:p>
        </p:txBody>
      </p:sp>
      <p:grpSp>
        <p:nvGrpSpPr>
          <p:cNvPr id="3" name="Groupe 2">
            <a:extLst>
              <a:ext uri="{FF2B5EF4-FFF2-40B4-BE49-F238E27FC236}">
                <a16:creationId xmlns:a16="http://schemas.microsoft.com/office/drawing/2014/main" id="{88A4FCD6-7976-4838-9080-C661371A3113}"/>
              </a:ext>
            </a:extLst>
          </p:cNvPr>
          <p:cNvGrpSpPr/>
          <p:nvPr/>
        </p:nvGrpSpPr>
        <p:grpSpPr>
          <a:xfrm>
            <a:off x="4901184" y="1223127"/>
            <a:ext cx="6922008" cy="4512329"/>
            <a:chOff x="4672813" y="3451227"/>
            <a:chExt cx="2174145" cy="1417285"/>
          </a:xfrm>
        </p:grpSpPr>
        <p:pic>
          <p:nvPicPr>
            <p:cNvPr id="28" name="Graphique 27" descr="Personne confuse avec un remplissage uni">
              <a:extLst>
                <a:ext uri="{FF2B5EF4-FFF2-40B4-BE49-F238E27FC236}">
                  <a16:creationId xmlns:a16="http://schemas.microsoft.com/office/drawing/2014/main" id="{3C3B4DD9-66FB-4CEB-AD08-49B1920BF30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863799" y="3451227"/>
              <a:ext cx="1983159" cy="1417285"/>
            </a:xfrm>
            <a:prstGeom prst="rect">
              <a:avLst/>
            </a:prstGeom>
          </p:spPr>
        </p:pic>
        <p:sp>
          <p:nvSpPr>
            <p:cNvPr id="32" name="ZoneTexte 31">
              <a:extLst>
                <a:ext uri="{FF2B5EF4-FFF2-40B4-BE49-F238E27FC236}">
                  <a16:creationId xmlns:a16="http://schemas.microsoft.com/office/drawing/2014/main" id="{DC758380-5EF1-44B1-B1B8-487350DB3C69}"/>
                </a:ext>
              </a:extLst>
            </p:cNvPr>
            <p:cNvSpPr txBox="1"/>
            <p:nvPr/>
          </p:nvSpPr>
          <p:spPr>
            <a:xfrm>
              <a:off x="4672813" y="3817432"/>
              <a:ext cx="721543" cy="261610"/>
            </a:xfrm>
            <a:prstGeom prst="rect">
              <a:avLst/>
            </a:prstGeom>
            <a:noFill/>
          </p:spPr>
          <p:txBody>
            <a:bodyPr wrap="square" rtlCol="0">
              <a:normAutofit/>
            </a:bodyPr>
            <a:lstStyle/>
            <a:p>
              <a:pPr algn="ctr">
                <a:lnSpc>
                  <a:spcPct val="90000"/>
                </a:lnSpc>
                <a:spcAft>
                  <a:spcPts val="600"/>
                </a:spcAft>
              </a:pPr>
              <a:r>
                <a:rPr lang="en-US" sz="5000" b="1" dirty="0">
                  <a:solidFill>
                    <a:schemeClr val="accent1"/>
                  </a:solidFill>
                </a:rPr>
                <a:t>Value</a:t>
              </a:r>
            </a:p>
          </p:txBody>
        </p:sp>
      </p:grpSp>
      <p:pic>
        <p:nvPicPr>
          <p:cNvPr id="6" name="Graphique 5" descr="Signe pouce en haut avec un remplissage uni">
            <a:extLst>
              <a:ext uri="{FF2B5EF4-FFF2-40B4-BE49-F238E27FC236}">
                <a16:creationId xmlns:a16="http://schemas.microsoft.com/office/drawing/2014/main" id="{41F4F97A-16F0-40AF-9FDA-E490E20874E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59039" y="2982327"/>
            <a:ext cx="1496868" cy="1496868"/>
          </a:xfrm>
          <a:prstGeom prst="rect">
            <a:avLst/>
          </a:prstGeom>
        </p:spPr>
      </p:pic>
      <p:pic>
        <p:nvPicPr>
          <p:cNvPr id="16" name="Graphique 15" descr="Visage portant des lunettes de soleil à remplissage uni avec un remplissage uni">
            <a:extLst>
              <a:ext uri="{FF2B5EF4-FFF2-40B4-BE49-F238E27FC236}">
                <a16:creationId xmlns:a16="http://schemas.microsoft.com/office/drawing/2014/main" id="{C91652F2-EC24-4059-942F-D3B6611047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41402" y="1223127"/>
            <a:ext cx="2049630" cy="2049630"/>
          </a:xfrm>
          <a:prstGeom prst="rect">
            <a:avLst/>
          </a:prstGeom>
        </p:spPr>
      </p:pic>
    </p:spTree>
    <p:extLst>
      <p:ext uri="{BB962C8B-B14F-4D97-AF65-F5344CB8AC3E}">
        <p14:creationId xmlns:p14="http://schemas.microsoft.com/office/powerpoint/2010/main" val="28370663"/>
      </p:ext>
    </p:extLst>
  </p:cSld>
  <p:clrMapOvr>
    <a:masterClrMapping/>
  </p:clrMapOvr>
  <mc:AlternateContent xmlns:mc="http://schemas.openxmlformats.org/markup-compatibility/2006" xmlns:p14="http://schemas.microsoft.com/office/powerpoint/2010/main">
    <mc:Choice Requires="p14">
      <p:transition spd="slow" p14:dur="2000" advTm="45917"/>
    </mc:Choice>
    <mc:Fallback xmlns="">
      <p:transition spd="slow" advTm="4591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55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55000" lnSpcReduction="20000"/>
          </a:bodyPr>
          <a:lstStyle/>
          <a:p>
            <a:pPr marL="0" indent="0">
              <a:buNone/>
            </a:pPr>
            <a:r>
              <a:rPr lang="en-US" b="1" dirty="0"/>
              <a:t>Why is your Community currently valuable for your Corporation ?</a:t>
            </a:r>
          </a:p>
          <a:p>
            <a:endParaRPr lang="en-US" dirty="0"/>
          </a:p>
          <a:p>
            <a:r>
              <a:rPr lang="en-US" dirty="0"/>
              <a:t>Good moments for members?</a:t>
            </a:r>
          </a:p>
          <a:p>
            <a:r>
              <a:rPr lang="en-US" dirty="0"/>
              <a:t>Good moments for members and nonmembers ?</a:t>
            </a:r>
          </a:p>
          <a:p>
            <a:r>
              <a:rPr lang="en-US" dirty="0"/>
              <a:t>Business Impacts ?</a:t>
            </a:r>
          </a:p>
          <a:p>
            <a:r>
              <a:rPr lang="en-US" dirty="0"/>
              <a:t>Indirect Business Impacts ?</a:t>
            </a:r>
          </a:p>
          <a:p>
            <a:r>
              <a:rPr lang="en-US" dirty="0"/>
              <a:t>Other ?</a:t>
            </a:r>
          </a:p>
          <a:p>
            <a:endParaRPr lang="en-US" dirty="0"/>
          </a:p>
          <a:p>
            <a:pPr marL="0" indent="0">
              <a:buNone/>
            </a:pPr>
            <a:r>
              <a:rPr lang="en-US" b="1" dirty="0"/>
              <a:t>What are the observable and measurable effects of your Community ?</a:t>
            </a:r>
          </a:p>
        </p:txBody>
      </p:sp>
      <p:grpSp>
        <p:nvGrpSpPr>
          <p:cNvPr id="15" name="Groupe 14">
            <a:extLst>
              <a:ext uri="{FF2B5EF4-FFF2-40B4-BE49-F238E27FC236}">
                <a16:creationId xmlns:a16="http://schemas.microsoft.com/office/drawing/2014/main" id="{7B88A337-C88C-41A1-8216-262BBFBB4F3F}"/>
              </a:ext>
            </a:extLst>
          </p:cNvPr>
          <p:cNvGrpSpPr/>
          <p:nvPr/>
        </p:nvGrpSpPr>
        <p:grpSpPr>
          <a:xfrm>
            <a:off x="1700784" y="2981971"/>
            <a:ext cx="3393730" cy="2212310"/>
            <a:chOff x="4672813" y="3451227"/>
            <a:chExt cx="2174145" cy="1417285"/>
          </a:xfrm>
        </p:grpSpPr>
        <p:pic>
          <p:nvPicPr>
            <p:cNvPr id="16" name="Graphique 15" descr="Personne confuse avec un remplissage uni">
              <a:extLst>
                <a:ext uri="{FF2B5EF4-FFF2-40B4-BE49-F238E27FC236}">
                  <a16:creationId xmlns:a16="http://schemas.microsoft.com/office/drawing/2014/main" id="{7F9211A4-8FBA-4E6F-B00F-51A8CB05798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863799" y="3451227"/>
              <a:ext cx="1983159" cy="1417285"/>
            </a:xfrm>
            <a:prstGeom prst="rect">
              <a:avLst/>
            </a:prstGeom>
          </p:spPr>
        </p:pic>
        <p:sp>
          <p:nvSpPr>
            <p:cNvPr id="17" name="ZoneTexte 16">
              <a:extLst>
                <a:ext uri="{FF2B5EF4-FFF2-40B4-BE49-F238E27FC236}">
                  <a16:creationId xmlns:a16="http://schemas.microsoft.com/office/drawing/2014/main" id="{FF2234F1-F548-43D0-816D-ABCC9B24CAB0}"/>
                </a:ext>
              </a:extLst>
            </p:cNvPr>
            <p:cNvSpPr txBox="1"/>
            <p:nvPr/>
          </p:nvSpPr>
          <p:spPr>
            <a:xfrm>
              <a:off x="4672813" y="3817432"/>
              <a:ext cx="721543" cy="261610"/>
            </a:xfrm>
            <a:prstGeom prst="rect">
              <a:avLst/>
            </a:prstGeom>
            <a:noFill/>
          </p:spPr>
          <p:txBody>
            <a:bodyPr wrap="square" rtlCol="0">
              <a:noAutofit/>
            </a:bodyPr>
            <a:lstStyle/>
            <a:p>
              <a:pPr algn="ctr">
                <a:lnSpc>
                  <a:spcPct val="90000"/>
                </a:lnSpc>
                <a:spcAft>
                  <a:spcPts val="600"/>
                </a:spcAft>
              </a:pPr>
              <a:r>
                <a:rPr lang="en-US" sz="2000" b="1" dirty="0">
                  <a:solidFill>
                    <a:schemeClr val="accent1"/>
                  </a:solidFill>
                </a:rPr>
                <a:t>Value</a:t>
              </a:r>
            </a:p>
          </p:txBody>
        </p:sp>
      </p:grpSp>
      <p:pic>
        <p:nvPicPr>
          <p:cNvPr id="18" name="Graphique 17" descr="Signe pouce en haut avec un remplissage uni">
            <a:extLst>
              <a:ext uri="{FF2B5EF4-FFF2-40B4-BE49-F238E27FC236}">
                <a16:creationId xmlns:a16="http://schemas.microsoft.com/office/drawing/2014/main" id="{E263F97E-70CF-45B9-965D-7FC33B4960A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98903" y="3814775"/>
            <a:ext cx="718810" cy="718810"/>
          </a:xfrm>
          <a:prstGeom prst="rect">
            <a:avLst/>
          </a:prstGeom>
        </p:spPr>
      </p:pic>
      <p:pic>
        <p:nvPicPr>
          <p:cNvPr id="9" name="Graphique 8" descr="Visage portant des lunettes de soleil à remplissage uni avec un remplissage uni">
            <a:extLst>
              <a:ext uri="{FF2B5EF4-FFF2-40B4-BE49-F238E27FC236}">
                <a16:creationId xmlns:a16="http://schemas.microsoft.com/office/drawing/2014/main" id="{FB95073D-6E35-40A5-B574-D26BDD60E92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49886" y="2981971"/>
            <a:ext cx="993644" cy="993644"/>
          </a:xfrm>
          <a:prstGeom prst="rect">
            <a:avLst/>
          </a:prstGeom>
        </p:spPr>
      </p:pic>
    </p:spTree>
    <p:extLst>
      <p:ext uri="{BB962C8B-B14F-4D97-AF65-F5344CB8AC3E}">
        <p14:creationId xmlns:p14="http://schemas.microsoft.com/office/powerpoint/2010/main" val="4237854791"/>
      </p:ext>
    </p:extLst>
  </p:cSld>
  <p:clrMapOvr>
    <a:masterClrMapping/>
  </p:clrMapOvr>
  <mc:AlternateContent xmlns:mc="http://schemas.openxmlformats.org/markup-compatibility/2006" xmlns:p14="http://schemas.microsoft.com/office/powerpoint/2010/main">
    <mc:Choice Requires="p14">
      <p:transition spd="slow" p14:dur="2000" advTm="34596"/>
    </mc:Choice>
    <mc:Fallback xmlns="">
      <p:transition spd="slow" advTm="34596"/>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p:txBody>
          <a:bodyPr>
            <a:noAutofit/>
          </a:bodyPr>
          <a:lstStyle/>
          <a:p>
            <a:r>
              <a:rPr lang="en-US" sz="2800" dirty="0"/>
              <a:t>Challenge #V1</a:t>
            </a:r>
            <a:br>
              <a:rPr lang="en-US" sz="2800" dirty="0"/>
            </a:br>
            <a:r>
              <a:rPr lang="en-US" sz="2800" dirty="0"/>
              <a:t>Locate the value of your Corporate community </a:t>
            </a:r>
          </a:p>
        </p:txBody>
      </p:sp>
      <p:graphicFrame>
        <p:nvGraphicFramePr>
          <p:cNvPr id="14" name="Diagramme 13">
            <a:extLst>
              <a:ext uri="{FF2B5EF4-FFF2-40B4-BE49-F238E27FC236}">
                <a16:creationId xmlns:a16="http://schemas.microsoft.com/office/drawing/2014/main" id="{83633B46-D11C-43F3-9B21-3B617788A212}"/>
              </a:ext>
            </a:extLst>
          </p:cNvPr>
          <p:cNvGraphicFramePr/>
          <p:nvPr/>
        </p:nvGraphicFramePr>
        <p:xfrm>
          <a:off x="3571575" y="1966744"/>
          <a:ext cx="5048849" cy="45054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8" name="Image 17" descr="Une image contenant herbe, football, personne, boule&#10;&#10;Description générée automatiquement">
            <a:extLst>
              <a:ext uri="{FF2B5EF4-FFF2-40B4-BE49-F238E27FC236}">
                <a16:creationId xmlns:a16="http://schemas.microsoft.com/office/drawing/2014/main" id="{2506B2F1-B10D-46AF-9BD5-692E2CE98ADE}"/>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57227" y="4599874"/>
            <a:ext cx="3110375" cy="2014982"/>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4D6C15D6-9B81-4A92-A130-F0B218FA4869}"/>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8354575" y="1824038"/>
            <a:ext cx="3226230" cy="1948307"/>
          </a:xfrm>
          <a:prstGeom prst="rect">
            <a:avLst/>
          </a:prstGeom>
        </p:spPr>
      </p:pic>
      <p:pic>
        <p:nvPicPr>
          <p:cNvPr id="26" name="Image 25" descr="Une image contenant personne, intérieur, ordinateur, table&#10;&#10;Description générée automatiquement">
            <a:extLst>
              <a:ext uri="{FF2B5EF4-FFF2-40B4-BE49-F238E27FC236}">
                <a16:creationId xmlns:a16="http://schemas.microsoft.com/office/drawing/2014/main" id="{C305FB46-4485-4DB1-8AB1-5DF4A67323D1}"/>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8354575" y="4551548"/>
            <a:ext cx="3167450" cy="2111634"/>
          </a:xfrm>
          <a:prstGeom prst="rect">
            <a:avLst/>
          </a:prstGeom>
        </p:spPr>
      </p:pic>
      <p:sp>
        <p:nvSpPr>
          <p:cNvPr id="29" name="ZoneTexte 28">
            <a:extLst>
              <a:ext uri="{FF2B5EF4-FFF2-40B4-BE49-F238E27FC236}">
                <a16:creationId xmlns:a16="http://schemas.microsoft.com/office/drawing/2014/main" id="{CBB50324-226E-4B8A-9AF9-96E3C335CCCD}"/>
              </a:ext>
            </a:extLst>
          </p:cNvPr>
          <p:cNvSpPr txBox="1"/>
          <p:nvPr/>
        </p:nvSpPr>
        <p:spPr>
          <a:xfrm>
            <a:off x="4669970" y="1597412"/>
            <a:ext cx="2852057" cy="369332"/>
          </a:xfrm>
          <a:prstGeom prst="rect">
            <a:avLst/>
          </a:prstGeom>
          <a:noFill/>
        </p:spPr>
        <p:txBody>
          <a:bodyPr wrap="square">
            <a:spAutoFit/>
          </a:bodyPr>
          <a:lstStyle/>
          <a:p>
            <a:pPr lvl="0" algn="ctr"/>
            <a:r>
              <a:rPr lang="en-US" dirty="0"/>
              <a:t>Direct business value</a:t>
            </a:r>
          </a:p>
        </p:txBody>
      </p:sp>
      <p:sp>
        <p:nvSpPr>
          <p:cNvPr id="30" name="ZoneTexte 29">
            <a:extLst>
              <a:ext uri="{FF2B5EF4-FFF2-40B4-BE49-F238E27FC236}">
                <a16:creationId xmlns:a16="http://schemas.microsoft.com/office/drawing/2014/main" id="{B6C16B1D-FA36-4119-B1CD-371D0C97DDD2}"/>
              </a:ext>
            </a:extLst>
          </p:cNvPr>
          <p:cNvSpPr txBox="1"/>
          <p:nvPr/>
        </p:nvSpPr>
        <p:spPr>
          <a:xfrm>
            <a:off x="4589219" y="6404903"/>
            <a:ext cx="2852057" cy="369332"/>
          </a:xfrm>
          <a:prstGeom prst="rect">
            <a:avLst/>
          </a:prstGeom>
          <a:noFill/>
        </p:spPr>
        <p:txBody>
          <a:bodyPr wrap="square">
            <a:spAutoFit/>
          </a:bodyPr>
          <a:lstStyle/>
          <a:p>
            <a:pPr lvl="0" algn="ctr"/>
            <a:r>
              <a:rPr lang="en-US" dirty="0"/>
              <a:t>Indirect business value</a:t>
            </a:r>
          </a:p>
        </p:txBody>
      </p:sp>
      <p:sp>
        <p:nvSpPr>
          <p:cNvPr id="31" name="ZoneTexte 30">
            <a:extLst>
              <a:ext uri="{FF2B5EF4-FFF2-40B4-BE49-F238E27FC236}">
                <a16:creationId xmlns:a16="http://schemas.microsoft.com/office/drawing/2014/main" id="{0C628DBD-0EB1-4A75-9284-82CA232A7E65}"/>
              </a:ext>
            </a:extLst>
          </p:cNvPr>
          <p:cNvSpPr txBox="1"/>
          <p:nvPr/>
        </p:nvSpPr>
        <p:spPr>
          <a:xfrm>
            <a:off x="6308489" y="4034781"/>
            <a:ext cx="5717607" cy="369332"/>
          </a:xfrm>
          <a:prstGeom prst="rect">
            <a:avLst/>
          </a:prstGeom>
          <a:noFill/>
        </p:spPr>
        <p:txBody>
          <a:bodyPr wrap="square">
            <a:spAutoFit/>
          </a:bodyPr>
          <a:lstStyle/>
          <a:p>
            <a:pPr lvl="0" algn="r"/>
            <a:r>
              <a:rPr lang="en-US" dirty="0"/>
              <a:t>Value is for members and nonmembers</a:t>
            </a:r>
          </a:p>
        </p:txBody>
      </p:sp>
      <p:sp>
        <p:nvSpPr>
          <p:cNvPr id="32" name="ZoneTexte 31">
            <a:extLst>
              <a:ext uri="{FF2B5EF4-FFF2-40B4-BE49-F238E27FC236}">
                <a16:creationId xmlns:a16="http://schemas.microsoft.com/office/drawing/2014/main" id="{F52BBE30-A0C8-4495-88A5-2E5EC0449CE9}"/>
              </a:ext>
            </a:extLst>
          </p:cNvPr>
          <p:cNvSpPr txBox="1"/>
          <p:nvPr/>
        </p:nvSpPr>
        <p:spPr>
          <a:xfrm>
            <a:off x="712771" y="4001158"/>
            <a:ext cx="5717607" cy="369332"/>
          </a:xfrm>
          <a:prstGeom prst="rect">
            <a:avLst/>
          </a:prstGeom>
          <a:noFill/>
        </p:spPr>
        <p:txBody>
          <a:bodyPr wrap="square">
            <a:spAutoFit/>
          </a:bodyPr>
          <a:lstStyle/>
          <a:p>
            <a:pPr lvl="0"/>
            <a:r>
              <a:rPr lang="en-US" dirty="0"/>
              <a:t>Value is mostly for members</a:t>
            </a:r>
          </a:p>
        </p:txBody>
      </p:sp>
      <p:pic>
        <p:nvPicPr>
          <p:cNvPr id="34" name="Image 33" descr="Une image contenant personne, debout, intérieur, gens&#10;&#10;Description générée automatiquement">
            <a:extLst>
              <a:ext uri="{FF2B5EF4-FFF2-40B4-BE49-F238E27FC236}">
                <a16:creationId xmlns:a16="http://schemas.microsoft.com/office/drawing/2014/main" id="{10A60A4F-5E47-466F-B542-B30C49924885}"/>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902709" y="1753073"/>
            <a:ext cx="2853113" cy="1903005"/>
          </a:xfrm>
          <a:prstGeom prst="rect">
            <a:avLst/>
          </a:prstGeom>
        </p:spPr>
      </p:pic>
    </p:spTree>
    <p:extLst>
      <p:ext uri="{BB962C8B-B14F-4D97-AF65-F5344CB8AC3E}">
        <p14:creationId xmlns:p14="http://schemas.microsoft.com/office/powerpoint/2010/main" val="3098309932"/>
      </p:ext>
    </p:extLst>
  </p:cSld>
  <p:clrMapOvr>
    <a:masterClrMapping/>
  </p:clrMapOvr>
  <mc:AlternateContent xmlns:mc="http://schemas.openxmlformats.org/markup-compatibility/2006" xmlns:p14="http://schemas.microsoft.com/office/powerpoint/2010/main">
    <mc:Choice Requires="p14">
      <p:transition spd="slow" p14:dur="2000" advTm="53124"/>
    </mc:Choice>
    <mc:Fallback xmlns="">
      <p:transition spd="slow" advTm="53124"/>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With which quadrant are you the most experienced ?</a:t>
            </a:r>
          </a:p>
          <a:p>
            <a:pPr marL="0" indent="0">
              <a:buNone/>
            </a:pPr>
            <a:endParaRPr lang="en-US" noProof="1"/>
          </a:p>
          <a:p>
            <a:pPr marL="0" indent="0">
              <a:buNone/>
            </a:pPr>
            <a:r>
              <a:rPr lang="en-US" noProof="1"/>
              <a:t>In which quadrants is your Community providing the most value ?</a:t>
            </a:r>
          </a:p>
        </p:txBody>
      </p:sp>
      <p:grpSp>
        <p:nvGrpSpPr>
          <p:cNvPr id="3" name="Groupe 2">
            <a:extLst>
              <a:ext uri="{FF2B5EF4-FFF2-40B4-BE49-F238E27FC236}">
                <a16:creationId xmlns:a16="http://schemas.microsoft.com/office/drawing/2014/main" id="{74584C3C-6A90-4AB5-B647-54B0C85439B4}"/>
              </a:ext>
            </a:extLst>
          </p:cNvPr>
          <p:cNvGrpSpPr/>
          <p:nvPr/>
        </p:nvGrpSpPr>
        <p:grpSpPr>
          <a:xfrm>
            <a:off x="1375352" y="2595391"/>
            <a:ext cx="4418191" cy="2824701"/>
            <a:chOff x="887365" y="1911764"/>
            <a:chExt cx="5814011" cy="3717097"/>
          </a:xfrm>
        </p:grpSpPr>
        <p:pic>
          <p:nvPicPr>
            <p:cNvPr id="10" name="Image 9" descr="Une image contenant herbe, football, personne, boule&#10;&#10;Description générée automatiquement">
              <a:extLst>
                <a:ext uri="{FF2B5EF4-FFF2-40B4-BE49-F238E27FC236}">
                  <a16:creationId xmlns:a16="http://schemas.microsoft.com/office/drawing/2014/main" id="{8DD541F5-F9F4-463D-BC94-B023AFA5C49A}"/>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b="2089"/>
            <a:stretch/>
          </p:blipFill>
          <p:spPr>
            <a:xfrm>
              <a:off x="887365" y="3818089"/>
              <a:ext cx="2854800" cy="1810772"/>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9383139B-F096-4F92-B43F-B00C9FAA738D}"/>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7406" b="4518"/>
            <a:stretch/>
          </p:blipFill>
          <p:spPr>
            <a:xfrm>
              <a:off x="3846576" y="1911764"/>
              <a:ext cx="2854800" cy="1810772"/>
            </a:xfrm>
            <a:prstGeom prst="rect">
              <a:avLst/>
            </a:prstGeom>
          </p:spPr>
        </p:pic>
        <p:pic>
          <p:nvPicPr>
            <p:cNvPr id="12" name="Image 11" descr="Une image contenant personne, intérieur, ordinateur, table&#10;&#10;Description générée automatiquement">
              <a:extLst>
                <a:ext uri="{FF2B5EF4-FFF2-40B4-BE49-F238E27FC236}">
                  <a16:creationId xmlns:a16="http://schemas.microsoft.com/office/drawing/2014/main" id="{81D06FE8-C928-47B4-A503-F0ACC29507CA}"/>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b="4857"/>
            <a:stretch/>
          </p:blipFill>
          <p:spPr>
            <a:xfrm>
              <a:off x="3846576" y="3794304"/>
              <a:ext cx="2854800" cy="1810772"/>
            </a:xfrm>
            <a:prstGeom prst="rect">
              <a:avLst/>
            </a:prstGeom>
          </p:spPr>
        </p:pic>
        <p:pic>
          <p:nvPicPr>
            <p:cNvPr id="13" name="Image 12" descr="Une image contenant personne, debout, intérieur, gens&#10;&#10;Description générée automatiquement">
              <a:extLst>
                <a:ext uri="{FF2B5EF4-FFF2-40B4-BE49-F238E27FC236}">
                  <a16:creationId xmlns:a16="http://schemas.microsoft.com/office/drawing/2014/main" id="{AD8F7C40-B3CA-45DB-9F97-10B3F6AB5311}"/>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t="4903"/>
            <a:stretch/>
          </p:blipFill>
          <p:spPr>
            <a:xfrm>
              <a:off x="893064" y="1911764"/>
              <a:ext cx="2854800" cy="1810772"/>
            </a:xfrm>
            <a:prstGeom prst="rect">
              <a:avLst/>
            </a:prstGeom>
          </p:spPr>
        </p:pic>
      </p:grpSp>
      <p:graphicFrame>
        <p:nvGraphicFramePr>
          <p:cNvPr id="14" name="Diagramme 13">
            <a:extLst>
              <a:ext uri="{FF2B5EF4-FFF2-40B4-BE49-F238E27FC236}">
                <a16:creationId xmlns:a16="http://schemas.microsoft.com/office/drawing/2014/main" id="{74E37F24-16BF-4499-8286-906639EC4704}"/>
              </a:ext>
            </a:extLst>
          </p:cNvPr>
          <p:cNvGraphicFramePr/>
          <p:nvPr/>
        </p:nvGraphicFramePr>
        <p:xfrm>
          <a:off x="2398790" y="2820765"/>
          <a:ext cx="2371316" cy="237395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253061536"/>
      </p:ext>
    </p:extLst>
  </p:cSld>
  <p:clrMapOvr>
    <a:masterClrMapping/>
  </p:clrMapOvr>
  <mc:AlternateContent xmlns:mc="http://schemas.openxmlformats.org/markup-compatibility/2006" xmlns:p14="http://schemas.microsoft.com/office/powerpoint/2010/main">
    <mc:Choice Requires="p14">
      <p:transition spd="slow" p14:dur="2000" advTm="31491"/>
    </mc:Choice>
    <mc:Fallback xmlns="">
      <p:transition spd="slow" advTm="3149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have the impression to start all over again, and we have no growth even if we deliver a lot of value</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6" name="Graphique 5" descr="Visage triste à remplissage solide avec un remplissage uni">
            <a:extLst>
              <a:ext uri="{FF2B5EF4-FFF2-40B4-BE49-F238E27FC236}">
                <a16:creationId xmlns:a16="http://schemas.microsoft.com/office/drawing/2014/main" id="{97A2C2E5-B4DC-442F-8972-4F315E7501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52142" y="4800599"/>
            <a:ext cx="664783" cy="664783"/>
          </a:xfrm>
          <a:prstGeom prst="rect">
            <a:avLst/>
          </a:prstGeom>
        </p:spPr>
      </p:pic>
    </p:spTree>
    <p:extLst>
      <p:ext uri="{BB962C8B-B14F-4D97-AF65-F5344CB8AC3E}">
        <p14:creationId xmlns:p14="http://schemas.microsoft.com/office/powerpoint/2010/main" val="3593294114"/>
      </p:ext>
    </p:extLst>
  </p:cSld>
  <p:clrMapOvr>
    <a:masterClrMapping/>
  </p:clrMapOvr>
  <mc:AlternateContent xmlns:mc="http://schemas.openxmlformats.org/markup-compatibility/2006" xmlns:p14="http://schemas.microsoft.com/office/powerpoint/2010/main">
    <mc:Choice Requires="p14">
      <p:transition spd="slow" p14:dur="2000" advTm="16305"/>
    </mc:Choice>
    <mc:Fallback xmlns="">
      <p:transition spd="slow" advTm="16305"/>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p:txBody>
          <a:bodyPr>
            <a:normAutofit fontScale="90000"/>
          </a:bodyPr>
          <a:lstStyle/>
          <a:p>
            <a:r>
              <a:rPr lang="en-US" dirty="0"/>
              <a:t>Challenge #V2</a:t>
            </a:r>
            <a:br>
              <a:rPr lang="en-US" dirty="0"/>
            </a:br>
            <a:r>
              <a:rPr lang="en-US" dirty="0"/>
              <a:t>Exploit Value Momentum</a:t>
            </a:r>
          </a:p>
        </p:txBody>
      </p:sp>
      <p:sp>
        <p:nvSpPr>
          <p:cNvPr id="3" name="Espace réservé du contenu 2">
            <a:extLst>
              <a:ext uri="{FF2B5EF4-FFF2-40B4-BE49-F238E27FC236}">
                <a16:creationId xmlns:a16="http://schemas.microsoft.com/office/drawing/2014/main" id="{092745A1-9B8C-48B4-893A-6DDAED76D321}"/>
              </a:ext>
            </a:extLst>
          </p:cNvPr>
          <p:cNvSpPr>
            <a:spLocks noGrp="1"/>
          </p:cNvSpPr>
          <p:nvPr>
            <p:ph idx="1"/>
          </p:nvPr>
        </p:nvSpPr>
        <p:spPr>
          <a:xfrm>
            <a:off x="819974" y="4861062"/>
            <a:ext cx="4744056" cy="1448298"/>
          </a:xfrm>
        </p:spPr>
        <p:txBody>
          <a:bodyPr>
            <a:noAutofit/>
          </a:bodyPr>
          <a:lstStyle/>
          <a:p>
            <a:pPr marL="0" indent="0">
              <a:buNone/>
            </a:pPr>
            <a:r>
              <a:rPr lang="en-US" sz="1400" b="1" dirty="0"/>
              <a:t>Value Usage</a:t>
            </a:r>
          </a:p>
          <a:p>
            <a:pPr marL="514350" indent="-514350">
              <a:buFont typeface="+mj-lt"/>
              <a:buAutoNum type="arabicPeriod"/>
            </a:pPr>
            <a:r>
              <a:rPr lang="en-US" sz="1400" dirty="0"/>
              <a:t>The value produced by a community (positive effects, business benefits, etc.) helps the growth of the Community or its reinforcement</a:t>
            </a:r>
          </a:p>
          <a:p>
            <a:pPr marL="514350" indent="-514350">
              <a:buFont typeface="+mj-lt"/>
              <a:buAutoNum type="arabicPeriod"/>
            </a:pPr>
            <a:r>
              <a:rPr lang="en-US" sz="1400" dirty="0"/>
              <a:t>The more value, the higher the chances of growth or reinforcement</a:t>
            </a:r>
          </a:p>
          <a:p>
            <a:endParaRPr lang="en-US" sz="1400" dirty="0"/>
          </a:p>
          <a:p>
            <a:endParaRPr lang="en-US" sz="1400" dirty="0"/>
          </a:p>
        </p:txBody>
      </p:sp>
      <p:sp>
        <p:nvSpPr>
          <p:cNvPr id="5" name="ZoneTexte 4">
            <a:extLst>
              <a:ext uri="{FF2B5EF4-FFF2-40B4-BE49-F238E27FC236}">
                <a16:creationId xmlns:a16="http://schemas.microsoft.com/office/drawing/2014/main" id="{C176C733-1E4D-4124-86B1-4BCF1E31BE7B}"/>
              </a:ext>
            </a:extLst>
          </p:cNvPr>
          <p:cNvSpPr txBox="1"/>
          <p:nvPr/>
        </p:nvSpPr>
        <p:spPr>
          <a:xfrm>
            <a:off x="5798852" y="4861062"/>
            <a:ext cx="5484844" cy="1600438"/>
          </a:xfrm>
          <a:prstGeom prst="rect">
            <a:avLst/>
          </a:prstGeom>
          <a:noFill/>
        </p:spPr>
        <p:txBody>
          <a:bodyPr wrap="square">
            <a:spAutoFit/>
          </a:bodyPr>
          <a:lstStyle/>
          <a:p>
            <a:pPr marL="0" indent="0">
              <a:buNone/>
            </a:pPr>
            <a:r>
              <a:rPr lang="en-US" sz="1400" b="1" dirty="0"/>
              <a:t>Value Momentum </a:t>
            </a:r>
          </a:p>
          <a:p>
            <a:pPr marL="0" indent="0">
              <a:buNone/>
            </a:pPr>
            <a:endParaRPr lang="en-US" sz="1400" b="1" dirty="0"/>
          </a:p>
          <a:p>
            <a:pPr marL="342900" indent="-342900">
              <a:buFont typeface="+mj-lt"/>
              <a:buAutoNum type="arabicPeriod"/>
            </a:pPr>
            <a:r>
              <a:rPr lang="en-US" sz="1400" dirty="0"/>
              <a:t>If value is not quickly used for growth or reinforcement, the positive effects forgotten by members and nonmembers. Therefore, momentum will be lost</a:t>
            </a:r>
          </a:p>
          <a:p>
            <a:pPr marL="342900" indent="-342900">
              <a:buFont typeface="+mj-lt"/>
              <a:buAutoNum type="arabicPeriod"/>
            </a:pPr>
            <a:r>
              <a:rPr lang="en-US" sz="1400" dirty="0"/>
              <a:t>If value (positive effects) are used for growth, reinforcement, or improvement, momentum is conserved.</a:t>
            </a:r>
          </a:p>
        </p:txBody>
      </p:sp>
      <p:pic>
        <p:nvPicPr>
          <p:cNvPr id="6" name="Graphique 5" descr="Signe pouce en haut avec un remplissage uni">
            <a:extLst>
              <a:ext uri="{FF2B5EF4-FFF2-40B4-BE49-F238E27FC236}">
                <a16:creationId xmlns:a16="http://schemas.microsoft.com/office/drawing/2014/main" id="{7DCE7977-26BD-413E-A59A-0B35AD0185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6577" y="2785665"/>
            <a:ext cx="1496868" cy="1496868"/>
          </a:xfrm>
          <a:prstGeom prst="rect">
            <a:avLst/>
          </a:prstGeom>
        </p:spPr>
      </p:pic>
      <p:sp>
        <p:nvSpPr>
          <p:cNvPr id="8" name="Flèche : droite 7">
            <a:extLst>
              <a:ext uri="{FF2B5EF4-FFF2-40B4-BE49-F238E27FC236}">
                <a16:creationId xmlns:a16="http://schemas.microsoft.com/office/drawing/2014/main" id="{A5AE8DEC-0A02-47CE-A044-208C7C5BBE72}"/>
              </a:ext>
            </a:extLst>
          </p:cNvPr>
          <p:cNvSpPr/>
          <p:nvPr/>
        </p:nvSpPr>
        <p:spPr>
          <a:xfrm>
            <a:off x="2716127" y="3446057"/>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e 12">
            <a:extLst>
              <a:ext uri="{FF2B5EF4-FFF2-40B4-BE49-F238E27FC236}">
                <a16:creationId xmlns:a16="http://schemas.microsoft.com/office/drawing/2014/main" id="{D79EDEB1-7BE9-4627-9813-06D1AC514076}"/>
              </a:ext>
            </a:extLst>
          </p:cNvPr>
          <p:cNvGrpSpPr/>
          <p:nvPr/>
        </p:nvGrpSpPr>
        <p:grpSpPr>
          <a:xfrm>
            <a:off x="3728897" y="2463257"/>
            <a:ext cx="1228866" cy="1228866"/>
            <a:chOff x="3728897" y="2897155"/>
            <a:chExt cx="914400" cy="914400"/>
          </a:xfrm>
        </p:grpSpPr>
        <p:pic>
          <p:nvPicPr>
            <p:cNvPr id="10" name="Graphique 9" descr="Ne plus suivre avec un remplissage uni">
              <a:extLst>
                <a:ext uri="{FF2B5EF4-FFF2-40B4-BE49-F238E27FC236}">
                  <a16:creationId xmlns:a16="http://schemas.microsoft.com/office/drawing/2014/main" id="{46FF9056-AB1F-42AE-9983-93CB241900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12" name="Signe Plus 11">
              <a:extLst>
                <a:ext uri="{FF2B5EF4-FFF2-40B4-BE49-F238E27FC236}">
                  <a16:creationId xmlns:a16="http://schemas.microsoft.com/office/drawing/2014/main" id="{2EAA5DED-D45E-4413-BE7D-1D641C688BEE}"/>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Graphique 14" descr="Amélioration continue avec un remplissage uni">
            <a:extLst>
              <a:ext uri="{FF2B5EF4-FFF2-40B4-BE49-F238E27FC236}">
                <a16:creationId xmlns:a16="http://schemas.microsoft.com/office/drawing/2014/main" id="{E2E77F46-8FAB-42A1-88CF-4537DFB6F36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34240" y="3064200"/>
            <a:ext cx="1179576" cy="1179576"/>
          </a:xfrm>
          <a:prstGeom prst="rect">
            <a:avLst/>
          </a:prstGeom>
        </p:spPr>
      </p:pic>
      <p:pic>
        <p:nvPicPr>
          <p:cNvPr id="16" name="Graphique 15" descr="Signe pouce en haut avec un remplissage uni">
            <a:extLst>
              <a:ext uri="{FF2B5EF4-FFF2-40B4-BE49-F238E27FC236}">
                <a16:creationId xmlns:a16="http://schemas.microsoft.com/office/drawing/2014/main" id="{2C960831-0B25-4814-B889-F6C10C807B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09107" y="2743668"/>
            <a:ext cx="489864" cy="489864"/>
          </a:xfrm>
          <a:prstGeom prst="rect">
            <a:avLst/>
          </a:prstGeom>
        </p:spPr>
      </p:pic>
      <p:grpSp>
        <p:nvGrpSpPr>
          <p:cNvPr id="17" name="Groupe 16">
            <a:extLst>
              <a:ext uri="{FF2B5EF4-FFF2-40B4-BE49-F238E27FC236}">
                <a16:creationId xmlns:a16="http://schemas.microsoft.com/office/drawing/2014/main" id="{7B132B84-774C-4087-98D9-0802D5E324F3}"/>
              </a:ext>
            </a:extLst>
          </p:cNvPr>
          <p:cNvGrpSpPr/>
          <p:nvPr/>
        </p:nvGrpSpPr>
        <p:grpSpPr>
          <a:xfrm>
            <a:off x="8133897" y="3653182"/>
            <a:ext cx="570014" cy="570014"/>
            <a:chOff x="3728897" y="2897155"/>
            <a:chExt cx="914400" cy="914400"/>
          </a:xfrm>
        </p:grpSpPr>
        <p:pic>
          <p:nvPicPr>
            <p:cNvPr id="18" name="Graphique 17" descr="Ne plus suivre avec un remplissage uni">
              <a:extLst>
                <a:ext uri="{FF2B5EF4-FFF2-40B4-BE49-F238E27FC236}">
                  <a16:creationId xmlns:a16="http://schemas.microsoft.com/office/drawing/2014/main" id="{E2E79D55-95AD-48ED-9A75-0C6A2C9785E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19" name="Signe Plus 18">
              <a:extLst>
                <a:ext uri="{FF2B5EF4-FFF2-40B4-BE49-F238E27FC236}">
                  <a16:creationId xmlns:a16="http://schemas.microsoft.com/office/drawing/2014/main" id="{6C8A50D8-A22B-441E-B868-6289AA3E48EC}"/>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Graphique 20" descr="Bras musclé avec un remplissage uni">
            <a:extLst>
              <a:ext uri="{FF2B5EF4-FFF2-40B4-BE49-F238E27FC236}">
                <a16:creationId xmlns:a16="http://schemas.microsoft.com/office/drawing/2014/main" id="{52C9B460-7416-4131-AE69-8891E3D1F44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792866" y="3623674"/>
            <a:ext cx="948124" cy="948124"/>
          </a:xfrm>
          <a:prstGeom prst="rect">
            <a:avLst/>
          </a:prstGeom>
        </p:spPr>
      </p:pic>
      <p:pic>
        <p:nvPicPr>
          <p:cNvPr id="22" name="Graphique 21" descr="Bras musclé avec un remplissage uni">
            <a:extLst>
              <a:ext uri="{FF2B5EF4-FFF2-40B4-BE49-F238E27FC236}">
                <a16:creationId xmlns:a16="http://schemas.microsoft.com/office/drawing/2014/main" id="{8F9CB66E-73C7-4294-BFB2-7CFFFCC74CC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017467" y="3709589"/>
            <a:ext cx="476250" cy="476250"/>
          </a:xfrm>
          <a:prstGeom prst="rect">
            <a:avLst/>
          </a:prstGeom>
        </p:spPr>
      </p:pic>
    </p:spTree>
    <p:extLst>
      <p:ext uri="{BB962C8B-B14F-4D97-AF65-F5344CB8AC3E}">
        <p14:creationId xmlns:p14="http://schemas.microsoft.com/office/powerpoint/2010/main" val="2643618839"/>
      </p:ext>
    </p:extLst>
  </p:cSld>
  <p:clrMapOvr>
    <a:masterClrMapping/>
  </p:clrMapOvr>
  <mc:AlternateContent xmlns:mc="http://schemas.openxmlformats.org/markup-compatibility/2006" xmlns:p14="http://schemas.microsoft.com/office/powerpoint/2010/main">
    <mc:Choice Requires="p14">
      <p:transition spd="slow" p14:dur="2000" advTm="84344"/>
    </mc:Choice>
    <mc:Fallback xmlns="">
      <p:transition spd="slow" advTm="84344"/>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How familiar are you with managing the momentum ?</a:t>
            </a:r>
          </a:p>
          <a:p>
            <a:pPr marL="0" indent="0">
              <a:buNone/>
            </a:pPr>
            <a:endParaRPr lang="en-US" noProof="1"/>
          </a:p>
          <a:p>
            <a:pPr marL="0" indent="0">
              <a:buNone/>
            </a:pPr>
            <a:r>
              <a:rPr lang="en-US" noProof="1"/>
              <a:t>How do you usually exploit the positive results of a Community Event ? </a:t>
            </a:r>
          </a:p>
        </p:txBody>
      </p:sp>
      <p:pic>
        <p:nvPicPr>
          <p:cNvPr id="6" name="Graphique 5" descr="Signe pouce en haut avec un remplissage uni">
            <a:extLst>
              <a:ext uri="{FF2B5EF4-FFF2-40B4-BE49-F238E27FC236}">
                <a16:creationId xmlns:a16="http://schemas.microsoft.com/office/drawing/2014/main" id="{0CEE4BDE-7570-4832-B3D3-7B19C0F57F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7421" y="3237357"/>
            <a:ext cx="1496868" cy="1496868"/>
          </a:xfrm>
          <a:prstGeom prst="rect">
            <a:avLst/>
          </a:prstGeom>
        </p:spPr>
      </p:pic>
      <p:sp>
        <p:nvSpPr>
          <p:cNvPr id="7" name="Flèche : droite 6">
            <a:extLst>
              <a:ext uri="{FF2B5EF4-FFF2-40B4-BE49-F238E27FC236}">
                <a16:creationId xmlns:a16="http://schemas.microsoft.com/office/drawing/2014/main" id="{DBD0239B-3A17-40C2-8AA0-CE6C5420AE2E}"/>
              </a:ext>
            </a:extLst>
          </p:cNvPr>
          <p:cNvSpPr/>
          <p:nvPr/>
        </p:nvSpPr>
        <p:spPr>
          <a:xfrm>
            <a:off x="3266971" y="389774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e 7">
            <a:extLst>
              <a:ext uri="{FF2B5EF4-FFF2-40B4-BE49-F238E27FC236}">
                <a16:creationId xmlns:a16="http://schemas.microsoft.com/office/drawing/2014/main" id="{611BEAB3-133F-4738-A3CA-1A4E835CCA2C}"/>
              </a:ext>
            </a:extLst>
          </p:cNvPr>
          <p:cNvGrpSpPr/>
          <p:nvPr/>
        </p:nvGrpSpPr>
        <p:grpSpPr>
          <a:xfrm>
            <a:off x="4279741" y="2914949"/>
            <a:ext cx="1228866" cy="1228866"/>
            <a:chOff x="3728897" y="2897155"/>
            <a:chExt cx="914400" cy="914400"/>
          </a:xfrm>
        </p:grpSpPr>
        <p:pic>
          <p:nvPicPr>
            <p:cNvPr id="9" name="Graphique 8" descr="Ne plus suivre avec un remplissage uni">
              <a:extLst>
                <a:ext uri="{FF2B5EF4-FFF2-40B4-BE49-F238E27FC236}">
                  <a16:creationId xmlns:a16="http://schemas.microsoft.com/office/drawing/2014/main" id="{E8362CEE-B36F-469D-8E1F-EDCBA97A47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28897" y="2897155"/>
              <a:ext cx="914400" cy="914400"/>
            </a:xfrm>
            <a:prstGeom prst="rect">
              <a:avLst/>
            </a:prstGeom>
          </p:spPr>
        </p:pic>
        <p:sp>
          <p:nvSpPr>
            <p:cNvPr id="10" name="Signe Plus 9">
              <a:extLst>
                <a:ext uri="{FF2B5EF4-FFF2-40B4-BE49-F238E27FC236}">
                  <a16:creationId xmlns:a16="http://schemas.microsoft.com/office/drawing/2014/main" id="{F41C51B7-BCA5-4433-B6CE-8BC089586A1D}"/>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Graphique 10" descr="Bras musclé avec un remplissage uni">
            <a:extLst>
              <a:ext uri="{FF2B5EF4-FFF2-40B4-BE49-F238E27FC236}">
                <a16:creationId xmlns:a16="http://schemas.microsoft.com/office/drawing/2014/main" id="{22025417-DD43-43F8-9815-913E0049988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43710" y="4075366"/>
            <a:ext cx="948124" cy="948124"/>
          </a:xfrm>
          <a:prstGeom prst="rect">
            <a:avLst/>
          </a:prstGeom>
        </p:spPr>
      </p:pic>
    </p:spTree>
    <p:extLst>
      <p:ext uri="{BB962C8B-B14F-4D97-AF65-F5344CB8AC3E}">
        <p14:creationId xmlns:p14="http://schemas.microsoft.com/office/powerpoint/2010/main" val="585983860"/>
      </p:ext>
    </p:extLst>
  </p:cSld>
  <p:clrMapOvr>
    <a:masterClrMapping/>
  </p:clrMapOvr>
  <mc:AlternateContent xmlns:mc="http://schemas.openxmlformats.org/markup-compatibility/2006" xmlns:p14="http://schemas.microsoft.com/office/powerpoint/2010/main">
    <mc:Choice Requires="p14">
      <p:transition spd="slow" p14:dur="2000" advTm="32135"/>
    </mc:Choice>
    <mc:Fallback xmlns="">
      <p:transition spd="slow" advTm="32135"/>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p:txBody>
          <a:bodyPr>
            <a:normAutofit fontScale="90000"/>
          </a:bodyPr>
          <a:lstStyle/>
          <a:p>
            <a:r>
              <a:rPr lang="en-US" dirty="0"/>
              <a:t>Exercise #V2</a:t>
            </a:r>
            <a:br>
              <a:rPr lang="en-US" dirty="0"/>
            </a:br>
            <a:r>
              <a:rPr lang="en-US" dirty="0"/>
              <a:t>Write down how you would exploit the momentum of key value you create</a:t>
            </a:r>
          </a:p>
        </p:txBody>
      </p:sp>
      <p:grpSp>
        <p:nvGrpSpPr>
          <p:cNvPr id="9" name="Groupe 8">
            <a:extLst>
              <a:ext uri="{FF2B5EF4-FFF2-40B4-BE49-F238E27FC236}">
                <a16:creationId xmlns:a16="http://schemas.microsoft.com/office/drawing/2014/main" id="{E0055EFF-E607-405E-AFE0-4986DB1AE613}"/>
              </a:ext>
            </a:extLst>
          </p:cNvPr>
          <p:cNvGrpSpPr/>
          <p:nvPr/>
        </p:nvGrpSpPr>
        <p:grpSpPr>
          <a:xfrm>
            <a:off x="1115568" y="3328963"/>
            <a:ext cx="2188025" cy="1179576"/>
            <a:chOff x="194320" y="3310509"/>
            <a:chExt cx="3911186" cy="2108541"/>
          </a:xfrm>
        </p:grpSpPr>
        <p:pic>
          <p:nvPicPr>
            <p:cNvPr id="6" name="Graphique 5" descr="Signe pouce en haut avec un remplissage uni">
              <a:extLst>
                <a:ext uri="{FF2B5EF4-FFF2-40B4-BE49-F238E27FC236}">
                  <a16:creationId xmlns:a16="http://schemas.microsoft.com/office/drawing/2014/main" id="{7DCE7977-26BD-413E-A59A-0B35AD0185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8" name="Flèche : droite 7">
              <a:extLst>
                <a:ext uri="{FF2B5EF4-FFF2-40B4-BE49-F238E27FC236}">
                  <a16:creationId xmlns:a16="http://schemas.microsoft.com/office/drawing/2014/main" id="{A5AE8DEC-0A02-47CE-A044-208C7C5BBE72}"/>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e 12">
              <a:extLst>
                <a:ext uri="{FF2B5EF4-FFF2-40B4-BE49-F238E27FC236}">
                  <a16:creationId xmlns:a16="http://schemas.microsoft.com/office/drawing/2014/main" id="{D79EDEB1-7BE9-4627-9813-06D1AC514076}"/>
                </a:ext>
              </a:extLst>
            </p:cNvPr>
            <p:cNvGrpSpPr/>
            <p:nvPr/>
          </p:nvGrpSpPr>
          <p:grpSpPr>
            <a:xfrm>
              <a:off x="2876640" y="3310509"/>
              <a:ext cx="1228866" cy="1228866"/>
              <a:chOff x="3728897" y="2897155"/>
              <a:chExt cx="914400" cy="914400"/>
            </a:xfrm>
          </p:grpSpPr>
          <p:pic>
            <p:nvPicPr>
              <p:cNvPr id="10" name="Graphique 9" descr="Ne plus suivre avec un remplissage uni">
                <a:extLst>
                  <a:ext uri="{FF2B5EF4-FFF2-40B4-BE49-F238E27FC236}">
                    <a16:creationId xmlns:a16="http://schemas.microsoft.com/office/drawing/2014/main" id="{46FF9056-AB1F-42AE-9983-93CB241900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12" name="Signe Plus 11">
                <a:extLst>
                  <a:ext uri="{FF2B5EF4-FFF2-40B4-BE49-F238E27FC236}">
                    <a16:creationId xmlns:a16="http://schemas.microsoft.com/office/drawing/2014/main" id="{2EAA5DED-D45E-4413-BE7D-1D641C688BEE}"/>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Graphique 20" descr="Bras musclé avec un remplissage uni">
              <a:extLst>
                <a:ext uri="{FF2B5EF4-FFF2-40B4-BE49-F238E27FC236}">
                  <a16:creationId xmlns:a16="http://schemas.microsoft.com/office/drawing/2014/main" id="{52C9B460-7416-4131-AE69-8891E3D1F44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sp>
        <p:nvSpPr>
          <p:cNvPr id="11" name="Rectangle 10">
            <a:extLst>
              <a:ext uri="{FF2B5EF4-FFF2-40B4-BE49-F238E27FC236}">
                <a16:creationId xmlns:a16="http://schemas.microsoft.com/office/drawing/2014/main" id="{23E94917-4670-48D5-B2E7-35382857FD0F}"/>
              </a:ext>
            </a:extLst>
          </p:cNvPr>
          <p:cNvSpPr/>
          <p:nvPr/>
        </p:nvSpPr>
        <p:spPr>
          <a:xfrm>
            <a:off x="3287304" y="2808451"/>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100" dirty="0">
                <a:solidFill>
                  <a:schemeClr val="tx1"/>
                </a:solidFill>
              </a:rPr>
              <a:t>Send a mail and invite people to join the Community</a:t>
            </a:r>
          </a:p>
        </p:txBody>
      </p:sp>
      <p:sp>
        <p:nvSpPr>
          <p:cNvPr id="23" name="Rectangle 22">
            <a:extLst>
              <a:ext uri="{FF2B5EF4-FFF2-40B4-BE49-F238E27FC236}">
                <a16:creationId xmlns:a16="http://schemas.microsoft.com/office/drawing/2014/main" id="{C286DB96-992B-4854-AC2E-9BCA698D448E}"/>
              </a:ext>
            </a:extLst>
          </p:cNvPr>
          <p:cNvSpPr/>
          <p:nvPr/>
        </p:nvSpPr>
        <p:spPr>
          <a:xfrm>
            <a:off x="963825" y="2737448"/>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100" dirty="0">
                <a:solidFill>
                  <a:schemeClr val="tx1"/>
                </a:solidFill>
              </a:rPr>
              <a:t>Every time we have a successful event</a:t>
            </a:r>
          </a:p>
        </p:txBody>
      </p:sp>
      <p:sp>
        <p:nvSpPr>
          <p:cNvPr id="24" name="Rectangle 23">
            <a:extLst>
              <a:ext uri="{FF2B5EF4-FFF2-40B4-BE49-F238E27FC236}">
                <a16:creationId xmlns:a16="http://schemas.microsoft.com/office/drawing/2014/main" id="{F5E66425-677B-4D0B-9848-47DF7560BBEE}"/>
              </a:ext>
            </a:extLst>
          </p:cNvPr>
          <p:cNvSpPr/>
          <p:nvPr/>
        </p:nvSpPr>
        <p:spPr>
          <a:xfrm>
            <a:off x="3182324" y="409668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Ask members to post the picture of them in the event </a:t>
            </a:r>
          </a:p>
        </p:txBody>
      </p:sp>
      <p:sp>
        <p:nvSpPr>
          <p:cNvPr id="25" name="Rectangle 24">
            <a:extLst>
              <a:ext uri="{FF2B5EF4-FFF2-40B4-BE49-F238E27FC236}">
                <a16:creationId xmlns:a16="http://schemas.microsoft.com/office/drawing/2014/main" id="{3382F00C-E2D4-437D-B6F8-D815E920B367}"/>
              </a:ext>
            </a:extLst>
          </p:cNvPr>
          <p:cNvSpPr/>
          <p:nvPr/>
        </p:nvSpPr>
        <p:spPr>
          <a:xfrm>
            <a:off x="542726" y="2268598"/>
            <a:ext cx="1145683" cy="35017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100" dirty="0">
                <a:solidFill>
                  <a:schemeClr val="tx1"/>
                </a:solidFill>
              </a:rPr>
              <a:t>Example</a:t>
            </a:r>
          </a:p>
        </p:txBody>
      </p:sp>
      <p:grpSp>
        <p:nvGrpSpPr>
          <p:cNvPr id="26" name="Groupe 25">
            <a:extLst>
              <a:ext uri="{FF2B5EF4-FFF2-40B4-BE49-F238E27FC236}">
                <a16:creationId xmlns:a16="http://schemas.microsoft.com/office/drawing/2014/main" id="{751E709A-2A15-46C2-A599-FC69E37BC13D}"/>
              </a:ext>
            </a:extLst>
          </p:cNvPr>
          <p:cNvGrpSpPr/>
          <p:nvPr/>
        </p:nvGrpSpPr>
        <p:grpSpPr>
          <a:xfrm>
            <a:off x="5595790" y="2808451"/>
            <a:ext cx="2188025" cy="1179576"/>
            <a:chOff x="194320" y="3310509"/>
            <a:chExt cx="3911186" cy="2108541"/>
          </a:xfrm>
        </p:grpSpPr>
        <p:pic>
          <p:nvPicPr>
            <p:cNvPr id="27" name="Graphique 26" descr="Signe pouce en haut avec un remplissage uni">
              <a:extLst>
                <a:ext uri="{FF2B5EF4-FFF2-40B4-BE49-F238E27FC236}">
                  <a16:creationId xmlns:a16="http://schemas.microsoft.com/office/drawing/2014/main" id="{7FD8F3FC-E8A7-45BD-9BCF-DD7810C264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28" name="Flèche : droite 27">
              <a:extLst>
                <a:ext uri="{FF2B5EF4-FFF2-40B4-BE49-F238E27FC236}">
                  <a16:creationId xmlns:a16="http://schemas.microsoft.com/office/drawing/2014/main" id="{48AD7F8C-F753-4B39-AB85-185B04825FA7}"/>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e 28">
              <a:extLst>
                <a:ext uri="{FF2B5EF4-FFF2-40B4-BE49-F238E27FC236}">
                  <a16:creationId xmlns:a16="http://schemas.microsoft.com/office/drawing/2014/main" id="{ABD892B8-923F-48A6-82D3-11A080870DE4}"/>
                </a:ext>
              </a:extLst>
            </p:cNvPr>
            <p:cNvGrpSpPr/>
            <p:nvPr/>
          </p:nvGrpSpPr>
          <p:grpSpPr>
            <a:xfrm>
              <a:off x="2876640" y="3310509"/>
              <a:ext cx="1228866" cy="1228866"/>
              <a:chOff x="3728897" y="2897155"/>
              <a:chExt cx="914400" cy="914400"/>
            </a:xfrm>
          </p:grpSpPr>
          <p:pic>
            <p:nvPicPr>
              <p:cNvPr id="31" name="Graphique 30" descr="Ne plus suivre avec un remplissage uni">
                <a:extLst>
                  <a:ext uri="{FF2B5EF4-FFF2-40B4-BE49-F238E27FC236}">
                    <a16:creationId xmlns:a16="http://schemas.microsoft.com/office/drawing/2014/main" id="{301385F1-B09C-465E-9616-C9BBB06D85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32" name="Signe Plus 31">
                <a:extLst>
                  <a:ext uri="{FF2B5EF4-FFF2-40B4-BE49-F238E27FC236}">
                    <a16:creationId xmlns:a16="http://schemas.microsoft.com/office/drawing/2014/main" id="{6D1338B1-7C41-4898-8E93-F2ED0D7FB721}"/>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Graphique 29" descr="Bras musclé avec un remplissage uni">
              <a:extLst>
                <a:ext uri="{FF2B5EF4-FFF2-40B4-BE49-F238E27FC236}">
                  <a16:creationId xmlns:a16="http://schemas.microsoft.com/office/drawing/2014/main" id="{2D83AEBC-5721-43BF-906F-3B6BDC3B58E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33" name="Groupe 32">
            <a:extLst>
              <a:ext uri="{FF2B5EF4-FFF2-40B4-BE49-F238E27FC236}">
                <a16:creationId xmlns:a16="http://schemas.microsoft.com/office/drawing/2014/main" id="{A05F3B7C-561E-4B7D-8749-6618DBBF3634}"/>
              </a:ext>
            </a:extLst>
          </p:cNvPr>
          <p:cNvGrpSpPr/>
          <p:nvPr/>
        </p:nvGrpSpPr>
        <p:grpSpPr>
          <a:xfrm>
            <a:off x="5658420" y="5024530"/>
            <a:ext cx="2188025" cy="1179576"/>
            <a:chOff x="194320" y="3310509"/>
            <a:chExt cx="3911186" cy="2108541"/>
          </a:xfrm>
        </p:grpSpPr>
        <p:pic>
          <p:nvPicPr>
            <p:cNvPr id="34" name="Graphique 33" descr="Signe pouce en haut avec un remplissage uni">
              <a:extLst>
                <a:ext uri="{FF2B5EF4-FFF2-40B4-BE49-F238E27FC236}">
                  <a16:creationId xmlns:a16="http://schemas.microsoft.com/office/drawing/2014/main" id="{029A9E8E-3AD5-4289-B85D-49A54DD0FE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35" name="Flèche : droite 34">
              <a:extLst>
                <a:ext uri="{FF2B5EF4-FFF2-40B4-BE49-F238E27FC236}">
                  <a16:creationId xmlns:a16="http://schemas.microsoft.com/office/drawing/2014/main" id="{9A1D6587-D9EB-4491-AF79-233E38AFA0A8}"/>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e 35">
              <a:extLst>
                <a:ext uri="{FF2B5EF4-FFF2-40B4-BE49-F238E27FC236}">
                  <a16:creationId xmlns:a16="http://schemas.microsoft.com/office/drawing/2014/main" id="{D5D032DD-846D-4C68-A06B-0787981C515D}"/>
                </a:ext>
              </a:extLst>
            </p:cNvPr>
            <p:cNvGrpSpPr/>
            <p:nvPr/>
          </p:nvGrpSpPr>
          <p:grpSpPr>
            <a:xfrm>
              <a:off x="2876640" y="3310509"/>
              <a:ext cx="1228866" cy="1228866"/>
              <a:chOff x="3728897" y="2897155"/>
              <a:chExt cx="914400" cy="914400"/>
            </a:xfrm>
          </p:grpSpPr>
          <p:pic>
            <p:nvPicPr>
              <p:cNvPr id="38" name="Graphique 37" descr="Ne plus suivre avec un remplissage uni">
                <a:extLst>
                  <a:ext uri="{FF2B5EF4-FFF2-40B4-BE49-F238E27FC236}">
                    <a16:creationId xmlns:a16="http://schemas.microsoft.com/office/drawing/2014/main" id="{0D2EA7D8-2A98-4E53-BFE5-4379EAD158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39" name="Signe Plus 38">
                <a:extLst>
                  <a:ext uri="{FF2B5EF4-FFF2-40B4-BE49-F238E27FC236}">
                    <a16:creationId xmlns:a16="http://schemas.microsoft.com/office/drawing/2014/main" id="{CCF66ECE-E58A-4044-AA35-BC19EFBD0417}"/>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7" name="Graphique 36" descr="Bras musclé avec un remplissage uni">
              <a:extLst>
                <a:ext uri="{FF2B5EF4-FFF2-40B4-BE49-F238E27FC236}">
                  <a16:creationId xmlns:a16="http://schemas.microsoft.com/office/drawing/2014/main" id="{F7E93BBF-E005-41DE-BB28-ABCBA31A25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40" name="Groupe 39">
            <a:extLst>
              <a:ext uri="{FF2B5EF4-FFF2-40B4-BE49-F238E27FC236}">
                <a16:creationId xmlns:a16="http://schemas.microsoft.com/office/drawing/2014/main" id="{80901DBD-1D06-4A23-A433-4E975412BC7F}"/>
              </a:ext>
            </a:extLst>
          </p:cNvPr>
          <p:cNvGrpSpPr/>
          <p:nvPr/>
        </p:nvGrpSpPr>
        <p:grpSpPr>
          <a:xfrm>
            <a:off x="9303069" y="2727139"/>
            <a:ext cx="2188025" cy="1179576"/>
            <a:chOff x="194320" y="3310509"/>
            <a:chExt cx="3911186" cy="2108541"/>
          </a:xfrm>
        </p:grpSpPr>
        <p:pic>
          <p:nvPicPr>
            <p:cNvPr id="41" name="Graphique 40" descr="Signe pouce en haut avec un remplissage uni">
              <a:extLst>
                <a:ext uri="{FF2B5EF4-FFF2-40B4-BE49-F238E27FC236}">
                  <a16:creationId xmlns:a16="http://schemas.microsoft.com/office/drawing/2014/main" id="{99895A3F-2EB5-4F91-B83D-FEF0542070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42" name="Flèche : droite 41">
              <a:extLst>
                <a:ext uri="{FF2B5EF4-FFF2-40B4-BE49-F238E27FC236}">
                  <a16:creationId xmlns:a16="http://schemas.microsoft.com/office/drawing/2014/main" id="{5C23512B-014E-4EEC-9415-2FEA69C2E381}"/>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e 42">
              <a:extLst>
                <a:ext uri="{FF2B5EF4-FFF2-40B4-BE49-F238E27FC236}">
                  <a16:creationId xmlns:a16="http://schemas.microsoft.com/office/drawing/2014/main" id="{8B161AC2-2116-41F3-B7C2-90F5D42E076D}"/>
                </a:ext>
              </a:extLst>
            </p:cNvPr>
            <p:cNvGrpSpPr/>
            <p:nvPr/>
          </p:nvGrpSpPr>
          <p:grpSpPr>
            <a:xfrm>
              <a:off x="2876640" y="3310509"/>
              <a:ext cx="1228866" cy="1228866"/>
              <a:chOff x="3728897" y="2897155"/>
              <a:chExt cx="914400" cy="914400"/>
            </a:xfrm>
          </p:grpSpPr>
          <p:pic>
            <p:nvPicPr>
              <p:cNvPr id="45" name="Graphique 44" descr="Ne plus suivre avec un remplissage uni">
                <a:extLst>
                  <a:ext uri="{FF2B5EF4-FFF2-40B4-BE49-F238E27FC236}">
                    <a16:creationId xmlns:a16="http://schemas.microsoft.com/office/drawing/2014/main" id="{B580D112-78BF-4E19-AA4A-6A6EFD1847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46" name="Signe Plus 45">
                <a:extLst>
                  <a:ext uri="{FF2B5EF4-FFF2-40B4-BE49-F238E27FC236}">
                    <a16:creationId xmlns:a16="http://schemas.microsoft.com/office/drawing/2014/main" id="{F3F8E44E-7EFB-4BA6-B8EC-BCFD89E0CCF0}"/>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Graphique 43" descr="Bras musclé avec un remplissage uni">
              <a:extLst>
                <a:ext uri="{FF2B5EF4-FFF2-40B4-BE49-F238E27FC236}">
                  <a16:creationId xmlns:a16="http://schemas.microsoft.com/office/drawing/2014/main" id="{7C9EBDE1-4C5D-4BC5-8429-D4DD14D65FD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47" name="Groupe 46">
            <a:extLst>
              <a:ext uri="{FF2B5EF4-FFF2-40B4-BE49-F238E27FC236}">
                <a16:creationId xmlns:a16="http://schemas.microsoft.com/office/drawing/2014/main" id="{B2C5FFE0-38FD-4338-8575-0E1926B6D66F}"/>
              </a:ext>
            </a:extLst>
          </p:cNvPr>
          <p:cNvGrpSpPr/>
          <p:nvPr/>
        </p:nvGrpSpPr>
        <p:grpSpPr>
          <a:xfrm>
            <a:off x="9365699" y="5129785"/>
            <a:ext cx="2188025" cy="1179576"/>
            <a:chOff x="194320" y="3310509"/>
            <a:chExt cx="3911186" cy="2108541"/>
          </a:xfrm>
        </p:grpSpPr>
        <p:pic>
          <p:nvPicPr>
            <p:cNvPr id="48" name="Graphique 47" descr="Signe pouce en haut avec un remplissage uni">
              <a:extLst>
                <a:ext uri="{FF2B5EF4-FFF2-40B4-BE49-F238E27FC236}">
                  <a16:creationId xmlns:a16="http://schemas.microsoft.com/office/drawing/2014/main" id="{B8B08E85-DB30-4545-80E9-A22C2D8D26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49" name="Flèche : droite 48">
              <a:extLst>
                <a:ext uri="{FF2B5EF4-FFF2-40B4-BE49-F238E27FC236}">
                  <a16:creationId xmlns:a16="http://schemas.microsoft.com/office/drawing/2014/main" id="{C90C1730-337E-492B-9414-FEFB5827AA7F}"/>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e 49">
              <a:extLst>
                <a:ext uri="{FF2B5EF4-FFF2-40B4-BE49-F238E27FC236}">
                  <a16:creationId xmlns:a16="http://schemas.microsoft.com/office/drawing/2014/main" id="{93B30490-36DB-4338-BD26-682476A5B98C}"/>
                </a:ext>
              </a:extLst>
            </p:cNvPr>
            <p:cNvGrpSpPr/>
            <p:nvPr/>
          </p:nvGrpSpPr>
          <p:grpSpPr>
            <a:xfrm>
              <a:off x="2876640" y="3310509"/>
              <a:ext cx="1228866" cy="1228866"/>
              <a:chOff x="3728897" y="2897155"/>
              <a:chExt cx="914400" cy="914400"/>
            </a:xfrm>
          </p:grpSpPr>
          <p:pic>
            <p:nvPicPr>
              <p:cNvPr id="52" name="Graphique 51" descr="Ne plus suivre avec un remplissage uni">
                <a:extLst>
                  <a:ext uri="{FF2B5EF4-FFF2-40B4-BE49-F238E27FC236}">
                    <a16:creationId xmlns:a16="http://schemas.microsoft.com/office/drawing/2014/main" id="{A2C91337-1C04-4DF0-8BD3-9541C99DD0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53" name="Signe Plus 52">
                <a:extLst>
                  <a:ext uri="{FF2B5EF4-FFF2-40B4-BE49-F238E27FC236}">
                    <a16:creationId xmlns:a16="http://schemas.microsoft.com/office/drawing/2014/main" id="{A5D6F33E-5652-4B19-8FA0-CE32505F9C79}"/>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1" name="Graphique 50" descr="Bras musclé avec un remplissage uni">
              <a:extLst>
                <a:ext uri="{FF2B5EF4-FFF2-40B4-BE49-F238E27FC236}">
                  <a16:creationId xmlns:a16="http://schemas.microsoft.com/office/drawing/2014/main" id="{A3654C0E-E2D6-45B8-9008-7FB1A7A729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spTree>
    <p:extLst>
      <p:ext uri="{BB962C8B-B14F-4D97-AF65-F5344CB8AC3E}">
        <p14:creationId xmlns:p14="http://schemas.microsoft.com/office/powerpoint/2010/main" val="3841253741"/>
      </p:ext>
    </p:extLst>
  </p:cSld>
  <p:clrMapOvr>
    <a:masterClrMapping/>
  </p:clrMapOvr>
  <mc:AlternateContent xmlns:mc="http://schemas.openxmlformats.org/markup-compatibility/2006" xmlns:p14="http://schemas.microsoft.com/office/powerpoint/2010/main">
    <mc:Choice Requires="p14">
      <p:transition spd="slow" p14:dur="2000" advTm="84344"/>
    </mc:Choice>
    <mc:Fallback xmlns="">
      <p:transition spd="slow" advTm="84344"/>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Community grew very fast ! That’s a nice news, but now other communities are accusing us of stealing their audience !</a:t>
            </a:r>
          </a:p>
        </p:txBody>
      </p:sp>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grpSp>
        <p:nvGrpSpPr>
          <p:cNvPr id="7" name="Groupe 6">
            <a:extLst>
              <a:ext uri="{FF2B5EF4-FFF2-40B4-BE49-F238E27FC236}">
                <a16:creationId xmlns:a16="http://schemas.microsoft.com/office/drawing/2014/main" id="{962C8B93-0726-4003-9F8F-115A72BA4B2F}"/>
              </a:ext>
            </a:extLst>
          </p:cNvPr>
          <p:cNvGrpSpPr/>
          <p:nvPr/>
        </p:nvGrpSpPr>
        <p:grpSpPr>
          <a:xfrm>
            <a:off x="2192955" y="4690073"/>
            <a:ext cx="1983159" cy="1565406"/>
            <a:chOff x="2192955" y="4690073"/>
            <a:chExt cx="1983159" cy="1565406"/>
          </a:xfrm>
        </p:grpSpPr>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pic>
          <p:nvPicPr>
            <p:cNvPr id="5" name="Graphique 4" descr="Visage grimaçant et transpirant avec remplissage uni avec un remplissage uni">
              <a:extLst>
                <a:ext uri="{FF2B5EF4-FFF2-40B4-BE49-F238E27FC236}">
                  <a16:creationId xmlns:a16="http://schemas.microsoft.com/office/drawing/2014/main" id="{1164BFA8-1069-4925-85E2-86E43734F1D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91472" y="4690073"/>
              <a:ext cx="803985" cy="803985"/>
            </a:xfrm>
            <a:prstGeom prst="rect">
              <a:avLst/>
            </a:prstGeom>
          </p:spPr>
        </p:pic>
      </p:grpSp>
    </p:spTree>
    <p:extLst>
      <p:ext uri="{BB962C8B-B14F-4D97-AF65-F5344CB8AC3E}">
        <p14:creationId xmlns:p14="http://schemas.microsoft.com/office/powerpoint/2010/main" val="1809100887"/>
      </p:ext>
    </p:extLst>
  </p:cSld>
  <p:clrMapOvr>
    <a:masterClrMapping/>
  </p:clrMapOvr>
  <mc:AlternateContent xmlns:mc="http://schemas.openxmlformats.org/markup-compatibility/2006" xmlns:p14="http://schemas.microsoft.com/office/powerpoint/2010/main">
    <mc:Choice Requires="p14">
      <p:transition spd="slow" p14:dur="2000" advTm="21344"/>
    </mc:Choice>
    <mc:Fallback xmlns="">
      <p:transition spd="slow" advTm="21344"/>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p:txBody>
          <a:bodyPr>
            <a:normAutofit/>
          </a:bodyPr>
          <a:lstStyle/>
          <a:p>
            <a:r>
              <a:rPr lang="en-US" sz="2800" dirty="0"/>
              <a:t>Challenge #V3</a:t>
            </a:r>
            <a:br>
              <a:rPr lang="en-US" sz="2800" dirty="0"/>
            </a:br>
            <a:r>
              <a:rPr lang="en-US" sz="2800" dirty="0"/>
              <a:t>Manage your borders</a:t>
            </a:r>
          </a:p>
        </p:txBody>
      </p:sp>
      <p:graphicFrame>
        <p:nvGraphicFramePr>
          <p:cNvPr id="11" name="Espace réservé du contenu 10">
            <a:extLst>
              <a:ext uri="{FF2B5EF4-FFF2-40B4-BE49-F238E27FC236}">
                <a16:creationId xmlns:a16="http://schemas.microsoft.com/office/drawing/2014/main" id="{DF17A83F-9D92-4CA0-A381-5222DC1DEEAA}"/>
              </a:ext>
            </a:extLst>
          </p:cNvPr>
          <p:cNvGraphicFramePr>
            <a:graphicFrameLocks noGrp="1"/>
          </p:cNvGraphicFramePr>
          <p:nvPr>
            <p:ph sz="half" idx="1"/>
            <p:extLst>
              <p:ext uri="{D42A27DB-BD31-4B8C-83A1-F6EECF244321}">
                <p14:modId xmlns:p14="http://schemas.microsoft.com/office/powerpoint/2010/main" val="3507273210"/>
              </p:ext>
            </p:extLst>
          </p:nvPr>
        </p:nvGraphicFramePr>
        <p:xfrm>
          <a:off x="284279" y="3187083"/>
          <a:ext cx="3355562" cy="27265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Diagramme 14">
            <a:extLst>
              <a:ext uri="{FF2B5EF4-FFF2-40B4-BE49-F238E27FC236}">
                <a16:creationId xmlns:a16="http://schemas.microsoft.com/office/drawing/2014/main" id="{4AA1C04E-A804-4884-A15C-28C8F7F597D8}"/>
              </a:ext>
            </a:extLst>
          </p:cNvPr>
          <p:cNvGraphicFramePr/>
          <p:nvPr/>
        </p:nvGraphicFramePr>
        <p:xfrm>
          <a:off x="3476714" y="-115409"/>
          <a:ext cx="8055379" cy="690682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1" name="Graphique 20" descr="Ligne fléchée : incurvée sens des aiguilles d’une montre avec un remplissage uni">
            <a:extLst>
              <a:ext uri="{FF2B5EF4-FFF2-40B4-BE49-F238E27FC236}">
                <a16:creationId xmlns:a16="http://schemas.microsoft.com/office/drawing/2014/main" id="{D635AC4F-8F08-4372-9915-9CEF17930BC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5126868">
            <a:off x="1697297" y="2540121"/>
            <a:ext cx="1936448" cy="1936448"/>
          </a:xfrm>
          <a:prstGeom prst="rect">
            <a:avLst/>
          </a:prstGeom>
        </p:spPr>
      </p:pic>
      <p:sp>
        <p:nvSpPr>
          <p:cNvPr id="6" name="Espace réservé du contenu 2">
            <a:extLst>
              <a:ext uri="{FF2B5EF4-FFF2-40B4-BE49-F238E27FC236}">
                <a16:creationId xmlns:a16="http://schemas.microsoft.com/office/drawing/2014/main" id="{2D3A88E6-CD74-4401-BF9A-1D57347CD1A4}"/>
              </a:ext>
            </a:extLst>
          </p:cNvPr>
          <p:cNvSpPr txBox="1">
            <a:spLocks/>
          </p:cNvSpPr>
          <p:nvPr/>
        </p:nvSpPr>
        <p:spPr>
          <a:xfrm>
            <a:off x="418758" y="1777052"/>
            <a:ext cx="4744056" cy="1010536"/>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If your Community keeps on growing, there are high chances that some of its activities resembles activities of another community, leading to competition, integration or differentiation</a:t>
            </a:r>
          </a:p>
        </p:txBody>
      </p:sp>
    </p:spTree>
    <p:extLst>
      <p:ext uri="{BB962C8B-B14F-4D97-AF65-F5344CB8AC3E}">
        <p14:creationId xmlns:p14="http://schemas.microsoft.com/office/powerpoint/2010/main" val="3124041673"/>
      </p:ext>
    </p:extLst>
  </p:cSld>
  <p:clrMapOvr>
    <a:masterClrMapping/>
  </p:clrMapOvr>
  <mc:AlternateContent xmlns:mc="http://schemas.openxmlformats.org/markup-compatibility/2006" xmlns:p14="http://schemas.microsoft.com/office/powerpoint/2010/main">
    <mc:Choice Requires="p14">
      <p:transition spd="slow" p14:dur="2000" advTm="99098"/>
    </mc:Choice>
    <mc:Fallback xmlns="">
      <p:transition spd="slow" advTm="99098"/>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75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7500" lnSpcReduction="20000"/>
          </a:bodyPr>
          <a:lstStyle/>
          <a:p>
            <a:pPr marL="0" indent="0">
              <a:buNone/>
            </a:pPr>
            <a:r>
              <a:rPr lang="en-US" noProof="1"/>
              <a:t>Has your Community ever “competed” with another community ? How did you manage it ?</a:t>
            </a:r>
          </a:p>
          <a:p>
            <a:pPr marL="0" indent="0">
              <a:buNone/>
            </a:pPr>
            <a:endParaRPr lang="en-US" noProof="1"/>
          </a:p>
          <a:p>
            <a:pPr marL="0" indent="0">
              <a:buNone/>
            </a:pPr>
            <a:r>
              <a:rPr lang="en-US" noProof="1"/>
              <a:t>Have you ever merged or integrated your Community with another ? What did you and why ?</a:t>
            </a:r>
          </a:p>
          <a:p>
            <a:pPr marL="0" indent="0">
              <a:buNone/>
            </a:pPr>
            <a:endParaRPr lang="en-US" noProof="1"/>
          </a:p>
          <a:p>
            <a:pPr marL="0" indent="0">
              <a:buNone/>
            </a:pPr>
            <a:r>
              <a:rPr lang="en-US" noProof="1"/>
              <a:t>Same questions with differentiation </a:t>
            </a:r>
          </a:p>
        </p:txBody>
      </p:sp>
      <p:graphicFrame>
        <p:nvGraphicFramePr>
          <p:cNvPr id="7" name="Diagramme 6">
            <a:extLst>
              <a:ext uri="{FF2B5EF4-FFF2-40B4-BE49-F238E27FC236}">
                <a16:creationId xmlns:a16="http://schemas.microsoft.com/office/drawing/2014/main" id="{6C4CF463-C4B7-4903-90EE-9C8BAA05E915}"/>
              </a:ext>
            </a:extLst>
          </p:cNvPr>
          <p:cNvGraphicFramePr/>
          <p:nvPr/>
        </p:nvGraphicFramePr>
        <p:xfrm>
          <a:off x="1072896" y="2478024"/>
          <a:ext cx="4980432" cy="39927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12586341"/>
      </p:ext>
    </p:extLst>
  </p:cSld>
  <p:clrMapOvr>
    <a:masterClrMapping/>
  </p:clrMapOvr>
  <mc:AlternateContent xmlns:mc="http://schemas.openxmlformats.org/markup-compatibility/2006" xmlns:p14="http://schemas.microsoft.com/office/powerpoint/2010/main">
    <mc:Choice Requires="p14">
      <p:transition spd="slow" p14:dur="2000" advTm="35998"/>
    </mc:Choice>
    <mc:Fallback xmlns="">
      <p:transition spd="slow" advTm="35998"/>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a:xfrm>
            <a:off x="659907" y="408973"/>
            <a:ext cx="4613429" cy="1179576"/>
          </a:xfrm>
        </p:spPr>
        <p:txBody>
          <a:bodyPr>
            <a:normAutofit/>
          </a:bodyPr>
          <a:lstStyle/>
          <a:p>
            <a:r>
              <a:rPr lang="en-US" sz="1800" dirty="0"/>
              <a:t>Exercise #V3 </a:t>
            </a:r>
            <a:br>
              <a:rPr lang="en-US" sz="1800" dirty="0"/>
            </a:br>
            <a:r>
              <a:rPr lang="en-US" sz="1800" dirty="0"/>
              <a:t>Identify another Community with which you have borders.</a:t>
            </a:r>
            <a:br>
              <a:rPr lang="en-US" sz="1800" dirty="0"/>
            </a:br>
            <a:r>
              <a:rPr lang="en-US" sz="1800" dirty="0"/>
              <a:t>Write down your possibilities </a:t>
            </a:r>
          </a:p>
        </p:txBody>
      </p:sp>
      <p:graphicFrame>
        <p:nvGraphicFramePr>
          <p:cNvPr id="11" name="Espace réservé du contenu 10">
            <a:extLst>
              <a:ext uri="{FF2B5EF4-FFF2-40B4-BE49-F238E27FC236}">
                <a16:creationId xmlns:a16="http://schemas.microsoft.com/office/drawing/2014/main" id="{DF17A83F-9D92-4CA0-A381-5222DC1DEEAA}"/>
              </a:ext>
            </a:extLst>
          </p:cNvPr>
          <p:cNvGraphicFramePr>
            <a:graphicFrameLocks noGrp="1"/>
          </p:cNvGraphicFramePr>
          <p:nvPr>
            <p:ph sz="half" idx="1"/>
          </p:nvPr>
        </p:nvGraphicFramePr>
        <p:xfrm>
          <a:off x="153732" y="4350864"/>
          <a:ext cx="3355562" cy="27265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Diagramme 14">
            <a:extLst>
              <a:ext uri="{FF2B5EF4-FFF2-40B4-BE49-F238E27FC236}">
                <a16:creationId xmlns:a16="http://schemas.microsoft.com/office/drawing/2014/main" id="{4AA1C04E-A804-4884-A15C-28C8F7F597D8}"/>
              </a:ext>
            </a:extLst>
          </p:cNvPr>
          <p:cNvGraphicFramePr/>
          <p:nvPr/>
        </p:nvGraphicFramePr>
        <p:xfrm>
          <a:off x="2363246" y="1855701"/>
          <a:ext cx="5820180" cy="499032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1" name="Graphique 20" descr="Ligne fléchée : incurvée sens des aiguilles d’une montre avec un remplissage uni">
            <a:extLst>
              <a:ext uri="{FF2B5EF4-FFF2-40B4-BE49-F238E27FC236}">
                <a16:creationId xmlns:a16="http://schemas.microsoft.com/office/drawing/2014/main" id="{D635AC4F-8F08-4372-9915-9CEF17930BC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5126868">
            <a:off x="1566750" y="3703902"/>
            <a:ext cx="1936448" cy="1936448"/>
          </a:xfrm>
          <a:prstGeom prst="rect">
            <a:avLst/>
          </a:prstGeom>
        </p:spPr>
      </p:pic>
      <p:sp>
        <p:nvSpPr>
          <p:cNvPr id="6" name="Rectangle 5">
            <a:extLst>
              <a:ext uri="{FF2B5EF4-FFF2-40B4-BE49-F238E27FC236}">
                <a16:creationId xmlns:a16="http://schemas.microsoft.com/office/drawing/2014/main" id="{09D4FB45-111A-4900-B179-2054ECD2B3AC}"/>
              </a:ext>
            </a:extLst>
          </p:cNvPr>
          <p:cNvSpPr/>
          <p:nvPr/>
        </p:nvSpPr>
        <p:spPr>
          <a:xfrm>
            <a:off x="6983625" y="2194523"/>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7" name="Rectangle 6">
            <a:extLst>
              <a:ext uri="{FF2B5EF4-FFF2-40B4-BE49-F238E27FC236}">
                <a16:creationId xmlns:a16="http://schemas.microsoft.com/office/drawing/2014/main" id="{42D41148-D83A-4016-863F-CBEBB9A2EFFB}"/>
              </a:ext>
            </a:extLst>
          </p:cNvPr>
          <p:cNvSpPr/>
          <p:nvPr/>
        </p:nvSpPr>
        <p:spPr>
          <a:xfrm>
            <a:off x="8050425" y="2194523"/>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8" name="Rectangle 7">
            <a:extLst>
              <a:ext uri="{FF2B5EF4-FFF2-40B4-BE49-F238E27FC236}">
                <a16:creationId xmlns:a16="http://schemas.microsoft.com/office/drawing/2014/main" id="{E0DB8D9B-79E6-48E3-9B4E-7A6BF20D73B5}"/>
              </a:ext>
            </a:extLst>
          </p:cNvPr>
          <p:cNvSpPr/>
          <p:nvPr/>
        </p:nvSpPr>
        <p:spPr>
          <a:xfrm>
            <a:off x="8355225" y="3552605"/>
            <a:ext cx="698489" cy="6856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9" name="Rectangle 8">
            <a:extLst>
              <a:ext uri="{FF2B5EF4-FFF2-40B4-BE49-F238E27FC236}">
                <a16:creationId xmlns:a16="http://schemas.microsoft.com/office/drawing/2014/main" id="{812625AC-612D-4C13-BBA9-F4E7969C767C}"/>
              </a:ext>
            </a:extLst>
          </p:cNvPr>
          <p:cNvSpPr/>
          <p:nvPr/>
        </p:nvSpPr>
        <p:spPr>
          <a:xfrm>
            <a:off x="8355225" y="4266788"/>
            <a:ext cx="698489" cy="6856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0" name="Rectangle 9">
            <a:extLst>
              <a:ext uri="{FF2B5EF4-FFF2-40B4-BE49-F238E27FC236}">
                <a16:creationId xmlns:a16="http://schemas.microsoft.com/office/drawing/2014/main" id="{9E814CFD-429A-4159-A088-B7C6263516A5}"/>
              </a:ext>
            </a:extLst>
          </p:cNvPr>
          <p:cNvSpPr/>
          <p:nvPr/>
        </p:nvSpPr>
        <p:spPr>
          <a:xfrm>
            <a:off x="8355224" y="4980971"/>
            <a:ext cx="698489" cy="6856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2" name="Rectangle 11">
            <a:extLst>
              <a:ext uri="{FF2B5EF4-FFF2-40B4-BE49-F238E27FC236}">
                <a16:creationId xmlns:a16="http://schemas.microsoft.com/office/drawing/2014/main" id="{EE6753E4-93AE-414B-9547-26CA93908038}"/>
              </a:ext>
            </a:extLst>
          </p:cNvPr>
          <p:cNvSpPr/>
          <p:nvPr/>
        </p:nvSpPr>
        <p:spPr>
          <a:xfrm>
            <a:off x="8355223" y="5714141"/>
            <a:ext cx="698489" cy="6856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3362946135"/>
      </p:ext>
    </p:extLst>
  </p:cSld>
  <p:clrMapOvr>
    <a:masterClrMapping/>
  </p:clrMapOvr>
  <mc:AlternateContent xmlns:mc="http://schemas.openxmlformats.org/markup-compatibility/2006" xmlns:p14="http://schemas.microsoft.com/office/powerpoint/2010/main">
    <mc:Choice Requires="p14">
      <p:transition spd="slow" p14:dur="2000" advTm="99098"/>
    </mc:Choice>
    <mc:Fallback xmlns="">
      <p:transition spd="slow" advTm="99098"/>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D394831-DF93-46A4-A449-B5143943734E}"/>
              </a:ext>
            </a:extLst>
          </p:cNvPr>
          <p:cNvSpPr>
            <a:spLocks noGrp="1"/>
          </p:cNvSpPr>
          <p:nvPr>
            <p:ph type="ctrTitle"/>
          </p:nvPr>
        </p:nvSpPr>
        <p:spPr>
          <a:xfrm>
            <a:off x="371094" y="1161288"/>
            <a:ext cx="3438144" cy="1239012"/>
          </a:xfrm>
        </p:spPr>
        <p:txBody>
          <a:bodyPr vert="horz" lIns="91440" tIns="45720" rIns="91440" bIns="45720" rtlCol="0" anchor="ctr">
            <a:normAutofit fontScale="90000"/>
          </a:bodyPr>
          <a:lstStyle/>
          <a:p>
            <a:r>
              <a:rPr lang="en-US" sz="2800" dirty="0"/>
              <a:t>The Corporate Community Boosters People challenges</a:t>
            </a:r>
          </a:p>
        </p:txBody>
      </p:sp>
      <p:sp>
        <p:nvSpPr>
          <p:cNvPr id="5" name="Sous-titre 4">
            <a:extLst>
              <a:ext uri="{FF2B5EF4-FFF2-40B4-BE49-F238E27FC236}">
                <a16:creationId xmlns:a16="http://schemas.microsoft.com/office/drawing/2014/main" id="{36B5E41D-7A12-412D-B2B4-21467B4881FB}"/>
              </a:ext>
            </a:extLst>
          </p:cNvPr>
          <p:cNvSpPr>
            <a:spLocks noGrp="1"/>
          </p:cNvSpPr>
          <p:nvPr>
            <p:ph type="subTitle" idx="1"/>
          </p:nvPr>
        </p:nvSpPr>
        <p:spPr>
          <a:xfrm>
            <a:off x="576072" y="2890982"/>
            <a:ext cx="3233166" cy="3317794"/>
          </a:xfrm>
        </p:spPr>
        <p:txBody>
          <a:bodyPr>
            <a:normAutofit lnSpcReduction="10000"/>
          </a:bodyPr>
          <a:lstStyle/>
          <a:p>
            <a:r>
              <a:rPr lang="en-US" dirty="0"/>
              <a:t>Corporate Community Booster is not just a content job, or a value providing job, it is first a people job.</a:t>
            </a:r>
          </a:p>
        </p:txBody>
      </p:sp>
      <p:grpSp>
        <p:nvGrpSpPr>
          <p:cNvPr id="2" name="Groupe 1">
            <a:extLst>
              <a:ext uri="{FF2B5EF4-FFF2-40B4-BE49-F238E27FC236}">
                <a16:creationId xmlns:a16="http://schemas.microsoft.com/office/drawing/2014/main" id="{6A194855-3269-4300-8A6C-E4BE727D8FC6}"/>
              </a:ext>
            </a:extLst>
          </p:cNvPr>
          <p:cNvGrpSpPr/>
          <p:nvPr/>
        </p:nvGrpSpPr>
        <p:grpSpPr>
          <a:xfrm>
            <a:off x="4901184" y="1501051"/>
            <a:ext cx="6922006" cy="3956484"/>
            <a:chOff x="906464" y="1595695"/>
            <a:chExt cx="9398847" cy="5372195"/>
          </a:xfrm>
        </p:grpSpPr>
        <p:pic>
          <p:nvPicPr>
            <p:cNvPr id="18" name="Graphique 17" descr="Employé de bureau avec un remplissage uni">
              <a:extLst>
                <a:ext uri="{FF2B5EF4-FFF2-40B4-BE49-F238E27FC236}">
                  <a16:creationId xmlns:a16="http://schemas.microsoft.com/office/drawing/2014/main" id="{B4406935-1C88-4862-88CF-6FA8525B80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76511" y="1931679"/>
              <a:ext cx="914400" cy="914400"/>
            </a:xfrm>
            <a:prstGeom prst="rect">
              <a:avLst/>
            </a:prstGeom>
          </p:spPr>
        </p:pic>
        <p:pic>
          <p:nvPicPr>
            <p:cNvPr id="19" name="Graphique 18" descr="Employée de bureau avec un remplissage uni">
              <a:extLst>
                <a:ext uri="{FF2B5EF4-FFF2-40B4-BE49-F238E27FC236}">
                  <a16:creationId xmlns:a16="http://schemas.microsoft.com/office/drawing/2014/main" id="{D5F18A33-BA0E-489D-BF86-EBF9F86777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72431" y="1931679"/>
              <a:ext cx="914400" cy="914400"/>
            </a:xfrm>
            <a:prstGeom prst="rect">
              <a:avLst/>
            </a:prstGeom>
          </p:spPr>
        </p:pic>
        <p:pic>
          <p:nvPicPr>
            <p:cNvPr id="20" name="Graphique 19" descr="Écolière avec un remplissage uni">
              <a:extLst>
                <a:ext uri="{FF2B5EF4-FFF2-40B4-BE49-F238E27FC236}">
                  <a16:creationId xmlns:a16="http://schemas.microsoft.com/office/drawing/2014/main" id="{63A5187A-E918-40D0-9CF9-AD8657938B4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05817" y="5943600"/>
              <a:ext cx="914400" cy="914400"/>
            </a:xfrm>
            <a:prstGeom prst="rect">
              <a:avLst/>
            </a:prstGeom>
          </p:spPr>
        </p:pic>
        <p:pic>
          <p:nvPicPr>
            <p:cNvPr id="21" name="Graphique 20" descr="Personne avec une idée avec un remplissage uni">
              <a:extLst>
                <a:ext uri="{FF2B5EF4-FFF2-40B4-BE49-F238E27FC236}">
                  <a16:creationId xmlns:a16="http://schemas.microsoft.com/office/drawing/2014/main" id="{90538391-5D4B-451D-B36F-0A09F3B6D74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6464" y="3963942"/>
              <a:ext cx="1102794" cy="1102794"/>
            </a:xfrm>
            <a:prstGeom prst="rect">
              <a:avLst/>
            </a:prstGeom>
          </p:spPr>
        </p:pic>
        <p:pic>
          <p:nvPicPr>
            <p:cNvPr id="22" name="Graphique 21" descr="Couronne d'utilisateur féminine avec un remplissage uni">
              <a:extLst>
                <a:ext uri="{FF2B5EF4-FFF2-40B4-BE49-F238E27FC236}">
                  <a16:creationId xmlns:a16="http://schemas.microsoft.com/office/drawing/2014/main" id="{B3533015-606A-48DA-BDC4-E4FE24EEB4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398179" y="1595695"/>
              <a:ext cx="914400" cy="914400"/>
            </a:xfrm>
            <a:prstGeom prst="rect">
              <a:avLst/>
            </a:prstGeom>
          </p:spPr>
        </p:pic>
        <p:pic>
          <p:nvPicPr>
            <p:cNvPr id="23" name="Graphique 22" descr="Enseignant avec un remplissage uni">
              <a:extLst>
                <a:ext uri="{FF2B5EF4-FFF2-40B4-BE49-F238E27FC236}">
                  <a16:creationId xmlns:a16="http://schemas.microsoft.com/office/drawing/2014/main" id="{57E5F715-8F9F-4B38-99A0-FE0D580196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72431" y="6053490"/>
              <a:ext cx="914400" cy="914400"/>
            </a:xfrm>
            <a:prstGeom prst="rect">
              <a:avLst/>
            </a:prstGeom>
          </p:spPr>
        </p:pic>
        <p:pic>
          <p:nvPicPr>
            <p:cNvPr id="24" name="Graphique 23" descr="Centre d’appels avec un remplissage uni">
              <a:extLst>
                <a:ext uri="{FF2B5EF4-FFF2-40B4-BE49-F238E27FC236}">
                  <a16:creationId xmlns:a16="http://schemas.microsoft.com/office/drawing/2014/main" id="{ED4630E0-87ED-4C8F-A0B7-05E6516B098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90911" y="3963942"/>
              <a:ext cx="914400" cy="914400"/>
            </a:xfrm>
            <a:prstGeom prst="rect">
              <a:avLst/>
            </a:prstGeom>
          </p:spPr>
        </p:pic>
      </p:grpSp>
      <p:pic>
        <p:nvPicPr>
          <p:cNvPr id="27" name="Graphique 26" descr="Personne confuse avec un remplissage uni">
            <a:extLst>
              <a:ext uri="{FF2B5EF4-FFF2-40B4-BE49-F238E27FC236}">
                <a16:creationId xmlns:a16="http://schemas.microsoft.com/office/drawing/2014/main" id="{1ECAA254-A46C-482B-9B58-249AFCBBF8A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4825" r="14911" b="49785"/>
          <a:stretch/>
        </p:blipFill>
        <p:spPr>
          <a:xfrm>
            <a:off x="5392264" y="2303808"/>
            <a:ext cx="6313950" cy="4512329"/>
          </a:xfrm>
          <a:prstGeom prst="rect">
            <a:avLst/>
          </a:prstGeom>
        </p:spPr>
      </p:pic>
      <p:pic>
        <p:nvPicPr>
          <p:cNvPr id="30" name="Graphique 29" descr="Visage portant des lunettes de soleil à remplissage uni avec un remplissage uni">
            <a:extLst>
              <a:ext uri="{FF2B5EF4-FFF2-40B4-BE49-F238E27FC236}">
                <a16:creationId xmlns:a16="http://schemas.microsoft.com/office/drawing/2014/main" id="{47712162-1F71-4560-B2DA-FDE1FAD51AB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27589" y="2303808"/>
            <a:ext cx="2049630" cy="2049630"/>
          </a:xfrm>
          <a:prstGeom prst="rect">
            <a:avLst/>
          </a:prstGeom>
        </p:spPr>
      </p:pic>
    </p:spTree>
    <p:extLst>
      <p:ext uri="{BB962C8B-B14F-4D97-AF65-F5344CB8AC3E}">
        <p14:creationId xmlns:p14="http://schemas.microsoft.com/office/powerpoint/2010/main" val="1274161867"/>
      </p:ext>
    </p:extLst>
  </p:cSld>
  <p:clrMapOvr>
    <a:masterClrMapping/>
  </p:clrMapOvr>
  <mc:AlternateContent xmlns:mc="http://schemas.openxmlformats.org/markup-compatibility/2006" xmlns:p14="http://schemas.microsoft.com/office/powerpoint/2010/main">
    <mc:Choice Requires="p14">
      <p:transition spd="slow" p14:dur="2000" advTm="30508"/>
    </mc:Choice>
    <mc:Fallback xmlns="">
      <p:transition spd="slow" advTm="30508"/>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FD8067-3852-4B46-9FFB-2A025260AA66}"/>
              </a:ext>
            </a:extLst>
          </p:cNvPr>
          <p:cNvSpPr>
            <a:spLocks noGrp="1"/>
          </p:cNvSpPr>
          <p:nvPr>
            <p:ph type="title"/>
          </p:nvPr>
        </p:nvSpPr>
        <p:spPr/>
        <p:txBody>
          <a:bodyPr>
            <a:normAutofit/>
          </a:bodyPr>
          <a:lstStyle/>
          <a:p>
            <a:r>
              <a:rPr lang="en-US" dirty="0"/>
              <a:t>360 expectations - oversimplified</a:t>
            </a:r>
          </a:p>
        </p:txBody>
      </p:sp>
      <p:pic>
        <p:nvPicPr>
          <p:cNvPr id="5" name="Graphique 4" descr="Personne confuse avec un remplissage uni">
            <a:extLst>
              <a:ext uri="{FF2B5EF4-FFF2-40B4-BE49-F238E27FC236}">
                <a16:creationId xmlns:a16="http://schemas.microsoft.com/office/drawing/2014/main" id="{5F289E08-ACF9-40D9-AE37-47D3045E567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863799" y="3451227"/>
            <a:ext cx="1983159" cy="1417285"/>
          </a:xfrm>
          <a:prstGeom prst="rect">
            <a:avLst/>
          </a:prstGeom>
        </p:spPr>
      </p:pic>
      <p:pic>
        <p:nvPicPr>
          <p:cNvPr id="8" name="Graphique 7" descr="Visage étourdi avec un remplissage uni avec un remplissage uni">
            <a:extLst>
              <a:ext uri="{FF2B5EF4-FFF2-40B4-BE49-F238E27FC236}">
                <a16:creationId xmlns:a16="http://schemas.microsoft.com/office/drawing/2014/main" id="{38988291-9DF3-43A4-AC79-531A1D9A36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13588" y="3451227"/>
            <a:ext cx="674641" cy="674641"/>
          </a:xfrm>
          <a:prstGeom prst="rect">
            <a:avLst/>
          </a:prstGeom>
        </p:spPr>
      </p:pic>
      <p:pic>
        <p:nvPicPr>
          <p:cNvPr id="10" name="Graphique 9" descr="Employé de bureau avec un remplissage uni">
            <a:extLst>
              <a:ext uri="{FF2B5EF4-FFF2-40B4-BE49-F238E27FC236}">
                <a16:creationId xmlns:a16="http://schemas.microsoft.com/office/drawing/2014/main" id="{1873378A-7F70-462C-B33E-04028AD4252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76511" y="1931679"/>
            <a:ext cx="914400" cy="914400"/>
          </a:xfrm>
          <a:prstGeom prst="rect">
            <a:avLst/>
          </a:prstGeom>
        </p:spPr>
      </p:pic>
      <p:pic>
        <p:nvPicPr>
          <p:cNvPr id="14" name="Graphique 13" descr="Écolière avec un remplissage uni">
            <a:extLst>
              <a:ext uri="{FF2B5EF4-FFF2-40B4-BE49-F238E27FC236}">
                <a16:creationId xmlns:a16="http://schemas.microsoft.com/office/drawing/2014/main" id="{FDEEA02B-36F7-4143-8074-7784E28E4C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05817" y="5943600"/>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D43A6A5C-7A82-49BC-8BD9-35C2B29F81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6464" y="3963942"/>
            <a:ext cx="1102794" cy="1102794"/>
          </a:xfrm>
          <a:prstGeom prst="rect">
            <a:avLst/>
          </a:prstGeom>
        </p:spPr>
      </p:pic>
      <p:pic>
        <p:nvPicPr>
          <p:cNvPr id="18" name="Graphique 17" descr="Couronne d'utilisateur féminine avec un remplissage uni">
            <a:extLst>
              <a:ext uri="{FF2B5EF4-FFF2-40B4-BE49-F238E27FC236}">
                <a16:creationId xmlns:a16="http://schemas.microsoft.com/office/drawing/2014/main" id="{A0CBF91E-EC74-4910-8194-9EDDCC53A4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98179" y="1595695"/>
            <a:ext cx="914400" cy="914400"/>
          </a:xfrm>
          <a:prstGeom prst="rect">
            <a:avLst/>
          </a:prstGeom>
        </p:spPr>
      </p:pic>
      <p:pic>
        <p:nvPicPr>
          <p:cNvPr id="20" name="Graphique 19" descr="Enseignant avec un remplissage uni">
            <a:extLst>
              <a:ext uri="{FF2B5EF4-FFF2-40B4-BE49-F238E27FC236}">
                <a16:creationId xmlns:a16="http://schemas.microsoft.com/office/drawing/2014/main" id="{0F4CD3F7-D239-4496-8623-9C3505348C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72431" y="6053490"/>
            <a:ext cx="914400" cy="914400"/>
          </a:xfrm>
          <a:prstGeom prst="rect">
            <a:avLst/>
          </a:prstGeom>
        </p:spPr>
      </p:pic>
      <p:pic>
        <p:nvPicPr>
          <p:cNvPr id="22" name="Graphique 21" descr="Centre d’appels avec un remplissage uni">
            <a:extLst>
              <a:ext uri="{FF2B5EF4-FFF2-40B4-BE49-F238E27FC236}">
                <a16:creationId xmlns:a16="http://schemas.microsoft.com/office/drawing/2014/main" id="{B9FD2C1C-1D83-4757-955C-206644A9417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90911" y="3963942"/>
            <a:ext cx="914400" cy="914400"/>
          </a:xfrm>
          <a:prstGeom prst="rect">
            <a:avLst/>
          </a:prstGeom>
        </p:spPr>
      </p:pic>
      <p:sp>
        <p:nvSpPr>
          <p:cNvPr id="23" name="Bulle narrative : ronde 22">
            <a:extLst>
              <a:ext uri="{FF2B5EF4-FFF2-40B4-BE49-F238E27FC236}">
                <a16:creationId xmlns:a16="http://schemas.microsoft.com/office/drawing/2014/main" id="{F668F72A-4083-4823-B527-DDE8D41848D5}"/>
              </a:ext>
            </a:extLst>
          </p:cNvPr>
          <p:cNvSpPr/>
          <p:nvPr/>
        </p:nvSpPr>
        <p:spPr>
          <a:xfrm>
            <a:off x="1896409" y="2878422"/>
            <a:ext cx="2854894" cy="1023734"/>
          </a:xfrm>
          <a:prstGeom prst="wedgeEllipseCallout">
            <a:avLst>
              <a:gd name="adj1" fmla="val -21610"/>
              <a:gd name="adj2" fmla="val -62926"/>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4" name="Bulle narrative : ronde 23">
            <a:extLst>
              <a:ext uri="{FF2B5EF4-FFF2-40B4-BE49-F238E27FC236}">
                <a16:creationId xmlns:a16="http://schemas.microsoft.com/office/drawing/2014/main" id="{D75FCC8E-3218-415C-83BE-FAB05157B2F9}"/>
              </a:ext>
            </a:extLst>
          </p:cNvPr>
          <p:cNvSpPr/>
          <p:nvPr/>
        </p:nvSpPr>
        <p:spPr>
          <a:xfrm>
            <a:off x="6864674" y="2894058"/>
            <a:ext cx="2927395" cy="1124264"/>
          </a:xfrm>
          <a:prstGeom prst="wedgeEllipseCallout">
            <a:avLst>
              <a:gd name="adj1" fmla="val 18194"/>
              <a:gd name="adj2" fmla="val -81863"/>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5" name="Bulle narrative : ronde 24">
            <a:extLst>
              <a:ext uri="{FF2B5EF4-FFF2-40B4-BE49-F238E27FC236}">
                <a16:creationId xmlns:a16="http://schemas.microsoft.com/office/drawing/2014/main" id="{D0608C4C-05D2-4758-93D3-0D1FF4329D94}"/>
              </a:ext>
            </a:extLst>
          </p:cNvPr>
          <p:cNvSpPr/>
          <p:nvPr/>
        </p:nvSpPr>
        <p:spPr>
          <a:xfrm>
            <a:off x="6864675" y="4149057"/>
            <a:ext cx="2854894" cy="1066476"/>
          </a:xfrm>
          <a:prstGeom prst="wedgeEllipseCallout">
            <a:avLst>
              <a:gd name="adj1" fmla="val 50534"/>
              <a:gd name="adj2" fmla="val -290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6" name="Bulle narrative : ronde 25">
            <a:extLst>
              <a:ext uri="{FF2B5EF4-FFF2-40B4-BE49-F238E27FC236}">
                <a16:creationId xmlns:a16="http://schemas.microsoft.com/office/drawing/2014/main" id="{D5DF8230-B871-4BF3-B438-E6AAF81611B9}"/>
              </a:ext>
            </a:extLst>
          </p:cNvPr>
          <p:cNvSpPr/>
          <p:nvPr/>
        </p:nvSpPr>
        <p:spPr>
          <a:xfrm>
            <a:off x="1844671" y="4159870"/>
            <a:ext cx="2854894" cy="914400"/>
          </a:xfrm>
          <a:prstGeom prst="wedgeEllipseCallout">
            <a:avLst>
              <a:gd name="adj1" fmla="val -61102"/>
              <a:gd name="adj2" fmla="val 6487"/>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7" name="Bulle narrative : ronde 26">
            <a:extLst>
              <a:ext uri="{FF2B5EF4-FFF2-40B4-BE49-F238E27FC236}">
                <a16:creationId xmlns:a16="http://schemas.microsoft.com/office/drawing/2014/main" id="{26E23D74-B574-4D25-BE46-3CA9EF8B63A7}"/>
              </a:ext>
            </a:extLst>
          </p:cNvPr>
          <p:cNvSpPr/>
          <p:nvPr/>
        </p:nvSpPr>
        <p:spPr>
          <a:xfrm>
            <a:off x="4308501" y="2287478"/>
            <a:ext cx="3015810" cy="1007113"/>
          </a:xfrm>
          <a:prstGeom prst="wedgeEllipseCallout">
            <a:avLst>
              <a:gd name="adj1" fmla="val 1580"/>
              <a:gd name="adj2" fmla="val -6696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8" name="Bulle narrative : ronde 27">
            <a:extLst>
              <a:ext uri="{FF2B5EF4-FFF2-40B4-BE49-F238E27FC236}">
                <a16:creationId xmlns:a16="http://schemas.microsoft.com/office/drawing/2014/main" id="{D768A063-CF71-4020-9886-E8D4EF1EF753}"/>
              </a:ext>
            </a:extLst>
          </p:cNvPr>
          <p:cNvSpPr/>
          <p:nvPr/>
        </p:nvSpPr>
        <p:spPr>
          <a:xfrm>
            <a:off x="5855379" y="5346268"/>
            <a:ext cx="2854894" cy="1149857"/>
          </a:xfrm>
          <a:prstGeom prst="wedgeEllipseCallout">
            <a:avLst>
              <a:gd name="adj1" fmla="val 54168"/>
              <a:gd name="adj2" fmla="val 284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9" name="Bulle narrative : ronde 28">
            <a:extLst>
              <a:ext uri="{FF2B5EF4-FFF2-40B4-BE49-F238E27FC236}">
                <a16:creationId xmlns:a16="http://schemas.microsoft.com/office/drawing/2014/main" id="{236CDA45-9E98-41B3-A52F-DEB25458C0CA}"/>
              </a:ext>
            </a:extLst>
          </p:cNvPr>
          <p:cNvSpPr/>
          <p:nvPr/>
        </p:nvSpPr>
        <p:spPr>
          <a:xfrm>
            <a:off x="2856161" y="5304208"/>
            <a:ext cx="2854894" cy="1149858"/>
          </a:xfrm>
          <a:prstGeom prst="wedgeEllipseCallout">
            <a:avLst>
              <a:gd name="adj1" fmla="val -42445"/>
              <a:gd name="adj2" fmla="val 4532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30" name="ZoneTexte 29">
            <a:extLst>
              <a:ext uri="{FF2B5EF4-FFF2-40B4-BE49-F238E27FC236}">
                <a16:creationId xmlns:a16="http://schemas.microsoft.com/office/drawing/2014/main" id="{1510FC4D-245B-443C-8AAF-F8C55BBD879F}"/>
              </a:ext>
            </a:extLst>
          </p:cNvPr>
          <p:cNvSpPr txBox="1"/>
          <p:nvPr/>
        </p:nvSpPr>
        <p:spPr>
          <a:xfrm>
            <a:off x="6006500" y="1728216"/>
            <a:ext cx="1716350" cy="261610"/>
          </a:xfrm>
          <a:prstGeom prst="rect">
            <a:avLst/>
          </a:prstGeom>
          <a:noFill/>
        </p:spPr>
        <p:txBody>
          <a:bodyPr wrap="square" rtlCol="0">
            <a:spAutoFit/>
          </a:bodyPr>
          <a:lstStyle/>
          <a:p>
            <a:r>
              <a:rPr lang="en-US" sz="1100" b="1" dirty="0">
                <a:solidFill>
                  <a:srgbClr val="EC7B2B"/>
                </a:solidFill>
              </a:rPr>
              <a:t>Top Management</a:t>
            </a:r>
          </a:p>
        </p:txBody>
      </p:sp>
      <p:sp>
        <p:nvSpPr>
          <p:cNvPr id="31" name="ZoneTexte 30">
            <a:extLst>
              <a:ext uri="{FF2B5EF4-FFF2-40B4-BE49-F238E27FC236}">
                <a16:creationId xmlns:a16="http://schemas.microsoft.com/office/drawing/2014/main" id="{ED22D590-DEE6-4E39-B7AF-9ADD426FBB6C}"/>
              </a:ext>
            </a:extLst>
          </p:cNvPr>
          <p:cNvSpPr txBox="1"/>
          <p:nvPr/>
        </p:nvSpPr>
        <p:spPr>
          <a:xfrm>
            <a:off x="9212818" y="2226499"/>
            <a:ext cx="1716350" cy="430887"/>
          </a:xfrm>
          <a:prstGeom prst="rect">
            <a:avLst/>
          </a:prstGeom>
          <a:noFill/>
        </p:spPr>
        <p:txBody>
          <a:bodyPr wrap="square" rtlCol="0">
            <a:spAutoFit/>
          </a:bodyPr>
          <a:lstStyle/>
          <a:p>
            <a:r>
              <a:rPr lang="en-US" sz="1100" b="1" dirty="0">
                <a:solidFill>
                  <a:srgbClr val="EC7B2B"/>
                </a:solidFill>
              </a:rPr>
              <a:t>Non-sponsoring Hierarchy</a:t>
            </a:r>
          </a:p>
        </p:txBody>
      </p:sp>
      <p:sp>
        <p:nvSpPr>
          <p:cNvPr id="32" name="ZoneTexte 31">
            <a:extLst>
              <a:ext uri="{FF2B5EF4-FFF2-40B4-BE49-F238E27FC236}">
                <a16:creationId xmlns:a16="http://schemas.microsoft.com/office/drawing/2014/main" id="{ADDCE6CC-3E65-478D-9FC4-360B4B0F9CBF}"/>
              </a:ext>
            </a:extLst>
          </p:cNvPr>
          <p:cNvSpPr txBox="1"/>
          <p:nvPr/>
        </p:nvSpPr>
        <p:spPr>
          <a:xfrm>
            <a:off x="1102821" y="2379290"/>
            <a:ext cx="1369610" cy="261610"/>
          </a:xfrm>
          <a:prstGeom prst="rect">
            <a:avLst/>
          </a:prstGeom>
          <a:noFill/>
        </p:spPr>
        <p:txBody>
          <a:bodyPr wrap="square" rtlCol="0">
            <a:spAutoFit/>
          </a:bodyPr>
          <a:lstStyle/>
          <a:p>
            <a:pPr algn="r"/>
            <a:r>
              <a:rPr lang="en-US" sz="1100" b="1" dirty="0">
                <a:solidFill>
                  <a:srgbClr val="EC7B2B"/>
                </a:solidFill>
              </a:rPr>
              <a:t>Sponsors</a:t>
            </a:r>
          </a:p>
        </p:txBody>
      </p:sp>
      <p:sp>
        <p:nvSpPr>
          <p:cNvPr id="33" name="ZoneTexte 32">
            <a:extLst>
              <a:ext uri="{FF2B5EF4-FFF2-40B4-BE49-F238E27FC236}">
                <a16:creationId xmlns:a16="http://schemas.microsoft.com/office/drawing/2014/main" id="{8CFFA553-0601-4FFF-BBC8-CD85B3EB638A}"/>
              </a:ext>
            </a:extLst>
          </p:cNvPr>
          <p:cNvSpPr txBox="1"/>
          <p:nvPr/>
        </p:nvSpPr>
        <p:spPr>
          <a:xfrm>
            <a:off x="10111525" y="4251408"/>
            <a:ext cx="1123749" cy="769441"/>
          </a:xfrm>
          <a:prstGeom prst="rect">
            <a:avLst/>
          </a:prstGeom>
          <a:noFill/>
        </p:spPr>
        <p:txBody>
          <a:bodyPr wrap="square" rtlCol="0">
            <a:spAutoFit/>
          </a:bodyPr>
          <a:lstStyle/>
          <a:p>
            <a:r>
              <a:rPr lang="en-US" sz="1100" b="1" dirty="0">
                <a:solidFill>
                  <a:srgbClr val="EC7B2B"/>
                </a:solidFill>
              </a:rPr>
              <a:t>Non-active members (passive consumers)</a:t>
            </a:r>
          </a:p>
        </p:txBody>
      </p:sp>
      <p:sp>
        <p:nvSpPr>
          <p:cNvPr id="34" name="ZoneTexte 33">
            <a:extLst>
              <a:ext uri="{FF2B5EF4-FFF2-40B4-BE49-F238E27FC236}">
                <a16:creationId xmlns:a16="http://schemas.microsoft.com/office/drawing/2014/main" id="{F78E7F57-B55C-43AD-AE6F-FF29C803B6EB}"/>
              </a:ext>
            </a:extLst>
          </p:cNvPr>
          <p:cNvSpPr txBox="1"/>
          <p:nvPr/>
        </p:nvSpPr>
        <p:spPr>
          <a:xfrm>
            <a:off x="9181562" y="6102060"/>
            <a:ext cx="1123749" cy="430887"/>
          </a:xfrm>
          <a:prstGeom prst="rect">
            <a:avLst/>
          </a:prstGeom>
          <a:noFill/>
        </p:spPr>
        <p:txBody>
          <a:bodyPr wrap="square" rtlCol="0">
            <a:spAutoFit/>
          </a:bodyPr>
          <a:lstStyle/>
          <a:p>
            <a:r>
              <a:rPr lang="en-US" sz="1100" b="1" dirty="0">
                <a:solidFill>
                  <a:srgbClr val="EC7B2B"/>
                </a:solidFill>
              </a:rPr>
              <a:t>New members</a:t>
            </a:r>
          </a:p>
        </p:txBody>
      </p:sp>
      <p:sp>
        <p:nvSpPr>
          <p:cNvPr id="35" name="ZoneTexte 34">
            <a:extLst>
              <a:ext uri="{FF2B5EF4-FFF2-40B4-BE49-F238E27FC236}">
                <a16:creationId xmlns:a16="http://schemas.microsoft.com/office/drawing/2014/main" id="{F8D44F00-547B-439F-86B8-C7796942D2B6}"/>
              </a:ext>
            </a:extLst>
          </p:cNvPr>
          <p:cNvSpPr txBox="1"/>
          <p:nvPr/>
        </p:nvSpPr>
        <p:spPr>
          <a:xfrm>
            <a:off x="1457861" y="6174334"/>
            <a:ext cx="1123749" cy="430887"/>
          </a:xfrm>
          <a:prstGeom prst="rect">
            <a:avLst/>
          </a:prstGeom>
          <a:noFill/>
        </p:spPr>
        <p:txBody>
          <a:bodyPr wrap="square" rtlCol="0">
            <a:spAutoFit/>
          </a:bodyPr>
          <a:lstStyle/>
          <a:p>
            <a:pPr algn="r"/>
            <a:r>
              <a:rPr lang="en-US" sz="1100" b="1" dirty="0">
                <a:solidFill>
                  <a:srgbClr val="EC7B2B"/>
                </a:solidFill>
              </a:rPr>
              <a:t>Potential members</a:t>
            </a:r>
          </a:p>
        </p:txBody>
      </p:sp>
      <p:sp>
        <p:nvSpPr>
          <p:cNvPr id="36" name="ZoneTexte 35">
            <a:extLst>
              <a:ext uri="{FF2B5EF4-FFF2-40B4-BE49-F238E27FC236}">
                <a16:creationId xmlns:a16="http://schemas.microsoft.com/office/drawing/2014/main" id="{C2D08447-B3DC-4EE7-8FC9-8EF2CD9F26B9}"/>
              </a:ext>
            </a:extLst>
          </p:cNvPr>
          <p:cNvSpPr txBox="1"/>
          <p:nvPr/>
        </p:nvSpPr>
        <p:spPr>
          <a:xfrm>
            <a:off x="235074" y="4515339"/>
            <a:ext cx="867747" cy="430887"/>
          </a:xfrm>
          <a:prstGeom prst="rect">
            <a:avLst/>
          </a:prstGeom>
          <a:noFill/>
        </p:spPr>
        <p:txBody>
          <a:bodyPr wrap="square" rtlCol="0">
            <a:spAutoFit/>
          </a:bodyPr>
          <a:lstStyle/>
          <a:p>
            <a:pPr algn="r"/>
            <a:r>
              <a:rPr lang="en-US" sz="1100" b="1" dirty="0">
                <a:solidFill>
                  <a:srgbClr val="EC7B2B"/>
                </a:solidFill>
              </a:rPr>
              <a:t>Active members</a:t>
            </a:r>
          </a:p>
        </p:txBody>
      </p:sp>
      <p:grpSp>
        <p:nvGrpSpPr>
          <p:cNvPr id="13" name="Groupe 12">
            <a:extLst>
              <a:ext uri="{FF2B5EF4-FFF2-40B4-BE49-F238E27FC236}">
                <a16:creationId xmlns:a16="http://schemas.microsoft.com/office/drawing/2014/main" id="{E31B2484-2D63-4DEF-8CC8-0DD23D7AD9E9}"/>
              </a:ext>
            </a:extLst>
          </p:cNvPr>
          <p:cNvGrpSpPr/>
          <p:nvPr/>
        </p:nvGrpSpPr>
        <p:grpSpPr>
          <a:xfrm>
            <a:off x="2282977" y="1922090"/>
            <a:ext cx="914400" cy="914400"/>
            <a:chOff x="2472431" y="1931679"/>
            <a:chExt cx="914400" cy="914400"/>
          </a:xfrm>
        </p:grpSpPr>
        <p:pic>
          <p:nvPicPr>
            <p:cNvPr id="12" name="Graphique 11" descr="Employée de bureau avec un remplissage uni">
              <a:extLst>
                <a:ext uri="{FF2B5EF4-FFF2-40B4-BE49-F238E27FC236}">
                  <a16:creationId xmlns:a16="http://schemas.microsoft.com/office/drawing/2014/main" id="{DEA9B1B1-6F76-4301-98B6-BA43279B42F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2A0CC82B-6AE0-4760-B994-AF99B13B466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837714" y="2492740"/>
              <a:ext cx="167927" cy="167927"/>
            </a:xfrm>
            <a:prstGeom prst="rect">
              <a:avLst/>
            </a:prstGeom>
          </p:spPr>
        </p:pic>
      </p:grpSp>
      <p:sp>
        <p:nvSpPr>
          <p:cNvPr id="39" name="ZoneTexte 38">
            <a:extLst>
              <a:ext uri="{FF2B5EF4-FFF2-40B4-BE49-F238E27FC236}">
                <a16:creationId xmlns:a16="http://schemas.microsoft.com/office/drawing/2014/main" id="{C11E1B9E-70BE-408B-BA99-8E90A96029B2}"/>
              </a:ext>
            </a:extLst>
          </p:cNvPr>
          <p:cNvSpPr txBox="1"/>
          <p:nvPr/>
        </p:nvSpPr>
        <p:spPr>
          <a:xfrm>
            <a:off x="4941879" y="4878342"/>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Tree>
    <p:extLst>
      <p:ext uri="{BB962C8B-B14F-4D97-AF65-F5344CB8AC3E}">
        <p14:creationId xmlns:p14="http://schemas.microsoft.com/office/powerpoint/2010/main" val="2519258302"/>
      </p:ext>
    </p:extLst>
  </p:cSld>
  <p:clrMapOvr>
    <a:masterClrMapping/>
  </p:clrMapOvr>
  <mc:AlternateContent xmlns:mc="http://schemas.openxmlformats.org/markup-compatibility/2006" xmlns:p14="http://schemas.microsoft.com/office/powerpoint/2010/main">
    <mc:Choice Requires="p14">
      <p:transition spd="slow" p14:dur="2000" advTm="37583"/>
    </mc:Choice>
    <mc:Fallback xmlns="">
      <p:transition spd="slow" advTm="37583"/>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a:xfrm>
            <a:off x="1182624" y="2615184"/>
            <a:ext cx="9826752" cy="3694176"/>
          </a:xfrm>
        </p:spPr>
        <p:txBody>
          <a:bodyPr>
            <a:normAutofit/>
          </a:bodyPr>
          <a:lstStyle/>
          <a:p>
            <a:pPr marL="0" indent="0">
              <a:buNone/>
            </a:pPr>
            <a:r>
              <a:rPr lang="en-US" dirty="0"/>
              <a:t> </a:t>
            </a:r>
          </a:p>
        </p:txBody>
      </p:sp>
      <p:pic>
        <p:nvPicPr>
          <p:cNvPr id="13" name="Graphique 12" descr="Employé de bureau avec un remplissage uni">
            <a:extLst>
              <a:ext uri="{FF2B5EF4-FFF2-40B4-BE49-F238E27FC236}">
                <a16:creationId xmlns:a16="http://schemas.microsoft.com/office/drawing/2014/main" id="{08302923-2AAB-48A0-81BF-3B96D3EB2C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75520" y="4557756"/>
            <a:ext cx="914400" cy="914400"/>
          </a:xfrm>
          <a:prstGeom prst="rect">
            <a:avLst/>
          </a:prstGeom>
        </p:spPr>
      </p:pic>
      <p:pic>
        <p:nvPicPr>
          <p:cNvPr id="14" name="Graphique 13" descr="Couronne d'utilisateur féminine avec un remplissage uni">
            <a:extLst>
              <a:ext uri="{FF2B5EF4-FFF2-40B4-BE49-F238E27FC236}">
                <a16:creationId xmlns:a16="http://schemas.microsoft.com/office/drawing/2014/main" id="{8E9B5B8F-D4B9-4AFA-8F4E-3A0EFE144F0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00192" y="3530626"/>
            <a:ext cx="914400" cy="914400"/>
          </a:xfrm>
          <a:prstGeom prst="rect">
            <a:avLst/>
          </a:prstGeom>
        </p:spPr>
      </p:pic>
      <p:grpSp>
        <p:nvGrpSpPr>
          <p:cNvPr id="15" name="Groupe 14">
            <a:extLst>
              <a:ext uri="{FF2B5EF4-FFF2-40B4-BE49-F238E27FC236}">
                <a16:creationId xmlns:a16="http://schemas.microsoft.com/office/drawing/2014/main" id="{E21B1D88-561C-4166-8C5E-EA63A94D779B}"/>
              </a:ext>
            </a:extLst>
          </p:cNvPr>
          <p:cNvGrpSpPr/>
          <p:nvPr/>
        </p:nvGrpSpPr>
        <p:grpSpPr>
          <a:xfrm>
            <a:off x="1330960" y="4743168"/>
            <a:ext cx="914400" cy="914400"/>
            <a:chOff x="2472431" y="1931679"/>
            <a:chExt cx="914400" cy="914400"/>
          </a:xfrm>
        </p:grpSpPr>
        <p:pic>
          <p:nvPicPr>
            <p:cNvPr id="16" name="Graphique 15" descr="Employée de bureau avec un remplissage uni">
              <a:extLst>
                <a:ext uri="{FF2B5EF4-FFF2-40B4-BE49-F238E27FC236}">
                  <a16:creationId xmlns:a16="http://schemas.microsoft.com/office/drawing/2014/main" id="{E9A78067-7EA4-4EC2-B307-6D01B5B9AF5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72431" y="1931679"/>
              <a:ext cx="914400" cy="914400"/>
            </a:xfrm>
            <a:prstGeom prst="rect">
              <a:avLst/>
            </a:prstGeom>
          </p:spPr>
        </p:pic>
        <p:pic>
          <p:nvPicPr>
            <p:cNvPr id="17" name="Graphique 16" descr="Euro avec un remplissage uni">
              <a:extLst>
                <a:ext uri="{FF2B5EF4-FFF2-40B4-BE49-F238E27FC236}">
                  <a16:creationId xmlns:a16="http://schemas.microsoft.com/office/drawing/2014/main" id="{68325F4F-34A9-49A7-A1DE-FB3CF74F47B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37714" y="2492740"/>
              <a:ext cx="167927" cy="167927"/>
            </a:xfrm>
            <a:prstGeom prst="rect">
              <a:avLst/>
            </a:prstGeom>
          </p:spPr>
        </p:pic>
      </p:grpSp>
      <p:sp>
        <p:nvSpPr>
          <p:cNvPr id="18" name="Bulle narrative : ronde 17">
            <a:extLst>
              <a:ext uri="{FF2B5EF4-FFF2-40B4-BE49-F238E27FC236}">
                <a16:creationId xmlns:a16="http://schemas.microsoft.com/office/drawing/2014/main" id="{B5107FA2-97CB-463F-BFD3-E86495FA1C75}"/>
              </a:ext>
            </a:extLst>
          </p:cNvPr>
          <p:cNvSpPr/>
          <p:nvPr/>
        </p:nvSpPr>
        <p:spPr>
          <a:xfrm>
            <a:off x="1564942" y="2691686"/>
            <a:ext cx="2793827" cy="1399690"/>
          </a:xfrm>
          <a:prstGeom prst="wedgeEllipseCallout">
            <a:avLst>
              <a:gd name="adj1" fmla="val -38155"/>
              <a:gd name="adj2" fmla="val 93326"/>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Members should spend at least 2 hours / week to develop the Community and its benefits, we already invested a lot.</a:t>
            </a:r>
          </a:p>
        </p:txBody>
      </p:sp>
      <p:sp>
        <p:nvSpPr>
          <p:cNvPr id="19" name="Bulle narrative : ronde 18">
            <a:extLst>
              <a:ext uri="{FF2B5EF4-FFF2-40B4-BE49-F238E27FC236}">
                <a16:creationId xmlns:a16="http://schemas.microsoft.com/office/drawing/2014/main" id="{9C10A634-C62F-4EBB-A701-E4C9F8B3E504}"/>
              </a:ext>
            </a:extLst>
          </p:cNvPr>
          <p:cNvSpPr/>
          <p:nvPr/>
        </p:nvSpPr>
        <p:spPr>
          <a:xfrm>
            <a:off x="8008279" y="2817394"/>
            <a:ext cx="2640535" cy="1273982"/>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Members should not spend more than 1 hour / week because their time is required elsewhere</a:t>
            </a:r>
          </a:p>
        </p:txBody>
      </p:sp>
      <p:sp>
        <p:nvSpPr>
          <p:cNvPr id="20" name="Bulle narrative : ronde 19">
            <a:extLst>
              <a:ext uri="{FF2B5EF4-FFF2-40B4-BE49-F238E27FC236}">
                <a16:creationId xmlns:a16="http://schemas.microsoft.com/office/drawing/2014/main" id="{2AECB0A2-B69D-4973-B481-0BD101789CAA}"/>
              </a:ext>
            </a:extLst>
          </p:cNvPr>
          <p:cNvSpPr/>
          <p:nvPr/>
        </p:nvSpPr>
        <p:spPr>
          <a:xfrm>
            <a:off x="4775732" y="2679207"/>
            <a:ext cx="2640535" cy="706079"/>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Your Community should foster unity and agreement</a:t>
            </a:r>
          </a:p>
        </p:txBody>
      </p:sp>
      <p:cxnSp>
        <p:nvCxnSpPr>
          <p:cNvPr id="22" name="Connecteur droit 21">
            <a:extLst>
              <a:ext uri="{FF2B5EF4-FFF2-40B4-BE49-F238E27FC236}">
                <a16:creationId xmlns:a16="http://schemas.microsoft.com/office/drawing/2014/main" id="{AFB4312C-B692-47AB-8DA2-1334C729CE4D}"/>
              </a:ext>
            </a:extLst>
          </p:cNvPr>
          <p:cNvCxnSpPr/>
          <p:nvPr/>
        </p:nvCxnSpPr>
        <p:spPr>
          <a:xfrm flipH="1">
            <a:off x="3257861" y="2615184"/>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3" name="Connecteur droit 22">
            <a:extLst>
              <a:ext uri="{FF2B5EF4-FFF2-40B4-BE49-F238E27FC236}">
                <a16:creationId xmlns:a16="http://schemas.microsoft.com/office/drawing/2014/main" id="{E06542FC-B64D-481C-8698-30301264A6CD}"/>
              </a:ext>
            </a:extLst>
          </p:cNvPr>
          <p:cNvCxnSpPr>
            <a:cxnSpLocks/>
          </p:cNvCxnSpPr>
          <p:nvPr/>
        </p:nvCxnSpPr>
        <p:spPr>
          <a:xfrm>
            <a:off x="7396192" y="2615184"/>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9" name="Connecteur droit 28">
            <a:extLst>
              <a:ext uri="{FF2B5EF4-FFF2-40B4-BE49-F238E27FC236}">
                <a16:creationId xmlns:a16="http://schemas.microsoft.com/office/drawing/2014/main" id="{3D827966-C72F-4811-8E26-3C888E9FD79D}"/>
              </a:ext>
            </a:extLst>
          </p:cNvPr>
          <p:cNvCxnSpPr>
            <a:cxnSpLocks/>
          </p:cNvCxnSpPr>
          <p:nvPr/>
        </p:nvCxnSpPr>
        <p:spPr>
          <a:xfrm flipH="1">
            <a:off x="3994951" y="4634144"/>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32" name="Bulle narrative : ronde 31">
            <a:extLst>
              <a:ext uri="{FF2B5EF4-FFF2-40B4-BE49-F238E27FC236}">
                <a16:creationId xmlns:a16="http://schemas.microsoft.com/office/drawing/2014/main" id="{C68A925C-C414-47DD-BA0E-7D6289B01334}"/>
              </a:ext>
            </a:extLst>
          </p:cNvPr>
          <p:cNvSpPr/>
          <p:nvPr/>
        </p:nvSpPr>
        <p:spPr>
          <a:xfrm>
            <a:off x="5343064" y="4839823"/>
            <a:ext cx="2788738" cy="548369"/>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Now what do I do ?</a:t>
            </a:r>
          </a:p>
        </p:txBody>
      </p:sp>
      <p:grpSp>
        <p:nvGrpSpPr>
          <p:cNvPr id="33" name="Groupe 32">
            <a:extLst>
              <a:ext uri="{FF2B5EF4-FFF2-40B4-BE49-F238E27FC236}">
                <a16:creationId xmlns:a16="http://schemas.microsoft.com/office/drawing/2014/main" id="{0780CE30-7249-46FF-B8D2-D81296F7B7A3}"/>
              </a:ext>
            </a:extLst>
          </p:cNvPr>
          <p:cNvGrpSpPr/>
          <p:nvPr/>
        </p:nvGrpSpPr>
        <p:grpSpPr>
          <a:xfrm>
            <a:off x="3804229" y="4824494"/>
            <a:ext cx="1983159" cy="1565406"/>
            <a:chOff x="2192955" y="4690073"/>
            <a:chExt cx="1983159" cy="1565406"/>
          </a:xfrm>
        </p:grpSpPr>
        <p:pic>
          <p:nvPicPr>
            <p:cNvPr id="34" name="Graphique 33" descr="Personne confuse avec un remplissage uni">
              <a:extLst>
                <a:ext uri="{FF2B5EF4-FFF2-40B4-BE49-F238E27FC236}">
                  <a16:creationId xmlns:a16="http://schemas.microsoft.com/office/drawing/2014/main" id="{8CA63AAD-7AE8-444B-AFFC-AF3CF7CD2A5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4825" r="14911" b="49785"/>
            <a:stretch/>
          </p:blipFill>
          <p:spPr>
            <a:xfrm>
              <a:off x="2192955" y="4838194"/>
              <a:ext cx="1983159" cy="1417285"/>
            </a:xfrm>
            <a:prstGeom prst="rect">
              <a:avLst/>
            </a:prstGeom>
          </p:spPr>
        </p:pic>
        <p:pic>
          <p:nvPicPr>
            <p:cNvPr id="35" name="Graphique 34" descr="Visage grimaçant et transpirant avec remplissage uni avec un remplissage uni">
              <a:extLst>
                <a:ext uri="{FF2B5EF4-FFF2-40B4-BE49-F238E27FC236}">
                  <a16:creationId xmlns:a16="http://schemas.microsoft.com/office/drawing/2014/main" id="{E96A2764-7FC4-445C-929C-5DD1F839510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791472" y="4690073"/>
              <a:ext cx="803985" cy="803985"/>
            </a:xfrm>
            <a:prstGeom prst="rect">
              <a:avLst/>
            </a:prstGeom>
          </p:spPr>
        </p:pic>
      </p:grpSp>
      <p:sp>
        <p:nvSpPr>
          <p:cNvPr id="36" name="ZoneTexte 35">
            <a:extLst>
              <a:ext uri="{FF2B5EF4-FFF2-40B4-BE49-F238E27FC236}">
                <a16:creationId xmlns:a16="http://schemas.microsoft.com/office/drawing/2014/main" id="{90B68754-D976-4639-8EEB-5DA062DA6AD5}"/>
              </a:ext>
            </a:extLst>
          </p:cNvPr>
          <p:cNvSpPr txBox="1"/>
          <p:nvPr/>
        </p:nvSpPr>
        <p:spPr>
          <a:xfrm>
            <a:off x="5343064" y="4272254"/>
            <a:ext cx="1716350" cy="261610"/>
          </a:xfrm>
          <a:prstGeom prst="rect">
            <a:avLst/>
          </a:prstGeom>
          <a:noFill/>
        </p:spPr>
        <p:txBody>
          <a:bodyPr wrap="square" rtlCol="0">
            <a:spAutoFit/>
          </a:bodyPr>
          <a:lstStyle/>
          <a:p>
            <a:r>
              <a:rPr lang="en-US" sz="1100" b="1" dirty="0">
                <a:solidFill>
                  <a:srgbClr val="EC7B2B"/>
                </a:solidFill>
              </a:rPr>
              <a:t>Top Management</a:t>
            </a:r>
          </a:p>
        </p:txBody>
      </p:sp>
      <p:sp>
        <p:nvSpPr>
          <p:cNvPr id="37" name="ZoneTexte 36">
            <a:extLst>
              <a:ext uri="{FF2B5EF4-FFF2-40B4-BE49-F238E27FC236}">
                <a16:creationId xmlns:a16="http://schemas.microsoft.com/office/drawing/2014/main" id="{BF2E1573-0E34-4092-BC21-DFCF300C8F10}"/>
              </a:ext>
            </a:extLst>
          </p:cNvPr>
          <p:cNvSpPr txBox="1"/>
          <p:nvPr/>
        </p:nvSpPr>
        <p:spPr>
          <a:xfrm>
            <a:off x="9567346" y="5358609"/>
            <a:ext cx="1716350" cy="430887"/>
          </a:xfrm>
          <a:prstGeom prst="rect">
            <a:avLst/>
          </a:prstGeom>
          <a:noFill/>
        </p:spPr>
        <p:txBody>
          <a:bodyPr wrap="square" rtlCol="0">
            <a:spAutoFit/>
          </a:bodyPr>
          <a:lstStyle/>
          <a:p>
            <a:r>
              <a:rPr lang="en-US" sz="1100" b="1" dirty="0">
                <a:solidFill>
                  <a:srgbClr val="EC7B2B"/>
                </a:solidFill>
              </a:rPr>
              <a:t>Non-sponsoring Hierarchy</a:t>
            </a:r>
          </a:p>
        </p:txBody>
      </p:sp>
      <p:sp>
        <p:nvSpPr>
          <p:cNvPr id="38" name="ZoneTexte 37">
            <a:extLst>
              <a:ext uri="{FF2B5EF4-FFF2-40B4-BE49-F238E27FC236}">
                <a16:creationId xmlns:a16="http://schemas.microsoft.com/office/drawing/2014/main" id="{2ECB7DFE-DD3A-416F-B948-D49CAB5F121B}"/>
              </a:ext>
            </a:extLst>
          </p:cNvPr>
          <p:cNvSpPr txBox="1"/>
          <p:nvPr/>
        </p:nvSpPr>
        <p:spPr>
          <a:xfrm>
            <a:off x="1011438" y="5574053"/>
            <a:ext cx="1369610" cy="261610"/>
          </a:xfrm>
          <a:prstGeom prst="rect">
            <a:avLst/>
          </a:prstGeom>
          <a:noFill/>
        </p:spPr>
        <p:txBody>
          <a:bodyPr wrap="square" rtlCol="0">
            <a:spAutoFit/>
          </a:bodyPr>
          <a:lstStyle/>
          <a:p>
            <a:pPr algn="r"/>
            <a:r>
              <a:rPr lang="en-US" sz="1100" b="1" dirty="0">
                <a:solidFill>
                  <a:srgbClr val="EC7B2B"/>
                </a:solidFill>
              </a:rPr>
              <a:t>Sponsor</a:t>
            </a:r>
          </a:p>
        </p:txBody>
      </p:sp>
      <p:sp>
        <p:nvSpPr>
          <p:cNvPr id="39" name="ZoneTexte 38">
            <a:extLst>
              <a:ext uri="{FF2B5EF4-FFF2-40B4-BE49-F238E27FC236}">
                <a16:creationId xmlns:a16="http://schemas.microsoft.com/office/drawing/2014/main" id="{3B391040-458E-4F0A-96CC-2BDF0160E8FB}"/>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Tree>
    <p:extLst>
      <p:ext uri="{BB962C8B-B14F-4D97-AF65-F5344CB8AC3E}">
        <p14:creationId xmlns:p14="http://schemas.microsoft.com/office/powerpoint/2010/main" val="2771678934"/>
      </p:ext>
    </p:extLst>
  </p:cSld>
  <p:clrMapOvr>
    <a:masterClrMapping/>
  </p:clrMapOvr>
  <mc:AlternateContent xmlns:mc="http://schemas.openxmlformats.org/markup-compatibility/2006" xmlns:p14="http://schemas.microsoft.com/office/powerpoint/2010/main">
    <mc:Choice Requires="p14">
      <p:transition spd="slow" p14:dur="2000" advTm="65811"/>
    </mc:Choice>
    <mc:Fallback xmlns="">
      <p:transition spd="slow" advTm="65811"/>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0C7112-BA00-4D5D-BE1E-4281CB9027BA}"/>
              </a:ext>
            </a:extLst>
          </p:cNvPr>
          <p:cNvSpPr>
            <a:spLocks noGrp="1"/>
          </p:cNvSpPr>
          <p:nvPr>
            <p:ph type="title"/>
          </p:nvPr>
        </p:nvSpPr>
        <p:spPr/>
        <p:txBody>
          <a:bodyPr>
            <a:normAutofit fontScale="90000"/>
          </a:bodyPr>
          <a:lstStyle/>
          <a:p>
            <a:r>
              <a:rPr lang="en-US" dirty="0"/>
              <a:t>Challenge P1</a:t>
            </a:r>
            <a:br>
              <a:rPr lang="en-US" dirty="0"/>
            </a:br>
            <a:r>
              <a:rPr lang="en-US" dirty="0"/>
              <a:t>Manage Sponsors &amp; hierarchy expectations</a:t>
            </a:r>
          </a:p>
        </p:txBody>
      </p:sp>
      <p:graphicFrame>
        <p:nvGraphicFramePr>
          <p:cNvPr id="12" name="Tableau 12">
            <a:extLst>
              <a:ext uri="{FF2B5EF4-FFF2-40B4-BE49-F238E27FC236}">
                <a16:creationId xmlns:a16="http://schemas.microsoft.com/office/drawing/2014/main" id="{BC898365-493F-470A-8FB6-8E172D241156}"/>
              </a:ext>
            </a:extLst>
          </p:cNvPr>
          <p:cNvGraphicFramePr>
            <a:graphicFrameLocks noGrp="1"/>
          </p:cNvGraphicFramePr>
          <p:nvPr>
            <p:ph idx="1"/>
          </p:nvPr>
        </p:nvGraphicFramePr>
        <p:xfrm>
          <a:off x="115409" y="2239763"/>
          <a:ext cx="12076591" cy="4496539"/>
        </p:xfrm>
        <a:graphic>
          <a:graphicData uri="http://schemas.openxmlformats.org/drawingml/2006/table">
            <a:tbl>
              <a:tblPr firstRow="1" firstCol="1" bandRow="1">
                <a:tableStyleId>{5C22544A-7EE6-4342-B048-85BDC9FD1C3A}</a:tableStyleId>
              </a:tblPr>
              <a:tblGrid>
                <a:gridCol w="2867488">
                  <a:extLst>
                    <a:ext uri="{9D8B030D-6E8A-4147-A177-3AD203B41FA5}">
                      <a16:colId xmlns:a16="http://schemas.microsoft.com/office/drawing/2014/main" val="2338295893"/>
                    </a:ext>
                  </a:extLst>
                </a:gridCol>
                <a:gridCol w="3170807">
                  <a:extLst>
                    <a:ext uri="{9D8B030D-6E8A-4147-A177-3AD203B41FA5}">
                      <a16:colId xmlns:a16="http://schemas.microsoft.com/office/drawing/2014/main" val="353229888"/>
                    </a:ext>
                  </a:extLst>
                </a:gridCol>
                <a:gridCol w="3019148">
                  <a:extLst>
                    <a:ext uri="{9D8B030D-6E8A-4147-A177-3AD203B41FA5}">
                      <a16:colId xmlns:a16="http://schemas.microsoft.com/office/drawing/2014/main" val="569496830"/>
                    </a:ext>
                  </a:extLst>
                </a:gridCol>
                <a:gridCol w="3019148">
                  <a:extLst>
                    <a:ext uri="{9D8B030D-6E8A-4147-A177-3AD203B41FA5}">
                      <a16:colId xmlns:a16="http://schemas.microsoft.com/office/drawing/2014/main" val="3322691317"/>
                    </a:ext>
                  </a:extLst>
                </a:gridCol>
              </a:tblGrid>
              <a:tr h="511240">
                <a:tc>
                  <a:txBody>
                    <a:bodyPr/>
                    <a:lstStyle/>
                    <a:p>
                      <a:endParaRPr lang="en-US" sz="1400" dirty="0"/>
                    </a:p>
                  </a:txBody>
                  <a:tcPr/>
                </a:tc>
                <a:tc>
                  <a:txBody>
                    <a:bodyPr/>
                    <a:lstStyle/>
                    <a:p>
                      <a:pPr algn="ctr"/>
                      <a:r>
                        <a:rPr lang="en-US" sz="1400" dirty="0"/>
                        <a:t>Sponsors</a:t>
                      </a:r>
                    </a:p>
                  </a:txBody>
                  <a:tcPr/>
                </a:tc>
                <a:tc>
                  <a:txBody>
                    <a:bodyPr/>
                    <a:lstStyle/>
                    <a:p>
                      <a:pPr algn="ctr"/>
                      <a:r>
                        <a:rPr lang="en-US" sz="1400" dirty="0"/>
                        <a:t>Top Management</a:t>
                      </a:r>
                    </a:p>
                  </a:txBody>
                  <a:tcPr/>
                </a:tc>
                <a:tc>
                  <a:txBody>
                    <a:bodyPr/>
                    <a:lstStyle/>
                    <a:p>
                      <a:pPr algn="ctr"/>
                      <a:r>
                        <a:rPr lang="en-US" sz="1400" dirty="0"/>
                        <a:t>Non-sponsoring &amp; involved hierarchy</a:t>
                      </a:r>
                    </a:p>
                  </a:txBody>
                  <a:tcPr/>
                </a:tc>
                <a:extLst>
                  <a:ext uri="{0D108BD9-81ED-4DB2-BD59-A6C34878D82A}">
                    <a16:rowId xmlns:a16="http://schemas.microsoft.com/office/drawing/2014/main" val="2100097876"/>
                  </a:ext>
                </a:extLst>
              </a:tr>
              <a:tr h="1082779">
                <a:tc>
                  <a:txBody>
                    <a:bodyPr/>
                    <a:lstStyle/>
                    <a:p>
                      <a:r>
                        <a:rPr lang="en-US" sz="1000" dirty="0"/>
                        <a:t>Description</a:t>
                      </a:r>
                    </a:p>
                    <a:p>
                      <a:r>
                        <a:rPr lang="en-US" sz="1000" b="0" dirty="0"/>
                        <a:t>Identifying the sponsors and stakeholders can help you at different stages of Community Development</a:t>
                      </a:r>
                    </a:p>
                  </a:txBody>
                  <a:tcPr/>
                </a:tc>
                <a:tc>
                  <a:txBody>
                    <a:bodyPr/>
                    <a:lstStyle/>
                    <a:p>
                      <a:pPr algn="ctr"/>
                      <a:r>
                        <a:rPr lang="en-US" sz="1000" dirty="0"/>
                        <a:t>High-powered members in your corporation who provide financial support, resources, legitimacy within the Corporation and decisional acceleration before other high- powered members. They may take responsibilities in your Community and are accountable to Top Management.</a:t>
                      </a:r>
                    </a:p>
                  </a:txBody>
                  <a:tcPr/>
                </a:tc>
                <a:tc>
                  <a:txBody>
                    <a:bodyPr/>
                    <a:lstStyle/>
                    <a:p>
                      <a:pPr algn="ctr"/>
                      <a:r>
                        <a:rPr lang="en-US" sz="1000" dirty="0"/>
                        <a:t>Very high-powered members of your Corporation for whom your Community is a new channel for the corporation development. They often look at your Community from far, but sometimes can be key to your Community development</a:t>
                      </a:r>
                    </a:p>
                  </a:txBody>
                  <a:tcPr/>
                </a:tc>
                <a:tc>
                  <a:txBody>
                    <a:bodyPr/>
                    <a:lstStyle/>
                    <a:p>
                      <a:pPr algn="ctr"/>
                      <a:r>
                        <a:rPr lang="en-US" sz="1000" dirty="0"/>
                        <a:t>High-powered members in your corporation who oversee the members or potential members of your Community. They are indirectly impacted by your activity, as members under their scope are accountable to them. </a:t>
                      </a:r>
                    </a:p>
                  </a:txBody>
                  <a:tcPr/>
                </a:tc>
                <a:extLst>
                  <a:ext uri="{0D108BD9-81ED-4DB2-BD59-A6C34878D82A}">
                    <a16:rowId xmlns:a16="http://schemas.microsoft.com/office/drawing/2014/main" val="1368511689"/>
                  </a:ext>
                </a:extLst>
              </a:tr>
              <a:tr h="353773">
                <a:tc>
                  <a:txBody>
                    <a:bodyPr/>
                    <a:lstStyle/>
                    <a:p>
                      <a:r>
                        <a:rPr lang="en-US" sz="1000" dirty="0"/>
                        <a:t>Explicit Expectations</a:t>
                      </a:r>
                    </a:p>
                    <a:p>
                      <a:r>
                        <a:rPr lang="en-US" sz="1000" b="0" dirty="0"/>
                        <a:t>Expectations that are listed in official statements. Help in your Community legitimacy and management.</a:t>
                      </a:r>
                    </a:p>
                  </a:txBody>
                  <a:tcPr/>
                </a:tc>
                <a:tc>
                  <a:txBody>
                    <a:bodyPr/>
                    <a:lstStyle/>
                    <a:p>
                      <a:r>
                        <a:rPr lang="en-US" sz="1000" dirty="0"/>
                        <a:t>Sponsors can help you in making most expectations official and explicit.</a:t>
                      </a:r>
                    </a:p>
                  </a:txBody>
                  <a:tcPr/>
                </a:tc>
                <a:tc>
                  <a:txBody>
                    <a:bodyPr/>
                    <a:lstStyle/>
                    <a:p>
                      <a:endParaRPr lang="en-US" sz="1000" dirty="0"/>
                    </a:p>
                  </a:txBody>
                  <a:tcPr/>
                </a:tc>
                <a:tc>
                  <a:txBody>
                    <a:bodyPr/>
                    <a:lstStyle/>
                    <a:p>
                      <a:endParaRPr lang="en-US" sz="1000" dirty="0"/>
                    </a:p>
                  </a:txBody>
                  <a:tcPr/>
                </a:tc>
                <a:extLst>
                  <a:ext uri="{0D108BD9-81ED-4DB2-BD59-A6C34878D82A}">
                    <a16:rowId xmlns:a16="http://schemas.microsoft.com/office/drawing/2014/main" val="3898825738"/>
                  </a:ext>
                </a:extLst>
              </a:tr>
              <a:tr h="353773">
                <a:tc>
                  <a:txBody>
                    <a:bodyPr/>
                    <a:lstStyle/>
                    <a:p>
                      <a:r>
                        <a:rPr lang="en-US" sz="1000" dirty="0"/>
                        <a:t>Implicit Expectations</a:t>
                      </a:r>
                    </a:p>
                    <a:p>
                      <a:r>
                        <a:rPr lang="en-US" sz="1000" b="0" dirty="0"/>
                        <a:t>Untold expectations you guess over time.</a:t>
                      </a:r>
                    </a:p>
                  </a:txBody>
                  <a:tcPr/>
                </a:tc>
                <a:tc>
                  <a:txBody>
                    <a:bodyPr/>
                    <a:lstStyle/>
                    <a:p>
                      <a:endParaRPr lang="en-US" sz="1000" dirty="0"/>
                    </a:p>
                  </a:txBody>
                  <a:tcPr/>
                </a:tc>
                <a:tc>
                  <a:txBody>
                    <a:bodyPr/>
                    <a:lstStyle/>
                    <a:p>
                      <a:endParaRPr lang="en-US" sz="1000" dirty="0"/>
                    </a:p>
                  </a:txBody>
                  <a:tcPr/>
                </a:tc>
                <a:tc>
                  <a:txBody>
                    <a:bodyPr/>
                    <a:lstStyle/>
                    <a:p>
                      <a:endParaRPr lang="en-US" sz="1000"/>
                    </a:p>
                  </a:txBody>
                  <a:tcPr/>
                </a:tc>
                <a:extLst>
                  <a:ext uri="{0D108BD9-81ED-4DB2-BD59-A6C34878D82A}">
                    <a16:rowId xmlns:a16="http://schemas.microsoft.com/office/drawing/2014/main" val="4220384632"/>
                  </a:ext>
                </a:extLst>
              </a:tr>
              <a:tr h="475061">
                <a:tc>
                  <a:txBody>
                    <a:bodyPr/>
                    <a:lstStyle/>
                    <a:p>
                      <a:r>
                        <a:rPr lang="en-US" sz="1000" dirty="0"/>
                        <a:t>Incompatible expectations </a:t>
                      </a:r>
                    </a:p>
                    <a:p>
                      <a:r>
                        <a:rPr lang="en-US" sz="1000" b="0" dirty="0"/>
                        <a:t>When Stakeholders do not agree, knowingly or unknowingly.</a:t>
                      </a:r>
                    </a:p>
                  </a:txBody>
                  <a:tcPr/>
                </a:tc>
                <a:tc>
                  <a:txBody>
                    <a:bodyPr/>
                    <a:lstStyle/>
                    <a:p>
                      <a:endParaRPr lang="en-US" sz="1000" dirty="0"/>
                    </a:p>
                  </a:txBody>
                  <a:tcPr/>
                </a:tc>
                <a:tc>
                  <a:txBody>
                    <a:bodyPr/>
                    <a:lstStyle/>
                    <a:p>
                      <a:pPr algn="ctr"/>
                      <a:r>
                        <a:rPr lang="en-US" sz="1000" dirty="0"/>
                        <a:t>Top management can intervene to arbitrate expectations that are incompatible between themselves.</a:t>
                      </a:r>
                    </a:p>
                  </a:txBody>
                  <a:tcPr/>
                </a:tc>
                <a:tc>
                  <a:txBody>
                    <a:bodyPr/>
                    <a:lstStyle/>
                    <a:p>
                      <a:endParaRPr lang="en-US" sz="1000" dirty="0"/>
                    </a:p>
                  </a:txBody>
                  <a:tcPr/>
                </a:tc>
                <a:extLst>
                  <a:ext uri="{0D108BD9-81ED-4DB2-BD59-A6C34878D82A}">
                    <a16:rowId xmlns:a16="http://schemas.microsoft.com/office/drawing/2014/main" val="2552872239"/>
                  </a:ext>
                </a:extLst>
              </a:tr>
              <a:tr h="458612">
                <a:tc>
                  <a:txBody>
                    <a:bodyPr/>
                    <a:lstStyle/>
                    <a:p>
                      <a:r>
                        <a:rPr lang="en-US" sz="1000" dirty="0"/>
                        <a:t>Common expectations</a:t>
                      </a:r>
                    </a:p>
                    <a:p>
                      <a:r>
                        <a:rPr lang="en-US" sz="1000" b="0" dirty="0"/>
                        <a:t>Expectations that are common to several stakeholders. </a:t>
                      </a:r>
                      <a:endParaRPr lang="en-US" sz="1000" dirty="0"/>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dirty="0"/>
                        <a:t>Building your Community according to these common expectations remove some arbitration cost and delay</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975772272"/>
                  </a:ext>
                </a:extLst>
              </a:tr>
              <a:tr h="458612">
                <a:tc>
                  <a:txBody>
                    <a:bodyPr/>
                    <a:lstStyle/>
                    <a:p>
                      <a:r>
                        <a:rPr lang="en-US" sz="1000" b="1" dirty="0">
                          <a:solidFill>
                            <a:schemeClr val="bg1"/>
                          </a:solidFill>
                        </a:rPr>
                        <a:t>Unexpected opportunities &amp; threats</a:t>
                      </a:r>
                    </a:p>
                    <a:p>
                      <a:r>
                        <a:rPr lang="en-US" sz="1000" b="0" dirty="0"/>
                        <a:t>Opportunities and threats related to stakeholders, that are not mentioned as expectations but still to be taken into account</a:t>
                      </a:r>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extLst>
                  <a:ext uri="{0D108BD9-81ED-4DB2-BD59-A6C34878D82A}">
                    <a16:rowId xmlns:a16="http://schemas.microsoft.com/office/drawing/2014/main" val="4099914510"/>
                  </a:ext>
                </a:extLst>
              </a:tr>
            </a:tbl>
          </a:graphicData>
        </a:graphic>
      </p:graphicFrame>
      <p:pic>
        <p:nvPicPr>
          <p:cNvPr id="4" name="Graphique 3" descr="Employé de bureau avec un remplissage uni">
            <a:extLst>
              <a:ext uri="{FF2B5EF4-FFF2-40B4-BE49-F238E27FC236}">
                <a16:creationId xmlns:a16="http://schemas.microsoft.com/office/drawing/2014/main" id="{7011D2B5-07D7-48B1-8669-A969E0F115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81517" y="1365310"/>
            <a:ext cx="914400" cy="914400"/>
          </a:xfrm>
          <a:prstGeom prst="rect">
            <a:avLst/>
          </a:prstGeom>
        </p:spPr>
      </p:pic>
      <p:pic>
        <p:nvPicPr>
          <p:cNvPr id="5" name="Graphique 4" descr="Couronne d'utilisateur féminine avec un remplissage uni">
            <a:extLst>
              <a:ext uri="{FF2B5EF4-FFF2-40B4-BE49-F238E27FC236}">
                <a16:creationId xmlns:a16="http://schemas.microsoft.com/office/drawing/2014/main" id="{81C70C45-5235-4F46-8359-612B98FA0F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29800" y="1459603"/>
            <a:ext cx="914400" cy="914400"/>
          </a:xfrm>
          <a:prstGeom prst="rect">
            <a:avLst/>
          </a:prstGeom>
        </p:spPr>
      </p:pic>
      <p:grpSp>
        <p:nvGrpSpPr>
          <p:cNvPr id="8" name="Groupe 7">
            <a:extLst>
              <a:ext uri="{FF2B5EF4-FFF2-40B4-BE49-F238E27FC236}">
                <a16:creationId xmlns:a16="http://schemas.microsoft.com/office/drawing/2014/main" id="{D382CF0C-D0C8-4AEB-ABA1-0DB1771A25C2}"/>
              </a:ext>
            </a:extLst>
          </p:cNvPr>
          <p:cNvGrpSpPr/>
          <p:nvPr/>
        </p:nvGrpSpPr>
        <p:grpSpPr>
          <a:xfrm>
            <a:off x="4110724" y="1355742"/>
            <a:ext cx="914400" cy="914400"/>
            <a:chOff x="2472431" y="1931679"/>
            <a:chExt cx="914400" cy="914400"/>
          </a:xfrm>
        </p:grpSpPr>
        <p:pic>
          <p:nvPicPr>
            <p:cNvPr id="9" name="Graphique 8" descr="Employée de bureau avec un remplissage uni">
              <a:extLst>
                <a:ext uri="{FF2B5EF4-FFF2-40B4-BE49-F238E27FC236}">
                  <a16:creationId xmlns:a16="http://schemas.microsoft.com/office/drawing/2014/main" id="{8F6DDC36-5A53-4F44-9F79-1BB82B04DFF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10" name="Graphique 9" descr="Euro avec un remplissage uni">
              <a:extLst>
                <a:ext uri="{FF2B5EF4-FFF2-40B4-BE49-F238E27FC236}">
                  <a16:creationId xmlns:a16="http://schemas.microsoft.com/office/drawing/2014/main" id="{8B61282E-5DC2-4B4C-8C35-F52158374E8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37714" y="2492740"/>
              <a:ext cx="167927" cy="167927"/>
            </a:xfrm>
            <a:prstGeom prst="rect">
              <a:avLst/>
            </a:prstGeom>
          </p:spPr>
        </p:pic>
      </p:grpSp>
    </p:spTree>
    <p:extLst>
      <p:ext uri="{BB962C8B-B14F-4D97-AF65-F5344CB8AC3E}">
        <p14:creationId xmlns:p14="http://schemas.microsoft.com/office/powerpoint/2010/main" val="505918755"/>
      </p:ext>
    </p:extLst>
  </p:cSld>
  <p:clrMapOvr>
    <a:masterClrMapping/>
  </p:clrMapOvr>
  <mc:AlternateContent xmlns:mc="http://schemas.openxmlformats.org/markup-compatibility/2006" xmlns:p14="http://schemas.microsoft.com/office/powerpoint/2010/main">
    <mc:Choice Requires="p14">
      <p:transition spd="slow" p14:dur="2000" advTm="90423"/>
    </mc:Choice>
    <mc:Fallback xmlns="">
      <p:transition spd="slow" advTm="90423"/>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lstStyle/>
          <a:p>
            <a:r>
              <a:rPr lang="fr-FR" dirty="0"/>
              <a:t>Share </a:t>
            </a:r>
            <a:r>
              <a:rPr lang="fr-FR" dirty="0" err="1"/>
              <a:t>your</a:t>
            </a:r>
            <a:r>
              <a:rPr lang="fr-FR" dirty="0"/>
              <a:t> opinions and </a:t>
            </a:r>
            <a:r>
              <a:rPr lang="fr-FR" dirty="0" err="1"/>
              <a:t>experiences</a:t>
            </a:r>
            <a:endParaRPr lang="fr-FR" dirty="0"/>
          </a:p>
        </p:txBody>
      </p:sp>
      <p:sp>
        <p:nvSpPr>
          <p:cNvPr id="5" name="Espace réservé du contenu 4">
            <a:extLst>
              <a:ext uri="{FF2B5EF4-FFF2-40B4-BE49-F238E27FC236}">
                <a16:creationId xmlns:a16="http://schemas.microsoft.com/office/drawing/2014/main" id="{73F5A2EF-B23B-4388-BFE7-136B6FC5AE57}"/>
              </a:ext>
            </a:extLst>
          </p:cNvPr>
          <p:cNvSpPr>
            <a:spLocks noGrp="1"/>
          </p:cNvSpPr>
          <p:nvPr>
            <p:ph sz="half" idx="1"/>
          </p:nvPr>
        </p:nvSpPr>
        <p:spPr/>
        <p:txBody>
          <a:bodyPr>
            <a:normAutofit fontScale="92500" lnSpcReduction="20000"/>
          </a:bodyPr>
          <a:lstStyle/>
          <a:p>
            <a:pPr marL="0" indent="0">
              <a:buNone/>
            </a:pPr>
            <a:r>
              <a:rPr lang="fr-FR" dirty="0"/>
              <a:t> </a:t>
            </a:r>
          </a:p>
        </p:txBody>
      </p:sp>
      <p:sp>
        <p:nvSpPr>
          <p:cNvPr id="6" name="Espace réservé du contenu 5">
            <a:extLst>
              <a:ext uri="{FF2B5EF4-FFF2-40B4-BE49-F238E27FC236}">
                <a16:creationId xmlns:a16="http://schemas.microsoft.com/office/drawing/2014/main" id="{35E785EA-22B2-435F-A744-95324317BB8D}"/>
              </a:ext>
            </a:extLst>
          </p:cNvPr>
          <p:cNvSpPr>
            <a:spLocks noGrp="1"/>
          </p:cNvSpPr>
          <p:nvPr>
            <p:ph sz="half" idx="2"/>
          </p:nvPr>
        </p:nvSpPr>
        <p:spPr/>
        <p:txBody>
          <a:bodyPr>
            <a:normAutofit fontScale="92500" lnSpcReduction="20000"/>
          </a:bodyPr>
          <a:lstStyle/>
          <a:p>
            <a:pPr marL="0" indent="0">
              <a:buNone/>
            </a:pPr>
            <a:r>
              <a:rPr lang="en-US" dirty="0"/>
              <a:t>What are the top expectations of your Sponsoring hierarchy ? Of your non-sponsoring hierarchy ?</a:t>
            </a:r>
          </a:p>
          <a:p>
            <a:pPr marL="0" indent="0">
              <a:buNone/>
            </a:pPr>
            <a:endParaRPr lang="en-US" dirty="0"/>
          </a:p>
          <a:p>
            <a:pPr marL="0" indent="0">
              <a:buNone/>
            </a:pPr>
            <a:r>
              <a:rPr lang="en-US" dirty="0"/>
              <a:t>Have you ever encountered incompatible or even conflictual expectations ? How did you manage it ? </a:t>
            </a:r>
          </a:p>
        </p:txBody>
      </p:sp>
      <p:pic>
        <p:nvPicPr>
          <p:cNvPr id="7" name="Graphique 6" descr="Employé de bureau avec un remplissage uni">
            <a:extLst>
              <a:ext uri="{FF2B5EF4-FFF2-40B4-BE49-F238E27FC236}">
                <a16:creationId xmlns:a16="http://schemas.microsoft.com/office/drawing/2014/main" id="{9FA0DE79-B493-4C80-88EF-8C8A64C2DD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66138" y="4850873"/>
            <a:ext cx="914400" cy="914400"/>
          </a:xfrm>
          <a:prstGeom prst="rect">
            <a:avLst/>
          </a:prstGeom>
        </p:spPr>
      </p:pic>
      <p:pic>
        <p:nvPicPr>
          <p:cNvPr id="8" name="Graphique 7" descr="Couronne d'utilisateur féminine avec un remplissage uni">
            <a:extLst>
              <a:ext uri="{FF2B5EF4-FFF2-40B4-BE49-F238E27FC236}">
                <a16:creationId xmlns:a16="http://schemas.microsoft.com/office/drawing/2014/main" id="{D5B46B19-A83F-41DE-85A4-BE65316076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87621" y="2727664"/>
            <a:ext cx="914400" cy="914400"/>
          </a:xfrm>
          <a:prstGeom prst="rect">
            <a:avLst/>
          </a:prstGeom>
        </p:spPr>
      </p:pic>
      <p:grpSp>
        <p:nvGrpSpPr>
          <p:cNvPr id="9" name="Groupe 8">
            <a:extLst>
              <a:ext uri="{FF2B5EF4-FFF2-40B4-BE49-F238E27FC236}">
                <a16:creationId xmlns:a16="http://schemas.microsoft.com/office/drawing/2014/main" id="{C5251477-83C4-415A-A445-0FD7B3B770D0}"/>
              </a:ext>
            </a:extLst>
          </p:cNvPr>
          <p:cNvGrpSpPr/>
          <p:nvPr/>
        </p:nvGrpSpPr>
        <p:grpSpPr>
          <a:xfrm>
            <a:off x="1519253" y="4850873"/>
            <a:ext cx="914400" cy="914400"/>
            <a:chOff x="2472431" y="1931679"/>
            <a:chExt cx="914400" cy="914400"/>
          </a:xfrm>
        </p:grpSpPr>
        <p:pic>
          <p:nvPicPr>
            <p:cNvPr id="10" name="Graphique 9" descr="Employée de bureau avec un remplissage uni">
              <a:extLst>
                <a:ext uri="{FF2B5EF4-FFF2-40B4-BE49-F238E27FC236}">
                  <a16:creationId xmlns:a16="http://schemas.microsoft.com/office/drawing/2014/main" id="{98984932-77CA-4513-9BE0-B6E2EC3F39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4E276854-87E5-4E2B-9FA6-DC7338C0CC1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37714" y="2492740"/>
              <a:ext cx="167927" cy="167927"/>
            </a:xfrm>
            <a:prstGeom prst="rect">
              <a:avLst/>
            </a:prstGeom>
          </p:spPr>
        </p:pic>
      </p:grpSp>
      <p:graphicFrame>
        <p:nvGraphicFramePr>
          <p:cNvPr id="2" name="Diagramme 1">
            <a:extLst>
              <a:ext uri="{FF2B5EF4-FFF2-40B4-BE49-F238E27FC236}">
                <a16:creationId xmlns:a16="http://schemas.microsoft.com/office/drawing/2014/main" id="{F125A532-2574-4351-8B88-4154BA6FBD2C}"/>
              </a:ext>
            </a:extLst>
          </p:cNvPr>
          <p:cNvGraphicFramePr/>
          <p:nvPr/>
        </p:nvGraphicFramePr>
        <p:xfrm>
          <a:off x="1747666" y="3570631"/>
          <a:ext cx="3832872" cy="2194642"/>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422625700"/>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#P1</a:t>
            </a:r>
            <a:br>
              <a:rPr lang="en-US" dirty="0"/>
            </a:br>
            <a:r>
              <a:rPr lang="en-US" dirty="0"/>
              <a:t>Identify expectations</a:t>
            </a:r>
          </a:p>
        </p:txBody>
      </p:sp>
      <p:pic>
        <p:nvPicPr>
          <p:cNvPr id="7" name="Graphique 6" descr="Employé de bureau avec un remplissage uni">
            <a:extLst>
              <a:ext uri="{FF2B5EF4-FFF2-40B4-BE49-F238E27FC236}">
                <a16:creationId xmlns:a16="http://schemas.microsoft.com/office/drawing/2014/main" id="{9FA0DE79-B493-4C80-88EF-8C8A64C2DD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23738" y="5765273"/>
            <a:ext cx="914400" cy="914400"/>
          </a:xfrm>
          <a:prstGeom prst="rect">
            <a:avLst/>
          </a:prstGeom>
        </p:spPr>
      </p:pic>
      <p:pic>
        <p:nvPicPr>
          <p:cNvPr id="8" name="Graphique 7" descr="Couronne d'utilisateur féminine avec un remplissage uni">
            <a:extLst>
              <a:ext uri="{FF2B5EF4-FFF2-40B4-BE49-F238E27FC236}">
                <a16:creationId xmlns:a16="http://schemas.microsoft.com/office/drawing/2014/main" id="{D5B46B19-A83F-41DE-85A4-BE65316076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81600" y="1544965"/>
            <a:ext cx="914400" cy="914400"/>
          </a:xfrm>
          <a:prstGeom prst="rect">
            <a:avLst/>
          </a:prstGeom>
        </p:spPr>
      </p:pic>
      <p:grpSp>
        <p:nvGrpSpPr>
          <p:cNvPr id="9" name="Groupe 8">
            <a:extLst>
              <a:ext uri="{FF2B5EF4-FFF2-40B4-BE49-F238E27FC236}">
                <a16:creationId xmlns:a16="http://schemas.microsoft.com/office/drawing/2014/main" id="{C5251477-83C4-415A-A445-0FD7B3B770D0}"/>
              </a:ext>
            </a:extLst>
          </p:cNvPr>
          <p:cNvGrpSpPr/>
          <p:nvPr/>
        </p:nvGrpSpPr>
        <p:grpSpPr>
          <a:xfrm>
            <a:off x="1439740" y="5636065"/>
            <a:ext cx="914400" cy="914400"/>
            <a:chOff x="2472431" y="1931679"/>
            <a:chExt cx="914400" cy="914400"/>
          </a:xfrm>
        </p:grpSpPr>
        <p:pic>
          <p:nvPicPr>
            <p:cNvPr id="10" name="Graphique 9" descr="Employée de bureau avec un remplissage uni">
              <a:extLst>
                <a:ext uri="{FF2B5EF4-FFF2-40B4-BE49-F238E27FC236}">
                  <a16:creationId xmlns:a16="http://schemas.microsoft.com/office/drawing/2014/main" id="{98984932-77CA-4513-9BE0-B6E2EC3F39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4E276854-87E5-4E2B-9FA6-DC7338C0CC1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37714" y="2492740"/>
              <a:ext cx="167927" cy="167927"/>
            </a:xfrm>
            <a:prstGeom prst="rect">
              <a:avLst/>
            </a:prstGeom>
          </p:spPr>
        </p:pic>
      </p:grpSp>
      <p:graphicFrame>
        <p:nvGraphicFramePr>
          <p:cNvPr id="2" name="Diagramme 1">
            <a:extLst>
              <a:ext uri="{FF2B5EF4-FFF2-40B4-BE49-F238E27FC236}">
                <a16:creationId xmlns:a16="http://schemas.microsoft.com/office/drawing/2014/main" id="{F125A532-2574-4351-8B88-4154BA6FBD2C}"/>
              </a:ext>
            </a:extLst>
          </p:cNvPr>
          <p:cNvGraphicFramePr/>
          <p:nvPr/>
        </p:nvGraphicFramePr>
        <p:xfrm>
          <a:off x="737423" y="1728216"/>
          <a:ext cx="9203028" cy="526950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3" name="Rectangle 12">
            <a:extLst>
              <a:ext uri="{FF2B5EF4-FFF2-40B4-BE49-F238E27FC236}">
                <a16:creationId xmlns:a16="http://schemas.microsoft.com/office/drawing/2014/main" id="{0F095AE3-E9A9-4D11-A231-F529BCBBF77B}"/>
              </a:ext>
            </a:extLst>
          </p:cNvPr>
          <p:cNvSpPr/>
          <p:nvPr/>
        </p:nvSpPr>
        <p:spPr>
          <a:xfrm>
            <a:off x="4399744" y="4932218"/>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4" name="Rectangle 13">
            <a:extLst>
              <a:ext uri="{FF2B5EF4-FFF2-40B4-BE49-F238E27FC236}">
                <a16:creationId xmlns:a16="http://schemas.microsoft.com/office/drawing/2014/main" id="{AD317D61-ECA8-428A-A3AD-F2364DE91280}"/>
              </a:ext>
            </a:extLst>
          </p:cNvPr>
          <p:cNvSpPr/>
          <p:nvPr/>
        </p:nvSpPr>
        <p:spPr>
          <a:xfrm>
            <a:off x="4878571" y="5102444"/>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5" name="Rectangle 14">
            <a:extLst>
              <a:ext uri="{FF2B5EF4-FFF2-40B4-BE49-F238E27FC236}">
                <a16:creationId xmlns:a16="http://schemas.microsoft.com/office/drawing/2014/main" id="{E801B22B-07DE-4738-8792-E23ECE36B2A3}"/>
              </a:ext>
            </a:extLst>
          </p:cNvPr>
          <p:cNvSpPr/>
          <p:nvPr/>
        </p:nvSpPr>
        <p:spPr>
          <a:xfrm>
            <a:off x="5384541" y="5102443"/>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6" name="Rectangle 15">
            <a:extLst>
              <a:ext uri="{FF2B5EF4-FFF2-40B4-BE49-F238E27FC236}">
                <a16:creationId xmlns:a16="http://schemas.microsoft.com/office/drawing/2014/main" id="{3D190D8C-E65C-4E82-A8AE-5EA331E078B4}"/>
              </a:ext>
            </a:extLst>
          </p:cNvPr>
          <p:cNvSpPr/>
          <p:nvPr/>
        </p:nvSpPr>
        <p:spPr>
          <a:xfrm>
            <a:off x="4989160" y="4603679"/>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7" name="Rectangle 16">
            <a:extLst>
              <a:ext uri="{FF2B5EF4-FFF2-40B4-BE49-F238E27FC236}">
                <a16:creationId xmlns:a16="http://schemas.microsoft.com/office/drawing/2014/main" id="{0CB53C5F-2796-4EC8-B784-0A96331216E9}"/>
              </a:ext>
            </a:extLst>
          </p:cNvPr>
          <p:cNvSpPr/>
          <p:nvPr/>
        </p:nvSpPr>
        <p:spPr>
          <a:xfrm>
            <a:off x="4521027" y="4362970"/>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8" name="Rectangle 17">
            <a:extLst>
              <a:ext uri="{FF2B5EF4-FFF2-40B4-BE49-F238E27FC236}">
                <a16:creationId xmlns:a16="http://schemas.microsoft.com/office/drawing/2014/main" id="{8C4AA300-EB47-47E8-9B6E-7763BD1AB8A7}"/>
              </a:ext>
            </a:extLst>
          </p:cNvPr>
          <p:cNvSpPr/>
          <p:nvPr/>
        </p:nvSpPr>
        <p:spPr>
          <a:xfrm>
            <a:off x="3774551" y="4584412"/>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9" name="Rectangle 18">
            <a:extLst>
              <a:ext uri="{FF2B5EF4-FFF2-40B4-BE49-F238E27FC236}">
                <a16:creationId xmlns:a16="http://schemas.microsoft.com/office/drawing/2014/main" id="{AC253800-F484-4A14-80AB-F94F2817E47E}"/>
              </a:ext>
            </a:extLst>
          </p:cNvPr>
          <p:cNvSpPr/>
          <p:nvPr/>
        </p:nvSpPr>
        <p:spPr>
          <a:xfrm>
            <a:off x="6508585" y="5693265"/>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0" name="Rectangle 19">
            <a:extLst>
              <a:ext uri="{FF2B5EF4-FFF2-40B4-BE49-F238E27FC236}">
                <a16:creationId xmlns:a16="http://schemas.microsoft.com/office/drawing/2014/main" id="{08EA7E33-F973-444D-884D-7ABDD23D8C9B}"/>
              </a:ext>
            </a:extLst>
          </p:cNvPr>
          <p:cNvSpPr/>
          <p:nvPr/>
        </p:nvSpPr>
        <p:spPr>
          <a:xfrm>
            <a:off x="905163" y="2706323"/>
            <a:ext cx="770771" cy="756556"/>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Explicit expectation</a:t>
            </a:r>
          </a:p>
        </p:txBody>
      </p:sp>
      <p:sp>
        <p:nvSpPr>
          <p:cNvPr id="21" name="Rectangle 20">
            <a:extLst>
              <a:ext uri="{FF2B5EF4-FFF2-40B4-BE49-F238E27FC236}">
                <a16:creationId xmlns:a16="http://schemas.microsoft.com/office/drawing/2014/main" id="{3F2A41C4-5DC8-4FD9-A5F3-84757C1B48B4}"/>
              </a:ext>
            </a:extLst>
          </p:cNvPr>
          <p:cNvSpPr/>
          <p:nvPr/>
        </p:nvSpPr>
        <p:spPr>
          <a:xfrm>
            <a:off x="905163" y="3606414"/>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Implicit expectation</a:t>
            </a:r>
          </a:p>
        </p:txBody>
      </p:sp>
    </p:spTree>
    <p:extLst>
      <p:ext uri="{BB962C8B-B14F-4D97-AF65-F5344CB8AC3E}">
        <p14:creationId xmlns:p14="http://schemas.microsoft.com/office/powerpoint/2010/main" val="1798382843"/>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DDFD867-00C3-4AA9-AEA6-DB2497D6CAD7}"/>
              </a:ext>
            </a:extLst>
          </p:cNvPr>
          <p:cNvSpPr>
            <a:spLocks noGrp="1"/>
          </p:cNvSpPr>
          <p:nvPr>
            <p:ph type="title"/>
          </p:nvPr>
        </p:nvSpPr>
        <p:spPr/>
        <p:txBody>
          <a:bodyPr/>
          <a:lstStyle/>
          <a:p>
            <a:r>
              <a:rPr lang="fr-FR" dirty="0"/>
              <a:t>Use case / Example story</a:t>
            </a:r>
          </a:p>
        </p:txBody>
      </p:sp>
      <p:sp>
        <p:nvSpPr>
          <p:cNvPr id="6" name="Espace réservé du contenu 5">
            <a:extLst>
              <a:ext uri="{FF2B5EF4-FFF2-40B4-BE49-F238E27FC236}">
                <a16:creationId xmlns:a16="http://schemas.microsoft.com/office/drawing/2014/main" id="{928154FF-FD78-4170-85FA-E5EE022BA6B1}"/>
              </a:ext>
            </a:extLst>
          </p:cNvPr>
          <p:cNvSpPr>
            <a:spLocks noGrp="1"/>
          </p:cNvSpPr>
          <p:nvPr>
            <p:ph idx="1"/>
          </p:nvPr>
        </p:nvSpPr>
        <p:spPr/>
        <p:txBody>
          <a:bodyPr/>
          <a:lstStyle/>
          <a:p>
            <a:pPr marL="0" indent="0">
              <a:buNone/>
            </a:pPr>
            <a:r>
              <a:rPr lang="fr-FR" dirty="0"/>
              <a:t> </a:t>
            </a:r>
          </a:p>
        </p:txBody>
      </p:sp>
      <p:grpSp>
        <p:nvGrpSpPr>
          <p:cNvPr id="4" name="Groupe 3">
            <a:extLst>
              <a:ext uri="{FF2B5EF4-FFF2-40B4-BE49-F238E27FC236}">
                <a16:creationId xmlns:a16="http://schemas.microsoft.com/office/drawing/2014/main" id="{7F183DFE-60B9-42AC-BFB8-C3A2FB54D004}"/>
              </a:ext>
            </a:extLst>
          </p:cNvPr>
          <p:cNvGrpSpPr/>
          <p:nvPr/>
        </p:nvGrpSpPr>
        <p:grpSpPr>
          <a:xfrm>
            <a:off x="1288435" y="4674588"/>
            <a:ext cx="914400" cy="914400"/>
            <a:chOff x="2472431" y="1931679"/>
            <a:chExt cx="914400" cy="914400"/>
          </a:xfrm>
        </p:grpSpPr>
        <p:pic>
          <p:nvPicPr>
            <p:cNvPr id="7" name="Graphique 6" descr="Employée de bureau avec un remplissage uni">
              <a:extLst>
                <a:ext uri="{FF2B5EF4-FFF2-40B4-BE49-F238E27FC236}">
                  <a16:creationId xmlns:a16="http://schemas.microsoft.com/office/drawing/2014/main" id="{F8AE4C3D-B45B-49BF-999D-C889E215D3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72431" y="1931679"/>
              <a:ext cx="914400" cy="914400"/>
            </a:xfrm>
            <a:prstGeom prst="rect">
              <a:avLst/>
            </a:prstGeom>
          </p:spPr>
        </p:pic>
        <p:pic>
          <p:nvPicPr>
            <p:cNvPr id="8" name="Graphique 7" descr="Euro avec un remplissage uni">
              <a:extLst>
                <a:ext uri="{FF2B5EF4-FFF2-40B4-BE49-F238E27FC236}">
                  <a16:creationId xmlns:a16="http://schemas.microsoft.com/office/drawing/2014/main" id="{DCB7D206-37CE-47E7-B17E-957AB1E505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37714" y="2492740"/>
              <a:ext cx="167927" cy="167927"/>
            </a:xfrm>
            <a:prstGeom prst="rect">
              <a:avLst/>
            </a:prstGeom>
          </p:spPr>
        </p:pic>
      </p:grpSp>
      <p:sp>
        <p:nvSpPr>
          <p:cNvPr id="9" name="Bulle narrative : ronde 8">
            <a:extLst>
              <a:ext uri="{FF2B5EF4-FFF2-40B4-BE49-F238E27FC236}">
                <a16:creationId xmlns:a16="http://schemas.microsoft.com/office/drawing/2014/main" id="{3B55A052-55B5-4860-8798-0CA4E2F12CD5}"/>
              </a:ext>
            </a:extLst>
          </p:cNvPr>
          <p:cNvSpPr/>
          <p:nvPr/>
        </p:nvSpPr>
        <p:spPr>
          <a:xfrm>
            <a:off x="1538309" y="2976294"/>
            <a:ext cx="2793827" cy="1072446"/>
          </a:xfrm>
          <a:prstGeom prst="wedgeEllipseCallout">
            <a:avLst>
              <a:gd name="adj1" fmla="val -38155"/>
              <a:gd name="adj2" fmla="val 109054"/>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How many members in your Community ?</a:t>
            </a:r>
          </a:p>
        </p:txBody>
      </p:sp>
      <p:pic>
        <p:nvPicPr>
          <p:cNvPr id="11" name="Graphique 10" descr="Personne confuse avec un remplissage uni">
            <a:extLst>
              <a:ext uri="{FF2B5EF4-FFF2-40B4-BE49-F238E27FC236}">
                <a16:creationId xmlns:a16="http://schemas.microsoft.com/office/drawing/2014/main" id="{1BAA0F29-F111-4807-BFBC-BEC0D1F25EF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825" r="14911" b="49785"/>
          <a:stretch/>
        </p:blipFill>
        <p:spPr>
          <a:xfrm>
            <a:off x="3340556" y="4822709"/>
            <a:ext cx="1983159" cy="1417285"/>
          </a:xfrm>
          <a:prstGeom prst="rect">
            <a:avLst/>
          </a:prstGeom>
        </p:spPr>
      </p:pic>
      <p:pic>
        <p:nvPicPr>
          <p:cNvPr id="3" name="Graphique 2" descr="Visage de diable avec remplissage solide avec un remplissage uni">
            <a:extLst>
              <a:ext uri="{FF2B5EF4-FFF2-40B4-BE49-F238E27FC236}">
                <a16:creationId xmlns:a16="http://schemas.microsoft.com/office/drawing/2014/main" id="{3A06437D-136A-433B-A7F4-C3B728B7B46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79163" y="4778816"/>
            <a:ext cx="705943" cy="705943"/>
          </a:xfrm>
          <a:prstGeom prst="rect">
            <a:avLst/>
          </a:prstGeom>
        </p:spPr>
      </p:pic>
      <p:sp>
        <p:nvSpPr>
          <p:cNvPr id="13" name="Bulle narrative : ronde 12">
            <a:extLst>
              <a:ext uri="{FF2B5EF4-FFF2-40B4-BE49-F238E27FC236}">
                <a16:creationId xmlns:a16="http://schemas.microsoft.com/office/drawing/2014/main" id="{6A21A426-76D1-4AA1-B39D-6EA0AE7CC484}"/>
              </a:ext>
            </a:extLst>
          </p:cNvPr>
          <p:cNvSpPr/>
          <p:nvPr/>
        </p:nvSpPr>
        <p:spPr>
          <a:xfrm>
            <a:off x="2708748" y="4258472"/>
            <a:ext cx="1270415" cy="715305"/>
          </a:xfrm>
          <a:prstGeom prst="wedgeEllipseCallout">
            <a:avLst>
              <a:gd name="adj1" fmla="val 48110"/>
              <a:gd name="adj2" fmla="val 51107"/>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250 !!!</a:t>
            </a:r>
          </a:p>
        </p:txBody>
      </p:sp>
      <p:sp>
        <p:nvSpPr>
          <p:cNvPr id="14" name="Phylactère : pensées 13">
            <a:extLst>
              <a:ext uri="{FF2B5EF4-FFF2-40B4-BE49-F238E27FC236}">
                <a16:creationId xmlns:a16="http://schemas.microsoft.com/office/drawing/2014/main" id="{2DB10E60-E8A3-4146-87D2-8681C4145AAB}"/>
              </a:ext>
            </a:extLst>
          </p:cNvPr>
          <p:cNvSpPr/>
          <p:nvPr/>
        </p:nvSpPr>
        <p:spPr>
          <a:xfrm>
            <a:off x="4764350" y="4142266"/>
            <a:ext cx="2467992" cy="611078"/>
          </a:xfrm>
          <a:prstGeom prst="cloudCallout">
            <a:avLst>
              <a:gd name="adj1" fmla="val -55006"/>
              <a:gd name="adj2" fmla="val 770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But most of them are passive !</a:t>
            </a:r>
          </a:p>
        </p:txBody>
      </p:sp>
      <p:pic>
        <p:nvPicPr>
          <p:cNvPr id="15" name="Graphique 14" descr="Personne confuse avec un remplissage uni">
            <a:extLst>
              <a:ext uri="{FF2B5EF4-FFF2-40B4-BE49-F238E27FC236}">
                <a16:creationId xmlns:a16="http://schemas.microsoft.com/office/drawing/2014/main" id="{7168A969-4F72-4A3E-AEDB-89E73C986D54}"/>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825" r="14911" b="49785"/>
          <a:stretch/>
        </p:blipFill>
        <p:spPr>
          <a:xfrm>
            <a:off x="7798626" y="4822708"/>
            <a:ext cx="1983159" cy="1417285"/>
          </a:xfrm>
          <a:prstGeom prst="rect">
            <a:avLst/>
          </a:prstGeom>
        </p:spPr>
      </p:pic>
      <p:pic>
        <p:nvPicPr>
          <p:cNvPr id="17" name="Graphique 16" descr="Visage d’ange avec remplissage uni avec un remplissage uni">
            <a:extLst>
              <a:ext uri="{FF2B5EF4-FFF2-40B4-BE49-F238E27FC236}">
                <a16:creationId xmlns:a16="http://schemas.microsoft.com/office/drawing/2014/main" id="{0BED417E-40B8-4AD4-B63E-65ACCBC2259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37235" y="4753344"/>
            <a:ext cx="705944" cy="705944"/>
          </a:xfrm>
          <a:prstGeom prst="rect">
            <a:avLst/>
          </a:prstGeom>
        </p:spPr>
      </p:pic>
      <p:sp>
        <p:nvSpPr>
          <p:cNvPr id="18" name="Bulle narrative : ronde 17">
            <a:extLst>
              <a:ext uri="{FF2B5EF4-FFF2-40B4-BE49-F238E27FC236}">
                <a16:creationId xmlns:a16="http://schemas.microsoft.com/office/drawing/2014/main" id="{245F5703-1FAA-4F60-9AC8-C930184A9E5A}"/>
              </a:ext>
            </a:extLst>
          </p:cNvPr>
          <p:cNvSpPr/>
          <p:nvPr/>
        </p:nvSpPr>
        <p:spPr>
          <a:xfrm>
            <a:off x="7798626" y="3900819"/>
            <a:ext cx="1270415" cy="715305"/>
          </a:xfrm>
          <a:prstGeom prst="wedgeEllipseCallout">
            <a:avLst>
              <a:gd name="adj1" fmla="val 36230"/>
              <a:gd name="adj2" fmla="val 62277"/>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70</a:t>
            </a:r>
          </a:p>
        </p:txBody>
      </p:sp>
      <p:sp>
        <p:nvSpPr>
          <p:cNvPr id="19" name="Phylactère : pensées 18">
            <a:extLst>
              <a:ext uri="{FF2B5EF4-FFF2-40B4-BE49-F238E27FC236}">
                <a16:creationId xmlns:a16="http://schemas.microsoft.com/office/drawing/2014/main" id="{88FD5950-5879-47B6-B879-D5B11B150113}"/>
              </a:ext>
            </a:extLst>
          </p:cNvPr>
          <p:cNvSpPr/>
          <p:nvPr/>
        </p:nvSpPr>
        <p:spPr>
          <a:xfrm>
            <a:off x="9257376" y="3764007"/>
            <a:ext cx="1851517" cy="1058701"/>
          </a:xfrm>
          <a:prstGeom prst="cloudCallout">
            <a:avLst>
              <a:gd name="adj1" fmla="val -55006"/>
              <a:gd name="adj2" fmla="val 770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And most of them are active !</a:t>
            </a:r>
          </a:p>
        </p:txBody>
      </p:sp>
    </p:spTree>
    <p:extLst>
      <p:ext uri="{BB962C8B-B14F-4D97-AF65-F5344CB8AC3E}">
        <p14:creationId xmlns:p14="http://schemas.microsoft.com/office/powerpoint/2010/main" val="2325718426"/>
      </p:ext>
    </p:extLst>
  </p:cSld>
  <p:clrMapOvr>
    <a:masterClrMapping/>
  </p:clrMapOvr>
  <mc:AlternateContent xmlns:mc="http://schemas.openxmlformats.org/markup-compatibility/2006" xmlns:p14="http://schemas.microsoft.com/office/powerpoint/2010/main">
    <mc:Choice Requires="p14">
      <p:transition spd="slow" p14:dur="2000" advTm="34757"/>
    </mc:Choice>
    <mc:Fallback xmlns="">
      <p:transition spd="slow" advTm="34757"/>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C9E84D5-882D-489B-B9B2-0E7B746FF10B}"/>
              </a:ext>
            </a:extLst>
          </p:cNvPr>
          <p:cNvSpPr>
            <a:spLocks noGrp="1"/>
          </p:cNvSpPr>
          <p:nvPr>
            <p:ph type="title"/>
          </p:nvPr>
        </p:nvSpPr>
        <p:spPr/>
        <p:txBody>
          <a:bodyPr>
            <a:normAutofit fontScale="90000"/>
          </a:bodyPr>
          <a:lstStyle/>
          <a:p>
            <a:r>
              <a:rPr lang="fr-FR" dirty="0"/>
              <a:t>Challenge P2</a:t>
            </a:r>
            <a:br>
              <a:rPr lang="fr-FR" dirty="0"/>
            </a:br>
            <a:r>
              <a:rPr lang="fr-FR" dirty="0" err="1"/>
              <a:t>Measure</a:t>
            </a:r>
            <a:r>
              <a:rPr lang="fr-FR" dirty="0"/>
              <a:t> the performance of a Community</a:t>
            </a:r>
          </a:p>
        </p:txBody>
      </p:sp>
      <p:sp>
        <p:nvSpPr>
          <p:cNvPr id="5" name="Espace réservé du contenu 4">
            <a:extLst>
              <a:ext uri="{FF2B5EF4-FFF2-40B4-BE49-F238E27FC236}">
                <a16:creationId xmlns:a16="http://schemas.microsoft.com/office/drawing/2014/main" id="{FD2849E1-CF10-484B-9E48-E55B98D160F3}"/>
              </a:ext>
            </a:extLst>
          </p:cNvPr>
          <p:cNvSpPr>
            <a:spLocks noGrp="1"/>
          </p:cNvSpPr>
          <p:nvPr>
            <p:ph idx="1"/>
          </p:nvPr>
        </p:nvSpPr>
        <p:spPr>
          <a:xfrm>
            <a:off x="3398146" y="2335981"/>
            <a:ext cx="4751555" cy="3694176"/>
          </a:xfrm>
        </p:spPr>
        <p:txBody>
          <a:bodyPr>
            <a:normAutofit fontScale="55000" lnSpcReduction="20000"/>
          </a:bodyPr>
          <a:lstStyle/>
          <a:p>
            <a:pPr marL="0" indent="0">
              <a:buNone/>
            </a:pPr>
            <a:r>
              <a:rPr lang="en-US" dirty="0"/>
              <a:t>Headcount is often used as a measure of a Corporate Community Performance, mostly because headcount is usual when counting other types of groups (companies, customers, …)</a:t>
            </a:r>
          </a:p>
          <a:p>
            <a:pPr marL="0" indent="0">
              <a:buNone/>
            </a:pPr>
            <a:endParaRPr lang="en-US" dirty="0"/>
          </a:p>
          <a:p>
            <a:pPr marL="0" indent="0">
              <a:buNone/>
            </a:pPr>
            <a:r>
              <a:rPr lang="en-US" dirty="0"/>
              <a:t>However, as most Corporate Communities are part time and not mandatory, level of activity can vary among members from almost nothing (just sign up) to real engagement.</a:t>
            </a:r>
          </a:p>
          <a:p>
            <a:pPr marL="0" indent="0">
              <a:buNone/>
            </a:pPr>
            <a:endParaRPr lang="en-US" dirty="0"/>
          </a:p>
          <a:p>
            <a:pPr marL="0" indent="0">
              <a:buNone/>
            </a:pPr>
            <a:r>
              <a:rPr lang="en-US" dirty="0"/>
              <a:t>Therefore, as headcount is often unavoidable as a Community performance measurement in Corporation, measurement should be completed with other indicators. </a:t>
            </a:r>
          </a:p>
        </p:txBody>
      </p:sp>
      <p:sp>
        <p:nvSpPr>
          <p:cNvPr id="6" name="Arc partiel 5">
            <a:extLst>
              <a:ext uri="{FF2B5EF4-FFF2-40B4-BE49-F238E27FC236}">
                <a16:creationId xmlns:a16="http://schemas.microsoft.com/office/drawing/2014/main" id="{F806B590-F67F-4C44-826F-0E0A9395E3AF}"/>
              </a:ext>
            </a:extLst>
          </p:cNvPr>
          <p:cNvSpPr/>
          <p:nvPr/>
        </p:nvSpPr>
        <p:spPr>
          <a:xfrm>
            <a:off x="580028" y="2547171"/>
            <a:ext cx="753182" cy="753182"/>
          </a:xfrm>
          <a:prstGeom prst="pie">
            <a:avLst>
              <a:gd name="adj1" fmla="val 17853816"/>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c partiel 6">
            <a:extLst>
              <a:ext uri="{FF2B5EF4-FFF2-40B4-BE49-F238E27FC236}">
                <a16:creationId xmlns:a16="http://schemas.microsoft.com/office/drawing/2014/main" id="{8199EC10-36DE-404E-9457-A7F7B73C476A}"/>
              </a:ext>
            </a:extLst>
          </p:cNvPr>
          <p:cNvSpPr/>
          <p:nvPr/>
        </p:nvSpPr>
        <p:spPr>
          <a:xfrm>
            <a:off x="575929" y="2547171"/>
            <a:ext cx="753182" cy="753182"/>
          </a:xfrm>
          <a:prstGeom prst="pie">
            <a:avLst>
              <a:gd name="adj1" fmla="val 15660000"/>
              <a:gd name="adj2" fmla="val 18737514"/>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c partiel 7">
            <a:extLst>
              <a:ext uri="{FF2B5EF4-FFF2-40B4-BE49-F238E27FC236}">
                <a16:creationId xmlns:a16="http://schemas.microsoft.com/office/drawing/2014/main" id="{3DDF6BBC-0609-40E6-A015-FCAC92AFF323}"/>
              </a:ext>
            </a:extLst>
          </p:cNvPr>
          <p:cNvSpPr/>
          <p:nvPr/>
        </p:nvSpPr>
        <p:spPr>
          <a:xfrm>
            <a:off x="1423060" y="2547171"/>
            <a:ext cx="753182" cy="753182"/>
          </a:xfrm>
          <a:prstGeom prst="pie">
            <a:avLst>
              <a:gd name="adj1" fmla="val 17213135"/>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c partiel 8">
            <a:extLst>
              <a:ext uri="{FF2B5EF4-FFF2-40B4-BE49-F238E27FC236}">
                <a16:creationId xmlns:a16="http://schemas.microsoft.com/office/drawing/2014/main" id="{7D752D0D-8F40-482E-98BD-93CE36A71B40}"/>
              </a:ext>
            </a:extLst>
          </p:cNvPr>
          <p:cNvSpPr/>
          <p:nvPr/>
        </p:nvSpPr>
        <p:spPr>
          <a:xfrm>
            <a:off x="1423060" y="2547171"/>
            <a:ext cx="753182" cy="753182"/>
          </a:xfrm>
          <a:prstGeom prst="pie">
            <a:avLst>
              <a:gd name="adj1" fmla="val 15660000"/>
              <a:gd name="adj2" fmla="val 17470677"/>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Arc partiel 9">
            <a:extLst>
              <a:ext uri="{FF2B5EF4-FFF2-40B4-BE49-F238E27FC236}">
                <a16:creationId xmlns:a16="http://schemas.microsoft.com/office/drawing/2014/main" id="{5A4F89DD-82C4-4898-99CF-47C91DF2732E}"/>
              </a:ext>
            </a:extLst>
          </p:cNvPr>
          <p:cNvSpPr/>
          <p:nvPr/>
        </p:nvSpPr>
        <p:spPr>
          <a:xfrm>
            <a:off x="580028" y="2547171"/>
            <a:ext cx="753182" cy="753182"/>
          </a:xfrm>
          <a:prstGeom prst="pie">
            <a:avLst>
              <a:gd name="adj1" fmla="val 18730964"/>
              <a:gd name="adj2" fmla="val 19878051"/>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c partiel 10">
            <a:extLst>
              <a:ext uri="{FF2B5EF4-FFF2-40B4-BE49-F238E27FC236}">
                <a16:creationId xmlns:a16="http://schemas.microsoft.com/office/drawing/2014/main" id="{8D87A9AB-D7F0-4FD4-8E49-7B96BA5E72B6}"/>
              </a:ext>
            </a:extLst>
          </p:cNvPr>
          <p:cNvSpPr/>
          <p:nvPr/>
        </p:nvSpPr>
        <p:spPr>
          <a:xfrm>
            <a:off x="1423060" y="2547171"/>
            <a:ext cx="753182" cy="753182"/>
          </a:xfrm>
          <a:prstGeom prst="pie">
            <a:avLst>
              <a:gd name="adj1" fmla="val 17437443"/>
              <a:gd name="adj2" fmla="val 18300260"/>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c partiel 11">
            <a:extLst>
              <a:ext uri="{FF2B5EF4-FFF2-40B4-BE49-F238E27FC236}">
                <a16:creationId xmlns:a16="http://schemas.microsoft.com/office/drawing/2014/main" id="{F8F2920F-C742-444A-BC40-058BB4769C0F}"/>
              </a:ext>
            </a:extLst>
          </p:cNvPr>
          <p:cNvSpPr/>
          <p:nvPr/>
        </p:nvSpPr>
        <p:spPr>
          <a:xfrm>
            <a:off x="2309418" y="2547171"/>
            <a:ext cx="753182" cy="753182"/>
          </a:xfrm>
          <a:prstGeom prst="pie">
            <a:avLst>
              <a:gd name="adj1" fmla="val 17213135"/>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c partiel 12">
            <a:extLst>
              <a:ext uri="{FF2B5EF4-FFF2-40B4-BE49-F238E27FC236}">
                <a16:creationId xmlns:a16="http://schemas.microsoft.com/office/drawing/2014/main" id="{583E8B3D-820E-4129-8C1C-D129BCC6F6F6}"/>
              </a:ext>
            </a:extLst>
          </p:cNvPr>
          <p:cNvSpPr/>
          <p:nvPr/>
        </p:nvSpPr>
        <p:spPr>
          <a:xfrm>
            <a:off x="2309418" y="2547171"/>
            <a:ext cx="753182" cy="753182"/>
          </a:xfrm>
          <a:prstGeom prst="pie">
            <a:avLst>
              <a:gd name="adj1" fmla="val 15660000"/>
              <a:gd name="adj2" fmla="val 16458222"/>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partiel 13">
            <a:extLst>
              <a:ext uri="{FF2B5EF4-FFF2-40B4-BE49-F238E27FC236}">
                <a16:creationId xmlns:a16="http://schemas.microsoft.com/office/drawing/2014/main" id="{ADEEB3F0-17C0-4FFB-BC49-2422AAC47E97}"/>
              </a:ext>
            </a:extLst>
          </p:cNvPr>
          <p:cNvSpPr/>
          <p:nvPr/>
        </p:nvSpPr>
        <p:spPr>
          <a:xfrm>
            <a:off x="2309418" y="2547171"/>
            <a:ext cx="753182" cy="753182"/>
          </a:xfrm>
          <a:prstGeom prst="pie">
            <a:avLst>
              <a:gd name="adj1" fmla="val 16457986"/>
              <a:gd name="adj2" fmla="val 17249797"/>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5" name="Graphique 14" descr="Utilisateur avec un remplissage uni">
            <a:extLst>
              <a:ext uri="{FF2B5EF4-FFF2-40B4-BE49-F238E27FC236}">
                <a16:creationId xmlns:a16="http://schemas.microsoft.com/office/drawing/2014/main" id="{A28D0C1D-1D99-4E3E-B31A-3C67DAD8E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350" y="2618592"/>
            <a:ext cx="610340" cy="610340"/>
          </a:xfrm>
          <a:prstGeom prst="rect">
            <a:avLst/>
          </a:prstGeom>
        </p:spPr>
      </p:pic>
      <p:pic>
        <p:nvPicPr>
          <p:cNvPr id="16" name="Graphique 15" descr="Utilisateur avec un remplissage uni">
            <a:extLst>
              <a:ext uri="{FF2B5EF4-FFF2-40B4-BE49-F238E27FC236}">
                <a16:creationId xmlns:a16="http://schemas.microsoft.com/office/drawing/2014/main" id="{0853AE30-8DEF-43F9-8C41-E728037AD2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4481" y="2618592"/>
            <a:ext cx="610340" cy="610340"/>
          </a:xfrm>
          <a:prstGeom prst="rect">
            <a:avLst/>
          </a:prstGeom>
        </p:spPr>
      </p:pic>
      <p:pic>
        <p:nvPicPr>
          <p:cNvPr id="17" name="Graphique 16" descr="Utilisateur avec un remplissage uni">
            <a:extLst>
              <a:ext uri="{FF2B5EF4-FFF2-40B4-BE49-F238E27FC236}">
                <a16:creationId xmlns:a16="http://schemas.microsoft.com/office/drawing/2014/main" id="{EED4A7FE-194F-46E1-91E0-DB752A1D56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3999" y="2618592"/>
            <a:ext cx="610340" cy="610340"/>
          </a:xfrm>
          <a:prstGeom prst="rect">
            <a:avLst/>
          </a:prstGeom>
        </p:spPr>
      </p:pic>
      <p:sp>
        <p:nvSpPr>
          <p:cNvPr id="18" name="ZoneTexte 17">
            <a:extLst>
              <a:ext uri="{FF2B5EF4-FFF2-40B4-BE49-F238E27FC236}">
                <a16:creationId xmlns:a16="http://schemas.microsoft.com/office/drawing/2014/main" id="{9A21FA96-5C6A-4860-A44A-4A2422AA52C9}"/>
              </a:ext>
            </a:extLst>
          </p:cNvPr>
          <p:cNvSpPr txBox="1"/>
          <p:nvPr/>
        </p:nvSpPr>
        <p:spPr>
          <a:xfrm>
            <a:off x="799935" y="2860647"/>
            <a:ext cx="305170" cy="369332"/>
          </a:xfrm>
          <a:prstGeom prst="rect">
            <a:avLst/>
          </a:prstGeom>
          <a:noFill/>
        </p:spPr>
        <p:txBody>
          <a:bodyPr wrap="square" rtlCol="0">
            <a:spAutoFit/>
          </a:bodyPr>
          <a:lstStyle/>
          <a:p>
            <a:r>
              <a:rPr lang="en-US"/>
              <a:t>1</a:t>
            </a:r>
          </a:p>
        </p:txBody>
      </p:sp>
      <p:sp>
        <p:nvSpPr>
          <p:cNvPr id="19" name="ZoneTexte 18">
            <a:extLst>
              <a:ext uri="{FF2B5EF4-FFF2-40B4-BE49-F238E27FC236}">
                <a16:creationId xmlns:a16="http://schemas.microsoft.com/office/drawing/2014/main" id="{8AF53C92-EF01-4147-8807-8FDC06373B58}"/>
              </a:ext>
            </a:extLst>
          </p:cNvPr>
          <p:cNvSpPr txBox="1"/>
          <p:nvPr/>
        </p:nvSpPr>
        <p:spPr>
          <a:xfrm>
            <a:off x="1638953" y="2846454"/>
            <a:ext cx="305170" cy="369332"/>
          </a:xfrm>
          <a:prstGeom prst="rect">
            <a:avLst/>
          </a:prstGeom>
          <a:noFill/>
        </p:spPr>
        <p:txBody>
          <a:bodyPr wrap="square" rtlCol="0">
            <a:spAutoFit/>
          </a:bodyPr>
          <a:lstStyle/>
          <a:p>
            <a:r>
              <a:rPr lang="en-US" dirty="0"/>
              <a:t>2</a:t>
            </a:r>
          </a:p>
        </p:txBody>
      </p:sp>
      <p:sp>
        <p:nvSpPr>
          <p:cNvPr id="20" name="ZoneTexte 19">
            <a:extLst>
              <a:ext uri="{FF2B5EF4-FFF2-40B4-BE49-F238E27FC236}">
                <a16:creationId xmlns:a16="http://schemas.microsoft.com/office/drawing/2014/main" id="{5D650AA0-F516-48F2-B572-2D60B4399CBF}"/>
              </a:ext>
            </a:extLst>
          </p:cNvPr>
          <p:cNvSpPr txBox="1"/>
          <p:nvPr/>
        </p:nvSpPr>
        <p:spPr>
          <a:xfrm>
            <a:off x="2527332" y="2846454"/>
            <a:ext cx="305170" cy="369332"/>
          </a:xfrm>
          <a:prstGeom prst="rect">
            <a:avLst/>
          </a:prstGeom>
          <a:noFill/>
        </p:spPr>
        <p:txBody>
          <a:bodyPr wrap="square" rtlCol="0">
            <a:spAutoFit/>
          </a:bodyPr>
          <a:lstStyle/>
          <a:p>
            <a:r>
              <a:rPr lang="en-US"/>
              <a:t>3</a:t>
            </a:r>
          </a:p>
        </p:txBody>
      </p:sp>
      <p:pic>
        <p:nvPicPr>
          <p:cNvPr id="21" name="Graphique 20" descr="Badge d'employé avec un remplissage uni">
            <a:extLst>
              <a:ext uri="{FF2B5EF4-FFF2-40B4-BE49-F238E27FC236}">
                <a16:creationId xmlns:a16="http://schemas.microsoft.com/office/drawing/2014/main" id="{4C952C4C-93DC-4F52-B851-0522469B9F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5822" y="3718208"/>
            <a:ext cx="328740" cy="328740"/>
          </a:xfrm>
          <a:prstGeom prst="rect">
            <a:avLst/>
          </a:prstGeom>
        </p:spPr>
      </p:pic>
      <p:pic>
        <p:nvPicPr>
          <p:cNvPr id="22" name="Graphique 21" descr="Badge d'employé avec un remplissage uni">
            <a:extLst>
              <a:ext uri="{FF2B5EF4-FFF2-40B4-BE49-F238E27FC236}">
                <a16:creationId xmlns:a16="http://schemas.microsoft.com/office/drawing/2014/main" id="{CD587723-099F-4608-9205-E1B8FE9194B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3786" y="3718208"/>
            <a:ext cx="328740" cy="328740"/>
          </a:xfrm>
          <a:prstGeom prst="rect">
            <a:avLst/>
          </a:prstGeom>
        </p:spPr>
      </p:pic>
      <p:pic>
        <p:nvPicPr>
          <p:cNvPr id="23" name="Graphique 22" descr="Badge d'employé avec un remplissage uni">
            <a:extLst>
              <a:ext uri="{FF2B5EF4-FFF2-40B4-BE49-F238E27FC236}">
                <a16:creationId xmlns:a16="http://schemas.microsoft.com/office/drawing/2014/main" id="{2728009A-7854-42DE-9193-98C6EFC672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7956" y="3718208"/>
            <a:ext cx="328740" cy="328740"/>
          </a:xfrm>
          <a:prstGeom prst="rect">
            <a:avLst/>
          </a:prstGeom>
        </p:spPr>
      </p:pic>
      <p:pic>
        <p:nvPicPr>
          <p:cNvPr id="24" name="Graphique 23" descr="Badge d'employé avec un remplissage uni">
            <a:extLst>
              <a:ext uri="{FF2B5EF4-FFF2-40B4-BE49-F238E27FC236}">
                <a16:creationId xmlns:a16="http://schemas.microsoft.com/office/drawing/2014/main" id="{A1B098E5-C1F9-40CE-9D79-8344716F77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5822" y="4066094"/>
            <a:ext cx="328740" cy="328740"/>
          </a:xfrm>
          <a:prstGeom prst="rect">
            <a:avLst/>
          </a:prstGeom>
        </p:spPr>
      </p:pic>
      <p:pic>
        <p:nvPicPr>
          <p:cNvPr id="25" name="Graphique 24" descr="Badge d'employé avec un remplissage uni">
            <a:extLst>
              <a:ext uri="{FF2B5EF4-FFF2-40B4-BE49-F238E27FC236}">
                <a16:creationId xmlns:a16="http://schemas.microsoft.com/office/drawing/2014/main" id="{FF9FF001-6B39-4AC2-A10C-2E8FE36C2B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3786" y="4066094"/>
            <a:ext cx="328740" cy="328740"/>
          </a:xfrm>
          <a:prstGeom prst="rect">
            <a:avLst/>
          </a:prstGeom>
        </p:spPr>
      </p:pic>
      <p:pic>
        <p:nvPicPr>
          <p:cNvPr id="26" name="Graphique 25" descr="Badge d'employé avec un remplissage uni">
            <a:extLst>
              <a:ext uri="{FF2B5EF4-FFF2-40B4-BE49-F238E27FC236}">
                <a16:creationId xmlns:a16="http://schemas.microsoft.com/office/drawing/2014/main" id="{1E8AD22D-715A-4C32-8C84-E76ADBE3F5D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67956" y="4066094"/>
            <a:ext cx="328740" cy="328740"/>
          </a:xfrm>
          <a:prstGeom prst="rect">
            <a:avLst/>
          </a:prstGeom>
        </p:spPr>
      </p:pic>
      <p:pic>
        <p:nvPicPr>
          <p:cNvPr id="27" name="Graphique 26" descr="Badge d'employé avec un remplissage uni">
            <a:extLst>
              <a:ext uri="{FF2B5EF4-FFF2-40B4-BE49-F238E27FC236}">
                <a16:creationId xmlns:a16="http://schemas.microsoft.com/office/drawing/2014/main" id="{D2CA1307-9401-413C-8BE2-3E564AAA56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5822" y="4397861"/>
            <a:ext cx="328740" cy="328740"/>
          </a:xfrm>
          <a:prstGeom prst="rect">
            <a:avLst/>
          </a:prstGeom>
        </p:spPr>
      </p:pic>
      <p:pic>
        <p:nvPicPr>
          <p:cNvPr id="28" name="Graphique 27" descr="Badge d'employé avec un remplissage uni">
            <a:extLst>
              <a:ext uri="{FF2B5EF4-FFF2-40B4-BE49-F238E27FC236}">
                <a16:creationId xmlns:a16="http://schemas.microsoft.com/office/drawing/2014/main" id="{C74BD9C1-6551-4F7A-90BA-E865E817FF6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3786" y="4397861"/>
            <a:ext cx="328740" cy="328740"/>
          </a:xfrm>
          <a:prstGeom prst="rect">
            <a:avLst/>
          </a:prstGeom>
        </p:spPr>
      </p:pic>
      <p:pic>
        <p:nvPicPr>
          <p:cNvPr id="29" name="Graphique 28" descr="Badge d'employé avec un remplissage uni">
            <a:extLst>
              <a:ext uri="{FF2B5EF4-FFF2-40B4-BE49-F238E27FC236}">
                <a16:creationId xmlns:a16="http://schemas.microsoft.com/office/drawing/2014/main" id="{F5321B44-D099-4A46-A55D-592E89E47E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67956" y="4397861"/>
            <a:ext cx="328740" cy="328740"/>
          </a:xfrm>
          <a:prstGeom prst="rect">
            <a:avLst/>
          </a:prstGeom>
        </p:spPr>
      </p:pic>
      <p:sp>
        <p:nvSpPr>
          <p:cNvPr id="30" name="Rectangle 29">
            <a:extLst>
              <a:ext uri="{FF2B5EF4-FFF2-40B4-BE49-F238E27FC236}">
                <a16:creationId xmlns:a16="http://schemas.microsoft.com/office/drawing/2014/main" id="{2E782874-5F9F-47B9-9C31-6EE575DC3229}"/>
              </a:ext>
            </a:extLst>
          </p:cNvPr>
          <p:cNvSpPr/>
          <p:nvPr/>
        </p:nvSpPr>
        <p:spPr>
          <a:xfrm>
            <a:off x="645822" y="5071845"/>
            <a:ext cx="2256573" cy="115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8F5B381-4F80-473E-95D9-FDDBC4416C20}"/>
              </a:ext>
            </a:extLst>
          </p:cNvPr>
          <p:cNvSpPr/>
          <p:nvPr/>
        </p:nvSpPr>
        <p:spPr>
          <a:xfrm>
            <a:off x="645823" y="5187881"/>
            <a:ext cx="918552" cy="9967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A623E67-8486-4C26-A3C5-804DF510ED12}"/>
              </a:ext>
            </a:extLst>
          </p:cNvPr>
          <p:cNvSpPr/>
          <p:nvPr/>
        </p:nvSpPr>
        <p:spPr>
          <a:xfrm>
            <a:off x="645822" y="5287713"/>
            <a:ext cx="477897" cy="9967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ZoneTexte 32">
            <a:extLst>
              <a:ext uri="{FF2B5EF4-FFF2-40B4-BE49-F238E27FC236}">
                <a16:creationId xmlns:a16="http://schemas.microsoft.com/office/drawing/2014/main" id="{E1BF69A6-34D3-4593-9E33-6738667133B1}"/>
              </a:ext>
            </a:extLst>
          </p:cNvPr>
          <p:cNvSpPr txBox="1"/>
          <p:nvPr/>
        </p:nvSpPr>
        <p:spPr>
          <a:xfrm>
            <a:off x="237658" y="5575275"/>
            <a:ext cx="2665961" cy="923330"/>
          </a:xfrm>
          <a:prstGeom prst="rect">
            <a:avLst/>
          </a:prstGeom>
          <a:noFill/>
        </p:spPr>
        <p:txBody>
          <a:bodyPr wrap="square" rtlCol="0">
            <a:spAutoFit/>
          </a:bodyPr>
          <a:lstStyle/>
          <a:p>
            <a:pPr algn="ctr"/>
            <a:r>
              <a:rPr lang="en-US" b="1" dirty="0"/>
              <a:t>3 communities</a:t>
            </a:r>
          </a:p>
          <a:p>
            <a:pPr algn="ctr"/>
            <a:r>
              <a:rPr lang="en-US" b="1" dirty="0"/>
              <a:t>Same headcount</a:t>
            </a:r>
          </a:p>
          <a:p>
            <a:pPr algn="ctr"/>
            <a:r>
              <a:rPr lang="en-US" b="1" dirty="0"/>
              <a:t>Different real activity</a:t>
            </a:r>
          </a:p>
        </p:txBody>
      </p:sp>
      <p:sp>
        <p:nvSpPr>
          <p:cNvPr id="34" name="ZoneTexte 33">
            <a:extLst>
              <a:ext uri="{FF2B5EF4-FFF2-40B4-BE49-F238E27FC236}">
                <a16:creationId xmlns:a16="http://schemas.microsoft.com/office/drawing/2014/main" id="{C45ABE7A-C578-46C1-A16F-F139CF89F524}"/>
              </a:ext>
            </a:extLst>
          </p:cNvPr>
          <p:cNvSpPr txBox="1"/>
          <p:nvPr/>
        </p:nvSpPr>
        <p:spPr>
          <a:xfrm>
            <a:off x="9091147" y="5714926"/>
            <a:ext cx="2665961" cy="369332"/>
          </a:xfrm>
          <a:prstGeom prst="rect">
            <a:avLst/>
          </a:prstGeom>
          <a:noFill/>
        </p:spPr>
        <p:txBody>
          <a:bodyPr wrap="square" rtlCol="0">
            <a:spAutoFit/>
          </a:bodyPr>
          <a:lstStyle/>
          <a:p>
            <a:pPr algn="ctr"/>
            <a:r>
              <a:rPr lang="en-US" b="1" dirty="0"/>
              <a:t>Example of indicators</a:t>
            </a:r>
          </a:p>
        </p:txBody>
      </p:sp>
      <p:pic>
        <p:nvPicPr>
          <p:cNvPr id="35" name="Graphique 34" descr="Base de données avec un remplissage uni">
            <a:extLst>
              <a:ext uri="{FF2B5EF4-FFF2-40B4-BE49-F238E27FC236}">
                <a16:creationId xmlns:a16="http://schemas.microsoft.com/office/drawing/2014/main" id="{D4B16C11-1730-4A1D-9E7B-2D5CCEBE402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770758" y="2530829"/>
            <a:ext cx="769523" cy="769523"/>
          </a:xfrm>
          <a:prstGeom prst="rect">
            <a:avLst/>
          </a:prstGeom>
        </p:spPr>
      </p:pic>
      <p:pic>
        <p:nvPicPr>
          <p:cNvPr id="36" name="Graphique 35" descr="Signe pouce en haut avec un remplissage uni">
            <a:extLst>
              <a:ext uri="{FF2B5EF4-FFF2-40B4-BE49-F238E27FC236}">
                <a16:creationId xmlns:a16="http://schemas.microsoft.com/office/drawing/2014/main" id="{FF2072A2-A1EA-4AA6-BF18-4081693AF05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828383" y="3511126"/>
            <a:ext cx="679602" cy="679602"/>
          </a:xfrm>
          <a:prstGeom prst="rect">
            <a:avLst/>
          </a:prstGeom>
        </p:spPr>
      </p:pic>
      <p:sp>
        <p:nvSpPr>
          <p:cNvPr id="37" name="ZoneTexte 36">
            <a:extLst>
              <a:ext uri="{FF2B5EF4-FFF2-40B4-BE49-F238E27FC236}">
                <a16:creationId xmlns:a16="http://schemas.microsoft.com/office/drawing/2014/main" id="{12B2E5E9-5487-4CD8-B1AE-06100F563B56}"/>
              </a:ext>
            </a:extLst>
          </p:cNvPr>
          <p:cNvSpPr txBox="1"/>
          <p:nvPr/>
        </p:nvSpPr>
        <p:spPr>
          <a:xfrm>
            <a:off x="9507985" y="2618592"/>
            <a:ext cx="2249124" cy="646331"/>
          </a:xfrm>
          <a:prstGeom prst="rect">
            <a:avLst/>
          </a:prstGeom>
          <a:noFill/>
        </p:spPr>
        <p:txBody>
          <a:bodyPr wrap="square" rtlCol="0">
            <a:spAutoFit/>
          </a:bodyPr>
          <a:lstStyle/>
          <a:p>
            <a:pPr algn="ctr"/>
            <a:r>
              <a:rPr lang="en-US" sz="1200" b="1" dirty="0"/>
              <a:t>“We do things”</a:t>
            </a:r>
          </a:p>
          <a:p>
            <a:pPr algn="ctr"/>
            <a:r>
              <a:rPr lang="en-US" sz="1200" b="1" dirty="0"/>
              <a:t>Amount of content </a:t>
            </a:r>
            <a:r>
              <a:rPr lang="en-US" sz="1200" dirty="0"/>
              <a:t>(+Content consumption stats)</a:t>
            </a:r>
            <a:endParaRPr lang="en-US" sz="1200" b="1" dirty="0"/>
          </a:p>
        </p:txBody>
      </p:sp>
      <p:sp>
        <p:nvSpPr>
          <p:cNvPr id="38" name="ZoneTexte 37">
            <a:extLst>
              <a:ext uri="{FF2B5EF4-FFF2-40B4-BE49-F238E27FC236}">
                <a16:creationId xmlns:a16="http://schemas.microsoft.com/office/drawing/2014/main" id="{83557FA5-86BF-48E9-A847-8802AADBA830}"/>
              </a:ext>
            </a:extLst>
          </p:cNvPr>
          <p:cNvSpPr txBox="1"/>
          <p:nvPr/>
        </p:nvSpPr>
        <p:spPr>
          <a:xfrm>
            <a:off x="9371606" y="3589062"/>
            <a:ext cx="2385502" cy="830997"/>
          </a:xfrm>
          <a:prstGeom prst="rect">
            <a:avLst/>
          </a:prstGeom>
          <a:noFill/>
        </p:spPr>
        <p:txBody>
          <a:bodyPr wrap="square" rtlCol="0">
            <a:spAutoFit/>
          </a:bodyPr>
          <a:lstStyle/>
          <a:p>
            <a:pPr algn="ctr"/>
            <a:r>
              <a:rPr lang="en-US" sz="1200" b="1" dirty="0"/>
              <a:t>“People like our things”</a:t>
            </a:r>
          </a:p>
          <a:p>
            <a:pPr algn="ctr"/>
            <a:r>
              <a:rPr lang="en-US" sz="1200" b="1" dirty="0"/>
              <a:t>Number of positive feedbacks </a:t>
            </a:r>
            <a:r>
              <a:rPr lang="en-US" sz="1200" dirty="0"/>
              <a:t>(likes, comments, congratulations, …) </a:t>
            </a:r>
          </a:p>
        </p:txBody>
      </p:sp>
      <p:pic>
        <p:nvPicPr>
          <p:cNvPr id="3" name="Graphique 2" descr="Calendrier mensuel avec un remplissage uni">
            <a:extLst>
              <a:ext uri="{FF2B5EF4-FFF2-40B4-BE49-F238E27FC236}">
                <a16:creationId xmlns:a16="http://schemas.microsoft.com/office/drawing/2014/main" id="{E75E91D8-B5DC-483E-8735-C7E7834D3F0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38462" y="4529729"/>
            <a:ext cx="769523" cy="769523"/>
          </a:xfrm>
          <a:prstGeom prst="rect">
            <a:avLst/>
          </a:prstGeom>
        </p:spPr>
      </p:pic>
      <p:sp>
        <p:nvSpPr>
          <p:cNvPr id="39" name="ZoneTexte 38">
            <a:extLst>
              <a:ext uri="{FF2B5EF4-FFF2-40B4-BE49-F238E27FC236}">
                <a16:creationId xmlns:a16="http://schemas.microsoft.com/office/drawing/2014/main" id="{13DD319B-3E99-40C6-80EF-65B11DCE30F0}"/>
              </a:ext>
            </a:extLst>
          </p:cNvPr>
          <p:cNvSpPr txBox="1"/>
          <p:nvPr/>
        </p:nvSpPr>
        <p:spPr>
          <a:xfrm>
            <a:off x="9431722" y="4591326"/>
            <a:ext cx="2385501" cy="830997"/>
          </a:xfrm>
          <a:prstGeom prst="rect">
            <a:avLst/>
          </a:prstGeom>
          <a:noFill/>
        </p:spPr>
        <p:txBody>
          <a:bodyPr wrap="square" rtlCol="0">
            <a:spAutoFit/>
          </a:bodyPr>
          <a:lstStyle/>
          <a:p>
            <a:pPr algn="ctr"/>
            <a:r>
              <a:rPr lang="en-US" sz="1200" b="1" dirty="0"/>
              <a:t>“Things happen”</a:t>
            </a:r>
          </a:p>
          <a:p>
            <a:pPr algn="ctr"/>
            <a:r>
              <a:rPr lang="en-US" sz="1200" b="1" dirty="0"/>
              <a:t>Event-related indicators  </a:t>
            </a:r>
            <a:r>
              <a:rPr lang="en-US" sz="1200" dirty="0"/>
              <a:t>(number of events, average attendance, …) </a:t>
            </a:r>
          </a:p>
        </p:txBody>
      </p:sp>
    </p:spTree>
    <p:extLst>
      <p:ext uri="{BB962C8B-B14F-4D97-AF65-F5344CB8AC3E}">
        <p14:creationId xmlns:p14="http://schemas.microsoft.com/office/powerpoint/2010/main" val="124689792"/>
      </p:ext>
    </p:extLst>
  </p:cSld>
  <p:clrMapOvr>
    <a:masterClrMapping/>
  </p:clrMapOvr>
  <mc:AlternateContent xmlns:mc="http://schemas.openxmlformats.org/markup-compatibility/2006" xmlns:p14="http://schemas.microsoft.com/office/powerpoint/2010/main">
    <mc:Choice Requires="p14">
      <p:transition spd="slow" p14:dur="2000" advTm="80642"/>
    </mc:Choice>
    <mc:Fallback xmlns="">
      <p:transition spd="slow" advTm="80642"/>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4B5CAE6-9DBD-4501-9E01-2BECE81E0C42}"/>
              </a:ext>
            </a:extLst>
          </p:cNvPr>
          <p:cNvSpPr>
            <a:spLocks noGrp="1"/>
          </p:cNvSpPr>
          <p:nvPr>
            <p:ph type="title"/>
          </p:nvPr>
        </p:nvSpPr>
        <p:spPr/>
        <p:txBody>
          <a:bodyPr/>
          <a:lstStyle/>
          <a:p>
            <a:r>
              <a:rPr lang="en-US" dirty="0"/>
              <a:t>Share your opinions / experiences</a:t>
            </a:r>
          </a:p>
        </p:txBody>
      </p:sp>
      <p:sp>
        <p:nvSpPr>
          <p:cNvPr id="5" name="Espace réservé du contenu 4">
            <a:extLst>
              <a:ext uri="{FF2B5EF4-FFF2-40B4-BE49-F238E27FC236}">
                <a16:creationId xmlns:a16="http://schemas.microsoft.com/office/drawing/2014/main" id="{7F0FA9C6-776E-41E2-ADD7-90D181B28B4B}"/>
              </a:ext>
            </a:extLst>
          </p:cNvPr>
          <p:cNvSpPr>
            <a:spLocks noGrp="1"/>
          </p:cNvSpPr>
          <p:nvPr>
            <p:ph sz="half" idx="1"/>
          </p:nvPr>
        </p:nvSpPr>
        <p:spPr/>
        <p:txBody>
          <a:bodyPr/>
          <a:lstStyle/>
          <a:p>
            <a:pPr marL="0" indent="0">
              <a:buNone/>
            </a:pPr>
            <a:r>
              <a:rPr lang="en-US"/>
              <a:t>  </a:t>
            </a:r>
          </a:p>
        </p:txBody>
      </p:sp>
      <p:sp>
        <p:nvSpPr>
          <p:cNvPr id="6" name="Espace réservé du contenu 5">
            <a:extLst>
              <a:ext uri="{FF2B5EF4-FFF2-40B4-BE49-F238E27FC236}">
                <a16:creationId xmlns:a16="http://schemas.microsoft.com/office/drawing/2014/main" id="{0988800A-78D9-4E75-BC25-C1AE17BC5A8D}"/>
              </a:ext>
            </a:extLst>
          </p:cNvPr>
          <p:cNvSpPr>
            <a:spLocks noGrp="1"/>
          </p:cNvSpPr>
          <p:nvPr>
            <p:ph sz="half" idx="2"/>
          </p:nvPr>
        </p:nvSpPr>
        <p:spPr/>
        <p:txBody>
          <a:bodyPr/>
          <a:lstStyle/>
          <a:p>
            <a:pPr marL="0" indent="0">
              <a:buNone/>
            </a:pPr>
            <a:r>
              <a:rPr lang="en-US" dirty="0"/>
              <a:t>What are your Community Performance Indicators ? Do you use headcount ? Why ?</a:t>
            </a:r>
          </a:p>
          <a:p>
            <a:pPr marL="0" indent="0">
              <a:buNone/>
            </a:pPr>
            <a:endParaRPr lang="en-US" dirty="0"/>
          </a:p>
          <a:p>
            <a:pPr marL="0" indent="0">
              <a:buNone/>
            </a:pPr>
            <a:r>
              <a:rPr lang="en-US" dirty="0"/>
              <a:t>What Indicators would fit your Community the best ?</a:t>
            </a:r>
          </a:p>
        </p:txBody>
      </p:sp>
      <p:sp>
        <p:nvSpPr>
          <p:cNvPr id="7" name="Arc partiel 6">
            <a:extLst>
              <a:ext uri="{FF2B5EF4-FFF2-40B4-BE49-F238E27FC236}">
                <a16:creationId xmlns:a16="http://schemas.microsoft.com/office/drawing/2014/main" id="{97018327-A573-4653-87ED-42625193980D}"/>
              </a:ext>
            </a:extLst>
          </p:cNvPr>
          <p:cNvSpPr/>
          <p:nvPr/>
        </p:nvSpPr>
        <p:spPr>
          <a:xfrm>
            <a:off x="1603713" y="2870007"/>
            <a:ext cx="753182" cy="753182"/>
          </a:xfrm>
          <a:prstGeom prst="pie">
            <a:avLst>
              <a:gd name="adj1" fmla="val 17853816"/>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c partiel 7">
            <a:extLst>
              <a:ext uri="{FF2B5EF4-FFF2-40B4-BE49-F238E27FC236}">
                <a16:creationId xmlns:a16="http://schemas.microsoft.com/office/drawing/2014/main" id="{29DB2FA9-9B8B-48CD-9FD0-9F8BF0A92CCC}"/>
              </a:ext>
            </a:extLst>
          </p:cNvPr>
          <p:cNvSpPr/>
          <p:nvPr/>
        </p:nvSpPr>
        <p:spPr>
          <a:xfrm>
            <a:off x="1599614" y="2870007"/>
            <a:ext cx="753182" cy="753182"/>
          </a:xfrm>
          <a:prstGeom prst="pie">
            <a:avLst>
              <a:gd name="adj1" fmla="val 15660000"/>
              <a:gd name="adj2" fmla="val 18737514"/>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c partiel 8">
            <a:extLst>
              <a:ext uri="{FF2B5EF4-FFF2-40B4-BE49-F238E27FC236}">
                <a16:creationId xmlns:a16="http://schemas.microsoft.com/office/drawing/2014/main" id="{D3C84DF4-E4AB-4947-BB98-84270E70FF46}"/>
              </a:ext>
            </a:extLst>
          </p:cNvPr>
          <p:cNvSpPr/>
          <p:nvPr/>
        </p:nvSpPr>
        <p:spPr>
          <a:xfrm>
            <a:off x="2446745" y="2870007"/>
            <a:ext cx="753182" cy="753182"/>
          </a:xfrm>
          <a:prstGeom prst="pie">
            <a:avLst>
              <a:gd name="adj1" fmla="val 17213135"/>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Arc partiel 9">
            <a:extLst>
              <a:ext uri="{FF2B5EF4-FFF2-40B4-BE49-F238E27FC236}">
                <a16:creationId xmlns:a16="http://schemas.microsoft.com/office/drawing/2014/main" id="{D17E23A3-8719-4D00-A51C-1058F724C4A7}"/>
              </a:ext>
            </a:extLst>
          </p:cNvPr>
          <p:cNvSpPr/>
          <p:nvPr/>
        </p:nvSpPr>
        <p:spPr>
          <a:xfrm>
            <a:off x="2446745" y="2870007"/>
            <a:ext cx="753182" cy="753182"/>
          </a:xfrm>
          <a:prstGeom prst="pie">
            <a:avLst>
              <a:gd name="adj1" fmla="val 15660000"/>
              <a:gd name="adj2" fmla="val 17470677"/>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c partiel 10">
            <a:extLst>
              <a:ext uri="{FF2B5EF4-FFF2-40B4-BE49-F238E27FC236}">
                <a16:creationId xmlns:a16="http://schemas.microsoft.com/office/drawing/2014/main" id="{032E0355-C1B1-4E50-A23E-B44E800F54E3}"/>
              </a:ext>
            </a:extLst>
          </p:cNvPr>
          <p:cNvSpPr/>
          <p:nvPr/>
        </p:nvSpPr>
        <p:spPr>
          <a:xfrm>
            <a:off x="1603713" y="2870007"/>
            <a:ext cx="753182" cy="753182"/>
          </a:xfrm>
          <a:prstGeom prst="pie">
            <a:avLst>
              <a:gd name="adj1" fmla="val 18730964"/>
              <a:gd name="adj2" fmla="val 19878051"/>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c partiel 11">
            <a:extLst>
              <a:ext uri="{FF2B5EF4-FFF2-40B4-BE49-F238E27FC236}">
                <a16:creationId xmlns:a16="http://schemas.microsoft.com/office/drawing/2014/main" id="{99498399-87BC-47EC-9668-FAD6A819863F}"/>
              </a:ext>
            </a:extLst>
          </p:cNvPr>
          <p:cNvSpPr/>
          <p:nvPr/>
        </p:nvSpPr>
        <p:spPr>
          <a:xfrm>
            <a:off x="2446745" y="2870007"/>
            <a:ext cx="753182" cy="753182"/>
          </a:xfrm>
          <a:prstGeom prst="pie">
            <a:avLst>
              <a:gd name="adj1" fmla="val 17437443"/>
              <a:gd name="adj2" fmla="val 18300260"/>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c partiel 12">
            <a:extLst>
              <a:ext uri="{FF2B5EF4-FFF2-40B4-BE49-F238E27FC236}">
                <a16:creationId xmlns:a16="http://schemas.microsoft.com/office/drawing/2014/main" id="{07221AE1-2315-4328-85D6-0C7AD8759654}"/>
              </a:ext>
            </a:extLst>
          </p:cNvPr>
          <p:cNvSpPr/>
          <p:nvPr/>
        </p:nvSpPr>
        <p:spPr>
          <a:xfrm>
            <a:off x="3333103" y="2870007"/>
            <a:ext cx="753182" cy="753182"/>
          </a:xfrm>
          <a:prstGeom prst="pie">
            <a:avLst>
              <a:gd name="adj1" fmla="val 17213135"/>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partiel 13">
            <a:extLst>
              <a:ext uri="{FF2B5EF4-FFF2-40B4-BE49-F238E27FC236}">
                <a16:creationId xmlns:a16="http://schemas.microsoft.com/office/drawing/2014/main" id="{9C343534-72CF-41F0-875C-412C0A98321A}"/>
              </a:ext>
            </a:extLst>
          </p:cNvPr>
          <p:cNvSpPr/>
          <p:nvPr/>
        </p:nvSpPr>
        <p:spPr>
          <a:xfrm>
            <a:off x="3333103" y="2870007"/>
            <a:ext cx="753182" cy="753182"/>
          </a:xfrm>
          <a:prstGeom prst="pie">
            <a:avLst>
              <a:gd name="adj1" fmla="val 15660000"/>
              <a:gd name="adj2" fmla="val 16458222"/>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Arc partiel 14">
            <a:extLst>
              <a:ext uri="{FF2B5EF4-FFF2-40B4-BE49-F238E27FC236}">
                <a16:creationId xmlns:a16="http://schemas.microsoft.com/office/drawing/2014/main" id="{F6CFFC4C-1B64-4F2B-A7CC-28B189AC6339}"/>
              </a:ext>
            </a:extLst>
          </p:cNvPr>
          <p:cNvSpPr/>
          <p:nvPr/>
        </p:nvSpPr>
        <p:spPr>
          <a:xfrm>
            <a:off x="3333103" y="2870007"/>
            <a:ext cx="753182" cy="753182"/>
          </a:xfrm>
          <a:prstGeom prst="pie">
            <a:avLst>
              <a:gd name="adj1" fmla="val 16457986"/>
              <a:gd name="adj2" fmla="val 17249797"/>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6" name="Graphique 15" descr="Utilisateur avec un remplissage uni">
            <a:extLst>
              <a:ext uri="{FF2B5EF4-FFF2-40B4-BE49-F238E27FC236}">
                <a16:creationId xmlns:a16="http://schemas.microsoft.com/office/drawing/2014/main" id="{72E73CF0-221F-41FC-9D49-5FAF2E975F9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1035" y="2941428"/>
            <a:ext cx="610340" cy="610340"/>
          </a:xfrm>
          <a:prstGeom prst="rect">
            <a:avLst/>
          </a:prstGeom>
        </p:spPr>
      </p:pic>
      <p:pic>
        <p:nvPicPr>
          <p:cNvPr id="17" name="Graphique 16" descr="Utilisateur avec un remplissage uni">
            <a:extLst>
              <a:ext uri="{FF2B5EF4-FFF2-40B4-BE49-F238E27FC236}">
                <a16:creationId xmlns:a16="http://schemas.microsoft.com/office/drawing/2014/main" id="{EC35413B-3DB4-4B53-996F-FA6F9B2FB2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18166" y="2941428"/>
            <a:ext cx="610340" cy="610340"/>
          </a:xfrm>
          <a:prstGeom prst="rect">
            <a:avLst/>
          </a:prstGeom>
        </p:spPr>
      </p:pic>
      <p:pic>
        <p:nvPicPr>
          <p:cNvPr id="18" name="Graphique 17" descr="Utilisateur avec un remplissage uni">
            <a:extLst>
              <a:ext uri="{FF2B5EF4-FFF2-40B4-BE49-F238E27FC236}">
                <a16:creationId xmlns:a16="http://schemas.microsoft.com/office/drawing/2014/main" id="{743190D7-80B3-4633-A8C0-F1986FB69C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7684" y="2941428"/>
            <a:ext cx="610340" cy="610340"/>
          </a:xfrm>
          <a:prstGeom prst="rect">
            <a:avLst/>
          </a:prstGeom>
        </p:spPr>
      </p:pic>
      <p:sp>
        <p:nvSpPr>
          <p:cNvPr id="19" name="ZoneTexte 18">
            <a:extLst>
              <a:ext uri="{FF2B5EF4-FFF2-40B4-BE49-F238E27FC236}">
                <a16:creationId xmlns:a16="http://schemas.microsoft.com/office/drawing/2014/main" id="{57998C6A-E858-4DB2-A4F1-0BB7D608CA01}"/>
              </a:ext>
            </a:extLst>
          </p:cNvPr>
          <p:cNvSpPr txBox="1"/>
          <p:nvPr/>
        </p:nvSpPr>
        <p:spPr>
          <a:xfrm>
            <a:off x="1823620" y="3183483"/>
            <a:ext cx="305170" cy="369332"/>
          </a:xfrm>
          <a:prstGeom prst="rect">
            <a:avLst/>
          </a:prstGeom>
          <a:noFill/>
        </p:spPr>
        <p:txBody>
          <a:bodyPr wrap="square" rtlCol="0">
            <a:spAutoFit/>
          </a:bodyPr>
          <a:lstStyle/>
          <a:p>
            <a:r>
              <a:rPr lang="en-US"/>
              <a:t>1</a:t>
            </a:r>
          </a:p>
        </p:txBody>
      </p:sp>
      <p:sp>
        <p:nvSpPr>
          <p:cNvPr id="20" name="ZoneTexte 19">
            <a:extLst>
              <a:ext uri="{FF2B5EF4-FFF2-40B4-BE49-F238E27FC236}">
                <a16:creationId xmlns:a16="http://schemas.microsoft.com/office/drawing/2014/main" id="{F42EE86D-17ED-4A36-92CC-99FFB20159F1}"/>
              </a:ext>
            </a:extLst>
          </p:cNvPr>
          <p:cNvSpPr txBox="1"/>
          <p:nvPr/>
        </p:nvSpPr>
        <p:spPr>
          <a:xfrm>
            <a:off x="2662638" y="3169290"/>
            <a:ext cx="305170" cy="369332"/>
          </a:xfrm>
          <a:prstGeom prst="rect">
            <a:avLst/>
          </a:prstGeom>
          <a:noFill/>
        </p:spPr>
        <p:txBody>
          <a:bodyPr wrap="square" rtlCol="0">
            <a:spAutoFit/>
          </a:bodyPr>
          <a:lstStyle/>
          <a:p>
            <a:r>
              <a:rPr lang="en-US"/>
              <a:t>2</a:t>
            </a:r>
          </a:p>
        </p:txBody>
      </p:sp>
      <p:sp>
        <p:nvSpPr>
          <p:cNvPr id="21" name="ZoneTexte 20">
            <a:extLst>
              <a:ext uri="{FF2B5EF4-FFF2-40B4-BE49-F238E27FC236}">
                <a16:creationId xmlns:a16="http://schemas.microsoft.com/office/drawing/2014/main" id="{16E09667-4003-4F43-8955-C0C8A899B452}"/>
              </a:ext>
            </a:extLst>
          </p:cNvPr>
          <p:cNvSpPr txBox="1"/>
          <p:nvPr/>
        </p:nvSpPr>
        <p:spPr>
          <a:xfrm>
            <a:off x="3551017" y="3169290"/>
            <a:ext cx="305170" cy="369332"/>
          </a:xfrm>
          <a:prstGeom prst="rect">
            <a:avLst/>
          </a:prstGeom>
          <a:noFill/>
        </p:spPr>
        <p:txBody>
          <a:bodyPr wrap="square" rtlCol="0">
            <a:spAutoFit/>
          </a:bodyPr>
          <a:lstStyle/>
          <a:p>
            <a:r>
              <a:rPr lang="en-US"/>
              <a:t>3</a:t>
            </a:r>
          </a:p>
        </p:txBody>
      </p:sp>
      <p:pic>
        <p:nvPicPr>
          <p:cNvPr id="22" name="Graphique 21" descr="Badge d'employé avec un remplissage uni">
            <a:extLst>
              <a:ext uri="{FF2B5EF4-FFF2-40B4-BE49-F238E27FC236}">
                <a16:creationId xmlns:a16="http://schemas.microsoft.com/office/drawing/2014/main" id="{75B1FAF6-3314-42B8-AC42-D935E5E8E1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69507" y="4041044"/>
            <a:ext cx="328740" cy="328740"/>
          </a:xfrm>
          <a:prstGeom prst="rect">
            <a:avLst/>
          </a:prstGeom>
        </p:spPr>
      </p:pic>
      <p:pic>
        <p:nvPicPr>
          <p:cNvPr id="23" name="Graphique 22" descr="Badge d'employé avec un remplissage uni">
            <a:extLst>
              <a:ext uri="{FF2B5EF4-FFF2-40B4-BE49-F238E27FC236}">
                <a16:creationId xmlns:a16="http://schemas.microsoft.com/office/drawing/2014/main" id="{23A8F193-D3A5-42F8-BFA1-E2D57C368E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37471" y="4041044"/>
            <a:ext cx="328740" cy="328740"/>
          </a:xfrm>
          <a:prstGeom prst="rect">
            <a:avLst/>
          </a:prstGeom>
        </p:spPr>
      </p:pic>
      <p:pic>
        <p:nvPicPr>
          <p:cNvPr id="24" name="Graphique 23" descr="Badge d'employé avec un remplissage uni">
            <a:extLst>
              <a:ext uri="{FF2B5EF4-FFF2-40B4-BE49-F238E27FC236}">
                <a16:creationId xmlns:a16="http://schemas.microsoft.com/office/drawing/2014/main" id="{DB497C02-7472-42B2-90D2-CD02F21EEB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91641" y="4041044"/>
            <a:ext cx="328740" cy="328740"/>
          </a:xfrm>
          <a:prstGeom prst="rect">
            <a:avLst/>
          </a:prstGeom>
        </p:spPr>
      </p:pic>
      <p:pic>
        <p:nvPicPr>
          <p:cNvPr id="25" name="Graphique 24" descr="Badge d'employé avec un remplissage uni">
            <a:extLst>
              <a:ext uri="{FF2B5EF4-FFF2-40B4-BE49-F238E27FC236}">
                <a16:creationId xmlns:a16="http://schemas.microsoft.com/office/drawing/2014/main" id="{0CC57EF3-6C97-4DB3-A8E4-D854A96F41D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69507" y="4388930"/>
            <a:ext cx="328740" cy="328740"/>
          </a:xfrm>
          <a:prstGeom prst="rect">
            <a:avLst/>
          </a:prstGeom>
        </p:spPr>
      </p:pic>
      <p:pic>
        <p:nvPicPr>
          <p:cNvPr id="26" name="Graphique 25" descr="Badge d'employé avec un remplissage uni">
            <a:extLst>
              <a:ext uri="{FF2B5EF4-FFF2-40B4-BE49-F238E27FC236}">
                <a16:creationId xmlns:a16="http://schemas.microsoft.com/office/drawing/2014/main" id="{F3FAF4A8-5D55-4037-B29C-A198183FBA5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37471" y="4388930"/>
            <a:ext cx="328740" cy="328740"/>
          </a:xfrm>
          <a:prstGeom prst="rect">
            <a:avLst/>
          </a:prstGeom>
        </p:spPr>
      </p:pic>
      <p:pic>
        <p:nvPicPr>
          <p:cNvPr id="27" name="Graphique 26" descr="Badge d'employé avec un remplissage uni">
            <a:extLst>
              <a:ext uri="{FF2B5EF4-FFF2-40B4-BE49-F238E27FC236}">
                <a16:creationId xmlns:a16="http://schemas.microsoft.com/office/drawing/2014/main" id="{45672778-4659-46DD-BDEB-28489519AF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91641" y="4388930"/>
            <a:ext cx="328740" cy="328740"/>
          </a:xfrm>
          <a:prstGeom prst="rect">
            <a:avLst/>
          </a:prstGeom>
        </p:spPr>
      </p:pic>
      <p:pic>
        <p:nvPicPr>
          <p:cNvPr id="28" name="Graphique 27" descr="Badge d'employé avec un remplissage uni">
            <a:extLst>
              <a:ext uri="{FF2B5EF4-FFF2-40B4-BE49-F238E27FC236}">
                <a16:creationId xmlns:a16="http://schemas.microsoft.com/office/drawing/2014/main" id="{7FB598A2-4109-4606-82C0-FB229E26D38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69507" y="4720697"/>
            <a:ext cx="328740" cy="328740"/>
          </a:xfrm>
          <a:prstGeom prst="rect">
            <a:avLst/>
          </a:prstGeom>
        </p:spPr>
      </p:pic>
      <p:pic>
        <p:nvPicPr>
          <p:cNvPr id="29" name="Graphique 28" descr="Badge d'employé avec un remplissage uni">
            <a:extLst>
              <a:ext uri="{FF2B5EF4-FFF2-40B4-BE49-F238E27FC236}">
                <a16:creationId xmlns:a16="http://schemas.microsoft.com/office/drawing/2014/main" id="{5746A137-6AE1-4F24-86BC-FF1618D801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37471" y="4720697"/>
            <a:ext cx="328740" cy="328740"/>
          </a:xfrm>
          <a:prstGeom prst="rect">
            <a:avLst/>
          </a:prstGeom>
        </p:spPr>
      </p:pic>
      <p:pic>
        <p:nvPicPr>
          <p:cNvPr id="30" name="Graphique 29" descr="Badge d'employé avec un remplissage uni">
            <a:extLst>
              <a:ext uri="{FF2B5EF4-FFF2-40B4-BE49-F238E27FC236}">
                <a16:creationId xmlns:a16="http://schemas.microsoft.com/office/drawing/2014/main" id="{A20131F8-25D1-44E2-A0AA-A68B612B72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91641" y="4720697"/>
            <a:ext cx="328740" cy="328740"/>
          </a:xfrm>
          <a:prstGeom prst="rect">
            <a:avLst/>
          </a:prstGeom>
        </p:spPr>
      </p:pic>
      <p:sp>
        <p:nvSpPr>
          <p:cNvPr id="31" name="Rectangle 30">
            <a:extLst>
              <a:ext uri="{FF2B5EF4-FFF2-40B4-BE49-F238E27FC236}">
                <a16:creationId xmlns:a16="http://schemas.microsoft.com/office/drawing/2014/main" id="{80CB29F5-8B7B-4C61-8D8F-064F2FB63957}"/>
              </a:ext>
            </a:extLst>
          </p:cNvPr>
          <p:cNvSpPr/>
          <p:nvPr/>
        </p:nvSpPr>
        <p:spPr>
          <a:xfrm>
            <a:off x="1669507" y="5394681"/>
            <a:ext cx="2256573" cy="115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C7A0054-731F-4D89-9957-6AC6CF1C0E79}"/>
              </a:ext>
            </a:extLst>
          </p:cNvPr>
          <p:cNvSpPr/>
          <p:nvPr/>
        </p:nvSpPr>
        <p:spPr>
          <a:xfrm>
            <a:off x="1669508" y="5510717"/>
            <a:ext cx="918552" cy="9967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E1A030F-FE88-4F34-9999-E033370A568D}"/>
              </a:ext>
            </a:extLst>
          </p:cNvPr>
          <p:cNvSpPr/>
          <p:nvPr/>
        </p:nvSpPr>
        <p:spPr>
          <a:xfrm>
            <a:off x="1669507" y="5610549"/>
            <a:ext cx="477897" cy="9967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que 33" descr="Base de données avec un remplissage uni">
            <a:extLst>
              <a:ext uri="{FF2B5EF4-FFF2-40B4-BE49-F238E27FC236}">
                <a16:creationId xmlns:a16="http://schemas.microsoft.com/office/drawing/2014/main" id="{A563870F-870D-4FB9-A5AB-6F85D327247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211379" y="2870007"/>
            <a:ext cx="769523" cy="769523"/>
          </a:xfrm>
          <a:prstGeom prst="rect">
            <a:avLst/>
          </a:prstGeom>
        </p:spPr>
      </p:pic>
      <p:pic>
        <p:nvPicPr>
          <p:cNvPr id="35" name="Graphique 34" descr="Signe pouce en haut avec un remplissage uni">
            <a:extLst>
              <a:ext uri="{FF2B5EF4-FFF2-40B4-BE49-F238E27FC236}">
                <a16:creationId xmlns:a16="http://schemas.microsoft.com/office/drawing/2014/main" id="{ACE64981-FED4-4A4A-A4D7-A5CC940E1C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269004" y="3850304"/>
            <a:ext cx="679602" cy="679602"/>
          </a:xfrm>
          <a:prstGeom prst="rect">
            <a:avLst/>
          </a:prstGeom>
        </p:spPr>
      </p:pic>
      <p:pic>
        <p:nvPicPr>
          <p:cNvPr id="36" name="Graphique 35" descr="Calendrier mensuel avec un remplissage uni">
            <a:extLst>
              <a:ext uri="{FF2B5EF4-FFF2-40B4-BE49-F238E27FC236}">
                <a16:creationId xmlns:a16="http://schemas.microsoft.com/office/drawing/2014/main" id="{FA084579-16FE-477A-A67F-FB634BFA8A2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179083" y="4868907"/>
            <a:ext cx="769523" cy="769523"/>
          </a:xfrm>
          <a:prstGeom prst="rect">
            <a:avLst/>
          </a:prstGeom>
        </p:spPr>
      </p:pic>
    </p:spTree>
    <p:extLst>
      <p:ext uri="{BB962C8B-B14F-4D97-AF65-F5344CB8AC3E}">
        <p14:creationId xmlns:p14="http://schemas.microsoft.com/office/powerpoint/2010/main" val="3336957267"/>
      </p:ext>
    </p:extLst>
  </p:cSld>
  <p:clrMapOvr>
    <a:masterClrMapping/>
  </p:clrMapOvr>
  <mc:AlternateContent xmlns:mc="http://schemas.openxmlformats.org/markup-compatibility/2006" xmlns:p14="http://schemas.microsoft.com/office/powerpoint/2010/main">
    <mc:Choice Requires="p14">
      <p:transition spd="slow" p14:dur="2000" advTm="24407"/>
    </mc:Choice>
    <mc:Fallback xmlns="">
      <p:transition spd="slow" advTm="24407"/>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#P2</a:t>
            </a:r>
            <a:br>
              <a:rPr lang="en-US" dirty="0"/>
            </a:br>
            <a:r>
              <a:rPr lang="en-US" dirty="0"/>
              <a:t>Brainstorm Community performance indicators</a:t>
            </a:r>
          </a:p>
        </p:txBody>
      </p:sp>
      <p:pic>
        <p:nvPicPr>
          <p:cNvPr id="22" name="Graphique 21" descr="Base de données avec un remplissage uni">
            <a:extLst>
              <a:ext uri="{FF2B5EF4-FFF2-40B4-BE49-F238E27FC236}">
                <a16:creationId xmlns:a16="http://schemas.microsoft.com/office/drawing/2014/main" id="{1744ACE3-F41C-4ADE-A226-E6D461A95C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44219" y="1997311"/>
            <a:ext cx="1134424" cy="1134424"/>
          </a:xfrm>
          <a:prstGeom prst="rect">
            <a:avLst/>
          </a:prstGeom>
        </p:spPr>
      </p:pic>
      <p:pic>
        <p:nvPicPr>
          <p:cNvPr id="23" name="Graphique 22" descr="Signe pouce en haut avec un remplissage uni">
            <a:extLst>
              <a:ext uri="{FF2B5EF4-FFF2-40B4-BE49-F238E27FC236}">
                <a16:creationId xmlns:a16="http://schemas.microsoft.com/office/drawing/2014/main" id="{6FB9F748-1D2B-4E6C-BCE0-F2383C3B4A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2827" y="3200057"/>
            <a:ext cx="1001863" cy="1001863"/>
          </a:xfrm>
          <a:prstGeom prst="rect">
            <a:avLst/>
          </a:prstGeom>
        </p:spPr>
      </p:pic>
      <p:pic>
        <p:nvPicPr>
          <p:cNvPr id="24" name="Graphique 23" descr="Calendrier mensuel avec un remplissage uni">
            <a:extLst>
              <a:ext uri="{FF2B5EF4-FFF2-40B4-BE49-F238E27FC236}">
                <a16:creationId xmlns:a16="http://schemas.microsoft.com/office/drawing/2014/main" id="{9A4F0136-8274-467A-95AB-466DE45CA4C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9846" y="4476591"/>
            <a:ext cx="1134424" cy="1134424"/>
          </a:xfrm>
          <a:prstGeom prst="rect">
            <a:avLst/>
          </a:prstGeom>
        </p:spPr>
      </p:pic>
      <p:pic>
        <p:nvPicPr>
          <p:cNvPr id="25" name="Graphique 24" descr="Badge d'employé avec un remplissage uni">
            <a:extLst>
              <a:ext uri="{FF2B5EF4-FFF2-40B4-BE49-F238E27FC236}">
                <a16:creationId xmlns:a16="http://schemas.microsoft.com/office/drawing/2014/main" id="{0B0AD7B1-7706-4EFF-9052-8FED741F562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57930" y="5989293"/>
            <a:ext cx="484626" cy="484626"/>
          </a:xfrm>
          <a:prstGeom prst="rect">
            <a:avLst/>
          </a:prstGeom>
        </p:spPr>
      </p:pic>
      <p:pic>
        <p:nvPicPr>
          <p:cNvPr id="26" name="Graphique 25" descr="Badge d'employé avec un remplissage uni">
            <a:extLst>
              <a:ext uri="{FF2B5EF4-FFF2-40B4-BE49-F238E27FC236}">
                <a16:creationId xmlns:a16="http://schemas.microsoft.com/office/drawing/2014/main" id="{36AC946F-20AB-4744-BD2A-C6C4B25CCD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25894" y="5989293"/>
            <a:ext cx="484626" cy="484626"/>
          </a:xfrm>
          <a:prstGeom prst="rect">
            <a:avLst/>
          </a:prstGeom>
        </p:spPr>
      </p:pic>
      <p:pic>
        <p:nvPicPr>
          <p:cNvPr id="27" name="Graphique 26" descr="Badge d'employé avec un remplissage uni">
            <a:extLst>
              <a:ext uri="{FF2B5EF4-FFF2-40B4-BE49-F238E27FC236}">
                <a16:creationId xmlns:a16="http://schemas.microsoft.com/office/drawing/2014/main" id="{DF96BF0F-FD71-4E54-B2F3-E9C0001ABD9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80064" y="5989293"/>
            <a:ext cx="484626" cy="484626"/>
          </a:xfrm>
          <a:prstGeom prst="rect">
            <a:avLst/>
          </a:prstGeom>
        </p:spPr>
      </p:pic>
      <p:sp>
        <p:nvSpPr>
          <p:cNvPr id="28" name="Rectangle 27">
            <a:extLst>
              <a:ext uri="{FF2B5EF4-FFF2-40B4-BE49-F238E27FC236}">
                <a16:creationId xmlns:a16="http://schemas.microsoft.com/office/drawing/2014/main" id="{18F476D4-06A8-43F4-B7CC-4B475AAC7251}"/>
              </a:ext>
            </a:extLst>
          </p:cNvPr>
          <p:cNvSpPr/>
          <p:nvPr/>
        </p:nvSpPr>
        <p:spPr>
          <a:xfrm>
            <a:off x="2455667"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29" name="Rectangle 28">
            <a:extLst>
              <a:ext uri="{FF2B5EF4-FFF2-40B4-BE49-F238E27FC236}">
                <a16:creationId xmlns:a16="http://schemas.microsoft.com/office/drawing/2014/main" id="{93055D8E-A54B-4CF7-800C-812615E59973}"/>
              </a:ext>
            </a:extLst>
          </p:cNvPr>
          <p:cNvSpPr/>
          <p:nvPr/>
        </p:nvSpPr>
        <p:spPr>
          <a:xfrm>
            <a:off x="2455667"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0" name="Rectangle 29">
            <a:extLst>
              <a:ext uri="{FF2B5EF4-FFF2-40B4-BE49-F238E27FC236}">
                <a16:creationId xmlns:a16="http://schemas.microsoft.com/office/drawing/2014/main" id="{7052C8B6-E067-4C6C-BEDA-1815EC3D0120}"/>
              </a:ext>
            </a:extLst>
          </p:cNvPr>
          <p:cNvSpPr/>
          <p:nvPr/>
        </p:nvSpPr>
        <p:spPr>
          <a:xfrm>
            <a:off x="2455666"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1" name="Rectangle 30">
            <a:extLst>
              <a:ext uri="{FF2B5EF4-FFF2-40B4-BE49-F238E27FC236}">
                <a16:creationId xmlns:a16="http://schemas.microsoft.com/office/drawing/2014/main" id="{72A53D43-D3EC-48CA-AD04-9D2C4EC6A39B}"/>
              </a:ext>
            </a:extLst>
          </p:cNvPr>
          <p:cNvSpPr/>
          <p:nvPr/>
        </p:nvSpPr>
        <p:spPr>
          <a:xfrm>
            <a:off x="2455665"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2" name="Rectangle 31">
            <a:extLst>
              <a:ext uri="{FF2B5EF4-FFF2-40B4-BE49-F238E27FC236}">
                <a16:creationId xmlns:a16="http://schemas.microsoft.com/office/drawing/2014/main" id="{2E8496D7-EC56-4DF7-90F0-4C918E8ACA45}"/>
              </a:ext>
            </a:extLst>
          </p:cNvPr>
          <p:cNvSpPr/>
          <p:nvPr/>
        </p:nvSpPr>
        <p:spPr>
          <a:xfrm>
            <a:off x="3354011"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3" name="Rectangle 32">
            <a:extLst>
              <a:ext uri="{FF2B5EF4-FFF2-40B4-BE49-F238E27FC236}">
                <a16:creationId xmlns:a16="http://schemas.microsoft.com/office/drawing/2014/main" id="{EFCDBFEA-9E35-4256-8004-26035A2B7EBE}"/>
              </a:ext>
            </a:extLst>
          </p:cNvPr>
          <p:cNvSpPr/>
          <p:nvPr/>
        </p:nvSpPr>
        <p:spPr>
          <a:xfrm>
            <a:off x="3354011"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4" name="Rectangle 33">
            <a:extLst>
              <a:ext uri="{FF2B5EF4-FFF2-40B4-BE49-F238E27FC236}">
                <a16:creationId xmlns:a16="http://schemas.microsoft.com/office/drawing/2014/main" id="{1BDC2183-2787-453B-88E9-4868D7BF7E1E}"/>
              </a:ext>
            </a:extLst>
          </p:cNvPr>
          <p:cNvSpPr/>
          <p:nvPr/>
        </p:nvSpPr>
        <p:spPr>
          <a:xfrm>
            <a:off x="3354010"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5" name="Rectangle 34">
            <a:extLst>
              <a:ext uri="{FF2B5EF4-FFF2-40B4-BE49-F238E27FC236}">
                <a16:creationId xmlns:a16="http://schemas.microsoft.com/office/drawing/2014/main" id="{4F39B9FF-EBA7-43D8-86E4-E0DC7014CB9C}"/>
              </a:ext>
            </a:extLst>
          </p:cNvPr>
          <p:cNvSpPr/>
          <p:nvPr/>
        </p:nvSpPr>
        <p:spPr>
          <a:xfrm>
            <a:off x="3354009"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6" name="Rectangle 35">
            <a:extLst>
              <a:ext uri="{FF2B5EF4-FFF2-40B4-BE49-F238E27FC236}">
                <a16:creationId xmlns:a16="http://schemas.microsoft.com/office/drawing/2014/main" id="{A829191A-5EF5-4877-A848-7FEF0D9011F2}"/>
              </a:ext>
            </a:extLst>
          </p:cNvPr>
          <p:cNvSpPr/>
          <p:nvPr/>
        </p:nvSpPr>
        <p:spPr>
          <a:xfrm>
            <a:off x="4252353"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7" name="Rectangle 36">
            <a:extLst>
              <a:ext uri="{FF2B5EF4-FFF2-40B4-BE49-F238E27FC236}">
                <a16:creationId xmlns:a16="http://schemas.microsoft.com/office/drawing/2014/main" id="{7319F1F2-1B4A-421C-9E22-8DE0A8A4FE5D}"/>
              </a:ext>
            </a:extLst>
          </p:cNvPr>
          <p:cNvSpPr/>
          <p:nvPr/>
        </p:nvSpPr>
        <p:spPr>
          <a:xfrm>
            <a:off x="4252353"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8" name="Rectangle 37">
            <a:extLst>
              <a:ext uri="{FF2B5EF4-FFF2-40B4-BE49-F238E27FC236}">
                <a16:creationId xmlns:a16="http://schemas.microsoft.com/office/drawing/2014/main" id="{D3C1AB60-E271-4E25-AA97-34B7FE53606E}"/>
              </a:ext>
            </a:extLst>
          </p:cNvPr>
          <p:cNvSpPr/>
          <p:nvPr/>
        </p:nvSpPr>
        <p:spPr>
          <a:xfrm>
            <a:off x="4252352"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9" name="Rectangle 38">
            <a:extLst>
              <a:ext uri="{FF2B5EF4-FFF2-40B4-BE49-F238E27FC236}">
                <a16:creationId xmlns:a16="http://schemas.microsoft.com/office/drawing/2014/main" id="{7C6BD57F-A6E6-4D51-B886-ABB2633FE3E6}"/>
              </a:ext>
            </a:extLst>
          </p:cNvPr>
          <p:cNvSpPr/>
          <p:nvPr/>
        </p:nvSpPr>
        <p:spPr>
          <a:xfrm>
            <a:off x="4252351"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0" name="Rectangle 39">
            <a:extLst>
              <a:ext uri="{FF2B5EF4-FFF2-40B4-BE49-F238E27FC236}">
                <a16:creationId xmlns:a16="http://schemas.microsoft.com/office/drawing/2014/main" id="{FF79E316-D69E-427A-A638-7998A9A61C14}"/>
              </a:ext>
            </a:extLst>
          </p:cNvPr>
          <p:cNvSpPr/>
          <p:nvPr/>
        </p:nvSpPr>
        <p:spPr>
          <a:xfrm>
            <a:off x="5150695"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1" name="Rectangle 40">
            <a:extLst>
              <a:ext uri="{FF2B5EF4-FFF2-40B4-BE49-F238E27FC236}">
                <a16:creationId xmlns:a16="http://schemas.microsoft.com/office/drawing/2014/main" id="{647F3E95-85D8-43DD-9E1B-CB3A780234D0}"/>
              </a:ext>
            </a:extLst>
          </p:cNvPr>
          <p:cNvSpPr/>
          <p:nvPr/>
        </p:nvSpPr>
        <p:spPr>
          <a:xfrm>
            <a:off x="5150695"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2" name="Rectangle 41">
            <a:extLst>
              <a:ext uri="{FF2B5EF4-FFF2-40B4-BE49-F238E27FC236}">
                <a16:creationId xmlns:a16="http://schemas.microsoft.com/office/drawing/2014/main" id="{F0765EDE-ACD0-407A-83F7-9F318BF17A2E}"/>
              </a:ext>
            </a:extLst>
          </p:cNvPr>
          <p:cNvSpPr/>
          <p:nvPr/>
        </p:nvSpPr>
        <p:spPr>
          <a:xfrm>
            <a:off x="5150694"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3" name="Rectangle 42">
            <a:extLst>
              <a:ext uri="{FF2B5EF4-FFF2-40B4-BE49-F238E27FC236}">
                <a16:creationId xmlns:a16="http://schemas.microsoft.com/office/drawing/2014/main" id="{7BED54AE-FB49-4C6F-94EB-1E6522F2BC1A}"/>
              </a:ext>
            </a:extLst>
          </p:cNvPr>
          <p:cNvSpPr/>
          <p:nvPr/>
        </p:nvSpPr>
        <p:spPr>
          <a:xfrm>
            <a:off x="5150693"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2686022027"/>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01867C2-F3E1-41E4-9303-F02257989EBF}"/>
              </a:ext>
            </a:extLst>
          </p:cNvPr>
          <p:cNvSpPr>
            <a:spLocks noGrp="1"/>
          </p:cNvSpPr>
          <p:nvPr>
            <p:ph type="title"/>
          </p:nvPr>
        </p:nvSpPr>
        <p:spPr/>
        <p:txBody>
          <a:bodyPr/>
          <a:lstStyle/>
          <a:p>
            <a:r>
              <a:rPr lang="fr-FR" dirty="0"/>
              <a:t>Use case / Example story</a:t>
            </a:r>
          </a:p>
        </p:txBody>
      </p:sp>
      <p:sp>
        <p:nvSpPr>
          <p:cNvPr id="6" name="Espace réservé du contenu 5">
            <a:extLst>
              <a:ext uri="{FF2B5EF4-FFF2-40B4-BE49-F238E27FC236}">
                <a16:creationId xmlns:a16="http://schemas.microsoft.com/office/drawing/2014/main" id="{E3510AAD-4395-450E-8E7E-15F03473B6D4}"/>
              </a:ext>
            </a:extLst>
          </p:cNvPr>
          <p:cNvSpPr>
            <a:spLocks noGrp="1"/>
          </p:cNvSpPr>
          <p:nvPr>
            <p:ph idx="1"/>
          </p:nvPr>
        </p:nvSpPr>
        <p:spPr/>
        <p:txBody>
          <a:bodyPr/>
          <a:lstStyle/>
          <a:p>
            <a:pPr marL="0" indent="0">
              <a:buNone/>
            </a:pPr>
            <a:r>
              <a:rPr lang="fr-FR" dirty="0"/>
              <a:t> </a:t>
            </a:r>
          </a:p>
        </p:txBody>
      </p:sp>
      <p:sp>
        <p:nvSpPr>
          <p:cNvPr id="4" name="Bulle narrative : ronde 3">
            <a:extLst>
              <a:ext uri="{FF2B5EF4-FFF2-40B4-BE49-F238E27FC236}">
                <a16:creationId xmlns:a16="http://schemas.microsoft.com/office/drawing/2014/main" id="{EC86169D-8601-4A46-8AFD-017C5F995A97}"/>
              </a:ext>
            </a:extLst>
          </p:cNvPr>
          <p:cNvSpPr/>
          <p:nvPr/>
        </p:nvSpPr>
        <p:spPr>
          <a:xfrm>
            <a:off x="4936605" y="2636689"/>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There is so much to discover in your Community ! </a:t>
            </a:r>
          </a:p>
          <a:p>
            <a:pPr algn="ctr"/>
            <a:endParaRPr lang="en-US" sz="1100" dirty="0">
              <a:solidFill>
                <a:schemeClr val="tx1"/>
              </a:solidFill>
            </a:endParaRPr>
          </a:p>
          <a:p>
            <a:pPr algn="ctr"/>
            <a:r>
              <a:rPr lang="en-US" sz="1100" dirty="0">
                <a:solidFill>
                  <a:schemeClr val="tx1"/>
                </a:solidFill>
              </a:rPr>
              <a:t>I will bring people in !</a:t>
            </a:r>
          </a:p>
        </p:txBody>
      </p:sp>
      <p:pic>
        <p:nvPicPr>
          <p:cNvPr id="7" name="Graphique 6" descr="Héroïne avec un remplissage uni">
            <a:extLst>
              <a:ext uri="{FF2B5EF4-FFF2-40B4-BE49-F238E27FC236}">
                <a16:creationId xmlns:a16="http://schemas.microsoft.com/office/drawing/2014/main" id="{F7E13D26-477C-44E3-97C3-309DACD733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6571010" y="4891925"/>
            <a:ext cx="1263326" cy="1280275"/>
          </a:xfrm>
          <a:prstGeom prst="rect">
            <a:avLst/>
          </a:prstGeom>
        </p:spPr>
      </p:pic>
    </p:spTree>
    <p:extLst>
      <p:ext uri="{BB962C8B-B14F-4D97-AF65-F5344CB8AC3E}">
        <p14:creationId xmlns:p14="http://schemas.microsoft.com/office/powerpoint/2010/main" val="4139604321"/>
      </p:ext>
    </p:extLst>
  </p:cSld>
  <p:clrMapOvr>
    <a:masterClrMapping/>
  </p:clrMapOvr>
  <mc:AlternateContent xmlns:mc="http://schemas.openxmlformats.org/markup-compatibility/2006" xmlns:p14="http://schemas.microsoft.com/office/powerpoint/2010/main">
    <mc:Choice Requires="p14">
      <p:transition spd="slow" p14:dur="2000" advTm="12968"/>
    </mc:Choice>
    <mc:Fallback xmlns="">
      <p:transition spd="slow" advTm="12968"/>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97042-0CB9-4B82-A645-B072E8F681A0}"/>
              </a:ext>
            </a:extLst>
          </p:cNvPr>
          <p:cNvSpPr>
            <a:spLocks noGrp="1"/>
          </p:cNvSpPr>
          <p:nvPr>
            <p:ph type="title"/>
          </p:nvPr>
        </p:nvSpPr>
        <p:spPr/>
        <p:txBody>
          <a:bodyPr>
            <a:normAutofit fontScale="90000"/>
          </a:bodyPr>
          <a:lstStyle/>
          <a:p>
            <a:r>
              <a:rPr lang="en-US" dirty="0"/>
              <a:t>Challenge P3</a:t>
            </a:r>
            <a:br>
              <a:rPr lang="en-US" dirty="0"/>
            </a:br>
            <a:r>
              <a:rPr lang="en-US" dirty="0"/>
              <a:t>Understand your own version of the Golden Engagement Circle</a:t>
            </a:r>
          </a:p>
        </p:txBody>
      </p:sp>
      <p:sp>
        <p:nvSpPr>
          <p:cNvPr id="4" name="Espace réservé du contenu 3">
            <a:extLst>
              <a:ext uri="{FF2B5EF4-FFF2-40B4-BE49-F238E27FC236}">
                <a16:creationId xmlns:a16="http://schemas.microsoft.com/office/drawing/2014/main" id="{DD8CF3D1-1AF4-4864-9310-C23FBE985348}"/>
              </a:ext>
            </a:extLst>
          </p:cNvPr>
          <p:cNvSpPr>
            <a:spLocks noGrp="1"/>
          </p:cNvSpPr>
          <p:nvPr>
            <p:ph sz="half" idx="4294967295"/>
          </p:nvPr>
        </p:nvSpPr>
        <p:spPr>
          <a:xfrm>
            <a:off x="6730773" y="2559464"/>
            <a:ext cx="4055415" cy="3694112"/>
          </a:xfrm>
        </p:spPr>
        <p:txBody>
          <a:bodyPr>
            <a:normAutofit fontScale="62500" lnSpcReduction="20000"/>
          </a:bodyPr>
          <a:lstStyle/>
          <a:p>
            <a:pPr marL="0" indent="0">
              <a:buNone/>
            </a:pPr>
            <a:r>
              <a:rPr lang="en-US" dirty="0"/>
              <a:t>The Golden Engagement Circle is a state of the Community in which positive impacts trigger each other. </a:t>
            </a:r>
          </a:p>
          <a:p>
            <a:pPr marL="0" indent="0">
              <a:buNone/>
            </a:pPr>
            <a:endParaRPr lang="en-US" dirty="0"/>
          </a:p>
          <a:p>
            <a:pPr marL="0" indent="0">
              <a:buNone/>
            </a:pPr>
            <a:r>
              <a:rPr lang="en-US" dirty="0"/>
              <a:t>It is often the state Community Boosters want when mentioning “what happens after we reach Critical mass”</a:t>
            </a:r>
          </a:p>
          <a:p>
            <a:pPr marL="0" indent="0">
              <a:buNone/>
            </a:pPr>
            <a:endParaRPr lang="en-US" dirty="0"/>
          </a:p>
          <a:p>
            <a:pPr marL="0" indent="0">
              <a:buNone/>
            </a:pPr>
            <a:r>
              <a:rPr lang="en-US" dirty="0"/>
              <a:t>The challenge Community Boosters in this state is to amplify (or at least maintain) this circle.</a:t>
            </a:r>
          </a:p>
        </p:txBody>
      </p:sp>
      <p:graphicFrame>
        <p:nvGraphicFramePr>
          <p:cNvPr id="3" name="Diagramme 2">
            <a:extLst>
              <a:ext uri="{FF2B5EF4-FFF2-40B4-BE49-F238E27FC236}">
                <a16:creationId xmlns:a16="http://schemas.microsoft.com/office/drawing/2014/main" id="{B51545ED-CB0D-4802-9B7A-0644C61D953C}"/>
              </a:ext>
            </a:extLst>
          </p:cNvPr>
          <p:cNvGraphicFramePr/>
          <p:nvPr/>
        </p:nvGraphicFramePr>
        <p:xfrm>
          <a:off x="367045" y="2352060"/>
          <a:ext cx="6229698" cy="3978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descr="Groupe">
            <a:extLst>
              <a:ext uri="{FF2B5EF4-FFF2-40B4-BE49-F238E27FC236}">
                <a16:creationId xmlns:a16="http://schemas.microsoft.com/office/drawing/2014/main" id="{85386CA8-12FE-4159-AF7E-BE5B38CA582F}"/>
              </a:ext>
            </a:extLst>
          </p:cNvPr>
          <p:cNvSpPr/>
          <p:nvPr/>
        </p:nvSpPr>
        <p:spPr>
          <a:xfrm>
            <a:off x="3149272" y="1686816"/>
            <a:ext cx="665244" cy="665244"/>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Rectangle 6" descr="Poignée de main">
            <a:extLst>
              <a:ext uri="{FF2B5EF4-FFF2-40B4-BE49-F238E27FC236}">
                <a16:creationId xmlns:a16="http://schemas.microsoft.com/office/drawing/2014/main" id="{7E0BA1BF-1C51-429C-AFBA-079FD6B1387A}"/>
              </a:ext>
            </a:extLst>
          </p:cNvPr>
          <p:cNvSpPr/>
          <p:nvPr/>
        </p:nvSpPr>
        <p:spPr>
          <a:xfrm>
            <a:off x="5430755" y="3015853"/>
            <a:ext cx="665244" cy="665244"/>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9" name="Rectangle 8" descr="Chat">
            <a:extLst>
              <a:ext uri="{FF2B5EF4-FFF2-40B4-BE49-F238E27FC236}">
                <a16:creationId xmlns:a16="http://schemas.microsoft.com/office/drawing/2014/main" id="{6CB21173-D9E9-4F6E-BBE8-34CE0543BDCF}"/>
              </a:ext>
            </a:extLst>
          </p:cNvPr>
          <p:cNvSpPr/>
          <p:nvPr/>
        </p:nvSpPr>
        <p:spPr>
          <a:xfrm>
            <a:off x="956129" y="5202297"/>
            <a:ext cx="665244" cy="665244"/>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0" name="Rectangle 9" descr="Ampoule">
            <a:extLst>
              <a:ext uri="{FF2B5EF4-FFF2-40B4-BE49-F238E27FC236}">
                <a16:creationId xmlns:a16="http://schemas.microsoft.com/office/drawing/2014/main" id="{84B76624-36EF-40E6-8330-D6744BEEF046}"/>
              </a:ext>
            </a:extLst>
          </p:cNvPr>
          <p:cNvSpPr/>
          <p:nvPr/>
        </p:nvSpPr>
        <p:spPr>
          <a:xfrm>
            <a:off x="740568" y="3249185"/>
            <a:ext cx="665244" cy="665244"/>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pic>
        <p:nvPicPr>
          <p:cNvPr id="11" name="Graphique 10" descr="Graphique à barres avec tendance à la hausse avec un remplissage uni">
            <a:extLst>
              <a:ext uri="{FF2B5EF4-FFF2-40B4-BE49-F238E27FC236}">
                <a16:creationId xmlns:a16="http://schemas.microsoft.com/office/drawing/2014/main" id="{C9E4BCA3-3DD9-4A44-A8DE-8299B2E0AD5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430755" y="5202296"/>
            <a:ext cx="665245" cy="665245"/>
          </a:xfrm>
          <a:prstGeom prst="rect">
            <a:avLst/>
          </a:prstGeom>
        </p:spPr>
      </p:pic>
      <p:pic>
        <p:nvPicPr>
          <p:cNvPr id="13" name="Graphique 12" descr="Main ouverte avec un remplissage uni">
            <a:extLst>
              <a:ext uri="{FF2B5EF4-FFF2-40B4-BE49-F238E27FC236}">
                <a16:creationId xmlns:a16="http://schemas.microsoft.com/office/drawing/2014/main" id="{DC9A4E7F-5812-48A1-A6A1-89B6EFED544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228263" y="6330881"/>
            <a:ext cx="586253" cy="586253"/>
          </a:xfrm>
          <a:prstGeom prst="rect">
            <a:avLst/>
          </a:prstGeom>
        </p:spPr>
      </p:pic>
    </p:spTree>
    <p:extLst>
      <p:ext uri="{BB962C8B-B14F-4D97-AF65-F5344CB8AC3E}">
        <p14:creationId xmlns:p14="http://schemas.microsoft.com/office/powerpoint/2010/main" val="1443321507"/>
      </p:ext>
    </p:extLst>
  </p:cSld>
  <p:clrMapOvr>
    <a:masterClrMapping/>
  </p:clrMapOvr>
  <mc:AlternateContent xmlns:mc="http://schemas.openxmlformats.org/markup-compatibility/2006" xmlns:p14="http://schemas.microsoft.com/office/powerpoint/2010/main">
    <mc:Choice Requires="p14">
      <p:transition spd="slow" p14:dur="2000" advTm="70472"/>
    </mc:Choice>
    <mc:Fallback xmlns="">
      <p:transition spd="slow" advTm="70472"/>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Have you experienced the Golden Engagement Circle with your Community ? Describe what happened</a:t>
            </a:r>
          </a:p>
          <a:p>
            <a:pPr marL="0" indent="0">
              <a:buNone/>
            </a:pPr>
            <a:endParaRPr lang="en-US" noProof="1"/>
          </a:p>
          <a:p>
            <a:pPr marL="0" indent="0">
              <a:buNone/>
            </a:pPr>
            <a:r>
              <a:rPr lang="en-US" noProof="1"/>
              <a:t>How did you maintain it or amplify it ?</a:t>
            </a:r>
          </a:p>
        </p:txBody>
      </p:sp>
      <p:grpSp>
        <p:nvGrpSpPr>
          <p:cNvPr id="3" name="Groupe 2">
            <a:extLst>
              <a:ext uri="{FF2B5EF4-FFF2-40B4-BE49-F238E27FC236}">
                <a16:creationId xmlns:a16="http://schemas.microsoft.com/office/drawing/2014/main" id="{98C07B96-9D4D-4C76-AB81-AA8B21D255C0}"/>
              </a:ext>
            </a:extLst>
          </p:cNvPr>
          <p:cNvGrpSpPr/>
          <p:nvPr/>
        </p:nvGrpSpPr>
        <p:grpSpPr>
          <a:xfrm>
            <a:off x="1281445" y="2643604"/>
            <a:ext cx="4195624" cy="3155432"/>
            <a:chOff x="367045" y="1645669"/>
            <a:chExt cx="6229698" cy="4685212"/>
          </a:xfrm>
        </p:grpSpPr>
        <p:graphicFrame>
          <p:nvGraphicFramePr>
            <p:cNvPr id="6" name="Diagramme 5">
              <a:extLst>
                <a:ext uri="{FF2B5EF4-FFF2-40B4-BE49-F238E27FC236}">
                  <a16:creationId xmlns:a16="http://schemas.microsoft.com/office/drawing/2014/main" id="{A3C14362-64E7-402A-924F-E1F9B82595EC}"/>
                </a:ext>
              </a:extLst>
            </p:cNvPr>
            <p:cNvGraphicFramePr/>
            <p:nvPr/>
          </p:nvGraphicFramePr>
          <p:xfrm>
            <a:off x="367045" y="2352060"/>
            <a:ext cx="6229698" cy="39788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descr="Groupe">
              <a:extLst>
                <a:ext uri="{FF2B5EF4-FFF2-40B4-BE49-F238E27FC236}">
                  <a16:creationId xmlns:a16="http://schemas.microsoft.com/office/drawing/2014/main" id="{8E2DF59D-DD7A-4D4C-8AE0-7FEC248F9BB0}"/>
                </a:ext>
              </a:extLst>
            </p:cNvPr>
            <p:cNvSpPr/>
            <p:nvPr/>
          </p:nvSpPr>
          <p:spPr>
            <a:xfrm>
              <a:off x="3149272" y="1645669"/>
              <a:ext cx="665244" cy="665244"/>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8" name="Rectangle 7" descr="Poignée de main">
              <a:extLst>
                <a:ext uri="{FF2B5EF4-FFF2-40B4-BE49-F238E27FC236}">
                  <a16:creationId xmlns:a16="http://schemas.microsoft.com/office/drawing/2014/main" id="{518DF9A5-456B-4243-9594-30ABDDDF1EFF}"/>
                </a:ext>
              </a:extLst>
            </p:cNvPr>
            <p:cNvSpPr/>
            <p:nvPr/>
          </p:nvSpPr>
          <p:spPr>
            <a:xfrm>
              <a:off x="5430755" y="3015853"/>
              <a:ext cx="665244" cy="665244"/>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9" name="Rectangle 8" descr="Chat">
              <a:extLst>
                <a:ext uri="{FF2B5EF4-FFF2-40B4-BE49-F238E27FC236}">
                  <a16:creationId xmlns:a16="http://schemas.microsoft.com/office/drawing/2014/main" id="{4CE21757-857E-4565-B403-9284E61B9D82}"/>
                </a:ext>
              </a:extLst>
            </p:cNvPr>
            <p:cNvSpPr/>
            <p:nvPr/>
          </p:nvSpPr>
          <p:spPr>
            <a:xfrm>
              <a:off x="956129" y="5202297"/>
              <a:ext cx="665244" cy="665244"/>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0" name="Rectangle 9" descr="Ampoule">
              <a:extLst>
                <a:ext uri="{FF2B5EF4-FFF2-40B4-BE49-F238E27FC236}">
                  <a16:creationId xmlns:a16="http://schemas.microsoft.com/office/drawing/2014/main" id="{38E18348-3F23-4444-97F4-04EA02DEE158}"/>
                </a:ext>
              </a:extLst>
            </p:cNvPr>
            <p:cNvSpPr/>
            <p:nvPr/>
          </p:nvSpPr>
          <p:spPr>
            <a:xfrm>
              <a:off x="740568" y="3249185"/>
              <a:ext cx="665244" cy="665244"/>
            </a:xfrm>
            <a:prstGeom prst="rect">
              <a:avLst/>
            </a:prstGeom>
            <a: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pic>
          <p:nvPicPr>
            <p:cNvPr id="11" name="Graphique 10" descr="Graphique à barres avec tendance à la hausse avec un remplissage uni">
              <a:extLst>
                <a:ext uri="{FF2B5EF4-FFF2-40B4-BE49-F238E27FC236}">
                  <a16:creationId xmlns:a16="http://schemas.microsoft.com/office/drawing/2014/main" id="{47544374-D50D-43F6-A421-A274C08EF7D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430755" y="5202296"/>
              <a:ext cx="665245" cy="665245"/>
            </a:xfrm>
            <a:prstGeom prst="rect">
              <a:avLst/>
            </a:prstGeom>
          </p:spPr>
        </p:pic>
      </p:grpSp>
      <p:pic>
        <p:nvPicPr>
          <p:cNvPr id="12" name="Graphique 11" descr="Main ouverte avec un remplissage uni">
            <a:extLst>
              <a:ext uri="{FF2B5EF4-FFF2-40B4-BE49-F238E27FC236}">
                <a16:creationId xmlns:a16="http://schemas.microsoft.com/office/drawing/2014/main" id="{280FB18C-3F30-48B3-BD83-C5114259DBF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086130" y="5692492"/>
            <a:ext cx="586253" cy="586253"/>
          </a:xfrm>
          <a:prstGeom prst="rect">
            <a:avLst/>
          </a:prstGeom>
        </p:spPr>
      </p:pic>
    </p:spTree>
    <p:extLst>
      <p:ext uri="{BB962C8B-B14F-4D97-AF65-F5344CB8AC3E}">
        <p14:creationId xmlns:p14="http://schemas.microsoft.com/office/powerpoint/2010/main" val="3988302795"/>
      </p:ext>
    </p:extLst>
  </p:cSld>
  <p:clrMapOvr>
    <a:masterClrMapping/>
  </p:clrMapOvr>
  <mc:AlternateContent xmlns:mc="http://schemas.openxmlformats.org/markup-compatibility/2006" xmlns:p14="http://schemas.microsoft.com/office/powerpoint/2010/main">
    <mc:Choice Requires="p14">
      <p:transition spd="slow" p14:dur="2000" advTm="20655"/>
    </mc:Choice>
    <mc:Fallback xmlns="">
      <p:transition spd="slow" advTm="20655"/>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3D87332-1B42-4075-81B7-0165C84D2CE4}"/>
              </a:ext>
            </a:extLst>
          </p:cNvPr>
          <p:cNvSpPr>
            <a:spLocks noGrp="1"/>
          </p:cNvSpPr>
          <p:nvPr>
            <p:ph type="title"/>
          </p:nvPr>
        </p:nvSpPr>
        <p:spPr/>
        <p:txBody>
          <a:bodyPr/>
          <a:lstStyle/>
          <a:p>
            <a:r>
              <a:rPr lang="fr-FR" dirty="0"/>
              <a:t>Use Case / Example story</a:t>
            </a:r>
          </a:p>
        </p:txBody>
      </p:sp>
      <p:sp>
        <p:nvSpPr>
          <p:cNvPr id="6" name="Espace réservé du contenu 5">
            <a:extLst>
              <a:ext uri="{FF2B5EF4-FFF2-40B4-BE49-F238E27FC236}">
                <a16:creationId xmlns:a16="http://schemas.microsoft.com/office/drawing/2014/main" id="{D24C662C-F314-41D9-BF6C-49CF6F8594F2}"/>
              </a:ext>
            </a:extLst>
          </p:cNvPr>
          <p:cNvSpPr>
            <a:spLocks noGrp="1"/>
          </p:cNvSpPr>
          <p:nvPr>
            <p:ph idx="1"/>
          </p:nvPr>
        </p:nvSpPr>
        <p:spPr/>
        <p:txBody>
          <a:bodyPr/>
          <a:lstStyle/>
          <a:p>
            <a:pPr marL="0" indent="0">
              <a:buNone/>
            </a:pPr>
            <a:r>
              <a:rPr lang="fr-FR" dirty="0"/>
              <a:t> </a:t>
            </a:r>
          </a:p>
        </p:txBody>
      </p:sp>
      <p:grpSp>
        <p:nvGrpSpPr>
          <p:cNvPr id="4" name="Groupe 3">
            <a:extLst>
              <a:ext uri="{FF2B5EF4-FFF2-40B4-BE49-F238E27FC236}">
                <a16:creationId xmlns:a16="http://schemas.microsoft.com/office/drawing/2014/main" id="{125E2CB5-BAED-4828-8198-48BA4B42B63A}"/>
              </a:ext>
            </a:extLst>
          </p:cNvPr>
          <p:cNvGrpSpPr/>
          <p:nvPr/>
        </p:nvGrpSpPr>
        <p:grpSpPr>
          <a:xfrm>
            <a:off x="2231507" y="4452988"/>
            <a:ext cx="1765565" cy="1765565"/>
            <a:chOff x="2472431" y="1931679"/>
            <a:chExt cx="914400" cy="914400"/>
          </a:xfrm>
        </p:grpSpPr>
        <p:pic>
          <p:nvPicPr>
            <p:cNvPr id="7" name="Graphique 6" descr="Employée de bureau avec un remplissage uni">
              <a:extLst>
                <a:ext uri="{FF2B5EF4-FFF2-40B4-BE49-F238E27FC236}">
                  <a16:creationId xmlns:a16="http://schemas.microsoft.com/office/drawing/2014/main" id="{8EF5828B-F18D-4CB6-826E-68D8999806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72431" y="1931679"/>
              <a:ext cx="914400" cy="914400"/>
            </a:xfrm>
            <a:prstGeom prst="rect">
              <a:avLst/>
            </a:prstGeom>
          </p:spPr>
        </p:pic>
        <p:pic>
          <p:nvPicPr>
            <p:cNvPr id="8" name="Graphique 7" descr="Euro avec un remplissage uni">
              <a:extLst>
                <a:ext uri="{FF2B5EF4-FFF2-40B4-BE49-F238E27FC236}">
                  <a16:creationId xmlns:a16="http://schemas.microsoft.com/office/drawing/2014/main" id="{19993E65-10FC-4DDD-89B1-19662AD0EE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37714" y="2492740"/>
              <a:ext cx="167927" cy="167927"/>
            </a:xfrm>
            <a:prstGeom prst="rect">
              <a:avLst/>
            </a:prstGeom>
          </p:spPr>
        </p:pic>
      </p:grpSp>
      <p:sp>
        <p:nvSpPr>
          <p:cNvPr id="9" name="Bulle narrative : ronde 8">
            <a:extLst>
              <a:ext uri="{FF2B5EF4-FFF2-40B4-BE49-F238E27FC236}">
                <a16:creationId xmlns:a16="http://schemas.microsoft.com/office/drawing/2014/main" id="{C5098343-E0BE-4220-AF60-AC91D1435D9B}"/>
              </a:ext>
            </a:extLst>
          </p:cNvPr>
          <p:cNvSpPr/>
          <p:nvPr/>
        </p:nvSpPr>
        <p:spPr>
          <a:xfrm>
            <a:off x="1196290" y="2971800"/>
            <a:ext cx="2793827" cy="914400"/>
          </a:xfrm>
          <a:prstGeom prst="wedgeEllipseCallout">
            <a:avLst>
              <a:gd name="adj1" fmla="val 16818"/>
              <a:gd name="adj2" fmla="val 109831"/>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There is so much you can do with this Community !!!</a:t>
            </a:r>
          </a:p>
        </p:txBody>
      </p:sp>
      <p:grpSp>
        <p:nvGrpSpPr>
          <p:cNvPr id="10" name="Groupe 9">
            <a:extLst>
              <a:ext uri="{FF2B5EF4-FFF2-40B4-BE49-F238E27FC236}">
                <a16:creationId xmlns:a16="http://schemas.microsoft.com/office/drawing/2014/main" id="{E3DFE16C-ABE2-4B68-B6E8-54DBE44FC2B3}"/>
              </a:ext>
            </a:extLst>
          </p:cNvPr>
          <p:cNvGrpSpPr/>
          <p:nvPr/>
        </p:nvGrpSpPr>
        <p:grpSpPr>
          <a:xfrm>
            <a:off x="4577730" y="4699500"/>
            <a:ext cx="1983159" cy="1565406"/>
            <a:chOff x="2192955" y="4690073"/>
            <a:chExt cx="1983159" cy="1565406"/>
          </a:xfrm>
        </p:grpSpPr>
        <p:pic>
          <p:nvPicPr>
            <p:cNvPr id="11" name="Graphique 10" descr="Personne confuse avec un remplissage uni">
              <a:extLst>
                <a:ext uri="{FF2B5EF4-FFF2-40B4-BE49-F238E27FC236}">
                  <a16:creationId xmlns:a16="http://schemas.microsoft.com/office/drawing/2014/main" id="{E0752A18-00D5-42C2-B863-C7C57B9EE644}"/>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825" r="14911" b="49785"/>
            <a:stretch/>
          </p:blipFill>
          <p:spPr>
            <a:xfrm>
              <a:off x="2192955" y="4838194"/>
              <a:ext cx="1983159" cy="1417285"/>
            </a:xfrm>
            <a:prstGeom prst="rect">
              <a:avLst/>
            </a:prstGeom>
          </p:spPr>
        </p:pic>
        <p:pic>
          <p:nvPicPr>
            <p:cNvPr id="12" name="Graphique 11" descr="Visage grimaçant et transpirant avec remplissage uni avec un remplissage uni">
              <a:extLst>
                <a:ext uri="{FF2B5EF4-FFF2-40B4-BE49-F238E27FC236}">
                  <a16:creationId xmlns:a16="http://schemas.microsoft.com/office/drawing/2014/main" id="{60F31A2F-FA33-456E-B8F9-D64749C5932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91472" y="4690073"/>
              <a:ext cx="803985" cy="803985"/>
            </a:xfrm>
            <a:prstGeom prst="rect">
              <a:avLst/>
            </a:prstGeom>
          </p:spPr>
        </p:pic>
      </p:grpSp>
      <p:sp>
        <p:nvSpPr>
          <p:cNvPr id="2" name="Phylactère : pensées 1">
            <a:extLst>
              <a:ext uri="{FF2B5EF4-FFF2-40B4-BE49-F238E27FC236}">
                <a16:creationId xmlns:a16="http://schemas.microsoft.com/office/drawing/2014/main" id="{818A6AE7-B08F-4B27-91CB-5D763FBAE565}"/>
              </a:ext>
            </a:extLst>
          </p:cNvPr>
          <p:cNvSpPr/>
          <p:nvPr/>
        </p:nvSpPr>
        <p:spPr>
          <a:xfrm>
            <a:off x="6578749" y="2814221"/>
            <a:ext cx="4260886" cy="2610035"/>
          </a:xfrm>
          <a:prstGeom prst="cloudCallout">
            <a:avLst>
              <a:gd name="adj1" fmla="val -64309"/>
              <a:gd name="adj2" fmla="val 2629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Écolière avec un remplissage uni">
            <a:extLst>
              <a:ext uri="{FF2B5EF4-FFF2-40B4-BE49-F238E27FC236}">
                <a16:creationId xmlns:a16="http://schemas.microsoft.com/office/drawing/2014/main" id="{095447AA-D863-47A6-90DA-981F710DA31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80611" y="3676980"/>
            <a:ext cx="832415" cy="832415"/>
          </a:xfrm>
          <a:prstGeom prst="rect">
            <a:avLst/>
          </a:prstGeom>
        </p:spPr>
      </p:pic>
      <p:sp>
        <p:nvSpPr>
          <p:cNvPr id="14" name="Bulle narrative : ronde 13">
            <a:extLst>
              <a:ext uri="{FF2B5EF4-FFF2-40B4-BE49-F238E27FC236}">
                <a16:creationId xmlns:a16="http://schemas.microsoft.com/office/drawing/2014/main" id="{42041358-26F5-467F-8105-4546FF3B985C}"/>
              </a:ext>
            </a:extLst>
          </p:cNvPr>
          <p:cNvSpPr/>
          <p:nvPr/>
        </p:nvSpPr>
        <p:spPr>
          <a:xfrm>
            <a:off x="7191028" y="3429000"/>
            <a:ext cx="2089584" cy="914400"/>
          </a:xfrm>
          <a:prstGeom prst="wedgeEllipseCallout">
            <a:avLst>
              <a:gd name="adj1" fmla="val 57179"/>
              <a:gd name="adj2" fmla="val 1662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bg1"/>
                </a:solidFill>
              </a:rPr>
              <a:t>I don’t have time !</a:t>
            </a:r>
          </a:p>
        </p:txBody>
      </p:sp>
    </p:spTree>
    <p:extLst>
      <p:ext uri="{BB962C8B-B14F-4D97-AF65-F5344CB8AC3E}">
        <p14:creationId xmlns:p14="http://schemas.microsoft.com/office/powerpoint/2010/main" val="997554585"/>
      </p:ext>
    </p:extLst>
  </p:cSld>
  <p:clrMapOvr>
    <a:masterClrMapping/>
  </p:clrMapOvr>
  <mc:AlternateContent xmlns:mc="http://schemas.openxmlformats.org/markup-compatibility/2006" xmlns:p14="http://schemas.microsoft.com/office/powerpoint/2010/main">
    <mc:Choice Requires="p14">
      <p:transition spd="slow" p14:dur="2000" advTm="19572"/>
    </mc:Choice>
    <mc:Fallback xmlns="">
      <p:transition spd="slow" advTm="19572"/>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97042-0CB9-4B82-A645-B072E8F681A0}"/>
              </a:ext>
            </a:extLst>
          </p:cNvPr>
          <p:cNvSpPr>
            <a:spLocks noGrp="1"/>
          </p:cNvSpPr>
          <p:nvPr>
            <p:ph type="title"/>
          </p:nvPr>
        </p:nvSpPr>
        <p:spPr/>
        <p:txBody>
          <a:bodyPr>
            <a:normAutofit fontScale="90000"/>
          </a:bodyPr>
          <a:lstStyle/>
          <a:p>
            <a:r>
              <a:rPr lang="en-US" dirty="0"/>
              <a:t>Challenge P4</a:t>
            </a:r>
            <a:br>
              <a:rPr lang="en-US" dirty="0"/>
            </a:br>
            <a:r>
              <a:rPr lang="en-US" dirty="0"/>
              <a:t>Identify your members’ Engagement and available time</a:t>
            </a:r>
          </a:p>
        </p:txBody>
      </p:sp>
      <p:grpSp>
        <p:nvGrpSpPr>
          <p:cNvPr id="21" name="Groupe 20">
            <a:extLst>
              <a:ext uri="{FF2B5EF4-FFF2-40B4-BE49-F238E27FC236}">
                <a16:creationId xmlns:a16="http://schemas.microsoft.com/office/drawing/2014/main" id="{48ECB21E-D29E-44EF-B383-8D504FB34993}"/>
              </a:ext>
            </a:extLst>
          </p:cNvPr>
          <p:cNvGrpSpPr/>
          <p:nvPr/>
        </p:nvGrpSpPr>
        <p:grpSpPr>
          <a:xfrm>
            <a:off x="5797486" y="2017336"/>
            <a:ext cx="5855636" cy="4711071"/>
            <a:chOff x="5797486" y="2017336"/>
            <a:chExt cx="5855636" cy="4711071"/>
          </a:xfrm>
        </p:grpSpPr>
        <p:graphicFrame>
          <p:nvGraphicFramePr>
            <p:cNvPr id="12" name="Diagramme 11">
              <a:extLst>
                <a:ext uri="{FF2B5EF4-FFF2-40B4-BE49-F238E27FC236}">
                  <a16:creationId xmlns:a16="http://schemas.microsoft.com/office/drawing/2014/main" id="{8B99AE7D-311B-470D-8390-AC6DE2AADBB8}"/>
                </a:ext>
              </a:extLst>
            </p:cNvPr>
            <p:cNvGraphicFramePr/>
            <p:nvPr/>
          </p:nvGraphicFramePr>
          <p:xfrm>
            <a:off x="5797486" y="2017336"/>
            <a:ext cx="5855636" cy="4711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Graphique 13" descr="Bébé avec un remplissage uni">
              <a:extLst>
                <a:ext uri="{FF2B5EF4-FFF2-40B4-BE49-F238E27FC236}">
                  <a16:creationId xmlns:a16="http://schemas.microsoft.com/office/drawing/2014/main" id="{2D0D6217-66B2-497D-A577-6FC5A397D8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1955" y="3208444"/>
              <a:ext cx="696013" cy="696013"/>
            </a:xfrm>
            <a:prstGeom prst="rect">
              <a:avLst/>
            </a:prstGeom>
          </p:spPr>
        </p:pic>
        <p:pic>
          <p:nvPicPr>
            <p:cNvPr id="15" name="Graphique 14" descr="Train avec un remplissage uni">
              <a:extLst>
                <a:ext uri="{FF2B5EF4-FFF2-40B4-BE49-F238E27FC236}">
                  <a16:creationId xmlns:a16="http://schemas.microsoft.com/office/drawing/2014/main" id="{606060F0-7DAC-43BA-89F1-3DCD7D473A4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01955" y="4145161"/>
              <a:ext cx="582891" cy="582891"/>
            </a:xfrm>
            <a:prstGeom prst="rect">
              <a:avLst/>
            </a:prstGeom>
          </p:spPr>
        </p:pic>
        <p:pic>
          <p:nvPicPr>
            <p:cNvPr id="16" name="Graphique 15" descr="Dossier ouvert avec un remplissage uni">
              <a:extLst>
                <a:ext uri="{FF2B5EF4-FFF2-40B4-BE49-F238E27FC236}">
                  <a16:creationId xmlns:a16="http://schemas.microsoft.com/office/drawing/2014/main" id="{F60071E6-0912-4DE3-B161-1E27559E843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62" y="5017172"/>
              <a:ext cx="511479" cy="511479"/>
            </a:xfrm>
            <a:prstGeom prst="rect">
              <a:avLst/>
            </a:prstGeom>
          </p:spPr>
        </p:pic>
        <p:pic>
          <p:nvPicPr>
            <p:cNvPr id="8" name="Graphique 7" descr="Tendance à la hausse avec un remplissage uni">
              <a:extLst>
                <a:ext uri="{FF2B5EF4-FFF2-40B4-BE49-F238E27FC236}">
                  <a16:creationId xmlns:a16="http://schemas.microsoft.com/office/drawing/2014/main" id="{F9AB2438-28ED-46E1-BB9A-6CAE4F33BFB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07987" y="5017172"/>
              <a:ext cx="544880" cy="544880"/>
            </a:xfrm>
            <a:prstGeom prst="rect">
              <a:avLst/>
            </a:prstGeom>
          </p:spPr>
        </p:pic>
        <p:pic>
          <p:nvPicPr>
            <p:cNvPr id="18" name="Graphique 17" descr="Commentaire en cœur avec un remplissage uni">
              <a:extLst>
                <a:ext uri="{FF2B5EF4-FFF2-40B4-BE49-F238E27FC236}">
                  <a16:creationId xmlns:a16="http://schemas.microsoft.com/office/drawing/2014/main" id="{05717025-5040-4493-AD97-4883058CF6A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6132420" y="3314089"/>
              <a:ext cx="696013" cy="696013"/>
            </a:xfrm>
            <a:prstGeom prst="rect">
              <a:avLst/>
            </a:prstGeom>
          </p:spPr>
        </p:pic>
        <p:pic>
          <p:nvPicPr>
            <p:cNvPr id="20" name="Graphique 19" descr="Chronomètre avec un remplissage uni">
              <a:extLst>
                <a:ext uri="{FF2B5EF4-FFF2-40B4-BE49-F238E27FC236}">
                  <a16:creationId xmlns:a16="http://schemas.microsoft.com/office/drawing/2014/main" id="{DB1AF7C2-D0E1-4C15-AF74-81AA3E22019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199632" y="4164166"/>
              <a:ext cx="544879" cy="544879"/>
            </a:xfrm>
            <a:prstGeom prst="rect">
              <a:avLst/>
            </a:prstGeom>
          </p:spPr>
        </p:pic>
      </p:grpSp>
      <p:sp>
        <p:nvSpPr>
          <p:cNvPr id="23" name="ZoneTexte 22">
            <a:extLst>
              <a:ext uri="{FF2B5EF4-FFF2-40B4-BE49-F238E27FC236}">
                <a16:creationId xmlns:a16="http://schemas.microsoft.com/office/drawing/2014/main" id="{6F29806D-32BA-4566-A44E-8AF2093AFB77}"/>
              </a:ext>
            </a:extLst>
          </p:cNvPr>
          <p:cNvSpPr txBox="1"/>
          <p:nvPr/>
        </p:nvSpPr>
        <p:spPr>
          <a:xfrm>
            <a:off x="874002" y="2154376"/>
            <a:ext cx="4528017" cy="4524315"/>
          </a:xfrm>
          <a:prstGeom prst="rect">
            <a:avLst/>
          </a:prstGeom>
          <a:noFill/>
        </p:spPr>
        <p:txBody>
          <a:bodyPr wrap="square">
            <a:spAutoFit/>
          </a:bodyPr>
          <a:lstStyle/>
          <a:p>
            <a:pPr marL="0" indent="0">
              <a:buNone/>
            </a:pPr>
            <a:r>
              <a:rPr lang="en-US" sz="2400" noProof="1"/>
              <a:t>As Corporate Communities are often a part time activity, most of the members will have to arbitrate their engagement level depending on their specific context.</a:t>
            </a:r>
          </a:p>
          <a:p>
            <a:pPr marL="0" indent="0">
              <a:buNone/>
            </a:pPr>
            <a:endParaRPr lang="en-US" sz="2400" noProof="1"/>
          </a:p>
          <a:p>
            <a:pPr marL="0" indent="0">
              <a:buNone/>
            </a:pPr>
            <a:r>
              <a:rPr lang="en-US" sz="2400" noProof="1"/>
              <a:t>Challenge for Community Boosters is then to design their community to encourage to engage, considering the context factors.</a:t>
            </a:r>
          </a:p>
        </p:txBody>
      </p:sp>
    </p:spTree>
    <p:extLst>
      <p:ext uri="{BB962C8B-B14F-4D97-AF65-F5344CB8AC3E}">
        <p14:creationId xmlns:p14="http://schemas.microsoft.com/office/powerpoint/2010/main" val="3658476889"/>
      </p:ext>
    </p:extLst>
  </p:cSld>
  <p:clrMapOvr>
    <a:masterClrMapping/>
  </p:clrMapOvr>
  <mc:AlternateContent xmlns:mc="http://schemas.openxmlformats.org/markup-compatibility/2006" xmlns:p14="http://schemas.microsoft.com/office/powerpoint/2010/main">
    <mc:Choice Requires="p14">
      <p:transition spd="slow" p14:dur="2000" advTm="45560"/>
    </mc:Choice>
    <mc:Fallback xmlns="">
      <p:transition spd="slow" advTm="4556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55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55000" lnSpcReduction="20000"/>
          </a:bodyPr>
          <a:lstStyle/>
          <a:p>
            <a:pPr marL="0" indent="0">
              <a:buNone/>
            </a:pPr>
            <a:r>
              <a:rPr lang="en-US" noProof="1"/>
              <a:t>Approximately, how many members are full-time in the Community ? What percentage does it represent ?</a:t>
            </a:r>
          </a:p>
          <a:p>
            <a:pPr marL="0" indent="0">
              <a:buNone/>
            </a:pPr>
            <a:endParaRPr lang="en-US" noProof="1"/>
          </a:p>
          <a:p>
            <a:pPr marL="0" indent="0">
              <a:buNone/>
            </a:pPr>
            <a:r>
              <a:rPr lang="en-US" noProof="1"/>
              <a:t>How much time do your average members give to your Corporate Community in a month ? </a:t>
            </a:r>
          </a:p>
          <a:p>
            <a:pPr marL="0" indent="0">
              <a:buNone/>
            </a:pPr>
            <a:endParaRPr lang="en-US" noProof="1"/>
          </a:p>
          <a:p>
            <a:pPr marL="0" indent="0">
              <a:buNone/>
            </a:pPr>
            <a:r>
              <a:rPr lang="en-US" noProof="1"/>
              <a:t>How do you manage various availability of members or potential members ?</a:t>
            </a:r>
          </a:p>
          <a:p>
            <a:pPr marL="0" indent="0">
              <a:buNone/>
            </a:pPr>
            <a:endParaRPr lang="en-US" noProof="1"/>
          </a:p>
          <a:p>
            <a:pPr marL="0" indent="0">
              <a:buNone/>
            </a:pPr>
            <a:endParaRPr lang="en-US" noProof="1"/>
          </a:p>
          <a:p>
            <a:pPr marL="0" indent="0">
              <a:buNone/>
            </a:pPr>
            <a:r>
              <a:rPr lang="en-US" noProof="1"/>
              <a:t> </a:t>
            </a:r>
          </a:p>
        </p:txBody>
      </p:sp>
      <p:grpSp>
        <p:nvGrpSpPr>
          <p:cNvPr id="16" name="Groupe 15">
            <a:extLst>
              <a:ext uri="{FF2B5EF4-FFF2-40B4-BE49-F238E27FC236}">
                <a16:creationId xmlns:a16="http://schemas.microsoft.com/office/drawing/2014/main" id="{28FC5C9B-B512-43AF-8915-64FB5203D576}"/>
              </a:ext>
            </a:extLst>
          </p:cNvPr>
          <p:cNvGrpSpPr/>
          <p:nvPr/>
        </p:nvGrpSpPr>
        <p:grpSpPr>
          <a:xfrm>
            <a:off x="1814766" y="2905760"/>
            <a:ext cx="3273845" cy="2633927"/>
            <a:chOff x="5797486" y="2017336"/>
            <a:chExt cx="5855636" cy="4711071"/>
          </a:xfrm>
        </p:grpSpPr>
        <p:graphicFrame>
          <p:nvGraphicFramePr>
            <p:cNvPr id="17" name="Diagramme 16">
              <a:extLst>
                <a:ext uri="{FF2B5EF4-FFF2-40B4-BE49-F238E27FC236}">
                  <a16:creationId xmlns:a16="http://schemas.microsoft.com/office/drawing/2014/main" id="{E7824CF2-787C-491F-AF69-C9BB8E54907B}"/>
                </a:ext>
              </a:extLst>
            </p:cNvPr>
            <p:cNvGraphicFramePr/>
            <p:nvPr/>
          </p:nvGraphicFramePr>
          <p:xfrm>
            <a:off x="5797486" y="2017336"/>
            <a:ext cx="5855636" cy="47110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Graphique 17" descr="Bébé avec un remplissage uni">
              <a:extLst>
                <a:ext uri="{FF2B5EF4-FFF2-40B4-BE49-F238E27FC236}">
                  <a16:creationId xmlns:a16="http://schemas.microsoft.com/office/drawing/2014/main" id="{90F59370-E133-41D9-B724-AA87C34465E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01955" y="3208444"/>
              <a:ext cx="696013" cy="696013"/>
            </a:xfrm>
            <a:prstGeom prst="rect">
              <a:avLst/>
            </a:prstGeom>
          </p:spPr>
        </p:pic>
        <p:pic>
          <p:nvPicPr>
            <p:cNvPr id="19" name="Graphique 18" descr="Train avec un remplissage uni">
              <a:extLst>
                <a:ext uri="{FF2B5EF4-FFF2-40B4-BE49-F238E27FC236}">
                  <a16:creationId xmlns:a16="http://schemas.microsoft.com/office/drawing/2014/main" id="{10A66DCE-A215-4936-BE7C-100002DDD5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701955" y="4145161"/>
              <a:ext cx="582891" cy="582891"/>
            </a:xfrm>
            <a:prstGeom prst="rect">
              <a:avLst/>
            </a:prstGeom>
          </p:spPr>
        </p:pic>
        <p:pic>
          <p:nvPicPr>
            <p:cNvPr id="20" name="Graphique 19" descr="Dossier ouvert avec un remplissage uni">
              <a:extLst>
                <a:ext uri="{FF2B5EF4-FFF2-40B4-BE49-F238E27FC236}">
                  <a16:creationId xmlns:a16="http://schemas.microsoft.com/office/drawing/2014/main" id="{1B6009DB-D505-4111-B3DF-FBC112CB1E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37662" y="5017172"/>
              <a:ext cx="511479" cy="511479"/>
            </a:xfrm>
            <a:prstGeom prst="rect">
              <a:avLst/>
            </a:prstGeom>
          </p:spPr>
        </p:pic>
        <p:pic>
          <p:nvPicPr>
            <p:cNvPr id="21" name="Graphique 20" descr="Tendance à la hausse avec un remplissage uni">
              <a:extLst>
                <a:ext uri="{FF2B5EF4-FFF2-40B4-BE49-F238E27FC236}">
                  <a16:creationId xmlns:a16="http://schemas.microsoft.com/office/drawing/2014/main" id="{E6A4F49D-C173-477D-B701-C2757D95FCE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07987" y="5017172"/>
              <a:ext cx="544880" cy="544880"/>
            </a:xfrm>
            <a:prstGeom prst="rect">
              <a:avLst/>
            </a:prstGeom>
          </p:spPr>
        </p:pic>
        <p:pic>
          <p:nvPicPr>
            <p:cNvPr id="22" name="Graphique 21" descr="Commentaire en cœur avec un remplissage uni">
              <a:extLst>
                <a:ext uri="{FF2B5EF4-FFF2-40B4-BE49-F238E27FC236}">
                  <a16:creationId xmlns:a16="http://schemas.microsoft.com/office/drawing/2014/main" id="{B04FF526-F575-4DCE-88F6-B3B8259F00B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6132420" y="3314089"/>
              <a:ext cx="696013" cy="696013"/>
            </a:xfrm>
            <a:prstGeom prst="rect">
              <a:avLst/>
            </a:prstGeom>
          </p:spPr>
        </p:pic>
        <p:pic>
          <p:nvPicPr>
            <p:cNvPr id="23" name="Graphique 22" descr="Chronomètre avec un remplissage uni">
              <a:extLst>
                <a:ext uri="{FF2B5EF4-FFF2-40B4-BE49-F238E27FC236}">
                  <a16:creationId xmlns:a16="http://schemas.microsoft.com/office/drawing/2014/main" id="{97A2ED1C-0BE9-4B7F-B2D4-8BA3A281D68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199632" y="4164166"/>
              <a:ext cx="544879" cy="544879"/>
            </a:xfrm>
            <a:prstGeom prst="rect">
              <a:avLst/>
            </a:prstGeom>
          </p:spPr>
        </p:pic>
      </p:grpSp>
    </p:spTree>
    <p:extLst>
      <p:ext uri="{BB962C8B-B14F-4D97-AF65-F5344CB8AC3E}">
        <p14:creationId xmlns:p14="http://schemas.microsoft.com/office/powerpoint/2010/main" val="2691835326"/>
      </p:ext>
    </p:extLst>
  </p:cSld>
  <p:clrMapOvr>
    <a:masterClrMapping/>
  </p:clrMapOvr>
  <mc:AlternateContent xmlns:mc="http://schemas.openxmlformats.org/markup-compatibility/2006" xmlns:p14="http://schemas.microsoft.com/office/powerpoint/2010/main">
    <mc:Choice Requires="p14">
      <p:transition spd="slow" p14:dur="2000" advTm="27787"/>
    </mc:Choice>
    <mc:Fallback xmlns="">
      <p:transition spd="slow" advTm="27787"/>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#P4</a:t>
            </a:r>
            <a:br>
              <a:rPr lang="en-US" dirty="0"/>
            </a:br>
            <a:r>
              <a:rPr lang="en-US" dirty="0"/>
              <a:t>List reasons for disengagement and ideas for engagement</a:t>
            </a:r>
          </a:p>
        </p:txBody>
      </p:sp>
      <p:grpSp>
        <p:nvGrpSpPr>
          <p:cNvPr id="44" name="Groupe 43">
            <a:extLst>
              <a:ext uri="{FF2B5EF4-FFF2-40B4-BE49-F238E27FC236}">
                <a16:creationId xmlns:a16="http://schemas.microsoft.com/office/drawing/2014/main" id="{B75AD456-6B0F-4AEC-84A8-1D0E9553CFED}"/>
              </a:ext>
            </a:extLst>
          </p:cNvPr>
          <p:cNvGrpSpPr/>
          <p:nvPr/>
        </p:nvGrpSpPr>
        <p:grpSpPr>
          <a:xfrm>
            <a:off x="3551242" y="2613991"/>
            <a:ext cx="4941068" cy="3975268"/>
            <a:chOff x="5797486" y="2017336"/>
            <a:chExt cx="5855636" cy="4711071"/>
          </a:xfrm>
        </p:grpSpPr>
        <p:graphicFrame>
          <p:nvGraphicFramePr>
            <p:cNvPr id="45" name="Diagramme 44">
              <a:extLst>
                <a:ext uri="{FF2B5EF4-FFF2-40B4-BE49-F238E27FC236}">
                  <a16:creationId xmlns:a16="http://schemas.microsoft.com/office/drawing/2014/main" id="{3878AE0F-AB94-4FEF-B73F-E9EF1604749A}"/>
                </a:ext>
              </a:extLst>
            </p:cNvPr>
            <p:cNvGraphicFramePr/>
            <p:nvPr/>
          </p:nvGraphicFramePr>
          <p:xfrm>
            <a:off x="5797486" y="2017336"/>
            <a:ext cx="5855636" cy="4711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6" name="Graphique 45" descr="Bébé avec un remplissage uni">
              <a:extLst>
                <a:ext uri="{FF2B5EF4-FFF2-40B4-BE49-F238E27FC236}">
                  <a16:creationId xmlns:a16="http://schemas.microsoft.com/office/drawing/2014/main" id="{587CB0C6-4F5D-40AC-948D-6BBCFFCB4E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1955" y="3208444"/>
              <a:ext cx="696013" cy="696013"/>
            </a:xfrm>
            <a:prstGeom prst="rect">
              <a:avLst/>
            </a:prstGeom>
          </p:spPr>
        </p:pic>
        <p:pic>
          <p:nvPicPr>
            <p:cNvPr id="47" name="Graphique 46" descr="Train avec un remplissage uni">
              <a:extLst>
                <a:ext uri="{FF2B5EF4-FFF2-40B4-BE49-F238E27FC236}">
                  <a16:creationId xmlns:a16="http://schemas.microsoft.com/office/drawing/2014/main" id="{541A6CBE-7AF9-402C-9012-0A4D4883F4A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01955" y="4145161"/>
              <a:ext cx="582891" cy="582891"/>
            </a:xfrm>
            <a:prstGeom prst="rect">
              <a:avLst/>
            </a:prstGeom>
          </p:spPr>
        </p:pic>
        <p:pic>
          <p:nvPicPr>
            <p:cNvPr id="48" name="Graphique 47" descr="Dossier ouvert avec un remplissage uni">
              <a:extLst>
                <a:ext uri="{FF2B5EF4-FFF2-40B4-BE49-F238E27FC236}">
                  <a16:creationId xmlns:a16="http://schemas.microsoft.com/office/drawing/2014/main" id="{B2DF3C1F-B876-4368-B471-5477B90CB3C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62" y="5017172"/>
              <a:ext cx="511479" cy="511479"/>
            </a:xfrm>
            <a:prstGeom prst="rect">
              <a:avLst/>
            </a:prstGeom>
          </p:spPr>
        </p:pic>
        <p:pic>
          <p:nvPicPr>
            <p:cNvPr id="49" name="Graphique 48" descr="Tendance à la hausse avec un remplissage uni">
              <a:extLst>
                <a:ext uri="{FF2B5EF4-FFF2-40B4-BE49-F238E27FC236}">
                  <a16:creationId xmlns:a16="http://schemas.microsoft.com/office/drawing/2014/main" id="{EB67598D-AFC7-44A1-9483-54396BB4485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07987" y="5017172"/>
              <a:ext cx="544880" cy="544880"/>
            </a:xfrm>
            <a:prstGeom prst="rect">
              <a:avLst/>
            </a:prstGeom>
          </p:spPr>
        </p:pic>
        <p:pic>
          <p:nvPicPr>
            <p:cNvPr id="50" name="Graphique 49" descr="Commentaire en cœur avec un remplissage uni">
              <a:extLst>
                <a:ext uri="{FF2B5EF4-FFF2-40B4-BE49-F238E27FC236}">
                  <a16:creationId xmlns:a16="http://schemas.microsoft.com/office/drawing/2014/main" id="{59CBA372-570E-43A8-A957-59FD1FB763B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6132420" y="3314089"/>
              <a:ext cx="696013" cy="696013"/>
            </a:xfrm>
            <a:prstGeom prst="rect">
              <a:avLst/>
            </a:prstGeom>
          </p:spPr>
        </p:pic>
        <p:pic>
          <p:nvPicPr>
            <p:cNvPr id="51" name="Graphique 50" descr="Chronomètre avec un remplissage uni">
              <a:extLst>
                <a:ext uri="{FF2B5EF4-FFF2-40B4-BE49-F238E27FC236}">
                  <a16:creationId xmlns:a16="http://schemas.microsoft.com/office/drawing/2014/main" id="{43ACF861-67B9-442D-91BF-29CA377747F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199632" y="4164166"/>
              <a:ext cx="544879" cy="544879"/>
            </a:xfrm>
            <a:prstGeom prst="rect">
              <a:avLst/>
            </a:prstGeom>
          </p:spPr>
        </p:pic>
      </p:grpSp>
      <p:sp>
        <p:nvSpPr>
          <p:cNvPr id="52" name="Rectangle 51">
            <a:extLst>
              <a:ext uri="{FF2B5EF4-FFF2-40B4-BE49-F238E27FC236}">
                <a16:creationId xmlns:a16="http://schemas.microsoft.com/office/drawing/2014/main" id="{DB6093E3-F4D7-4D32-8497-ACC7CDEDB777}"/>
              </a:ext>
            </a:extLst>
          </p:cNvPr>
          <p:cNvSpPr/>
          <p:nvPr/>
        </p:nvSpPr>
        <p:spPr>
          <a:xfrm>
            <a:off x="221663"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3" name="Rectangle 52">
            <a:extLst>
              <a:ext uri="{FF2B5EF4-FFF2-40B4-BE49-F238E27FC236}">
                <a16:creationId xmlns:a16="http://schemas.microsoft.com/office/drawing/2014/main" id="{49CB435A-225C-4BB5-AD44-0219987C72CC}"/>
              </a:ext>
            </a:extLst>
          </p:cNvPr>
          <p:cNvSpPr/>
          <p:nvPr/>
        </p:nvSpPr>
        <p:spPr>
          <a:xfrm>
            <a:off x="221663"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4" name="Rectangle 53">
            <a:extLst>
              <a:ext uri="{FF2B5EF4-FFF2-40B4-BE49-F238E27FC236}">
                <a16:creationId xmlns:a16="http://schemas.microsoft.com/office/drawing/2014/main" id="{5FBA71F2-BB26-44F6-AC59-0FA08B5AD438}"/>
              </a:ext>
            </a:extLst>
          </p:cNvPr>
          <p:cNvSpPr/>
          <p:nvPr/>
        </p:nvSpPr>
        <p:spPr>
          <a:xfrm>
            <a:off x="221662"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5" name="Rectangle 54">
            <a:extLst>
              <a:ext uri="{FF2B5EF4-FFF2-40B4-BE49-F238E27FC236}">
                <a16:creationId xmlns:a16="http://schemas.microsoft.com/office/drawing/2014/main" id="{2CE01127-6291-4E1E-93A5-9CF857A6892E}"/>
              </a:ext>
            </a:extLst>
          </p:cNvPr>
          <p:cNvSpPr/>
          <p:nvPr/>
        </p:nvSpPr>
        <p:spPr>
          <a:xfrm>
            <a:off x="1120007"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CF97221D-AACA-4C21-9D53-C2577C3E9EEB}"/>
              </a:ext>
            </a:extLst>
          </p:cNvPr>
          <p:cNvSpPr/>
          <p:nvPr/>
        </p:nvSpPr>
        <p:spPr>
          <a:xfrm>
            <a:off x="1120007"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7" name="Rectangle 56">
            <a:extLst>
              <a:ext uri="{FF2B5EF4-FFF2-40B4-BE49-F238E27FC236}">
                <a16:creationId xmlns:a16="http://schemas.microsoft.com/office/drawing/2014/main" id="{A91FD318-D09C-4B68-96F6-C7366CA3FF2D}"/>
              </a:ext>
            </a:extLst>
          </p:cNvPr>
          <p:cNvSpPr/>
          <p:nvPr/>
        </p:nvSpPr>
        <p:spPr>
          <a:xfrm>
            <a:off x="1120006"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8" name="Rectangle 57">
            <a:extLst>
              <a:ext uri="{FF2B5EF4-FFF2-40B4-BE49-F238E27FC236}">
                <a16:creationId xmlns:a16="http://schemas.microsoft.com/office/drawing/2014/main" id="{2664AAE1-F436-4D16-A4C5-D21C3B88C61E}"/>
              </a:ext>
            </a:extLst>
          </p:cNvPr>
          <p:cNvSpPr/>
          <p:nvPr/>
        </p:nvSpPr>
        <p:spPr>
          <a:xfrm>
            <a:off x="2018349"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9" name="Rectangle 58">
            <a:extLst>
              <a:ext uri="{FF2B5EF4-FFF2-40B4-BE49-F238E27FC236}">
                <a16:creationId xmlns:a16="http://schemas.microsoft.com/office/drawing/2014/main" id="{8EB4BEFA-B3D4-4FF0-BE9C-F119ADB68E2E}"/>
              </a:ext>
            </a:extLst>
          </p:cNvPr>
          <p:cNvSpPr/>
          <p:nvPr/>
        </p:nvSpPr>
        <p:spPr>
          <a:xfrm>
            <a:off x="2018349"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0" name="Rectangle 59">
            <a:extLst>
              <a:ext uri="{FF2B5EF4-FFF2-40B4-BE49-F238E27FC236}">
                <a16:creationId xmlns:a16="http://schemas.microsoft.com/office/drawing/2014/main" id="{71B830DF-0FE9-4840-B2FF-CC6231F1F1AD}"/>
              </a:ext>
            </a:extLst>
          </p:cNvPr>
          <p:cNvSpPr/>
          <p:nvPr/>
        </p:nvSpPr>
        <p:spPr>
          <a:xfrm>
            <a:off x="2018348"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1" name="Rectangle 60">
            <a:extLst>
              <a:ext uri="{FF2B5EF4-FFF2-40B4-BE49-F238E27FC236}">
                <a16:creationId xmlns:a16="http://schemas.microsoft.com/office/drawing/2014/main" id="{97746F59-125B-414E-BB18-87614F74B273}"/>
              </a:ext>
            </a:extLst>
          </p:cNvPr>
          <p:cNvSpPr/>
          <p:nvPr/>
        </p:nvSpPr>
        <p:spPr>
          <a:xfrm>
            <a:off x="2916691"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2" name="Rectangle 61">
            <a:extLst>
              <a:ext uri="{FF2B5EF4-FFF2-40B4-BE49-F238E27FC236}">
                <a16:creationId xmlns:a16="http://schemas.microsoft.com/office/drawing/2014/main" id="{9CE3ED25-357C-4762-9CCC-BBCE6BF066FE}"/>
              </a:ext>
            </a:extLst>
          </p:cNvPr>
          <p:cNvSpPr/>
          <p:nvPr/>
        </p:nvSpPr>
        <p:spPr>
          <a:xfrm>
            <a:off x="2916691"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3" name="Rectangle 62">
            <a:extLst>
              <a:ext uri="{FF2B5EF4-FFF2-40B4-BE49-F238E27FC236}">
                <a16:creationId xmlns:a16="http://schemas.microsoft.com/office/drawing/2014/main" id="{EC3D393E-888A-4AA3-B4D2-49A9647F2B79}"/>
              </a:ext>
            </a:extLst>
          </p:cNvPr>
          <p:cNvSpPr/>
          <p:nvPr/>
        </p:nvSpPr>
        <p:spPr>
          <a:xfrm>
            <a:off x="2916690"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4" name="Rectangle 63">
            <a:extLst>
              <a:ext uri="{FF2B5EF4-FFF2-40B4-BE49-F238E27FC236}">
                <a16:creationId xmlns:a16="http://schemas.microsoft.com/office/drawing/2014/main" id="{04EA10CF-C34E-4C91-A6E0-A99F65A26B3F}"/>
              </a:ext>
            </a:extLst>
          </p:cNvPr>
          <p:cNvSpPr/>
          <p:nvPr/>
        </p:nvSpPr>
        <p:spPr>
          <a:xfrm>
            <a:off x="7991579"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5" name="Rectangle 64">
            <a:extLst>
              <a:ext uri="{FF2B5EF4-FFF2-40B4-BE49-F238E27FC236}">
                <a16:creationId xmlns:a16="http://schemas.microsoft.com/office/drawing/2014/main" id="{F3B2724D-9B49-43A9-AD2D-B6410F5B9CF6}"/>
              </a:ext>
            </a:extLst>
          </p:cNvPr>
          <p:cNvSpPr/>
          <p:nvPr/>
        </p:nvSpPr>
        <p:spPr>
          <a:xfrm>
            <a:off x="7991579"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6" name="Rectangle 65">
            <a:extLst>
              <a:ext uri="{FF2B5EF4-FFF2-40B4-BE49-F238E27FC236}">
                <a16:creationId xmlns:a16="http://schemas.microsoft.com/office/drawing/2014/main" id="{D01C9E27-F2EA-46DB-9312-FA6BB787B502}"/>
              </a:ext>
            </a:extLst>
          </p:cNvPr>
          <p:cNvSpPr/>
          <p:nvPr/>
        </p:nvSpPr>
        <p:spPr>
          <a:xfrm>
            <a:off x="7991578"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7" name="Rectangle 66">
            <a:extLst>
              <a:ext uri="{FF2B5EF4-FFF2-40B4-BE49-F238E27FC236}">
                <a16:creationId xmlns:a16="http://schemas.microsoft.com/office/drawing/2014/main" id="{CABC395C-F9D9-43C2-A950-5A721CD0814E}"/>
              </a:ext>
            </a:extLst>
          </p:cNvPr>
          <p:cNvSpPr/>
          <p:nvPr/>
        </p:nvSpPr>
        <p:spPr>
          <a:xfrm>
            <a:off x="8889923"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8" name="Rectangle 67">
            <a:extLst>
              <a:ext uri="{FF2B5EF4-FFF2-40B4-BE49-F238E27FC236}">
                <a16:creationId xmlns:a16="http://schemas.microsoft.com/office/drawing/2014/main" id="{03A1692D-7CD2-4E15-9268-9AC9D1D9322C}"/>
              </a:ext>
            </a:extLst>
          </p:cNvPr>
          <p:cNvSpPr/>
          <p:nvPr/>
        </p:nvSpPr>
        <p:spPr>
          <a:xfrm>
            <a:off x="8889923"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9" name="Rectangle 68">
            <a:extLst>
              <a:ext uri="{FF2B5EF4-FFF2-40B4-BE49-F238E27FC236}">
                <a16:creationId xmlns:a16="http://schemas.microsoft.com/office/drawing/2014/main" id="{654D24DF-1A3D-4B5A-B52E-BB2B73133E7C}"/>
              </a:ext>
            </a:extLst>
          </p:cNvPr>
          <p:cNvSpPr/>
          <p:nvPr/>
        </p:nvSpPr>
        <p:spPr>
          <a:xfrm>
            <a:off x="8889922"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0" name="Rectangle 69">
            <a:extLst>
              <a:ext uri="{FF2B5EF4-FFF2-40B4-BE49-F238E27FC236}">
                <a16:creationId xmlns:a16="http://schemas.microsoft.com/office/drawing/2014/main" id="{26FF507E-4D83-4DA6-83AF-AFFF6395FCEC}"/>
              </a:ext>
            </a:extLst>
          </p:cNvPr>
          <p:cNvSpPr/>
          <p:nvPr/>
        </p:nvSpPr>
        <p:spPr>
          <a:xfrm>
            <a:off x="9788265"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1" name="Rectangle 70">
            <a:extLst>
              <a:ext uri="{FF2B5EF4-FFF2-40B4-BE49-F238E27FC236}">
                <a16:creationId xmlns:a16="http://schemas.microsoft.com/office/drawing/2014/main" id="{799DAD41-B434-4868-A115-E85C72F82D1F}"/>
              </a:ext>
            </a:extLst>
          </p:cNvPr>
          <p:cNvSpPr/>
          <p:nvPr/>
        </p:nvSpPr>
        <p:spPr>
          <a:xfrm>
            <a:off x="9788265"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2" name="Rectangle 71">
            <a:extLst>
              <a:ext uri="{FF2B5EF4-FFF2-40B4-BE49-F238E27FC236}">
                <a16:creationId xmlns:a16="http://schemas.microsoft.com/office/drawing/2014/main" id="{1008BA72-3122-4743-88E3-B08535933CD8}"/>
              </a:ext>
            </a:extLst>
          </p:cNvPr>
          <p:cNvSpPr/>
          <p:nvPr/>
        </p:nvSpPr>
        <p:spPr>
          <a:xfrm>
            <a:off x="9788264"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3" name="Rectangle 72">
            <a:extLst>
              <a:ext uri="{FF2B5EF4-FFF2-40B4-BE49-F238E27FC236}">
                <a16:creationId xmlns:a16="http://schemas.microsoft.com/office/drawing/2014/main" id="{E2DE84A3-5A78-4B64-B3C5-9CDBF00469AA}"/>
              </a:ext>
            </a:extLst>
          </p:cNvPr>
          <p:cNvSpPr/>
          <p:nvPr/>
        </p:nvSpPr>
        <p:spPr>
          <a:xfrm>
            <a:off x="10686607"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4" name="Rectangle 73">
            <a:extLst>
              <a:ext uri="{FF2B5EF4-FFF2-40B4-BE49-F238E27FC236}">
                <a16:creationId xmlns:a16="http://schemas.microsoft.com/office/drawing/2014/main" id="{98B0602C-16B0-47E8-BB36-1F23DF3B4ADA}"/>
              </a:ext>
            </a:extLst>
          </p:cNvPr>
          <p:cNvSpPr/>
          <p:nvPr/>
        </p:nvSpPr>
        <p:spPr>
          <a:xfrm>
            <a:off x="10686607"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5" name="Rectangle 74">
            <a:extLst>
              <a:ext uri="{FF2B5EF4-FFF2-40B4-BE49-F238E27FC236}">
                <a16:creationId xmlns:a16="http://schemas.microsoft.com/office/drawing/2014/main" id="{D73F945B-763E-44B3-9A07-0BDC9D4B20A6}"/>
              </a:ext>
            </a:extLst>
          </p:cNvPr>
          <p:cNvSpPr/>
          <p:nvPr/>
        </p:nvSpPr>
        <p:spPr>
          <a:xfrm>
            <a:off x="10686606"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4271779200"/>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18" name="Bulle narrative : ronde 17">
            <a:extLst>
              <a:ext uri="{FF2B5EF4-FFF2-40B4-BE49-F238E27FC236}">
                <a16:creationId xmlns:a16="http://schemas.microsoft.com/office/drawing/2014/main" id="{B5107FA2-97CB-463F-BFD3-E86495FA1C75}"/>
              </a:ext>
            </a:extLst>
          </p:cNvPr>
          <p:cNvSpPr/>
          <p:nvPr/>
        </p:nvSpPr>
        <p:spPr>
          <a:xfrm>
            <a:off x="1535145" y="2714352"/>
            <a:ext cx="2793827" cy="1165175"/>
          </a:xfrm>
          <a:prstGeom prst="wedgeEllipseCallout">
            <a:avLst>
              <a:gd name="adj1" fmla="val -7045"/>
              <a:gd name="adj2" fmla="val 116828"/>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We don’t have much time, at most 2 minutes and very occasionally. But we are legion, and some of us may be interested in more !</a:t>
            </a:r>
          </a:p>
        </p:txBody>
      </p:sp>
      <p:sp>
        <p:nvSpPr>
          <p:cNvPr id="19" name="Bulle narrative : ronde 18">
            <a:extLst>
              <a:ext uri="{FF2B5EF4-FFF2-40B4-BE49-F238E27FC236}">
                <a16:creationId xmlns:a16="http://schemas.microsoft.com/office/drawing/2014/main" id="{9C10A634-C62F-4EBB-A701-E4C9F8B3E504}"/>
              </a:ext>
            </a:extLst>
          </p:cNvPr>
          <p:cNvSpPr/>
          <p:nvPr/>
        </p:nvSpPr>
        <p:spPr>
          <a:xfrm>
            <a:off x="8008279" y="2486060"/>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Your topic is a part of my life and part of who I am !  </a:t>
            </a:r>
          </a:p>
          <a:p>
            <a:pPr algn="ctr"/>
            <a:endParaRPr lang="en-US" sz="1100" dirty="0">
              <a:solidFill>
                <a:schemeClr val="tx1"/>
              </a:solidFill>
            </a:endParaRPr>
          </a:p>
          <a:p>
            <a:pPr algn="ctr"/>
            <a:r>
              <a:rPr lang="en-US" sz="1100" dirty="0">
                <a:solidFill>
                  <a:schemeClr val="tx1"/>
                </a:solidFill>
              </a:rPr>
              <a:t>I have a lot of time to give</a:t>
            </a:r>
          </a:p>
        </p:txBody>
      </p:sp>
      <p:sp>
        <p:nvSpPr>
          <p:cNvPr id="20" name="Bulle narrative : ronde 19">
            <a:extLst>
              <a:ext uri="{FF2B5EF4-FFF2-40B4-BE49-F238E27FC236}">
                <a16:creationId xmlns:a16="http://schemas.microsoft.com/office/drawing/2014/main" id="{2AECB0A2-B69D-4973-B481-0BD101789CAA}"/>
              </a:ext>
            </a:extLst>
          </p:cNvPr>
          <p:cNvSpPr/>
          <p:nvPr/>
        </p:nvSpPr>
        <p:spPr>
          <a:xfrm>
            <a:off x="4844613" y="2486060"/>
            <a:ext cx="2640535" cy="1165176"/>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like the Community, I can comeback every week for 20 minutes. </a:t>
            </a:r>
          </a:p>
        </p:txBody>
      </p:sp>
      <p:cxnSp>
        <p:nvCxnSpPr>
          <p:cNvPr id="22" name="Connecteur droit 21">
            <a:extLst>
              <a:ext uri="{FF2B5EF4-FFF2-40B4-BE49-F238E27FC236}">
                <a16:creationId xmlns:a16="http://schemas.microsoft.com/office/drawing/2014/main" id="{AFB4312C-B692-47AB-8DA2-1334C729CE4D}"/>
              </a:ext>
            </a:extLst>
          </p:cNvPr>
          <p:cNvCxnSpPr/>
          <p:nvPr/>
        </p:nvCxnSpPr>
        <p:spPr>
          <a:xfrm flipH="1">
            <a:off x="3257861" y="2490895"/>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3" name="Connecteur droit 22">
            <a:extLst>
              <a:ext uri="{FF2B5EF4-FFF2-40B4-BE49-F238E27FC236}">
                <a16:creationId xmlns:a16="http://schemas.microsoft.com/office/drawing/2014/main" id="{E06542FC-B64D-481C-8698-30301264A6CD}"/>
              </a:ext>
            </a:extLst>
          </p:cNvPr>
          <p:cNvCxnSpPr>
            <a:cxnSpLocks/>
          </p:cNvCxnSpPr>
          <p:nvPr/>
        </p:nvCxnSpPr>
        <p:spPr>
          <a:xfrm>
            <a:off x="7396192" y="2490895"/>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9" name="Connecteur droit 28">
            <a:extLst>
              <a:ext uri="{FF2B5EF4-FFF2-40B4-BE49-F238E27FC236}">
                <a16:creationId xmlns:a16="http://schemas.microsoft.com/office/drawing/2014/main" id="{3D827966-C72F-4811-8E26-3C888E9FD79D}"/>
              </a:ext>
            </a:extLst>
          </p:cNvPr>
          <p:cNvCxnSpPr>
            <a:cxnSpLocks/>
          </p:cNvCxnSpPr>
          <p:nvPr/>
        </p:nvCxnSpPr>
        <p:spPr>
          <a:xfrm flipH="1">
            <a:off x="3994951" y="4509855"/>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32" name="Bulle narrative : ronde 31">
            <a:extLst>
              <a:ext uri="{FF2B5EF4-FFF2-40B4-BE49-F238E27FC236}">
                <a16:creationId xmlns:a16="http://schemas.microsoft.com/office/drawing/2014/main" id="{C68A925C-C414-47DD-BA0E-7D6289B01334}"/>
              </a:ext>
            </a:extLst>
          </p:cNvPr>
          <p:cNvSpPr/>
          <p:nvPr/>
        </p:nvSpPr>
        <p:spPr>
          <a:xfrm>
            <a:off x="5343064" y="4839823"/>
            <a:ext cx="2788738" cy="548369"/>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Now what do I do ?</a:t>
            </a:r>
          </a:p>
        </p:txBody>
      </p:sp>
      <p:grpSp>
        <p:nvGrpSpPr>
          <p:cNvPr id="33" name="Groupe 32">
            <a:extLst>
              <a:ext uri="{FF2B5EF4-FFF2-40B4-BE49-F238E27FC236}">
                <a16:creationId xmlns:a16="http://schemas.microsoft.com/office/drawing/2014/main" id="{0780CE30-7249-46FF-B8D2-D81296F7B7A3}"/>
              </a:ext>
            </a:extLst>
          </p:cNvPr>
          <p:cNvGrpSpPr/>
          <p:nvPr/>
        </p:nvGrpSpPr>
        <p:grpSpPr>
          <a:xfrm>
            <a:off x="3804229" y="4824494"/>
            <a:ext cx="1983159" cy="1565406"/>
            <a:chOff x="2192955" y="4690073"/>
            <a:chExt cx="1983159" cy="1565406"/>
          </a:xfrm>
        </p:grpSpPr>
        <p:pic>
          <p:nvPicPr>
            <p:cNvPr id="34" name="Graphique 33" descr="Personne confuse avec un remplissage uni">
              <a:extLst>
                <a:ext uri="{FF2B5EF4-FFF2-40B4-BE49-F238E27FC236}">
                  <a16:creationId xmlns:a16="http://schemas.microsoft.com/office/drawing/2014/main" id="{8CA63AAD-7AE8-444B-AFFC-AF3CF7CD2A5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pic>
          <p:nvPicPr>
            <p:cNvPr id="35" name="Graphique 34" descr="Visage grimaçant et transpirant avec remplissage uni avec un remplissage uni">
              <a:extLst>
                <a:ext uri="{FF2B5EF4-FFF2-40B4-BE49-F238E27FC236}">
                  <a16:creationId xmlns:a16="http://schemas.microsoft.com/office/drawing/2014/main" id="{E96A2764-7FC4-445C-929C-5DD1F83951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91472" y="4690073"/>
              <a:ext cx="803985" cy="803985"/>
            </a:xfrm>
            <a:prstGeom prst="rect">
              <a:avLst/>
            </a:prstGeom>
          </p:spPr>
        </p:pic>
      </p:grpSp>
      <p:sp>
        <p:nvSpPr>
          <p:cNvPr id="39" name="ZoneTexte 38">
            <a:extLst>
              <a:ext uri="{FF2B5EF4-FFF2-40B4-BE49-F238E27FC236}">
                <a16:creationId xmlns:a16="http://schemas.microsoft.com/office/drawing/2014/main" id="{3B391040-458E-4F0A-96CC-2BDF0160E8FB}"/>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24" name="Graphique 23" descr="Écolière avec un remplissage uni">
            <a:extLst>
              <a:ext uri="{FF2B5EF4-FFF2-40B4-BE49-F238E27FC236}">
                <a16:creationId xmlns:a16="http://schemas.microsoft.com/office/drawing/2014/main" id="{68356771-D317-44A9-B220-0A38C7A2F28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163563" y="4583190"/>
            <a:ext cx="1098067" cy="1098067"/>
          </a:xfrm>
          <a:prstGeom prst="rect">
            <a:avLst/>
          </a:prstGeom>
        </p:spPr>
      </p:pic>
      <p:pic>
        <p:nvPicPr>
          <p:cNvPr id="6" name="Image 5" descr="Une image contenant texte, intérieur&#10;&#10;Description générée automatiquement">
            <a:extLst>
              <a:ext uri="{FF2B5EF4-FFF2-40B4-BE49-F238E27FC236}">
                <a16:creationId xmlns:a16="http://schemas.microsoft.com/office/drawing/2014/main" id="{7DC263F8-B824-4FD8-BC4B-C205671845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86031" y="3756135"/>
            <a:ext cx="1000683" cy="2265436"/>
          </a:xfrm>
          <a:prstGeom prst="rect">
            <a:avLst/>
          </a:prstGeom>
        </p:spPr>
      </p:pic>
      <p:pic>
        <p:nvPicPr>
          <p:cNvPr id="151" name="Graphique 150" descr="Femme agricultrice avec un remplissage uni">
            <a:extLst>
              <a:ext uri="{FF2B5EF4-FFF2-40B4-BE49-F238E27FC236}">
                <a16:creationId xmlns:a16="http://schemas.microsoft.com/office/drawing/2014/main" id="{F033184F-80EC-4ABA-A60E-1046F7FD71D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833541" y="3843887"/>
            <a:ext cx="621032" cy="621032"/>
          </a:xfrm>
          <a:prstGeom prst="rect">
            <a:avLst/>
          </a:prstGeom>
        </p:spPr>
      </p:pic>
      <p:pic>
        <p:nvPicPr>
          <p:cNvPr id="152" name="Graphique 151" descr="Héroïne avec un remplissage uni">
            <a:extLst>
              <a:ext uri="{FF2B5EF4-FFF2-40B4-BE49-F238E27FC236}">
                <a16:creationId xmlns:a16="http://schemas.microsoft.com/office/drawing/2014/main" id="{23969917-254F-43F3-BDF4-FD426981A96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9642684" y="4741296"/>
            <a:ext cx="1263326" cy="1280275"/>
          </a:xfrm>
          <a:prstGeom prst="rect">
            <a:avLst/>
          </a:prstGeom>
        </p:spPr>
      </p:pic>
    </p:spTree>
    <p:extLst>
      <p:ext uri="{BB962C8B-B14F-4D97-AF65-F5344CB8AC3E}">
        <p14:creationId xmlns:p14="http://schemas.microsoft.com/office/powerpoint/2010/main" val="623244949"/>
      </p:ext>
    </p:extLst>
  </p:cSld>
  <p:clrMapOvr>
    <a:masterClrMapping/>
  </p:clrMapOvr>
  <mc:AlternateContent xmlns:mc="http://schemas.openxmlformats.org/markup-compatibility/2006" xmlns:p14="http://schemas.microsoft.com/office/powerpoint/2010/main">
    <mc:Choice Requires="p14">
      <p:transition spd="slow" p14:dur="2000" advTm="60871"/>
    </mc:Choice>
    <mc:Fallback xmlns="">
      <p:transition spd="slow" advTm="60871"/>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Challenge P5</a:t>
            </a:r>
            <a:br>
              <a:rPr lang="en-US" sz="2800" dirty="0"/>
            </a:br>
            <a:r>
              <a:rPr lang="en-US" sz="2800" dirty="0"/>
              <a:t>Outline members’ time investment profiles</a:t>
            </a:r>
          </a:p>
        </p:txBody>
      </p:sp>
      <p:graphicFrame>
        <p:nvGraphicFramePr>
          <p:cNvPr id="12" name="Tableau 5">
            <a:extLst>
              <a:ext uri="{FF2B5EF4-FFF2-40B4-BE49-F238E27FC236}">
                <a16:creationId xmlns:a16="http://schemas.microsoft.com/office/drawing/2014/main" id="{B056AFAD-74AF-4883-BDD6-D27910AAD55A}"/>
              </a:ext>
            </a:extLst>
          </p:cNvPr>
          <p:cNvGraphicFramePr>
            <a:graphicFrameLocks noGrp="1"/>
          </p:cNvGraphicFramePr>
          <p:nvPr/>
        </p:nvGraphicFramePr>
        <p:xfrm>
          <a:off x="451981" y="2677910"/>
          <a:ext cx="11588320" cy="2453640"/>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154923">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2</a:t>
                      </a:r>
                    </a:p>
                  </a:txBody>
                  <a:tcPr>
                    <a:solidFill>
                      <a:schemeClr val="bg1">
                        <a:lumMod val="95000"/>
                      </a:schemeClr>
                    </a:solidFill>
                  </a:tcPr>
                </a:tc>
                <a:tc>
                  <a:txBody>
                    <a:bodyPr/>
                    <a:lstStyle/>
                    <a:p>
                      <a:pPr algn="ctr"/>
                      <a:r>
                        <a:rPr lang="en-US" sz="1100" dirty="0">
                          <a:solidFill>
                            <a:schemeClr val="tx1"/>
                          </a:solidFill>
                        </a:rPr>
                        <a:t>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6</a:t>
                      </a:r>
                    </a:p>
                  </a:txBody>
                  <a:tcPr>
                    <a:solidFill>
                      <a:schemeClr val="accent1">
                        <a:lumMod val="75000"/>
                      </a:schemeClr>
                    </a:solidFill>
                  </a:tcPr>
                </a:tc>
                <a:tc>
                  <a:txBody>
                    <a:bodyPr/>
                    <a:lstStyle/>
                    <a:p>
                      <a:pPr algn="ctr"/>
                      <a:r>
                        <a:rPr lang="en-US" sz="1100" dirty="0">
                          <a:solidFill>
                            <a:schemeClr val="bg1"/>
                          </a:solidFill>
                        </a:rPr>
                        <a:t>7</a:t>
                      </a:r>
                    </a:p>
                  </a:txBody>
                  <a:tcPr>
                    <a:solidFill>
                      <a:schemeClr val="accent1">
                        <a:lumMod val="50000"/>
                      </a:schemeClr>
                    </a:solidFill>
                  </a:tcPr>
                </a:tc>
                <a:extLst>
                  <a:ext uri="{0D108BD9-81ED-4DB2-BD59-A6C34878D82A}">
                    <a16:rowId xmlns:a16="http://schemas.microsoft.com/office/drawing/2014/main" val="739272322"/>
                  </a:ext>
                </a:extLst>
              </a:tr>
              <a:tr h="355412">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“You got my attention”</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experience something”</a:t>
                      </a:r>
                    </a:p>
                  </a:txBody>
                  <a:tcPr>
                    <a:solidFill>
                      <a:schemeClr val="bg1">
                        <a:lumMod val="95000"/>
                      </a:schemeClr>
                    </a:solidFill>
                  </a:tcPr>
                </a:tc>
                <a:tc>
                  <a:txBody>
                    <a:bodyPr/>
                    <a:lstStyle/>
                    <a:p>
                      <a:pPr algn="ctr"/>
                      <a:r>
                        <a:rPr lang="en-US" sz="11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“I want to add my own touch”</a:t>
                      </a:r>
                    </a:p>
                  </a:txBody>
                  <a:tcPr>
                    <a:solidFill>
                      <a:schemeClr val="accent1">
                        <a:lumMod val="75000"/>
                      </a:schemeClr>
                    </a:solidFill>
                  </a:tcPr>
                </a:tc>
                <a:tc>
                  <a:txBody>
                    <a:bodyPr/>
                    <a:lstStyle/>
                    <a:p>
                      <a:pPr algn="ctr"/>
                      <a:r>
                        <a:rPr lang="en-US" sz="11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r h="911945">
                <a:tc>
                  <a:txBody>
                    <a:bodyPr/>
                    <a:lstStyle/>
                    <a:p>
                      <a:pPr algn="ctr"/>
                      <a:r>
                        <a:rPr lang="en-US" sz="1100" dirty="0">
                          <a:solidFill>
                            <a:schemeClr val="tx1"/>
                          </a:solidFill>
                        </a:rPr>
                        <a:t>Example of time investment profile</a:t>
                      </a:r>
                    </a:p>
                    <a:p>
                      <a:pPr algn="ctr"/>
                      <a:endParaRPr lang="en-US" sz="1100" dirty="0">
                        <a:solidFill>
                          <a:schemeClr val="tx1"/>
                        </a:solidFill>
                      </a:endParaRPr>
                    </a:p>
                    <a:p>
                      <a:pPr algn="ctr"/>
                      <a:r>
                        <a:rPr lang="en-US" sz="1100" dirty="0">
                          <a:solidFill>
                            <a:schemeClr val="tx1"/>
                          </a:solidFill>
                        </a:rPr>
                        <a:t>(Varies depending in communities and  contexts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&lt; 5 minutes (or even less)</a:t>
                      </a:r>
                    </a:p>
                    <a:p>
                      <a:pPr algn="ctr"/>
                      <a:endParaRPr lang="en-US" sz="1100" dirty="0">
                        <a:solidFill>
                          <a:schemeClr val="tx1"/>
                        </a:solidFill>
                      </a:endParaRPr>
                    </a:p>
                    <a:p>
                      <a:pPr algn="ctr"/>
                      <a:r>
                        <a:rPr lang="en-US" sz="1100" dirty="0">
                          <a:solidFill>
                            <a:schemeClr val="tx1"/>
                          </a:solidFill>
                        </a:rPr>
                        <a:t>Once</a:t>
                      </a:r>
                    </a:p>
                    <a:p>
                      <a:pPr algn="ctr"/>
                      <a:endParaRPr lang="en-US" sz="1100" dirty="0">
                        <a:solidFill>
                          <a:schemeClr val="tx1"/>
                        </a:solidFill>
                      </a:endParaRPr>
                    </a:p>
                    <a:p>
                      <a:pPr algn="ctr"/>
                      <a:r>
                        <a:rPr lang="en-US" sz="1100" dirty="0">
                          <a:solidFill>
                            <a:schemeClr val="tx1"/>
                          </a:solidFill>
                        </a:rPr>
                        <a:t>Almost by accident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30 minutes - 1hour</a:t>
                      </a:r>
                    </a:p>
                    <a:p>
                      <a:pPr algn="ctr"/>
                      <a:endParaRPr lang="en-US" sz="1100" dirty="0">
                        <a:solidFill>
                          <a:schemeClr val="tx1"/>
                        </a:solidFill>
                      </a:endParaRPr>
                    </a:p>
                    <a:p>
                      <a:pPr algn="ctr"/>
                      <a:r>
                        <a:rPr lang="en-US" sz="1100" dirty="0">
                          <a:solidFill>
                            <a:schemeClr val="tx1"/>
                          </a:solidFill>
                        </a:rPr>
                        <a:t>Once</a:t>
                      </a:r>
                    </a:p>
                    <a:p>
                      <a:pPr algn="ctr"/>
                      <a:endParaRPr lang="en-US" sz="1100" dirty="0">
                        <a:solidFill>
                          <a:schemeClr val="tx1"/>
                        </a:solidFill>
                      </a:endParaRPr>
                    </a:p>
                    <a:p>
                      <a:pPr algn="ctr"/>
                      <a:r>
                        <a:rPr lang="en-US" sz="1100" dirty="0">
                          <a:solidFill>
                            <a:schemeClr val="tx1"/>
                          </a:solidFill>
                        </a:rPr>
                        <a:t>After being targeted</a:t>
                      </a:r>
                    </a:p>
                  </a:txBody>
                  <a:tcPr>
                    <a:lnL w="12700" cap="flat" cmpd="sng" algn="ctr">
                      <a:noFill/>
                      <a:prstDash val="solid"/>
                      <a:round/>
                      <a:headEnd type="none" w="med" len="med"/>
                      <a:tailEnd type="none" w="med" len="med"/>
                    </a:lnL>
                    <a:solidFill>
                      <a:schemeClr val="bg1">
                        <a:lumMod val="95000"/>
                      </a:schemeClr>
                    </a:solidFill>
                  </a:tcPr>
                </a:tc>
                <a:tc>
                  <a:txBody>
                    <a:bodyPr/>
                    <a:lstStyle/>
                    <a:p>
                      <a:pPr algn="ctr"/>
                      <a:r>
                        <a:rPr lang="en-US" sz="1100" dirty="0">
                          <a:solidFill>
                            <a:schemeClr val="tx1"/>
                          </a:solidFill>
                        </a:rPr>
                        <a:t>30 minutes – 1 hour</a:t>
                      </a:r>
                    </a:p>
                    <a:p>
                      <a:pPr algn="ctr"/>
                      <a:endParaRPr lang="en-US" sz="1100" dirty="0">
                        <a:solidFill>
                          <a:schemeClr val="tx1"/>
                        </a:solidFill>
                      </a:endParaRPr>
                    </a:p>
                    <a:p>
                      <a:pPr algn="ctr"/>
                      <a:r>
                        <a:rPr lang="en-US" sz="1100" dirty="0">
                          <a:solidFill>
                            <a:schemeClr val="tx1"/>
                          </a:solidFill>
                        </a:rPr>
                        <a:t>Occasionally</a:t>
                      </a:r>
                    </a:p>
                  </a:txBody>
                  <a:tcPr>
                    <a:solidFill>
                      <a:schemeClr val="accent1">
                        <a:lumMod val="20000"/>
                        <a:lumOff val="80000"/>
                      </a:schemeClr>
                    </a:solidFill>
                  </a:tcPr>
                </a:tc>
                <a:tc>
                  <a:txBody>
                    <a:bodyPr/>
                    <a:lstStyle/>
                    <a:p>
                      <a:pPr algn="ctr"/>
                      <a:r>
                        <a:rPr lang="en-US" sz="1100" dirty="0">
                          <a:solidFill>
                            <a:schemeClr val="tx1"/>
                          </a:solidFill>
                        </a:rPr>
                        <a:t>30 minutes – 1 hour</a:t>
                      </a:r>
                    </a:p>
                    <a:p>
                      <a:pPr algn="ctr"/>
                      <a:endParaRPr lang="en-US" sz="1100" dirty="0">
                        <a:solidFill>
                          <a:schemeClr val="tx1"/>
                        </a:solidFill>
                      </a:endParaRPr>
                    </a:p>
                    <a:p>
                      <a:pPr algn="ctr"/>
                      <a:r>
                        <a:rPr lang="en-US" sz="1100" dirty="0">
                          <a:solidFill>
                            <a:schemeClr val="tx1"/>
                          </a:solidFill>
                        </a:rPr>
                        <a:t>On a regular basis (even if frequency is low)</a:t>
                      </a:r>
                    </a:p>
                  </a:txBody>
                  <a:tcPr>
                    <a:solidFill>
                      <a:schemeClr val="accent1">
                        <a:lumMod val="40000"/>
                        <a:lumOff val="60000"/>
                      </a:schemeClr>
                    </a:solidFill>
                  </a:tcPr>
                </a:tc>
                <a:tc>
                  <a:txBody>
                    <a:bodyPr/>
                    <a:lstStyle/>
                    <a:p>
                      <a:pPr algn="ctr"/>
                      <a:r>
                        <a:rPr lang="en-US" sz="1100" dirty="0">
                          <a:solidFill>
                            <a:schemeClr val="tx1"/>
                          </a:solidFill>
                        </a:rPr>
                        <a:t>&gt;1 hour</a:t>
                      </a:r>
                    </a:p>
                    <a:p>
                      <a:pPr algn="ctr"/>
                      <a:endParaRPr lang="en-US" sz="1100" dirty="0">
                        <a:solidFill>
                          <a:schemeClr val="tx1"/>
                        </a:solidFill>
                      </a:endParaRPr>
                    </a:p>
                    <a:p>
                      <a:pPr algn="ctr"/>
                      <a:r>
                        <a:rPr lang="en-US" sz="1100" dirty="0">
                          <a:solidFill>
                            <a:schemeClr val="tx1"/>
                          </a:solidFill>
                        </a:rPr>
                        <a:t>On a regular basis</a:t>
                      </a:r>
                    </a:p>
                    <a:p>
                      <a:pPr algn="ctr"/>
                      <a:r>
                        <a:rPr lang="en-US" sz="1100" dirty="0">
                          <a:solidFill>
                            <a:schemeClr val="tx1"/>
                          </a:solidFill>
                        </a:rPr>
                        <a:t>More often than </a:t>
                      </a:r>
                    </a:p>
                    <a:p>
                      <a:pPr algn="ctr"/>
                      <a:r>
                        <a:rPr lang="en-US" sz="1100" dirty="0">
                          <a:solidFill>
                            <a:schemeClr val="tx1"/>
                          </a:solidFill>
                        </a:rPr>
                        <a:t>previous level</a:t>
                      </a:r>
                    </a:p>
                    <a:p>
                      <a:pPr algn="ctr"/>
                      <a:endParaRPr lang="en-US" sz="1100" dirty="0">
                        <a:solidFill>
                          <a:schemeClr val="tx1"/>
                        </a:solidFill>
                      </a:endParaRPr>
                    </a:p>
                    <a:p>
                      <a:pPr algn="ctr"/>
                      <a:r>
                        <a:rPr lang="en-US" sz="1100" dirty="0">
                          <a:solidFill>
                            <a:schemeClr val="tx1"/>
                          </a:solidFill>
                        </a:rPr>
                        <a:t>Also spends “solo” time in Community related activities</a:t>
                      </a:r>
                    </a:p>
                  </a:txBody>
                  <a:tcPr>
                    <a:solidFill>
                      <a:schemeClr val="accent1">
                        <a:lumMod val="60000"/>
                        <a:lumOff val="40000"/>
                      </a:schemeClr>
                    </a:solidFill>
                  </a:tcPr>
                </a:tc>
                <a:tc>
                  <a:txBody>
                    <a:bodyPr/>
                    <a:lstStyle/>
                    <a:p>
                      <a:pPr algn="ctr"/>
                      <a:r>
                        <a:rPr lang="en-US" sz="1100" dirty="0">
                          <a:solidFill>
                            <a:schemeClr val="bg1"/>
                          </a:solidFill>
                        </a:rPr>
                        <a:t>Total time &gt;1 hour</a:t>
                      </a:r>
                    </a:p>
                    <a:p>
                      <a:pPr algn="ctr"/>
                      <a:endParaRPr lang="en-US" sz="1100" dirty="0">
                        <a:solidFill>
                          <a:schemeClr val="bg1"/>
                        </a:solidFill>
                      </a:endParaRPr>
                    </a:p>
                    <a:p>
                      <a:pPr algn="ctr"/>
                      <a:r>
                        <a:rPr lang="en-US" sz="1100" dirty="0">
                          <a:solidFill>
                            <a:schemeClr val="bg1"/>
                          </a:solidFill>
                        </a:rPr>
                        <a:t>On a regular basis, solo and collective time.</a:t>
                      </a:r>
                    </a:p>
                    <a:p>
                      <a:pPr algn="ctr"/>
                      <a:endParaRPr lang="en-US" sz="1100" dirty="0">
                        <a:solidFill>
                          <a:schemeClr val="bg1"/>
                        </a:solidFill>
                      </a:endParaRPr>
                    </a:p>
                  </a:txBody>
                  <a:tcPr>
                    <a:solidFill>
                      <a:schemeClr val="accent1">
                        <a:lumMod val="75000"/>
                      </a:schemeClr>
                    </a:solidFill>
                  </a:tcPr>
                </a:tc>
                <a:tc>
                  <a:txBody>
                    <a:bodyPr/>
                    <a:lstStyle/>
                    <a:p>
                      <a:pPr algn="ctr"/>
                      <a:r>
                        <a:rPr lang="en-US" sz="1100" dirty="0">
                          <a:solidFill>
                            <a:schemeClr val="bg1"/>
                          </a:solidFill>
                        </a:rPr>
                        <a:t>Various, difficult to define as Community topics become part of the identity of the member.</a:t>
                      </a:r>
                    </a:p>
                  </a:txBody>
                  <a:tcPr>
                    <a:solidFill>
                      <a:schemeClr val="accent1">
                        <a:lumMod val="50000"/>
                      </a:schemeClr>
                    </a:solidFill>
                  </a:tcPr>
                </a:tc>
                <a:extLst>
                  <a:ext uri="{0D108BD9-81ED-4DB2-BD59-A6C34878D82A}">
                    <a16:rowId xmlns:a16="http://schemas.microsoft.com/office/drawing/2014/main" val="2260415336"/>
                  </a:ext>
                </a:extLst>
              </a:tr>
            </a:tbl>
          </a:graphicData>
        </a:graphic>
      </p:graphicFrame>
      <p:grpSp>
        <p:nvGrpSpPr>
          <p:cNvPr id="14" name="Groupe 13">
            <a:extLst>
              <a:ext uri="{FF2B5EF4-FFF2-40B4-BE49-F238E27FC236}">
                <a16:creationId xmlns:a16="http://schemas.microsoft.com/office/drawing/2014/main" id="{EC479526-183F-4E85-87AB-099CDE078109}"/>
              </a:ext>
            </a:extLst>
          </p:cNvPr>
          <p:cNvGrpSpPr/>
          <p:nvPr/>
        </p:nvGrpSpPr>
        <p:grpSpPr>
          <a:xfrm>
            <a:off x="2274558" y="1841401"/>
            <a:ext cx="9596910" cy="916410"/>
            <a:chOff x="1900629" y="1202922"/>
            <a:chExt cx="10542118" cy="1006668"/>
          </a:xfrm>
        </p:grpSpPr>
        <p:pic>
          <p:nvPicPr>
            <p:cNvPr id="16" name="Graphique 15" descr="Une artiste avec un remplissage uni">
              <a:extLst>
                <a:ext uri="{FF2B5EF4-FFF2-40B4-BE49-F238E27FC236}">
                  <a16:creationId xmlns:a16="http://schemas.microsoft.com/office/drawing/2014/main" id="{C38E8A75-2E06-48DA-B233-3EB45E9AD9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17" name="Graphique 16" descr="Employée de bureau avec un remplissage uni">
              <a:extLst>
                <a:ext uri="{FF2B5EF4-FFF2-40B4-BE49-F238E27FC236}">
                  <a16:creationId xmlns:a16="http://schemas.microsoft.com/office/drawing/2014/main" id="{B83B9B4F-01F3-4061-8D77-4FD15D3F0D6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18" name="Graphique 17" descr="Profil femelle avec un remplissage uni">
              <a:extLst>
                <a:ext uri="{FF2B5EF4-FFF2-40B4-BE49-F238E27FC236}">
                  <a16:creationId xmlns:a16="http://schemas.microsoft.com/office/drawing/2014/main" id="{87A92C27-6485-48DD-8CCA-7CBEE468FD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19" name="Graphique 18" descr="Femme agricultrice avec un remplissage uni">
              <a:extLst>
                <a:ext uri="{FF2B5EF4-FFF2-40B4-BE49-F238E27FC236}">
                  <a16:creationId xmlns:a16="http://schemas.microsoft.com/office/drawing/2014/main" id="{0A702389-185F-400A-A033-E1115E8582B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21" name="Graphique 20" descr="Femme DJ avec un remplissage uni">
              <a:extLst>
                <a:ext uri="{FF2B5EF4-FFF2-40B4-BE49-F238E27FC236}">
                  <a16:creationId xmlns:a16="http://schemas.microsoft.com/office/drawing/2014/main" id="{7055A52C-7E07-4DB4-9BEF-87DAC6FD92A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22" name="Graphique 21" descr="Écolière avec un remplissage uni">
              <a:extLst>
                <a:ext uri="{FF2B5EF4-FFF2-40B4-BE49-F238E27FC236}">
                  <a16:creationId xmlns:a16="http://schemas.microsoft.com/office/drawing/2014/main" id="{0350E2F5-E960-463A-82BD-DCCF2A14E14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23" name="Graphique 22" descr="Héroïne avec un remplissage uni">
              <a:extLst>
                <a:ext uri="{FF2B5EF4-FFF2-40B4-BE49-F238E27FC236}">
                  <a16:creationId xmlns:a16="http://schemas.microsoft.com/office/drawing/2014/main" id="{D10D6CF6-41B2-4CA7-A534-888322E4480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38" name="Graphique 37" descr="Sablier 30% avec un remplissage uni">
            <a:extLst>
              <a:ext uri="{FF2B5EF4-FFF2-40B4-BE49-F238E27FC236}">
                <a16:creationId xmlns:a16="http://schemas.microsoft.com/office/drawing/2014/main" id="{A9CA9E8E-7740-4890-A6EC-C9B597593BB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18754" y="4639506"/>
            <a:ext cx="1305355" cy="1305355"/>
          </a:xfrm>
          <a:prstGeom prst="rect">
            <a:avLst/>
          </a:prstGeom>
        </p:spPr>
      </p:pic>
    </p:spTree>
    <p:extLst>
      <p:ext uri="{BB962C8B-B14F-4D97-AF65-F5344CB8AC3E}">
        <p14:creationId xmlns:p14="http://schemas.microsoft.com/office/powerpoint/2010/main" val="4292046879"/>
      </p:ext>
    </p:extLst>
  </p:cSld>
  <p:clrMapOvr>
    <a:masterClrMapping/>
  </p:clrMapOvr>
  <mc:AlternateContent xmlns:mc="http://schemas.openxmlformats.org/markup-compatibility/2006" xmlns:p14="http://schemas.microsoft.com/office/powerpoint/2010/main">
    <mc:Choice Requires="p14">
      <p:transition spd="slow" p14:dur="2000" advTm="128901"/>
    </mc:Choice>
    <mc:Fallback xmlns="">
      <p:transition spd="slow" advTm="128901"/>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9AECE25-BB6C-4163-B1B9-D4F0282892B2}"/>
              </a:ext>
            </a:extLst>
          </p:cNvPr>
          <p:cNvSpPr>
            <a:spLocks noGrp="1"/>
          </p:cNvSpPr>
          <p:nvPr>
            <p:ph type="title"/>
          </p:nvPr>
        </p:nvSpPr>
        <p:spPr/>
        <p:txBody>
          <a:bodyPr/>
          <a:lstStyle/>
          <a:p>
            <a:r>
              <a:rPr lang="en-US" dirty="0"/>
              <a:t>Share your opinion and experiences</a:t>
            </a:r>
          </a:p>
        </p:txBody>
      </p:sp>
      <p:sp>
        <p:nvSpPr>
          <p:cNvPr id="5" name="Espace réservé du contenu 4">
            <a:extLst>
              <a:ext uri="{FF2B5EF4-FFF2-40B4-BE49-F238E27FC236}">
                <a16:creationId xmlns:a16="http://schemas.microsoft.com/office/drawing/2014/main" id="{E8320283-9C74-40D2-9770-67A3433C11F9}"/>
              </a:ext>
            </a:extLst>
          </p:cNvPr>
          <p:cNvSpPr>
            <a:spLocks noGrp="1"/>
          </p:cNvSpPr>
          <p:nvPr>
            <p:ph sz="half" idx="1"/>
          </p:nvPr>
        </p:nvSpPr>
        <p:spPr/>
        <p:txBody>
          <a:bodyPr/>
          <a:lstStyle/>
          <a:p>
            <a:pPr marL="0" indent="0">
              <a:buNone/>
            </a:pPr>
            <a:r>
              <a:rPr lang="en-US" dirty="0"/>
              <a:t> </a:t>
            </a:r>
          </a:p>
        </p:txBody>
      </p:sp>
      <p:sp>
        <p:nvSpPr>
          <p:cNvPr id="6" name="Espace réservé du contenu 5">
            <a:extLst>
              <a:ext uri="{FF2B5EF4-FFF2-40B4-BE49-F238E27FC236}">
                <a16:creationId xmlns:a16="http://schemas.microsoft.com/office/drawing/2014/main" id="{3F79508C-84C9-4092-BA1C-96EBE051D4D5}"/>
              </a:ext>
            </a:extLst>
          </p:cNvPr>
          <p:cNvSpPr>
            <a:spLocks noGrp="1"/>
          </p:cNvSpPr>
          <p:nvPr>
            <p:ph sz="half" idx="2"/>
          </p:nvPr>
        </p:nvSpPr>
        <p:spPr/>
        <p:txBody>
          <a:bodyPr/>
          <a:lstStyle/>
          <a:p>
            <a:r>
              <a:rPr lang="en-US" dirty="0"/>
              <a:t>What are the most frequent time investment profiles in your Community ?</a:t>
            </a:r>
          </a:p>
          <a:p>
            <a:endParaRPr lang="en-US" dirty="0"/>
          </a:p>
          <a:p>
            <a:r>
              <a:rPr lang="en-US" dirty="0"/>
              <a:t>What activities are related to these investments ?</a:t>
            </a:r>
          </a:p>
        </p:txBody>
      </p:sp>
      <p:graphicFrame>
        <p:nvGraphicFramePr>
          <p:cNvPr id="7" name="Tableau 5">
            <a:extLst>
              <a:ext uri="{FF2B5EF4-FFF2-40B4-BE49-F238E27FC236}">
                <a16:creationId xmlns:a16="http://schemas.microsoft.com/office/drawing/2014/main" id="{14FCF628-F8F6-4034-A8C6-9575BAACAFFD}"/>
              </a:ext>
            </a:extLst>
          </p:cNvPr>
          <p:cNvGraphicFramePr>
            <a:graphicFrameLocks noGrp="1"/>
          </p:cNvGraphicFramePr>
          <p:nvPr/>
        </p:nvGraphicFramePr>
        <p:xfrm>
          <a:off x="1371431" y="3398903"/>
          <a:ext cx="4466248" cy="945656"/>
        </p:xfrm>
        <a:graphic>
          <a:graphicData uri="http://schemas.openxmlformats.org/drawingml/2006/table">
            <a:tbl>
              <a:tblPr firstRow="1" bandRow="1">
                <a:tableStyleId>{5C22544A-7EE6-4342-B048-85BDC9FD1C3A}</a:tableStyleId>
              </a:tblPr>
              <a:tblGrid>
                <a:gridCol w="558281">
                  <a:extLst>
                    <a:ext uri="{9D8B030D-6E8A-4147-A177-3AD203B41FA5}">
                      <a16:colId xmlns:a16="http://schemas.microsoft.com/office/drawing/2014/main" val="1210142047"/>
                    </a:ext>
                  </a:extLst>
                </a:gridCol>
                <a:gridCol w="558281">
                  <a:extLst>
                    <a:ext uri="{9D8B030D-6E8A-4147-A177-3AD203B41FA5}">
                      <a16:colId xmlns:a16="http://schemas.microsoft.com/office/drawing/2014/main" val="1258243979"/>
                    </a:ext>
                  </a:extLst>
                </a:gridCol>
                <a:gridCol w="558281">
                  <a:extLst>
                    <a:ext uri="{9D8B030D-6E8A-4147-A177-3AD203B41FA5}">
                      <a16:colId xmlns:a16="http://schemas.microsoft.com/office/drawing/2014/main" val="1079462814"/>
                    </a:ext>
                  </a:extLst>
                </a:gridCol>
                <a:gridCol w="558281">
                  <a:extLst>
                    <a:ext uri="{9D8B030D-6E8A-4147-A177-3AD203B41FA5}">
                      <a16:colId xmlns:a16="http://schemas.microsoft.com/office/drawing/2014/main" val="3397691572"/>
                    </a:ext>
                  </a:extLst>
                </a:gridCol>
                <a:gridCol w="558281">
                  <a:extLst>
                    <a:ext uri="{9D8B030D-6E8A-4147-A177-3AD203B41FA5}">
                      <a16:colId xmlns:a16="http://schemas.microsoft.com/office/drawing/2014/main" val="3075883050"/>
                    </a:ext>
                  </a:extLst>
                </a:gridCol>
                <a:gridCol w="558281">
                  <a:extLst>
                    <a:ext uri="{9D8B030D-6E8A-4147-A177-3AD203B41FA5}">
                      <a16:colId xmlns:a16="http://schemas.microsoft.com/office/drawing/2014/main" val="1259412674"/>
                    </a:ext>
                  </a:extLst>
                </a:gridCol>
                <a:gridCol w="558281">
                  <a:extLst>
                    <a:ext uri="{9D8B030D-6E8A-4147-A177-3AD203B41FA5}">
                      <a16:colId xmlns:a16="http://schemas.microsoft.com/office/drawing/2014/main" val="3392695109"/>
                    </a:ext>
                  </a:extLst>
                </a:gridCol>
                <a:gridCol w="558281">
                  <a:extLst>
                    <a:ext uri="{9D8B030D-6E8A-4147-A177-3AD203B41FA5}">
                      <a16:colId xmlns:a16="http://schemas.microsoft.com/office/drawing/2014/main" val="2848032752"/>
                    </a:ext>
                  </a:extLst>
                </a:gridCol>
              </a:tblGrid>
              <a:tr h="99852">
                <a:tc>
                  <a:txBody>
                    <a:bodyPr/>
                    <a:lstStyle/>
                    <a:p>
                      <a:pPr algn="ctr"/>
                      <a:endParaRPr lang="en-US" sz="400" dirty="0">
                        <a:solidFill>
                          <a:schemeClr val="tx1"/>
                        </a:solidFill>
                      </a:endParaRPr>
                    </a:p>
                  </a:txBody>
                  <a:tcPr marL="35242" marR="35242" marT="17621" marB="1762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00" dirty="0">
                          <a:solidFill>
                            <a:schemeClr val="tx1"/>
                          </a:solidFill>
                        </a:rPr>
                        <a:t>1</a:t>
                      </a:r>
                    </a:p>
                  </a:txBody>
                  <a:tcPr marL="35242" marR="35242" marT="17621" marB="17621">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2</a:t>
                      </a:r>
                    </a:p>
                  </a:txBody>
                  <a:tcPr marL="35242" marR="35242" marT="17621" marB="17621">
                    <a:solidFill>
                      <a:schemeClr val="bg1">
                        <a:lumMod val="95000"/>
                      </a:schemeClr>
                    </a:solidFill>
                  </a:tcPr>
                </a:tc>
                <a:tc>
                  <a:txBody>
                    <a:bodyPr/>
                    <a:lstStyle/>
                    <a:p>
                      <a:pPr algn="ctr"/>
                      <a:r>
                        <a:rPr lang="en-US" sz="400" dirty="0">
                          <a:solidFill>
                            <a:schemeClr val="tx1"/>
                          </a:solidFill>
                        </a:rPr>
                        <a:t>3</a:t>
                      </a:r>
                    </a:p>
                  </a:txBody>
                  <a:tcPr marL="35242" marR="35242" marT="17621" marB="17621">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4</a:t>
                      </a:r>
                    </a:p>
                  </a:txBody>
                  <a:tcPr marL="35242" marR="35242" marT="17621" marB="17621">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5</a:t>
                      </a:r>
                    </a:p>
                  </a:txBody>
                  <a:tcPr marL="35242" marR="35242" marT="17621" marB="17621">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6</a:t>
                      </a:r>
                    </a:p>
                  </a:txBody>
                  <a:tcPr marL="35242" marR="35242" marT="17621" marB="17621">
                    <a:solidFill>
                      <a:schemeClr val="accent1">
                        <a:lumMod val="75000"/>
                      </a:schemeClr>
                    </a:solidFill>
                  </a:tcPr>
                </a:tc>
                <a:tc>
                  <a:txBody>
                    <a:bodyPr/>
                    <a:lstStyle/>
                    <a:p>
                      <a:pPr algn="ctr"/>
                      <a:r>
                        <a:rPr lang="en-US" sz="400" dirty="0">
                          <a:solidFill>
                            <a:schemeClr val="bg1"/>
                          </a:solidFill>
                        </a:rPr>
                        <a:t>7</a:t>
                      </a:r>
                    </a:p>
                  </a:txBody>
                  <a:tcPr marL="35242" marR="35242" marT="17621" marB="17621">
                    <a:solidFill>
                      <a:schemeClr val="accent1">
                        <a:lumMod val="50000"/>
                      </a:schemeClr>
                    </a:solidFill>
                  </a:tcPr>
                </a:tc>
                <a:extLst>
                  <a:ext uri="{0D108BD9-81ED-4DB2-BD59-A6C34878D82A}">
                    <a16:rowId xmlns:a16="http://schemas.microsoft.com/office/drawing/2014/main" val="739272322"/>
                  </a:ext>
                </a:extLst>
              </a:tr>
              <a:tr h="229072">
                <a:tc>
                  <a:txBody>
                    <a:bodyPr/>
                    <a:lstStyle/>
                    <a:p>
                      <a:pPr algn="ctr"/>
                      <a:endParaRPr lang="en-US" sz="400" dirty="0">
                        <a:solidFill>
                          <a:schemeClr val="tx1"/>
                        </a:solidFill>
                      </a:endParaRPr>
                    </a:p>
                  </a:txBody>
                  <a:tcPr marL="35242" marR="35242" marT="17621" marB="1762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00" dirty="0">
                          <a:solidFill>
                            <a:schemeClr val="tx1"/>
                          </a:solidFill>
                        </a:rPr>
                        <a:t>“You got my attention”</a:t>
                      </a:r>
                    </a:p>
                  </a:txBody>
                  <a:tcPr marL="35242" marR="35242" marT="17621" marB="17621">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experience something”</a:t>
                      </a:r>
                    </a:p>
                  </a:txBody>
                  <a:tcPr marL="35242" marR="35242" marT="17621" marB="17621">
                    <a:solidFill>
                      <a:schemeClr val="bg1">
                        <a:lumMod val="95000"/>
                      </a:schemeClr>
                    </a:solidFill>
                  </a:tcPr>
                </a:tc>
                <a:tc>
                  <a:txBody>
                    <a:bodyPr/>
                    <a:lstStyle/>
                    <a:p>
                      <a:pPr algn="ctr"/>
                      <a:r>
                        <a:rPr lang="en-US" sz="400" dirty="0">
                          <a:solidFill>
                            <a:schemeClr val="tx1"/>
                          </a:solidFill>
                        </a:rPr>
                        <a:t>“I want reasons to come again”</a:t>
                      </a:r>
                    </a:p>
                  </a:txBody>
                  <a:tcPr marL="35242" marR="35242" marT="17621" marB="17621">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feel involved”</a:t>
                      </a:r>
                    </a:p>
                  </a:txBody>
                  <a:tcPr marL="35242" marR="35242" marT="17621" marB="17621">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lead something”</a:t>
                      </a:r>
                    </a:p>
                  </a:txBody>
                  <a:tcPr marL="35242" marR="35242" marT="17621" marB="17621">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“I want to add my own touch”</a:t>
                      </a:r>
                    </a:p>
                  </a:txBody>
                  <a:tcPr marL="35242" marR="35242" marT="17621" marB="17621">
                    <a:solidFill>
                      <a:schemeClr val="accent1">
                        <a:lumMod val="75000"/>
                      </a:schemeClr>
                    </a:solidFill>
                  </a:tcPr>
                </a:tc>
                <a:tc>
                  <a:txBody>
                    <a:bodyPr/>
                    <a:lstStyle/>
                    <a:p>
                      <a:pPr algn="ctr"/>
                      <a:r>
                        <a:rPr lang="en-US" sz="400" dirty="0">
                          <a:solidFill>
                            <a:schemeClr val="bg1"/>
                          </a:solidFill>
                        </a:rPr>
                        <a:t>“I want to gather people around this topic”</a:t>
                      </a:r>
                    </a:p>
                  </a:txBody>
                  <a:tcPr marL="35242" marR="35242" marT="17621" marB="17621">
                    <a:solidFill>
                      <a:schemeClr val="accent1">
                        <a:lumMod val="50000"/>
                      </a:schemeClr>
                    </a:solidFill>
                  </a:tcPr>
                </a:tc>
                <a:extLst>
                  <a:ext uri="{0D108BD9-81ED-4DB2-BD59-A6C34878D82A}">
                    <a16:rowId xmlns:a16="http://schemas.microsoft.com/office/drawing/2014/main" val="3032128388"/>
                  </a:ext>
                </a:extLst>
              </a:tr>
              <a:tr h="616732">
                <a:tc>
                  <a:txBody>
                    <a:bodyPr/>
                    <a:lstStyle/>
                    <a:p>
                      <a:pPr algn="ctr"/>
                      <a:r>
                        <a:rPr lang="en-US" sz="400" dirty="0">
                          <a:solidFill>
                            <a:schemeClr val="tx1"/>
                          </a:solidFill>
                        </a:rPr>
                        <a:t>Example of time investment profile</a:t>
                      </a:r>
                    </a:p>
                    <a:p>
                      <a:pPr algn="ctr"/>
                      <a:endParaRPr lang="en-US" sz="400" dirty="0">
                        <a:solidFill>
                          <a:schemeClr val="tx1"/>
                        </a:solidFill>
                      </a:endParaRPr>
                    </a:p>
                    <a:p>
                      <a:pPr algn="ctr"/>
                      <a:r>
                        <a:rPr lang="en-US" sz="400" dirty="0">
                          <a:solidFill>
                            <a:schemeClr val="tx1"/>
                          </a:solidFill>
                        </a:rPr>
                        <a:t>(Varies depending in communities and  contexts !)</a:t>
                      </a:r>
                    </a:p>
                  </a:txBody>
                  <a:tcPr marL="35242" marR="35242" marT="17621" marB="1762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00" dirty="0">
                          <a:solidFill>
                            <a:schemeClr val="tx1"/>
                          </a:solidFill>
                        </a:rPr>
                        <a:t>&lt; 5 minutes</a:t>
                      </a:r>
                    </a:p>
                    <a:p>
                      <a:pPr algn="ctr"/>
                      <a:endParaRPr lang="en-US" sz="400" dirty="0">
                        <a:solidFill>
                          <a:schemeClr val="tx1"/>
                        </a:solidFill>
                      </a:endParaRPr>
                    </a:p>
                    <a:p>
                      <a:pPr algn="ctr"/>
                      <a:r>
                        <a:rPr lang="en-US" sz="400" dirty="0">
                          <a:solidFill>
                            <a:schemeClr val="tx1"/>
                          </a:solidFill>
                        </a:rPr>
                        <a:t>Once</a:t>
                      </a:r>
                    </a:p>
                  </a:txBody>
                  <a:tcPr marL="35242" marR="35242" marT="17621" marB="1762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00" dirty="0">
                          <a:solidFill>
                            <a:schemeClr val="tx1"/>
                          </a:solidFill>
                        </a:rPr>
                        <a:t>30 minutes - 1hour</a:t>
                      </a:r>
                    </a:p>
                    <a:p>
                      <a:pPr algn="ctr"/>
                      <a:endParaRPr lang="en-US" sz="400" dirty="0">
                        <a:solidFill>
                          <a:schemeClr val="tx1"/>
                        </a:solidFill>
                      </a:endParaRPr>
                    </a:p>
                    <a:p>
                      <a:pPr algn="ctr"/>
                      <a:r>
                        <a:rPr lang="en-US" sz="400" dirty="0">
                          <a:solidFill>
                            <a:schemeClr val="tx1"/>
                          </a:solidFill>
                        </a:rPr>
                        <a:t>Once</a:t>
                      </a:r>
                    </a:p>
                  </a:txBody>
                  <a:tcPr marL="35242" marR="35242" marT="17621" marB="17621">
                    <a:lnL w="12700" cap="flat" cmpd="sng" algn="ctr">
                      <a:noFill/>
                      <a:prstDash val="solid"/>
                      <a:round/>
                      <a:headEnd type="none" w="med" len="med"/>
                      <a:tailEnd type="none" w="med" len="med"/>
                    </a:lnL>
                    <a:solidFill>
                      <a:schemeClr val="bg1">
                        <a:lumMod val="95000"/>
                      </a:schemeClr>
                    </a:solidFill>
                  </a:tcPr>
                </a:tc>
                <a:tc>
                  <a:txBody>
                    <a:bodyPr/>
                    <a:lstStyle/>
                    <a:p>
                      <a:pPr algn="ctr"/>
                      <a:r>
                        <a:rPr lang="en-US" sz="400" dirty="0">
                          <a:solidFill>
                            <a:schemeClr val="tx1"/>
                          </a:solidFill>
                        </a:rPr>
                        <a:t>30 minutes – 1 hour</a:t>
                      </a:r>
                    </a:p>
                    <a:p>
                      <a:pPr algn="ctr"/>
                      <a:endParaRPr lang="en-US" sz="400" dirty="0">
                        <a:solidFill>
                          <a:schemeClr val="tx1"/>
                        </a:solidFill>
                      </a:endParaRPr>
                    </a:p>
                    <a:p>
                      <a:pPr algn="ctr"/>
                      <a:r>
                        <a:rPr lang="en-US" sz="400" dirty="0">
                          <a:solidFill>
                            <a:schemeClr val="tx1"/>
                          </a:solidFill>
                        </a:rPr>
                        <a:t>Occasionally</a:t>
                      </a:r>
                    </a:p>
                  </a:txBody>
                  <a:tcPr marL="35242" marR="35242" marT="17621" marB="17621">
                    <a:solidFill>
                      <a:schemeClr val="accent1">
                        <a:lumMod val="20000"/>
                        <a:lumOff val="80000"/>
                      </a:schemeClr>
                    </a:solidFill>
                  </a:tcPr>
                </a:tc>
                <a:tc>
                  <a:txBody>
                    <a:bodyPr/>
                    <a:lstStyle/>
                    <a:p>
                      <a:pPr algn="ctr"/>
                      <a:r>
                        <a:rPr lang="en-US" sz="400" dirty="0">
                          <a:solidFill>
                            <a:schemeClr val="tx1"/>
                          </a:solidFill>
                        </a:rPr>
                        <a:t>30 minutes – 1 hour</a:t>
                      </a:r>
                    </a:p>
                    <a:p>
                      <a:pPr algn="ctr"/>
                      <a:endParaRPr lang="en-US" sz="400" dirty="0">
                        <a:solidFill>
                          <a:schemeClr val="tx1"/>
                        </a:solidFill>
                      </a:endParaRPr>
                    </a:p>
                    <a:p>
                      <a:pPr algn="ctr"/>
                      <a:r>
                        <a:rPr lang="en-US" sz="400" dirty="0">
                          <a:solidFill>
                            <a:schemeClr val="tx1"/>
                          </a:solidFill>
                        </a:rPr>
                        <a:t>On a regular basis (even if frequency is low)</a:t>
                      </a:r>
                    </a:p>
                  </a:txBody>
                  <a:tcPr marL="35242" marR="35242" marT="17621" marB="17621">
                    <a:solidFill>
                      <a:schemeClr val="accent1">
                        <a:lumMod val="40000"/>
                        <a:lumOff val="60000"/>
                      </a:schemeClr>
                    </a:solidFill>
                  </a:tcPr>
                </a:tc>
                <a:tc>
                  <a:txBody>
                    <a:bodyPr/>
                    <a:lstStyle/>
                    <a:p>
                      <a:pPr algn="ctr"/>
                      <a:r>
                        <a:rPr lang="en-US" sz="400" dirty="0">
                          <a:solidFill>
                            <a:schemeClr val="tx1"/>
                          </a:solidFill>
                        </a:rPr>
                        <a:t>&gt;1 hour</a:t>
                      </a:r>
                    </a:p>
                    <a:p>
                      <a:pPr algn="ctr"/>
                      <a:endParaRPr lang="en-US" sz="400" dirty="0">
                        <a:solidFill>
                          <a:schemeClr val="tx1"/>
                        </a:solidFill>
                      </a:endParaRPr>
                    </a:p>
                    <a:p>
                      <a:pPr algn="ctr"/>
                      <a:r>
                        <a:rPr lang="en-US" sz="400" dirty="0">
                          <a:solidFill>
                            <a:schemeClr val="tx1"/>
                          </a:solidFill>
                        </a:rPr>
                        <a:t>On a regular basis</a:t>
                      </a:r>
                    </a:p>
                    <a:p>
                      <a:pPr algn="ctr"/>
                      <a:r>
                        <a:rPr lang="en-US" sz="400" dirty="0">
                          <a:solidFill>
                            <a:schemeClr val="tx1"/>
                          </a:solidFill>
                        </a:rPr>
                        <a:t>More often than </a:t>
                      </a:r>
                    </a:p>
                    <a:p>
                      <a:pPr algn="ctr"/>
                      <a:r>
                        <a:rPr lang="en-US" sz="400" dirty="0">
                          <a:solidFill>
                            <a:schemeClr val="tx1"/>
                          </a:solidFill>
                        </a:rPr>
                        <a:t>previous level</a:t>
                      </a:r>
                    </a:p>
                    <a:p>
                      <a:pPr algn="ctr"/>
                      <a:endParaRPr lang="en-US" sz="400" dirty="0">
                        <a:solidFill>
                          <a:schemeClr val="tx1"/>
                        </a:solidFill>
                      </a:endParaRPr>
                    </a:p>
                    <a:p>
                      <a:pPr algn="ctr"/>
                      <a:r>
                        <a:rPr lang="en-US" sz="400" dirty="0">
                          <a:solidFill>
                            <a:schemeClr val="tx1"/>
                          </a:solidFill>
                        </a:rPr>
                        <a:t>Also spends “solo” time in Community related activities</a:t>
                      </a:r>
                    </a:p>
                  </a:txBody>
                  <a:tcPr marL="35242" marR="35242" marT="17621" marB="17621">
                    <a:solidFill>
                      <a:schemeClr val="accent1">
                        <a:lumMod val="60000"/>
                        <a:lumOff val="40000"/>
                      </a:schemeClr>
                    </a:solidFill>
                  </a:tcPr>
                </a:tc>
                <a:tc>
                  <a:txBody>
                    <a:bodyPr/>
                    <a:lstStyle/>
                    <a:p>
                      <a:pPr algn="ctr"/>
                      <a:r>
                        <a:rPr lang="en-US" sz="400" dirty="0">
                          <a:solidFill>
                            <a:schemeClr val="bg1"/>
                          </a:solidFill>
                        </a:rPr>
                        <a:t>Total time &gt;1 hour</a:t>
                      </a:r>
                    </a:p>
                    <a:p>
                      <a:pPr algn="ctr"/>
                      <a:endParaRPr lang="en-US" sz="400" dirty="0">
                        <a:solidFill>
                          <a:schemeClr val="bg1"/>
                        </a:solidFill>
                      </a:endParaRPr>
                    </a:p>
                    <a:p>
                      <a:pPr algn="ctr"/>
                      <a:r>
                        <a:rPr lang="en-US" sz="400" dirty="0">
                          <a:solidFill>
                            <a:schemeClr val="bg1"/>
                          </a:solidFill>
                        </a:rPr>
                        <a:t>On a regular basis, solo and collective time.</a:t>
                      </a:r>
                    </a:p>
                    <a:p>
                      <a:pPr algn="ctr"/>
                      <a:endParaRPr lang="en-US" sz="400" dirty="0">
                        <a:solidFill>
                          <a:schemeClr val="bg1"/>
                        </a:solidFill>
                      </a:endParaRPr>
                    </a:p>
                  </a:txBody>
                  <a:tcPr marL="35242" marR="35242" marT="17621" marB="17621">
                    <a:solidFill>
                      <a:schemeClr val="accent1">
                        <a:lumMod val="75000"/>
                      </a:schemeClr>
                    </a:solidFill>
                  </a:tcPr>
                </a:tc>
                <a:tc>
                  <a:txBody>
                    <a:bodyPr/>
                    <a:lstStyle/>
                    <a:p>
                      <a:pPr algn="ctr"/>
                      <a:r>
                        <a:rPr lang="en-US" sz="400" dirty="0">
                          <a:solidFill>
                            <a:schemeClr val="bg1"/>
                          </a:solidFill>
                        </a:rPr>
                        <a:t>Various, difficult to define as Community topics becomes part of the identity of the member.</a:t>
                      </a:r>
                    </a:p>
                  </a:txBody>
                  <a:tcPr marL="35242" marR="35242" marT="17621" marB="17621">
                    <a:solidFill>
                      <a:schemeClr val="accent1">
                        <a:lumMod val="50000"/>
                      </a:schemeClr>
                    </a:solidFill>
                  </a:tcPr>
                </a:tc>
                <a:extLst>
                  <a:ext uri="{0D108BD9-81ED-4DB2-BD59-A6C34878D82A}">
                    <a16:rowId xmlns:a16="http://schemas.microsoft.com/office/drawing/2014/main" val="2260415336"/>
                  </a:ext>
                </a:extLst>
              </a:tr>
            </a:tbl>
          </a:graphicData>
        </a:graphic>
      </p:graphicFrame>
      <p:grpSp>
        <p:nvGrpSpPr>
          <p:cNvPr id="8" name="Groupe 7">
            <a:extLst>
              <a:ext uri="{FF2B5EF4-FFF2-40B4-BE49-F238E27FC236}">
                <a16:creationId xmlns:a16="http://schemas.microsoft.com/office/drawing/2014/main" id="{3E964AF1-1A67-4DFA-9ED1-205B97AA2117}"/>
              </a:ext>
            </a:extLst>
          </p:cNvPr>
          <p:cNvGrpSpPr/>
          <p:nvPr/>
        </p:nvGrpSpPr>
        <p:grpSpPr>
          <a:xfrm>
            <a:off x="2097005" y="3007813"/>
            <a:ext cx="3424906" cy="327045"/>
            <a:chOff x="1900629" y="1202922"/>
            <a:chExt cx="10542118" cy="1006668"/>
          </a:xfrm>
        </p:grpSpPr>
        <p:pic>
          <p:nvPicPr>
            <p:cNvPr id="9" name="Graphique 8" descr="Une artiste avec un remplissage uni">
              <a:extLst>
                <a:ext uri="{FF2B5EF4-FFF2-40B4-BE49-F238E27FC236}">
                  <a16:creationId xmlns:a16="http://schemas.microsoft.com/office/drawing/2014/main" id="{4AB201B6-6279-4BB6-A37F-76268E6E1FF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10" name="Graphique 9" descr="Employée de bureau avec un remplissage uni">
              <a:extLst>
                <a:ext uri="{FF2B5EF4-FFF2-40B4-BE49-F238E27FC236}">
                  <a16:creationId xmlns:a16="http://schemas.microsoft.com/office/drawing/2014/main" id="{F07653C7-341D-4377-B0C2-C94ED0260A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11" name="Graphique 10" descr="Profil femelle avec un remplissage uni">
              <a:extLst>
                <a:ext uri="{FF2B5EF4-FFF2-40B4-BE49-F238E27FC236}">
                  <a16:creationId xmlns:a16="http://schemas.microsoft.com/office/drawing/2014/main" id="{B7B90117-3060-473A-A3C6-441ADA7244A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12" name="Graphique 11" descr="Femme agricultrice avec un remplissage uni">
              <a:extLst>
                <a:ext uri="{FF2B5EF4-FFF2-40B4-BE49-F238E27FC236}">
                  <a16:creationId xmlns:a16="http://schemas.microsoft.com/office/drawing/2014/main" id="{23977ACC-BE07-49F8-85C8-8723D4984D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13" name="Graphique 12" descr="Femme DJ avec un remplissage uni">
              <a:extLst>
                <a:ext uri="{FF2B5EF4-FFF2-40B4-BE49-F238E27FC236}">
                  <a16:creationId xmlns:a16="http://schemas.microsoft.com/office/drawing/2014/main" id="{98631895-A29E-4B5C-9F74-0ACC00A2A32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4" name="Graphique 13" descr="Écolière avec un remplissage uni">
              <a:extLst>
                <a:ext uri="{FF2B5EF4-FFF2-40B4-BE49-F238E27FC236}">
                  <a16:creationId xmlns:a16="http://schemas.microsoft.com/office/drawing/2014/main" id="{A58CCF10-3DC4-4993-8B3B-1DF354FE7D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5" name="Graphique 14" descr="Héroïne avec un remplissage uni">
              <a:extLst>
                <a:ext uri="{FF2B5EF4-FFF2-40B4-BE49-F238E27FC236}">
                  <a16:creationId xmlns:a16="http://schemas.microsoft.com/office/drawing/2014/main" id="{B98465ED-8D20-4A6B-9FA3-AE66D9390B4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6" name="Graphique 15" descr="Sablier 30% avec un remplissage uni">
            <a:extLst>
              <a:ext uri="{FF2B5EF4-FFF2-40B4-BE49-F238E27FC236}">
                <a16:creationId xmlns:a16="http://schemas.microsoft.com/office/drawing/2014/main" id="{F59DEFE1-ACF5-4731-8AB4-DC8B0BD3EB7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242537" y="4605702"/>
            <a:ext cx="1305355" cy="1305355"/>
          </a:xfrm>
          <a:prstGeom prst="rect">
            <a:avLst/>
          </a:prstGeom>
        </p:spPr>
      </p:pic>
    </p:spTree>
    <p:extLst>
      <p:ext uri="{BB962C8B-B14F-4D97-AF65-F5344CB8AC3E}">
        <p14:creationId xmlns:p14="http://schemas.microsoft.com/office/powerpoint/2010/main" val="894010970"/>
      </p:ext>
    </p:extLst>
  </p:cSld>
  <p:clrMapOvr>
    <a:masterClrMapping/>
  </p:clrMapOvr>
  <mc:AlternateContent xmlns:mc="http://schemas.openxmlformats.org/markup-compatibility/2006" xmlns:p14="http://schemas.microsoft.com/office/powerpoint/2010/main">
    <mc:Choice Requires="p14">
      <p:transition spd="slow" p14:dur="2000" advTm="32946"/>
    </mc:Choice>
    <mc:Fallback xmlns="">
      <p:transition spd="slow" advTm="32946"/>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01867C2-F3E1-41E4-9303-F02257989EBF}"/>
              </a:ext>
            </a:extLst>
          </p:cNvPr>
          <p:cNvSpPr>
            <a:spLocks noGrp="1"/>
          </p:cNvSpPr>
          <p:nvPr>
            <p:ph type="title"/>
          </p:nvPr>
        </p:nvSpPr>
        <p:spPr/>
        <p:txBody>
          <a:bodyPr/>
          <a:lstStyle/>
          <a:p>
            <a:r>
              <a:rPr lang="fr-FR"/>
              <a:t>Use case / Example story</a:t>
            </a:r>
            <a:endParaRPr lang="fr-FR" dirty="0"/>
          </a:p>
        </p:txBody>
      </p:sp>
      <p:sp>
        <p:nvSpPr>
          <p:cNvPr id="6" name="Espace réservé du contenu 5">
            <a:extLst>
              <a:ext uri="{FF2B5EF4-FFF2-40B4-BE49-F238E27FC236}">
                <a16:creationId xmlns:a16="http://schemas.microsoft.com/office/drawing/2014/main" id="{E3510AAD-4395-450E-8E7E-15F03473B6D4}"/>
              </a:ext>
            </a:extLst>
          </p:cNvPr>
          <p:cNvSpPr>
            <a:spLocks noGrp="1"/>
          </p:cNvSpPr>
          <p:nvPr>
            <p:ph idx="1"/>
          </p:nvPr>
        </p:nvSpPr>
        <p:spPr/>
        <p:txBody>
          <a:bodyPr/>
          <a:lstStyle/>
          <a:p>
            <a:pPr marL="0" indent="0">
              <a:buNone/>
            </a:pPr>
            <a:r>
              <a:rPr lang="fr-FR"/>
              <a:t> </a:t>
            </a:r>
            <a:endParaRPr lang="fr-FR" dirty="0"/>
          </a:p>
        </p:txBody>
      </p:sp>
      <p:pic>
        <p:nvPicPr>
          <p:cNvPr id="4" name="Graphique 3" descr="Femme DJ avec un remplissage uni">
            <a:extLst>
              <a:ext uri="{FF2B5EF4-FFF2-40B4-BE49-F238E27FC236}">
                <a16:creationId xmlns:a16="http://schemas.microsoft.com/office/drawing/2014/main" id="{41B47BCF-173F-4235-ABB3-96F237CCB8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43344" y="4425163"/>
            <a:ext cx="1523662" cy="1523662"/>
          </a:xfrm>
          <a:prstGeom prst="rect">
            <a:avLst/>
          </a:prstGeom>
        </p:spPr>
      </p:pic>
      <p:pic>
        <p:nvPicPr>
          <p:cNvPr id="7" name="Graphique 6" descr="Héroïne avec un remplissage uni">
            <a:extLst>
              <a:ext uri="{FF2B5EF4-FFF2-40B4-BE49-F238E27FC236}">
                <a16:creationId xmlns:a16="http://schemas.microsoft.com/office/drawing/2014/main" id="{D546CD73-98A0-4230-84B4-C02E6027D6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09952" y="4325112"/>
            <a:ext cx="1677408" cy="1677408"/>
          </a:xfrm>
          <a:prstGeom prst="rect">
            <a:avLst/>
          </a:prstGeom>
        </p:spPr>
      </p:pic>
      <p:sp>
        <p:nvSpPr>
          <p:cNvPr id="11" name="Bulle narrative : ronde 10">
            <a:extLst>
              <a:ext uri="{FF2B5EF4-FFF2-40B4-BE49-F238E27FC236}">
                <a16:creationId xmlns:a16="http://schemas.microsoft.com/office/drawing/2014/main" id="{5059AB16-F351-4305-90E1-951ED3F35F04}"/>
              </a:ext>
            </a:extLst>
          </p:cNvPr>
          <p:cNvSpPr/>
          <p:nvPr/>
        </p:nvSpPr>
        <p:spPr>
          <a:xfrm>
            <a:off x="2271991" y="2766513"/>
            <a:ext cx="2793827" cy="1165175"/>
          </a:xfrm>
          <a:prstGeom prst="wedgeEllipseCallout">
            <a:avLst>
              <a:gd name="adj1" fmla="val -4821"/>
              <a:gd name="adj2" fmla="val 8635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You ask for too much ! </a:t>
            </a:r>
          </a:p>
          <a:p>
            <a:pPr marL="0" indent="0" algn="ctr">
              <a:buNone/>
            </a:pPr>
            <a:endParaRPr lang="en-US" sz="1100" dirty="0">
              <a:solidFill>
                <a:schemeClr val="tx1"/>
              </a:solidFill>
            </a:endParaRPr>
          </a:p>
          <a:p>
            <a:pPr marL="0" indent="0" algn="ctr">
              <a:buNone/>
            </a:pPr>
            <a:r>
              <a:rPr lang="en-US" sz="1100" dirty="0">
                <a:solidFill>
                  <a:schemeClr val="tx1"/>
                </a:solidFill>
              </a:rPr>
              <a:t>It’s too difficult or time-consuming for me !</a:t>
            </a:r>
          </a:p>
        </p:txBody>
      </p:sp>
      <p:sp>
        <p:nvSpPr>
          <p:cNvPr id="13" name="Bulle narrative : ronde 12">
            <a:extLst>
              <a:ext uri="{FF2B5EF4-FFF2-40B4-BE49-F238E27FC236}">
                <a16:creationId xmlns:a16="http://schemas.microsoft.com/office/drawing/2014/main" id="{DF2D8E1A-738A-4C40-B68F-57032FA55C82}"/>
              </a:ext>
            </a:extLst>
          </p:cNvPr>
          <p:cNvSpPr/>
          <p:nvPr/>
        </p:nvSpPr>
        <p:spPr>
          <a:xfrm>
            <a:off x="7644461" y="2846412"/>
            <a:ext cx="2793827" cy="1165175"/>
          </a:xfrm>
          <a:prstGeom prst="wedgeEllipseCallout">
            <a:avLst>
              <a:gd name="adj1" fmla="val 18693"/>
              <a:gd name="adj2" fmla="val 8254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You don’t have anything difficult enough for me and my ambition ! I was motivated, now I am bored</a:t>
            </a:r>
          </a:p>
        </p:txBody>
      </p:sp>
      <p:grpSp>
        <p:nvGrpSpPr>
          <p:cNvPr id="10" name="Groupe 9">
            <a:extLst>
              <a:ext uri="{FF2B5EF4-FFF2-40B4-BE49-F238E27FC236}">
                <a16:creationId xmlns:a16="http://schemas.microsoft.com/office/drawing/2014/main" id="{6CFB3B5A-1939-4DA1-A341-0C622EE5787E}"/>
              </a:ext>
            </a:extLst>
          </p:cNvPr>
          <p:cNvGrpSpPr/>
          <p:nvPr/>
        </p:nvGrpSpPr>
        <p:grpSpPr>
          <a:xfrm>
            <a:off x="5103202" y="4743954"/>
            <a:ext cx="1983159" cy="1565406"/>
            <a:chOff x="2192955" y="4690073"/>
            <a:chExt cx="1983159" cy="1565406"/>
          </a:xfrm>
        </p:grpSpPr>
        <p:pic>
          <p:nvPicPr>
            <p:cNvPr id="12" name="Graphique 11" descr="Personne confuse avec un remplissage uni">
              <a:extLst>
                <a:ext uri="{FF2B5EF4-FFF2-40B4-BE49-F238E27FC236}">
                  <a16:creationId xmlns:a16="http://schemas.microsoft.com/office/drawing/2014/main" id="{D01641F2-7477-4173-A5A0-C9E4D77BEE7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825" r="14911" b="49785"/>
            <a:stretch/>
          </p:blipFill>
          <p:spPr>
            <a:xfrm>
              <a:off x="2192955" y="4838194"/>
              <a:ext cx="1983159" cy="1417285"/>
            </a:xfrm>
            <a:prstGeom prst="rect">
              <a:avLst/>
            </a:prstGeom>
          </p:spPr>
        </p:pic>
        <p:pic>
          <p:nvPicPr>
            <p:cNvPr id="14" name="Graphique 13" descr="Visage grimaçant et transpirant avec remplissage uni avec un remplissage uni">
              <a:extLst>
                <a:ext uri="{FF2B5EF4-FFF2-40B4-BE49-F238E27FC236}">
                  <a16:creationId xmlns:a16="http://schemas.microsoft.com/office/drawing/2014/main" id="{A870FEF2-F153-4F32-9E6E-9C8F55E69E2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91472" y="4690073"/>
              <a:ext cx="803985" cy="803985"/>
            </a:xfrm>
            <a:prstGeom prst="rect">
              <a:avLst/>
            </a:prstGeom>
          </p:spPr>
        </p:pic>
      </p:grpSp>
    </p:spTree>
    <p:extLst>
      <p:ext uri="{BB962C8B-B14F-4D97-AF65-F5344CB8AC3E}">
        <p14:creationId xmlns:p14="http://schemas.microsoft.com/office/powerpoint/2010/main" val="4229479814"/>
      </p:ext>
    </p:extLst>
  </p:cSld>
  <p:clrMapOvr>
    <a:masterClrMapping/>
  </p:clrMapOvr>
  <mc:AlternateContent xmlns:mc="http://schemas.openxmlformats.org/markup-compatibility/2006" xmlns:p14="http://schemas.microsoft.com/office/powerpoint/2010/main">
    <mc:Choice Requires="p14">
      <p:transition spd="slow" p14:dur="2000" advTm="33281"/>
    </mc:Choice>
    <mc:Fallback xmlns="">
      <p:transition spd="slow" advTm="33281"/>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Challenge P6</a:t>
            </a:r>
            <a:br>
              <a:rPr lang="en-US" sz="2800" dirty="0"/>
            </a:br>
            <a:r>
              <a:rPr lang="en-US" sz="2800" dirty="0"/>
              <a:t>Understand Engagement flow</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nvGraphicFramePr>
        <p:xfrm>
          <a:off x="590919" y="5149695"/>
          <a:ext cx="11398926" cy="103632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95156">
                <a:tc>
                  <a:txBody>
                    <a:bodyPr/>
                    <a:lstStyle/>
                    <a:p>
                      <a:pPr algn="ctr"/>
                      <a:r>
                        <a:rPr lang="en-US" sz="1400" dirty="0">
                          <a:solidFill>
                            <a:schemeClr val="tx1"/>
                          </a:solidFill>
                        </a:rPr>
                        <a:t>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2</a:t>
                      </a:r>
                    </a:p>
                  </a:txBody>
                  <a:tcPr>
                    <a:solidFill>
                      <a:schemeClr val="bg1">
                        <a:lumMod val="95000"/>
                      </a:schemeClr>
                    </a:solidFill>
                  </a:tcPr>
                </a:tc>
                <a:tc>
                  <a:txBody>
                    <a:bodyPr/>
                    <a:lstStyle/>
                    <a:p>
                      <a:pPr algn="ctr"/>
                      <a:r>
                        <a:rPr lang="en-US" sz="1400" dirty="0">
                          <a:solidFill>
                            <a:schemeClr val="tx1"/>
                          </a:solidFill>
                        </a:rPr>
                        <a:t>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6</a:t>
                      </a:r>
                    </a:p>
                  </a:txBody>
                  <a:tcPr>
                    <a:solidFill>
                      <a:schemeClr val="accent1">
                        <a:lumMod val="75000"/>
                      </a:schemeClr>
                    </a:solidFill>
                  </a:tcPr>
                </a:tc>
                <a:tc>
                  <a:txBody>
                    <a:bodyPr/>
                    <a:lstStyle/>
                    <a:p>
                      <a:pPr algn="ctr"/>
                      <a:r>
                        <a:rPr lang="en-US" sz="1400" dirty="0">
                          <a:solidFill>
                            <a:schemeClr val="bg1"/>
                          </a:solidFill>
                        </a:rPr>
                        <a:t>7</a:t>
                      </a:r>
                    </a:p>
                  </a:txBody>
                  <a:tcPr>
                    <a:solidFill>
                      <a:schemeClr val="accent1">
                        <a:lumMod val="50000"/>
                      </a:schemeClr>
                    </a:solidFill>
                  </a:tcPr>
                </a:tc>
                <a:extLst>
                  <a:ext uri="{0D108BD9-81ED-4DB2-BD59-A6C34878D82A}">
                    <a16:rowId xmlns:a16="http://schemas.microsoft.com/office/drawing/2014/main" val="1311980861"/>
                  </a:ext>
                </a:extLst>
              </a:tr>
              <a:tr h="579327">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3" name="Groupe 32">
            <a:extLst>
              <a:ext uri="{FF2B5EF4-FFF2-40B4-BE49-F238E27FC236}">
                <a16:creationId xmlns:a16="http://schemas.microsoft.com/office/drawing/2014/main" id="{50B7F87B-8164-4968-BF0E-5009D38D0414}"/>
              </a:ext>
            </a:extLst>
          </p:cNvPr>
          <p:cNvGrpSpPr/>
          <p:nvPr/>
        </p:nvGrpSpPr>
        <p:grpSpPr>
          <a:xfrm>
            <a:off x="150929" y="1955947"/>
            <a:ext cx="11838916" cy="1926454"/>
            <a:chOff x="150929" y="1955947"/>
            <a:chExt cx="11838916" cy="1926454"/>
          </a:xfrm>
        </p:grpSpPr>
        <p:sp>
          <p:nvSpPr>
            <p:cNvPr id="22" name="ZoneTexte 21">
              <a:extLst>
                <a:ext uri="{FF2B5EF4-FFF2-40B4-BE49-F238E27FC236}">
                  <a16:creationId xmlns:a16="http://schemas.microsoft.com/office/drawing/2014/main" id="{5CC47CE5-478C-483C-8DB6-39AAEE4C953A}"/>
                </a:ext>
              </a:extLst>
            </p:cNvPr>
            <p:cNvSpPr txBox="1"/>
            <p:nvPr/>
          </p:nvSpPr>
          <p:spPr>
            <a:xfrm>
              <a:off x="10436262" y="3620791"/>
              <a:ext cx="1553583" cy="261610"/>
            </a:xfrm>
            <a:prstGeom prst="rect">
              <a:avLst/>
            </a:prstGeom>
            <a:noFill/>
          </p:spPr>
          <p:txBody>
            <a:bodyPr wrap="square" rtlCol="0">
              <a:spAutoFit/>
            </a:bodyPr>
            <a:lstStyle/>
            <a:p>
              <a:r>
                <a:rPr lang="en-US" sz="1100" dirty="0"/>
                <a:t>Sense of Belonging</a:t>
              </a:r>
            </a:p>
          </p:txBody>
        </p:sp>
        <p:grpSp>
          <p:nvGrpSpPr>
            <p:cNvPr id="32" name="Groupe 31">
              <a:extLst>
                <a:ext uri="{FF2B5EF4-FFF2-40B4-BE49-F238E27FC236}">
                  <a16:creationId xmlns:a16="http://schemas.microsoft.com/office/drawing/2014/main" id="{B4E7BA9A-1AA0-4675-A919-C0E87DEBB2D3}"/>
                </a:ext>
              </a:extLst>
            </p:cNvPr>
            <p:cNvGrpSpPr/>
            <p:nvPr/>
          </p:nvGrpSpPr>
          <p:grpSpPr>
            <a:xfrm>
              <a:off x="150929" y="1955947"/>
              <a:ext cx="11621971" cy="1664844"/>
              <a:chOff x="150929" y="1955947"/>
              <a:chExt cx="11621971" cy="1664844"/>
            </a:xfrm>
          </p:grpSpPr>
          <p:grpSp>
            <p:nvGrpSpPr>
              <p:cNvPr id="8" name="Groupe 7">
                <a:extLst>
                  <a:ext uri="{FF2B5EF4-FFF2-40B4-BE49-F238E27FC236}">
                    <a16:creationId xmlns:a16="http://schemas.microsoft.com/office/drawing/2014/main" id="{071AB7BD-E7F8-4A84-BA70-2C34707E771B}"/>
                  </a:ext>
                </a:extLst>
              </p:cNvPr>
              <p:cNvGrpSpPr/>
              <p:nvPr/>
            </p:nvGrpSpPr>
            <p:grpSpPr>
              <a:xfrm>
                <a:off x="670820" y="2141130"/>
                <a:ext cx="11102080" cy="1479661"/>
                <a:chOff x="816746" y="2272683"/>
                <a:chExt cx="11215140" cy="1739461"/>
              </a:xfrm>
            </p:grpSpPr>
            <p:cxnSp>
              <p:nvCxnSpPr>
                <p:cNvPr id="4" name="Connecteur droit avec flèche 3">
                  <a:extLst>
                    <a:ext uri="{FF2B5EF4-FFF2-40B4-BE49-F238E27FC236}">
                      <a16:creationId xmlns:a16="http://schemas.microsoft.com/office/drawing/2014/main" id="{829D9CA8-17FB-45B0-907F-D9664C352CCC}"/>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C7C6E663-1E2A-43C5-93F5-62B23922E69E}"/>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74A3F16-D76B-40B4-A66A-756F3C927307}"/>
                  </a:ext>
                </a:extLst>
              </p:cNvPr>
              <p:cNvSpPr txBox="1"/>
              <p:nvPr/>
            </p:nvSpPr>
            <p:spPr>
              <a:xfrm>
                <a:off x="150929" y="1955947"/>
                <a:ext cx="2361444" cy="276999"/>
              </a:xfrm>
              <a:prstGeom prst="rect">
                <a:avLst/>
              </a:prstGeom>
              <a:noFill/>
            </p:spPr>
            <p:txBody>
              <a:bodyPr wrap="square" rtlCol="0">
                <a:spAutoFit/>
              </a:bodyPr>
              <a:lstStyle/>
              <a:p>
                <a:r>
                  <a:rPr lang="en-US" sz="1200" dirty="0"/>
                  <a:t>Engagement possibilities</a:t>
                </a:r>
              </a:p>
            </p:txBody>
          </p:sp>
          <p:grpSp>
            <p:nvGrpSpPr>
              <p:cNvPr id="19" name="Groupe 18">
                <a:extLst>
                  <a:ext uri="{FF2B5EF4-FFF2-40B4-BE49-F238E27FC236}">
                    <a16:creationId xmlns:a16="http://schemas.microsoft.com/office/drawing/2014/main" id="{37ACF8FA-7788-4492-9A14-35FB178F2FF9}"/>
                  </a:ext>
                </a:extLst>
              </p:cNvPr>
              <p:cNvGrpSpPr/>
              <p:nvPr/>
            </p:nvGrpSpPr>
            <p:grpSpPr>
              <a:xfrm>
                <a:off x="670820" y="2270075"/>
                <a:ext cx="11016354" cy="1079827"/>
                <a:chOff x="727970" y="2659081"/>
                <a:chExt cx="11016354" cy="1079827"/>
              </a:xfrm>
            </p:grpSpPr>
            <p:sp>
              <p:nvSpPr>
                <p:cNvPr id="17" name="Triangle rectangle 16">
                  <a:extLst>
                    <a:ext uri="{FF2B5EF4-FFF2-40B4-BE49-F238E27FC236}">
                      <a16:creationId xmlns:a16="http://schemas.microsoft.com/office/drawing/2014/main" id="{FA1FEF06-6943-45A6-A70E-CFF46A1CD768}"/>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FD8B7EE-83EA-45DB-A04D-257192C0FBF9}"/>
                    </a:ext>
                  </a:extLst>
                </p:cNvPr>
                <p:cNvSpPr/>
                <p:nvPr/>
              </p:nvSpPr>
              <p:spPr>
                <a:xfrm>
                  <a:off x="727970" y="2659081"/>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riangle rectangle 20">
                <a:extLst>
                  <a:ext uri="{FF2B5EF4-FFF2-40B4-BE49-F238E27FC236}">
                    <a16:creationId xmlns:a16="http://schemas.microsoft.com/office/drawing/2014/main" id="{B1212DDD-3C92-4E7E-971B-9EAF47007942}"/>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4963006-0B4A-44B2-93A3-17C53D735387}"/>
                  </a:ext>
                </a:extLst>
              </p:cNvPr>
              <p:cNvSpPr txBox="1"/>
              <p:nvPr/>
            </p:nvSpPr>
            <p:spPr>
              <a:xfrm>
                <a:off x="1704975" y="2487294"/>
                <a:ext cx="2857500" cy="369332"/>
              </a:xfrm>
              <a:prstGeom prst="rect">
                <a:avLst/>
              </a:prstGeom>
              <a:noFill/>
            </p:spPr>
            <p:txBody>
              <a:bodyPr wrap="square" rtlCol="0">
                <a:spAutoFit/>
              </a:bodyPr>
              <a:lstStyle/>
              <a:p>
                <a:r>
                  <a:rPr lang="en-US" dirty="0"/>
                  <a:t>Refusal or Fatigue zone</a:t>
                </a:r>
              </a:p>
            </p:txBody>
          </p:sp>
          <p:sp>
            <p:nvSpPr>
              <p:cNvPr id="24" name="ZoneTexte 23">
                <a:extLst>
                  <a:ext uri="{FF2B5EF4-FFF2-40B4-BE49-F238E27FC236}">
                    <a16:creationId xmlns:a16="http://schemas.microsoft.com/office/drawing/2014/main" id="{066E091C-37C1-4A71-BBF6-105A428273C8}"/>
                  </a:ext>
                </a:extLst>
              </p:cNvPr>
              <p:cNvSpPr txBox="1"/>
              <p:nvPr/>
            </p:nvSpPr>
            <p:spPr>
              <a:xfrm>
                <a:off x="8496301" y="3231409"/>
                <a:ext cx="2857500" cy="369332"/>
              </a:xfrm>
              <a:prstGeom prst="rect">
                <a:avLst/>
              </a:prstGeom>
              <a:noFill/>
            </p:spPr>
            <p:txBody>
              <a:bodyPr wrap="square" rtlCol="0">
                <a:spAutoFit/>
              </a:bodyPr>
              <a:lstStyle/>
              <a:p>
                <a:r>
                  <a:rPr lang="en-US" dirty="0"/>
                  <a:t>Boredom or Frustration</a:t>
                </a:r>
              </a:p>
            </p:txBody>
          </p:sp>
          <p:sp>
            <p:nvSpPr>
              <p:cNvPr id="26" name="ZoneTexte 25">
                <a:extLst>
                  <a:ext uri="{FF2B5EF4-FFF2-40B4-BE49-F238E27FC236}">
                    <a16:creationId xmlns:a16="http://schemas.microsoft.com/office/drawing/2014/main" id="{F2A3C6AC-6B68-45E5-97B4-0B9D73D985F8}"/>
                  </a:ext>
                </a:extLst>
              </p:cNvPr>
              <p:cNvSpPr txBox="1"/>
              <p:nvPr/>
            </p:nvSpPr>
            <p:spPr>
              <a:xfrm rot="21393118">
                <a:off x="4137923" y="3002747"/>
                <a:ext cx="2857500" cy="369332"/>
              </a:xfrm>
              <a:prstGeom prst="rect">
                <a:avLst/>
              </a:prstGeom>
              <a:noFill/>
            </p:spPr>
            <p:txBody>
              <a:bodyPr wrap="square" rtlCol="0">
                <a:spAutoFit/>
              </a:bodyPr>
              <a:lstStyle/>
              <a:p>
                <a:pPr algn="ctr"/>
                <a:r>
                  <a:rPr lang="en-US" dirty="0"/>
                  <a:t>Flow Zone</a:t>
                </a:r>
              </a:p>
            </p:txBody>
          </p:sp>
        </p:grpSp>
      </p:grpSp>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10651" y="41258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7655" y="41461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0998" y="41461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33182" y="41871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76525" y="41871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98197" y="41461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33647" y="40948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852504" y="4038031"/>
            <a:ext cx="298183" cy="298183"/>
          </a:xfrm>
          <a:prstGeom prst="rect">
            <a:avLst/>
          </a:prstGeom>
        </p:spPr>
      </p:pic>
      <p:sp>
        <p:nvSpPr>
          <p:cNvPr id="28" name="ZoneTexte 27">
            <a:extLst>
              <a:ext uri="{FF2B5EF4-FFF2-40B4-BE49-F238E27FC236}">
                <a16:creationId xmlns:a16="http://schemas.microsoft.com/office/drawing/2014/main" id="{5A626635-2F0A-4EC8-88A7-7B72C0BA9495}"/>
              </a:ext>
            </a:extLst>
          </p:cNvPr>
          <p:cNvSpPr txBox="1"/>
          <p:nvPr/>
        </p:nvSpPr>
        <p:spPr>
          <a:xfrm>
            <a:off x="330692" y="6445761"/>
            <a:ext cx="6416889" cy="430887"/>
          </a:xfrm>
          <a:prstGeom prst="rect">
            <a:avLst/>
          </a:prstGeom>
          <a:noFill/>
        </p:spPr>
        <p:txBody>
          <a:bodyPr wrap="square">
            <a:spAutoFit/>
          </a:bodyPr>
          <a:lstStyle/>
          <a:p>
            <a:r>
              <a:rPr lang="en-US" sz="1100" dirty="0">
                <a:hlinkClick r:id="rId18"/>
              </a:rPr>
              <a:t>https://en.wikipedia.org/wiki/Flow_(psychology)</a:t>
            </a:r>
            <a:endParaRPr lang="en-US" sz="1100" dirty="0"/>
          </a:p>
          <a:p>
            <a:endParaRPr lang="en-US" sz="1100" dirty="0"/>
          </a:p>
        </p:txBody>
      </p:sp>
    </p:spTree>
    <p:extLst>
      <p:ext uri="{BB962C8B-B14F-4D97-AF65-F5344CB8AC3E}">
        <p14:creationId xmlns:p14="http://schemas.microsoft.com/office/powerpoint/2010/main" val="1311854233"/>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625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62500" lnSpcReduction="20000"/>
          </a:bodyPr>
          <a:lstStyle/>
          <a:p>
            <a:pPr marL="0" indent="0">
              <a:buNone/>
            </a:pPr>
            <a:endParaRPr lang="en-US" noProof="1"/>
          </a:p>
          <a:p>
            <a:pPr marL="0" indent="0">
              <a:buNone/>
            </a:pPr>
            <a:r>
              <a:rPr lang="en-US" noProof="1"/>
              <a:t>Have you ever encountered Refusal/Fatigue Zone when reaching out for your members ? </a:t>
            </a:r>
          </a:p>
          <a:p>
            <a:pPr marL="0" indent="0">
              <a:buNone/>
            </a:pPr>
            <a:r>
              <a:rPr lang="en-US" noProof="1"/>
              <a:t>What about Boredom and Frustration zone ? </a:t>
            </a:r>
          </a:p>
          <a:p>
            <a:pPr marL="0" indent="0">
              <a:buNone/>
            </a:pPr>
            <a:endParaRPr lang="en-US" noProof="1"/>
          </a:p>
          <a:p>
            <a:pPr marL="0" indent="0">
              <a:buNone/>
            </a:pPr>
            <a:r>
              <a:rPr lang="en-US" noProof="1"/>
              <a:t>Briefly share your stories.</a:t>
            </a:r>
          </a:p>
          <a:p>
            <a:pPr marL="0" indent="0">
              <a:buNone/>
            </a:pPr>
            <a:endParaRPr lang="en-US" noProof="1"/>
          </a:p>
          <a:p>
            <a:pPr marL="0" indent="0">
              <a:buNone/>
            </a:pPr>
            <a:r>
              <a:rPr lang="en-US" noProof="1"/>
              <a:t>What increases sense of belonging in your Community ?</a:t>
            </a:r>
          </a:p>
        </p:txBody>
      </p:sp>
      <p:grpSp>
        <p:nvGrpSpPr>
          <p:cNvPr id="6" name="Groupe 5">
            <a:extLst>
              <a:ext uri="{FF2B5EF4-FFF2-40B4-BE49-F238E27FC236}">
                <a16:creationId xmlns:a16="http://schemas.microsoft.com/office/drawing/2014/main" id="{000DE301-4CF6-4F62-972C-6DF8C10DF2AD}"/>
              </a:ext>
            </a:extLst>
          </p:cNvPr>
          <p:cNvGrpSpPr/>
          <p:nvPr/>
        </p:nvGrpSpPr>
        <p:grpSpPr>
          <a:xfrm>
            <a:off x="1329767" y="2967595"/>
            <a:ext cx="4691636" cy="2122211"/>
            <a:chOff x="150989" y="1626415"/>
            <a:chExt cx="11838858" cy="2502468"/>
          </a:xfrm>
        </p:grpSpPr>
        <p:sp>
          <p:nvSpPr>
            <p:cNvPr id="7" name="ZoneTexte 6">
              <a:extLst>
                <a:ext uri="{FF2B5EF4-FFF2-40B4-BE49-F238E27FC236}">
                  <a16:creationId xmlns:a16="http://schemas.microsoft.com/office/drawing/2014/main" id="{946A1E2C-B16A-4C98-93EA-8EF1597B2261}"/>
                </a:ext>
              </a:extLst>
            </p:cNvPr>
            <p:cNvSpPr txBox="1"/>
            <p:nvPr/>
          </p:nvSpPr>
          <p:spPr>
            <a:xfrm>
              <a:off x="9486128" y="3620790"/>
              <a:ext cx="2503719" cy="508093"/>
            </a:xfrm>
            <a:prstGeom prst="rect">
              <a:avLst/>
            </a:prstGeom>
            <a:noFill/>
          </p:spPr>
          <p:txBody>
            <a:bodyPr wrap="square" rtlCol="0">
              <a:spAutoFit/>
            </a:bodyPr>
            <a:lstStyle/>
            <a:p>
              <a:r>
                <a:rPr lang="en-US" sz="1100" dirty="0"/>
                <a:t>Sense of Belonging</a:t>
              </a:r>
            </a:p>
          </p:txBody>
        </p:sp>
        <p:grpSp>
          <p:nvGrpSpPr>
            <p:cNvPr id="8" name="Groupe 7">
              <a:extLst>
                <a:ext uri="{FF2B5EF4-FFF2-40B4-BE49-F238E27FC236}">
                  <a16:creationId xmlns:a16="http://schemas.microsoft.com/office/drawing/2014/main" id="{18FE0822-69F6-4E1B-A0F7-4BBE98136643}"/>
                </a:ext>
              </a:extLst>
            </p:cNvPr>
            <p:cNvGrpSpPr/>
            <p:nvPr/>
          </p:nvGrpSpPr>
          <p:grpSpPr>
            <a:xfrm>
              <a:off x="150989" y="1626415"/>
              <a:ext cx="11621911" cy="2040502"/>
              <a:chOff x="150989" y="1626415"/>
              <a:chExt cx="11621911" cy="2040502"/>
            </a:xfrm>
          </p:grpSpPr>
          <p:grpSp>
            <p:nvGrpSpPr>
              <p:cNvPr id="9" name="Groupe 8">
                <a:extLst>
                  <a:ext uri="{FF2B5EF4-FFF2-40B4-BE49-F238E27FC236}">
                    <a16:creationId xmlns:a16="http://schemas.microsoft.com/office/drawing/2014/main" id="{67791531-9F78-4C71-BEED-20C187D6AC98}"/>
                  </a:ext>
                </a:extLst>
              </p:cNvPr>
              <p:cNvGrpSpPr/>
              <p:nvPr/>
            </p:nvGrpSpPr>
            <p:grpSpPr>
              <a:xfrm>
                <a:off x="670820" y="2141130"/>
                <a:ext cx="11102080" cy="1479661"/>
                <a:chOff x="816746" y="2272683"/>
                <a:chExt cx="11215140" cy="1739461"/>
              </a:xfrm>
            </p:grpSpPr>
            <p:cxnSp>
              <p:nvCxnSpPr>
                <p:cNvPr id="18" name="Connecteur droit avec flèche 17">
                  <a:extLst>
                    <a:ext uri="{FF2B5EF4-FFF2-40B4-BE49-F238E27FC236}">
                      <a16:creationId xmlns:a16="http://schemas.microsoft.com/office/drawing/2014/main" id="{CE518A96-3C8D-4463-9FB2-7F119CAAB477}"/>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650B0014-54FD-4035-9FA4-CAF8DD2115AB}"/>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4AD254CA-4117-4055-B3C1-5F970DB15109}"/>
                  </a:ext>
                </a:extLst>
              </p:cNvPr>
              <p:cNvSpPr txBox="1"/>
              <p:nvPr/>
            </p:nvSpPr>
            <p:spPr>
              <a:xfrm>
                <a:off x="150989" y="1626415"/>
                <a:ext cx="4411485" cy="544386"/>
              </a:xfrm>
              <a:prstGeom prst="rect">
                <a:avLst/>
              </a:prstGeom>
              <a:noFill/>
            </p:spPr>
            <p:txBody>
              <a:bodyPr wrap="square" rtlCol="0">
                <a:spAutoFit/>
              </a:bodyPr>
              <a:lstStyle/>
              <a:p>
                <a:r>
                  <a:rPr lang="en-US" sz="1200" dirty="0"/>
                  <a:t>Engagement possibilities</a:t>
                </a:r>
              </a:p>
            </p:txBody>
          </p:sp>
          <p:grpSp>
            <p:nvGrpSpPr>
              <p:cNvPr id="11" name="Groupe 10">
                <a:extLst>
                  <a:ext uri="{FF2B5EF4-FFF2-40B4-BE49-F238E27FC236}">
                    <a16:creationId xmlns:a16="http://schemas.microsoft.com/office/drawing/2014/main" id="{5152E193-2101-4784-97AC-608F98A248A0}"/>
                  </a:ext>
                </a:extLst>
              </p:cNvPr>
              <p:cNvGrpSpPr/>
              <p:nvPr/>
            </p:nvGrpSpPr>
            <p:grpSpPr>
              <a:xfrm>
                <a:off x="670820" y="2269541"/>
                <a:ext cx="11016354" cy="1080361"/>
                <a:chOff x="727970" y="2658547"/>
                <a:chExt cx="11016354" cy="1080361"/>
              </a:xfrm>
            </p:grpSpPr>
            <p:sp>
              <p:nvSpPr>
                <p:cNvPr id="16" name="Triangle rectangle 15">
                  <a:extLst>
                    <a:ext uri="{FF2B5EF4-FFF2-40B4-BE49-F238E27FC236}">
                      <a16:creationId xmlns:a16="http://schemas.microsoft.com/office/drawing/2014/main" id="{3BAFD502-C517-4091-8DAE-36BF5D6E82AF}"/>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1DB3F38-81DD-4DBF-8EA6-5FCB46138326}"/>
                    </a:ext>
                  </a:extLst>
                </p:cNvPr>
                <p:cNvSpPr/>
                <p:nvPr/>
              </p:nvSpPr>
              <p:spPr>
                <a:xfrm>
                  <a:off x="727970" y="2658547"/>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riangle rectangle 11">
                <a:extLst>
                  <a:ext uri="{FF2B5EF4-FFF2-40B4-BE49-F238E27FC236}">
                    <a16:creationId xmlns:a16="http://schemas.microsoft.com/office/drawing/2014/main" id="{707D6CDC-AC9D-41CB-95CE-D268CACC5097}"/>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ZoneTexte 12">
                <a:extLst>
                  <a:ext uri="{FF2B5EF4-FFF2-40B4-BE49-F238E27FC236}">
                    <a16:creationId xmlns:a16="http://schemas.microsoft.com/office/drawing/2014/main" id="{508AFFCF-72C0-4242-9D2E-CC8068156F6A}"/>
                  </a:ext>
                </a:extLst>
              </p:cNvPr>
              <p:cNvSpPr txBox="1"/>
              <p:nvPr/>
            </p:nvSpPr>
            <p:spPr>
              <a:xfrm>
                <a:off x="1704975" y="2487294"/>
                <a:ext cx="2857499" cy="435509"/>
              </a:xfrm>
              <a:prstGeom prst="rect">
                <a:avLst/>
              </a:prstGeom>
              <a:noFill/>
            </p:spPr>
            <p:txBody>
              <a:bodyPr wrap="square" rtlCol="0">
                <a:spAutoFit/>
              </a:bodyPr>
              <a:lstStyle/>
              <a:p>
                <a:r>
                  <a:rPr lang="en-US" sz="900" dirty="0"/>
                  <a:t>Refusal or Fatigue zone</a:t>
                </a:r>
              </a:p>
            </p:txBody>
          </p:sp>
          <p:sp>
            <p:nvSpPr>
              <p:cNvPr id="14" name="ZoneTexte 13">
                <a:extLst>
                  <a:ext uri="{FF2B5EF4-FFF2-40B4-BE49-F238E27FC236}">
                    <a16:creationId xmlns:a16="http://schemas.microsoft.com/office/drawing/2014/main" id="{D9B8483A-025C-4CA2-8B88-156447795AB5}"/>
                  </a:ext>
                </a:extLst>
              </p:cNvPr>
              <p:cNvSpPr txBox="1"/>
              <p:nvPr/>
            </p:nvSpPr>
            <p:spPr>
              <a:xfrm>
                <a:off x="8496300" y="3231408"/>
                <a:ext cx="2857499" cy="435509"/>
              </a:xfrm>
              <a:prstGeom prst="rect">
                <a:avLst/>
              </a:prstGeom>
              <a:noFill/>
            </p:spPr>
            <p:txBody>
              <a:bodyPr wrap="square" rtlCol="0">
                <a:spAutoFit/>
              </a:bodyPr>
              <a:lstStyle/>
              <a:p>
                <a:r>
                  <a:rPr lang="en-US" sz="900" dirty="0"/>
                  <a:t>Boredom or Frustration</a:t>
                </a:r>
              </a:p>
            </p:txBody>
          </p:sp>
          <p:sp>
            <p:nvSpPr>
              <p:cNvPr id="15" name="ZoneTexte 14">
                <a:extLst>
                  <a:ext uri="{FF2B5EF4-FFF2-40B4-BE49-F238E27FC236}">
                    <a16:creationId xmlns:a16="http://schemas.microsoft.com/office/drawing/2014/main" id="{47C1D767-4065-4EEC-8B00-52B61225BA34}"/>
                  </a:ext>
                </a:extLst>
              </p:cNvPr>
              <p:cNvSpPr txBox="1"/>
              <p:nvPr/>
            </p:nvSpPr>
            <p:spPr>
              <a:xfrm rot="21393118">
                <a:off x="4137923" y="3051313"/>
                <a:ext cx="2857499" cy="272192"/>
              </a:xfrm>
              <a:prstGeom prst="rect">
                <a:avLst/>
              </a:prstGeom>
              <a:noFill/>
            </p:spPr>
            <p:txBody>
              <a:bodyPr wrap="square" rtlCol="0">
                <a:spAutoFit/>
              </a:bodyPr>
              <a:lstStyle/>
              <a:p>
                <a:pPr algn="ctr"/>
                <a:r>
                  <a:rPr lang="en-US" sz="900" dirty="0"/>
                  <a:t>Flow Zone</a:t>
                </a:r>
              </a:p>
            </p:txBody>
          </p:sp>
        </p:grpSp>
      </p:grpSp>
      <p:grpSp>
        <p:nvGrpSpPr>
          <p:cNvPr id="20" name="Groupe 19">
            <a:extLst>
              <a:ext uri="{FF2B5EF4-FFF2-40B4-BE49-F238E27FC236}">
                <a16:creationId xmlns:a16="http://schemas.microsoft.com/office/drawing/2014/main" id="{3F805A19-124D-42BD-976F-10F11718419B}"/>
              </a:ext>
            </a:extLst>
          </p:cNvPr>
          <p:cNvGrpSpPr/>
          <p:nvPr/>
        </p:nvGrpSpPr>
        <p:grpSpPr>
          <a:xfrm>
            <a:off x="1384619" y="5186263"/>
            <a:ext cx="4399658" cy="420124"/>
            <a:chOff x="1900629" y="1202922"/>
            <a:chExt cx="10542118" cy="1006668"/>
          </a:xfrm>
        </p:grpSpPr>
        <p:pic>
          <p:nvPicPr>
            <p:cNvPr id="21" name="Graphique 20" descr="Une artiste avec un remplissage uni">
              <a:extLst>
                <a:ext uri="{FF2B5EF4-FFF2-40B4-BE49-F238E27FC236}">
                  <a16:creationId xmlns:a16="http://schemas.microsoft.com/office/drawing/2014/main" id="{7D734BAF-5676-4363-A51D-8FE52E687E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13083" y="1233936"/>
              <a:ext cx="914400" cy="914400"/>
            </a:xfrm>
            <a:prstGeom prst="rect">
              <a:avLst/>
            </a:prstGeom>
          </p:spPr>
        </p:pic>
        <p:pic>
          <p:nvPicPr>
            <p:cNvPr id="22" name="Graphique 21" descr="Employée de bureau avec un remplissage uni">
              <a:extLst>
                <a:ext uri="{FF2B5EF4-FFF2-40B4-BE49-F238E27FC236}">
                  <a16:creationId xmlns:a16="http://schemas.microsoft.com/office/drawing/2014/main" id="{230BE102-1BBD-4BE4-88D3-60783E8DA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0087" y="1254253"/>
              <a:ext cx="914400" cy="914400"/>
            </a:xfrm>
            <a:prstGeom prst="rect">
              <a:avLst/>
            </a:prstGeom>
          </p:spPr>
        </p:pic>
        <p:pic>
          <p:nvPicPr>
            <p:cNvPr id="23" name="Graphique 22" descr="Profil femelle avec un remplissage uni">
              <a:extLst>
                <a:ext uri="{FF2B5EF4-FFF2-40B4-BE49-F238E27FC236}">
                  <a16:creationId xmlns:a16="http://schemas.microsoft.com/office/drawing/2014/main" id="{3480E43E-EC7A-4128-B0A8-7FD115DA74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3430" y="1254253"/>
              <a:ext cx="914400" cy="914400"/>
            </a:xfrm>
            <a:prstGeom prst="rect">
              <a:avLst/>
            </a:prstGeom>
          </p:spPr>
        </p:pic>
        <p:pic>
          <p:nvPicPr>
            <p:cNvPr id="24" name="Graphique 23" descr="Femme agricultrice avec un remplissage uni">
              <a:extLst>
                <a:ext uri="{FF2B5EF4-FFF2-40B4-BE49-F238E27FC236}">
                  <a16:creationId xmlns:a16="http://schemas.microsoft.com/office/drawing/2014/main" id="{BE11D688-319F-4270-9E27-EE51799BA8B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5614" y="1295190"/>
              <a:ext cx="914400" cy="914400"/>
            </a:xfrm>
            <a:prstGeom prst="rect">
              <a:avLst/>
            </a:prstGeom>
          </p:spPr>
        </p:pic>
        <p:pic>
          <p:nvPicPr>
            <p:cNvPr id="25" name="Graphique 24" descr="Femme DJ avec un remplissage uni">
              <a:extLst>
                <a:ext uri="{FF2B5EF4-FFF2-40B4-BE49-F238E27FC236}">
                  <a16:creationId xmlns:a16="http://schemas.microsoft.com/office/drawing/2014/main" id="{640BDF35-6005-4B46-936E-50A0D8CDBF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478957" y="1295190"/>
              <a:ext cx="914400" cy="914400"/>
            </a:xfrm>
            <a:prstGeom prst="rect">
              <a:avLst/>
            </a:prstGeom>
          </p:spPr>
        </p:pic>
        <p:pic>
          <p:nvPicPr>
            <p:cNvPr id="26" name="Graphique 25" descr="Écolière avec un remplissage uni">
              <a:extLst>
                <a:ext uri="{FF2B5EF4-FFF2-40B4-BE49-F238E27FC236}">
                  <a16:creationId xmlns:a16="http://schemas.microsoft.com/office/drawing/2014/main" id="{32C65B13-DD64-4C9B-85C8-8DD374A1D06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00629" y="1254253"/>
              <a:ext cx="914400" cy="914400"/>
            </a:xfrm>
            <a:prstGeom prst="rect">
              <a:avLst/>
            </a:prstGeom>
          </p:spPr>
        </p:pic>
        <p:pic>
          <p:nvPicPr>
            <p:cNvPr id="27" name="Graphique 26" descr="Héroïne avec un remplissage uni">
              <a:extLst>
                <a:ext uri="{FF2B5EF4-FFF2-40B4-BE49-F238E27FC236}">
                  <a16:creationId xmlns:a16="http://schemas.microsoft.com/office/drawing/2014/main" id="{1B6AEEE0-3F1D-4655-93BE-85787A065AA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436079" y="1202922"/>
              <a:ext cx="1006668" cy="1006668"/>
            </a:xfrm>
            <a:prstGeom prst="rect">
              <a:avLst/>
            </a:prstGeom>
          </p:spPr>
        </p:pic>
      </p:grpSp>
      <p:pic>
        <p:nvPicPr>
          <p:cNvPr id="28" name="Graphique 27" descr="Deux cœurs avec un remplissage uni">
            <a:extLst>
              <a:ext uri="{FF2B5EF4-FFF2-40B4-BE49-F238E27FC236}">
                <a16:creationId xmlns:a16="http://schemas.microsoft.com/office/drawing/2014/main" id="{562E087B-8CF0-4A94-88FE-EA18EA611E4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940553" y="5139575"/>
            <a:ext cx="188517" cy="188517"/>
          </a:xfrm>
          <a:prstGeom prst="rect">
            <a:avLst/>
          </a:prstGeom>
        </p:spPr>
      </p:pic>
    </p:spTree>
    <p:extLst>
      <p:ext uri="{BB962C8B-B14F-4D97-AF65-F5344CB8AC3E}">
        <p14:creationId xmlns:p14="http://schemas.microsoft.com/office/powerpoint/2010/main" val="663909820"/>
      </p:ext>
    </p:extLst>
  </p:cSld>
  <p:clrMapOvr>
    <a:masterClrMapping/>
  </p:clrMapOvr>
  <mc:AlternateContent xmlns:mc="http://schemas.openxmlformats.org/markup-compatibility/2006" xmlns:p14="http://schemas.microsoft.com/office/powerpoint/2010/main">
    <mc:Choice Requires="p14">
      <p:transition spd="slow" p14:dur="2000" advTm="52837"/>
    </mc:Choice>
    <mc:Fallback xmlns="">
      <p:transition spd="slow" advTm="52837"/>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Challenge P7</a:t>
            </a:r>
            <a:br>
              <a:rPr lang="en-US" sz="2400" dirty="0"/>
            </a:br>
            <a:r>
              <a:rPr lang="en-US" sz="2400" dirty="0"/>
              <a:t>Outline for each Engagement level what are the Gives &amp; Takes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4177152923"/>
              </p:ext>
            </p:extLst>
          </p:nvPr>
        </p:nvGraphicFramePr>
        <p:xfrm>
          <a:off x="320532" y="2658667"/>
          <a:ext cx="11588320" cy="4053840"/>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2</a:t>
                      </a:r>
                    </a:p>
                  </a:txBody>
                  <a:tcPr>
                    <a:solidFill>
                      <a:schemeClr val="bg1">
                        <a:lumMod val="95000"/>
                      </a:schemeClr>
                    </a:solidFill>
                  </a:tcPr>
                </a:tc>
                <a:tc>
                  <a:txBody>
                    <a:bodyPr/>
                    <a:lstStyle/>
                    <a:p>
                      <a:pPr algn="ctr"/>
                      <a:r>
                        <a:rPr lang="en-US" sz="1100" dirty="0">
                          <a:solidFill>
                            <a:schemeClr val="tx1"/>
                          </a:solidFill>
                        </a:rPr>
                        <a:t>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6</a:t>
                      </a:r>
                    </a:p>
                  </a:txBody>
                  <a:tcPr>
                    <a:solidFill>
                      <a:schemeClr val="accent1">
                        <a:lumMod val="75000"/>
                      </a:schemeClr>
                    </a:solidFill>
                  </a:tcPr>
                </a:tc>
                <a:tc>
                  <a:txBody>
                    <a:bodyPr/>
                    <a:lstStyle/>
                    <a:p>
                      <a:pPr algn="ctr"/>
                      <a:r>
                        <a:rPr lang="en-US" sz="1100" dirty="0">
                          <a:solidFill>
                            <a:schemeClr val="bg1"/>
                          </a:solidFill>
                        </a:rPr>
                        <a:t>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“You got my attention”</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experience something”</a:t>
                      </a:r>
                    </a:p>
                  </a:txBody>
                  <a:tcPr>
                    <a:solidFill>
                      <a:schemeClr val="bg1">
                        <a:lumMod val="95000"/>
                      </a:schemeClr>
                    </a:solidFill>
                  </a:tcPr>
                </a:tc>
                <a:tc>
                  <a:txBody>
                    <a:bodyPr/>
                    <a:lstStyle/>
                    <a:p>
                      <a:pPr algn="ctr"/>
                      <a:r>
                        <a:rPr lang="en-US" sz="11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“I want to add my own touch”</a:t>
                      </a:r>
                    </a:p>
                  </a:txBody>
                  <a:tcPr>
                    <a:solidFill>
                      <a:schemeClr val="accent1">
                        <a:lumMod val="75000"/>
                      </a:schemeClr>
                    </a:solidFill>
                  </a:tcPr>
                </a:tc>
                <a:tc>
                  <a:txBody>
                    <a:bodyPr/>
                    <a:lstStyle/>
                    <a:p>
                      <a:pPr algn="ctr"/>
                      <a:r>
                        <a:rPr lang="en-US" sz="11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r h="1525060">
                <a:tc>
                  <a:txBody>
                    <a:bodyPr/>
                    <a:lstStyle/>
                    <a:p>
                      <a:pPr algn="ctr"/>
                      <a:r>
                        <a:rPr lang="en-US" sz="900" dirty="0">
                          <a:solidFill>
                            <a:schemeClr val="tx1"/>
                          </a:solidFill>
                        </a:rPr>
                        <a:t>What members are ready to give to the community</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dirty="0">
                          <a:solidFill>
                            <a:schemeClr val="tx1"/>
                          </a:solidFill>
                        </a:rPr>
                        <a:t>ATTENTION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dirty="0">
                          <a:solidFill>
                            <a:schemeClr val="tx1"/>
                          </a:solidFill>
                        </a:rPr>
                        <a:t>ATTENTION </a:t>
                      </a:r>
                    </a:p>
                    <a:p>
                      <a:pPr algn="l"/>
                      <a:r>
                        <a:rPr lang="en-US" sz="900" dirty="0">
                          <a:solidFill>
                            <a:schemeClr val="tx1"/>
                          </a:solidFill>
                        </a:rPr>
                        <a:t>+ ENOUGH TIME TO EXPERIMENT</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dirty="0">
                          <a:solidFill>
                            <a:schemeClr val="tx1"/>
                          </a:solidFill>
                        </a:rPr>
                        <a:t>ATTENTION</a:t>
                      </a:r>
                    </a:p>
                    <a:p>
                      <a:pPr algn="l"/>
                      <a:r>
                        <a:rPr lang="en-US" sz="900" dirty="0">
                          <a:solidFill>
                            <a:schemeClr val="tx1"/>
                          </a:solidFill>
                        </a:rPr>
                        <a:t>+ ENOUGH TIME TO EXPERIMENT</a:t>
                      </a:r>
                    </a:p>
                    <a:p>
                      <a:pPr algn="l"/>
                      <a:r>
                        <a:rPr lang="en-US" sz="900" dirty="0">
                          <a:solidFill>
                            <a:schemeClr val="tx1"/>
                          </a:solidFill>
                        </a:rPr>
                        <a:t>+ RECURRING ATTENDANCE</a:t>
                      </a:r>
                    </a:p>
                  </a:txBody>
                  <a:tcPr>
                    <a:solidFill>
                      <a:schemeClr val="accent1">
                        <a:lumMod val="20000"/>
                        <a:lumOff val="80000"/>
                      </a:schemeClr>
                    </a:solidFill>
                  </a:tcPr>
                </a:tc>
                <a:tc>
                  <a:txBody>
                    <a:bodyPr/>
                    <a:lstStyle/>
                    <a:p>
                      <a:pPr algn="l"/>
                      <a:r>
                        <a:rPr lang="en-US" sz="900" dirty="0">
                          <a:solidFill>
                            <a:schemeClr val="tx1"/>
                          </a:solidFill>
                        </a:rPr>
                        <a:t>ATTENTION</a:t>
                      </a:r>
                    </a:p>
                    <a:p>
                      <a:pPr algn="l"/>
                      <a:r>
                        <a:rPr lang="en-US" sz="900" dirty="0">
                          <a:solidFill>
                            <a:schemeClr val="tx1"/>
                          </a:solidFill>
                        </a:rPr>
                        <a:t>+ ENOUGH TIME TO EXPERIMENT</a:t>
                      </a:r>
                    </a:p>
                    <a:p>
                      <a:pPr algn="l"/>
                      <a:r>
                        <a:rPr lang="en-US" sz="900" dirty="0">
                          <a:solidFill>
                            <a:schemeClr val="tx1"/>
                          </a:solidFill>
                        </a:rPr>
                        <a:t>+ RECURRING ATTENDANCE</a:t>
                      </a:r>
                    </a:p>
                    <a:p>
                      <a:pPr algn="l"/>
                      <a:r>
                        <a:rPr lang="en-US" sz="900" dirty="0">
                          <a:solidFill>
                            <a:schemeClr val="tx1"/>
                          </a:solidFill>
                        </a:rPr>
                        <a:t>+ WILLINGNESS TO CONTRIBUTE</a:t>
                      </a:r>
                    </a:p>
                  </a:txBody>
                  <a:tcPr>
                    <a:solidFill>
                      <a:schemeClr val="accent1">
                        <a:lumMod val="40000"/>
                        <a:lumOff val="60000"/>
                      </a:schemeClr>
                    </a:solidFill>
                  </a:tcPr>
                </a:tc>
                <a:tc>
                  <a:txBody>
                    <a:bodyPr/>
                    <a:lstStyle/>
                    <a:p>
                      <a:pPr algn="l"/>
                      <a:r>
                        <a:rPr lang="en-US" sz="900" dirty="0">
                          <a:solidFill>
                            <a:schemeClr val="tx1"/>
                          </a:solidFill>
                        </a:rPr>
                        <a:t>ATTENTION</a:t>
                      </a:r>
                    </a:p>
                    <a:p>
                      <a:pPr algn="l"/>
                      <a:r>
                        <a:rPr lang="en-US" sz="900" dirty="0">
                          <a:solidFill>
                            <a:schemeClr val="tx1"/>
                          </a:solidFill>
                        </a:rPr>
                        <a:t>+ ENOUGH TIME TO EXPERIMENT</a:t>
                      </a:r>
                    </a:p>
                    <a:p>
                      <a:pPr algn="l"/>
                      <a:r>
                        <a:rPr lang="en-US" sz="900" dirty="0">
                          <a:solidFill>
                            <a:schemeClr val="tx1"/>
                          </a:solidFill>
                        </a:rPr>
                        <a:t>+ RECURRING ATTENDANCE</a:t>
                      </a:r>
                    </a:p>
                    <a:p>
                      <a:pPr algn="l"/>
                      <a:r>
                        <a:rPr lang="en-US" sz="900" dirty="0">
                          <a:solidFill>
                            <a:schemeClr val="tx1"/>
                          </a:solidFill>
                        </a:rPr>
                        <a:t>+ WILLINGNESS TO CONTRIBUTE</a:t>
                      </a:r>
                    </a:p>
                    <a:p>
                      <a:pPr algn="l"/>
                      <a:r>
                        <a:rPr lang="en-US" sz="900" dirty="0">
                          <a:solidFill>
                            <a:schemeClr val="tx1"/>
                          </a:solidFill>
                        </a:rPr>
                        <a:t>+WILLINGNESS TO TAKE RESPONSIBILITIES</a:t>
                      </a:r>
                    </a:p>
                  </a:txBody>
                  <a:tcPr>
                    <a:solidFill>
                      <a:schemeClr val="accent1">
                        <a:lumMod val="60000"/>
                        <a:lumOff val="40000"/>
                      </a:schemeClr>
                    </a:solidFill>
                  </a:tcPr>
                </a:tc>
                <a:tc>
                  <a:txBody>
                    <a:bodyPr/>
                    <a:lstStyle/>
                    <a:p>
                      <a:pPr algn="l"/>
                      <a:r>
                        <a:rPr lang="en-US" sz="900" dirty="0">
                          <a:solidFill>
                            <a:schemeClr val="bg1"/>
                          </a:solidFill>
                        </a:rPr>
                        <a:t>ATTENTION</a:t>
                      </a:r>
                    </a:p>
                    <a:p>
                      <a:pPr algn="l"/>
                      <a:r>
                        <a:rPr lang="en-US" sz="900" dirty="0">
                          <a:solidFill>
                            <a:schemeClr val="bg1"/>
                          </a:solidFill>
                        </a:rPr>
                        <a:t>+ ENOUGH TIME TO EXPERIMENT</a:t>
                      </a:r>
                    </a:p>
                    <a:p>
                      <a:pPr algn="l"/>
                      <a:r>
                        <a:rPr lang="en-US" sz="900" dirty="0">
                          <a:solidFill>
                            <a:schemeClr val="bg1"/>
                          </a:solidFill>
                        </a:rPr>
                        <a:t>+ RECURRING ATTENDANCE</a:t>
                      </a:r>
                    </a:p>
                    <a:p>
                      <a:pPr algn="l"/>
                      <a:r>
                        <a:rPr lang="en-US" sz="900" dirty="0">
                          <a:solidFill>
                            <a:schemeClr val="bg1"/>
                          </a:solidFill>
                        </a:rPr>
                        <a:t>+ WILLING NESS TO CONTRIBUTE</a:t>
                      </a:r>
                    </a:p>
                    <a:p>
                      <a:pPr algn="l"/>
                      <a:r>
                        <a:rPr lang="en-US" sz="900" dirty="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+WILLINGNESS TO BUILD</a:t>
                      </a:r>
                    </a:p>
                  </a:txBody>
                  <a:tcPr>
                    <a:solidFill>
                      <a:schemeClr val="accent1">
                        <a:lumMod val="75000"/>
                      </a:schemeClr>
                    </a:solidFill>
                  </a:tcPr>
                </a:tc>
                <a:tc>
                  <a:txBody>
                    <a:bodyPr/>
                    <a:lstStyle/>
                    <a:p>
                      <a:pPr algn="l"/>
                      <a:r>
                        <a:rPr lang="en-US" sz="900" dirty="0">
                          <a:solidFill>
                            <a:schemeClr val="bg1"/>
                          </a:solidFill>
                        </a:rPr>
                        <a:t>ATTENTION</a:t>
                      </a:r>
                    </a:p>
                    <a:p>
                      <a:pPr algn="l"/>
                      <a:r>
                        <a:rPr lang="en-US" sz="900" dirty="0">
                          <a:solidFill>
                            <a:schemeClr val="bg1"/>
                          </a:solidFill>
                        </a:rPr>
                        <a:t>+ ENOUGH TIME TO EXPERIMENT</a:t>
                      </a:r>
                    </a:p>
                    <a:p>
                      <a:pPr algn="l"/>
                      <a:r>
                        <a:rPr lang="en-US" sz="900" dirty="0">
                          <a:solidFill>
                            <a:schemeClr val="bg1"/>
                          </a:solidFill>
                        </a:rPr>
                        <a:t>+ RECURRING ATTENDANCE</a:t>
                      </a:r>
                    </a:p>
                    <a:p>
                      <a:pPr algn="l"/>
                      <a:r>
                        <a:rPr lang="en-US" sz="900" dirty="0">
                          <a:solidFill>
                            <a:schemeClr val="bg1"/>
                          </a:solidFill>
                        </a:rPr>
                        <a:t>+ WILLINGNESS TO CONTRIBUTE</a:t>
                      </a:r>
                    </a:p>
                    <a:p>
                      <a:pPr algn="l"/>
                      <a:r>
                        <a:rPr lang="en-US" sz="900" dirty="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+WILLINGNESS TO BUILD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+WILLINGNESS TO RALLY</a:t>
                      </a:r>
                    </a:p>
                  </a:txBody>
                  <a:tcPr>
                    <a:solidFill>
                      <a:schemeClr val="accent1">
                        <a:lumMod val="50000"/>
                      </a:schemeClr>
                    </a:solidFill>
                  </a:tcPr>
                </a:tc>
                <a:extLst>
                  <a:ext uri="{0D108BD9-81ED-4DB2-BD59-A6C34878D82A}">
                    <a16:rowId xmlns:a16="http://schemas.microsoft.com/office/drawing/2014/main" val="2260415336"/>
                  </a:ext>
                </a:extLst>
              </a:tr>
              <a:tr h="1043462">
                <a:tc>
                  <a:txBody>
                    <a:bodyPr/>
                    <a:lstStyle/>
                    <a:p>
                      <a:pPr algn="ctr"/>
                      <a:r>
                        <a:rPr lang="en-US" sz="900" dirty="0">
                          <a:solidFill>
                            <a:schemeClr val="tx1"/>
                          </a:solidFill>
                        </a:rPr>
                        <a:t>What members can possibly expect from the Community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dirty="0">
                          <a:solidFill>
                            <a:schemeClr val="tx1"/>
                          </a:solidFill>
                        </a:rPr>
                        <a:t>Interesting content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dirty="0">
                          <a:solidFill>
                            <a:schemeClr val="tx1"/>
                          </a:solidFill>
                        </a:rPr>
                        <a:t>Pleasant experience</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dirty="0">
                          <a:solidFill>
                            <a:schemeClr val="tx1"/>
                          </a:solidFill>
                        </a:rPr>
                        <a:t>- Interest and Utility</a:t>
                      </a:r>
                    </a:p>
                    <a:p>
                      <a:pPr algn="l"/>
                      <a:r>
                        <a:rPr lang="en-US" sz="900" dirty="0">
                          <a:solidFill>
                            <a:schemeClr val="tx1"/>
                          </a:solidFill>
                        </a:rPr>
                        <a:t>- Usefulness of community or  content experience</a:t>
                      </a:r>
                    </a:p>
                  </a:txBody>
                  <a:tcPr>
                    <a:solidFill>
                      <a:schemeClr val="accent1">
                        <a:lumMod val="20000"/>
                        <a:lumOff val="80000"/>
                      </a:schemeClr>
                    </a:solidFill>
                  </a:tcPr>
                </a:tc>
                <a:tc>
                  <a:txBody>
                    <a:bodyPr/>
                    <a:lstStyle/>
                    <a:p>
                      <a:pPr algn="l"/>
                      <a:r>
                        <a:rPr lang="en-US" sz="900" dirty="0">
                          <a:solidFill>
                            <a:schemeClr val="tx1"/>
                          </a:solidFill>
                        </a:rPr>
                        <a:t>- Feeling of being active</a:t>
                      </a:r>
                    </a:p>
                    <a:p>
                      <a:pPr algn="l"/>
                      <a:r>
                        <a:rPr lang="en-US" sz="900" dirty="0">
                          <a:solidFill>
                            <a:schemeClr val="tx1"/>
                          </a:solidFill>
                        </a:rPr>
                        <a:t>- Concrete effects resulting from one’s action</a:t>
                      </a:r>
                    </a:p>
                    <a:p>
                      <a:pPr algn="l"/>
                      <a:r>
                        <a:rPr lang="en-US" sz="900" dirty="0">
                          <a:solidFill>
                            <a:schemeClr val="tx1"/>
                          </a:solidFill>
                        </a:rPr>
                        <a:t>- Sense of belonging in something bigger</a:t>
                      </a:r>
                    </a:p>
                    <a:p>
                      <a:pPr marL="171450" indent="-171450" algn="l">
                        <a:buFontTx/>
                        <a:buChar char="-"/>
                      </a:pPr>
                      <a:r>
                        <a:rPr lang="en-US" sz="900" dirty="0">
                          <a:solidFill>
                            <a:schemeClr val="tx1"/>
                          </a:solidFill>
                        </a:rPr>
                        <a:t>Better self-image</a:t>
                      </a:r>
                    </a:p>
                    <a:p>
                      <a:pPr marL="171450" indent="-171450" algn="l">
                        <a:buFontTx/>
                        <a:buChar char="-"/>
                      </a:pPr>
                      <a:r>
                        <a:rPr lang="en-US" sz="900" dirty="0">
                          <a:solidFill>
                            <a:schemeClr val="tx1"/>
                          </a:solidFill>
                        </a:rPr>
                        <a:t>Alignment of values</a:t>
                      </a:r>
                    </a:p>
                  </a:txBody>
                  <a:tcPr>
                    <a:solidFill>
                      <a:schemeClr val="accent1">
                        <a:lumMod val="40000"/>
                        <a:lumOff val="60000"/>
                      </a:schemeClr>
                    </a:solidFill>
                  </a:tcPr>
                </a:tc>
                <a:tc>
                  <a:txBody>
                    <a:bodyPr/>
                    <a:lstStyle/>
                    <a:p>
                      <a:pPr marL="171450" indent="-171450" algn="l">
                        <a:buFontTx/>
                        <a:buChar char="-"/>
                      </a:pPr>
                      <a:r>
                        <a:rPr lang="en-US" sz="900" dirty="0">
                          <a:solidFill>
                            <a:schemeClr val="tx1"/>
                          </a:solidFill>
                        </a:rPr>
                        <a:t>Responsibilities</a:t>
                      </a:r>
                    </a:p>
                    <a:p>
                      <a:pPr marL="171450" indent="-171450" algn="l">
                        <a:buFontTx/>
                        <a:buChar char="-"/>
                      </a:pPr>
                      <a:r>
                        <a:rPr lang="en-US" sz="900" dirty="0">
                          <a:solidFill>
                            <a:schemeClr val="tx1"/>
                          </a:solidFill>
                        </a:rPr>
                        <a:t>Risk of loss and more  meaningful success</a:t>
                      </a:r>
                    </a:p>
                    <a:p>
                      <a:pPr marL="171450" indent="-171450" algn="l">
                        <a:buFontTx/>
                        <a:buChar char="-"/>
                      </a:pPr>
                      <a:r>
                        <a:rPr lang="en-US" sz="900" dirty="0">
                          <a:solidFill>
                            <a:schemeClr val="tx1"/>
                          </a:solidFill>
                        </a:rPr>
                        <a:t>Challenge and opportunity to succeed</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 A space to express oneself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 Support and tools for creativity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 Feeling of being aligned with oneself</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Posterity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Significance</a:t>
                      </a:r>
                    </a:p>
                  </a:txBody>
                  <a:tcPr>
                    <a:solidFill>
                      <a:schemeClr val="accent1">
                        <a:lumMod val="7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Unattended crowds to conquer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Significance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Large Vision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900" dirty="0">
                        <a:solidFill>
                          <a:schemeClr val="bg1"/>
                        </a:solidFill>
                      </a:endParaRPr>
                    </a:p>
                  </a:txBody>
                  <a:tcPr>
                    <a:solidFill>
                      <a:schemeClr val="accent1">
                        <a:lumMod val="50000"/>
                      </a:schemeClr>
                    </a:solidFill>
                  </a:tcPr>
                </a:tc>
                <a:extLst>
                  <a:ext uri="{0D108BD9-81ED-4DB2-BD59-A6C34878D82A}">
                    <a16:rowId xmlns:a16="http://schemas.microsoft.com/office/drawing/2014/main" val="1156104871"/>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274558" y="1841401"/>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51423" y="1888130"/>
            <a:ext cx="188517" cy="188517"/>
          </a:xfrm>
          <a:prstGeom prst="rect">
            <a:avLst/>
          </a:prstGeom>
        </p:spPr>
      </p:pic>
    </p:spTree>
    <p:extLst>
      <p:ext uri="{BB962C8B-B14F-4D97-AF65-F5344CB8AC3E}">
        <p14:creationId xmlns:p14="http://schemas.microsoft.com/office/powerpoint/2010/main" val="1588568121"/>
      </p:ext>
    </p:extLst>
  </p:cSld>
  <p:clrMapOvr>
    <a:masterClrMapping/>
  </p:clrMapOvr>
  <mc:AlternateContent xmlns:mc="http://schemas.openxmlformats.org/markup-compatibility/2006" xmlns:p14="http://schemas.microsoft.com/office/powerpoint/2010/main">
    <mc:Choice Requires="p14">
      <p:transition spd="slow" p14:dur="2000" advTm="77072"/>
    </mc:Choice>
    <mc:Fallback xmlns="">
      <p:transition spd="slow" advTm="77072"/>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lnSpcReduction="1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lnSpcReduction="10000"/>
          </a:bodyPr>
          <a:lstStyle/>
          <a:p>
            <a:pPr marL="0" indent="0">
              <a:buNone/>
            </a:pPr>
            <a:r>
              <a:rPr lang="en-US" noProof="1"/>
              <a:t>What do your Community members usually bring to the Community ? To which level is it closer ?</a:t>
            </a:r>
          </a:p>
          <a:p>
            <a:pPr marL="0" indent="0">
              <a:buNone/>
            </a:pPr>
            <a:endParaRPr lang="en-US" noProof="1"/>
          </a:p>
          <a:p>
            <a:pPr marL="0" indent="0">
              <a:buNone/>
            </a:pPr>
            <a:r>
              <a:rPr lang="en-US" noProof="1"/>
              <a:t>What are the most frequent expectations from your Community Members ?</a:t>
            </a:r>
          </a:p>
        </p:txBody>
      </p:sp>
      <p:grpSp>
        <p:nvGrpSpPr>
          <p:cNvPr id="3" name="Groupe 2">
            <a:extLst>
              <a:ext uri="{FF2B5EF4-FFF2-40B4-BE49-F238E27FC236}">
                <a16:creationId xmlns:a16="http://schemas.microsoft.com/office/drawing/2014/main" id="{C7E84088-FA6B-4351-B33D-F664A2C4A830}"/>
              </a:ext>
            </a:extLst>
          </p:cNvPr>
          <p:cNvGrpSpPr/>
          <p:nvPr/>
        </p:nvGrpSpPr>
        <p:grpSpPr>
          <a:xfrm>
            <a:off x="1459264" y="4231153"/>
            <a:ext cx="4399658" cy="466812"/>
            <a:chOff x="1384619" y="5139575"/>
            <a:chExt cx="4399658" cy="466812"/>
          </a:xfrm>
        </p:grpSpPr>
        <p:grpSp>
          <p:nvGrpSpPr>
            <p:cNvPr id="20" name="Groupe 19">
              <a:extLst>
                <a:ext uri="{FF2B5EF4-FFF2-40B4-BE49-F238E27FC236}">
                  <a16:creationId xmlns:a16="http://schemas.microsoft.com/office/drawing/2014/main" id="{3F805A19-124D-42BD-976F-10F11718419B}"/>
                </a:ext>
              </a:extLst>
            </p:cNvPr>
            <p:cNvGrpSpPr/>
            <p:nvPr/>
          </p:nvGrpSpPr>
          <p:grpSpPr>
            <a:xfrm>
              <a:off x="1384619" y="5186263"/>
              <a:ext cx="4399658" cy="420124"/>
              <a:chOff x="1900629" y="1202922"/>
              <a:chExt cx="10542118" cy="1006668"/>
            </a:xfrm>
          </p:grpSpPr>
          <p:pic>
            <p:nvPicPr>
              <p:cNvPr id="21" name="Graphique 20" descr="Une artiste avec un remplissage uni">
                <a:extLst>
                  <a:ext uri="{FF2B5EF4-FFF2-40B4-BE49-F238E27FC236}">
                    <a16:creationId xmlns:a16="http://schemas.microsoft.com/office/drawing/2014/main" id="{7D734BAF-5676-4363-A51D-8FE52E687E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13083" y="1233936"/>
                <a:ext cx="914400" cy="914400"/>
              </a:xfrm>
              <a:prstGeom prst="rect">
                <a:avLst/>
              </a:prstGeom>
            </p:spPr>
          </p:pic>
          <p:pic>
            <p:nvPicPr>
              <p:cNvPr id="22" name="Graphique 21" descr="Employée de bureau avec un remplissage uni">
                <a:extLst>
                  <a:ext uri="{FF2B5EF4-FFF2-40B4-BE49-F238E27FC236}">
                    <a16:creationId xmlns:a16="http://schemas.microsoft.com/office/drawing/2014/main" id="{230BE102-1BBD-4BE4-88D3-60783E8DA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0087" y="1254253"/>
                <a:ext cx="914400" cy="914400"/>
              </a:xfrm>
              <a:prstGeom prst="rect">
                <a:avLst/>
              </a:prstGeom>
            </p:spPr>
          </p:pic>
          <p:pic>
            <p:nvPicPr>
              <p:cNvPr id="23" name="Graphique 22" descr="Profil femelle avec un remplissage uni">
                <a:extLst>
                  <a:ext uri="{FF2B5EF4-FFF2-40B4-BE49-F238E27FC236}">
                    <a16:creationId xmlns:a16="http://schemas.microsoft.com/office/drawing/2014/main" id="{3480E43E-EC7A-4128-B0A8-7FD115DA74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3430" y="1254253"/>
                <a:ext cx="914400" cy="914400"/>
              </a:xfrm>
              <a:prstGeom prst="rect">
                <a:avLst/>
              </a:prstGeom>
            </p:spPr>
          </p:pic>
          <p:pic>
            <p:nvPicPr>
              <p:cNvPr id="24" name="Graphique 23" descr="Femme agricultrice avec un remplissage uni">
                <a:extLst>
                  <a:ext uri="{FF2B5EF4-FFF2-40B4-BE49-F238E27FC236}">
                    <a16:creationId xmlns:a16="http://schemas.microsoft.com/office/drawing/2014/main" id="{BE11D688-319F-4270-9E27-EE51799BA8B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5614" y="1295190"/>
                <a:ext cx="914400" cy="914400"/>
              </a:xfrm>
              <a:prstGeom prst="rect">
                <a:avLst/>
              </a:prstGeom>
            </p:spPr>
          </p:pic>
          <p:pic>
            <p:nvPicPr>
              <p:cNvPr id="25" name="Graphique 24" descr="Femme DJ avec un remplissage uni">
                <a:extLst>
                  <a:ext uri="{FF2B5EF4-FFF2-40B4-BE49-F238E27FC236}">
                    <a16:creationId xmlns:a16="http://schemas.microsoft.com/office/drawing/2014/main" id="{640BDF35-6005-4B46-936E-50A0D8CDBF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478957" y="1295190"/>
                <a:ext cx="914400" cy="914400"/>
              </a:xfrm>
              <a:prstGeom prst="rect">
                <a:avLst/>
              </a:prstGeom>
            </p:spPr>
          </p:pic>
          <p:pic>
            <p:nvPicPr>
              <p:cNvPr id="26" name="Graphique 25" descr="Écolière avec un remplissage uni">
                <a:extLst>
                  <a:ext uri="{FF2B5EF4-FFF2-40B4-BE49-F238E27FC236}">
                    <a16:creationId xmlns:a16="http://schemas.microsoft.com/office/drawing/2014/main" id="{32C65B13-DD64-4C9B-85C8-8DD374A1D06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00629" y="1254253"/>
                <a:ext cx="914400" cy="914400"/>
              </a:xfrm>
              <a:prstGeom prst="rect">
                <a:avLst/>
              </a:prstGeom>
            </p:spPr>
          </p:pic>
          <p:pic>
            <p:nvPicPr>
              <p:cNvPr id="27" name="Graphique 26" descr="Héroïne avec un remplissage uni">
                <a:extLst>
                  <a:ext uri="{FF2B5EF4-FFF2-40B4-BE49-F238E27FC236}">
                    <a16:creationId xmlns:a16="http://schemas.microsoft.com/office/drawing/2014/main" id="{1B6AEEE0-3F1D-4655-93BE-85787A065AA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436079" y="1202922"/>
                <a:ext cx="1006668" cy="1006668"/>
              </a:xfrm>
              <a:prstGeom prst="rect">
                <a:avLst/>
              </a:prstGeom>
            </p:spPr>
          </p:pic>
        </p:grpSp>
        <p:pic>
          <p:nvPicPr>
            <p:cNvPr id="28" name="Graphique 27" descr="Deux cœurs avec un remplissage uni">
              <a:extLst>
                <a:ext uri="{FF2B5EF4-FFF2-40B4-BE49-F238E27FC236}">
                  <a16:creationId xmlns:a16="http://schemas.microsoft.com/office/drawing/2014/main" id="{562E087B-8CF0-4A94-88FE-EA18EA611E4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940553" y="5139575"/>
              <a:ext cx="188517" cy="188517"/>
            </a:xfrm>
            <a:prstGeom prst="rect">
              <a:avLst/>
            </a:prstGeom>
          </p:spPr>
        </p:pic>
      </p:grpSp>
    </p:spTree>
    <p:extLst>
      <p:ext uri="{BB962C8B-B14F-4D97-AF65-F5344CB8AC3E}">
        <p14:creationId xmlns:p14="http://schemas.microsoft.com/office/powerpoint/2010/main" val="2129252725"/>
      </p:ext>
    </p:extLst>
  </p:cSld>
  <p:clrMapOvr>
    <a:masterClrMapping/>
  </p:clrMapOvr>
  <mc:AlternateContent xmlns:mc="http://schemas.openxmlformats.org/markup-compatibility/2006" xmlns:p14="http://schemas.microsoft.com/office/powerpoint/2010/main">
    <mc:Choice Requires="p14">
      <p:transition spd="slow" p14:dur="2000" advTm="22314"/>
    </mc:Choice>
    <mc:Fallback xmlns="">
      <p:transition spd="slow" advTm="22314"/>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Challenge P8</a:t>
            </a:r>
            <a:br>
              <a:rPr lang="en-US" sz="2400" dirty="0"/>
            </a:br>
            <a:r>
              <a:rPr lang="en-US" sz="2400" dirty="0"/>
              <a:t>Identify example activities &amp; content for each level</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nvGraphicFramePr>
        <p:xfrm>
          <a:off x="412322" y="3245420"/>
          <a:ext cx="11588320" cy="2042160"/>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2</a:t>
                      </a:r>
                    </a:p>
                  </a:txBody>
                  <a:tcPr>
                    <a:solidFill>
                      <a:schemeClr val="bg1">
                        <a:lumMod val="95000"/>
                      </a:schemeClr>
                    </a:solidFill>
                  </a:tcPr>
                </a:tc>
                <a:tc>
                  <a:txBody>
                    <a:bodyPr/>
                    <a:lstStyle/>
                    <a:p>
                      <a:pPr algn="ctr"/>
                      <a:r>
                        <a:rPr lang="en-US" sz="1100" dirty="0">
                          <a:solidFill>
                            <a:schemeClr val="tx1"/>
                          </a:solidFill>
                        </a:rPr>
                        <a:t>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6</a:t>
                      </a:r>
                    </a:p>
                  </a:txBody>
                  <a:tcPr>
                    <a:solidFill>
                      <a:schemeClr val="accent1">
                        <a:lumMod val="75000"/>
                      </a:schemeClr>
                    </a:solidFill>
                  </a:tcPr>
                </a:tc>
                <a:tc>
                  <a:txBody>
                    <a:bodyPr/>
                    <a:lstStyle/>
                    <a:p>
                      <a:pPr algn="ctr"/>
                      <a:r>
                        <a:rPr lang="en-US" sz="1100" dirty="0">
                          <a:solidFill>
                            <a:schemeClr val="bg1"/>
                          </a:solidFill>
                        </a:rPr>
                        <a:t>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“You got my attention”</a:t>
                      </a:r>
                    </a:p>
                  </a:txBody>
                  <a:tcPr>
                    <a:lnL w="12700" cap="flat" cmpd="sng" algn="ctr">
                      <a:no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experience something”</a:t>
                      </a:r>
                    </a:p>
                  </a:txBody>
                  <a:tcPr>
                    <a:solidFill>
                      <a:schemeClr val="bg1">
                        <a:lumMod val="95000"/>
                      </a:schemeClr>
                    </a:solidFill>
                  </a:tcPr>
                </a:tc>
                <a:tc>
                  <a:txBody>
                    <a:bodyPr/>
                    <a:lstStyle/>
                    <a:p>
                      <a:pPr algn="ctr"/>
                      <a:r>
                        <a:rPr lang="en-US" sz="11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“I want to add my own touch”</a:t>
                      </a:r>
                    </a:p>
                  </a:txBody>
                  <a:tcPr>
                    <a:solidFill>
                      <a:schemeClr val="accent1">
                        <a:lumMod val="75000"/>
                      </a:schemeClr>
                    </a:solidFill>
                  </a:tcPr>
                </a:tc>
                <a:tc>
                  <a:txBody>
                    <a:bodyPr/>
                    <a:lstStyle/>
                    <a:p>
                      <a:pPr algn="ctr"/>
                      <a:r>
                        <a:rPr lang="en-US" sz="11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r h="963601">
                <a:tc>
                  <a:txBody>
                    <a:bodyPr/>
                    <a:lstStyle/>
                    <a:p>
                      <a:pPr algn="ctr"/>
                      <a:r>
                        <a:rPr lang="en-US" sz="900" dirty="0">
                          <a:solidFill>
                            <a:schemeClr val="tx1"/>
                          </a:solidFill>
                        </a:rPr>
                        <a:t>Examples of what a Community can provide for members at each level of Engagement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Social network short posts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Tweets</a:t>
                      </a:r>
                    </a:p>
                    <a:p>
                      <a:pPr algn="ctr"/>
                      <a:r>
                        <a:rPr lang="en-US" sz="900" dirty="0">
                          <a:solidFill>
                            <a:schemeClr val="tx1"/>
                          </a:solidFill>
                        </a:rPr>
                        <a:t>Articles</a:t>
                      </a:r>
                    </a:p>
                    <a:p>
                      <a:pPr algn="ctr"/>
                      <a:r>
                        <a:rPr lang="en-US" sz="900" dirty="0">
                          <a:solidFill>
                            <a:schemeClr val="tx1"/>
                          </a:solidFill>
                        </a:rPr>
                        <a:t>Podcasts</a:t>
                      </a:r>
                    </a:p>
                    <a:p>
                      <a:pPr algn="ctr"/>
                      <a:r>
                        <a:rPr lang="en-US" sz="900" dirty="0">
                          <a:solidFill>
                            <a:schemeClr val="tx1"/>
                          </a:solidFill>
                        </a:rPr>
                        <a:t>Pictures</a:t>
                      </a:r>
                    </a:p>
                    <a:p>
                      <a:pPr algn="ctr"/>
                      <a:r>
                        <a:rPr lang="en-US" sz="900" dirty="0">
                          <a:solidFill>
                            <a:schemeClr val="tx1"/>
                          </a:solidFill>
                        </a:rPr>
                        <a:t>Videos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rPr>
                        <a:t>Videos</a:t>
                      </a:r>
                    </a:p>
                    <a:p>
                      <a:pPr algn="ctr"/>
                      <a:r>
                        <a:rPr lang="en-US" sz="900" dirty="0">
                          <a:solidFill>
                            <a:schemeClr val="tx1"/>
                          </a:solidFill>
                        </a:rPr>
                        <a:t>Events</a:t>
                      </a:r>
                    </a:p>
                    <a:p>
                      <a:pPr algn="ctr"/>
                      <a:r>
                        <a:rPr lang="en-US" sz="900" dirty="0">
                          <a:solidFill>
                            <a:schemeClr val="tx1"/>
                          </a:solidFill>
                        </a:rPr>
                        <a:t>Games</a:t>
                      </a:r>
                    </a:p>
                    <a:p>
                      <a:pPr algn="ctr"/>
                      <a:r>
                        <a:rPr lang="en-US" sz="900" dirty="0">
                          <a:solidFill>
                            <a:schemeClr val="tx1"/>
                          </a:solidFill>
                        </a:rPr>
                        <a:t>Serious Games</a:t>
                      </a:r>
                    </a:p>
                    <a:p>
                      <a:pPr algn="ctr"/>
                      <a:r>
                        <a:rPr lang="en-US" sz="900" dirty="0">
                          <a:solidFill>
                            <a:schemeClr val="tx1"/>
                          </a:solidFill>
                        </a:rPr>
                        <a:t>Workshops</a:t>
                      </a:r>
                    </a:p>
                    <a:p>
                      <a:pPr algn="ctr"/>
                      <a:r>
                        <a:rPr lang="en-US" sz="900" dirty="0">
                          <a:solidFill>
                            <a:schemeClr val="tx1"/>
                          </a:solidFill>
                        </a:rPr>
                        <a:t>Books</a:t>
                      </a:r>
                    </a:p>
                  </a:txBody>
                  <a:tcP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sz="900" dirty="0">
                          <a:solidFill>
                            <a:schemeClr val="tx1"/>
                          </a:solidFill>
                        </a:rPr>
                        <a:t>Tools</a:t>
                      </a:r>
                    </a:p>
                    <a:p>
                      <a:pPr algn="ctr"/>
                      <a:r>
                        <a:rPr lang="en-US" sz="900" dirty="0">
                          <a:solidFill>
                            <a:schemeClr val="tx1"/>
                          </a:solidFill>
                        </a:rPr>
                        <a:t>Advices</a:t>
                      </a:r>
                    </a:p>
                    <a:p>
                      <a:pPr algn="ctr"/>
                      <a:r>
                        <a:rPr lang="en-US" sz="900" dirty="0">
                          <a:solidFill>
                            <a:schemeClr val="tx1"/>
                          </a:solidFill>
                        </a:rPr>
                        <a:t>Products</a:t>
                      </a:r>
                    </a:p>
                    <a:p>
                      <a:pPr algn="ctr"/>
                      <a:r>
                        <a:rPr lang="en-US" sz="900" dirty="0">
                          <a:solidFill>
                            <a:schemeClr val="tx1"/>
                          </a:solidFill>
                        </a:rPr>
                        <a:t>Ready-to-use resources</a:t>
                      </a:r>
                    </a:p>
                    <a:p>
                      <a:pPr algn="ctr"/>
                      <a:r>
                        <a:rPr lang="en-US" sz="900" dirty="0">
                          <a:solidFill>
                            <a:schemeClr val="tx1"/>
                          </a:solidFill>
                        </a:rPr>
                        <a:t>Chat rooms with support</a:t>
                      </a:r>
                    </a:p>
                  </a:txBody>
                  <a:tcPr>
                    <a:solidFill>
                      <a:schemeClr val="accent1">
                        <a:lumMod val="20000"/>
                        <a:lumOff val="80000"/>
                      </a:schemeClr>
                    </a:solidFill>
                  </a:tcPr>
                </a:tc>
                <a:tc>
                  <a:txBody>
                    <a:bodyPr/>
                    <a:lstStyle/>
                    <a:p>
                      <a:pPr marL="0" indent="0" algn="ctr">
                        <a:buFontTx/>
                        <a:buNone/>
                      </a:pPr>
                      <a:r>
                        <a:rPr lang="en-US" sz="900" dirty="0">
                          <a:solidFill>
                            <a:schemeClr val="tx1"/>
                          </a:solidFill>
                        </a:rPr>
                        <a:t>Well-defined tasks</a:t>
                      </a:r>
                    </a:p>
                    <a:p>
                      <a:pPr marL="0" indent="0" algn="ctr">
                        <a:buFontTx/>
                        <a:buNone/>
                      </a:pPr>
                      <a:r>
                        <a:rPr lang="en-US" sz="900" dirty="0">
                          <a:solidFill>
                            <a:schemeClr val="tx1"/>
                          </a:solidFill>
                        </a:rPr>
                        <a:t>Direct effect of one’s effort</a:t>
                      </a:r>
                    </a:p>
                    <a:p>
                      <a:pPr marL="0" indent="0" algn="ctr">
                        <a:buFontTx/>
                        <a:buNone/>
                      </a:pPr>
                      <a:r>
                        <a:rPr lang="en-US" sz="900" dirty="0">
                          <a:solidFill>
                            <a:schemeClr val="tx1"/>
                          </a:solidFill>
                        </a:rPr>
                        <a:t>Moments of togetherness</a:t>
                      </a:r>
                    </a:p>
                    <a:p>
                      <a:pPr marL="0" indent="0" algn="ctr">
                        <a:buFontTx/>
                        <a:buNone/>
                      </a:pPr>
                      <a:r>
                        <a:rPr lang="en-US" sz="900" dirty="0">
                          <a:solidFill>
                            <a:schemeClr val="tx1"/>
                          </a:solidFill>
                        </a:rPr>
                        <a:t>Manifesto to sign &amp; share</a:t>
                      </a:r>
                    </a:p>
                  </a:txBody>
                  <a:tcPr>
                    <a:solidFill>
                      <a:schemeClr val="accent1">
                        <a:lumMod val="40000"/>
                        <a:lumOff val="60000"/>
                      </a:schemeClr>
                    </a:solidFill>
                  </a:tcPr>
                </a:tc>
                <a:tc>
                  <a:txBody>
                    <a:bodyPr/>
                    <a:lstStyle/>
                    <a:p>
                      <a:pPr marL="0" indent="0" algn="ctr">
                        <a:buFontTx/>
                        <a:buNone/>
                      </a:pPr>
                      <a:r>
                        <a:rPr lang="en-US" sz="900" dirty="0">
                          <a:solidFill>
                            <a:schemeClr val="tx1"/>
                          </a:solidFill>
                        </a:rPr>
                        <a:t>Key projects or initiatives currently without leaders </a:t>
                      </a:r>
                    </a:p>
                    <a:p>
                      <a:pPr marL="0" indent="0" algn="ctr">
                        <a:buFontTx/>
                        <a:buNone/>
                      </a:pPr>
                      <a:endParaRPr lang="en-US" sz="900" dirty="0">
                        <a:solidFill>
                          <a:schemeClr val="tx1"/>
                        </a:solidFill>
                      </a:endParaRPr>
                    </a:p>
                    <a:p>
                      <a:pPr marL="0" indent="0" algn="ctr">
                        <a:buFontTx/>
                        <a:buNone/>
                      </a:pPr>
                      <a:r>
                        <a:rPr lang="en-US" sz="900" dirty="0">
                          <a:solidFill>
                            <a:schemeClr val="tx1"/>
                          </a:solidFill>
                        </a:rPr>
                        <a:t>Important problems to solve</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Space to express oneself (existing media with opportunity of sharing)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Audience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Matchmaking with followers</a:t>
                      </a:r>
                    </a:p>
                  </a:txBody>
                  <a:tcPr>
                    <a:solidFill>
                      <a:schemeClr val="accent1">
                        <a:lumMod val="7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New domains to launch</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Identified potential audience and members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A space for proposing new audiences</a:t>
                      </a:r>
                    </a:p>
                  </a:txBody>
                  <a:tcPr>
                    <a:solidFill>
                      <a:schemeClr val="accent1">
                        <a:lumMod val="50000"/>
                      </a:schemeClr>
                    </a:solidFill>
                  </a:tcPr>
                </a:tc>
                <a:extLst>
                  <a:ext uri="{0D108BD9-81ED-4DB2-BD59-A6C34878D82A}">
                    <a16:rowId xmlns:a16="http://schemas.microsoft.com/office/drawing/2014/main" val="3195278570"/>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301191" y="2267529"/>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78056" y="2314258"/>
            <a:ext cx="188517" cy="188517"/>
          </a:xfrm>
          <a:prstGeom prst="rect">
            <a:avLst/>
          </a:prstGeom>
        </p:spPr>
      </p:pic>
    </p:spTree>
    <p:extLst>
      <p:ext uri="{BB962C8B-B14F-4D97-AF65-F5344CB8AC3E}">
        <p14:creationId xmlns:p14="http://schemas.microsoft.com/office/powerpoint/2010/main" val="3735650023"/>
      </p:ext>
    </p:extLst>
  </p:cSld>
  <p:clrMapOvr>
    <a:masterClrMapping/>
  </p:clrMapOvr>
  <mc:AlternateContent xmlns:mc="http://schemas.openxmlformats.org/markup-compatibility/2006" xmlns:p14="http://schemas.microsoft.com/office/powerpoint/2010/main">
    <mc:Choice Requires="p14">
      <p:transition spd="slow" p14:dur="2000" advTm="70533"/>
    </mc:Choice>
    <mc:Fallback xmlns="">
      <p:transition spd="slow" advTm="70533"/>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75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7500" lnSpcReduction="20000"/>
          </a:bodyPr>
          <a:lstStyle/>
          <a:p>
            <a:pPr marL="0" indent="0">
              <a:buNone/>
            </a:pPr>
            <a:r>
              <a:rPr lang="en-US" noProof="1"/>
              <a:t>What opportunities or content does your Community provide for members at different levels of engagement ? </a:t>
            </a:r>
          </a:p>
          <a:p>
            <a:pPr marL="0" indent="0">
              <a:buNone/>
            </a:pPr>
            <a:endParaRPr lang="en-US" noProof="1"/>
          </a:p>
          <a:p>
            <a:pPr marL="0" indent="0">
              <a:buNone/>
            </a:pPr>
            <a:r>
              <a:rPr lang="en-US" noProof="1"/>
              <a:t>In which level have you invested the most ? The least ? </a:t>
            </a:r>
          </a:p>
          <a:p>
            <a:pPr marL="0" indent="0">
              <a:buNone/>
            </a:pPr>
            <a:endParaRPr lang="en-US" noProof="1"/>
          </a:p>
          <a:p>
            <a:pPr marL="0" indent="0">
              <a:buNone/>
            </a:pPr>
            <a:r>
              <a:rPr lang="en-US" noProof="1"/>
              <a:t>Which levels can your Community address the most easily ? The least ? </a:t>
            </a:r>
          </a:p>
        </p:txBody>
      </p:sp>
      <p:grpSp>
        <p:nvGrpSpPr>
          <p:cNvPr id="3" name="Groupe 2">
            <a:extLst>
              <a:ext uri="{FF2B5EF4-FFF2-40B4-BE49-F238E27FC236}">
                <a16:creationId xmlns:a16="http://schemas.microsoft.com/office/drawing/2014/main" id="{C7E84088-FA6B-4351-B33D-F664A2C4A830}"/>
              </a:ext>
            </a:extLst>
          </p:cNvPr>
          <p:cNvGrpSpPr/>
          <p:nvPr/>
        </p:nvGrpSpPr>
        <p:grpSpPr>
          <a:xfrm>
            <a:off x="1459264" y="4231153"/>
            <a:ext cx="4399658" cy="466812"/>
            <a:chOff x="1384619" y="5139575"/>
            <a:chExt cx="4399658" cy="466812"/>
          </a:xfrm>
        </p:grpSpPr>
        <p:grpSp>
          <p:nvGrpSpPr>
            <p:cNvPr id="20" name="Groupe 19">
              <a:extLst>
                <a:ext uri="{FF2B5EF4-FFF2-40B4-BE49-F238E27FC236}">
                  <a16:creationId xmlns:a16="http://schemas.microsoft.com/office/drawing/2014/main" id="{3F805A19-124D-42BD-976F-10F11718419B}"/>
                </a:ext>
              </a:extLst>
            </p:cNvPr>
            <p:cNvGrpSpPr/>
            <p:nvPr/>
          </p:nvGrpSpPr>
          <p:grpSpPr>
            <a:xfrm>
              <a:off x="1384619" y="5186263"/>
              <a:ext cx="4399658" cy="420124"/>
              <a:chOff x="1900629" y="1202922"/>
              <a:chExt cx="10542118" cy="1006668"/>
            </a:xfrm>
          </p:grpSpPr>
          <p:pic>
            <p:nvPicPr>
              <p:cNvPr id="21" name="Graphique 20" descr="Une artiste avec un remplissage uni">
                <a:extLst>
                  <a:ext uri="{FF2B5EF4-FFF2-40B4-BE49-F238E27FC236}">
                    <a16:creationId xmlns:a16="http://schemas.microsoft.com/office/drawing/2014/main" id="{7D734BAF-5676-4363-A51D-8FE52E687E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13083" y="1233936"/>
                <a:ext cx="914400" cy="914400"/>
              </a:xfrm>
              <a:prstGeom prst="rect">
                <a:avLst/>
              </a:prstGeom>
            </p:spPr>
          </p:pic>
          <p:pic>
            <p:nvPicPr>
              <p:cNvPr id="22" name="Graphique 21" descr="Employée de bureau avec un remplissage uni">
                <a:extLst>
                  <a:ext uri="{FF2B5EF4-FFF2-40B4-BE49-F238E27FC236}">
                    <a16:creationId xmlns:a16="http://schemas.microsoft.com/office/drawing/2014/main" id="{230BE102-1BBD-4BE4-88D3-60783E8DA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0087" y="1254253"/>
                <a:ext cx="914400" cy="914400"/>
              </a:xfrm>
              <a:prstGeom prst="rect">
                <a:avLst/>
              </a:prstGeom>
            </p:spPr>
          </p:pic>
          <p:pic>
            <p:nvPicPr>
              <p:cNvPr id="23" name="Graphique 22" descr="Profil femelle avec un remplissage uni">
                <a:extLst>
                  <a:ext uri="{FF2B5EF4-FFF2-40B4-BE49-F238E27FC236}">
                    <a16:creationId xmlns:a16="http://schemas.microsoft.com/office/drawing/2014/main" id="{3480E43E-EC7A-4128-B0A8-7FD115DA74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3430" y="1254253"/>
                <a:ext cx="914400" cy="914400"/>
              </a:xfrm>
              <a:prstGeom prst="rect">
                <a:avLst/>
              </a:prstGeom>
            </p:spPr>
          </p:pic>
          <p:pic>
            <p:nvPicPr>
              <p:cNvPr id="24" name="Graphique 23" descr="Femme agricultrice avec un remplissage uni">
                <a:extLst>
                  <a:ext uri="{FF2B5EF4-FFF2-40B4-BE49-F238E27FC236}">
                    <a16:creationId xmlns:a16="http://schemas.microsoft.com/office/drawing/2014/main" id="{BE11D688-319F-4270-9E27-EE51799BA8B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5614" y="1295190"/>
                <a:ext cx="914400" cy="914400"/>
              </a:xfrm>
              <a:prstGeom prst="rect">
                <a:avLst/>
              </a:prstGeom>
            </p:spPr>
          </p:pic>
          <p:pic>
            <p:nvPicPr>
              <p:cNvPr id="25" name="Graphique 24" descr="Femme DJ avec un remplissage uni">
                <a:extLst>
                  <a:ext uri="{FF2B5EF4-FFF2-40B4-BE49-F238E27FC236}">
                    <a16:creationId xmlns:a16="http://schemas.microsoft.com/office/drawing/2014/main" id="{640BDF35-6005-4B46-936E-50A0D8CDBF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478957" y="1295190"/>
                <a:ext cx="914400" cy="914400"/>
              </a:xfrm>
              <a:prstGeom prst="rect">
                <a:avLst/>
              </a:prstGeom>
            </p:spPr>
          </p:pic>
          <p:pic>
            <p:nvPicPr>
              <p:cNvPr id="26" name="Graphique 25" descr="Écolière avec un remplissage uni">
                <a:extLst>
                  <a:ext uri="{FF2B5EF4-FFF2-40B4-BE49-F238E27FC236}">
                    <a16:creationId xmlns:a16="http://schemas.microsoft.com/office/drawing/2014/main" id="{32C65B13-DD64-4C9B-85C8-8DD374A1D06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00629" y="1254253"/>
                <a:ext cx="914400" cy="914400"/>
              </a:xfrm>
              <a:prstGeom prst="rect">
                <a:avLst/>
              </a:prstGeom>
            </p:spPr>
          </p:pic>
          <p:pic>
            <p:nvPicPr>
              <p:cNvPr id="27" name="Graphique 26" descr="Héroïne avec un remplissage uni">
                <a:extLst>
                  <a:ext uri="{FF2B5EF4-FFF2-40B4-BE49-F238E27FC236}">
                    <a16:creationId xmlns:a16="http://schemas.microsoft.com/office/drawing/2014/main" id="{1B6AEEE0-3F1D-4655-93BE-85787A065AA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436079" y="1202922"/>
                <a:ext cx="1006668" cy="1006668"/>
              </a:xfrm>
              <a:prstGeom prst="rect">
                <a:avLst/>
              </a:prstGeom>
            </p:spPr>
          </p:pic>
        </p:grpSp>
        <p:pic>
          <p:nvPicPr>
            <p:cNvPr id="28" name="Graphique 27" descr="Deux cœurs avec un remplissage uni">
              <a:extLst>
                <a:ext uri="{FF2B5EF4-FFF2-40B4-BE49-F238E27FC236}">
                  <a16:creationId xmlns:a16="http://schemas.microsoft.com/office/drawing/2014/main" id="{562E087B-8CF0-4A94-88FE-EA18EA611E4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940553" y="5139575"/>
              <a:ext cx="188517" cy="188517"/>
            </a:xfrm>
            <a:prstGeom prst="rect">
              <a:avLst/>
            </a:prstGeom>
          </p:spPr>
        </p:pic>
      </p:grpSp>
    </p:spTree>
    <p:extLst>
      <p:ext uri="{BB962C8B-B14F-4D97-AF65-F5344CB8AC3E}">
        <p14:creationId xmlns:p14="http://schemas.microsoft.com/office/powerpoint/2010/main" val="1983565618"/>
      </p:ext>
    </p:extLst>
  </p:cSld>
  <p:clrMapOvr>
    <a:masterClrMapping/>
  </p:clrMapOvr>
  <mc:AlternateContent xmlns:mc="http://schemas.openxmlformats.org/markup-compatibility/2006" xmlns:p14="http://schemas.microsoft.com/office/powerpoint/2010/main">
    <mc:Choice Requires="p14">
      <p:transition spd="slow" p14:dur="2000" advTm="42011"/>
    </mc:Choice>
    <mc:Fallback xmlns="">
      <p:transition spd="slow" advTm="42011"/>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Autofit/>
          </a:bodyPr>
          <a:lstStyle/>
          <a:p>
            <a:r>
              <a:rPr lang="en-US" sz="2400" dirty="0"/>
              <a:t>Exercise #P4, 5, 6</a:t>
            </a:r>
            <a:br>
              <a:rPr lang="en-US" sz="2400" dirty="0"/>
            </a:br>
            <a:r>
              <a:rPr lang="en-US" sz="2400" dirty="0"/>
              <a:t>Outline engagement levels, then time investment profiles, give &amp; take, activities and content for each level</a:t>
            </a:r>
          </a:p>
        </p:txBody>
      </p:sp>
      <p:sp>
        <p:nvSpPr>
          <p:cNvPr id="52" name="Rectangle 51">
            <a:extLst>
              <a:ext uri="{FF2B5EF4-FFF2-40B4-BE49-F238E27FC236}">
                <a16:creationId xmlns:a16="http://schemas.microsoft.com/office/drawing/2014/main" id="{DB6093E3-F4D7-4D32-8497-ACC7CDEDB777}"/>
              </a:ext>
            </a:extLst>
          </p:cNvPr>
          <p:cNvSpPr/>
          <p:nvPr/>
        </p:nvSpPr>
        <p:spPr>
          <a:xfrm>
            <a:off x="1115569" y="3022965"/>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Engagement level name</a:t>
            </a:r>
          </a:p>
        </p:txBody>
      </p:sp>
      <p:sp>
        <p:nvSpPr>
          <p:cNvPr id="53" name="Rectangle 52">
            <a:extLst>
              <a:ext uri="{FF2B5EF4-FFF2-40B4-BE49-F238E27FC236}">
                <a16:creationId xmlns:a16="http://schemas.microsoft.com/office/drawing/2014/main" id="{49CB435A-225C-4BB5-AD44-0219987C72CC}"/>
              </a:ext>
            </a:extLst>
          </p:cNvPr>
          <p:cNvSpPr/>
          <p:nvPr/>
        </p:nvSpPr>
        <p:spPr>
          <a:xfrm>
            <a:off x="1115568" y="3843973"/>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Time investment profile</a:t>
            </a:r>
          </a:p>
        </p:txBody>
      </p:sp>
      <p:sp>
        <p:nvSpPr>
          <p:cNvPr id="54" name="Rectangle 53">
            <a:extLst>
              <a:ext uri="{FF2B5EF4-FFF2-40B4-BE49-F238E27FC236}">
                <a16:creationId xmlns:a16="http://schemas.microsoft.com/office/drawing/2014/main" id="{5FBA71F2-BB26-44F6-AC59-0FA08B5AD438}"/>
              </a:ext>
            </a:extLst>
          </p:cNvPr>
          <p:cNvSpPr/>
          <p:nvPr/>
        </p:nvSpPr>
        <p:spPr>
          <a:xfrm>
            <a:off x="1115568" y="4664981"/>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What people are ready to give</a:t>
            </a:r>
          </a:p>
        </p:txBody>
      </p:sp>
      <p:sp>
        <p:nvSpPr>
          <p:cNvPr id="55" name="Rectangle 54">
            <a:extLst>
              <a:ext uri="{FF2B5EF4-FFF2-40B4-BE49-F238E27FC236}">
                <a16:creationId xmlns:a16="http://schemas.microsoft.com/office/drawing/2014/main" id="{2CE01127-6291-4E1E-93A5-9CF857A6892E}"/>
              </a:ext>
            </a:extLst>
          </p:cNvPr>
          <p:cNvSpPr/>
          <p:nvPr/>
        </p:nvSpPr>
        <p:spPr>
          <a:xfrm>
            <a:off x="2107345" y="310371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CF97221D-AACA-4C21-9D53-C2577C3E9EEB}"/>
              </a:ext>
            </a:extLst>
          </p:cNvPr>
          <p:cNvSpPr/>
          <p:nvPr/>
        </p:nvSpPr>
        <p:spPr>
          <a:xfrm>
            <a:off x="2107345" y="3843973"/>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7" name="Rectangle 56">
            <a:extLst>
              <a:ext uri="{FF2B5EF4-FFF2-40B4-BE49-F238E27FC236}">
                <a16:creationId xmlns:a16="http://schemas.microsoft.com/office/drawing/2014/main" id="{A91FD318-D09C-4B68-96F6-C7366CA3FF2D}"/>
              </a:ext>
            </a:extLst>
          </p:cNvPr>
          <p:cNvSpPr/>
          <p:nvPr/>
        </p:nvSpPr>
        <p:spPr>
          <a:xfrm>
            <a:off x="9288425" y="5129785"/>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9" name="Rectangle 58">
            <a:extLst>
              <a:ext uri="{FF2B5EF4-FFF2-40B4-BE49-F238E27FC236}">
                <a16:creationId xmlns:a16="http://schemas.microsoft.com/office/drawing/2014/main" id="{8EB4BEFA-B3D4-4FF0-BE9C-F119ADB68E2E}"/>
              </a:ext>
            </a:extLst>
          </p:cNvPr>
          <p:cNvSpPr/>
          <p:nvPr/>
        </p:nvSpPr>
        <p:spPr>
          <a:xfrm>
            <a:off x="8248272" y="302296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0" name="Rectangle 59">
            <a:extLst>
              <a:ext uri="{FF2B5EF4-FFF2-40B4-BE49-F238E27FC236}">
                <a16:creationId xmlns:a16="http://schemas.microsoft.com/office/drawing/2014/main" id="{71B830DF-0FE9-4840-B2FF-CC6231F1F1AD}"/>
              </a:ext>
            </a:extLst>
          </p:cNvPr>
          <p:cNvSpPr/>
          <p:nvPr/>
        </p:nvSpPr>
        <p:spPr>
          <a:xfrm>
            <a:off x="9386607" y="391594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1" name="Rectangle 60">
            <a:extLst>
              <a:ext uri="{FF2B5EF4-FFF2-40B4-BE49-F238E27FC236}">
                <a16:creationId xmlns:a16="http://schemas.microsoft.com/office/drawing/2014/main" id="{97746F59-125B-414E-BB18-87614F74B273}"/>
              </a:ext>
            </a:extLst>
          </p:cNvPr>
          <p:cNvSpPr/>
          <p:nvPr/>
        </p:nvSpPr>
        <p:spPr>
          <a:xfrm>
            <a:off x="4484401" y="3098015"/>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2" name="Rectangle 61">
            <a:extLst>
              <a:ext uri="{FF2B5EF4-FFF2-40B4-BE49-F238E27FC236}">
                <a16:creationId xmlns:a16="http://schemas.microsoft.com/office/drawing/2014/main" id="{9CE3ED25-357C-4762-9CCC-BBCE6BF066FE}"/>
              </a:ext>
            </a:extLst>
          </p:cNvPr>
          <p:cNvSpPr/>
          <p:nvPr/>
        </p:nvSpPr>
        <p:spPr>
          <a:xfrm>
            <a:off x="4510520" y="466498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3" name="Rectangle 62">
            <a:extLst>
              <a:ext uri="{FF2B5EF4-FFF2-40B4-BE49-F238E27FC236}">
                <a16:creationId xmlns:a16="http://schemas.microsoft.com/office/drawing/2014/main" id="{EC3D393E-888A-4AA3-B4D2-49A9647F2B79}"/>
              </a:ext>
            </a:extLst>
          </p:cNvPr>
          <p:cNvSpPr/>
          <p:nvPr/>
        </p:nvSpPr>
        <p:spPr>
          <a:xfrm>
            <a:off x="4510520" y="5434872"/>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grpSp>
        <p:nvGrpSpPr>
          <p:cNvPr id="35" name="Groupe 34">
            <a:extLst>
              <a:ext uri="{FF2B5EF4-FFF2-40B4-BE49-F238E27FC236}">
                <a16:creationId xmlns:a16="http://schemas.microsoft.com/office/drawing/2014/main" id="{AE6C7B51-4BA4-4808-ACFC-00D6ADB9C5AB}"/>
              </a:ext>
            </a:extLst>
          </p:cNvPr>
          <p:cNvGrpSpPr/>
          <p:nvPr/>
        </p:nvGrpSpPr>
        <p:grpSpPr>
          <a:xfrm>
            <a:off x="2013912" y="2067340"/>
            <a:ext cx="8244076" cy="874712"/>
            <a:chOff x="1384619" y="5139575"/>
            <a:chExt cx="4399658" cy="466812"/>
          </a:xfrm>
        </p:grpSpPr>
        <p:grpSp>
          <p:nvGrpSpPr>
            <p:cNvPr id="36" name="Groupe 35">
              <a:extLst>
                <a:ext uri="{FF2B5EF4-FFF2-40B4-BE49-F238E27FC236}">
                  <a16:creationId xmlns:a16="http://schemas.microsoft.com/office/drawing/2014/main" id="{E9B9FA2F-6351-424C-83EA-F6830D8AC147}"/>
                </a:ext>
              </a:extLst>
            </p:cNvPr>
            <p:cNvGrpSpPr/>
            <p:nvPr/>
          </p:nvGrpSpPr>
          <p:grpSpPr>
            <a:xfrm>
              <a:off x="1384619" y="5186263"/>
              <a:ext cx="4399658" cy="420124"/>
              <a:chOff x="1900629" y="1202922"/>
              <a:chExt cx="10542118" cy="1006668"/>
            </a:xfrm>
          </p:grpSpPr>
          <p:pic>
            <p:nvPicPr>
              <p:cNvPr id="38" name="Graphique 37" descr="Une artiste avec un remplissage uni">
                <a:extLst>
                  <a:ext uri="{FF2B5EF4-FFF2-40B4-BE49-F238E27FC236}">
                    <a16:creationId xmlns:a16="http://schemas.microsoft.com/office/drawing/2014/main" id="{91D1ACAD-B4BB-480D-9B09-11AEA8DEFF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39" name="Graphique 38" descr="Employée de bureau avec un remplissage uni">
                <a:extLst>
                  <a:ext uri="{FF2B5EF4-FFF2-40B4-BE49-F238E27FC236}">
                    <a16:creationId xmlns:a16="http://schemas.microsoft.com/office/drawing/2014/main" id="{22FD6910-3EA6-4532-830C-76C50B6284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40" name="Graphique 39" descr="Profil femelle avec un remplissage uni">
                <a:extLst>
                  <a:ext uri="{FF2B5EF4-FFF2-40B4-BE49-F238E27FC236}">
                    <a16:creationId xmlns:a16="http://schemas.microsoft.com/office/drawing/2014/main" id="{2E130215-F70E-4CC9-BD7D-D4FD607AC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41" name="Graphique 40" descr="Femme agricultrice avec un remplissage uni">
                <a:extLst>
                  <a:ext uri="{FF2B5EF4-FFF2-40B4-BE49-F238E27FC236}">
                    <a16:creationId xmlns:a16="http://schemas.microsoft.com/office/drawing/2014/main" id="{64E8830C-E1BB-4AEA-9FEA-3337A4DA4C9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42" name="Graphique 41" descr="Femme DJ avec un remplissage uni">
                <a:extLst>
                  <a:ext uri="{FF2B5EF4-FFF2-40B4-BE49-F238E27FC236}">
                    <a16:creationId xmlns:a16="http://schemas.microsoft.com/office/drawing/2014/main" id="{A51547AB-2F8B-416A-A406-EBC6F14958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78957" y="1295190"/>
                <a:ext cx="914400" cy="914400"/>
              </a:xfrm>
              <a:prstGeom prst="rect">
                <a:avLst/>
              </a:prstGeom>
            </p:spPr>
          </p:pic>
          <p:pic>
            <p:nvPicPr>
              <p:cNvPr id="43" name="Graphique 42" descr="Écolière avec un remplissage uni">
                <a:extLst>
                  <a:ext uri="{FF2B5EF4-FFF2-40B4-BE49-F238E27FC236}">
                    <a16:creationId xmlns:a16="http://schemas.microsoft.com/office/drawing/2014/main" id="{EE6976FB-E51D-45AC-B2D7-72B782A5ED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76" name="Graphique 75" descr="Héroïne avec un remplissage uni">
                <a:extLst>
                  <a:ext uri="{FF2B5EF4-FFF2-40B4-BE49-F238E27FC236}">
                    <a16:creationId xmlns:a16="http://schemas.microsoft.com/office/drawing/2014/main" id="{2E878252-85B9-4450-9376-6A0AE575F9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37" name="Graphique 36" descr="Deux cœurs avec un remplissage uni">
              <a:extLst>
                <a:ext uri="{FF2B5EF4-FFF2-40B4-BE49-F238E27FC236}">
                  <a16:creationId xmlns:a16="http://schemas.microsoft.com/office/drawing/2014/main" id="{A9B66C27-EAF2-4F1D-9652-65A702695E0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940553" y="5139575"/>
              <a:ext cx="188517" cy="188517"/>
            </a:xfrm>
            <a:prstGeom prst="rect">
              <a:avLst/>
            </a:prstGeom>
          </p:spPr>
        </p:pic>
      </p:grpSp>
      <p:sp>
        <p:nvSpPr>
          <p:cNvPr id="77" name="Rectangle 76">
            <a:extLst>
              <a:ext uri="{FF2B5EF4-FFF2-40B4-BE49-F238E27FC236}">
                <a16:creationId xmlns:a16="http://schemas.microsoft.com/office/drawing/2014/main" id="{C520C5A8-BA9C-4E8E-8A9B-94FCE04AAF62}"/>
              </a:ext>
            </a:extLst>
          </p:cNvPr>
          <p:cNvSpPr/>
          <p:nvPr/>
        </p:nvSpPr>
        <p:spPr>
          <a:xfrm>
            <a:off x="1115568" y="5425436"/>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What people expect</a:t>
            </a:r>
          </a:p>
        </p:txBody>
      </p:sp>
      <p:sp>
        <p:nvSpPr>
          <p:cNvPr id="78" name="Rectangle 77">
            <a:extLst>
              <a:ext uri="{FF2B5EF4-FFF2-40B4-BE49-F238E27FC236}">
                <a16:creationId xmlns:a16="http://schemas.microsoft.com/office/drawing/2014/main" id="{B6EBD810-1B16-4BA7-97A7-861155A604AA}"/>
              </a:ext>
            </a:extLst>
          </p:cNvPr>
          <p:cNvSpPr/>
          <p:nvPr/>
        </p:nvSpPr>
        <p:spPr>
          <a:xfrm>
            <a:off x="1103489" y="6185891"/>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800" dirty="0">
                <a:solidFill>
                  <a:schemeClr val="tx1"/>
                </a:solidFill>
              </a:rPr>
              <a:t>What your community can provide</a:t>
            </a:r>
          </a:p>
        </p:txBody>
      </p:sp>
    </p:spTree>
    <p:extLst>
      <p:ext uri="{BB962C8B-B14F-4D97-AF65-F5344CB8AC3E}">
        <p14:creationId xmlns:p14="http://schemas.microsoft.com/office/powerpoint/2010/main" val="245780579"/>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 / Use Case</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6718522" y="3472271"/>
            <a:ext cx="4165501" cy="983858"/>
          </a:xfrm>
          <a:prstGeom prst="wedgeEllipseCallout">
            <a:avLst>
              <a:gd name="adj1" fmla="val -15317"/>
              <a:gd name="adj2" fmla="val 7507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Well, um, ….</a:t>
            </a:r>
          </a:p>
        </p:txBody>
      </p:sp>
      <p:sp>
        <p:nvSpPr>
          <p:cNvPr id="8" name="ZoneTexte 7">
            <a:extLst>
              <a:ext uri="{FF2B5EF4-FFF2-40B4-BE49-F238E27FC236}">
                <a16:creationId xmlns:a16="http://schemas.microsoft.com/office/drawing/2014/main" id="{60EF153E-0595-4AD2-AC62-181ECF30C0FB}"/>
              </a:ext>
            </a:extLst>
          </p:cNvPr>
          <p:cNvSpPr txBox="1"/>
          <p:nvPr/>
        </p:nvSpPr>
        <p:spPr>
          <a:xfrm>
            <a:off x="8703599" y="5600717"/>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grpSp>
        <p:nvGrpSpPr>
          <p:cNvPr id="7" name="Groupe 6">
            <a:extLst>
              <a:ext uri="{FF2B5EF4-FFF2-40B4-BE49-F238E27FC236}">
                <a16:creationId xmlns:a16="http://schemas.microsoft.com/office/drawing/2014/main" id="{962C8B93-0726-4003-9F8F-115A72BA4B2F}"/>
              </a:ext>
            </a:extLst>
          </p:cNvPr>
          <p:cNvGrpSpPr/>
          <p:nvPr/>
        </p:nvGrpSpPr>
        <p:grpSpPr>
          <a:xfrm>
            <a:off x="7111184" y="4743954"/>
            <a:ext cx="1983159" cy="1565406"/>
            <a:chOff x="2192955" y="4690073"/>
            <a:chExt cx="1983159" cy="1565406"/>
          </a:xfrm>
        </p:grpSpPr>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pic>
          <p:nvPicPr>
            <p:cNvPr id="5" name="Graphique 4" descr="Visage grimaçant et transpirant avec remplissage uni avec un remplissage uni">
              <a:extLst>
                <a:ext uri="{FF2B5EF4-FFF2-40B4-BE49-F238E27FC236}">
                  <a16:creationId xmlns:a16="http://schemas.microsoft.com/office/drawing/2014/main" id="{1164BFA8-1069-4925-85E2-86E43734F1D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91472" y="4690073"/>
              <a:ext cx="803985" cy="803985"/>
            </a:xfrm>
            <a:prstGeom prst="rect">
              <a:avLst/>
            </a:prstGeom>
          </p:spPr>
        </p:pic>
      </p:grpSp>
      <p:pic>
        <p:nvPicPr>
          <p:cNvPr id="9" name="Graphique 8" descr="Couronne d'utilisateur féminine avec un remplissage uni">
            <a:extLst>
              <a:ext uri="{FF2B5EF4-FFF2-40B4-BE49-F238E27FC236}">
                <a16:creationId xmlns:a16="http://schemas.microsoft.com/office/drawing/2014/main" id="{674F7A4F-C10C-417E-875E-18920BCD813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76855" y="3373404"/>
            <a:ext cx="2764319" cy="2764319"/>
          </a:xfrm>
          <a:prstGeom prst="rect">
            <a:avLst/>
          </a:prstGeom>
        </p:spPr>
      </p:pic>
      <p:sp>
        <p:nvSpPr>
          <p:cNvPr id="10" name="Bulle narrative : ronde 9">
            <a:extLst>
              <a:ext uri="{FF2B5EF4-FFF2-40B4-BE49-F238E27FC236}">
                <a16:creationId xmlns:a16="http://schemas.microsoft.com/office/drawing/2014/main" id="{62BBB1A3-A820-46B0-983F-5CC0EA4086FF}"/>
              </a:ext>
            </a:extLst>
          </p:cNvPr>
          <p:cNvSpPr/>
          <p:nvPr/>
        </p:nvSpPr>
        <p:spPr>
          <a:xfrm>
            <a:off x="3560410" y="2576911"/>
            <a:ext cx="4023241" cy="1008727"/>
          </a:xfrm>
          <a:prstGeom prst="wedgeEllipseCallout">
            <a:avLst>
              <a:gd name="adj1" fmla="val -45507"/>
              <a:gd name="adj2" fmla="val 91993"/>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What is your Community </a:t>
            </a:r>
            <a:r>
              <a:rPr lang="en-US" sz="1100" b="1" dirty="0">
                <a:solidFill>
                  <a:schemeClr val="tx1"/>
                </a:solidFill>
              </a:rPr>
              <a:t>Engagement target</a:t>
            </a:r>
            <a:r>
              <a:rPr lang="en-US" sz="1100" dirty="0">
                <a:solidFill>
                  <a:schemeClr val="tx1"/>
                </a:solidFill>
              </a:rPr>
              <a:t> ? What will be the power of the Community by the end of the year ?</a:t>
            </a:r>
          </a:p>
        </p:txBody>
      </p:sp>
      <p:sp>
        <p:nvSpPr>
          <p:cNvPr id="11" name="ZoneTexte 10">
            <a:extLst>
              <a:ext uri="{FF2B5EF4-FFF2-40B4-BE49-F238E27FC236}">
                <a16:creationId xmlns:a16="http://schemas.microsoft.com/office/drawing/2014/main" id="{E743B6F2-645A-4761-A1FA-7A06A88B0CFF}"/>
              </a:ext>
            </a:extLst>
          </p:cNvPr>
          <p:cNvSpPr txBox="1"/>
          <p:nvPr/>
        </p:nvSpPr>
        <p:spPr>
          <a:xfrm>
            <a:off x="1844060" y="5832367"/>
            <a:ext cx="1716350" cy="261610"/>
          </a:xfrm>
          <a:prstGeom prst="rect">
            <a:avLst/>
          </a:prstGeom>
          <a:noFill/>
        </p:spPr>
        <p:txBody>
          <a:bodyPr wrap="square" rtlCol="0">
            <a:spAutoFit/>
          </a:bodyPr>
          <a:lstStyle/>
          <a:p>
            <a:r>
              <a:rPr lang="en-US" sz="1100" b="1" dirty="0">
                <a:solidFill>
                  <a:srgbClr val="EC7B2B"/>
                </a:solidFill>
              </a:rPr>
              <a:t>Top Management</a:t>
            </a:r>
          </a:p>
        </p:txBody>
      </p:sp>
    </p:spTree>
    <p:extLst>
      <p:ext uri="{BB962C8B-B14F-4D97-AF65-F5344CB8AC3E}">
        <p14:creationId xmlns:p14="http://schemas.microsoft.com/office/powerpoint/2010/main" val="2653642473"/>
      </p:ext>
    </p:extLst>
  </p:cSld>
  <p:clrMapOvr>
    <a:masterClrMapping/>
  </p:clrMapOvr>
  <mc:AlternateContent xmlns:mc="http://schemas.openxmlformats.org/markup-compatibility/2006" xmlns:p14="http://schemas.microsoft.com/office/powerpoint/2010/main">
    <mc:Choice Requires="p14">
      <p:transition spd="slow" p14:dur="2000" advTm="17439"/>
    </mc:Choice>
    <mc:Fallback xmlns="">
      <p:transition spd="slow" advTm="17439"/>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P9</a:t>
            </a:r>
            <a:br>
              <a:rPr lang="en-US" dirty="0"/>
            </a:br>
            <a:r>
              <a:rPr lang="en-US" dirty="0"/>
              <a:t>Set up a Community Engagement target Example : The Core &amp; Crowd</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42" name="Groupe 41">
            <a:extLst>
              <a:ext uri="{FF2B5EF4-FFF2-40B4-BE49-F238E27FC236}">
                <a16:creationId xmlns:a16="http://schemas.microsoft.com/office/drawing/2014/main" id="{C896FD5C-01D8-4F06-92EF-3936313ACB68}"/>
              </a:ext>
            </a:extLst>
          </p:cNvPr>
          <p:cNvGrpSpPr/>
          <p:nvPr/>
        </p:nvGrpSpPr>
        <p:grpSpPr>
          <a:xfrm>
            <a:off x="10409650" y="3429988"/>
            <a:ext cx="1045649" cy="1045649"/>
            <a:chOff x="9249702" y="4886325"/>
            <a:chExt cx="485775" cy="485775"/>
          </a:xfrm>
        </p:grpSpPr>
        <p:sp>
          <p:nvSpPr>
            <p:cNvPr id="43" name="Ellipse 42">
              <a:extLst>
                <a:ext uri="{FF2B5EF4-FFF2-40B4-BE49-F238E27FC236}">
                  <a16:creationId xmlns:a16="http://schemas.microsoft.com/office/drawing/2014/main" id="{2B22D55E-8C9A-4124-AF38-C9345BF4E77B}"/>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Utilisateur avec un remplissage uni">
              <a:extLst>
                <a:ext uri="{FF2B5EF4-FFF2-40B4-BE49-F238E27FC236}">
                  <a16:creationId xmlns:a16="http://schemas.microsoft.com/office/drawing/2014/main" id="{2910DA4D-1A95-4F21-ACD3-37995FBC34C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84" name="Graphique 83" descr="Utilisateur avec un remplissage uni">
            <a:extLst>
              <a:ext uri="{FF2B5EF4-FFF2-40B4-BE49-F238E27FC236}">
                <a16:creationId xmlns:a16="http://schemas.microsoft.com/office/drawing/2014/main" id="{4D0032A9-7420-402E-8F3C-F38B9B29226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39681" y="3221448"/>
            <a:ext cx="235652" cy="249776"/>
          </a:xfrm>
          <a:prstGeom prst="rect">
            <a:avLst/>
          </a:prstGeom>
        </p:spPr>
      </p:pic>
      <p:pic>
        <p:nvPicPr>
          <p:cNvPr id="85" name="Graphique 84" descr="Utilisateur avec un remplissage uni">
            <a:extLst>
              <a:ext uri="{FF2B5EF4-FFF2-40B4-BE49-F238E27FC236}">
                <a16:creationId xmlns:a16="http://schemas.microsoft.com/office/drawing/2014/main" id="{012F1773-6B14-427D-A836-87743973EFA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573986" y="3525039"/>
            <a:ext cx="235652" cy="249776"/>
          </a:xfrm>
          <a:prstGeom prst="rect">
            <a:avLst/>
          </a:prstGeom>
        </p:spPr>
      </p:pic>
      <p:pic>
        <p:nvPicPr>
          <p:cNvPr id="86" name="Graphique 85" descr="Utilisateur avec un remplissage uni">
            <a:extLst>
              <a:ext uri="{FF2B5EF4-FFF2-40B4-BE49-F238E27FC236}">
                <a16:creationId xmlns:a16="http://schemas.microsoft.com/office/drawing/2014/main" id="{C2EF987C-4A65-4D11-AA2F-B7F065C6A44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65189" y="3537408"/>
            <a:ext cx="235652" cy="249776"/>
          </a:xfrm>
          <a:prstGeom prst="rect">
            <a:avLst/>
          </a:prstGeom>
        </p:spPr>
      </p:pic>
      <p:pic>
        <p:nvPicPr>
          <p:cNvPr id="87" name="Graphique 86" descr="Utilisateur avec un remplissage uni">
            <a:extLst>
              <a:ext uri="{FF2B5EF4-FFF2-40B4-BE49-F238E27FC236}">
                <a16:creationId xmlns:a16="http://schemas.microsoft.com/office/drawing/2014/main" id="{248E30A7-7D37-4CB8-AA3E-2729EE7578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699494" y="3840999"/>
            <a:ext cx="235652" cy="249776"/>
          </a:xfrm>
          <a:prstGeom prst="rect">
            <a:avLst/>
          </a:prstGeom>
        </p:spPr>
      </p:pic>
      <p:pic>
        <p:nvPicPr>
          <p:cNvPr id="88" name="Graphique 87" descr="Utilisateur avec un remplissage uni">
            <a:extLst>
              <a:ext uri="{FF2B5EF4-FFF2-40B4-BE49-F238E27FC236}">
                <a16:creationId xmlns:a16="http://schemas.microsoft.com/office/drawing/2014/main" id="{C272D7AB-E0D6-4B3B-9FDE-A3CA419DFA8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42" y="3609218"/>
            <a:ext cx="235652" cy="249776"/>
          </a:xfrm>
          <a:prstGeom prst="rect">
            <a:avLst/>
          </a:prstGeom>
        </p:spPr>
      </p:pic>
      <p:pic>
        <p:nvPicPr>
          <p:cNvPr id="89" name="Graphique 88" descr="Utilisateur avec un remplissage uni">
            <a:extLst>
              <a:ext uri="{FF2B5EF4-FFF2-40B4-BE49-F238E27FC236}">
                <a16:creationId xmlns:a16="http://schemas.microsoft.com/office/drawing/2014/main" id="{166BB568-1971-43E3-9BC9-CD917C41F8C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47" y="3912809"/>
            <a:ext cx="235652" cy="249776"/>
          </a:xfrm>
          <a:prstGeom prst="rect">
            <a:avLst/>
          </a:prstGeom>
        </p:spPr>
      </p:pic>
      <p:pic>
        <p:nvPicPr>
          <p:cNvPr id="90" name="Graphique 89" descr="Utilisateur avec un remplissage uni">
            <a:extLst>
              <a:ext uri="{FF2B5EF4-FFF2-40B4-BE49-F238E27FC236}">
                <a16:creationId xmlns:a16="http://schemas.microsoft.com/office/drawing/2014/main" id="{A827ED81-19A8-4CE6-9445-8406E3BE27F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50" y="3925178"/>
            <a:ext cx="235652" cy="249776"/>
          </a:xfrm>
          <a:prstGeom prst="rect">
            <a:avLst/>
          </a:prstGeom>
        </p:spPr>
      </p:pic>
      <p:pic>
        <p:nvPicPr>
          <p:cNvPr id="91" name="Graphique 90" descr="Utilisateur avec un remplissage uni">
            <a:extLst>
              <a:ext uri="{FF2B5EF4-FFF2-40B4-BE49-F238E27FC236}">
                <a16:creationId xmlns:a16="http://schemas.microsoft.com/office/drawing/2014/main" id="{6A65A051-3643-44C1-A0E0-760507DF3B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55" y="4228769"/>
            <a:ext cx="235652" cy="249776"/>
          </a:xfrm>
          <a:prstGeom prst="rect">
            <a:avLst/>
          </a:prstGeom>
        </p:spPr>
      </p:pic>
      <p:pic>
        <p:nvPicPr>
          <p:cNvPr id="92" name="Graphique 91" descr="Utilisateur avec un remplissage uni">
            <a:extLst>
              <a:ext uri="{FF2B5EF4-FFF2-40B4-BE49-F238E27FC236}">
                <a16:creationId xmlns:a16="http://schemas.microsoft.com/office/drawing/2014/main" id="{3864E9C2-0A5A-44F8-9463-589F1272CE3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68" y="2688322"/>
            <a:ext cx="235652" cy="249776"/>
          </a:xfrm>
          <a:prstGeom prst="rect">
            <a:avLst/>
          </a:prstGeom>
        </p:spPr>
      </p:pic>
      <p:pic>
        <p:nvPicPr>
          <p:cNvPr id="93" name="Graphique 92" descr="Utilisateur avec un remplissage uni">
            <a:extLst>
              <a:ext uri="{FF2B5EF4-FFF2-40B4-BE49-F238E27FC236}">
                <a16:creationId xmlns:a16="http://schemas.microsoft.com/office/drawing/2014/main" id="{10EB6CC3-3B4A-493D-972F-D8F08B7ABAC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73" y="2991913"/>
            <a:ext cx="235652" cy="249776"/>
          </a:xfrm>
          <a:prstGeom prst="rect">
            <a:avLst/>
          </a:prstGeom>
        </p:spPr>
      </p:pic>
      <p:pic>
        <p:nvPicPr>
          <p:cNvPr id="94" name="Graphique 93" descr="Utilisateur avec un remplissage uni">
            <a:extLst>
              <a:ext uri="{FF2B5EF4-FFF2-40B4-BE49-F238E27FC236}">
                <a16:creationId xmlns:a16="http://schemas.microsoft.com/office/drawing/2014/main" id="{D31607CC-E2DE-4650-AECC-B58E313D3F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76" y="3004282"/>
            <a:ext cx="235652" cy="249776"/>
          </a:xfrm>
          <a:prstGeom prst="rect">
            <a:avLst/>
          </a:prstGeom>
        </p:spPr>
      </p:pic>
      <p:pic>
        <p:nvPicPr>
          <p:cNvPr id="95" name="Graphique 94" descr="Utilisateur avec un remplissage uni">
            <a:extLst>
              <a:ext uri="{FF2B5EF4-FFF2-40B4-BE49-F238E27FC236}">
                <a16:creationId xmlns:a16="http://schemas.microsoft.com/office/drawing/2014/main" id="{35B46162-AD72-420E-BA22-2413282F3FF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81" y="3307873"/>
            <a:ext cx="235652" cy="249776"/>
          </a:xfrm>
          <a:prstGeom prst="rect">
            <a:avLst/>
          </a:prstGeom>
        </p:spPr>
      </p:pic>
      <p:pic>
        <p:nvPicPr>
          <p:cNvPr id="96" name="Graphique 95" descr="Utilisateur avec un remplissage uni">
            <a:extLst>
              <a:ext uri="{FF2B5EF4-FFF2-40B4-BE49-F238E27FC236}">
                <a16:creationId xmlns:a16="http://schemas.microsoft.com/office/drawing/2014/main" id="{2CADA8C7-9754-459E-B51B-56E13F0611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00829" y="3076092"/>
            <a:ext cx="235652" cy="249776"/>
          </a:xfrm>
          <a:prstGeom prst="rect">
            <a:avLst/>
          </a:prstGeom>
        </p:spPr>
      </p:pic>
      <p:pic>
        <p:nvPicPr>
          <p:cNvPr id="97" name="Graphique 96" descr="Utilisateur avec un remplissage uni">
            <a:extLst>
              <a:ext uri="{FF2B5EF4-FFF2-40B4-BE49-F238E27FC236}">
                <a16:creationId xmlns:a16="http://schemas.microsoft.com/office/drawing/2014/main" id="{3BB68DF7-20E4-492A-AC0B-08CDA8C904E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35134" y="3379683"/>
            <a:ext cx="235652" cy="249776"/>
          </a:xfrm>
          <a:prstGeom prst="rect">
            <a:avLst/>
          </a:prstGeom>
        </p:spPr>
      </p:pic>
      <p:pic>
        <p:nvPicPr>
          <p:cNvPr id="98" name="Graphique 97" descr="Utilisateur avec un remplissage uni">
            <a:extLst>
              <a:ext uri="{FF2B5EF4-FFF2-40B4-BE49-F238E27FC236}">
                <a16:creationId xmlns:a16="http://schemas.microsoft.com/office/drawing/2014/main" id="{E2597875-B596-47D1-92CA-C1A680278EB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626337" y="3392052"/>
            <a:ext cx="235652" cy="249776"/>
          </a:xfrm>
          <a:prstGeom prst="rect">
            <a:avLst/>
          </a:prstGeom>
        </p:spPr>
      </p:pic>
      <p:pic>
        <p:nvPicPr>
          <p:cNvPr id="99" name="Graphique 98" descr="Utilisateur avec un remplissage uni">
            <a:extLst>
              <a:ext uri="{FF2B5EF4-FFF2-40B4-BE49-F238E27FC236}">
                <a16:creationId xmlns:a16="http://schemas.microsoft.com/office/drawing/2014/main" id="{8E86F1CB-5E25-4991-A563-17AEF76341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60642" y="3695643"/>
            <a:ext cx="235652" cy="249776"/>
          </a:xfrm>
          <a:prstGeom prst="rect">
            <a:avLst/>
          </a:prstGeom>
        </p:spPr>
      </p:pic>
      <p:pic>
        <p:nvPicPr>
          <p:cNvPr id="100" name="Graphique 99" descr="Utilisateur avec un remplissage uni">
            <a:extLst>
              <a:ext uri="{FF2B5EF4-FFF2-40B4-BE49-F238E27FC236}">
                <a16:creationId xmlns:a16="http://schemas.microsoft.com/office/drawing/2014/main" id="{C55C2EC7-B492-47B1-8EA4-19F5E3B5540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17320" y="2335665"/>
            <a:ext cx="235652" cy="249776"/>
          </a:xfrm>
          <a:prstGeom prst="rect">
            <a:avLst/>
          </a:prstGeom>
        </p:spPr>
      </p:pic>
      <p:pic>
        <p:nvPicPr>
          <p:cNvPr id="101" name="Graphique 100" descr="Utilisateur avec un remplissage uni">
            <a:extLst>
              <a:ext uri="{FF2B5EF4-FFF2-40B4-BE49-F238E27FC236}">
                <a16:creationId xmlns:a16="http://schemas.microsoft.com/office/drawing/2014/main" id="{0025EC2C-ADF9-4CBB-B83F-E881EC7B12C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57090" y="2678872"/>
            <a:ext cx="235652" cy="249776"/>
          </a:xfrm>
          <a:prstGeom prst="rect">
            <a:avLst/>
          </a:prstGeom>
        </p:spPr>
      </p:pic>
      <p:pic>
        <p:nvPicPr>
          <p:cNvPr id="102" name="Graphique 101" descr="Utilisateur avec un remplissage uni">
            <a:extLst>
              <a:ext uri="{FF2B5EF4-FFF2-40B4-BE49-F238E27FC236}">
                <a16:creationId xmlns:a16="http://schemas.microsoft.com/office/drawing/2014/main" id="{55708142-58BE-4FC2-84EB-47EF5D33063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32212" y="2106130"/>
            <a:ext cx="235652" cy="249776"/>
          </a:xfrm>
          <a:prstGeom prst="rect">
            <a:avLst/>
          </a:prstGeom>
        </p:spPr>
      </p:pic>
      <p:pic>
        <p:nvPicPr>
          <p:cNvPr id="103" name="Graphique 102" descr="Utilisateur avec un remplissage uni">
            <a:extLst>
              <a:ext uri="{FF2B5EF4-FFF2-40B4-BE49-F238E27FC236}">
                <a16:creationId xmlns:a16="http://schemas.microsoft.com/office/drawing/2014/main" id="{14DA449C-9D48-41B6-BF8A-6EE15152B04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23415" y="2118499"/>
            <a:ext cx="235652" cy="249776"/>
          </a:xfrm>
          <a:prstGeom prst="rect">
            <a:avLst/>
          </a:prstGeom>
        </p:spPr>
      </p:pic>
      <p:pic>
        <p:nvPicPr>
          <p:cNvPr id="104" name="Graphique 103" descr="Utilisateur avec un remplissage uni">
            <a:extLst>
              <a:ext uri="{FF2B5EF4-FFF2-40B4-BE49-F238E27FC236}">
                <a16:creationId xmlns:a16="http://schemas.microsoft.com/office/drawing/2014/main" id="{DA25B730-EDEA-416F-8F64-328092283B4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57720" y="2422090"/>
            <a:ext cx="235652" cy="249776"/>
          </a:xfrm>
          <a:prstGeom prst="rect">
            <a:avLst/>
          </a:prstGeom>
        </p:spPr>
      </p:pic>
      <p:pic>
        <p:nvPicPr>
          <p:cNvPr id="105" name="Graphique 104" descr="Utilisateur avec un remplissage uni">
            <a:extLst>
              <a:ext uri="{FF2B5EF4-FFF2-40B4-BE49-F238E27FC236}">
                <a16:creationId xmlns:a16="http://schemas.microsoft.com/office/drawing/2014/main" id="{7929AFCE-38F6-4546-A4CE-6392BFCBCA9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78468" y="2190309"/>
            <a:ext cx="235652" cy="249776"/>
          </a:xfrm>
          <a:prstGeom prst="rect">
            <a:avLst/>
          </a:prstGeom>
        </p:spPr>
      </p:pic>
      <p:pic>
        <p:nvPicPr>
          <p:cNvPr id="106" name="Graphique 105" descr="Utilisateur avec un remplissage uni">
            <a:extLst>
              <a:ext uri="{FF2B5EF4-FFF2-40B4-BE49-F238E27FC236}">
                <a16:creationId xmlns:a16="http://schemas.microsoft.com/office/drawing/2014/main" id="{D12FACFC-2C74-4539-9380-046B252BB1B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12773" y="2493900"/>
            <a:ext cx="235652" cy="249776"/>
          </a:xfrm>
          <a:prstGeom prst="rect">
            <a:avLst/>
          </a:prstGeom>
        </p:spPr>
      </p:pic>
      <p:pic>
        <p:nvPicPr>
          <p:cNvPr id="107" name="Graphique 106" descr="Utilisateur avec un remplissage uni">
            <a:extLst>
              <a:ext uri="{FF2B5EF4-FFF2-40B4-BE49-F238E27FC236}">
                <a16:creationId xmlns:a16="http://schemas.microsoft.com/office/drawing/2014/main" id="{22D5DF6E-EA8A-4029-8A20-43F5CA3665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703976" y="2506269"/>
            <a:ext cx="235652" cy="249776"/>
          </a:xfrm>
          <a:prstGeom prst="rect">
            <a:avLst/>
          </a:prstGeom>
        </p:spPr>
      </p:pic>
      <p:pic>
        <p:nvPicPr>
          <p:cNvPr id="108" name="Graphique 107" descr="Utilisateur avec un remplissage uni">
            <a:extLst>
              <a:ext uri="{FF2B5EF4-FFF2-40B4-BE49-F238E27FC236}">
                <a16:creationId xmlns:a16="http://schemas.microsoft.com/office/drawing/2014/main" id="{21610F50-ACCF-4EBD-A9DB-6ABAA25244A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28390" y="4469027"/>
            <a:ext cx="235652" cy="249776"/>
          </a:xfrm>
          <a:prstGeom prst="rect">
            <a:avLst/>
          </a:prstGeom>
        </p:spPr>
      </p:pic>
      <p:pic>
        <p:nvPicPr>
          <p:cNvPr id="109" name="Graphique 108" descr="Utilisateur avec un remplissage uni">
            <a:extLst>
              <a:ext uri="{FF2B5EF4-FFF2-40B4-BE49-F238E27FC236}">
                <a16:creationId xmlns:a16="http://schemas.microsoft.com/office/drawing/2014/main" id="{FB7C02AF-3676-43FB-81F0-0E0EC5F89E3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83443" y="4540837"/>
            <a:ext cx="235652" cy="249776"/>
          </a:xfrm>
          <a:prstGeom prst="rect">
            <a:avLst/>
          </a:prstGeom>
        </p:spPr>
      </p:pic>
      <p:pic>
        <p:nvPicPr>
          <p:cNvPr id="110" name="Graphique 109" descr="Utilisateur avec un remplissage uni">
            <a:extLst>
              <a:ext uri="{FF2B5EF4-FFF2-40B4-BE49-F238E27FC236}">
                <a16:creationId xmlns:a16="http://schemas.microsoft.com/office/drawing/2014/main" id="{BC48249A-D2CA-485C-95FE-924EAC01B06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74646" y="4553206"/>
            <a:ext cx="235652" cy="249776"/>
          </a:xfrm>
          <a:prstGeom prst="rect">
            <a:avLst/>
          </a:prstGeom>
        </p:spPr>
      </p:pic>
      <p:pic>
        <p:nvPicPr>
          <p:cNvPr id="111" name="Graphique 110" descr="Utilisateur avec un remplissage uni">
            <a:extLst>
              <a:ext uri="{FF2B5EF4-FFF2-40B4-BE49-F238E27FC236}">
                <a16:creationId xmlns:a16="http://schemas.microsoft.com/office/drawing/2014/main" id="{63826083-D8DD-42FB-8A4D-7774B1D6690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08951" y="4856797"/>
            <a:ext cx="235652" cy="249776"/>
          </a:xfrm>
          <a:prstGeom prst="rect">
            <a:avLst/>
          </a:prstGeom>
        </p:spPr>
      </p:pic>
      <p:pic>
        <p:nvPicPr>
          <p:cNvPr id="112" name="Graphique 111" descr="Utilisateur avec un remplissage uni">
            <a:extLst>
              <a:ext uri="{FF2B5EF4-FFF2-40B4-BE49-F238E27FC236}">
                <a16:creationId xmlns:a16="http://schemas.microsoft.com/office/drawing/2014/main" id="{5A8BB1C0-3A9D-4ACB-9F11-EEFE7459FDB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89538" y="4323671"/>
            <a:ext cx="235652" cy="249776"/>
          </a:xfrm>
          <a:prstGeom prst="rect">
            <a:avLst/>
          </a:prstGeom>
        </p:spPr>
      </p:pic>
      <p:grpSp>
        <p:nvGrpSpPr>
          <p:cNvPr id="113" name="Groupe 112">
            <a:extLst>
              <a:ext uri="{FF2B5EF4-FFF2-40B4-BE49-F238E27FC236}">
                <a16:creationId xmlns:a16="http://schemas.microsoft.com/office/drawing/2014/main" id="{2FF8587C-BA03-4091-882F-D13296650F46}"/>
              </a:ext>
            </a:extLst>
          </p:cNvPr>
          <p:cNvGrpSpPr/>
          <p:nvPr/>
        </p:nvGrpSpPr>
        <p:grpSpPr>
          <a:xfrm>
            <a:off x="9305652" y="3591574"/>
            <a:ext cx="667207" cy="667207"/>
            <a:chOff x="9249702" y="4886325"/>
            <a:chExt cx="485775" cy="485775"/>
          </a:xfrm>
        </p:grpSpPr>
        <p:sp>
          <p:nvSpPr>
            <p:cNvPr id="114" name="Ellipse 113">
              <a:extLst>
                <a:ext uri="{FF2B5EF4-FFF2-40B4-BE49-F238E27FC236}">
                  <a16:creationId xmlns:a16="http://schemas.microsoft.com/office/drawing/2014/main" id="{B16D6B6A-736F-4501-9F7A-D5DBC1EE2D38}"/>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5" name="Graphique 114" descr="Utilisateur avec un remplissage uni">
              <a:extLst>
                <a:ext uri="{FF2B5EF4-FFF2-40B4-BE49-F238E27FC236}">
                  <a16:creationId xmlns:a16="http://schemas.microsoft.com/office/drawing/2014/main" id="{A3C3E12E-9A43-4B60-97DC-674CB1C2FE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6" name="Groupe 115">
            <a:extLst>
              <a:ext uri="{FF2B5EF4-FFF2-40B4-BE49-F238E27FC236}">
                <a16:creationId xmlns:a16="http://schemas.microsoft.com/office/drawing/2014/main" id="{60808FFB-5E19-4FC2-9329-D902B3E45748}"/>
              </a:ext>
            </a:extLst>
          </p:cNvPr>
          <p:cNvGrpSpPr/>
          <p:nvPr/>
        </p:nvGrpSpPr>
        <p:grpSpPr>
          <a:xfrm>
            <a:off x="2530853" y="3273785"/>
            <a:ext cx="527245" cy="527245"/>
            <a:chOff x="9249702" y="4886325"/>
            <a:chExt cx="485775" cy="485775"/>
          </a:xfrm>
        </p:grpSpPr>
        <p:sp>
          <p:nvSpPr>
            <p:cNvPr id="117" name="Ellipse 116">
              <a:extLst>
                <a:ext uri="{FF2B5EF4-FFF2-40B4-BE49-F238E27FC236}">
                  <a16:creationId xmlns:a16="http://schemas.microsoft.com/office/drawing/2014/main" id="{18587145-A433-441D-A16C-53AED733B940}"/>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8" name="Graphique 117" descr="Utilisateur avec un remplissage uni">
              <a:extLst>
                <a:ext uri="{FF2B5EF4-FFF2-40B4-BE49-F238E27FC236}">
                  <a16:creationId xmlns:a16="http://schemas.microsoft.com/office/drawing/2014/main" id="{20EFCE7F-D493-447B-BA85-C4397A3A6C3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9" name="Groupe 118">
            <a:extLst>
              <a:ext uri="{FF2B5EF4-FFF2-40B4-BE49-F238E27FC236}">
                <a16:creationId xmlns:a16="http://schemas.microsoft.com/office/drawing/2014/main" id="{3A7B2DDC-ECA6-4957-935A-F5D43415C4E3}"/>
              </a:ext>
            </a:extLst>
          </p:cNvPr>
          <p:cNvGrpSpPr/>
          <p:nvPr/>
        </p:nvGrpSpPr>
        <p:grpSpPr>
          <a:xfrm>
            <a:off x="2701303" y="3846796"/>
            <a:ext cx="527245" cy="527245"/>
            <a:chOff x="9249702" y="4886325"/>
            <a:chExt cx="485775" cy="485775"/>
          </a:xfrm>
        </p:grpSpPr>
        <p:sp>
          <p:nvSpPr>
            <p:cNvPr id="120" name="Ellipse 119">
              <a:extLst>
                <a:ext uri="{FF2B5EF4-FFF2-40B4-BE49-F238E27FC236}">
                  <a16:creationId xmlns:a16="http://schemas.microsoft.com/office/drawing/2014/main" id="{E3AC7F7F-71A0-4FE1-BC75-1B015B0F788B}"/>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1" name="Graphique 120" descr="Utilisateur avec un remplissage uni">
              <a:extLst>
                <a:ext uri="{FF2B5EF4-FFF2-40B4-BE49-F238E27FC236}">
                  <a16:creationId xmlns:a16="http://schemas.microsoft.com/office/drawing/2014/main" id="{24E2F3D8-CD0C-43E2-8E1B-F65B4C5D651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2" name="Groupe 121">
            <a:extLst>
              <a:ext uri="{FF2B5EF4-FFF2-40B4-BE49-F238E27FC236}">
                <a16:creationId xmlns:a16="http://schemas.microsoft.com/office/drawing/2014/main" id="{D7489462-0AED-4FBC-A489-F3C0F44A165E}"/>
              </a:ext>
            </a:extLst>
          </p:cNvPr>
          <p:cNvGrpSpPr/>
          <p:nvPr/>
        </p:nvGrpSpPr>
        <p:grpSpPr>
          <a:xfrm>
            <a:off x="2501718" y="4408044"/>
            <a:ext cx="527245" cy="527245"/>
            <a:chOff x="9249702" y="4886325"/>
            <a:chExt cx="485775" cy="485775"/>
          </a:xfrm>
        </p:grpSpPr>
        <p:sp>
          <p:nvSpPr>
            <p:cNvPr id="123" name="Ellipse 122">
              <a:extLst>
                <a:ext uri="{FF2B5EF4-FFF2-40B4-BE49-F238E27FC236}">
                  <a16:creationId xmlns:a16="http://schemas.microsoft.com/office/drawing/2014/main" id="{213A399E-AFC8-4FA0-BE51-1E35834B8D49}"/>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4" name="Graphique 123" descr="Utilisateur avec un remplissage uni">
              <a:extLst>
                <a:ext uri="{FF2B5EF4-FFF2-40B4-BE49-F238E27FC236}">
                  <a16:creationId xmlns:a16="http://schemas.microsoft.com/office/drawing/2014/main" id="{C06679C9-4DCF-4FE3-9F01-5A94BB3EE24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34" name="Groupe 133">
            <a:extLst>
              <a:ext uri="{FF2B5EF4-FFF2-40B4-BE49-F238E27FC236}">
                <a16:creationId xmlns:a16="http://schemas.microsoft.com/office/drawing/2014/main" id="{172FF17C-ECE3-4516-BAE0-F23D159ECAE6}"/>
              </a:ext>
            </a:extLst>
          </p:cNvPr>
          <p:cNvGrpSpPr/>
          <p:nvPr/>
        </p:nvGrpSpPr>
        <p:grpSpPr>
          <a:xfrm>
            <a:off x="3621542" y="3625902"/>
            <a:ext cx="667207" cy="667207"/>
            <a:chOff x="9249702" y="4886325"/>
            <a:chExt cx="485775" cy="485775"/>
          </a:xfrm>
        </p:grpSpPr>
        <p:sp>
          <p:nvSpPr>
            <p:cNvPr id="135" name="Ellipse 134">
              <a:extLst>
                <a:ext uri="{FF2B5EF4-FFF2-40B4-BE49-F238E27FC236}">
                  <a16:creationId xmlns:a16="http://schemas.microsoft.com/office/drawing/2014/main" id="{8503CA33-01F3-4056-B826-09B043752C0D}"/>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6" name="Graphique 135" descr="Utilisateur avec un remplissage uni">
              <a:extLst>
                <a:ext uri="{FF2B5EF4-FFF2-40B4-BE49-F238E27FC236}">
                  <a16:creationId xmlns:a16="http://schemas.microsoft.com/office/drawing/2014/main" id="{6F7A3C98-7A58-4F80-BE1B-4B4F9A40754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37" name="Groupe 136">
            <a:extLst>
              <a:ext uri="{FF2B5EF4-FFF2-40B4-BE49-F238E27FC236}">
                <a16:creationId xmlns:a16="http://schemas.microsoft.com/office/drawing/2014/main" id="{C2074517-D7DD-4C57-BB5F-7D2F06A6E128}"/>
              </a:ext>
            </a:extLst>
          </p:cNvPr>
          <p:cNvGrpSpPr/>
          <p:nvPr/>
        </p:nvGrpSpPr>
        <p:grpSpPr>
          <a:xfrm>
            <a:off x="4253983" y="3971312"/>
            <a:ext cx="667207" cy="667207"/>
            <a:chOff x="9249702" y="4886325"/>
            <a:chExt cx="485775" cy="485775"/>
          </a:xfrm>
        </p:grpSpPr>
        <p:sp>
          <p:nvSpPr>
            <p:cNvPr id="138" name="Ellipse 137">
              <a:extLst>
                <a:ext uri="{FF2B5EF4-FFF2-40B4-BE49-F238E27FC236}">
                  <a16:creationId xmlns:a16="http://schemas.microsoft.com/office/drawing/2014/main" id="{32546410-55E1-44EA-B881-2C803C927D1C}"/>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9" name="Graphique 138" descr="Utilisateur avec un remplissage uni">
              <a:extLst>
                <a:ext uri="{FF2B5EF4-FFF2-40B4-BE49-F238E27FC236}">
                  <a16:creationId xmlns:a16="http://schemas.microsoft.com/office/drawing/2014/main" id="{5D0263B6-8979-46FF-BFF5-10E26A45D9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0" name="Groupe 139">
            <a:extLst>
              <a:ext uri="{FF2B5EF4-FFF2-40B4-BE49-F238E27FC236}">
                <a16:creationId xmlns:a16="http://schemas.microsoft.com/office/drawing/2014/main" id="{22179545-3F12-4F17-B3BA-C723F2F28FAA}"/>
              </a:ext>
            </a:extLst>
          </p:cNvPr>
          <p:cNvGrpSpPr/>
          <p:nvPr/>
        </p:nvGrpSpPr>
        <p:grpSpPr>
          <a:xfrm>
            <a:off x="3698652" y="4455101"/>
            <a:ext cx="667207" cy="667207"/>
            <a:chOff x="9249702" y="4886325"/>
            <a:chExt cx="485775" cy="485775"/>
          </a:xfrm>
        </p:grpSpPr>
        <p:sp>
          <p:nvSpPr>
            <p:cNvPr id="141" name="Ellipse 140">
              <a:extLst>
                <a:ext uri="{FF2B5EF4-FFF2-40B4-BE49-F238E27FC236}">
                  <a16:creationId xmlns:a16="http://schemas.microsoft.com/office/drawing/2014/main" id="{978BF94D-5A01-48FF-A1D8-E3EE862AB1F9}"/>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2" name="Graphique 141" descr="Utilisateur avec un remplissage uni">
              <a:extLst>
                <a:ext uri="{FF2B5EF4-FFF2-40B4-BE49-F238E27FC236}">
                  <a16:creationId xmlns:a16="http://schemas.microsoft.com/office/drawing/2014/main" id="{B3DB797F-EF76-405F-8500-6165C52E0DF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143" name="Accolade ouvrante 142">
            <a:extLst>
              <a:ext uri="{FF2B5EF4-FFF2-40B4-BE49-F238E27FC236}">
                <a16:creationId xmlns:a16="http://schemas.microsoft.com/office/drawing/2014/main" id="{50CEFFBE-288F-4BB5-B899-B40001B6BB03}"/>
              </a:ext>
            </a:extLst>
          </p:cNvPr>
          <p:cNvSpPr/>
          <p:nvPr/>
        </p:nvSpPr>
        <p:spPr>
          <a:xfrm rot="16200000">
            <a:off x="2794944" y="3963343"/>
            <a:ext cx="272970" cy="462372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4" name="Accolade ouvrante 143">
            <a:extLst>
              <a:ext uri="{FF2B5EF4-FFF2-40B4-BE49-F238E27FC236}">
                <a16:creationId xmlns:a16="http://schemas.microsoft.com/office/drawing/2014/main" id="{0A3C7A7C-5750-470A-9024-F6C011ED0D49}"/>
              </a:ext>
            </a:extLst>
          </p:cNvPr>
          <p:cNvSpPr/>
          <p:nvPr/>
        </p:nvSpPr>
        <p:spPr>
          <a:xfrm rot="16200000">
            <a:off x="9195417" y="3903000"/>
            <a:ext cx="353341" cy="4846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5" name="ZoneTexte 144">
            <a:extLst>
              <a:ext uri="{FF2B5EF4-FFF2-40B4-BE49-F238E27FC236}">
                <a16:creationId xmlns:a16="http://schemas.microsoft.com/office/drawing/2014/main" id="{DAF44CF1-A181-4653-AE4D-57995281104E}"/>
              </a:ext>
            </a:extLst>
          </p:cNvPr>
          <p:cNvSpPr txBox="1"/>
          <p:nvPr/>
        </p:nvSpPr>
        <p:spPr>
          <a:xfrm>
            <a:off x="1395142" y="6411689"/>
            <a:ext cx="3072574" cy="366369"/>
          </a:xfrm>
          <a:prstGeom prst="rect">
            <a:avLst/>
          </a:prstGeom>
          <a:noFill/>
        </p:spPr>
        <p:txBody>
          <a:bodyPr wrap="square" rtlCol="0">
            <a:spAutoFit/>
          </a:bodyPr>
          <a:lstStyle/>
          <a:p>
            <a:pPr algn="ctr"/>
            <a:r>
              <a:rPr lang="en-US" dirty="0"/>
              <a:t>The Crowd</a:t>
            </a:r>
          </a:p>
        </p:txBody>
      </p:sp>
      <p:sp>
        <p:nvSpPr>
          <p:cNvPr id="146" name="ZoneTexte 145">
            <a:extLst>
              <a:ext uri="{FF2B5EF4-FFF2-40B4-BE49-F238E27FC236}">
                <a16:creationId xmlns:a16="http://schemas.microsoft.com/office/drawing/2014/main" id="{F00B521A-C1E5-4AF6-AC7D-AA788B2F76F7}"/>
              </a:ext>
            </a:extLst>
          </p:cNvPr>
          <p:cNvSpPr txBox="1"/>
          <p:nvPr/>
        </p:nvSpPr>
        <p:spPr>
          <a:xfrm>
            <a:off x="7835800" y="6411689"/>
            <a:ext cx="3072574" cy="366369"/>
          </a:xfrm>
          <a:prstGeom prst="rect">
            <a:avLst/>
          </a:prstGeom>
          <a:noFill/>
        </p:spPr>
        <p:txBody>
          <a:bodyPr wrap="square" rtlCol="0">
            <a:spAutoFit/>
          </a:bodyPr>
          <a:lstStyle/>
          <a:p>
            <a:pPr algn="ctr"/>
            <a:r>
              <a:rPr lang="en-US" dirty="0"/>
              <a:t>The core</a:t>
            </a:r>
          </a:p>
        </p:txBody>
      </p:sp>
      <p:grpSp>
        <p:nvGrpSpPr>
          <p:cNvPr id="69" name="Groupe 68">
            <a:extLst>
              <a:ext uri="{FF2B5EF4-FFF2-40B4-BE49-F238E27FC236}">
                <a16:creationId xmlns:a16="http://schemas.microsoft.com/office/drawing/2014/main" id="{3ED23450-B668-4A27-A7BB-ADE0AE2FEE84}"/>
              </a:ext>
            </a:extLst>
          </p:cNvPr>
          <p:cNvGrpSpPr/>
          <p:nvPr/>
        </p:nvGrpSpPr>
        <p:grpSpPr>
          <a:xfrm>
            <a:off x="2908022" y="2847905"/>
            <a:ext cx="527245" cy="527245"/>
            <a:chOff x="9249702" y="4886325"/>
            <a:chExt cx="485775" cy="485775"/>
          </a:xfrm>
        </p:grpSpPr>
        <p:sp>
          <p:nvSpPr>
            <p:cNvPr id="70" name="Ellipse 69">
              <a:extLst>
                <a:ext uri="{FF2B5EF4-FFF2-40B4-BE49-F238E27FC236}">
                  <a16:creationId xmlns:a16="http://schemas.microsoft.com/office/drawing/2014/main" id="{2AEC0B73-6EAE-4938-AC36-C41E03C4C8C0}"/>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1" name="Graphique 70" descr="Utilisateur avec un remplissage uni">
              <a:extLst>
                <a:ext uri="{FF2B5EF4-FFF2-40B4-BE49-F238E27FC236}">
                  <a16:creationId xmlns:a16="http://schemas.microsoft.com/office/drawing/2014/main" id="{919ACA3B-8BD1-4A41-8A4C-A2FF5D064E6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2" name="Groupe 71">
            <a:extLst>
              <a:ext uri="{FF2B5EF4-FFF2-40B4-BE49-F238E27FC236}">
                <a16:creationId xmlns:a16="http://schemas.microsoft.com/office/drawing/2014/main" id="{6343CD15-C605-42EB-8FFD-16A94900372A}"/>
              </a:ext>
            </a:extLst>
          </p:cNvPr>
          <p:cNvGrpSpPr/>
          <p:nvPr/>
        </p:nvGrpSpPr>
        <p:grpSpPr>
          <a:xfrm>
            <a:off x="2376531" y="2716183"/>
            <a:ext cx="527245" cy="527245"/>
            <a:chOff x="9249702" y="4886325"/>
            <a:chExt cx="485775" cy="485775"/>
          </a:xfrm>
        </p:grpSpPr>
        <p:sp>
          <p:nvSpPr>
            <p:cNvPr id="73" name="Ellipse 72">
              <a:extLst>
                <a:ext uri="{FF2B5EF4-FFF2-40B4-BE49-F238E27FC236}">
                  <a16:creationId xmlns:a16="http://schemas.microsoft.com/office/drawing/2014/main" id="{8E2B4535-9CA4-45B9-8CF3-81DC314A34A6}"/>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Graphique 73" descr="Utilisateur avec un remplissage uni">
              <a:extLst>
                <a:ext uri="{FF2B5EF4-FFF2-40B4-BE49-F238E27FC236}">
                  <a16:creationId xmlns:a16="http://schemas.microsoft.com/office/drawing/2014/main" id="{7C83DA50-9B65-4725-AAFE-1EAF5578DD4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5" name="Groupe 74">
            <a:extLst>
              <a:ext uri="{FF2B5EF4-FFF2-40B4-BE49-F238E27FC236}">
                <a16:creationId xmlns:a16="http://schemas.microsoft.com/office/drawing/2014/main" id="{4CFD1E45-E76D-4608-860A-32F493232838}"/>
              </a:ext>
            </a:extLst>
          </p:cNvPr>
          <p:cNvGrpSpPr/>
          <p:nvPr/>
        </p:nvGrpSpPr>
        <p:grpSpPr>
          <a:xfrm>
            <a:off x="2753700" y="2290303"/>
            <a:ext cx="527245" cy="527245"/>
            <a:chOff x="9249702" y="4886325"/>
            <a:chExt cx="485775" cy="485775"/>
          </a:xfrm>
        </p:grpSpPr>
        <p:sp>
          <p:nvSpPr>
            <p:cNvPr id="76" name="Ellipse 75">
              <a:extLst>
                <a:ext uri="{FF2B5EF4-FFF2-40B4-BE49-F238E27FC236}">
                  <a16:creationId xmlns:a16="http://schemas.microsoft.com/office/drawing/2014/main" id="{622CCC9F-6A9C-4636-92EA-0E27AB47F117}"/>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7" name="Graphique 76" descr="Utilisateur avec un remplissage uni">
              <a:extLst>
                <a:ext uri="{FF2B5EF4-FFF2-40B4-BE49-F238E27FC236}">
                  <a16:creationId xmlns:a16="http://schemas.microsoft.com/office/drawing/2014/main" id="{5E846C73-6697-4E42-8976-4D60E6D43A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8" name="Groupe 77">
            <a:extLst>
              <a:ext uri="{FF2B5EF4-FFF2-40B4-BE49-F238E27FC236}">
                <a16:creationId xmlns:a16="http://schemas.microsoft.com/office/drawing/2014/main" id="{4BF52471-6646-4856-BE9A-F8D3A85D3E32}"/>
              </a:ext>
            </a:extLst>
          </p:cNvPr>
          <p:cNvGrpSpPr/>
          <p:nvPr/>
        </p:nvGrpSpPr>
        <p:grpSpPr>
          <a:xfrm>
            <a:off x="5018107" y="2905500"/>
            <a:ext cx="642146" cy="2405327"/>
            <a:chOff x="4849072" y="2280250"/>
            <a:chExt cx="914400" cy="3425125"/>
          </a:xfrm>
        </p:grpSpPr>
        <p:pic>
          <p:nvPicPr>
            <p:cNvPr id="79" name="Graphique 78" descr="Mur de briques avec un remplissage uni">
              <a:extLst>
                <a:ext uri="{FF2B5EF4-FFF2-40B4-BE49-F238E27FC236}">
                  <a16:creationId xmlns:a16="http://schemas.microsoft.com/office/drawing/2014/main" id="{87DD42D8-FAE0-409D-89DC-58F39445EBE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80" name="Graphique 79" descr="Mur de briques avec un remplissage uni">
              <a:extLst>
                <a:ext uri="{FF2B5EF4-FFF2-40B4-BE49-F238E27FC236}">
                  <a16:creationId xmlns:a16="http://schemas.microsoft.com/office/drawing/2014/main" id="{5218A49A-E30B-463B-9972-9B2DECEAF0A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81" name="Graphique 80" descr="Mur de briques avec un remplissage uni">
              <a:extLst>
                <a:ext uri="{FF2B5EF4-FFF2-40B4-BE49-F238E27FC236}">
                  <a16:creationId xmlns:a16="http://schemas.microsoft.com/office/drawing/2014/main" id="{B6B60C88-03FC-41F2-8AAE-45860FEC6A2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82" name="Graphique 81" descr="Mur de briques avec un remplissage uni">
              <a:extLst>
                <a:ext uri="{FF2B5EF4-FFF2-40B4-BE49-F238E27FC236}">
                  <a16:creationId xmlns:a16="http://schemas.microsoft.com/office/drawing/2014/main" id="{89637DB5-3D7B-41DD-9069-4225D67FCD3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83" name="Graphique 82" descr="Mur de briques avec un remplissage uni">
              <a:extLst>
                <a:ext uri="{FF2B5EF4-FFF2-40B4-BE49-F238E27FC236}">
                  <a16:creationId xmlns:a16="http://schemas.microsoft.com/office/drawing/2014/main" id="{251BA264-1B1A-4F11-8016-0F73CA720892}"/>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125" name="Graphique 124" descr="Mur de briques avec un remplissage uni">
              <a:extLst>
                <a:ext uri="{FF2B5EF4-FFF2-40B4-BE49-F238E27FC236}">
                  <a16:creationId xmlns:a16="http://schemas.microsoft.com/office/drawing/2014/main" id="{03F7F3CA-9487-40C7-96D5-5C5784BBCAD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spTree>
    <p:extLst>
      <p:ext uri="{BB962C8B-B14F-4D97-AF65-F5344CB8AC3E}">
        <p14:creationId xmlns:p14="http://schemas.microsoft.com/office/powerpoint/2010/main" val="4247968696"/>
      </p:ext>
    </p:extLst>
  </p:cSld>
  <p:clrMapOvr>
    <a:masterClrMapping/>
  </p:clrMapOvr>
  <mc:AlternateContent xmlns:mc="http://schemas.openxmlformats.org/markup-compatibility/2006" xmlns:p14="http://schemas.microsoft.com/office/powerpoint/2010/main">
    <mc:Choice Requires="p14">
      <p:transition spd="slow" p14:dur="2000" advTm="63231"/>
    </mc:Choice>
    <mc:Fallback xmlns="">
      <p:transition spd="slow" advTm="63231"/>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P9</a:t>
            </a:r>
            <a:br>
              <a:rPr lang="en-US" dirty="0"/>
            </a:br>
            <a:r>
              <a:rPr lang="en-US" dirty="0"/>
              <a:t>Set up a Community Engagement target</a:t>
            </a:r>
            <a:br>
              <a:rPr lang="en-US" dirty="0"/>
            </a:br>
            <a:r>
              <a:rPr lang="en-US" dirty="0"/>
              <a:t>Example : The closed elite</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143" name="Accolade ouvrante 142">
            <a:extLst>
              <a:ext uri="{FF2B5EF4-FFF2-40B4-BE49-F238E27FC236}">
                <a16:creationId xmlns:a16="http://schemas.microsoft.com/office/drawing/2014/main" id="{50CEFFBE-288F-4BB5-B899-B40001B6BB03}"/>
              </a:ext>
            </a:extLst>
          </p:cNvPr>
          <p:cNvSpPr/>
          <p:nvPr/>
        </p:nvSpPr>
        <p:spPr>
          <a:xfrm rot="16200000">
            <a:off x="3591202" y="3167085"/>
            <a:ext cx="272970" cy="62162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4" name="Accolade ouvrante 143">
            <a:extLst>
              <a:ext uri="{FF2B5EF4-FFF2-40B4-BE49-F238E27FC236}">
                <a16:creationId xmlns:a16="http://schemas.microsoft.com/office/drawing/2014/main" id="{0A3C7A7C-5750-470A-9024-F6C011ED0D49}"/>
              </a:ext>
            </a:extLst>
          </p:cNvPr>
          <p:cNvSpPr/>
          <p:nvPr/>
        </p:nvSpPr>
        <p:spPr>
          <a:xfrm rot="16200000">
            <a:off x="8353519" y="4744898"/>
            <a:ext cx="353341" cy="316295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5" name="ZoneTexte 144">
            <a:extLst>
              <a:ext uri="{FF2B5EF4-FFF2-40B4-BE49-F238E27FC236}">
                <a16:creationId xmlns:a16="http://schemas.microsoft.com/office/drawing/2014/main" id="{DAF44CF1-A181-4653-AE4D-57995281104E}"/>
              </a:ext>
            </a:extLst>
          </p:cNvPr>
          <p:cNvSpPr txBox="1"/>
          <p:nvPr/>
        </p:nvSpPr>
        <p:spPr>
          <a:xfrm>
            <a:off x="2778710" y="6411689"/>
            <a:ext cx="1689005" cy="366369"/>
          </a:xfrm>
          <a:prstGeom prst="rect">
            <a:avLst/>
          </a:prstGeom>
          <a:noFill/>
        </p:spPr>
        <p:txBody>
          <a:bodyPr wrap="square" rtlCol="0">
            <a:spAutoFit/>
          </a:bodyPr>
          <a:lstStyle/>
          <a:p>
            <a:pPr algn="ctr"/>
            <a:r>
              <a:rPr lang="en-US" dirty="0"/>
              <a:t>The others</a:t>
            </a:r>
          </a:p>
        </p:txBody>
      </p:sp>
      <p:sp>
        <p:nvSpPr>
          <p:cNvPr id="146" name="ZoneTexte 145">
            <a:extLst>
              <a:ext uri="{FF2B5EF4-FFF2-40B4-BE49-F238E27FC236}">
                <a16:creationId xmlns:a16="http://schemas.microsoft.com/office/drawing/2014/main" id="{F00B521A-C1E5-4AF6-AC7D-AA788B2F76F7}"/>
              </a:ext>
            </a:extLst>
          </p:cNvPr>
          <p:cNvSpPr txBox="1"/>
          <p:nvPr/>
        </p:nvSpPr>
        <p:spPr>
          <a:xfrm>
            <a:off x="7474998" y="6411689"/>
            <a:ext cx="2095130" cy="366369"/>
          </a:xfrm>
          <a:prstGeom prst="rect">
            <a:avLst/>
          </a:prstGeom>
          <a:noFill/>
        </p:spPr>
        <p:txBody>
          <a:bodyPr wrap="square" rtlCol="0">
            <a:spAutoFit/>
          </a:bodyPr>
          <a:lstStyle/>
          <a:p>
            <a:pPr algn="ctr"/>
            <a:r>
              <a:rPr lang="en-US" dirty="0"/>
              <a:t>The elite</a:t>
            </a:r>
          </a:p>
        </p:txBody>
      </p:sp>
      <p:grpSp>
        <p:nvGrpSpPr>
          <p:cNvPr id="4" name="Groupe 3">
            <a:extLst>
              <a:ext uri="{FF2B5EF4-FFF2-40B4-BE49-F238E27FC236}">
                <a16:creationId xmlns:a16="http://schemas.microsoft.com/office/drawing/2014/main" id="{99B99779-5BEE-45ED-9726-3C4DE32A5C2B}"/>
              </a:ext>
            </a:extLst>
          </p:cNvPr>
          <p:cNvGrpSpPr/>
          <p:nvPr/>
        </p:nvGrpSpPr>
        <p:grpSpPr>
          <a:xfrm>
            <a:off x="6627639" y="2896584"/>
            <a:ext cx="3866054" cy="2405327"/>
            <a:chOff x="6627639" y="2896584"/>
            <a:chExt cx="3866054" cy="2405327"/>
          </a:xfrm>
        </p:grpSpPr>
        <p:grpSp>
          <p:nvGrpSpPr>
            <p:cNvPr id="113" name="Groupe 112">
              <a:extLst>
                <a:ext uri="{FF2B5EF4-FFF2-40B4-BE49-F238E27FC236}">
                  <a16:creationId xmlns:a16="http://schemas.microsoft.com/office/drawing/2014/main" id="{2FF8587C-BA03-4091-882F-D13296650F46}"/>
                </a:ext>
              </a:extLst>
            </p:cNvPr>
            <p:cNvGrpSpPr/>
            <p:nvPr/>
          </p:nvGrpSpPr>
          <p:grpSpPr>
            <a:xfrm>
              <a:off x="9222344" y="4103148"/>
              <a:ext cx="667207" cy="667207"/>
              <a:chOff x="9249702" y="4886325"/>
              <a:chExt cx="485775" cy="485775"/>
            </a:xfrm>
          </p:grpSpPr>
          <p:sp>
            <p:nvSpPr>
              <p:cNvPr id="114" name="Ellipse 113">
                <a:extLst>
                  <a:ext uri="{FF2B5EF4-FFF2-40B4-BE49-F238E27FC236}">
                    <a16:creationId xmlns:a16="http://schemas.microsoft.com/office/drawing/2014/main" id="{B16D6B6A-736F-4501-9F7A-D5DBC1EE2D38}"/>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5" name="Graphique 114" descr="Utilisateur avec un remplissage uni">
                <a:extLst>
                  <a:ext uri="{FF2B5EF4-FFF2-40B4-BE49-F238E27FC236}">
                    <a16:creationId xmlns:a16="http://schemas.microsoft.com/office/drawing/2014/main" id="{A3C3E12E-9A43-4B60-97DC-674CB1C2FE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8" name="Groupe 77">
              <a:extLst>
                <a:ext uri="{FF2B5EF4-FFF2-40B4-BE49-F238E27FC236}">
                  <a16:creationId xmlns:a16="http://schemas.microsoft.com/office/drawing/2014/main" id="{4BF52471-6646-4856-BE9A-F8D3A85D3E32}"/>
                </a:ext>
              </a:extLst>
            </p:cNvPr>
            <p:cNvGrpSpPr/>
            <p:nvPr/>
          </p:nvGrpSpPr>
          <p:grpSpPr>
            <a:xfrm>
              <a:off x="6627639" y="2896584"/>
              <a:ext cx="642146" cy="2405327"/>
              <a:chOff x="4849072" y="2280250"/>
              <a:chExt cx="914400" cy="3425125"/>
            </a:xfrm>
          </p:grpSpPr>
          <p:pic>
            <p:nvPicPr>
              <p:cNvPr id="79" name="Graphique 78" descr="Mur de briques avec un remplissage uni">
                <a:extLst>
                  <a:ext uri="{FF2B5EF4-FFF2-40B4-BE49-F238E27FC236}">
                    <a16:creationId xmlns:a16="http://schemas.microsoft.com/office/drawing/2014/main" id="{87DD42D8-FAE0-409D-89DC-58F39445EBE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5080752"/>
                <a:ext cx="914400" cy="624623"/>
              </a:xfrm>
              <a:prstGeom prst="rect">
                <a:avLst/>
              </a:prstGeom>
            </p:spPr>
          </p:pic>
          <p:pic>
            <p:nvPicPr>
              <p:cNvPr id="80" name="Graphique 79" descr="Mur de briques avec un remplissage uni">
                <a:extLst>
                  <a:ext uri="{FF2B5EF4-FFF2-40B4-BE49-F238E27FC236}">
                    <a16:creationId xmlns:a16="http://schemas.microsoft.com/office/drawing/2014/main" id="{5218A49A-E30B-463B-9972-9B2DECEAF0A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4557197"/>
                <a:ext cx="914400" cy="624623"/>
              </a:xfrm>
              <a:prstGeom prst="rect">
                <a:avLst/>
              </a:prstGeom>
            </p:spPr>
          </p:pic>
          <p:pic>
            <p:nvPicPr>
              <p:cNvPr id="81" name="Graphique 80" descr="Mur de briques avec un remplissage uni">
                <a:extLst>
                  <a:ext uri="{FF2B5EF4-FFF2-40B4-BE49-F238E27FC236}">
                    <a16:creationId xmlns:a16="http://schemas.microsoft.com/office/drawing/2014/main" id="{B6B60C88-03FC-41F2-8AAE-45860FEC6A2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4025329"/>
                <a:ext cx="914400" cy="624623"/>
              </a:xfrm>
              <a:prstGeom prst="rect">
                <a:avLst/>
              </a:prstGeom>
            </p:spPr>
          </p:pic>
          <p:pic>
            <p:nvPicPr>
              <p:cNvPr id="82" name="Graphique 81" descr="Mur de briques avec un remplissage uni">
                <a:extLst>
                  <a:ext uri="{FF2B5EF4-FFF2-40B4-BE49-F238E27FC236}">
                    <a16:creationId xmlns:a16="http://schemas.microsoft.com/office/drawing/2014/main" id="{89637DB5-3D7B-41DD-9069-4225D67FCD3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3501774"/>
                <a:ext cx="914400" cy="624623"/>
              </a:xfrm>
              <a:prstGeom prst="rect">
                <a:avLst/>
              </a:prstGeom>
            </p:spPr>
          </p:pic>
          <p:pic>
            <p:nvPicPr>
              <p:cNvPr id="83" name="Graphique 82" descr="Mur de briques avec un remplissage uni">
                <a:extLst>
                  <a:ext uri="{FF2B5EF4-FFF2-40B4-BE49-F238E27FC236}">
                    <a16:creationId xmlns:a16="http://schemas.microsoft.com/office/drawing/2014/main" id="{251BA264-1B1A-4F11-8016-0F73CA72089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2985743"/>
                <a:ext cx="914400" cy="624623"/>
              </a:xfrm>
              <a:prstGeom prst="rect">
                <a:avLst/>
              </a:prstGeom>
            </p:spPr>
          </p:pic>
          <p:pic>
            <p:nvPicPr>
              <p:cNvPr id="125" name="Graphique 124" descr="Mur de briques avec un remplissage uni">
                <a:extLst>
                  <a:ext uri="{FF2B5EF4-FFF2-40B4-BE49-F238E27FC236}">
                    <a16:creationId xmlns:a16="http://schemas.microsoft.com/office/drawing/2014/main" id="{03F7F3CA-9487-40C7-96D5-5C5784BBCAD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1793"/>
              <a:stretch/>
            </p:blipFill>
            <p:spPr>
              <a:xfrm>
                <a:off x="4849072" y="2280250"/>
                <a:ext cx="914400" cy="806561"/>
              </a:xfrm>
              <a:prstGeom prst="rect">
                <a:avLst/>
              </a:prstGeom>
            </p:spPr>
          </p:pic>
        </p:grpSp>
        <p:grpSp>
          <p:nvGrpSpPr>
            <p:cNvPr id="126" name="Groupe 125">
              <a:extLst>
                <a:ext uri="{FF2B5EF4-FFF2-40B4-BE49-F238E27FC236}">
                  <a16:creationId xmlns:a16="http://schemas.microsoft.com/office/drawing/2014/main" id="{86AB87E5-13DA-45E7-9D6C-D68B5D338881}"/>
                </a:ext>
              </a:extLst>
            </p:cNvPr>
            <p:cNvGrpSpPr/>
            <p:nvPr/>
          </p:nvGrpSpPr>
          <p:grpSpPr>
            <a:xfrm>
              <a:off x="7228154" y="4404607"/>
              <a:ext cx="667207" cy="667207"/>
              <a:chOff x="9249702" y="4886325"/>
              <a:chExt cx="485775" cy="485775"/>
            </a:xfrm>
          </p:grpSpPr>
          <p:sp>
            <p:nvSpPr>
              <p:cNvPr id="127" name="Ellipse 126">
                <a:extLst>
                  <a:ext uri="{FF2B5EF4-FFF2-40B4-BE49-F238E27FC236}">
                    <a16:creationId xmlns:a16="http://schemas.microsoft.com/office/drawing/2014/main" id="{66003A24-6794-4D55-8E4E-B14C8B156D7F}"/>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8" name="Graphique 127" descr="Utilisateur avec un remplissage uni">
                <a:extLst>
                  <a:ext uri="{FF2B5EF4-FFF2-40B4-BE49-F238E27FC236}">
                    <a16:creationId xmlns:a16="http://schemas.microsoft.com/office/drawing/2014/main" id="{BD8CF156-AE06-40CD-890F-B8B0DB8EE3C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9" name="Groupe 128">
              <a:extLst>
                <a:ext uri="{FF2B5EF4-FFF2-40B4-BE49-F238E27FC236}">
                  <a16:creationId xmlns:a16="http://schemas.microsoft.com/office/drawing/2014/main" id="{82E37A8A-6ADF-439E-9794-E831F3A50690}"/>
                </a:ext>
              </a:extLst>
            </p:cNvPr>
            <p:cNvGrpSpPr/>
            <p:nvPr/>
          </p:nvGrpSpPr>
          <p:grpSpPr>
            <a:xfrm>
              <a:off x="9851547" y="2896584"/>
              <a:ext cx="642146" cy="2405327"/>
              <a:chOff x="4849072" y="2280250"/>
              <a:chExt cx="914400" cy="3425125"/>
            </a:xfrm>
          </p:grpSpPr>
          <p:pic>
            <p:nvPicPr>
              <p:cNvPr id="130" name="Graphique 129" descr="Mur de briques avec un remplissage uni">
                <a:extLst>
                  <a:ext uri="{FF2B5EF4-FFF2-40B4-BE49-F238E27FC236}">
                    <a16:creationId xmlns:a16="http://schemas.microsoft.com/office/drawing/2014/main" id="{0C0A9323-87F1-48FE-A4FF-453EEAE61CD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5080752"/>
                <a:ext cx="914400" cy="624623"/>
              </a:xfrm>
              <a:prstGeom prst="rect">
                <a:avLst/>
              </a:prstGeom>
            </p:spPr>
          </p:pic>
          <p:pic>
            <p:nvPicPr>
              <p:cNvPr id="131" name="Graphique 130" descr="Mur de briques avec un remplissage uni">
                <a:extLst>
                  <a:ext uri="{FF2B5EF4-FFF2-40B4-BE49-F238E27FC236}">
                    <a16:creationId xmlns:a16="http://schemas.microsoft.com/office/drawing/2014/main" id="{9E5D8B58-1900-4B20-98CB-EC88A29262B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4557197"/>
                <a:ext cx="914400" cy="624623"/>
              </a:xfrm>
              <a:prstGeom prst="rect">
                <a:avLst/>
              </a:prstGeom>
            </p:spPr>
          </p:pic>
          <p:pic>
            <p:nvPicPr>
              <p:cNvPr id="132" name="Graphique 131" descr="Mur de briques avec un remplissage uni">
                <a:extLst>
                  <a:ext uri="{FF2B5EF4-FFF2-40B4-BE49-F238E27FC236}">
                    <a16:creationId xmlns:a16="http://schemas.microsoft.com/office/drawing/2014/main" id="{21542E6B-7B06-4106-BBDC-B9F8E5C4D20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4025329"/>
                <a:ext cx="914400" cy="624623"/>
              </a:xfrm>
              <a:prstGeom prst="rect">
                <a:avLst/>
              </a:prstGeom>
            </p:spPr>
          </p:pic>
          <p:pic>
            <p:nvPicPr>
              <p:cNvPr id="133" name="Graphique 132" descr="Mur de briques avec un remplissage uni">
                <a:extLst>
                  <a:ext uri="{FF2B5EF4-FFF2-40B4-BE49-F238E27FC236}">
                    <a16:creationId xmlns:a16="http://schemas.microsoft.com/office/drawing/2014/main" id="{ECFBF475-B2A2-49C2-A1E1-48DA51DB158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3501774"/>
                <a:ext cx="914400" cy="624623"/>
              </a:xfrm>
              <a:prstGeom prst="rect">
                <a:avLst/>
              </a:prstGeom>
            </p:spPr>
          </p:pic>
          <p:pic>
            <p:nvPicPr>
              <p:cNvPr id="147" name="Graphique 146" descr="Mur de briques avec un remplissage uni">
                <a:extLst>
                  <a:ext uri="{FF2B5EF4-FFF2-40B4-BE49-F238E27FC236}">
                    <a16:creationId xmlns:a16="http://schemas.microsoft.com/office/drawing/2014/main" id="{FA93235A-D309-4A33-B3BA-C9708CB05C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2985743"/>
                <a:ext cx="914400" cy="624623"/>
              </a:xfrm>
              <a:prstGeom prst="rect">
                <a:avLst/>
              </a:prstGeom>
            </p:spPr>
          </p:pic>
          <p:pic>
            <p:nvPicPr>
              <p:cNvPr id="148" name="Graphique 147" descr="Mur de briques avec un remplissage uni">
                <a:extLst>
                  <a:ext uri="{FF2B5EF4-FFF2-40B4-BE49-F238E27FC236}">
                    <a16:creationId xmlns:a16="http://schemas.microsoft.com/office/drawing/2014/main" id="{3E6247DF-CEF4-475A-8EE4-6738EBF476C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1793"/>
              <a:stretch/>
            </p:blipFill>
            <p:spPr>
              <a:xfrm>
                <a:off x="4849072" y="2280250"/>
                <a:ext cx="914400" cy="806561"/>
              </a:xfrm>
              <a:prstGeom prst="rect">
                <a:avLst/>
              </a:prstGeom>
            </p:spPr>
          </p:pic>
        </p:grpSp>
        <p:grpSp>
          <p:nvGrpSpPr>
            <p:cNvPr id="149" name="Groupe 148">
              <a:extLst>
                <a:ext uri="{FF2B5EF4-FFF2-40B4-BE49-F238E27FC236}">
                  <a16:creationId xmlns:a16="http://schemas.microsoft.com/office/drawing/2014/main" id="{9E2D630E-2A5A-4782-940F-137F3DFDA784}"/>
                </a:ext>
              </a:extLst>
            </p:cNvPr>
            <p:cNvGrpSpPr/>
            <p:nvPr/>
          </p:nvGrpSpPr>
          <p:grpSpPr>
            <a:xfrm>
              <a:off x="7212628" y="3139729"/>
              <a:ext cx="667207" cy="667207"/>
              <a:chOff x="9249702" y="4886325"/>
              <a:chExt cx="485775" cy="485775"/>
            </a:xfrm>
          </p:grpSpPr>
          <p:sp>
            <p:nvSpPr>
              <p:cNvPr id="150" name="Ellipse 149">
                <a:extLst>
                  <a:ext uri="{FF2B5EF4-FFF2-40B4-BE49-F238E27FC236}">
                    <a16:creationId xmlns:a16="http://schemas.microsoft.com/office/drawing/2014/main" id="{C2FC61EA-38C9-4EDC-BB7C-60BBC1D90B50}"/>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1" name="Graphique 150" descr="Utilisateur avec un remplissage uni">
                <a:extLst>
                  <a:ext uri="{FF2B5EF4-FFF2-40B4-BE49-F238E27FC236}">
                    <a16:creationId xmlns:a16="http://schemas.microsoft.com/office/drawing/2014/main" id="{43619932-B35D-4717-B63D-0CE3C8111D4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2" name="Groupe 151">
              <a:extLst>
                <a:ext uri="{FF2B5EF4-FFF2-40B4-BE49-F238E27FC236}">
                  <a16:creationId xmlns:a16="http://schemas.microsoft.com/office/drawing/2014/main" id="{652B9006-8415-4E7E-8E94-6136A04691B2}"/>
                </a:ext>
              </a:extLst>
            </p:cNvPr>
            <p:cNvGrpSpPr/>
            <p:nvPr/>
          </p:nvGrpSpPr>
          <p:grpSpPr>
            <a:xfrm>
              <a:off x="9157092" y="3329359"/>
              <a:ext cx="667207" cy="667207"/>
              <a:chOff x="9249702" y="4886325"/>
              <a:chExt cx="485775" cy="485775"/>
            </a:xfrm>
          </p:grpSpPr>
          <p:sp>
            <p:nvSpPr>
              <p:cNvPr id="153" name="Ellipse 152">
                <a:extLst>
                  <a:ext uri="{FF2B5EF4-FFF2-40B4-BE49-F238E27FC236}">
                    <a16:creationId xmlns:a16="http://schemas.microsoft.com/office/drawing/2014/main" id="{8C103FE4-F1E3-4275-B194-2B414C38CB8C}"/>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4" name="Graphique 153" descr="Utilisateur avec un remplissage uni">
                <a:extLst>
                  <a:ext uri="{FF2B5EF4-FFF2-40B4-BE49-F238E27FC236}">
                    <a16:creationId xmlns:a16="http://schemas.microsoft.com/office/drawing/2014/main" id="{9AFBAD16-7E73-4E2B-B82D-EE45D301BB2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5" name="Groupe 154">
              <a:extLst>
                <a:ext uri="{FF2B5EF4-FFF2-40B4-BE49-F238E27FC236}">
                  <a16:creationId xmlns:a16="http://schemas.microsoft.com/office/drawing/2014/main" id="{9AE2AA28-D61B-40B2-B609-A3E22D45C028}"/>
                </a:ext>
              </a:extLst>
            </p:cNvPr>
            <p:cNvGrpSpPr/>
            <p:nvPr/>
          </p:nvGrpSpPr>
          <p:grpSpPr>
            <a:xfrm>
              <a:off x="8546880" y="3750606"/>
              <a:ext cx="667207" cy="667207"/>
              <a:chOff x="9249702" y="4886325"/>
              <a:chExt cx="485775" cy="485775"/>
            </a:xfrm>
          </p:grpSpPr>
          <p:sp>
            <p:nvSpPr>
              <p:cNvPr id="156" name="Ellipse 155">
                <a:extLst>
                  <a:ext uri="{FF2B5EF4-FFF2-40B4-BE49-F238E27FC236}">
                    <a16:creationId xmlns:a16="http://schemas.microsoft.com/office/drawing/2014/main" id="{F1F032CC-D677-472E-846A-1793B9D735D1}"/>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7" name="Graphique 156" descr="Utilisateur avec un remplissage uni">
                <a:extLst>
                  <a:ext uri="{FF2B5EF4-FFF2-40B4-BE49-F238E27FC236}">
                    <a16:creationId xmlns:a16="http://schemas.microsoft.com/office/drawing/2014/main" id="{431E2F04-81D7-4385-ABE9-5A217EE900F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8" name="Groupe 157">
              <a:extLst>
                <a:ext uri="{FF2B5EF4-FFF2-40B4-BE49-F238E27FC236}">
                  <a16:creationId xmlns:a16="http://schemas.microsoft.com/office/drawing/2014/main" id="{C942430F-5EE0-4A23-A23E-341231AD9048}"/>
                </a:ext>
              </a:extLst>
            </p:cNvPr>
            <p:cNvGrpSpPr/>
            <p:nvPr/>
          </p:nvGrpSpPr>
          <p:grpSpPr>
            <a:xfrm>
              <a:off x="7594973" y="3733287"/>
              <a:ext cx="667207" cy="667207"/>
              <a:chOff x="9249702" y="4886325"/>
              <a:chExt cx="485775" cy="485775"/>
            </a:xfrm>
          </p:grpSpPr>
          <p:sp>
            <p:nvSpPr>
              <p:cNvPr id="159" name="Ellipse 158">
                <a:extLst>
                  <a:ext uri="{FF2B5EF4-FFF2-40B4-BE49-F238E27FC236}">
                    <a16:creationId xmlns:a16="http://schemas.microsoft.com/office/drawing/2014/main" id="{D570FECA-B90E-471E-AE70-A938B043B3D0}"/>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0" name="Graphique 159" descr="Utilisateur avec un remplissage uni">
                <a:extLst>
                  <a:ext uri="{FF2B5EF4-FFF2-40B4-BE49-F238E27FC236}">
                    <a16:creationId xmlns:a16="http://schemas.microsoft.com/office/drawing/2014/main" id="{07C50BB6-F2C6-4CD9-850B-6A0FDB03F50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spTree>
    <p:extLst>
      <p:ext uri="{BB962C8B-B14F-4D97-AF65-F5344CB8AC3E}">
        <p14:creationId xmlns:p14="http://schemas.microsoft.com/office/powerpoint/2010/main" val="1818084423"/>
      </p:ext>
    </p:extLst>
  </p:cSld>
  <p:clrMapOvr>
    <a:masterClrMapping/>
  </p:clrMapOvr>
  <mc:AlternateContent xmlns:mc="http://schemas.openxmlformats.org/markup-compatibility/2006" xmlns:p14="http://schemas.microsoft.com/office/powerpoint/2010/main">
    <mc:Choice Requires="p14">
      <p:transition spd="slow" p14:dur="2000" advTm="41488"/>
    </mc:Choice>
    <mc:Fallback xmlns="">
      <p:transition spd="slow" advTm="41488"/>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9</a:t>
            </a:r>
            <a:br>
              <a:rPr lang="en-US" dirty="0"/>
            </a:br>
            <a:r>
              <a:rPr lang="en-US" dirty="0"/>
              <a:t>Set up a Community Engagement target Example : 3 levels pyramid with Ambassadors</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42" name="Groupe 41">
            <a:extLst>
              <a:ext uri="{FF2B5EF4-FFF2-40B4-BE49-F238E27FC236}">
                <a16:creationId xmlns:a16="http://schemas.microsoft.com/office/drawing/2014/main" id="{C896FD5C-01D8-4F06-92EF-3936313ACB68}"/>
              </a:ext>
            </a:extLst>
          </p:cNvPr>
          <p:cNvGrpSpPr/>
          <p:nvPr/>
        </p:nvGrpSpPr>
        <p:grpSpPr>
          <a:xfrm>
            <a:off x="10589120" y="4157982"/>
            <a:ext cx="1045649" cy="1045649"/>
            <a:chOff x="9249702" y="4886325"/>
            <a:chExt cx="485775" cy="485775"/>
          </a:xfrm>
        </p:grpSpPr>
        <p:sp>
          <p:nvSpPr>
            <p:cNvPr id="43" name="Ellipse 42">
              <a:extLst>
                <a:ext uri="{FF2B5EF4-FFF2-40B4-BE49-F238E27FC236}">
                  <a16:creationId xmlns:a16="http://schemas.microsoft.com/office/drawing/2014/main" id="{2B22D55E-8C9A-4124-AF38-C9345BF4E77B}"/>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Utilisateur avec un remplissage uni">
              <a:extLst>
                <a:ext uri="{FF2B5EF4-FFF2-40B4-BE49-F238E27FC236}">
                  <a16:creationId xmlns:a16="http://schemas.microsoft.com/office/drawing/2014/main" id="{2910DA4D-1A95-4F21-ACD3-37995FBC34C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84" name="Graphique 83" descr="Utilisateur avec un remplissage uni">
            <a:extLst>
              <a:ext uri="{FF2B5EF4-FFF2-40B4-BE49-F238E27FC236}">
                <a16:creationId xmlns:a16="http://schemas.microsoft.com/office/drawing/2014/main" id="{4D0032A9-7420-402E-8F3C-F38B9B29226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39681" y="3221448"/>
            <a:ext cx="235652" cy="249776"/>
          </a:xfrm>
          <a:prstGeom prst="rect">
            <a:avLst/>
          </a:prstGeom>
        </p:spPr>
      </p:pic>
      <p:pic>
        <p:nvPicPr>
          <p:cNvPr id="85" name="Graphique 84" descr="Utilisateur avec un remplissage uni">
            <a:extLst>
              <a:ext uri="{FF2B5EF4-FFF2-40B4-BE49-F238E27FC236}">
                <a16:creationId xmlns:a16="http://schemas.microsoft.com/office/drawing/2014/main" id="{012F1773-6B14-427D-A836-87743973EFA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573986" y="3525039"/>
            <a:ext cx="235652" cy="249776"/>
          </a:xfrm>
          <a:prstGeom prst="rect">
            <a:avLst/>
          </a:prstGeom>
        </p:spPr>
      </p:pic>
      <p:pic>
        <p:nvPicPr>
          <p:cNvPr id="86" name="Graphique 85" descr="Utilisateur avec un remplissage uni">
            <a:extLst>
              <a:ext uri="{FF2B5EF4-FFF2-40B4-BE49-F238E27FC236}">
                <a16:creationId xmlns:a16="http://schemas.microsoft.com/office/drawing/2014/main" id="{C2EF987C-4A65-4D11-AA2F-B7F065C6A44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65189" y="3537408"/>
            <a:ext cx="235652" cy="249776"/>
          </a:xfrm>
          <a:prstGeom prst="rect">
            <a:avLst/>
          </a:prstGeom>
        </p:spPr>
      </p:pic>
      <p:pic>
        <p:nvPicPr>
          <p:cNvPr id="87" name="Graphique 86" descr="Utilisateur avec un remplissage uni">
            <a:extLst>
              <a:ext uri="{FF2B5EF4-FFF2-40B4-BE49-F238E27FC236}">
                <a16:creationId xmlns:a16="http://schemas.microsoft.com/office/drawing/2014/main" id="{248E30A7-7D37-4CB8-AA3E-2729EE7578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699494" y="3840999"/>
            <a:ext cx="235652" cy="249776"/>
          </a:xfrm>
          <a:prstGeom prst="rect">
            <a:avLst/>
          </a:prstGeom>
        </p:spPr>
      </p:pic>
      <p:pic>
        <p:nvPicPr>
          <p:cNvPr id="88" name="Graphique 87" descr="Utilisateur avec un remplissage uni">
            <a:extLst>
              <a:ext uri="{FF2B5EF4-FFF2-40B4-BE49-F238E27FC236}">
                <a16:creationId xmlns:a16="http://schemas.microsoft.com/office/drawing/2014/main" id="{C272D7AB-E0D6-4B3B-9FDE-A3CA419DFA8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42" y="3609218"/>
            <a:ext cx="235652" cy="249776"/>
          </a:xfrm>
          <a:prstGeom prst="rect">
            <a:avLst/>
          </a:prstGeom>
        </p:spPr>
      </p:pic>
      <p:pic>
        <p:nvPicPr>
          <p:cNvPr id="89" name="Graphique 88" descr="Utilisateur avec un remplissage uni">
            <a:extLst>
              <a:ext uri="{FF2B5EF4-FFF2-40B4-BE49-F238E27FC236}">
                <a16:creationId xmlns:a16="http://schemas.microsoft.com/office/drawing/2014/main" id="{166BB568-1971-43E3-9BC9-CD917C41F8C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47" y="3912809"/>
            <a:ext cx="235652" cy="249776"/>
          </a:xfrm>
          <a:prstGeom prst="rect">
            <a:avLst/>
          </a:prstGeom>
        </p:spPr>
      </p:pic>
      <p:pic>
        <p:nvPicPr>
          <p:cNvPr id="90" name="Graphique 89" descr="Utilisateur avec un remplissage uni">
            <a:extLst>
              <a:ext uri="{FF2B5EF4-FFF2-40B4-BE49-F238E27FC236}">
                <a16:creationId xmlns:a16="http://schemas.microsoft.com/office/drawing/2014/main" id="{A827ED81-19A8-4CE6-9445-8406E3BE27F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50" y="3925178"/>
            <a:ext cx="235652" cy="249776"/>
          </a:xfrm>
          <a:prstGeom prst="rect">
            <a:avLst/>
          </a:prstGeom>
        </p:spPr>
      </p:pic>
      <p:pic>
        <p:nvPicPr>
          <p:cNvPr id="91" name="Graphique 90" descr="Utilisateur avec un remplissage uni">
            <a:extLst>
              <a:ext uri="{FF2B5EF4-FFF2-40B4-BE49-F238E27FC236}">
                <a16:creationId xmlns:a16="http://schemas.microsoft.com/office/drawing/2014/main" id="{6A65A051-3643-44C1-A0E0-760507DF3B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55" y="4228769"/>
            <a:ext cx="235652" cy="249776"/>
          </a:xfrm>
          <a:prstGeom prst="rect">
            <a:avLst/>
          </a:prstGeom>
        </p:spPr>
      </p:pic>
      <p:pic>
        <p:nvPicPr>
          <p:cNvPr id="92" name="Graphique 91" descr="Utilisateur avec un remplissage uni">
            <a:extLst>
              <a:ext uri="{FF2B5EF4-FFF2-40B4-BE49-F238E27FC236}">
                <a16:creationId xmlns:a16="http://schemas.microsoft.com/office/drawing/2014/main" id="{3864E9C2-0A5A-44F8-9463-589F1272CE3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68" y="2688322"/>
            <a:ext cx="235652" cy="249776"/>
          </a:xfrm>
          <a:prstGeom prst="rect">
            <a:avLst/>
          </a:prstGeom>
        </p:spPr>
      </p:pic>
      <p:pic>
        <p:nvPicPr>
          <p:cNvPr id="93" name="Graphique 92" descr="Utilisateur avec un remplissage uni">
            <a:extLst>
              <a:ext uri="{FF2B5EF4-FFF2-40B4-BE49-F238E27FC236}">
                <a16:creationId xmlns:a16="http://schemas.microsoft.com/office/drawing/2014/main" id="{10EB6CC3-3B4A-493D-972F-D8F08B7ABAC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73" y="2991913"/>
            <a:ext cx="235652" cy="249776"/>
          </a:xfrm>
          <a:prstGeom prst="rect">
            <a:avLst/>
          </a:prstGeom>
        </p:spPr>
      </p:pic>
      <p:pic>
        <p:nvPicPr>
          <p:cNvPr id="94" name="Graphique 93" descr="Utilisateur avec un remplissage uni">
            <a:extLst>
              <a:ext uri="{FF2B5EF4-FFF2-40B4-BE49-F238E27FC236}">
                <a16:creationId xmlns:a16="http://schemas.microsoft.com/office/drawing/2014/main" id="{D31607CC-E2DE-4650-AECC-B58E313D3F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76" y="3004282"/>
            <a:ext cx="235652" cy="249776"/>
          </a:xfrm>
          <a:prstGeom prst="rect">
            <a:avLst/>
          </a:prstGeom>
        </p:spPr>
      </p:pic>
      <p:pic>
        <p:nvPicPr>
          <p:cNvPr id="95" name="Graphique 94" descr="Utilisateur avec un remplissage uni">
            <a:extLst>
              <a:ext uri="{FF2B5EF4-FFF2-40B4-BE49-F238E27FC236}">
                <a16:creationId xmlns:a16="http://schemas.microsoft.com/office/drawing/2014/main" id="{35B46162-AD72-420E-BA22-2413282F3FF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81" y="3307873"/>
            <a:ext cx="235652" cy="249776"/>
          </a:xfrm>
          <a:prstGeom prst="rect">
            <a:avLst/>
          </a:prstGeom>
        </p:spPr>
      </p:pic>
      <p:pic>
        <p:nvPicPr>
          <p:cNvPr id="96" name="Graphique 95" descr="Utilisateur avec un remplissage uni">
            <a:extLst>
              <a:ext uri="{FF2B5EF4-FFF2-40B4-BE49-F238E27FC236}">
                <a16:creationId xmlns:a16="http://schemas.microsoft.com/office/drawing/2014/main" id="{2CADA8C7-9754-459E-B51B-56E13F0611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00829" y="3076092"/>
            <a:ext cx="235652" cy="249776"/>
          </a:xfrm>
          <a:prstGeom prst="rect">
            <a:avLst/>
          </a:prstGeom>
        </p:spPr>
      </p:pic>
      <p:pic>
        <p:nvPicPr>
          <p:cNvPr id="97" name="Graphique 96" descr="Utilisateur avec un remplissage uni">
            <a:extLst>
              <a:ext uri="{FF2B5EF4-FFF2-40B4-BE49-F238E27FC236}">
                <a16:creationId xmlns:a16="http://schemas.microsoft.com/office/drawing/2014/main" id="{3BB68DF7-20E4-492A-AC0B-08CDA8C904E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35134" y="3379683"/>
            <a:ext cx="235652" cy="249776"/>
          </a:xfrm>
          <a:prstGeom prst="rect">
            <a:avLst/>
          </a:prstGeom>
        </p:spPr>
      </p:pic>
      <p:pic>
        <p:nvPicPr>
          <p:cNvPr id="98" name="Graphique 97" descr="Utilisateur avec un remplissage uni">
            <a:extLst>
              <a:ext uri="{FF2B5EF4-FFF2-40B4-BE49-F238E27FC236}">
                <a16:creationId xmlns:a16="http://schemas.microsoft.com/office/drawing/2014/main" id="{E2597875-B596-47D1-92CA-C1A680278EB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626337" y="3392052"/>
            <a:ext cx="235652" cy="249776"/>
          </a:xfrm>
          <a:prstGeom prst="rect">
            <a:avLst/>
          </a:prstGeom>
        </p:spPr>
      </p:pic>
      <p:pic>
        <p:nvPicPr>
          <p:cNvPr id="99" name="Graphique 98" descr="Utilisateur avec un remplissage uni">
            <a:extLst>
              <a:ext uri="{FF2B5EF4-FFF2-40B4-BE49-F238E27FC236}">
                <a16:creationId xmlns:a16="http://schemas.microsoft.com/office/drawing/2014/main" id="{8E86F1CB-5E25-4991-A563-17AEF76341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60642" y="3695643"/>
            <a:ext cx="235652" cy="249776"/>
          </a:xfrm>
          <a:prstGeom prst="rect">
            <a:avLst/>
          </a:prstGeom>
        </p:spPr>
      </p:pic>
      <p:pic>
        <p:nvPicPr>
          <p:cNvPr id="100" name="Graphique 99" descr="Utilisateur avec un remplissage uni">
            <a:extLst>
              <a:ext uri="{FF2B5EF4-FFF2-40B4-BE49-F238E27FC236}">
                <a16:creationId xmlns:a16="http://schemas.microsoft.com/office/drawing/2014/main" id="{C55C2EC7-B492-47B1-8EA4-19F5E3B5540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17320" y="2335665"/>
            <a:ext cx="235652" cy="249776"/>
          </a:xfrm>
          <a:prstGeom prst="rect">
            <a:avLst/>
          </a:prstGeom>
        </p:spPr>
      </p:pic>
      <p:pic>
        <p:nvPicPr>
          <p:cNvPr id="101" name="Graphique 100" descr="Utilisateur avec un remplissage uni">
            <a:extLst>
              <a:ext uri="{FF2B5EF4-FFF2-40B4-BE49-F238E27FC236}">
                <a16:creationId xmlns:a16="http://schemas.microsoft.com/office/drawing/2014/main" id="{0025EC2C-ADF9-4CBB-B83F-E881EC7B12C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57090" y="2678872"/>
            <a:ext cx="235652" cy="249776"/>
          </a:xfrm>
          <a:prstGeom prst="rect">
            <a:avLst/>
          </a:prstGeom>
        </p:spPr>
      </p:pic>
      <p:pic>
        <p:nvPicPr>
          <p:cNvPr id="102" name="Graphique 101" descr="Utilisateur avec un remplissage uni">
            <a:extLst>
              <a:ext uri="{FF2B5EF4-FFF2-40B4-BE49-F238E27FC236}">
                <a16:creationId xmlns:a16="http://schemas.microsoft.com/office/drawing/2014/main" id="{55708142-58BE-4FC2-84EB-47EF5D33063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32212" y="2106130"/>
            <a:ext cx="235652" cy="249776"/>
          </a:xfrm>
          <a:prstGeom prst="rect">
            <a:avLst/>
          </a:prstGeom>
        </p:spPr>
      </p:pic>
      <p:pic>
        <p:nvPicPr>
          <p:cNvPr id="103" name="Graphique 102" descr="Utilisateur avec un remplissage uni">
            <a:extLst>
              <a:ext uri="{FF2B5EF4-FFF2-40B4-BE49-F238E27FC236}">
                <a16:creationId xmlns:a16="http://schemas.microsoft.com/office/drawing/2014/main" id="{14DA449C-9D48-41B6-BF8A-6EE15152B04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23415" y="2118499"/>
            <a:ext cx="235652" cy="249776"/>
          </a:xfrm>
          <a:prstGeom prst="rect">
            <a:avLst/>
          </a:prstGeom>
        </p:spPr>
      </p:pic>
      <p:pic>
        <p:nvPicPr>
          <p:cNvPr id="104" name="Graphique 103" descr="Utilisateur avec un remplissage uni">
            <a:extLst>
              <a:ext uri="{FF2B5EF4-FFF2-40B4-BE49-F238E27FC236}">
                <a16:creationId xmlns:a16="http://schemas.microsoft.com/office/drawing/2014/main" id="{DA25B730-EDEA-416F-8F64-328092283B4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57720" y="2422090"/>
            <a:ext cx="235652" cy="249776"/>
          </a:xfrm>
          <a:prstGeom prst="rect">
            <a:avLst/>
          </a:prstGeom>
        </p:spPr>
      </p:pic>
      <p:pic>
        <p:nvPicPr>
          <p:cNvPr id="105" name="Graphique 104" descr="Utilisateur avec un remplissage uni">
            <a:extLst>
              <a:ext uri="{FF2B5EF4-FFF2-40B4-BE49-F238E27FC236}">
                <a16:creationId xmlns:a16="http://schemas.microsoft.com/office/drawing/2014/main" id="{7929AFCE-38F6-4546-A4CE-6392BFCBCA9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78468" y="2190309"/>
            <a:ext cx="235652" cy="249776"/>
          </a:xfrm>
          <a:prstGeom prst="rect">
            <a:avLst/>
          </a:prstGeom>
        </p:spPr>
      </p:pic>
      <p:pic>
        <p:nvPicPr>
          <p:cNvPr id="106" name="Graphique 105" descr="Utilisateur avec un remplissage uni">
            <a:extLst>
              <a:ext uri="{FF2B5EF4-FFF2-40B4-BE49-F238E27FC236}">
                <a16:creationId xmlns:a16="http://schemas.microsoft.com/office/drawing/2014/main" id="{D12FACFC-2C74-4539-9380-046B252BB1B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12773" y="2493900"/>
            <a:ext cx="235652" cy="249776"/>
          </a:xfrm>
          <a:prstGeom prst="rect">
            <a:avLst/>
          </a:prstGeom>
        </p:spPr>
      </p:pic>
      <p:pic>
        <p:nvPicPr>
          <p:cNvPr id="107" name="Graphique 106" descr="Utilisateur avec un remplissage uni">
            <a:extLst>
              <a:ext uri="{FF2B5EF4-FFF2-40B4-BE49-F238E27FC236}">
                <a16:creationId xmlns:a16="http://schemas.microsoft.com/office/drawing/2014/main" id="{22D5DF6E-EA8A-4029-8A20-43F5CA3665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703976" y="2506269"/>
            <a:ext cx="235652" cy="249776"/>
          </a:xfrm>
          <a:prstGeom prst="rect">
            <a:avLst/>
          </a:prstGeom>
        </p:spPr>
      </p:pic>
      <p:pic>
        <p:nvPicPr>
          <p:cNvPr id="108" name="Graphique 107" descr="Utilisateur avec un remplissage uni">
            <a:extLst>
              <a:ext uri="{FF2B5EF4-FFF2-40B4-BE49-F238E27FC236}">
                <a16:creationId xmlns:a16="http://schemas.microsoft.com/office/drawing/2014/main" id="{21610F50-ACCF-4EBD-A9DB-6ABAA25244A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28390" y="4469027"/>
            <a:ext cx="235652" cy="249776"/>
          </a:xfrm>
          <a:prstGeom prst="rect">
            <a:avLst/>
          </a:prstGeom>
        </p:spPr>
      </p:pic>
      <p:pic>
        <p:nvPicPr>
          <p:cNvPr id="109" name="Graphique 108" descr="Utilisateur avec un remplissage uni">
            <a:extLst>
              <a:ext uri="{FF2B5EF4-FFF2-40B4-BE49-F238E27FC236}">
                <a16:creationId xmlns:a16="http://schemas.microsoft.com/office/drawing/2014/main" id="{FB7C02AF-3676-43FB-81F0-0E0EC5F89E3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83443" y="4540837"/>
            <a:ext cx="235652" cy="249776"/>
          </a:xfrm>
          <a:prstGeom prst="rect">
            <a:avLst/>
          </a:prstGeom>
        </p:spPr>
      </p:pic>
      <p:pic>
        <p:nvPicPr>
          <p:cNvPr id="110" name="Graphique 109" descr="Utilisateur avec un remplissage uni">
            <a:extLst>
              <a:ext uri="{FF2B5EF4-FFF2-40B4-BE49-F238E27FC236}">
                <a16:creationId xmlns:a16="http://schemas.microsoft.com/office/drawing/2014/main" id="{BC48249A-D2CA-485C-95FE-924EAC01B06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74646" y="4553206"/>
            <a:ext cx="235652" cy="249776"/>
          </a:xfrm>
          <a:prstGeom prst="rect">
            <a:avLst/>
          </a:prstGeom>
        </p:spPr>
      </p:pic>
      <p:pic>
        <p:nvPicPr>
          <p:cNvPr id="111" name="Graphique 110" descr="Utilisateur avec un remplissage uni">
            <a:extLst>
              <a:ext uri="{FF2B5EF4-FFF2-40B4-BE49-F238E27FC236}">
                <a16:creationId xmlns:a16="http://schemas.microsoft.com/office/drawing/2014/main" id="{63826083-D8DD-42FB-8A4D-7774B1D6690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08951" y="4856797"/>
            <a:ext cx="235652" cy="249776"/>
          </a:xfrm>
          <a:prstGeom prst="rect">
            <a:avLst/>
          </a:prstGeom>
        </p:spPr>
      </p:pic>
      <p:pic>
        <p:nvPicPr>
          <p:cNvPr id="112" name="Graphique 111" descr="Utilisateur avec un remplissage uni">
            <a:extLst>
              <a:ext uri="{FF2B5EF4-FFF2-40B4-BE49-F238E27FC236}">
                <a16:creationId xmlns:a16="http://schemas.microsoft.com/office/drawing/2014/main" id="{5A8BB1C0-3A9D-4ACB-9F11-EEFE7459FDB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89538" y="4323671"/>
            <a:ext cx="235652" cy="249776"/>
          </a:xfrm>
          <a:prstGeom prst="rect">
            <a:avLst/>
          </a:prstGeom>
        </p:spPr>
      </p:pic>
      <p:grpSp>
        <p:nvGrpSpPr>
          <p:cNvPr id="137" name="Groupe 136">
            <a:extLst>
              <a:ext uri="{FF2B5EF4-FFF2-40B4-BE49-F238E27FC236}">
                <a16:creationId xmlns:a16="http://schemas.microsoft.com/office/drawing/2014/main" id="{C2074517-D7DD-4C57-BB5F-7D2F06A6E128}"/>
              </a:ext>
            </a:extLst>
          </p:cNvPr>
          <p:cNvGrpSpPr/>
          <p:nvPr/>
        </p:nvGrpSpPr>
        <p:grpSpPr>
          <a:xfrm>
            <a:off x="5518924" y="4469027"/>
            <a:ext cx="667207" cy="667207"/>
            <a:chOff x="9249702" y="4886325"/>
            <a:chExt cx="485775" cy="485775"/>
          </a:xfrm>
        </p:grpSpPr>
        <p:sp>
          <p:nvSpPr>
            <p:cNvPr id="138" name="Ellipse 137">
              <a:extLst>
                <a:ext uri="{FF2B5EF4-FFF2-40B4-BE49-F238E27FC236}">
                  <a16:creationId xmlns:a16="http://schemas.microsoft.com/office/drawing/2014/main" id="{32546410-55E1-44EA-B881-2C803C927D1C}"/>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9" name="Graphique 138" descr="Utilisateur avec un remplissage uni">
              <a:extLst>
                <a:ext uri="{FF2B5EF4-FFF2-40B4-BE49-F238E27FC236}">
                  <a16:creationId xmlns:a16="http://schemas.microsoft.com/office/drawing/2014/main" id="{5D0263B6-8979-46FF-BFF5-10E26A45D9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6" name="Groupe 125">
            <a:extLst>
              <a:ext uri="{FF2B5EF4-FFF2-40B4-BE49-F238E27FC236}">
                <a16:creationId xmlns:a16="http://schemas.microsoft.com/office/drawing/2014/main" id="{E0D848F7-9B23-417F-85A4-4E4C0402547D}"/>
              </a:ext>
            </a:extLst>
          </p:cNvPr>
          <p:cNvGrpSpPr/>
          <p:nvPr/>
        </p:nvGrpSpPr>
        <p:grpSpPr>
          <a:xfrm>
            <a:off x="6234891" y="4479976"/>
            <a:ext cx="667207" cy="667207"/>
            <a:chOff x="9249702" y="4886325"/>
            <a:chExt cx="485775" cy="485775"/>
          </a:xfrm>
        </p:grpSpPr>
        <p:sp>
          <p:nvSpPr>
            <p:cNvPr id="127" name="Ellipse 126">
              <a:extLst>
                <a:ext uri="{FF2B5EF4-FFF2-40B4-BE49-F238E27FC236}">
                  <a16:creationId xmlns:a16="http://schemas.microsoft.com/office/drawing/2014/main" id="{D6502817-A64B-4A6D-A931-960FC907C225}"/>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8" name="Graphique 127" descr="Utilisateur avec un remplissage uni">
              <a:extLst>
                <a:ext uri="{FF2B5EF4-FFF2-40B4-BE49-F238E27FC236}">
                  <a16:creationId xmlns:a16="http://schemas.microsoft.com/office/drawing/2014/main" id="{800CC374-0B20-4C4E-B852-965CDAB709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9" name="Groupe 128">
            <a:extLst>
              <a:ext uri="{FF2B5EF4-FFF2-40B4-BE49-F238E27FC236}">
                <a16:creationId xmlns:a16="http://schemas.microsoft.com/office/drawing/2014/main" id="{049EC524-5CA6-4A66-9FDD-8BDFB9D84EA1}"/>
              </a:ext>
            </a:extLst>
          </p:cNvPr>
          <p:cNvGrpSpPr/>
          <p:nvPr/>
        </p:nvGrpSpPr>
        <p:grpSpPr>
          <a:xfrm>
            <a:off x="5935065" y="3757903"/>
            <a:ext cx="667207" cy="667207"/>
            <a:chOff x="9249702" y="4886325"/>
            <a:chExt cx="485775" cy="485775"/>
          </a:xfrm>
        </p:grpSpPr>
        <p:sp>
          <p:nvSpPr>
            <p:cNvPr id="130" name="Ellipse 129">
              <a:extLst>
                <a:ext uri="{FF2B5EF4-FFF2-40B4-BE49-F238E27FC236}">
                  <a16:creationId xmlns:a16="http://schemas.microsoft.com/office/drawing/2014/main" id="{A193221A-010F-4EBE-91D2-993F81473E7C}"/>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1" name="Graphique 130" descr="Utilisateur avec un remplissage uni">
              <a:extLst>
                <a:ext uri="{FF2B5EF4-FFF2-40B4-BE49-F238E27FC236}">
                  <a16:creationId xmlns:a16="http://schemas.microsoft.com/office/drawing/2014/main" id="{2DA3DD50-3942-4FDE-AA97-A48EA7D2A10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32" name="Groupe 131">
            <a:extLst>
              <a:ext uri="{FF2B5EF4-FFF2-40B4-BE49-F238E27FC236}">
                <a16:creationId xmlns:a16="http://schemas.microsoft.com/office/drawing/2014/main" id="{FFE3D6D1-12F3-4840-B499-6990F76F12D4}"/>
              </a:ext>
            </a:extLst>
          </p:cNvPr>
          <p:cNvGrpSpPr/>
          <p:nvPr/>
        </p:nvGrpSpPr>
        <p:grpSpPr>
          <a:xfrm>
            <a:off x="5222486" y="3706408"/>
            <a:ext cx="667207" cy="667207"/>
            <a:chOff x="9249702" y="4886325"/>
            <a:chExt cx="485775" cy="485775"/>
          </a:xfrm>
        </p:grpSpPr>
        <p:sp>
          <p:nvSpPr>
            <p:cNvPr id="133" name="Ellipse 132">
              <a:extLst>
                <a:ext uri="{FF2B5EF4-FFF2-40B4-BE49-F238E27FC236}">
                  <a16:creationId xmlns:a16="http://schemas.microsoft.com/office/drawing/2014/main" id="{D30EF6E8-62E1-4614-A4D2-8AA8A00AA11E}"/>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7" name="Graphique 146" descr="Utilisateur avec un remplissage uni">
              <a:extLst>
                <a:ext uri="{FF2B5EF4-FFF2-40B4-BE49-F238E27FC236}">
                  <a16:creationId xmlns:a16="http://schemas.microsoft.com/office/drawing/2014/main" id="{EA8EEEE8-B09E-48DA-BC02-EE7A1288F0C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8" name="Groupe 147">
            <a:extLst>
              <a:ext uri="{FF2B5EF4-FFF2-40B4-BE49-F238E27FC236}">
                <a16:creationId xmlns:a16="http://schemas.microsoft.com/office/drawing/2014/main" id="{B36B6451-DC21-45BE-A859-98A9E17BDB97}"/>
              </a:ext>
            </a:extLst>
          </p:cNvPr>
          <p:cNvGrpSpPr/>
          <p:nvPr/>
        </p:nvGrpSpPr>
        <p:grpSpPr>
          <a:xfrm>
            <a:off x="5901287" y="2998022"/>
            <a:ext cx="667207" cy="667207"/>
            <a:chOff x="9249702" y="4886325"/>
            <a:chExt cx="485775" cy="485775"/>
          </a:xfrm>
        </p:grpSpPr>
        <p:sp>
          <p:nvSpPr>
            <p:cNvPr id="149" name="Ellipse 148">
              <a:extLst>
                <a:ext uri="{FF2B5EF4-FFF2-40B4-BE49-F238E27FC236}">
                  <a16:creationId xmlns:a16="http://schemas.microsoft.com/office/drawing/2014/main" id="{12513B64-E207-42A2-99B4-03B8B98A7331}"/>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0" name="Graphique 149" descr="Utilisateur avec un remplissage uni">
              <a:extLst>
                <a:ext uri="{FF2B5EF4-FFF2-40B4-BE49-F238E27FC236}">
                  <a16:creationId xmlns:a16="http://schemas.microsoft.com/office/drawing/2014/main" id="{B6ED0682-A1BC-4328-A006-E28625E757A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1" name="Groupe 150">
            <a:extLst>
              <a:ext uri="{FF2B5EF4-FFF2-40B4-BE49-F238E27FC236}">
                <a16:creationId xmlns:a16="http://schemas.microsoft.com/office/drawing/2014/main" id="{B84B79E5-ED02-434F-BEB3-AA52046E6E65}"/>
              </a:ext>
            </a:extLst>
          </p:cNvPr>
          <p:cNvGrpSpPr/>
          <p:nvPr/>
        </p:nvGrpSpPr>
        <p:grpSpPr>
          <a:xfrm>
            <a:off x="5209944" y="2900681"/>
            <a:ext cx="667207" cy="667207"/>
            <a:chOff x="9249702" y="4886325"/>
            <a:chExt cx="485775" cy="485775"/>
          </a:xfrm>
        </p:grpSpPr>
        <p:sp>
          <p:nvSpPr>
            <p:cNvPr id="152" name="Ellipse 151">
              <a:extLst>
                <a:ext uri="{FF2B5EF4-FFF2-40B4-BE49-F238E27FC236}">
                  <a16:creationId xmlns:a16="http://schemas.microsoft.com/office/drawing/2014/main" id="{975DB575-8BA1-4DB6-8C62-AA232EE59575}"/>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3" name="Graphique 152" descr="Utilisateur avec un remplissage uni">
              <a:extLst>
                <a:ext uri="{FF2B5EF4-FFF2-40B4-BE49-F238E27FC236}">
                  <a16:creationId xmlns:a16="http://schemas.microsoft.com/office/drawing/2014/main" id="{AB7E777C-64AD-46AA-9A6D-7FAB7BA9F7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4" name="Groupe 153">
            <a:extLst>
              <a:ext uri="{FF2B5EF4-FFF2-40B4-BE49-F238E27FC236}">
                <a16:creationId xmlns:a16="http://schemas.microsoft.com/office/drawing/2014/main" id="{ADFDDF6E-EE1B-4D71-86F9-9CA07CAEC59E}"/>
              </a:ext>
            </a:extLst>
          </p:cNvPr>
          <p:cNvGrpSpPr/>
          <p:nvPr/>
        </p:nvGrpSpPr>
        <p:grpSpPr>
          <a:xfrm>
            <a:off x="5830855" y="2262814"/>
            <a:ext cx="667207" cy="667207"/>
            <a:chOff x="9249702" y="4886325"/>
            <a:chExt cx="485775" cy="485775"/>
          </a:xfrm>
        </p:grpSpPr>
        <p:sp>
          <p:nvSpPr>
            <p:cNvPr id="155" name="Ellipse 154">
              <a:extLst>
                <a:ext uri="{FF2B5EF4-FFF2-40B4-BE49-F238E27FC236}">
                  <a16:creationId xmlns:a16="http://schemas.microsoft.com/office/drawing/2014/main" id="{491E7D8C-C08C-455C-AA47-24C4B1AC7F41}"/>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6" name="Graphique 155" descr="Utilisateur avec un remplissage uni">
              <a:extLst>
                <a:ext uri="{FF2B5EF4-FFF2-40B4-BE49-F238E27FC236}">
                  <a16:creationId xmlns:a16="http://schemas.microsoft.com/office/drawing/2014/main" id="{7DCBF569-314E-41F2-A87C-53611DB72DA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7" name="Groupe 156">
            <a:extLst>
              <a:ext uri="{FF2B5EF4-FFF2-40B4-BE49-F238E27FC236}">
                <a16:creationId xmlns:a16="http://schemas.microsoft.com/office/drawing/2014/main" id="{6102D25A-D916-43F8-8DC6-01775B5FCD8B}"/>
              </a:ext>
            </a:extLst>
          </p:cNvPr>
          <p:cNvGrpSpPr/>
          <p:nvPr/>
        </p:nvGrpSpPr>
        <p:grpSpPr>
          <a:xfrm>
            <a:off x="5116690" y="2007767"/>
            <a:ext cx="667207" cy="667207"/>
            <a:chOff x="9249702" y="4886325"/>
            <a:chExt cx="485775" cy="485775"/>
          </a:xfrm>
        </p:grpSpPr>
        <p:sp>
          <p:nvSpPr>
            <p:cNvPr id="158" name="Ellipse 157">
              <a:extLst>
                <a:ext uri="{FF2B5EF4-FFF2-40B4-BE49-F238E27FC236}">
                  <a16:creationId xmlns:a16="http://schemas.microsoft.com/office/drawing/2014/main" id="{13E6B979-1798-4B0D-8825-E320B20305C8}"/>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9" name="Graphique 158" descr="Utilisateur avec un remplissage uni">
              <a:extLst>
                <a:ext uri="{FF2B5EF4-FFF2-40B4-BE49-F238E27FC236}">
                  <a16:creationId xmlns:a16="http://schemas.microsoft.com/office/drawing/2014/main" id="{CB4BFDB6-2021-4FC0-BBF7-AB7C2B76E30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0" name="Groupe 159">
            <a:extLst>
              <a:ext uri="{FF2B5EF4-FFF2-40B4-BE49-F238E27FC236}">
                <a16:creationId xmlns:a16="http://schemas.microsoft.com/office/drawing/2014/main" id="{736C572B-567C-4397-A699-9FEA22E5E318}"/>
              </a:ext>
            </a:extLst>
          </p:cNvPr>
          <p:cNvGrpSpPr/>
          <p:nvPr/>
        </p:nvGrpSpPr>
        <p:grpSpPr>
          <a:xfrm>
            <a:off x="10826377" y="3078730"/>
            <a:ext cx="1045649" cy="1045649"/>
            <a:chOff x="9249702" y="4886325"/>
            <a:chExt cx="485775" cy="485775"/>
          </a:xfrm>
        </p:grpSpPr>
        <p:sp>
          <p:nvSpPr>
            <p:cNvPr id="161" name="Ellipse 160">
              <a:extLst>
                <a:ext uri="{FF2B5EF4-FFF2-40B4-BE49-F238E27FC236}">
                  <a16:creationId xmlns:a16="http://schemas.microsoft.com/office/drawing/2014/main" id="{A8D629A9-74B2-4C52-A084-67CF559186C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2" name="Graphique 161" descr="Utilisateur avec un remplissage uni">
              <a:extLst>
                <a:ext uri="{FF2B5EF4-FFF2-40B4-BE49-F238E27FC236}">
                  <a16:creationId xmlns:a16="http://schemas.microsoft.com/office/drawing/2014/main" id="{92B90842-4137-4F31-BEF0-DE16A8793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3" name="Groupe 162">
            <a:extLst>
              <a:ext uri="{FF2B5EF4-FFF2-40B4-BE49-F238E27FC236}">
                <a16:creationId xmlns:a16="http://schemas.microsoft.com/office/drawing/2014/main" id="{8BF29A3E-5CE3-4A5F-B9B4-7C1EED2DDA63}"/>
              </a:ext>
            </a:extLst>
          </p:cNvPr>
          <p:cNvGrpSpPr/>
          <p:nvPr/>
        </p:nvGrpSpPr>
        <p:grpSpPr>
          <a:xfrm>
            <a:off x="9771362" y="3256767"/>
            <a:ext cx="1045649" cy="1045649"/>
            <a:chOff x="9249702" y="4886325"/>
            <a:chExt cx="485775" cy="485775"/>
          </a:xfrm>
        </p:grpSpPr>
        <p:sp>
          <p:nvSpPr>
            <p:cNvPr id="164" name="Ellipse 163">
              <a:extLst>
                <a:ext uri="{FF2B5EF4-FFF2-40B4-BE49-F238E27FC236}">
                  <a16:creationId xmlns:a16="http://schemas.microsoft.com/office/drawing/2014/main" id="{FB7BF5CD-3113-4256-8CB7-BEE84C38BF00}"/>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5" name="Graphique 164" descr="Utilisateur avec un remplissage uni">
              <a:extLst>
                <a:ext uri="{FF2B5EF4-FFF2-40B4-BE49-F238E27FC236}">
                  <a16:creationId xmlns:a16="http://schemas.microsoft.com/office/drawing/2014/main" id="{2DC38F5B-E1D0-4B0B-B20C-9BD9DBDD6F0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6" name="Groupe 165">
            <a:extLst>
              <a:ext uri="{FF2B5EF4-FFF2-40B4-BE49-F238E27FC236}">
                <a16:creationId xmlns:a16="http://schemas.microsoft.com/office/drawing/2014/main" id="{8F9BE37D-4359-4D63-AC9D-7B2527A5DEC8}"/>
              </a:ext>
            </a:extLst>
          </p:cNvPr>
          <p:cNvGrpSpPr/>
          <p:nvPr/>
        </p:nvGrpSpPr>
        <p:grpSpPr>
          <a:xfrm>
            <a:off x="8170413" y="2921715"/>
            <a:ext cx="642146" cy="2405327"/>
            <a:chOff x="4849072" y="2280250"/>
            <a:chExt cx="914400" cy="3425125"/>
          </a:xfrm>
        </p:grpSpPr>
        <p:pic>
          <p:nvPicPr>
            <p:cNvPr id="167" name="Graphique 166" descr="Mur de briques avec un remplissage uni">
              <a:extLst>
                <a:ext uri="{FF2B5EF4-FFF2-40B4-BE49-F238E27FC236}">
                  <a16:creationId xmlns:a16="http://schemas.microsoft.com/office/drawing/2014/main" id="{CE0CC9BB-451E-4F06-8F0C-7FB184A0CC8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168" name="Graphique 167" descr="Mur de briques avec un remplissage uni">
              <a:extLst>
                <a:ext uri="{FF2B5EF4-FFF2-40B4-BE49-F238E27FC236}">
                  <a16:creationId xmlns:a16="http://schemas.microsoft.com/office/drawing/2014/main" id="{5EF4B5A9-5C55-4650-B6AC-1FE93885254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169" name="Graphique 168" descr="Mur de briques avec un remplissage uni">
              <a:extLst>
                <a:ext uri="{FF2B5EF4-FFF2-40B4-BE49-F238E27FC236}">
                  <a16:creationId xmlns:a16="http://schemas.microsoft.com/office/drawing/2014/main" id="{25F9F653-B2C9-4670-AD63-82A4765F477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170" name="Graphique 169" descr="Mur de briques avec un remplissage uni">
              <a:extLst>
                <a:ext uri="{FF2B5EF4-FFF2-40B4-BE49-F238E27FC236}">
                  <a16:creationId xmlns:a16="http://schemas.microsoft.com/office/drawing/2014/main" id="{3736AE14-E6E3-4F8D-889C-4F4FC8486AA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171" name="Graphique 170" descr="Mur de briques avec un remplissage uni">
              <a:extLst>
                <a:ext uri="{FF2B5EF4-FFF2-40B4-BE49-F238E27FC236}">
                  <a16:creationId xmlns:a16="http://schemas.microsoft.com/office/drawing/2014/main" id="{3A766162-85F0-4EA5-8020-8B89540D969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172" name="Graphique 171" descr="Mur de briques avec un remplissage uni">
              <a:extLst>
                <a:ext uri="{FF2B5EF4-FFF2-40B4-BE49-F238E27FC236}">
                  <a16:creationId xmlns:a16="http://schemas.microsoft.com/office/drawing/2014/main" id="{28952E33-D2CD-4F61-ABBC-51B4B59682D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sp>
        <p:nvSpPr>
          <p:cNvPr id="173" name="Accolade ouvrante 172">
            <a:extLst>
              <a:ext uri="{FF2B5EF4-FFF2-40B4-BE49-F238E27FC236}">
                <a16:creationId xmlns:a16="http://schemas.microsoft.com/office/drawing/2014/main" id="{ED7D45EC-65A1-496E-92B2-04F42E07EAA2}"/>
              </a:ext>
            </a:extLst>
          </p:cNvPr>
          <p:cNvSpPr/>
          <p:nvPr/>
        </p:nvSpPr>
        <p:spPr>
          <a:xfrm rot="16200000">
            <a:off x="10841377" y="5508769"/>
            <a:ext cx="313152" cy="15950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4" name="ZoneTexte 173">
            <a:extLst>
              <a:ext uri="{FF2B5EF4-FFF2-40B4-BE49-F238E27FC236}">
                <a16:creationId xmlns:a16="http://schemas.microsoft.com/office/drawing/2014/main" id="{9CB848EC-2241-452A-955D-441DE9BD6D85}"/>
              </a:ext>
            </a:extLst>
          </p:cNvPr>
          <p:cNvSpPr txBox="1"/>
          <p:nvPr/>
        </p:nvSpPr>
        <p:spPr>
          <a:xfrm>
            <a:off x="10345446" y="6450622"/>
            <a:ext cx="1595020" cy="366369"/>
          </a:xfrm>
          <a:prstGeom prst="rect">
            <a:avLst/>
          </a:prstGeom>
          <a:noFill/>
        </p:spPr>
        <p:txBody>
          <a:bodyPr wrap="square" rtlCol="0">
            <a:spAutoFit/>
          </a:bodyPr>
          <a:lstStyle/>
          <a:p>
            <a:pPr algn="ctr"/>
            <a:r>
              <a:rPr lang="en-US" dirty="0"/>
              <a:t>The core</a:t>
            </a:r>
          </a:p>
        </p:txBody>
      </p:sp>
      <p:sp>
        <p:nvSpPr>
          <p:cNvPr id="175" name="ZoneTexte 174">
            <a:extLst>
              <a:ext uri="{FF2B5EF4-FFF2-40B4-BE49-F238E27FC236}">
                <a16:creationId xmlns:a16="http://schemas.microsoft.com/office/drawing/2014/main" id="{A4A73103-831E-4F2B-8C16-DE76338DF407}"/>
              </a:ext>
            </a:extLst>
          </p:cNvPr>
          <p:cNvSpPr txBox="1"/>
          <p:nvPr/>
        </p:nvSpPr>
        <p:spPr>
          <a:xfrm>
            <a:off x="5265195" y="6461029"/>
            <a:ext cx="1810308" cy="369332"/>
          </a:xfrm>
          <a:prstGeom prst="rect">
            <a:avLst/>
          </a:prstGeom>
          <a:noFill/>
        </p:spPr>
        <p:txBody>
          <a:bodyPr wrap="square" rtlCol="0">
            <a:spAutoFit/>
          </a:bodyPr>
          <a:lstStyle/>
          <a:p>
            <a:pPr algn="ctr"/>
            <a:r>
              <a:rPr lang="en-US" dirty="0"/>
              <a:t>Ambassadors</a:t>
            </a:r>
          </a:p>
        </p:txBody>
      </p:sp>
      <p:sp>
        <p:nvSpPr>
          <p:cNvPr id="176" name="Accolade ouvrante 175">
            <a:extLst>
              <a:ext uri="{FF2B5EF4-FFF2-40B4-BE49-F238E27FC236}">
                <a16:creationId xmlns:a16="http://schemas.microsoft.com/office/drawing/2014/main" id="{37F1617D-4D5D-44D0-B962-0879BEB6641C}"/>
              </a:ext>
            </a:extLst>
          </p:cNvPr>
          <p:cNvSpPr/>
          <p:nvPr/>
        </p:nvSpPr>
        <p:spPr>
          <a:xfrm rot="16200000">
            <a:off x="5953034" y="5573097"/>
            <a:ext cx="313152" cy="15950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7" name="ZoneTexte 176">
            <a:extLst>
              <a:ext uri="{FF2B5EF4-FFF2-40B4-BE49-F238E27FC236}">
                <a16:creationId xmlns:a16="http://schemas.microsoft.com/office/drawing/2014/main" id="{0A2768D6-D8AD-43D0-8A73-8A475C31EC14}"/>
              </a:ext>
            </a:extLst>
          </p:cNvPr>
          <p:cNvSpPr txBox="1"/>
          <p:nvPr/>
        </p:nvSpPr>
        <p:spPr>
          <a:xfrm>
            <a:off x="349632" y="6519390"/>
            <a:ext cx="1810308" cy="369332"/>
          </a:xfrm>
          <a:prstGeom prst="rect">
            <a:avLst/>
          </a:prstGeom>
          <a:noFill/>
        </p:spPr>
        <p:txBody>
          <a:bodyPr wrap="square" rtlCol="0">
            <a:spAutoFit/>
          </a:bodyPr>
          <a:lstStyle/>
          <a:p>
            <a:pPr algn="ctr"/>
            <a:r>
              <a:rPr lang="en-US" dirty="0"/>
              <a:t>Crowd</a:t>
            </a:r>
          </a:p>
        </p:txBody>
      </p:sp>
      <p:sp>
        <p:nvSpPr>
          <p:cNvPr id="178" name="Accolade ouvrante 177">
            <a:extLst>
              <a:ext uri="{FF2B5EF4-FFF2-40B4-BE49-F238E27FC236}">
                <a16:creationId xmlns:a16="http://schemas.microsoft.com/office/drawing/2014/main" id="{1D46B2D7-D82A-4443-B580-F964418A0C4C}"/>
              </a:ext>
            </a:extLst>
          </p:cNvPr>
          <p:cNvSpPr/>
          <p:nvPr/>
        </p:nvSpPr>
        <p:spPr>
          <a:xfrm rot="16200000">
            <a:off x="1037471" y="5631458"/>
            <a:ext cx="313152" cy="15950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61106692"/>
      </p:ext>
    </p:extLst>
  </p:cSld>
  <p:clrMapOvr>
    <a:masterClrMapping/>
  </p:clrMapOvr>
  <mc:AlternateContent xmlns:mc="http://schemas.openxmlformats.org/markup-compatibility/2006" xmlns:p14="http://schemas.microsoft.com/office/powerpoint/2010/main">
    <mc:Choice Requires="p14">
      <p:transition spd="slow" p14:dur="2000" advTm="64184"/>
    </mc:Choice>
    <mc:Fallback xmlns="">
      <p:transition spd="slow" advTm="64184"/>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P9</a:t>
            </a:r>
            <a:br>
              <a:rPr lang="en-US" dirty="0"/>
            </a:br>
            <a:r>
              <a:rPr lang="en-US" dirty="0"/>
              <a:t>Set up a Community Engagement target</a:t>
            </a:r>
            <a:br>
              <a:rPr lang="en-US" dirty="0"/>
            </a:br>
            <a:r>
              <a:rPr lang="en-US" dirty="0"/>
              <a:t>Example : The missionaries</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42" name="Groupe 41">
            <a:extLst>
              <a:ext uri="{FF2B5EF4-FFF2-40B4-BE49-F238E27FC236}">
                <a16:creationId xmlns:a16="http://schemas.microsoft.com/office/drawing/2014/main" id="{C896FD5C-01D8-4F06-92EF-3936313ACB68}"/>
              </a:ext>
            </a:extLst>
          </p:cNvPr>
          <p:cNvGrpSpPr/>
          <p:nvPr/>
        </p:nvGrpSpPr>
        <p:grpSpPr>
          <a:xfrm>
            <a:off x="10402710" y="4642338"/>
            <a:ext cx="571654" cy="571654"/>
            <a:chOff x="9249702" y="4886325"/>
            <a:chExt cx="485775" cy="485775"/>
          </a:xfrm>
        </p:grpSpPr>
        <p:sp>
          <p:nvSpPr>
            <p:cNvPr id="43" name="Ellipse 42">
              <a:extLst>
                <a:ext uri="{FF2B5EF4-FFF2-40B4-BE49-F238E27FC236}">
                  <a16:creationId xmlns:a16="http://schemas.microsoft.com/office/drawing/2014/main" id="{2B22D55E-8C9A-4124-AF38-C9345BF4E77B}"/>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Utilisateur avec un remplissage uni">
              <a:extLst>
                <a:ext uri="{FF2B5EF4-FFF2-40B4-BE49-F238E27FC236}">
                  <a16:creationId xmlns:a16="http://schemas.microsoft.com/office/drawing/2014/main" id="{2910DA4D-1A95-4F21-ACD3-37995FBC34C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0" name="Groupe 159">
            <a:extLst>
              <a:ext uri="{FF2B5EF4-FFF2-40B4-BE49-F238E27FC236}">
                <a16:creationId xmlns:a16="http://schemas.microsoft.com/office/drawing/2014/main" id="{736C572B-567C-4397-A699-9FEA22E5E318}"/>
              </a:ext>
            </a:extLst>
          </p:cNvPr>
          <p:cNvGrpSpPr/>
          <p:nvPr/>
        </p:nvGrpSpPr>
        <p:grpSpPr>
          <a:xfrm>
            <a:off x="11004213" y="4521301"/>
            <a:ext cx="571654" cy="571654"/>
            <a:chOff x="9249702" y="4886325"/>
            <a:chExt cx="485775" cy="485775"/>
          </a:xfrm>
        </p:grpSpPr>
        <p:sp>
          <p:nvSpPr>
            <p:cNvPr id="161" name="Ellipse 160">
              <a:extLst>
                <a:ext uri="{FF2B5EF4-FFF2-40B4-BE49-F238E27FC236}">
                  <a16:creationId xmlns:a16="http://schemas.microsoft.com/office/drawing/2014/main" id="{A8D629A9-74B2-4C52-A084-67CF559186C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2" name="Graphique 161" descr="Utilisateur avec un remplissage uni">
              <a:extLst>
                <a:ext uri="{FF2B5EF4-FFF2-40B4-BE49-F238E27FC236}">
                  <a16:creationId xmlns:a16="http://schemas.microsoft.com/office/drawing/2014/main" id="{92B90842-4137-4F31-BEF0-DE16A8793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3" name="Groupe 162">
            <a:extLst>
              <a:ext uri="{FF2B5EF4-FFF2-40B4-BE49-F238E27FC236}">
                <a16:creationId xmlns:a16="http://schemas.microsoft.com/office/drawing/2014/main" id="{8BF29A3E-5CE3-4A5F-B9B4-7C1EED2DDA63}"/>
              </a:ext>
            </a:extLst>
          </p:cNvPr>
          <p:cNvGrpSpPr/>
          <p:nvPr/>
        </p:nvGrpSpPr>
        <p:grpSpPr>
          <a:xfrm>
            <a:off x="10500003" y="4025641"/>
            <a:ext cx="571654" cy="571654"/>
            <a:chOff x="9249702" y="4886325"/>
            <a:chExt cx="485775" cy="485775"/>
          </a:xfrm>
        </p:grpSpPr>
        <p:sp>
          <p:nvSpPr>
            <p:cNvPr id="164" name="Ellipse 163">
              <a:extLst>
                <a:ext uri="{FF2B5EF4-FFF2-40B4-BE49-F238E27FC236}">
                  <a16:creationId xmlns:a16="http://schemas.microsoft.com/office/drawing/2014/main" id="{FB7BF5CD-3113-4256-8CB7-BEE84C38BF00}"/>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5" name="Graphique 164" descr="Utilisateur avec un remplissage uni">
              <a:extLst>
                <a:ext uri="{FF2B5EF4-FFF2-40B4-BE49-F238E27FC236}">
                  <a16:creationId xmlns:a16="http://schemas.microsoft.com/office/drawing/2014/main" id="{2DC38F5B-E1D0-4B0B-B20C-9BD9DBDD6F0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173" name="Accolade ouvrante 172">
            <a:extLst>
              <a:ext uri="{FF2B5EF4-FFF2-40B4-BE49-F238E27FC236}">
                <a16:creationId xmlns:a16="http://schemas.microsoft.com/office/drawing/2014/main" id="{ED7D45EC-65A1-496E-92B2-04F42E07EAA2}"/>
              </a:ext>
            </a:extLst>
          </p:cNvPr>
          <p:cNvSpPr/>
          <p:nvPr/>
        </p:nvSpPr>
        <p:spPr>
          <a:xfrm rot="16200000">
            <a:off x="9224850" y="3938214"/>
            <a:ext cx="359125" cy="47821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4" name="ZoneTexte 173">
            <a:extLst>
              <a:ext uri="{FF2B5EF4-FFF2-40B4-BE49-F238E27FC236}">
                <a16:creationId xmlns:a16="http://schemas.microsoft.com/office/drawing/2014/main" id="{9CB848EC-2241-452A-955D-441DE9BD6D85}"/>
              </a:ext>
            </a:extLst>
          </p:cNvPr>
          <p:cNvSpPr txBox="1"/>
          <p:nvPr/>
        </p:nvSpPr>
        <p:spPr>
          <a:xfrm>
            <a:off x="7013362" y="6475035"/>
            <a:ext cx="4872183" cy="369332"/>
          </a:xfrm>
          <a:prstGeom prst="rect">
            <a:avLst/>
          </a:prstGeom>
          <a:noFill/>
        </p:spPr>
        <p:txBody>
          <a:bodyPr wrap="square" rtlCol="0">
            <a:spAutoFit/>
          </a:bodyPr>
          <a:lstStyle/>
          <a:p>
            <a:pPr algn="ctr"/>
            <a:r>
              <a:rPr lang="en-US" dirty="0"/>
              <a:t>The self motivating &amp; organizing members </a:t>
            </a:r>
          </a:p>
        </p:txBody>
      </p:sp>
      <p:grpSp>
        <p:nvGrpSpPr>
          <p:cNvPr id="79" name="Groupe 78">
            <a:extLst>
              <a:ext uri="{FF2B5EF4-FFF2-40B4-BE49-F238E27FC236}">
                <a16:creationId xmlns:a16="http://schemas.microsoft.com/office/drawing/2014/main" id="{28919D13-2D1A-4F4C-AB18-02EE01875942}"/>
              </a:ext>
            </a:extLst>
          </p:cNvPr>
          <p:cNvGrpSpPr/>
          <p:nvPr/>
        </p:nvGrpSpPr>
        <p:grpSpPr>
          <a:xfrm>
            <a:off x="7228154" y="4404607"/>
            <a:ext cx="667207" cy="667207"/>
            <a:chOff x="9249702" y="4886325"/>
            <a:chExt cx="485775" cy="485775"/>
          </a:xfrm>
        </p:grpSpPr>
        <p:sp>
          <p:nvSpPr>
            <p:cNvPr id="80" name="Ellipse 79">
              <a:extLst>
                <a:ext uri="{FF2B5EF4-FFF2-40B4-BE49-F238E27FC236}">
                  <a16:creationId xmlns:a16="http://schemas.microsoft.com/office/drawing/2014/main" id="{D3F9B509-7714-47CE-938A-267BC04B2F94}"/>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1" name="Graphique 80" descr="Utilisateur avec un remplissage uni">
              <a:extLst>
                <a:ext uri="{FF2B5EF4-FFF2-40B4-BE49-F238E27FC236}">
                  <a16:creationId xmlns:a16="http://schemas.microsoft.com/office/drawing/2014/main" id="{813991A9-086C-4842-8C96-83239D5AA15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82" name="Groupe 81">
            <a:extLst>
              <a:ext uri="{FF2B5EF4-FFF2-40B4-BE49-F238E27FC236}">
                <a16:creationId xmlns:a16="http://schemas.microsoft.com/office/drawing/2014/main" id="{37C4B6F0-AE77-4428-B8EC-59A1CA3A6C43}"/>
              </a:ext>
            </a:extLst>
          </p:cNvPr>
          <p:cNvGrpSpPr/>
          <p:nvPr/>
        </p:nvGrpSpPr>
        <p:grpSpPr>
          <a:xfrm>
            <a:off x="7212628" y="3139729"/>
            <a:ext cx="667207" cy="667207"/>
            <a:chOff x="9249702" y="4886325"/>
            <a:chExt cx="485775" cy="485775"/>
          </a:xfrm>
        </p:grpSpPr>
        <p:sp>
          <p:nvSpPr>
            <p:cNvPr id="83" name="Ellipse 82">
              <a:extLst>
                <a:ext uri="{FF2B5EF4-FFF2-40B4-BE49-F238E27FC236}">
                  <a16:creationId xmlns:a16="http://schemas.microsoft.com/office/drawing/2014/main" id="{9DDA4FD2-2DE8-431B-81C5-3F6C2BE2A127}"/>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3" name="Graphique 112" descr="Utilisateur avec un remplissage uni">
              <a:extLst>
                <a:ext uri="{FF2B5EF4-FFF2-40B4-BE49-F238E27FC236}">
                  <a16:creationId xmlns:a16="http://schemas.microsoft.com/office/drawing/2014/main" id="{44BD16E0-42FA-4727-8510-BC126239593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4" name="Groupe 113">
            <a:extLst>
              <a:ext uri="{FF2B5EF4-FFF2-40B4-BE49-F238E27FC236}">
                <a16:creationId xmlns:a16="http://schemas.microsoft.com/office/drawing/2014/main" id="{E2942A77-BD2D-4F96-A51F-D2E7CAAF8F17}"/>
              </a:ext>
            </a:extLst>
          </p:cNvPr>
          <p:cNvGrpSpPr/>
          <p:nvPr/>
        </p:nvGrpSpPr>
        <p:grpSpPr>
          <a:xfrm>
            <a:off x="7594973" y="3733287"/>
            <a:ext cx="667207" cy="667207"/>
            <a:chOff x="9249702" y="4886325"/>
            <a:chExt cx="485775" cy="485775"/>
          </a:xfrm>
        </p:grpSpPr>
        <p:sp>
          <p:nvSpPr>
            <p:cNvPr id="115" name="Ellipse 114">
              <a:extLst>
                <a:ext uri="{FF2B5EF4-FFF2-40B4-BE49-F238E27FC236}">
                  <a16:creationId xmlns:a16="http://schemas.microsoft.com/office/drawing/2014/main" id="{9617C728-459B-4AA7-8EF9-4740EB2FF5BA}"/>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6" name="Graphique 115" descr="Utilisateur avec un remplissage uni">
              <a:extLst>
                <a:ext uri="{FF2B5EF4-FFF2-40B4-BE49-F238E27FC236}">
                  <a16:creationId xmlns:a16="http://schemas.microsoft.com/office/drawing/2014/main" id="{37DAB0F7-73EA-411F-B7B3-048F405DD8B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7" name="Groupe 116">
            <a:extLst>
              <a:ext uri="{FF2B5EF4-FFF2-40B4-BE49-F238E27FC236}">
                <a16:creationId xmlns:a16="http://schemas.microsoft.com/office/drawing/2014/main" id="{92C1B34F-6C32-4155-A882-4DC46D53695C}"/>
              </a:ext>
            </a:extLst>
          </p:cNvPr>
          <p:cNvGrpSpPr/>
          <p:nvPr/>
        </p:nvGrpSpPr>
        <p:grpSpPr>
          <a:xfrm>
            <a:off x="7879835" y="2949082"/>
            <a:ext cx="667207" cy="667207"/>
            <a:chOff x="9249702" y="4886325"/>
            <a:chExt cx="485775" cy="485775"/>
          </a:xfrm>
        </p:grpSpPr>
        <p:sp>
          <p:nvSpPr>
            <p:cNvPr id="118" name="Ellipse 117">
              <a:extLst>
                <a:ext uri="{FF2B5EF4-FFF2-40B4-BE49-F238E27FC236}">
                  <a16:creationId xmlns:a16="http://schemas.microsoft.com/office/drawing/2014/main" id="{270F8897-7379-4DC5-9FDD-AE2F364C4844}"/>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9" name="Graphique 118" descr="Utilisateur avec un remplissage uni">
              <a:extLst>
                <a:ext uri="{FF2B5EF4-FFF2-40B4-BE49-F238E27FC236}">
                  <a16:creationId xmlns:a16="http://schemas.microsoft.com/office/drawing/2014/main" id="{D3AE93CF-9F2A-48A3-8151-335D338661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0" name="Groupe 119">
            <a:extLst>
              <a:ext uri="{FF2B5EF4-FFF2-40B4-BE49-F238E27FC236}">
                <a16:creationId xmlns:a16="http://schemas.microsoft.com/office/drawing/2014/main" id="{849943CD-BE6A-43D8-860B-320D7593760F}"/>
              </a:ext>
            </a:extLst>
          </p:cNvPr>
          <p:cNvGrpSpPr/>
          <p:nvPr/>
        </p:nvGrpSpPr>
        <p:grpSpPr>
          <a:xfrm>
            <a:off x="7359837" y="2367354"/>
            <a:ext cx="667207" cy="667207"/>
            <a:chOff x="9249702" y="4886325"/>
            <a:chExt cx="485775" cy="485775"/>
          </a:xfrm>
        </p:grpSpPr>
        <p:sp>
          <p:nvSpPr>
            <p:cNvPr id="121" name="Ellipse 120">
              <a:extLst>
                <a:ext uri="{FF2B5EF4-FFF2-40B4-BE49-F238E27FC236}">
                  <a16:creationId xmlns:a16="http://schemas.microsoft.com/office/drawing/2014/main" id="{8178E507-0E07-4235-AF58-A261B4995993}"/>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2" name="Graphique 121" descr="Utilisateur avec un remplissage uni">
              <a:extLst>
                <a:ext uri="{FF2B5EF4-FFF2-40B4-BE49-F238E27FC236}">
                  <a16:creationId xmlns:a16="http://schemas.microsoft.com/office/drawing/2014/main" id="{960077DA-0772-4E33-832B-A329362107F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3" name="Groupe 122">
            <a:extLst>
              <a:ext uri="{FF2B5EF4-FFF2-40B4-BE49-F238E27FC236}">
                <a16:creationId xmlns:a16="http://schemas.microsoft.com/office/drawing/2014/main" id="{D5F06EE5-87F0-4B3C-8041-B7F6D1C73B66}"/>
              </a:ext>
            </a:extLst>
          </p:cNvPr>
          <p:cNvGrpSpPr/>
          <p:nvPr/>
        </p:nvGrpSpPr>
        <p:grpSpPr>
          <a:xfrm>
            <a:off x="7923791" y="1895202"/>
            <a:ext cx="667207" cy="667207"/>
            <a:chOff x="9249702" y="4886325"/>
            <a:chExt cx="485775" cy="485775"/>
          </a:xfrm>
        </p:grpSpPr>
        <p:sp>
          <p:nvSpPr>
            <p:cNvPr id="124" name="Ellipse 123">
              <a:extLst>
                <a:ext uri="{FF2B5EF4-FFF2-40B4-BE49-F238E27FC236}">
                  <a16:creationId xmlns:a16="http://schemas.microsoft.com/office/drawing/2014/main" id="{2F262CC1-0773-46D6-885E-F7A90491B21B}"/>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5" name="Graphique 124" descr="Utilisateur avec un remplissage uni">
              <a:extLst>
                <a:ext uri="{FF2B5EF4-FFF2-40B4-BE49-F238E27FC236}">
                  <a16:creationId xmlns:a16="http://schemas.microsoft.com/office/drawing/2014/main" id="{3EC5BE7E-BA67-405D-9CC1-5E74295A121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34" name="Groupe 133">
            <a:extLst>
              <a:ext uri="{FF2B5EF4-FFF2-40B4-BE49-F238E27FC236}">
                <a16:creationId xmlns:a16="http://schemas.microsoft.com/office/drawing/2014/main" id="{7D31E95B-0990-4109-ABBA-660EECB3D56F}"/>
              </a:ext>
            </a:extLst>
          </p:cNvPr>
          <p:cNvGrpSpPr/>
          <p:nvPr/>
        </p:nvGrpSpPr>
        <p:grpSpPr>
          <a:xfrm>
            <a:off x="9243111" y="4527112"/>
            <a:ext cx="667207" cy="667207"/>
            <a:chOff x="9249702" y="4886325"/>
            <a:chExt cx="485775" cy="485775"/>
          </a:xfrm>
        </p:grpSpPr>
        <p:sp>
          <p:nvSpPr>
            <p:cNvPr id="135" name="Ellipse 134">
              <a:extLst>
                <a:ext uri="{FF2B5EF4-FFF2-40B4-BE49-F238E27FC236}">
                  <a16:creationId xmlns:a16="http://schemas.microsoft.com/office/drawing/2014/main" id="{7828733A-0AA5-4403-B4D6-E7F363E124D3}"/>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6" name="Graphique 135" descr="Utilisateur avec un remplissage uni">
              <a:extLst>
                <a:ext uri="{FF2B5EF4-FFF2-40B4-BE49-F238E27FC236}">
                  <a16:creationId xmlns:a16="http://schemas.microsoft.com/office/drawing/2014/main" id="{6373723A-230E-4A45-AC84-286247383FE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0" name="Groupe 139">
            <a:extLst>
              <a:ext uri="{FF2B5EF4-FFF2-40B4-BE49-F238E27FC236}">
                <a16:creationId xmlns:a16="http://schemas.microsoft.com/office/drawing/2014/main" id="{5009BA67-9034-4F6F-930F-EE9FD0C94DE0}"/>
              </a:ext>
            </a:extLst>
          </p:cNvPr>
          <p:cNvGrpSpPr/>
          <p:nvPr/>
        </p:nvGrpSpPr>
        <p:grpSpPr>
          <a:xfrm>
            <a:off x="9177859" y="3753323"/>
            <a:ext cx="667207" cy="667207"/>
            <a:chOff x="9249702" y="4886325"/>
            <a:chExt cx="485775" cy="485775"/>
          </a:xfrm>
        </p:grpSpPr>
        <p:sp>
          <p:nvSpPr>
            <p:cNvPr id="141" name="Ellipse 140">
              <a:extLst>
                <a:ext uri="{FF2B5EF4-FFF2-40B4-BE49-F238E27FC236}">
                  <a16:creationId xmlns:a16="http://schemas.microsoft.com/office/drawing/2014/main" id="{80DB44D9-14B0-49BE-A05C-1388C2DD1266}"/>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2" name="Graphique 141" descr="Utilisateur avec un remplissage uni">
              <a:extLst>
                <a:ext uri="{FF2B5EF4-FFF2-40B4-BE49-F238E27FC236}">
                  <a16:creationId xmlns:a16="http://schemas.microsoft.com/office/drawing/2014/main" id="{04301169-4222-4175-89BE-7F1D68ECDD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3" name="Groupe 142">
            <a:extLst>
              <a:ext uri="{FF2B5EF4-FFF2-40B4-BE49-F238E27FC236}">
                <a16:creationId xmlns:a16="http://schemas.microsoft.com/office/drawing/2014/main" id="{17903D87-9F1D-47F8-A7A4-FCF7C90D52F0}"/>
              </a:ext>
            </a:extLst>
          </p:cNvPr>
          <p:cNvGrpSpPr/>
          <p:nvPr/>
        </p:nvGrpSpPr>
        <p:grpSpPr>
          <a:xfrm>
            <a:off x="8567647" y="4174570"/>
            <a:ext cx="667207" cy="667207"/>
            <a:chOff x="9249702" y="4886325"/>
            <a:chExt cx="485775" cy="485775"/>
          </a:xfrm>
        </p:grpSpPr>
        <p:sp>
          <p:nvSpPr>
            <p:cNvPr id="144" name="Ellipse 143">
              <a:extLst>
                <a:ext uri="{FF2B5EF4-FFF2-40B4-BE49-F238E27FC236}">
                  <a16:creationId xmlns:a16="http://schemas.microsoft.com/office/drawing/2014/main" id="{089ABF08-1508-4245-B09D-ED805DF7BB1A}"/>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5" name="Graphique 144" descr="Utilisateur avec un remplissage uni">
              <a:extLst>
                <a:ext uri="{FF2B5EF4-FFF2-40B4-BE49-F238E27FC236}">
                  <a16:creationId xmlns:a16="http://schemas.microsoft.com/office/drawing/2014/main" id="{6FEFA08B-CACA-48CF-8285-BB77B8AFA94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6" name="Groupe 145">
            <a:extLst>
              <a:ext uri="{FF2B5EF4-FFF2-40B4-BE49-F238E27FC236}">
                <a16:creationId xmlns:a16="http://schemas.microsoft.com/office/drawing/2014/main" id="{725192EA-95EE-481A-B691-589B3208D61B}"/>
              </a:ext>
            </a:extLst>
          </p:cNvPr>
          <p:cNvGrpSpPr/>
          <p:nvPr/>
        </p:nvGrpSpPr>
        <p:grpSpPr>
          <a:xfrm>
            <a:off x="8857572" y="3053416"/>
            <a:ext cx="667207" cy="667207"/>
            <a:chOff x="9249702" y="4886325"/>
            <a:chExt cx="485775" cy="485775"/>
          </a:xfrm>
        </p:grpSpPr>
        <p:sp>
          <p:nvSpPr>
            <p:cNvPr id="179" name="Ellipse 178">
              <a:extLst>
                <a:ext uri="{FF2B5EF4-FFF2-40B4-BE49-F238E27FC236}">
                  <a16:creationId xmlns:a16="http://schemas.microsoft.com/office/drawing/2014/main" id="{F330CBE0-CE15-4DC4-811C-25BDE40755C5}"/>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0" name="Graphique 179" descr="Utilisateur avec un remplissage uni">
              <a:extLst>
                <a:ext uri="{FF2B5EF4-FFF2-40B4-BE49-F238E27FC236}">
                  <a16:creationId xmlns:a16="http://schemas.microsoft.com/office/drawing/2014/main" id="{8721794E-C5AC-46B7-9C9B-07B7D8B0C43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1" name="Groupe 180">
            <a:extLst>
              <a:ext uri="{FF2B5EF4-FFF2-40B4-BE49-F238E27FC236}">
                <a16:creationId xmlns:a16="http://schemas.microsoft.com/office/drawing/2014/main" id="{5FDE8EEA-0105-4CDC-844B-DB6B4F6F7351}"/>
              </a:ext>
            </a:extLst>
          </p:cNvPr>
          <p:cNvGrpSpPr/>
          <p:nvPr/>
        </p:nvGrpSpPr>
        <p:grpSpPr>
          <a:xfrm>
            <a:off x="11094969" y="3888867"/>
            <a:ext cx="571654" cy="571654"/>
            <a:chOff x="9249702" y="4886325"/>
            <a:chExt cx="485775" cy="485775"/>
          </a:xfrm>
        </p:grpSpPr>
        <p:sp>
          <p:nvSpPr>
            <p:cNvPr id="182" name="Ellipse 181">
              <a:extLst>
                <a:ext uri="{FF2B5EF4-FFF2-40B4-BE49-F238E27FC236}">
                  <a16:creationId xmlns:a16="http://schemas.microsoft.com/office/drawing/2014/main" id="{CCC48F57-F827-412E-8A00-7EE19B64AC5D}"/>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3" name="Graphique 182" descr="Utilisateur avec un remplissage uni">
              <a:extLst>
                <a:ext uri="{FF2B5EF4-FFF2-40B4-BE49-F238E27FC236}">
                  <a16:creationId xmlns:a16="http://schemas.microsoft.com/office/drawing/2014/main" id="{FDF2B111-B2C7-4DE0-B2AF-E644A468C46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4" name="Groupe 183">
            <a:extLst>
              <a:ext uri="{FF2B5EF4-FFF2-40B4-BE49-F238E27FC236}">
                <a16:creationId xmlns:a16="http://schemas.microsoft.com/office/drawing/2014/main" id="{75C1E1C6-5B03-464C-A7E0-25DA2BA21F92}"/>
              </a:ext>
            </a:extLst>
          </p:cNvPr>
          <p:cNvGrpSpPr/>
          <p:nvPr/>
        </p:nvGrpSpPr>
        <p:grpSpPr>
          <a:xfrm>
            <a:off x="10612828" y="3368324"/>
            <a:ext cx="571654" cy="571654"/>
            <a:chOff x="9249702" y="4886325"/>
            <a:chExt cx="485775" cy="485775"/>
          </a:xfrm>
        </p:grpSpPr>
        <p:sp>
          <p:nvSpPr>
            <p:cNvPr id="185" name="Ellipse 184">
              <a:extLst>
                <a:ext uri="{FF2B5EF4-FFF2-40B4-BE49-F238E27FC236}">
                  <a16:creationId xmlns:a16="http://schemas.microsoft.com/office/drawing/2014/main" id="{DF7752C6-6402-42D9-9384-5B32D4AB4E13}"/>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6" name="Graphique 185" descr="Utilisateur avec un remplissage uni">
              <a:extLst>
                <a:ext uri="{FF2B5EF4-FFF2-40B4-BE49-F238E27FC236}">
                  <a16:creationId xmlns:a16="http://schemas.microsoft.com/office/drawing/2014/main" id="{59FE7393-10F3-4951-87D0-421248BF93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7" name="Groupe 186">
            <a:extLst>
              <a:ext uri="{FF2B5EF4-FFF2-40B4-BE49-F238E27FC236}">
                <a16:creationId xmlns:a16="http://schemas.microsoft.com/office/drawing/2014/main" id="{9A986409-76E7-48D1-BCD1-16DF2BCD3CBD}"/>
              </a:ext>
            </a:extLst>
          </p:cNvPr>
          <p:cNvGrpSpPr/>
          <p:nvPr/>
        </p:nvGrpSpPr>
        <p:grpSpPr>
          <a:xfrm>
            <a:off x="11192262" y="3272170"/>
            <a:ext cx="571654" cy="571654"/>
            <a:chOff x="9249702" y="4886325"/>
            <a:chExt cx="485775" cy="485775"/>
          </a:xfrm>
        </p:grpSpPr>
        <p:sp>
          <p:nvSpPr>
            <p:cNvPr id="188" name="Ellipse 187">
              <a:extLst>
                <a:ext uri="{FF2B5EF4-FFF2-40B4-BE49-F238E27FC236}">
                  <a16:creationId xmlns:a16="http://schemas.microsoft.com/office/drawing/2014/main" id="{014CEC42-148F-490D-89AA-6A3B81E6A4C5}"/>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9" name="Graphique 188" descr="Utilisateur avec un remplissage uni">
              <a:extLst>
                <a:ext uri="{FF2B5EF4-FFF2-40B4-BE49-F238E27FC236}">
                  <a16:creationId xmlns:a16="http://schemas.microsoft.com/office/drawing/2014/main" id="{4768E3CA-EEE9-460D-AED1-472E0A480C2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0" name="Groupe 189">
            <a:extLst>
              <a:ext uri="{FF2B5EF4-FFF2-40B4-BE49-F238E27FC236}">
                <a16:creationId xmlns:a16="http://schemas.microsoft.com/office/drawing/2014/main" id="{371404B4-94DC-4534-965A-F6D5BB604D18}"/>
              </a:ext>
            </a:extLst>
          </p:cNvPr>
          <p:cNvGrpSpPr/>
          <p:nvPr/>
        </p:nvGrpSpPr>
        <p:grpSpPr>
          <a:xfrm>
            <a:off x="10229708" y="2918374"/>
            <a:ext cx="571654" cy="571654"/>
            <a:chOff x="9249702" y="4886325"/>
            <a:chExt cx="485775" cy="485775"/>
          </a:xfrm>
        </p:grpSpPr>
        <p:sp>
          <p:nvSpPr>
            <p:cNvPr id="191" name="Ellipse 190">
              <a:extLst>
                <a:ext uri="{FF2B5EF4-FFF2-40B4-BE49-F238E27FC236}">
                  <a16:creationId xmlns:a16="http://schemas.microsoft.com/office/drawing/2014/main" id="{8D68BD50-BF74-4EED-AD78-CA04CB734F1F}"/>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2" name="Graphique 191" descr="Utilisateur avec un remplissage uni">
              <a:extLst>
                <a:ext uri="{FF2B5EF4-FFF2-40B4-BE49-F238E27FC236}">
                  <a16:creationId xmlns:a16="http://schemas.microsoft.com/office/drawing/2014/main" id="{EC150223-17E8-46C8-9661-8F43C684DB4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3" name="Groupe 192">
            <a:extLst>
              <a:ext uri="{FF2B5EF4-FFF2-40B4-BE49-F238E27FC236}">
                <a16:creationId xmlns:a16="http://schemas.microsoft.com/office/drawing/2014/main" id="{8553EB1E-91A2-4CA3-93D5-D0AAA5397B36}"/>
              </a:ext>
            </a:extLst>
          </p:cNvPr>
          <p:cNvGrpSpPr/>
          <p:nvPr/>
        </p:nvGrpSpPr>
        <p:grpSpPr>
          <a:xfrm>
            <a:off x="10824674" y="2781600"/>
            <a:ext cx="571654" cy="571654"/>
            <a:chOff x="9249702" y="4886325"/>
            <a:chExt cx="485775" cy="485775"/>
          </a:xfrm>
        </p:grpSpPr>
        <p:sp>
          <p:nvSpPr>
            <p:cNvPr id="194" name="Ellipse 193">
              <a:extLst>
                <a:ext uri="{FF2B5EF4-FFF2-40B4-BE49-F238E27FC236}">
                  <a16:creationId xmlns:a16="http://schemas.microsoft.com/office/drawing/2014/main" id="{3202D1B5-A5C2-4A30-9B36-266FFC0AF8C6}"/>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5" name="Graphique 194" descr="Utilisateur avec un remplissage uni">
              <a:extLst>
                <a:ext uri="{FF2B5EF4-FFF2-40B4-BE49-F238E27FC236}">
                  <a16:creationId xmlns:a16="http://schemas.microsoft.com/office/drawing/2014/main" id="{1B6F8AFE-569C-48D1-852B-9DDEB45C51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6" name="Groupe 195">
            <a:extLst>
              <a:ext uri="{FF2B5EF4-FFF2-40B4-BE49-F238E27FC236}">
                <a16:creationId xmlns:a16="http://schemas.microsoft.com/office/drawing/2014/main" id="{54A9DB0B-87B9-4454-9A58-4EF31AB16B11}"/>
              </a:ext>
            </a:extLst>
          </p:cNvPr>
          <p:cNvGrpSpPr/>
          <p:nvPr/>
        </p:nvGrpSpPr>
        <p:grpSpPr>
          <a:xfrm>
            <a:off x="10342533" y="2261057"/>
            <a:ext cx="571654" cy="571654"/>
            <a:chOff x="9249702" y="4886325"/>
            <a:chExt cx="485775" cy="485775"/>
          </a:xfrm>
        </p:grpSpPr>
        <p:sp>
          <p:nvSpPr>
            <p:cNvPr id="197" name="Ellipse 196">
              <a:extLst>
                <a:ext uri="{FF2B5EF4-FFF2-40B4-BE49-F238E27FC236}">
                  <a16:creationId xmlns:a16="http://schemas.microsoft.com/office/drawing/2014/main" id="{B466D866-A76C-4589-84BE-F0163818298F}"/>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8" name="Graphique 197" descr="Utilisateur avec un remplissage uni">
              <a:extLst>
                <a:ext uri="{FF2B5EF4-FFF2-40B4-BE49-F238E27FC236}">
                  <a16:creationId xmlns:a16="http://schemas.microsoft.com/office/drawing/2014/main" id="{73D20A46-7BA7-4274-A6F5-9F33CC4A4F2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9" name="Groupe 198">
            <a:extLst>
              <a:ext uri="{FF2B5EF4-FFF2-40B4-BE49-F238E27FC236}">
                <a16:creationId xmlns:a16="http://schemas.microsoft.com/office/drawing/2014/main" id="{5B2AABB0-0BF9-441B-B6E1-390694EF1CF1}"/>
              </a:ext>
            </a:extLst>
          </p:cNvPr>
          <p:cNvGrpSpPr/>
          <p:nvPr/>
        </p:nvGrpSpPr>
        <p:grpSpPr>
          <a:xfrm>
            <a:off x="10921967" y="2164903"/>
            <a:ext cx="571654" cy="571654"/>
            <a:chOff x="9249702" y="4886325"/>
            <a:chExt cx="485775" cy="485775"/>
          </a:xfrm>
        </p:grpSpPr>
        <p:sp>
          <p:nvSpPr>
            <p:cNvPr id="200" name="Ellipse 199">
              <a:extLst>
                <a:ext uri="{FF2B5EF4-FFF2-40B4-BE49-F238E27FC236}">
                  <a16:creationId xmlns:a16="http://schemas.microsoft.com/office/drawing/2014/main" id="{E6EF00F9-5D5F-49A7-BEE7-EF95D9FDC3A0}"/>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1" name="Graphique 200" descr="Utilisateur avec un remplissage uni">
              <a:extLst>
                <a:ext uri="{FF2B5EF4-FFF2-40B4-BE49-F238E27FC236}">
                  <a16:creationId xmlns:a16="http://schemas.microsoft.com/office/drawing/2014/main" id="{9AD8C611-8086-4527-8629-D5D2A3D7600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2" name="Groupe 201">
            <a:extLst>
              <a:ext uri="{FF2B5EF4-FFF2-40B4-BE49-F238E27FC236}">
                <a16:creationId xmlns:a16="http://schemas.microsoft.com/office/drawing/2014/main" id="{B1191CF4-14E3-4237-ADBE-86D36A2541DA}"/>
              </a:ext>
            </a:extLst>
          </p:cNvPr>
          <p:cNvGrpSpPr/>
          <p:nvPr/>
        </p:nvGrpSpPr>
        <p:grpSpPr>
          <a:xfrm>
            <a:off x="11419640" y="2620463"/>
            <a:ext cx="571654" cy="571654"/>
            <a:chOff x="9249702" y="4886325"/>
            <a:chExt cx="485775" cy="485775"/>
          </a:xfrm>
        </p:grpSpPr>
        <p:sp>
          <p:nvSpPr>
            <p:cNvPr id="203" name="Ellipse 202">
              <a:extLst>
                <a:ext uri="{FF2B5EF4-FFF2-40B4-BE49-F238E27FC236}">
                  <a16:creationId xmlns:a16="http://schemas.microsoft.com/office/drawing/2014/main" id="{195321F5-3A4E-46BD-BE2B-EFF0E3BE0ACF}"/>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4" name="Graphique 203" descr="Utilisateur avec un remplissage uni">
              <a:extLst>
                <a:ext uri="{FF2B5EF4-FFF2-40B4-BE49-F238E27FC236}">
                  <a16:creationId xmlns:a16="http://schemas.microsoft.com/office/drawing/2014/main" id="{E1C53F9A-6053-4499-94B8-2797044AA21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5" name="Groupe 204">
            <a:extLst>
              <a:ext uri="{FF2B5EF4-FFF2-40B4-BE49-F238E27FC236}">
                <a16:creationId xmlns:a16="http://schemas.microsoft.com/office/drawing/2014/main" id="{DA8B00D2-6200-489D-9E66-2E13C0074B87}"/>
              </a:ext>
            </a:extLst>
          </p:cNvPr>
          <p:cNvGrpSpPr/>
          <p:nvPr/>
        </p:nvGrpSpPr>
        <p:grpSpPr>
          <a:xfrm>
            <a:off x="9169353" y="2449905"/>
            <a:ext cx="667207" cy="667207"/>
            <a:chOff x="9249702" y="4886325"/>
            <a:chExt cx="485775" cy="485775"/>
          </a:xfrm>
        </p:grpSpPr>
        <p:sp>
          <p:nvSpPr>
            <p:cNvPr id="206" name="Ellipse 205">
              <a:extLst>
                <a:ext uri="{FF2B5EF4-FFF2-40B4-BE49-F238E27FC236}">
                  <a16:creationId xmlns:a16="http://schemas.microsoft.com/office/drawing/2014/main" id="{7FA90572-92F6-4918-8C89-744D41A635C1}"/>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7" name="Graphique 206" descr="Utilisateur avec un remplissage uni">
              <a:extLst>
                <a:ext uri="{FF2B5EF4-FFF2-40B4-BE49-F238E27FC236}">
                  <a16:creationId xmlns:a16="http://schemas.microsoft.com/office/drawing/2014/main" id="{40775CE1-625B-4157-978A-67A96AE6770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Tree>
    <p:extLst>
      <p:ext uri="{BB962C8B-B14F-4D97-AF65-F5344CB8AC3E}">
        <p14:creationId xmlns:p14="http://schemas.microsoft.com/office/powerpoint/2010/main" val="1325553251"/>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P9</a:t>
            </a:r>
            <a:br>
              <a:rPr lang="en-US" dirty="0"/>
            </a:br>
            <a:r>
              <a:rPr lang="en-US" dirty="0"/>
              <a:t>Represent your Engagement Target (copy paste for numbers)</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160" name="Groupe 159">
            <a:extLst>
              <a:ext uri="{FF2B5EF4-FFF2-40B4-BE49-F238E27FC236}">
                <a16:creationId xmlns:a16="http://schemas.microsoft.com/office/drawing/2014/main" id="{736C572B-567C-4397-A699-9FEA22E5E318}"/>
              </a:ext>
            </a:extLst>
          </p:cNvPr>
          <p:cNvGrpSpPr/>
          <p:nvPr/>
        </p:nvGrpSpPr>
        <p:grpSpPr>
          <a:xfrm>
            <a:off x="11004213" y="4521301"/>
            <a:ext cx="571654" cy="571654"/>
            <a:chOff x="9249702" y="4886325"/>
            <a:chExt cx="485775" cy="485775"/>
          </a:xfrm>
        </p:grpSpPr>
        <p:sp>
          <p:nvSpPr>
            <p:cNvPr id="161" name="Ellipse 160">
              <a:extLst>
                <a:ext uri="{FF2B5EF4-FFF2-40B4-BE49-F238E27FC236}">
                  <a16:creationId xmlns:a16="http://schemas.microsoft.com/office/drawing/2014/main" id="{A8D629A9-74B2-4C52-A084-67CF559186C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2" name="Graphique 161" descr="Utilisateur avec un remplissage uni">
              <a:extLst>
                <a:ext uri="{FF2B5EF4-FFF2-40B4-BE49-F238E27FC236}">
                  <a16:creationId xmlns:a16="http://schemas.microsoft.com/office/drawing/2014/main" id="{92B90842-4137-4F31-BEF0-DE16A8793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173" name="Accolade ouvrante 172">
            <a:extLst>
              <a:ext uri="{FF2B5EF4-FFF2-40B4-BE49-F238E27FC236}">
                <a16:creationId xmlns:a16="http://schemas.microsoft.com/office/drawing/2014/main" id="{ED7D45EC-65A1-496E-92B2-04F42E07EAA2}"/>
              </a:ext>
            </a:extLst>
          </p:cNvPr>
          <p:cNvSpPr/>
          <p:nvPr/>
        </p:nvSpPr>
        <p:spPr>
          <a:xfrm rot="16200000">
            <a:off x="10746718" y="5501142"/>
            <a:ext cx="400185" cy="16973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9" name="Groupe 78">
            <a:extLst>
              <a:ext uri="{FF2B5EF4-FFF2-40B4-BE49-F238E27FC236}">
                <a16:creationId xmlns:a16="http://schemas.microsoft.com/office/drawing/2014/main" id="{28919D13-2D1A-4F4C-AB18-02EE01875942}"/>
              </a:ext>
            </a:extLst>
          </p:cNvPr>
          <p:cNvGrpSpPr/>
          <p:nvPr/>
        </p:nvGrpSpPr>
        <p:grpSpPr>
          <a:xfrm>
            <a:off x="7228154" y="4404607"/>
            <a:ext cx="667207" cy="667207"/>
            <a:chOff x="9249702" y="4886325"/>
            <a:chExt cx="485775" cy="485775"/>
          </a:xfrm>
        </p:grpSpPr>
        <p:sp>
          <p:nvSpPr>
            <p:cNvPr id="80" name="Ellipse 79">
              <a:extLst>
                <a:ext uri="{FF2B5EF4-FFF2-40B4-BE49-F238E27FC236}">
                  <a16:creationId xmlns:a16="http://schemas.microsoft.com/office/drawing/2014/main" id="{D3F9B509-7714-47CE-938A-267BC04B2F94}"/>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1" name="Graphique 80" descr="Utilisateur avec un remplissage uni">
              <a:extLst>
                <a:ext uri="{FF2B5EF4-FFF2-40B4-BE49-F238E27FC236}">
                  <a16:creationId xmlns:a16="http://schemas.microsoft.com/office/drawing/2014/main" id="{813991A9-086C-4842-8C96-83239D5AA15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3" name="Groupe 142">
            <a:extLst>
              <a:ext uri="{FF2B5EF4-FFF2-40B4-BE49-F238E27FC236}">
                <a16:creationId xmlns:a16="http://schemas.microsoft.com/office/drawing/2014/main" id="{17903D87-9F1D-47F8-A7A4-FCF7C90D52F0}"/>
              </a:ext>
            </a:extLst>
          </p:cNvPr>
          <p:cNvGrpSpPr/>
          <p:nvPr/>
        </p:nvGrpSpPr>
        <p:grpSpPr>
          <a:xfrm>
            <a:off x="8567647" y="4174570"/>
            <a:ext cx="667207" cy="667207"/>
            <a:chOff x="9249702" y="4886325"/>
            <a:chExt cx="485775" cy="485775"/>
          </a:xfrm>
        </p:grpSpPr>
        <p:sp>
          <p:nvSpPr>
            <p:cNvPr id="144" name="Ellipse 143">
              <a:extLst>
                <a:ext uri="{FF2B5EF4-FFF2-40B4-BE49-F238E27FC236}">
                  <a16:creationId xmlns:a16="http://schemas.microsoft.com/office/drawing/2014/main" id="{089ABF08-1508-4245-B09D-ED805DF7BB1A}"/>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5" name="Graphique 144" descr="Utilisateur avec un remplissage uni">
              <a:extLst>
                <a:ext uri="{FF2B5EF4-FFF2-40B4-BE49-F238E27FC236}">
                  <a16:creationId xmlns:a16="http://schemas.microsoft.com/office/drawing/2014/main" id="{6FEFA08B-CACA-48CF-8285-BB77B8AFA94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2" name="Groupe 71">
            <a:extLst>
              <a:ext uri="{FF2B5EF4-FFF2-40B4-BE49-F238E27FC236}">
                <a16:creationId xmlns:a16="http://schemas.microsoft.com/office/drawing/2014/main" id="{6C945191-4796-4496-8A80-F6F1C0481EE2}"/>
              </a:ext>
            </a:extLst>
          </p:cNvPr>
          <p:cNvGrpSpPr/>
          <p:nvPr/>
        </p:nvGrpSpPr>
        <p:grpSpPr>
          <a:xfrm>
            <a:off x="5883740" y="4480335"/>
            <a:ext cx="667207" cy="667207"/>
            <a:chOff x="9249702" y="4886325"/>
            <a:chExt cx="485775" cy="485775"/>
          </a:xfrm>
        </p:grpSpPr>
        <p:sp>
          <p:nvSpPr>
            <p:cNvPr id="73" name="Ellipse 72">
              <a:extLst>
                <a:ext uri="{FF2B5EF4-FFF2-40B4-BE49-F238E27FC236}">
                  <a16:creationId xmlns:a16="http://schemas.microsoft.com/office/drawing/2014/main" id="{F76161CD-0012-41A1-83B0-239F53DFF7BA}"/>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Graphique 73" descr="Utilisateur avec un remplissage uni">
              <a:extLst>
                <a:ext uri="{FF2B5EF4-FFF2-40B4-BE49-F238E27FC236}">
                  <a16:creationId xmlns:a16="http://schemas.microsoft.com/office/drawing/2014/main" id="{E022C584-2F14-40B5-B50C-5EE1A53C71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75" name="Graphique 74" descr="Utilisateur avec un remplissage uni">
            <a:extLst>
              <a:ext uri="{FF2B5EF4-FFF2-40B4-BE49-F238E27FC236}">
                <a16:creationId xmlns:a16="http://schemas.microsoft.com/office/drawing/2014/main" id="{BA93C0D0-4AB0-413A-9B01-3872AD0BE46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63561" y="4488434"/>
            <a:ext cx="235652" cy="249776"/>
          </a:xfrm>
          <a:prstGeom prst="rect">
            <a:avLst/>
          </a:prstGeom>
        </p:spPr>
      </p:pic>
      <p:grpSp>
        <p:nvGrpSpPr>
          <p:cNvPr id="76" name="Groupe 75">
            <a:extLst>
              <a:ext uri="{FF2B5EF4-FFF2-40B4-BE49-F238E27FC236}">
                <a16:creationId xmlns:a16="http://schemas.microsoft.com/office/drawing/2014/main" id="{6768C3FF-8232-4BC1-B3D2-67331C642AAB}"/>
              </a:ext>
            </a:extLst>
          </p:cNvPr>
          <p:cNvGrpSpPr/>
          <p:nvPr/>
        </p:nvGrpSpPr>
        <p:grpSpPr>
          <a:xfrm>
            <a:off x="2501718" y="4408044"/>
            <a:ext cx="527245" cy="527245"/>
            <a:chOff x="9249702" y="4886325"/>
            <a:chExt cx="485775" cy="485775"/>
          </a:xfrm>
        </p:grpSpPr>
        <p:sp>
          <p:nvSpPr>
            <p:cNvPr id="77" name="Ellipse 76">
              <a:extLst>
                <a:ext uri="{FF2B5EF4-FFF2-40B4-BE49-F238E27FC236}">
                  <a16:creationId xmlns:a16="http://schemas.microsoft.com/office/drawing/2014/main" id="{0F81B047-DB3E-4B81-8064-1CA13D7CD486}"/>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Utilisateur avec un remplissage uni">
              <a:extLst>
                <a:ext uri="{FF2B5EF4-FFF2-40B4-BE49-F238E27FC236}">
                  <a16:creationId xmlns:a16="http://schemas.microsoft.com/office/drawing/2014/main" id="{88FCAD2E-C3B1-405A-A3D1-F81D24A2A3D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84" name="Groupe 83">
            <a:extLst>
              <a:ext uri="{FF2B5EF4-FFF2-40B4-BE49-F238E27FC236}">
                <a16:creationId xmlns:a16="http://schemas.microsoft.com/office/drawing/2014/main" id="{BAD731BE-A64C-45FF-B8C2-6F1B54CB1DCC}"/>
              </a:ext>
            </a:extLst>
          </p:cNvPr>
          <p:cNvGrpSpPr/>
          <p:nvPr/>
        </p:nvGrpSpPr>
        <p:grpSpPr>
          <a:xfrm>
            <a:off x="3698652" y="4455101"/>
            <a:ext cx="667207" cy="667207"/>
            <a:chOff x="9249702" y="4886325"/>
            <a:chExt cx="485775" cy="485775"/>
          </a:xfrm>
        </p:grpSpPr>
        <p:sp>
          <p:nvSpPr>
            <p:cNvPr id="85" name="Ellipse 84">
              <a:extLst>
                <a:ext uri="{FF2B5EF4-FFF2-40B4-BE49-F238E27FC236}">
                  <a16:creationId xmlns:a16="http://schemas.microsoft.com/office/drawing/2014/main" id="{459C006E-34DF-4506-A875-9BE8BB7CB3BB}"/>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6" name="Graphique 85" descr="Utilisateur avec un remplissage uni">
              <a:extLst>
                <a:ext uri="{FF2B5EF4-FFF2-40B4-BE49-F238E27FC236}">
                  <a16:creationId xmlns:a16="http://schemas.microsoft.com/office/drawing/2014/main" id="{6764742C-F594-4F2C-91AE-5EEF22D1EE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88" name="Rectangle 87">
            <a:extLst>
              <a:ext uri="{FF2B5EF4-FFF2-40B4-BE49-F238E27FC236}">
                <a16:creationId xmlns:a16="http://schemas.microsoft.com/office/drawing/2014/main" id="{952B5AC9-EFBA-4EB9-834B-2CAD577992E3}"/>
              </a:ext>
            </a:extLst>
          </p:cNvPr>
          <p:cNvSpPr/>
          <p:nvPr/>
        </p:nvSpPr>
        <p:spPr>
          <a:xfrm>
            <a:off x="1115567" y="215114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89" name="Rectangle 88">
            <a:extLst>
              <a:ext uri="{FF2B5EF4-FFF2-40B4-BE49-F238E27FC236}">
                <a16:creationId xmlns:a16="http://schemas.microsoft.com/office/drawing/2014/main" id="{B0B7B3B4-55D0-4737-B96D-B4E495E6CE73}"/>
              </a:ext>
            </a:extLst>
          </p:cNvPr>
          <p:cNvSpPr/>
          <p:nvPr/>
        </p:nvSpPr>
        <p:spPr>
          <a:xfrm>
            <a:off x="2605778" y="2160316"/>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0" name="Rectangle 89">
            <a:extLst>
              <a:ext uri="{FF2B5EF4-FFF2-40B4-BE49-F238E27FC236}">
                <a16:creationId xmlns:a16="http://schemas.microsoft.com/office/drawing/2014/main" id="{CD9A9035-AF06-4D0C-8FB2-A4FFE63947D5}"/>
              </a:ext>
            </a:extLst>
          </p:cNvPr>
          <p:cNvSpPr/>
          <p:nvPr/>
        </p:nvSpPr>
        <p:spPr>
          <a:xfrm>
            <a:off x="4315670" y="2129772"/>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1" name="Rectangle 90">
            <a:extLst>
              <a:ext uri="{FF2B5EF4-FFF2-40B4-BE49-F238E27FC236}">
                <a16:creationId xmlns:a16="http://schemas.microsoft.com/office/drawing/2014/main" id="{564490DD-E777-465F-93DC-D327BECAE195}"/>
              </a:ext>
            </a:extLst>
          </p:cNvPr>
          <p:cNvSpPr/>
          <p:nvPr/>
        </p:nvSpPr>
        <p:spPr>
          <a:xfrm>
            <a:off x="5805881" y="213893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2" name="Rectangle 91">
            <a:extLst>
              <a:ext uri="{FF2B5EF4-FFF2-40B4-BE49-F238E27FC236}">
                <a16:creationId xmlns:a16="http://schemas.microsoft.com/office/drawing/2014/main" id="{7FE4D590-BEF0-4524-B5CF-37A65830E898}"/>
              </a:ext>
            </a:extLst>
          </p:cNvPr>
          <p:cNvSpPr/>
          <p:nvPr/>
        </p:nvSpPr>
        <p:spPr>
          <a:xfrm>
            <a:off x="7461115" y="216410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3" name="Rectangle 92">
            <a:extLst>
              <a:ext uri="{FF2B5EF4-FFF2-40B4-BE49-F238E27FC236}">
                <a16:creationId xmlns:a16="http://schemas.microsoft.com/office/drawing/2014/main" id="{092C2208-07E0-49BC-BD7A-EBECECD4AFDE}"/>
              </a:ext>
            </a:extLst>
          </p:cNvPr>
          <p:cNvSpPr/>
          <p:nvPr/>
        </p:nvSpPr>
        <p:spPr>
          <a:xfrm>
            <a:off x="8951326" y="2173268"/>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4" name="Rectangle 93">
            <a:extLst>
              <a:ext uri="{FF2B5EF4-FFF2-40B4-BE49-F238E27FC236}">
                <a16:creationId xmlns:a16="http://schemas.microsoft.com/office/drawing/2014/main" id="{AEC08758-E9C3-4F04-A487-B011A401F3ED}"/>
              </a:ext>
            </a:extLst>
          </p:cNvPr>
          <p:cNvSpPr/>
          <p:nvPr/>
        </p:nvSpPr>
        <p:spPr>
          <a:xfrm>
            <a:off x="10661218" y="214272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6" name="Rectangle 95">
            <a:extLst>
              <a:ext uri="{FF2B5EF4-FFF2-40B4-BE49-F238E27FC236}">
                <a16:creationId xmlns:a16="http://schemas.microsoft.com/office/drawing/2014/main" id="{23F14420-3BA1-4CAF-B063-A16C7E4E7843}"/>
              </a:ext>
            </a:extLst>
          </p:cNvPr>
          <p:cNvSpPr/>
          <p:nvPr/>
        </p:nvSpPr>
        <p:spPr>
          <a:xfrm>
            <a:off x="10240613" y="6505628"/>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Range Name</a:t>
            </a:r>
          </a:p>
        </p:txBody>
      </p:sp>
      <p:sp>
        <p:nvSpPr>
          <p:cNvPr id="97" name="Rectangle 96">
            <a:extLst>
              <a:ext uri="{FF2B5EF4-FFF2-40B4-BE49-F238E27FC236}">
                <a16:creationId xmlns:a16="http://schemas.microsoft.com/office/drawing/2014/main" id="{D23E6C85-C56F-49B3-A177-B5FE06FA7F58}"/>
              </a:ext>
            </a:extLst>
          </p:cNvPr>
          <p:cNvSpPr/>
          <p:nvPr/>
        </p:nvSpPr>
        <p:spPr>
          <a:xfrm>
            <a:off x="5662324" y="550123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98" name="Rectangle 97">
            <a:extLst>
              <a:ext uri="{FF2B5EF4-FFF2-40B4-BE49-F238E27FC236}">
                <a16:creationId xmlns:a16="http://schemas.microsoft.com/office/drawing/2014/main" id="{490D0CA5-2E77-41A9-9BC3-7A43B4E1E7A7}"/>
              </a:ext>
            </a:extLst>
          </p:cNvPr>
          <p:cNvSpPr/>
          <p:nvPr/>
        </p:nvSpPr>
        <p:spPr>
          <a:xfrm>
            <a:off x="4059611" y="550123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99" name="Rectangle 98">
            <a:extLst>
              <a:ext uri="{FF2B5EF4-FFF2-40B4-BE49-F238E27FC236}">
                <a16:creationId xmlns:a16="http://schemas.microsoft.com/office/drawing/2014/main" id="{5DA5AB07-4B01-4547-8641-DA2A3038F49E}"/>
              </a:ext>
            </a:extLst>
          </p:cNvPr>
          <p:cNvSpPr/>
          <p:nvPr/>
        </p:nvSpPr>
        <p:spPr>
          <a:xfrm>
            <a:off x="2493689" y="550123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00" name="Rectangle 99">
            <a:extLst>
              <a:ext uri="{FF2B5EF4-FFF2-40B4-BE49-F238E27FC236}">
                <a16:creationId xmlns:a16="http://schemas.microsoft.com/office/drawing/2014/main" id="{6F90B115-135C-4F0E-8D1F-715AF318952D}"/>
              </a:ext>
            </a:extLst>
          </p:cNvPr>
          <p:cNvSpPr/>
          <p:nvPr/>
        </p:nvSpPr>
        <p:spPr>
          <a:xfrm>
            <a:off x="953240" y="550391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01" name="Rectangle 100">
            <a:extLst>
              <a:ext uri="{FF2B5EF4-FFF2-40B4-BE49-F238E27FC236}">
                <a16:creationId xmlns:a16="http://schemas.microsoft.com/office/drawing/2014/main" id="{F350856C-0E36-4A93-BA68-9FC43DDB0CAC}"/>
              </a:ext>
            </a:extLst>
          </p:cNvPr>
          <p:cNvSpPr/>
          <p:nvPr/>
        </p:nvSpPr>
        <p:spPr>
          <a:xfrm>
            <a:off x="10532563" y="5491937"/>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02" name="Rectangle 101">
            <a:extLst>
              <a:ext uri="{FF2B5EF4-FFF2-40B4-BE49-F238E27FC236}">
                <a16:creationId xmlns:a16="http://schemas.microsoft.com/office/drawing/2014/main" id="{5D828628-AFFE-414D-B68C-C11E2794C6D1}"/>
              </a:ext>
            </a:extLst>
          </p:cNvPr>
          <p:cNvSpPr/>
          <p:nvPr/>
        </p:nvSpPr>
        <p:spPr>
          <a:xfrm>
            <a:off x="8929850" y="5491937"/>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03" name="Rectangle 102">
            <a:extLst>
              <a:ext uri="{FF2B5EF4-FFF2-40B4-BE49-F238E27FC236}">
                <a16:creationId xmlns:a16="http://schemas.microsoft.com/office/drawing/2014/main" id="{AB584410-A700-46F2-AB78-2AAF47C896D0}"/>
              </a:ext>
            </a:extLst>
          </p:cNvPr>
          <p:cNvSpPr/>
          <p:nvPr/>
        </p:nvSpPr>
        <p:spPr>
          <a:xfrm>
            <a:off x="7363928" y="5491937"/>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Tree>
    <p:extLst>
      <p:ext uri="{BB962C8B-B14F-4D97-AF65-F5344CB8AC3E}">
        <p14:creationId xmlns:p14="http://schemas.microsoft.com/office/powerpoint/2010/main" val="3915502139"/>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9F6653A-DB47-4D44-A52C-B6B6F7DD766E}"/>
              </a:ext>
            </a:extLst>
          </p:cNvPr>
          <p:cNvSpPr>
            <a:spLocks noGrp="1"/>
          </p:cNvSpPr>
          <p:nvPr>
            <p:ph type="title"/>
          </p:nvPr>
        </p:nvSpPr>
        <p:spPr/>
        <p:txBody>
          <a:bodyPr/>
          <a:lstStyle/>
          <a:p>
            <a:r>
              <a:rPr lang="en-US"/>
              <a:t>Share your opinions and experiences</a:t>
            </a:r>
          </a:p>
        </p:txBody>
      </p:sp>
      <p:sp>
        <p:nvSpPr>
          <p:cNvPr id="5" name="Espace réservé du contenu 4">
            <a:extLst>
              <a:ext uri="{FF2B5EF4-FFF2-40B4-BE49-F238E27FC236}">
                <a16:creationId xmlns:a16="http://schemas.microsoft.com/office/drawing/2014/main" id="{F925E9F0-0F2C-405B-B5C9-241C791483DF}"/>
              </a:ext>
            </a:extLst>
          </p:cNvPr>
          <p:cNvSpPr>
            <a:spLocks noGrp="1"/>
          </p:cNvSpPr>
          <p:nvPr>
            <p:ph sz="half" idx="1"/>
          </p:nvPr>
        </p:nvSpPr>
        <p:spPr/>
        <p:txBody>
          <a:bodyPr>
            <a:normAutofit fontScale="62500" lnSpcReduction="20000"/>
          </a:bodyPr>
          <a:lstStyle/>
          <a:p>
            <a:pPr marL="0" indent="0">
              <a:buNone/>
            </a:pPr>
            <a:r>
              <a:rPr lang="en-US"/>
              <a:t> </a:t>
            </a:r>
          </a:p>
        </p:txBody>
      </p:sp>
      <p:sp>
        <p:nvSpPr>
          <p:cNvPr id="6" name="Espace réservé du contenu 5">
            <a:extLst>
              <a:ext uri="{FF2B5EF4-FFF2-40B4-BE49-F238E27FC236}">
                <a16:creationId xmlns:a16="http://schemas.microsoft.com/office/drawing/2014/main" id="{0EF8C66B-FA76-4AE5-AE88-50F2355F5783}"/>
              </a:ext>
            </a:extLst>
          </p:cNvPr>
          <p:cNvSpPr>
            <a:spLocks noGrp="1"/>
          </p:cNvSpPr>
          <p:nvPr>
            <p:ph sz="half" idx="2"/>
          </p:nvPr>
        </p:nvSpPr>
        <p:spPr/>
        <p:txBody>
          <a:bodyPr>
            <a:normAutofit fontScale="62500" lnSpcReduction="20000"/>
          </a:bodyPr>
          <a:lstStyle/>
          <a:p>
            <a:r>
              <a:rPr lang="en-US" dirty="0"/>
              <a:t>What are your Community Engagement Targets  ? </a:t>
            </a:r>
          </a:p>
          <a:p>
            <a:r>
              <a:rPr lang="en-US" dirty="0"/>
              <a:t>How far are you from your Engagement Target ?</a:t>
            </a:r>
          </a:p>
          <a:p>
            <a:r>
              <a:rPr lang="en-US" dirty="0"/>
              <a:t>What is your strategy to reach or maintain your Community Engagement Target ?</a:t>
            </a:r>
          </a:p>
          <a:p>
            <a:r>
              <a:rPr lang="en-US" dirty="0"/>
              <a:t>What experiences can you share about your Engagement Target ?</a:t>
            </a:r>
          </a:p>
          <a:p>
            <a:endParaRPr lang="en-US" dirty="0"/>
          </a:p>
          <a:p>
            <a:endParaRPr lang="en-US" dirty="0"/>
          </a:p>
          <a:p>
            <a:pPr marL="0" indent="0">
              <a:buNone/>
            </a:pPr>
            <a:r>
              <a:rPr lang="en-US" dirty="0"/>
              <a:t> </a:t>
            </a:r>
          </a:p>
        </p:txBody>
      </p:sp>
      <p:graphicFrame>
        <p:nvGraphicFramePr>
          <p:cNvPr id="7" name="Tableau 5">
            <a:extLst>
              <a:ext uri="{FF2B5EF4-FFF2-40B4-BE49-F238E27FC236}">
                <a16:creationId xmlns:a16="http://schemas.microsoft.com/office/drawing/2014/main" id="{04B75547-85C7-4462-AAEB-C296DCB752AC}"/>
              </a:ext>
            </a:extLst>
          </p:cNvPr>
          <p:cNvGraphicFramePr>
            <a:graphicFrameLocks noGrp="1"/>
          </p:cNvGraphicFramePr>
          <p:nvPr/>
        </p:nvGraphicFramePr>
        <p:xfrm>
          <a:off x="2174555" y="5783949"/>
          <a:ext cx="3002006" cy="363718"/>
        </p:xfrm>
        <a:graphic>
          <a:graphicData uri="http://schemas.openxmlformats.org/drawingml/2006/table">
            <a:tbl>
              <a:tblPr firstRow="1" bandRow="1">
                <a:tableStyleId>{5C22544A-7EE6-4342-B048-85BDC9FD1C3A}</a:tableStyleId>
              </a:tblPr>
              <a:tblGrid>
                <a:gridCol w="428858">
                  <a:extLst>
                    <a:ext uri="{9D8B030D-6E8A-4147-A177-3AD203B41FA5}">
                      <a16:colId xmlns:a16="http://schemas.microsoft.com/office/drawing/2014/main" val="1258243979"/>
                    </a:ext>
                  </a:extLst>
                </a:gridCol>
                <a:gridCol w="428858">
                  <a:extLst>
                    <a:ext uri="{9D8B030D-6E8A-4147-A177-3AD203B41FA5}">
                      <a16:colId xmlns:a16="http://schemas.microsoft.com/office/drawing/2014/main" val="1079462814"/>
                    </a:ext>
                  </a:extLst>
                </a:gridCol>
                <a:gridCol w="428858">
                  <a:extLst>
                    <a:ext uri="{9D8B030D-6E8A-4147-A177-3AD203B41FA5}">
                      <a16:colId xmlns:a16="http://schemas.microsoft.com/office/drawing/2014/main" val="3397691572"/>
                    </a:ext>
                  </a:extLst>
                </a:gridCol>
                <a:gridCol w="428858">
                  <a:extLst>
                    <a:ext uri="{9D8B030D-6E8A-4147-A177-3AD203B41FA5}">
                      <a16:colId xmlns:a16="http://schemas.microsoft.com/office/drawing/2014/main" val="3075883050"/>
                    </a:ext>
                  </a:extLst>
                </a:gridCol>
                <a:gridCol w="428858">
                  <a:extLst>
                    <a:ext uri="{9D8B030D-6E8A-4147-A177-3AD203B41FA5}">
                      <a16:colId xmlns:a16="http://schemas.microsoft.com/office/drawing/2014/main" val="1259412674"/>
                    </a:ext>
                  </a:extLst>
                </a:gridCol>
                <a:gridCol w="428858">
                  <a:extLst>
                    <a:ext uri="{9D8B030D-6E8A-4147-A177-3AD203B41FA5}">
                      <a16:colId xmlns:a16="http://schemas.microsoft.com/office/drawing/2014/main" val="3392695109"/>
                    </a:ext>
                  </a:extLst>
                </a:gridCol>
                <a:gridCol w="428858">
                  <a:extLst>
                    <a:ext uri="{9D8B030D-6E8A-4147-A177-3AD203B41FA5}">
                      <a16:colId xmlns:a16="http://schemas.microsoft.com/office/drawing/2014/main" val="2848032752"/>
                    </a:ext>
                  </a:extLst>
                </a:gridCol>
              </a:tblGrid>
              <a:tr h="320862">
                <a:tc>
                  <a:txBody>
                    <a:bodyPr/>
                    <a:lstStyle/>
                    <a:p>
                      <a:pPr algn="ctr"/>
                      <a:r>
                        <a:rPr lang="en-US" sz="400" dirty="0">
                          <a:solidFill>
                            <a:schemeClr val="tx1"/>
                          </a:solidFill>
                        </a:rPr>
                        <a:t>“You got my attention”</a:t>
                      </a:r>
                    </a:p>
                  </a:txBody>
                  <a:tcPr marL="58918" marR="58918" marT="29459" marB="29459">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experience something”</a:t>
                      </a:r>
                    </a:p>
                  </a:txBody>
                  <a:tcPr marL="58918" marR="58918" marT="29459" marB="29459">
                    <a:solidFill>
                      <a:schemeClr val="bg1">
                        <a:lumMod val="95000"/>
                      </a:schemeClr>
                    </a:solidFill>
                  </a:tcPr>
                </a:tc>
                <a:tc>
                  <a:txBody>
                    <a:bodyPr/>
                    <a:lstStyle/>
                    <a:p>
                      <a:pPr algn="ctr"/>
                      <a:r>
                        <a:rPr lang="en-US" sz="400" dirty="0">
                          <a:solidFill>
                            <a:schemeClr val="tx1"/>
                          </a:solidFill>
                        </a:rPr>
                        <a:t>“I want reasons to come again”</a:t>
                      </a:r>
                    </a:p>
                  </a:txBody>
                  <a:tcPr marL="58918" marR="58918" marT="29459" marB="29459">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feel involved”</a:t>
                      </a:r>
                    </a:p>
                  </a:txBody>
                  <a:tcPr marL="58918" marR="58918" marT="29459" marB="29459">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lead something”</a:t>
                      </a:r>
                    </a:p>
                  </a:txBody>
                  <a:tcPr marL="58918" marR="58918" marT="29459" marB="29459">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“I want to add my own touch”</a:t>
                      </a:r>
                    </a:p>
                  </a:txBody>
                  <a:tcPr marL="58918" marR="58918" marT="29459" marB="29459">
                    <a:solidFill>
                      <a:schemeClr val="accent1">
                        <a:lumMod val="75000"/>
                      </a:schemeClr>
                    </a:solidFill>
                  </a:tcPr>
                </a:tc>
                <a:tc>
                  <a:txBody>
                    <a:bodyPr/>
                    <a:lstStyle/>
                    <a:p>
                      <a:pPr algn="ctr"/>
                      <a:r>
                        <a:rPr lang="en-US" sz="400" dirty="0">
                          <a:solidFill>
                            <a:schemeClr val="bg1"/>
                          </a:solidFill>
                        </a:rPr>
                        <a:t>“I want to gather people around this topic”</a:t>
                      </a:r>
                    </a:p>
                  </a:txBody>
                  <a:tcPr marL="58918" marR="58918" marT="29459" marB="29459">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74" name="Groupe 73">
            <a:extLst>
              <a:ext uri="{FF2B5EF4-FFF2-40B4-BE49-F238E27FC236}">
                <a16:creationId xmlns:a16="http://schemas.microsoft.com/office/drawing/2014/main" id="{56AF5F6B-D3D4-4D7F-A294-0C534AB2A644}"/>
              </a:ext>
            </a:extLst>
          </p:cNvPr>
          <p:cNvGrpSpPr/>
          <p:nvPr/>
        </p:nvGrpSpPr>
        <p:grpSpPr>
          <a:xfrm>
            <a:off x="4174416" y="5180832"/>
            <a:ext cx="822785" cy="571425"/>
            <a:chOff x="1763101" y="2104208"/>
            <a:chExt cx="4778666" cy="3318790"/>
          </a:xfrm>
        </p:grpSpPr>
        <p:grpSp>
          <p:nvGrpSpPr>
            <p:cNvPr id="8" name="Groupe 7">
              <a:extLst>
                <a:ext uri="{FF2B5EF4-FFF2-40B4-BE49-F238E27FC236}">
                  <a16:creationId xmlns:a16="http://schemas.microsoft.com/office/drawing/2014/main" id="{F25A2983-C4C1-4D58-949C-8D443F60D266}"/>
                </a:ext>
              </a:extLst>
            </p:cNvPr>
            <p:cNvGrpSpPr/>
            <p:nvPr/>
          </p:nvGrpSpPr>
          <p:grpSpPr>
            <a:xfrm>
              <a:off x="4953183" y="4851344"/>
              <a:ext cx="571654" cy="571654"/>
              <a:chOff x="9249702" y="4886325"/>
              <a:chExt cx="485775" cy="485775"/>
            </a:xfrm>
          </p:grpSpPr>
          <p:sp>
            <p:nvSpPr>
              <p:cNvPr id="9" name="Ellipse 8">
                <a:extLst>
                  <a:ext uri="{FF2B5EF4-FFF2-40B4-BE49-F238E27FC236}">
                    <a16:creationId xmlns:a16="http://schemas.microsoft.com/office/drawing/2014/main" id="{5B556904-ACA5-48B7-9027-C3C0F85F55E6}"/>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Utilisateur avec un remplissage uni">
                <a:extLst>
                  <a:ext uri="{FF2B5EF4-FFF2-40B4-BE49-F238E27FC236}">
                    <a16:creationId xmlns:a16="http://schemas.microsoft.com/office/drawing/2014/main" id="{4E42CF90-6B38-4730-B94F-988AEDF447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 name="Groupe 10">
              <a:extLst>
                <a:ext uri="{FF2B5EF4-FFF2-40B4-BE49-F238E27FC236}">
                  <a16:creationId xmlns:a16="http://schemas.microsoft.com/office/drawing/2014/main" id="{1DF12EFB-EE3F-4155-9338-CA42A6162768}"/>
                </a:ext>
              </a:extLst>
            </p:cNvPr>
            <p:cNvGrpSpPr/>
            <p:nvPr/>
          </p:nvGrpSpPr>
          <p:grpSpPr>
            <a:xfrm>
              <a:off x="5554686" y="4730307"/>
              <a:ext cx="571654" cy="571654"/>
              <a:chOff x="9249702" y="4886325"/>
              <a:chExt cx="485775" cy="485775"/>
            </a:xfrm>
          </p:grpSpPr>
          <p:sp>
            <p:nvSpPr>
              <p:cNvPr id="12" name="Ellipse 11">
                <a:extLst>
                  <a:ext uri="{FF2B5EF4-FFF2-40B4-BE49-F238E27FC236}">
                    <a16:creationId xmlns:a16="http://schemas.microsoft.com/office/drawing/2014/main" id="{FDCFD7CE-3A5D-40A2-A898-0CE7BB91C12C}"/>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Utilisateur avec un remplissage uni">
                <a:extLst>
                  <a:ext uri="{FF2B5EF4-FFF2-40B4-BE49-F238E27FC236}">
                    <a16:creationId xmlns:a16="http://schemas.microsoft.com/office/drawing/2014/main" id="{622AE241-16D7-4E14-BB80-E76C7D1D362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 name="Groupe 13">
              <a:extLst>
                <a:ext uri="{FF2B5EF4-FFF2-40B4-BE49-F238E27FC236}">
                  <a16:creationId xmlns:a16="http://schemas.microsoft.com/office/drawing/2014/main" id="{096A395F-DAEF-48A9-8A03-2677897898C7}"/>
                </a:ext>
              </a:extLst>
            </p:cNvPr>
            <p:cNvGrpSpPr/>
            <p:nvPr/>
          </p:nvGrpSpPr>
          <p:grpSpPr>
            <a:xfrm>
              <a:off x="5050476" y="4234647"/>
              <a:ext cx="571654" cy="571654"/>
              <a:chOff x="9249702" y="4886325"/>
              <a:chExt cx="485775" cy="485775"/>
            </a:xfrm>
          </p:grpSpPr>
          <p:sp>
            <p:nvSpPr>
              <p:cNvPr id="15" name="Ellipse 14">
                <a:extLst>
                  <a:ext uri="{FF2B5EF4-FFF2-40B4-BE49-F238E27FC236}">
                    <a16:creationId xmlns:a16="http://schemas.microsoft.com/office/drawing/2014/main" id="{6DA9CE51-B0EA-414A-A70F-B9377FB5038C}"/>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que 15" descr="Utilisateur avec un remplissage uni">
                <a:extLst>
                  <a:ext uri="{FF2B5EF4-FFF2-40B4-BE49-F238E27FC236}">
                    <a16:creationId xmlns:a16="http://schemas.microsoft.com/office/drawing/2014/main" id="{AEA60794-8ECB-451E-AC51-DBFC020747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7" name="Groupe 16">
              <a:extLst>
                <a:ext uri="{FF2B5EF4-FFF2-40B4-BE49-F238E27FC236}">
                  <a16:creationId xmlns:a16="http://schemas.microsoft.com/office/drawing/2014/main" id="{8155257E-F3A1-4B62-8525-06D3E4D395C3}"/>
                </a:ext>
              </a:extLst>
            </p:cNvPr>
            <p:cNvGrpSpPr/>
            <p:nvPr/>
          </p:nvGrpSpPr>
          <p:grpSpPr>
            <a:xfrm>
              <a:off x="1778627" y="4613613"/>
              <a:ext cx="667207" cy="667207"/>
              <a:chOff x="9249702" y="4886325"/>
              <a:chExt cx="485775" cy="485775"/>
            </a:xfrm>
          </p:grpSpPr>
          <p:sp>
            <p:nvSpPr>
              <p:cNvPr id="18" name="Ellipse 17">
                <a:extLst>
                  <a:ext uri="{FF2B5EF4-FFF2-40B4-BE49-F238E27FC236}">
                    <a16:creationId xmlns:a16="http://schemas.microsoft.com/office/drawing/2014/main" id="{B149F88C-4C0C-4F34-B64E-FFA0E409CE80}"/>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que 18" descr="Utilisateur avec un remplissage uni">
                <a:extLst>
                  <a:ext uri="{FF2B5EF4-FFF2-40B4-BE49-F238E27FC236}">
                    <a16:creationId xmlns:a16="http://schemas.microsoft.com/office/drawing/2014/main" id="{FAAC6B48-11D9-46B0-AFE2-25A3BC309C0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 name="Groupe 19">
              <a:extLst>
                <a:ext uri="{FF2B5EF4-FFF2-40B4-BE49-F238E27FC236}">
                  <a16:creationId xmlns:a16="http://schemas.microsoft.com/office/drawing/2014/main" id="{26F54834-EA68-425D-A3EC-33B3F280125D}"/>
                </a:ext>
              </a:extLst>
            </p:cNvPr>
            <p:cNvGrpSpPr/>
            <p:nvPr/>
          </p:nvGrpSpPr>
          <p:grpSpPr>
            <a:xfrm>
              <a:off x="1763101" y="3348735"/>
              <a:ext cx="667207" cy="667207"/>
              <a:chOff x="9249702" y="4886325"/>
              <a:chExt cx="485775" cy="485775"/>
            </a:xfrm>
          </p:grpSpPr>
          <p:sp>
            <p:nvSpPr>
              <p:cNvPr id="21" name="Ellipse 20">
                <a:extLst>
                  <a:ext uri="{FF2B5EF4-FFF2-40B4-BE49-F238E27FC236}">
                    <a16:creationId xmlns:a16="http://schemas.microsoft.com/office/drawing/2014/main" id="{12DDB58F-0A6E-40DB-AC61-E0A805869863}"/>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que 21" descr="Utilisateur avec un remplissage uni">
                <a:extLst>
                  <a:ext uri="{FF2B5EF4-FFF2-40B4-BE49-F238E27FC236}">
                    <a16:creationId xmlns:a16="http://schemas.microsoft.com/office/drawing/2014/main" id="{D2745F05-4901-4735-8D65-DE4AC2BC46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3" name="Groupe 22">
              <a:extLst>
                <a:ext uri="{FF2B5EF4-FFF2-40B4-BE49-F238E27FC236}">
                  <a16:creationId xmlns:a16="http://schemas.microsoft.com/office/drawing/2014/main" id="{5CA40F0C-6E5B-4F5A-9E67-E0F3735E45C7}"/>
                </a:ext>
              </a:extLst>
            </p:cNvPr>
            <p:cNvGrpSpPr/>
            <p:nvPr/>
          </p:nvGrpSpPr>
          <p:grpSpPr>
            <a:xfrm>
              <a:off x="2145446" y="3942293"/>
              <a:ext cx="667207" cy="667207"/>
              <a:chOff x="9249702" y="4886325"/>
              <a:chExt cx="485775" cy="485775"/>
            </a:xfrm>
          </p:grpSpPr>
          <p:sp>
            <p:nvSpPr>
              <p:cNvPr id="24" name="Ellipse 23">
                <a:extLst>
                  <a:ext uri="{FF2B5EF4-FFF2-40B4-BE49-F238E27FC236}">
                    <a16:creationId xmlns:a16="http://schemas.microsoft.com/office/drawing/2014/main" id="{5FDFC888-B9EB-4E7C-B8D5-B5688FED0FB9}"/>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que 24" descr="Utilisateur avec un remplissage uni">
                <a:extLst>
                  <a:ext uri="{FF2B5EF4-FFF2-40B4-BE49-F238E27FC236}">
                    <a16:creationId xmlns:a16="http://schemas.microsoft.com/office/drawing/2014/main" id="{B6FE111E-3C87-48CD-802E-3CE99D7B2F6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6" name="Groupe 25">
              <a:extLst>
                <a:ext uri="{FF2B5EF4-FFF2-40B4-BE49-F238E27FC236}">
                  <a16:creationId xmlns:a16="http://schemas.microsoft.com/office/drawing/2014/main" id="{6FBADBFC-3B9E-4E9B-A6BF-5312DA623E98}"/>
                </a:ext>
              </a:extLst>
            </p:cNvPr>
            <p:cNvGrpSpPr/>
            <p:nvPr/>
          </p:nvGrpSpPr>
          <p:grpSpPr>
            <a:xfrm>
              <a:off x="2430308" y="3158088"/>
              <a:ext cx="667207" cy="667207"/>
              <a:chOff x="9249702" y="4886325"/>
              <a:chExt cx="485775" cy="485775"/>
            </a:xfrm>
          </p:grpSpPr>
          <p:sp>
            <p:nvSpPr>
              <p:cNvPr id="27" name="Ellipse 26">
                <a:extLst>
                  <a:ext uri="{FF2B5EF4-FFF2-40B4-BE49-F238E27FC236}">
                    <a16:creationId xmlns:a16="http://schemas.microsoft.com/office/drawing/2014/main" id="{D0130B05-56BB-4130-98F3-4558244D66BF}"/>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que 27" descr="Utilisateur avec un remplissage uni">
                <a:extLst>
                  <a:ext uri="{FF2B5EF4-FFF2-40B4-BE49-F238E27FC236}">
                    <a16:creationId xmlns:a16="http://schemas.microsoft.com/office/drawing/2014/main" id="{64AB4E24-6413-49D1-A34C-BD7A21F96D1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9" name="Groupe 28">
              <a:extLst>
                <a:ext uri="{FF2B5EF4-FFF2-40B4-BE49-F238E27FC236}">
                  <a16:creationId xmlns:a16="http://schemas.microsoft.com/office/drawing/2014/main" id="{903937ED-4F29-4A5C-83CD-950C8E807472}"/>
                </a:ext>
              </a:extLst>
            </p:cNvPr>
            <p:cNvGrpSpPr/>
            <p:nvPr/>
          </p:nvGrpSpPr>
          <p:grpSpPr>
            <a:xfrm>
              <a:off x="1910310" y="2576360"/>
              <a:ext cx="667207" cy="667207"/>
              <a:chOff x="9249702" y="4886325"/>
              <a:chExt cx="485775" cy="485775"/>
            </a:xfrm>
          </p:grpSpPr>
          <p:sp>
            <p:nvSpPr>
              <p:cNvPr id="30" name="Ellipse 29">
                <a:extLst>
                  <a:ext uri="{FF2B5EF4-FFF2-40B4-BE49-F238E27FC236}">
                    <a16:creationId xmlns:a16="http://schemas.microsoft.com/office/drawing/2014/main" id="{BE8ABAF8-228E-4610-98D4-554C5A78225B}"/>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que 30" descr="Utilisateur avec un remplissage uni">
                <a:extLst>
                  <a:ext uri="{FF2B5EF4-FFF2-40B4-BE49-F238E27FC236}">
                    <a16:creationId xmlns:a16="http://schemas.microsoft.com/office/drawing/2014/main" id="{A942A5FC-BBC2-4803-95FE-2CCF4C9770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32" name="Groupe 31">
              <a:extLst>
                <a:ext uri="{FF2B5EF4-FFF2-40B4-BE49-F238E27FC236}">
                  <a16:creationId xmlns:a16="http://schemas.microsoft.com/office/drawing/2014/main" id="{C06F62A1-7184-46F9-AA7A-E3E2BD2D334A}"/>
                </a:ext>
              </a:extLst>
            </p:cNvPr>
            <p:cNvGrpSpPr/>
            <p:nvPr/>
          </p:nvGrpSpPr>
          <p:grpSpPr>
            <a:xfrm>
              <a:off x="2474264" y="2104208"/>
              <a:ext cx="667207" cy="667207"/>
              <a:chOff x="9249702" y="4886325"/>
              <a:chExt cx="485775" cy="485775"/>
            </a:xfrm>
          </p:grpSpPr>
          <p:sp>
            <p:nvSpPr>
              <p:cNvPr id="33" name="Ellipse 32">
                <a:extLst>
                  <a:ext uri="{FF2B5EF4-FFF2-40B4-BE49-F238E27FC236}">
                    <a16:creationId xmlns:a16="http://schemas.microsoft.com/office/drawing/2014/main" id="{D5CA5D55-7F53-4881-9ED3-CD46B16A0381}"/>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que 33" descr="Utilisateur avec un remplissage uni">
                <a:extLst>
                  <a:ext uri="{FF2B5EF4-FFF2-40B4-BE49-F238E27FC236}">
                    <a16:creationId xmlns:a16="http://schemas.microsoft.com/office/drawing/2014/main" id="{91D8E08D-6EF4-46D8-B064-6BBF8710416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35" name="Groupe 34">
              <a:extLst>
                <a:ext uri="{FF2B5EF4-FFF2-40B4-BE49-F238E27FC236}">
                  <a16:creationId xmlns:a16="http://schemas.microsoft.com/office/drawing/2014/main" id="{E151CB01-2E63-4EC0-B4B7-3EBC90185E9C}"/>
                </a:ext>
              </a:extLst>
            </p:cNvPr>
            <p:cNvGrpSpPr/>
            <p:nvPr/>
          </p:nvGrpSpPr>
          <p:grpSpPr>
            <a:xfrm>
              <a:off x="3793584" y="4736118"/>
              <a:ext cx="667207" cy="667207"/>
              <a:chOff x="9249702" y="4886325"/>
              <a:chExt cx="485775" cy="485775"/>
            </a:xfrm>
          </p:grpSpPr>
          <p:sp>
            <p:nvSpPr>
              <p:cNvPr id="36" name="Ellipse 35">
                <a:extLst>
                  <a:ext uri="{FF2B5EF4-FFF2-40B4-BE49-F238E27FC236}">
                    <a16:creationId xmlns:a16="http://schemas.microsoft.com/office/drawing/2014/main" id="{1FCDF575-0A1D-464E-9B2F-BEB6D079224B}"/>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Graphique 36" descr="Utilisateur avec un remplissage uni">
                <a:extLst>
                  <a:ext uri="{FF2B5EF4-FFF2-40B4-BE49-F238E27FC236}">
                    <a16:creationId xmlns:a16="http://schemas.microsoft.com/office/drawing/2014/main" id="{ADF1B43F-B7FD-480C-9E4C-E75DA1D321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38" name="Groupe 37">
              <a:extLst>
                <a:ext uri="{FF2B5EF4-FFF2-40B4-BE49-F238E27FC236}">
                  <a16:creationId xmlns:a16="http://schemas.microsoft.com/office/drawing/2014/main" id="{D95B3D9C-2E86-4FFB-A5AE-8B6DF05AB84D}"/>
                </a:ext>
              </a:extLst>
            </p:cNvPr>
            <p:cNvGrpSpPr/>
            <p:nvPr/>
          </p:nvGrpSpPr>
          <p:grpSpPr>
            <a:xfrm>
              <a:off x="3728332" y="3962329"/>
              <a:ext cx="667207" cy="667207"/>
              <a:chOff x="9249702" y="4886325"/>
              <a:chExt cx="485775" cy="485775"/>
            </a:xfrm>
          </p:grpSpPr>
          <p:sp>
            <p:nvSpPr>
              <p:cNvPr id="39" name="Ellipse 38">
                <a:extLst>
                  <a:ext uri="{FF2B5EF4-FFF2-40B4-BE49-F238E27FC236}">
                    <a16:creationId xmlns:a16="http://schemas.microsoft.com/office/drawing/2014/main" id="{2ADE1D8C-CB8A-44AE-96F5-7B4B8E6409DD}"/>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Graphique 39" descr="Utilisateur avec un remplissage uni">
                <a:extLst>
                  <a:ext uri="{FF2B5EF4-FFF2-40B4-BE49-F238E27FC236}">
                    <a16:creationId xmlns:a16="http://schemas.microsoft.com/office/drawing/2014/main" id="{6F3C9DF0-27B3-4981-B1A0-26FB331A8C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41" name="Groupe 40">
              <a:extLst>
                <a:ext uri="{FF2B5EF4-FFF2-40B4-BE49-F238E27FC236}">
                  <a16:creationId xmlns:a16="http://schemas.microsoft.com/office/drawing/2014/main" id="{D3FF58A9-FC30-4B34-B3F5-889B9CFFEE88}"/>
                </a:ext>
              </a:extLst>
            </p:cNvPr>
            <p:cNvGrpSpPr/>
            <p:nvPr/>
          </p:nvGrpSpPr>
          <p:grpSpPr>
            <a:xfrm>
              <a:off x="3118120" y="4383576"/>
              <a:ext cx="667207" cy="667207"/>
              <a:chOff x="9249702" y="4886325"/>
              <a:chExt cx="485775" cy="485775"/>
            </a:xfrm>
          </p:grpSpPr>
          <p:sp>
            <p:nvSpPr>
              <p:cNvPr id="42" name="Ellipse 41">
                <a:extLst>
                  <a:ext uri="{FF2B5EF4-FFF2-40B4-BE49-F238E27FC236}">
                    <a16:creationId xmlns:a16="http://schemas.microsoft.com/office/drawing/2014/main" id="{92A33611-0F50-46E4-9902-3D36C75FD2AD}"/>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que 42" descr="Utilisateur avec un remplissage uni">
                <a:extLst>
                  <a:ext uri="{FF2B5EF4-FFF2-40B4-BE49-F238E27FC236}">
                    <a16:creationId xmlns:a16="http://schemas.microsoft.com/office/drawing/2014/main" id="{20E76C98-D1E0-4F16-B8DB-EF0257460AC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44" name="Groupe 43">
              <a:extLst>
                <a:ext uri="{FF2B5EF4-FFF2-40B4-BE49-F238E27FC236}">
                  <a16:creationId xmlns:a16="http://schemas.microsoft.com/office/drawing/2014/main" id="{D96CF540-23CB-4BD4-BE1C-85E09D6EEE40}"/>
                </a:ext>
              </a:extLst>
            </p:cNvPr>
            <p:cNvGrpSpPr/>
            <p:nvPr/>
          </p:nvGrpSpPr>
          <p:grpSpPr>
            <a:xfrm>
              <a:off x="3408045" y="3262422"/>
              <a:ext cx="667207" cy="667207"/>
              <a:chOff x="9249702" y="4886325"/>
              <a:chExt cx="485775" cy="485775"/>
            </a:xfrm>
          </p:grpSpPr>
          <p:sp>
            <p:nvSpPr>
              <p:cNvPr id="45" name="Ellipse 44">
                <a:extLst>
                  <a:ext uri="{FF2B5EF4-FFF2-40B4-BE49-F238E27FC236}">
                    <a16:creationId xmlns:a16="http://schemas.microsoft.com/office/drawing/2014/main" id="{3E276F56-526C-4E8F-8ADA-38646E25FDE7}"/>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Graphique 45" descr="Utilisateur avec un remplissage uni">
                <a:extLst>
                  <a:ext uri="{FF2B5EF4-FFF2-40B4-BE49-F238E27FC236}">
                    <a16:creationId xmlns:a16="http://schemas.microsoft.com/office/drawing/2014/main" id="{9FBE2AE7-BB5F-4B8A-BDBE-EDA1F96BD54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47" name="Groupe 46">
              <a:extLst>
                <a:ext uri="{FF2B5EF4-FFF2-40B4-BE49-F238E27FC236}">
                  <a16:creationId xmlns:a16="http://schemas.microsoft.com/office/drawing/2014/main" id="{E2331BBC-88C0-4557-9D87-2D89CEAB285F}"/>
                </a:ext>
              </a:extLst>
            </p:cNvPr>
            <p:cNvGrpSpPr/>
            <p:nvPr/>
          </p:nvGrpSpPr>
          <p:grpSpPr>
            <a:xfrm>
              <a:off x="5645442" y="4097873"/>
              <a:ext cx="571654" cy="571654"/>
              <a:chOff x="9249702" y="4886325"/>
              <a:chExt cx="485775" cy="485775"/>
            </a:xfrm>
          </p:grpSpPr>
          <p:sp>
            <p:nvSpPr>
              <p:cNvPr id="48" name="Ellipse 47">
                <a:extLst>
                  <a:ext uri="{FF2B5EF4-FFF2-40B4-BE49-F238E27FC236}">
                    <a16:creationId xmlns:a16="http://schemas.microsoft.com/office/drawing/2014/main" id="{7E8D1EB7-B722-4D6C-8CB6-7C45E1B73E06}"/>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que 48" descr="Utilisateur avec un remplissage uni">
                <a:extLst>
                  <a:ext uri="{FF2B5EF4-FFF2-40B4-BE49-F238E27FC236}">
                    <a16:creationId xmlns:a16="http://schemas.microsoft.com/office/drawing/2014/main" id="{CF6769CF-7653-4947-AA42-AF9F4C52889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50" name="Groupe 49">
              <a:extLst>
                <a:ext uri="{FF2B5EF4-FFF2-40B4-BE49-F238E27FC236}">
                  <a16:creationId xmlns:a16="http://schemas.microsoft.com/office/drawing/2014/main" id="{F4CAA84F-4ECD-4088-96BE-80613DAC57C6}"/>
                </a:ext>
              </a:extLst>
            </p:cNvPr>
            <p:cNvGrpSpPr/>
            <p:nvPr/>
          </p:nvGrpSpPr>
          <p:grpSpPr>
            <a:xfrm>
              <a:off x="5163301" y="3577330"/>
              <a:ext cx="571654" cy="571654"/>
              <a:chOff x="9249702" y="4886325"/>
              <a:chExt cx="485775" cy="485775"/>
            </a:xfrm>
          </p:grpSpPr>
          <p:sp>
            <p:nvSpPr>
              <p:cNvPr id="51" name="Ellipse 50">
                <a:extLst>
                  <a:ext uri="{FF2B5EF4-FFF2-40B4-BE49-F238E27FC236}">
                    <a16:creationId xmlns:a16="http://schemas.microsoft.com/office/drawing/2014/main" id="{B4C25FF5-1EB1-4DEA-A3D3-F74C6CE8B5D6}"/>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que 51" descr="Utilisateur avec un remplissage uni">
                <a:extLst>
                  <a:ext uri="{FF2B5EF4-FFF2-40B4-BE49-F238E27FC236}">
                    <a16:creationId xmlns:a16="http://schemas.microsoft.com/office/drawing/2014/main" id="{8D85D4FD-17B6-4936-8583-A5D38156E26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53" name="Groupe 52">
              <a:extLst>
                <a:ext uri="{FF2B5EF4-FFF2-40B4-BE49-F238E27FC236}">
                  <a16:creationId xmlns:a16="http://schemas.microsoft.com/office/drawing/2014/main" id="{78AE2E3D-5682-479D-ADDB-46FB8E5FF391}"/>
                </a:ext>
              </a:extLst>
            </p:cNvPr>
            <p:cNvGrpSpPr/>
            <p:nvPr/>
          </p:nvGrpSpPr>
          <p:grpSpPr>
            <a:xfrm>
              <a:off x="5742735" y="3481176"/>
              <a:ext cx="571654" cy="571654"/>
              <a:chOff x="9249702" y="4886325"/>
              <a:chExt cx="485775" cy="485775"/>
            </a:xfrm>
          </p:grpSpPr>
          <p:sp>
            <p:nvSpPr>
              <p:cNvPr id="54" name="Ellipse 53">
                <a:extLst>
                  <a:ext uri="{FF2B5EF4-FFF2-40B4-BE49-F238E27FC236}">
                    <a16:creationId xmlns:a16="http://schemas.microsoft.com/office/drawing/2014/main" id="{CBE5C567-BC21-439A-857F-225789D968D8}"/>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que 54" descr="Utilisateur avec un remplissage uni">
                <a:extLst>
                  <a:ext uri="{FF2B5EF4-FFF2-40B4-BE49-F238E27FC236}">
                    <a16:creationId xmlns:a16="http://schemas.microsoft.com/office/drawing/2014/main" id="{1CE07C2A-11EB-4E7E-B10E-4CF4C126188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56" name="Groupe 55">
              <a:extLst>
                <a:ext uri="{FF2B5EF4-FFF2-40B4-BE49-F238E27FC236}">
                  <a16:creationId xmlns:a16="http://schemas.microsoft.com/office/drawing/2014/main" id="{4D3E41E0-91C9-4189-9BA2-043A33C3ACC3}"/>
                </a:ext>
              </a:extLst>
            </p:cNvPr>
            <p:cNvGrpSpPr/>
            <p:nvPr/>
          </p:nvGrpSpPr>
          <p:grpSpPr>
            <a:xfrm>
              <a:off x="4780181" y="3127380"/>
              <a:ext cx="571654" cy="571654"/>
              <a:chOff x="9249702" y="4886325"/>
              <a:chExt cx="485775" cy="485775"/>
            </a:xfrm>
          </p:grpSpPr>
          <p:sp>
            <p:nvSpPr>
              <p:cNvPr id="57" name="Ellipse 56">
                <a:extLst>
                  <a:ext uri="{FF2B5EF4-FFF2-40B4-BE49-F238E27FC236}">
                    <a16:creationId xmlns:a16="http://schemas.microsoft.com/office/drawing/2014/main" id="{3E279F30-B6A9-4039-8658-61EBEB28B79F}"/>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Graphique 57" descr="Utilisateur avec un remplissage uni">
                <a:extLst>
                  <a:ext uri="{FF2B5EF4-FFF2-40B4-BE49-F238E27FC236}">
                    <a16:creationId xmlns:a16="http://schemas.microsoft.com/office/drawing/2014/main" id="{3CCCBAA1-C2DE-4631-9B5A-E11555ECDF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59" name="Groupe 58">
              <a:extLst>
                <a:ext uri="{FF2B5EF4-FFF2-40B4-BE49-F238E27FC236}">
                  <a16:creationId xmlns:a16="http://schemas.microsoft.com/office/drawing/2014/main" id="{4451389C-86E0-46CB-B7BE-6881903A54E7}"/>
                </a:ext>
              </a:extLst>
            </p:cNvPr>
            <p:cNvGrpSpPr/>
            <p:nvPr/>
          </p:nvGrpSpPr>
          <p:grpSpPr>
            <a:xfrm>
              <a:off x="5375147" y="2990606"/>
              <a:ext cx="571654" cy="571654"/>
              <a:chOff x="9249702" y="4886325"/>
              <a:chExt cx="485775" cy="485775"/>
            </a:xfrm>
          </p:grpSpPr>
          <p:sp>
            <p:nvSpPr>
              <p:cNvPr id="60" name="Ellipse 59">
                <a:extLst>
                  <a:ext uri="{FF2B5EF4-FFF2-40B4-BE49-F238E27FC236}">
                    <a16:creationId xmlns:a16="http://schemas.microsoft.com/office/drawing/2014/main" id="{37ED6ABB-7831-4C49-8389-63DF94454C4A}"/>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Graphique 60" descr="Utilisateur avec un remplissage uni">
                <a:extLst>
                  <a:ext uri="{FF2B5EF4-FFF2-40B4-BE49-F238E27FC236}">
                    <a16:creationId xmlns:a16="http://schemas.microsoft.com/office/drawing/2014/main" id="{5C48A94D-61AB-4B66-9A76-E1C48402909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62" name="Groupe 61">
              <a:extLst>
                <a:ext uri="{FF2B5EF4-FFF2-40B4-BE49-F238E27FC236}">
                  <a16:creationId xmlns:a16="http://schemas.microsoft.com/office/drawing/2014/main" id="{430B31F4-284A-45D2-AC17-3B932330A682}"/>
                </a:ext>
              </a:extLst>
            </p:cNvPr>
            <p:cNvGrpSpPr/>
            <p:nvPr/>
          </p:nvGrpSpPr>
          <p:grpSpPr>
            <a:xfrm>
              <a:off x="4893006" y="2470063"/>
              <a:ext cx="571654" cy="571654"/>
              <a:chOff x="9249702" y="4886325"/>
              <a:chExt cx="485775" cy="485775"/>
            </a:xfrm>
          </p:grpSpPr>
          <p:sp>
            <p:nvSpPr>
              <p:cNvPr id="63" name="Ellipse 62">
                <a:extLst>
                  <a:ext uri="{FF2B5EF4-FFF2-40B4-BE49-F238E27FC236}">
                    <a16:creationId xmlns:a16="http://schemas.microsoft.com/office/drawing/2014/main" id="{F68285D8-A8A4-47A5-ACF0-096F7D951B4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Graphique 63" descr="Utilisateur avec un remplissage uni">
                <a:extLst>
                  <a:ext uri="{FF2B5EF4-FFF2-40B4-BE49-F238E27FC236}">
                    <a16:creationId xmlns:a16="http://schemas.microsoft.com/office/drawing/2014/main" id="{649E1F75-2495-44EB-BEA4-0878540EF56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65" name="Groupe 64">
              <a:extLst>
                <a:ext uri="{FF2B5EF4-FFF2-40B4-BE49-F238E27FC236}">
                  <a16:creationId xmlns:a16="http://schemas.microsoft.com/office/drawing/2014/main" id="{EBDBEBB9-BDE9-4BD9-A580-8DD73FDBEACA}"/>
                </a:ext>
              </a:extLst>
            </p:cNvPr>
            <p:cNvGrpSpPr/>
            <p:nvPr/>
          </p:nvGrpSpPr>
          <p:grpSpPr>
            <a:xfrm>
              <a:off x="5472440" y="2373909"/>
              <a:ext cx="571654" cy="571654"/>
              <a:chOff x="9249702" y="4886325"/>
              <a:chExt cx="485775" cy="485775"/>
            </a:xfrm>
          </p:grpSpPr>
          <p:sp>
            <p:nvSpPr>
              <p:cNvPr id="66" name="Ellipse 65">
                <a:extLst>
                  <a:ext uri="{FF2B5EF4-FFF2-40B4-BE49-F238E27FC236}">
                    <a16:creationId xmlns:a16="http://schemas.microsoft.com/office/drawing/2014/main" id="{78A156DC-1D1B-475C-BD56-6A50C25FADC2}"/>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Graphique 66" descr="Utilisateur avec un remplissage uni">
                <a:extLst>
                  <a:ext uri="{FF2B5EF4-FFF2-40B4-BE49-F238E27FC236}">
                    <a16:creationId xmlns:a16="http://schemas.microsoft.com/office/drawing/2014/main" id="{ACB3A3ED-587F-4EE9-9C0D-3893E90F673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68" name="Groupe 67">
              <a:extLst>
                <a:ext uri="{FF2B5EF4-FFF2-40B4-BE49-F238E27FC236}">
                  <a16:creationId xmlns:a16="http://schemas.microsoft.com/office/drawing/2014/main" id="{070CEB10-A1FA-41B1-A224-14F29F872133}"/>
                </a:ext>
              </a:extLst>
            </p:cNvPr>
            <p:cNvGrpSpPr/>
            <p:nvPr/>
          </p:nvGrpSpPr>
          <p:grpSpPr>
            <a:xfrm>
              <a:off x="5970113" y="2829469"/>
              <a:ext cx="571654" cy="571654"/>
              <a:chOff x="9249702" y="4886325"/>
              <a:chExt cx="485775" cy="485775"/>
            </a:xfrm>
          </p:grpSpPr>
          <p:sp>
            <p:nvSpPr>
              <p:cNvPr id="69" name="Ellipse 68">
                <a:extLst>
                  <a:ext uri="{FF2B5EF4-FFF2-40B4-BE49-F238E27FC236}">
                    <a16:creationId xmlns:a16="http://schemas.microsoft.com/office/drawing/2014/main" id="{5DA1769A-EC59-434C-914E-F79F70758299}"/>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que 69" descr="Utilisateur avec un remplissage uni">
                <a:extLst>
                  <a:ext uri="{FF2B5EF4-FFF2-40B4-BE49-F238E27FC236}">
                    <a16:creationId xmlns:a16="http://schemas.microsoft.com/office/drawing/2014/main" id="{CCA56332-FDAF-493F-B368-E7C5CC3EFD1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1" name="Groupe 70">
              <a:extLst>
                <a:ext uri="{FF2B5EF4-FFF2-40B4-BE49-F238E27FC236}">
                  <a16:creationId xmlns:a16="http://schemas.microsoft.com/office/drawing/2014/main" id="{FD677A9F-E1E7-4503-9287-24D7F63639FB}"/>
                </a:ext>
              </a:extLst>
            </p:cNvPr>
            <p:cNvGrpSpPr/>
            <p:nvPr/>
          </p:nvGrpSpPr>
          <p:grpSpPr>
            <a:xfrm>
              <a:off x="3719826" y="2658911"/>
              <a:ext cx="667207" cy="667207"/>
              <a:chOff x="9249702" y="4886325"/>
              <a:chExt cx="485775" cy="485775"/>
            </a:xfrm>
          </p:grpSpPr>
          <p:sp>
            <p:nvSpPr>
              <p:cNvPr id="72" name="Ellipse 71">
                <a:extLst>
                  <a:ext uri="{FF2B5EF4-FFF2-40B4-BE49-F238E27FC236}">
                    <a16:creationId xmlns:a16="http://schemas.microsoft.com/office/drawing/2014/main" id="{13E22C67-A540-4386-85C8-3AA7C01A0C6A}"/>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Graphique 72" descr="Utilisateur avec un remplissage uni">
                <a:extLst>
                  <a:ext uri="{FF2B5EF4-FFF2-40B4-BE49-F238E27FC236}">
                    <a16:creationId xmlns:a16="http://schemas.microsoft.com/office/drawing/2014/main" id="{18E7BFAC-A15D-4883-807A-35BA83DF6EA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grpSp>
        <p:nvGrpSpPr>
          <p:cNvPr id="213" name="Groupe 212">
            <a:extLst>
              <a:ext uri="{FF2B5EF4-FFF2-40B4-BE49-F238E27FC236}">
                <a16:creationId xmlns:a16="http://schemas.microsoft.com/office/drawing/2014/main" id="{EDC52263-B81D-4464-B00B-9CB4262740D2}"/>
              </a:ext>
            </a:extLst>
          </p:cNvPr>
          <p:cNvGrpSpPr/>
          <p:nvPr/>
        </p:nvGrpSpPr>
        <p:grpSpPr>
          <a:xfrm>
            <a:off x="2245881" y="3908533"/>
            <a:ext cx="2859354" cy="840057"/>
            <a:chOff x="573986" y="2007767"/>
            <a:chExt cx="11298040" cy="3319275"/>
          </a:xfrm>
        </p:grpSpPr>
        <p:grpSp>
          <p:nvGrpSpPr>
            <p:cNvPr id="144" name="Groupe 143">
              <a:extLst>
                <a:ext uri="{FF2B5EF4-FFF2-40B4-BE49-F238E27FC236}">
                  <a16:creationId xmlns:a16="http://schemas.microsoft.com/office/drawing/2014/main" id="{CC4BF8C1-D1BA-494F-9A12-245BB1C1B3FD}"/>
                </a:ext>
              </a:extLst>
            </p:cNvPr>
            <p:cNvGrpSpPr/>
            <p:nvPr/>
          </p:nvGrpSpPr>
          <p:grpSpPr>
            <a:xfrm>
              <a:off x="10589120" y="4157982"/>
              <a:ext cx="1045649" cy="1045649"/>
              <a:chOff x="9249702" y="4886325"/>
              <a:chExt cx="485775" cy="485775"/>
            </a:xfrm>
          </p:grpSpPr>
          <p:sp>
            <p:nvSpPr>
              <p:cNvPr id="145" name="Ellipse 144">
                <a:extLst>
                  <a:ext uri="{FF2B5EF4-FFF2-40B4-BE49-F238E27FC236}">
                    <a16:creationId xmlns:a16="http://schemas.microsoft.com/office/drawing/2014/main" id="{A6E9273B-6586-4937-93D5-76B78E31E89A}"/>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6" name="Graphique 145" descr="Utilisateur avec un remplissage uni">
                <a:extLst>
                  <a:ext uri="{FF2B5EF4-FFF2-40B4-BE49-F238E27FC236}">
                    <a16:creationId xmlns:a16="http://schemas.microsoft.com/office/drawing/2014/main" id="{B958673E-A903-4AEF-BD50-31410A29BB9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147" name="Graphique 146" descr="Utilisateur avec un remplissage uni">
              <a:extLst>
                <a:ext uri="{FF2B5EF4-FFF2-40B4-BE49-F238E27FC236}">
                  <a16:creationId xmlns:a16="http://schemas.microsoft.com/office/drawing/2014/main" id="{839C73D7-8277-4357-901A-D2F03EFD3C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39681" y="3221448"/>
              <a:ext cx="235652" cy="249776"/>
            </a:xfrm>
            <a:prstGeom prst="rect">
              <a:avLst/>
            </a:prstGeom>
          </p:spPr>
        </p:pic>
        <p:pic>
          <p:nvPicPr>
            <p:cNvPr id="148" name="Graphique 147" descr="Utilisateur avec un remplissage uni">
              <a:extLst>
                <a:ext uri="{FF2B5EF4-FFF2-40B4-BE49-F238E27FC236}">
                  <a16:creationId xmlns:a16="http://schemas.microsoft.com/office/drawing/2014/main" id="{BB77EEEA-195A-48FB-8C0C-B2EB66785CA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573986" y="3525039"/>
              <a:ext cx="235652" cy="249776"/>
            </a:xfrm>
            <a:prstGeom prst="rect">
              <a:avLst/>
            </a:prstGeom>
          </p:spPr>
        </p:pic>
        <p:pic>
          <p:nvPicPr>
            <p:cNvPr id="149" name="Graphique 148" descr="Utilisateur avec un remplissage uni">
              <a:extLst>
                <a:ext uri="{FF2B5EF4-FFF2-40B4-BE49-F238E27FC236}">
                  <a16:creationId xmlns:a16="http://schemas.microsoft.com/office/drawing/2014/main" id="{A90F6CC1-91B3-4F58-AF1E-23191FBD8D6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65189" y="3537408"/>
              <a:ext cx="235652" cy="249776"/>
            </a:xfrm>
            <a:prstGeom prst="rect">
              <a:avLst/>
            </a:prstGeom>
          </p:spPr>
        </p:pic>
        <p:pic>
          <p:nvPicPr>
            <p:cNvPr id="150" name="Graphique 149" descr="Utilisateur avec un remplissage uni">
              <a:extLst>
                <a:ext uri="{FF2B5EF4-FFF2-40B4-BE49-F238E27FC236}">
                  <a16:creationId xmlns:a16="http://schemas.microsoft.com/office/drawing/2014/main" id="{1C584351-EA9C-4E9F-96EB-D96C167D5ED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699494" y="3840999"/>
              <a:ext cx="235652" cy="249776"/>
            </a:xfrm>
            <a:prstGeom prst="rect">
              <a:avLst/>
            </a:prstGeom>
          </p:spPr>
        </p:pic>
        <p:pic>
          <p:nvPicPr>
            <p:cNvPr id="151" name="Graphique 150" descr="Utilisateur avec un remplissage uni">
              <a:extLst>
                <a:ext uri="{FF2B5EF4-FFF2-40B4-BE49-F238E27FC236}">
                  <a16:creationId xmlns:a16="http://schemas.microsoft.com/office/drawing/2014/main" id="{1B593C68-7B69-4494-AC12-8513C957EB7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42" y="3609218"/>
              <a:ext cx="235652" cy="249776"/>
            </a:xfrm>
            <a:prstGeom prst="rect">
              <a:avLst/>
            </a:prstGeom>
          </p:spPr>
        </p:pic>
        <p:pic>
          <p:nvPicPr>
            <p:cNvPr id="152" name="Graphique 151" descr="Utilisateur avec un remplissage uni">
              <a:extLst>
                <a:ext uri="{FF2B5EF4-FFF2-40B4-BE49-F238E27FC236}">
                  <a16:creationId xmlns:a16="http://schemas.microsoft.com/office/drawing/2014/main" id="{CF2A446A-17A0-4096-AC88-5F6519BD42C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47" y="3912809"/>
              <a:ext cx="235652" cy="249776"/>
            </a:xfrm>
            <a:prstGeom prst="rect">
              <a:avLst/>
            </a:prstGeom>
          </p:spPr>
        </p:pic>
        <p:pic>
          <p:nvPicPr>
            <p:cNvPr id="153" name="Graphique 152" descr="Utilisateur avec un remplissage uni">
              <a:extLst>
                <a:ext uri="{FF2B5EF4-FFF2-40B4-BE49-F238E27FC236}">
                  <a16:creationId xmlns:a16="http://schemas.microsoft.com/office/drawing/2014/main" id="{719FC691-15F4-4EE9-9CAD-D7B4198722C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50" y="3925178"/>
              <a:ext cx="235652" cy="249776"/>
            </a:xfrm>
            <a:prstGeom prst="rect">
              <a:avLst/>
            </a:prstGeom>
          </p:spPr>
        </p:pic>
        <p:pic>
          <p:nvPicPr>
            <p:cNvPr id="154" name="Graphique 153" descr="Utilisateur avec un remplissage uni">
              <a:extLst>
                <a:ext uri="{FF2B5EF4-FFF2-40B4-BE49-F238E27FC236}">
                  <a16:creationId xmlns:a16="http://schemas.microsoft.com/office/drawing/2014/main" id="{6193BA01-ADA3-4ECB-8AE2-B1DBEA144FE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55" y="4228769"/>
              <a:ext cx="235652" cy="249776"/>
            </a:xfrm>
            <a:prstGeom prst="rect">
              <a:avLst/>
            </a:prstGeom>
          </p:spPr>
        </p:pic>
        <p:pic>
          <p:nvPicPr>
            <p:cNvPr id="155" name="Graphique 154" descr="Utilisateur avec un remplissage uni">
              <a:extLst>
                <a:ext uri="{FF2B5EF4-FFF2-40B4-BE49-F238E27FC236}">
                  <a16:creationId xmlns:a16="http://schemas.microsoft.com/office/drawing/2014/main" id="{B6F2D700-D333-4751-A23E-76D68C36F71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68" y="2688322"/>
              <a:ext cx="235652" cy="249776"/>
            </a:xfrm>
            <a:prstGeom prst="rect">
              <a:avLst/>
            </a:prstGeom>
          </p:spPr>
        </p:pic>
        <p:pic>
          <p:nvPicPr>
            <p:cNvPr id="156" name="Graphique 155" descr="Utilisateur avec un remplissage uni">
              <a:extLst>
                <a:ext uri="{FF2B5EF4-FFF2-40B4-BE49-F238E27FC236}">
                  <a16:creationId xmlns:a16="http://schemas.microsoft.com/office/drawing/2014/main" id="{AA43E2B7-A259-4EE2-B86B-0FABE3C8B80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73" y="2991913"/>
              <a:ext cx="235652" cy="249776"/>
            </a:xfrm>
            <a:prstGeom prst="rect">
              <a:avLst/>
            </a:prstGeom>
          </p:spPr>
        </p:pic>
        <p:pic>
          <p:nvPicPr>
            <p:cNvPr id="157" name="Graphique 156" descr="Utilisateur avec un remplissage uni">
              <a:extLst>
                <a:ext uri="{FF2B5EF4-FFF2-40B4-BE49-F238E27FC236}">
                  <a16:creationId xmlns:a16="http://schemas.microsoft.com/office/drawing/2014/main" id="{DA581FC0-9645-4765-BDFF-B2B20BC5F14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76" y="3004282"/>
              <a:ext cx="235652" cy="249776"/>
            </a:xfrm>
            <a:prstGeom prst="rect">
              <a:avLst/>
            </a:prstGeom>
          </p:spPr>
        </p:pic>
        <p:pic>
          <p:nvPicPr>
            <p:cNvPr id="158" name="Graphique 157" descr="Utilisateur avec un remplissage uni">
              <a:extLst>
                <a:ext uri="{FF2B5EF4-FFF2-40B4-BE49-F238E27FC236}">
                  <a16:creationId xmlns:a16="http://schemas.microsoft.com/office/drawing/2014/main" id="{F90144BD-3278-4FB1-AA11-A9A696EBC3D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81" y="3307873"/>
              <a:ext cx="235652" cy="249776"/>
            </a:xfrm>
            <a:prstGeom prst="rect">
              <a:avLst/>
            </a:prstGeom>
          </p:spPr>
        </p:pic>
        <p:pic>
          <p:nvPicPr>
            <p:cNvPr id="159" name="Graphique 158" descr="Utilisateur avec un remplissage uni">
              <a:extLst>
                <a:ext uri="{FF2B5EF4-FFF2-40B4-BE49-F238E27FC236}">
                  <a16:creationId xmlns:a16="http://schemas.microsoft.com/office/drawing/2014/main" id="{F21106B6-EB08-4913-BC2E-89E3C3CCAEC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00829" y="3076092"/>
              <a:ext cx="235652" cy="249776"/>
            </a:xfrm>
            <a:prstGeom prst="rect">
              <a:avLst/>
            </a:prstGeom>
          </p:spPr>
        </p:pic>
        <p:pic>
          <p:nvPicPr>
            <p:cNvPr id="160" name="Graphique 159" descr="Utilisateur avec un remplissage uni">
              <a:extLst>
                <a:ext uri="{FF2B5EF4-FFF2-40B4-BE49-F238E27FC236}">
                  <a16:creationId xmlns:a16="http://schemas.microsoft.com/office/drawing/2014/main" id="{A24EF12D-BF69-428E-908F-03DE6EC826B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35134" y="3379683"/>
              <a:ext cx="235652" cy="249776"/>
            </a:xfrm>
            <a:prstGeom prst="rect">
              <a:avLst/>
            </a:prstGeom>
          </p:spPr>
        </p:pic>
        <p:pic>
          <p:nvPicPr>
            <p:cNvPr id="161" name="Graphique 160" descr="Utilisateur avec un remplissage uni">
              <a:extLst>
                <a:ext uri="{FF2B5EF4-FFF2-40B4-BE49-F238E27FC236}">
                  <a16:creationId xmlns:a16="http://schemas.microsoft.com/office/drawing/2014/main" id="{A2769565-7463-4E25-B6E4-4A10A49E50D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626337" y="3392052"/>
              <a:ext cx="235652" cy="249776"/>
            </a:xfrm>
            <a:prstGeom prst="rect">
              <a:avLst/>
            </a:prstGeom>
          </p:spPr>
        </p:pic>
        <p:pic>
          <p:nvPicPr>
            <p:cNvPr id="162" name="Graphique 161" descr="Utilisateur avec un remplissage uni">
              <a:extLst>
                <a:ext uri="{FF2B5EF4-FFF2-40B4-BE49-F238E27FC236}">
                  <a16:creationId xmlns:a16="http://schemas.microsoft.com/office/drawing/2014/main" id="{4092CCA5-CDC5-4773-9B77-8D7BDEE905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60642" y="3695643"/>
              <a:ext cx="235652" cy="249776"/>
            </a:xfrm>
            <a:prstGeom prst="rect">
              <a:avLst/>
            </a:prstGeom>
          </p:spPr>
        </p:pic>
        <p:pic>
          <p:nvPicPr>
            <p:cNvPr id="163" name="Graphique 162" descr="Utilisateur avec un remplissage uni">
              <a:extLst>
                <a:ext uri="{FF2B5EF4-FFF2-40B4-BE49-F238E27FC236}">
                  <a16:creationId xmlns:a16="http://schemas.microsoft.com/office/drawing/2014/main" id="{EA52D6F9-274B-403D-AF1F-9E068104234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17320" y="2335665"/>
              <a:ext cx="235652" cy="249776"/>
            </a:xfrm>
            <a:prstGeom prst="rect">
              <a:avLst/>
            </a:prstGeom>
          </p:spPr>
        </p:pic>
        <p:pic>
          <p:nvPicPr>
            <p:cNvPr id="164" name="Graphique 163" descr="Utilisateur avec un remplissage uni">
              <a:extLst>
                <a:ext uri="{FF2B5EF4-FFF2-40B4-BE49-F238E27FC236}">
                  <a16:creationId xmlns:a16="http://schemas.microsoft.com/office/drawing/2014/main" id="{123CF425-8805-4916-BCEB-975AFC2FFD3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57090" y="2678872"/>
              <a:ext cx="235652" cy="249776"/>
            </a:xfrm>
            <a:prstGeom prst="rect">
              <a:avLst/>
            </a:prstGeom>
          </p:spPr>
        </p:pic>
        <p:pic>
          <p:nvPicPr>
            <p:cNvPr id="165" name="Graphique 164" descr="Utilisateur avec un remplissage uni">
              <a:extLst>
                <a:ext uri="{FF2B5EF4-FFF2-40B4-BE49-F238E27FC236}">
                  <a16:creationId xmlns:a16="http://schemas.microsoft.com/office/drawing/2014/main" id="{44231277-D194-4ABA-92AD-850C3289224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32212" y="2106130"/>
              <a:ext cx="235652" cy="249776"/>
            </a:xfrm>
            <a:prstGeom prst="rect">
              <a:avLst/>
            </a:prstGeom>
          </p:spPr>
        </p:pic>
        <p:pic>
          <p:nvPicPr>
            <p:cNvPr id="166" name="Graphique 165" descr="Utilisateur avec un remplissage uni">
              <a:extLst>
                <a:ext uri="{FF2B5EF4-FFF2-40B4-BE49-F238E27FC236}">
                  <a16:creationId xmlns:a16="http://schemas.microsoft.com/office/drawing/2014/main" id="{7C4F0359-6476-4FCC-8D48-662E9D3B493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23415" y="2118499"/>
              <a:ext cx="235652" cy="249776"/>
            </a:xfrm>
            <a:prstGeom prst="rect">
              <a:avLst/>
            </a:prstGeom>
          </p:spPr>
        </p:pic>
        <p:pic>
          <p:nvPicPr>
            <p:cNvPr id="167" name="Graphique 166" descr="Utilisateur avec un remplissage uni">
              <a:extLst>
                <a:ext uri="{FF2B5EF4-FFF2-40B4-BE49-F238E27FC236}">
                  <a16:creationId xmlns:a16="http://schemas.microsoft.com/office/drawing/2014/main" id="{F473142B-4F05-4484-A1B2-8E784A999E1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57720" y="2422090"/>
              <a:ext cx="235652" cy="249776"/>
            </a:xfrm>
            <a:prstGeom prst="rect">
              <a:avLst/>
            </a:prstGeom>
          </p:spPr>
        </p:pic>
        <p:pic>
          <p:nvPicPr>
            <p:cNvPr id="168" name="Graphique 167" descr="Utilisateur avec un remplissage uni">
              <a:extLst>
                <a:ext uri="{FF2B5EF4-FFF2-40B4-BE49-F238E27FC236}">
                  <a16:creationId xmlns:a16="http://schemas.microsoft.com/office/drawing/2014/main" id="{9D8F5051-4ABE-4262-86A4-B05B2F224B6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78468" y="2190309"/>
              <a:ext cx="235652" cy="249776"/>
            </a:xfrm>
            <a:prstGeom prst="rect">
              <a:avLst/>
            </a:prstGeom>
          </p:spPr>
        </p:pic>
        <p:pic>
          <p:nvPicPr>
            <p:cNvPr id="169" name="Graphique 168" descr="Utilisateur avec un remplissage uni">
              <a:extLst>
                <a:ext uri="{FF2B5EF4-FFF2-40B4-BE49-F238E27FC236}">
                  <a16:creationId xmlns:a16="http://schemas.microsoft.com/office/drawing/2014/main" id="{63C8036F-732A-4611-AF7E-44BD168F362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12773" y="2493900"/>
              <a:ext cx="235652" cy="249776"/>
            </a:xfrm>
            <a:prstGeom prst="rect">
              <a:avLst/>
            </a:prstGeom>
          </p:spPr>
        </p:pic>
        <p:pic>
          <p:nvPicPr>
            <p:cNvPr id="170" name="Graphique 169" descr="Utilisateur avec un remplissage uni">
              <a:extLst>
                <a:ext uri="{FF2B5EF4-FFF2-40B4-BE49-F238E27FC236}">
                  <a16:creationId xmlns:a16="http://schemas.microsoft.com/office/drawing/2014/main" id="{A4A4E0B0-F67C-4AA4-8FC7-6C87721691A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703976" y="2506269"/>
              <a:ext cx="235652" cy="249776"/>
            </a:xfrm>
            <a:prstGeom prst="rect">
              <a:avLst/>
            </a:prstGeom>
          </p:spPr>
        </p:pic>
        <p:pic>
          <p:nvPicPr>
            <p:cNvPr id="171" name="Graphique 170" descr="Utilisateur avec un remplissage uni">
              <a:extLst>
                <a:ext uri="{FF2B5EF4-FFF2-40B4-BE49-F238E27FC236}">
                  <a16:creationId xmlns:a16="http://schemas.microsoft.com/office/drawing/2014/main" id="{F556EDB8-C30E-43F4-9A1E-34C528159E9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28390" y="4469027"/>
              <a:ext cx="235652" cy="249776"/>
            </a:xfrm>
            <a:prstGeom prst="rect">
              <a:avLst/>
            </a:prstGeom>
          </p:spPr>
        </p:pic>
        <p:pic>
          <p:nvPicPr>
            <p:cNvPr id="172" name="Graphique 171" descr="Utilisateur avec un remplissage uni">
              <a:extLst>
                <a:ext uri="{FF2B5EF4-FFF2-40B4-BE49-F238E27FC236}">
                  <a16:creationId xmlns:a16="http://schemas.microsoft.com/office/drawing/2014/main" id="{7BCE3383-84D4-49CF-A888-C210CD26009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83443" y="4540837"/>
              <a:ext cx="235652" cy="249776"/>
            </a:xfrm>
            <a:prstGeom prst="rect">
              <a:avLst/>
            </a:prstGeom>
          </p:spPr>
        </p:pic>
        <p:pic>
          <p:nvPicPr>
            <p:cNvPr id="173" name="Graphique 172" descr="Utilisateur avec un remplissage uni">
              <a:extLst>
                <a:ext uri="{FF2B5EF4-FFF2-40B4-BE49-F238E27FC236}">
                  <a16:creationId xmlns:a16="http://schemas.microsoft.com/office/drawing/2014/main" id="{39A9955C-AA77-4725-B34E-EF4A84232F2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74646" y="4553206"/>
              <a:ext cx="235652" cy="249776"/>
            </a:xfrm>
            <a:prstGeom prst="rect">
              <a:avLst/>
            </a:prstGeom>
          </p:spPr>
        </p:pic>
        <p:pic>
          <p:nvPicPr>
            <p:cNvPr id="174" name="Graphique 173" descr="Utilisateur avec un remplissage uni">
              <a:extLst>
                <a:ext uri="{FF2B5EF4-FFF2-40B4-BE49-F238E27FC236}">
                  <a16:creationId xmlns:a16="http://schemas.microsoft.com/office/drawing/2014/main" id="{4D09CDA5-C761-4283-9D95-3A4450B2158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08951" y="4856797"/>
              <a:ext cx="235652" cy="249776"/>
            </a:xfrm>
            <a:prstGeom prst="rect">
              <a:avLst/>
            </a:prstGeom>
          </p:spPr>
        </p:pic>
        <p:pic>
          <p:nvPicPr>
            <p:cNvPr id="175" name="Graphique 174" descr="Utilisateur avec un remplissage uni">
              <a:extLst>
                <a:ext uri="{FF2B5EF4-FFF2-40B4-BE49-F238E27FC236}">
                  <a16:creationId xmlns:a16="http://schemas.microsoft.com/office/drawing/2014/main" id="{9863E205-6704-46A6-AE11-921B251D0B6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89538" y="4323671"/>
              <a:ext cx="235652" cy="249776"/>
            </a:xfrm>
            <a:prstGeom prst="rect">
              <a:avLst/>
            </a:prstGeom>
          </p:spPr>
        </p:pic>
        <p:grpSp>
          <p:nvGrpSpPr>
            <p:cNvPr id="176" name="Groupe 175">
              <a:extLst>
                <a:ext uri="{FF2B5EF4-FFF2-40B4-BE49-F238E27FC236}">
                  <a16:creationId xmlns:a16="http://schemas.microsoft.com/office/drawing/2014/main" id="{D5967EA7-B4BF-4A25-9A0E-A474A63379CD}"/>
                </a:ext>
              </a:extLst>
            </p:cNvPr>
            <p:cNvGrpSpPr/>
            <p:nvPr/>
          </p:nvGrpSpPr>
          <p:grpSpPr>
            <a:xfrm>
              <a:off x="5518924" y="4469027"/>
              <a:ext cx="667207" cy="667207"/>
              <a:chOff x="9249702" y="4886325"/>
              <a:chExt cx="485775" cy="485775"/>
            </a:xfrm>
          </p:grpSpPr>
          <p:sp>
            <p:nvSpPr>
              <p:cNvPr id="177" name="Ellipse 176">
                <a:extLst>
                  <a:ext uri="{FF2B5EF4-FFF2-40B4-BE49-F238E27FC236}">
                    <a16:creationId xmlns:a16="http://schemas.microsoft.com/office/drawing/2014/main" id="{A7175761-2C5F-4FF0-917B-AC7EA79DB244}"/>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8" name="Graphique 177" descr="Utilisateur avec un remplissage uni">
                <a:extLst>
                  <a:ext uri="{FF2B5EF4-FFF2-40B4-BE49-F238E27FC236}">
                    <a16:creationId xmlns:a16="http://schemas.microsoft.com/office/drawing/2014/main" id="{F301476E-14E0-4AFE-A631-4314478CB0A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79" name="Groupe 178">
              <a:extLst>
                <a:ext uri="{FF2B5EF4-FFF2-40B4-BE49-F238E27FC236}">
                  <a16:creationId xmlns:a16="http://schemas.microsoft.com/office/drawing/2014/main" id="{9CB78DC6-A313-4F6F-8AA4-17E104DBB8D2}"/>
                </a:ext>
              </a:extLst>
            </p:cNvPr>
            <p:cNvGrpSpPr/>
            <p:nvPr/>
          </p:nvGrpSpPr>
          <p:grpSpPr>
            <a:xfrm>
              <a:off x="6234891" y="4479976"/>
              <a:ext cx="667207" cy="667207"/>
              <a:chOff x="9249702" y="4886325"/>
              <a:chExt cx="485775" cy="485775"/>
            </a:xfrm>
          </p:grpSpPr>
          <p:sp>
            <p:nvSpPr>
              <p:cNvPr id="180" name="Ellipse 179">
                <a:extLst>
                  <a:ext uri="{FF2B5EF4-FFF2-40B4-BE49-F238E27FC236}">
                    <a16:creationId xmlns:a16="http://schemas.microsoft.com/office/drawing/2014/main" id="{0533A55A-2D90-4C67-8A12-A7FE5549E2F1}"/>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1" name="Graphique 180" descr="Utilisateur avec un remplissage uni">
                <a:extLst>
                  <a:ext uri="{FF2B5EF4-FFF2-40B4-BE49-F238E27FC236}">
                    <a16:creationId xmlns:a16="http://schemas.microsoft.com/office/drawing/2014/main" id="{B3C5B8BB-DC99-4592-9E46-6FE8CAF642C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2" name="Groupe 181">
              <a:extLst>
                <a:ext uri="{FF2B5EF4-FFF2-40B4-BE49-F238E27FC236}">
                  <a16:creationId xmlns:a16="http://schemas.microsoft.com/office/drawing/2014/main" id="{2AC2FFE7-E1B1-4074-919B-A22AE18D996A}"/>
                </a:ext>
              </a:extLst>
            </p:cNvPr>
            <p:cNvGrpSpPr/>
            <p:nvPr/>
          </p:nvGrpSpPr>
          <p:grpSpPr>
            <a:xfrm>
              <a:off x="5935065" y="3757903"/>
              <a:ext cx="667207" cy="667207"/>
              <a:chOff x="9249702" y="4886325"/>
              <a:chExt cx="485775" cy="485775"/>
            </a:xfrm>
          </p:grpSpPr>
          <p:sp>
            <p:nvSpPr>
              <p:cNvPr id="183" name="Ellipse 182">
                <a:extLst>
                  <a:ext uri="{FF2B5EF4-FFF2-40B4-BE49-F238E27FC236}">
                    <a16:creationId xmlns:a16="http://schemas.microsoft.com/office/drawing/2014/main" id="{60693D21-B91F-4CB9-BDCA-CFDEDC891E4B}"/>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4" name="Graphique 183" descr="Utilisateur avec un remplissage uni">
                <a:extLst>
                  <a:ext uri="{FF2B5EF4-FFF2-40B4-BE49-F238E27FC236}">
                    <a16:creationId xmlns:a16="http://schemas.microsoft.com/office/drawing/2014/main" id="{DE06F117-7BE1-4D2F-8D52-2AA1CB12FD3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5" name="Groupe 184">
              <a:extLst>
                <a:ext uri="{FF2B5EF4-FFF2-40B4-BE49-F238E27FC236}">
                  <a16:creationId xmlns:a16="http://schemas.microsoft.com/office/drawing/2014/main" id="{3F448C42-E072-4F91-A355-C758108FF62E}"/>
                </a:ext>
              </a:extLst>
            </p:cNvPr>
            <p:cNvGrpSpPr/>
            <p:nvPr/>
          </p:nvGrpSpPr>
          <p:grpSpPr>
            <a:xfrm>
              <a:off x="5222486" y="3706408"/>
              <a:ext cx="667207" cy="667207"/>
              <a:chOff x="9249702" y="4886325"/>
              <a:chExt cx="485775" cy="485775"/>
            </a:xfrm>
          </p:grpSpPr>
          <p:sp>
            <p:nvSpPr>
              <p:cNvPr id="186" name="Ellipse 185">
                <a:extLst>
                  <a:ext uri="{FF2B5EF4-FFF2-40B4-BE49-F238E27FC236}">
                    <a16:creationId xmlns:a16="http://schemas.microsoft.com/office/drawing/2014/main" id="{C96DB0AF-598E-4526-ACB1-329FFAAA7F5D}"/>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7" name="Graphique 186" descr="Utilisateur avec un remplissage uni">
                <a:extLst>
                  <a:ext uri="{FF2B5EF4-FFF2-40B4-BE49-F238E27FC236}">
                    <a16:creationId xmlns:a16="http://schemas.microsoft.com/office/drawing/2014/main" id="{BABE7B42-D177-4D15-8FED-ACA9794AC59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8" name="Groupe 187">
              <a:extLst>
                <a:ext uri="{FF2B5EF4-FFF2-40B4-BE49-F238E27FC236}">
                  <a16:creationId xmlns:a16="http://schemas.microsoft.com/office/drawing/2014/main" id="{3E84402A-9C48-4186-A3BA-3045114FBDEB}"/>
                </a:ext>
              </a:extLst>
            </p:cNvPr>
            <p:cNvGrpSpPr/>
            <p:nvPr/>
          </p:nvGrpSpPr>
          <p:grpSpPr>
            <a:xfrm>
              <a:off x="5901287" y="2998022"/>
              <a:ext cx="667207" cy="667207"/>
              <a:chOff x="9249702" y="4886325"/>
              <a:chExt cx="485775" cy="485775"/>
            </a:xfrm>
          </p:grpSpPr>
          <p:sp>
            <p:nvSpPr>
              <p:cNvPr id="189" name="Ellipse 188">
                <a:extLst>
                  <a:ext uri="{FF2B5EF4-FFF2-40B4-BE49-F238E27FC236}">
                    <a16:creationId xmlns:a16="http://schemas.microsoft.com/office/drawing/2014/main" id="{FF527DA7-3800-4AEE-9DA6-0558CF414632}"/>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Graphique 189" descr="Utilisateur avec un remplissage uni">
                <a:extLst>
                  <a:ext uri="{FF2B5EF4-FFF2-40B4-BE49-F238E27FC236}">
                    <a16:creationId xmlns:a16="http://schemas.microsoft.com/office/drawing/2014/main" id="{5AA90ABE-C76D-4EF4-9819-2627FA07493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1" name="Groupe 190">
              <a:extLst>
                <a:ext uri="{FF2B5EF4-FFF2-40B4-BE49-F238E27FC236}">
                  <a16:creationId xmlns:a16="http://schemas.microsoft.com/office/drawing/2014/main" id="{2A9F03DE-4C24-4857-99CE-DA59F34C4F5A}"/>
                </a:ext>
              </a:extLst>
            </p:cNvPr>
            <p:cNvGrpSpPr/>
            <p:nvPr/>
          </p:nvGrpSpPr>
          <p:grpSpPr>
            <a:xfrm>
              <a:off x="5209944" y="2900681"/>
              <a:ext cx="667207" cy="667207"/>
              <a:chOff x="9249702" y="4886325"/>
              <a:chExt cx="485775" cy="485775"/>
            </a:xfrm>
          </p:grpSpPr>
          <p:sp>
            <p:nvSpPr>
              <p:cNvPr id="192" name="Ellipse 191">
                <a:extLst>
                  <a:ext uri="{FF2B5EF4-FFF2-40B4-BE49-F238E27FC236}">
                    <a16:creationId xmlns:a16="http://schemas.microsoft.com/office/drawing/2014/main" id="{B8D7303F-D6B0-4480-9940-2756C3F0267E}"/>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3" name="Graphique 192" descr="Utilisateur avec un remplissage uni">
                <a:extLst>
                  <a:ext uri="{FF2B5EF4-FFF2-40B4-BE49-F238E27FC236}">
                    <a16:creationId xmlns:a16="http://schemas.microsoft.com/office/drawing/2014/main" id="{4CE82F98-45FE-4DD2-84B4-47BD2CD1EF2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4" name="Groupe 193">
              <a:extLst>
                <a:ext uri="{FF2B5EF4-FFF2-40B4-BE49-F238E27FC236}">
                  <a16:creationId xmlns:a16="http://schemas.microsoft.com/office/drawing/2014/main" id="{B274B11A-F440-4EE9-BAA7-87BFAB81CF5D}"/>
                </a:ext>
              </a:extLst>
            </p:cNvPr>
            <p:cNvGrpSpPr/>
            <p:nvPr/>
          </p:nvGrpSpPr>
          <p:grpSpPr>
            <a:xfrm>
              <a:off x="5830855" y="2262814"/>
              <a:ext cx="667207" cy="667207"/>
              <a:chOff x="9249702" y="4886325"/>
              <a:chExt cx="485775" cy="485775"/>
            </a:xfrm>
          </p:grpSpPr>
          <p:sp>
            <p:nvSpPr>
              <p:cNvPr id="195" name="Ellipse 194">
                <a:extLst>
                  <a:ext uri="{FF2B5EF4-FFF2-40B4-BE49-F238E27FC236}">
                    <a16:creationId xmlns:a16="http://schemas.microsoft.com/office/drawing/2014/main" id="{B1B6844A-3327-495C-8D13-FFC2A94DCD63}"/>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6" name="Graphique 195" descr="Utilisateur avec un remplissage uni">
                <a:extLst>
                  <a:ext uri="{FF2B5EF4-FFF2-40B4-BE49-F238E27FC236}">
                    <a16:creationId xmlns:a16="http://schemas.microsoft.com/office/drawing/2014/main" id="{204BF328-2E1B-404B-AE56-E9719AA8335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7" name="Groupe 196">
              <a:extLst>
                <a:ext uri="{FF2B5EF4-FFF2-40B4-BE49-F238E27FC236}">
                  <a16:creationId xmlns:a16="http://schemas.microsoft.com/office/drawing/2014/main" id="{4A07C706-5F96-4219-948A-C3233164D7FD}"/>
                </a:ext>
              </a:extLst>
            </p:cNvPr>
            <p:cNvGrpSpPr/>
            <p:nvPr/>
          </p:nvGrpSpPr>
          <p:grpSpPr>
            <a:xfrm>
              <a:off x="5116690" y="2007767"/>
              <a:ext cx="667207" cy="667207"/>
              <a:chOff x="9249702" y="4886325"/>
              <a:chExt cx="485775" cy="485775"/>
            </a:xfrm>
          </p:grpSpPr>
          <p:sp>
            <p:nvSpPr>
              <p:cNvPr id="198" name="Ellipse 197">
                <a:extLst>
                  <a:ext uri="{FF2B5EF4-FFF2-40B4-BE49-F238E27FC236}">
                    <a16:creationId xmlns:a16="http://schemas.microsoft.com/office/drawing/2014/main" id="{094CE58E-3F9D-4FAC-98AC-203A0244AA82}"/>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9" name="Graphique 198" descr="Utilisateur avec un remplissage uni">
                <a:extLst>
                  <a:ext uri="{FF2B5EF4-FFF2-40B4-BE49-F238E27FC236}">
                    <a16:creationId xmlns:a16="http://schemas.microsoft.com/office/drawing/2014/main" id="{30A0CC95-1345-4EB4-BA4D-10AACFA9B71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0" name="Groupe 199">
              <a:extLst>
                <a:ext uri="{FF2B5EF4-FFF2-40B4-BE49-F238E27FC236}">
                  <a16:creationId xmlns:a16="http://schemas.microsoft.com/office/drawing/2014/main" id="{3984854D-10D4-4032-9FF4-3044A811D38F}"/>
                </a:ext>
              </a:extLst>
            </p:cNvPr>
            <p:cNvGrpSpPr/>
            <p:nvPr/>
          </p:nvGrpSpPr>
          <p:grpSpPr>
            <a:xfrm>
              <a:off x="10826377" y="3078730"/>
              <a:ext cx="1045649" cy="1045649"/>
              <a:chOff x="9249702" y="4886325"/>
              <a:chExt cx="485775" cy="485775"/>
            </a:xfrm>
          </p:grpSpPr>
          <p:sp>
            <p:nvSpPr>
              <p:cNvPr id="201" name="Ellipse 200">
                <a:extLst>
                  <a:ext uri="{FF2B5EF4-FFF2-40B4-BE49-F238E27FC236}">
                    <a16:creationId xmlns:a16="http://schemas.microsoft.com/office/drawing/2014/main" id="{2B46C4E1-74E0-429C-8CCA-11B338AB439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2" name="Graphique 201" descr="Utilisateur avec un remplissage uni">
                <a:extLst>
                  <a:ext uri="{FF2B5EF4-FFF2-40B4-BE49-F238E27FC236}">
                    <a16:creationId xmlns:a16="http://schemas.microsoft.com/office/drawing/2014/main" id="{2024F4AB-D4BE-46EC-9E6F-7DBD833EFAA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3" name="Groupe 202">
              <a:extLst>
                <a:ext uri="{FF2B5EF4-FFF2-40B4-BE49-F238E27FC236}">
                  <a16:creationId xmlns:a16="http://schemas.microsoft.com/office/drawing/2014/main" id="{5283AF33-9756-4125-A04A-9180F36FE5D3}"/>
                </a:ext>
              </a:extLst>
            </p:cNvPr>
            <p:cNvGrpSpPr/>
            <p:nvPr/>
          </p:nvGrpSpPr>
          <p:grpSpPr>
            <a:xfrm>
              <a:off x="9771362" y="3256767"/>
              <a:ext cx="1045649" cy="1045649"/>
              <a:chOff x="9249702" y="4886325"/>
              <a:chExt cx="485775" cy="485775"/>
            </a:xfrm>
          </p:grpSpPr>
          <p:sp>
            <p:nvSpPr>
              <p:cNvPr id="204" name="Ellipse 203">
                <a:extLst>
                  <a:ext uri="{FF2B5EF4-FFF2-40B4-BE49-F238E27FC236}">
                    <a16:creationId xmlns:a16="http://schemas.microsoft.com/office/drawing/2014/main" id="{FA0E0D61-6FF5-4E9E-B2A8-3346014A2480}"/>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 name="Graphique 204" descr="Utilisateur avec un remplissage uni">
                <a:extLst>
                  <a:ext uri="{FF2B5EF4-FFF2-40B4-BE49-F238E27FC236}">
                    <a16:creationId xmlns:a16="http://schemas.microsoft.com/office/drawing/2014/main" id="{16FC07B5-0A14-4D5C-9840-8D6A3E5725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6" name="Groupe 205">
              <a:extLst>
                <a:ext uri="{FF2B5EF4-FFF2-40B4-BE49-F238E27FC236}">
                  <a16:creationId xmlns:a16="http://schemas.microsoft.com/office/drawing/2014/main" id="{F35DDBFD-9989-4DD9-BB7F-6AB4815721C8}"/>
                </a:ext>
              </a:extLst>
            </p:cNvPr>
            <p:cNvGrpSpPr/>
            <p:nvPr/>
          </p:nvGrpSpPr>
          <p:grpSpPr>
            <a:xfrm>
              <a:off x="8170413" y="2921715"/>
              <a:ext cx="642146" cy="2405327"/>
              <a:chOff x="4849072" y="2280250"/>
              <a:chExt cx="914400" cy="3425125"/>
            </a:xfrm>
          </p:grpSpPr>
          <p:pic>
            <p:nvPicPr>
              <p:cNvPr id="207" name="Graphique 206" descr="Mur de briques avec un remplissage uni">
                <a:extLst>
                  <a:ext uri="{FF2B5EF4-FFF2-40B4-BE49-F238E27FC236}">
                    <a16:creationId xmlns:a16="http://schemas.microsoft.com/office/drawing/2014/main" id="{E7732250-F807-41E0-8298-9530C942CEE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208" name="Graphique 207" descr="Mur de briques avec un remplissage uni">
                <a:extLst>
                  <a:ext uri="{FF2B5EF4-FFF2-40B4-BE49-F238E27FC236}">
                    <a16:creationId xmlns:a16="http://schemas.microsoft.com/office/drawing/2014/main" id="{2C7C35BA-32D1-442C-AEC5-BC25604F607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209" name="Graphique 208" descr="Mur de briques avec un remplissage uni">
                <a:extLst>
                  <a:ext uri="{FF2B5EF4-FFF2-40B4-BE49-F238E27FC236}">
                    <a16:creationId xmlns:a16="http://schemas.microsoft.com/office/drawing/2014/main" id="{30D4ADF8-8BE3-459C-863A-3571C085F35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210" name="Graphique 209" descr="Mur de briques avec un remplissage uni">
                <a:extLst>
                  <a:ext uri="{FF2B5EF4-FFF2-40B4-BE49-F238E27FC236}">
                    <a16:creationId xmlns:a16="http://schemas.microsoft.com/office/drawing/2014/main" id="{212501E2-9D3A-4F9F-879F-77EBD27CFEE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211" name="Graphique 210" descr="Mur de briques avec un remplissage uni">
                <a:extLst>
                  <a:ext uri="{FF2B5EF4-FFF2-40B4-BE49-F238E27FC236}">
                    <a16:creationId xmlns:a16="http://schemas.microsoft.com/office/drawing/2014/main" id="{5B1AC9B6-3FC6-405D-A995-9FF64015845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212" name="Graphique 211" descr="Mur de briques avec un remplissage uni">
                <a:extLst>
                  <a:ext uri="{FF2B5EF4-FFF2-40B4-BE49-F238E27FC236}">
                    <a16:creationId xmlns:a16="http://schemas.microsoft.com/office/drawing/2014/main" id="{58D86B92-44BB-4976-A6B7-22E43218CC0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grpSp>
      <p:graphicFrame>
        <p:nvGraphicFramePr>
          <p:cNvPr id="214" name="Tableau 5">
            <a:extLst>
              <a:ext uri="{FF2B5EF4-FFF2-40B4-BE49-F238E27FC236}">
                <a16:creationId xmlns:a16="http://schemas.microsoft.com/office/drawing/2014/main" id="{544A8329-65D2-416E-AF0D-148A34597BC1}"/>
              </a:ext>
            </a:extLst>
          </p:cNvPr>
          <p:cNvGraphicFramePr>
            <a:graphicFrameLocks noGrp="1"/>
          </p:cNvGraphicFramePr>
          <p:nvPr/>
        </p:nvGraphicFramePr>
        <p:xfrm>
          <a:off x="2174555" y="4749298"/>
          <a:ext cx="3002006" cy="363718"/>
        </p:xfrm>
        <a:graphic>
          <a:graphicData uri="http://schemas.openxmlformats.org/drawingml/2006/table">
            <a:tbl>
              <a:tblPr firstRow="1" bandRow="1">
                <a:tableStyleId>{5C22544A-7EE6-4342-B048-85BDC9FD1C3A}</a:tableStyleId>
              </a:tblPr>
              <a:tblGrid>
                <a:gridCol w="428858">
                  <a:extLst>
                    <a:ext uri="{9D8B030D-6E8A-4147-A177-3AD203B41FA5}">
                      <a16:colId xmlns:a16="http://schemas.microsoft.com/office/drawing/2014/main" val="1258243979"/>
                    </a:ext>
                  </a:extLst>
                </a:gridCol>
                <a:gridCol w="428858">
                  <a:extLst>
                    <a:ext uri="{9D8B030D-6E8A-4147-A177-3AD203B41FA5}">
                      <a16:colId xmlns:a16="http://schemas.microsoft.com/office/drawing/2014/main" val="1079462814"/>
                    </a:ext>
                  </a:extLst>
                </a:gridCol>
                <a:gridCol w="428858">
                  <a:extLst>
                    <a:ext uri="{9D8B030D-6E8A-4147-A177-3AD203B41FA5}">
                      <a16:colId xmlns:a16="http://schemas.microsoft.com/office/drawing/2014/main" val="3397691572"/>
                    </a:ext>
                  </a:extLst>
                </a:gridCol>
                <a:gridCol w="428858">
                  <a:extLst>
                    <a:ext uri="{9D8B030D-6E8A-4147-A177-3AD203B41FA5}">
                      <a16:colId xmlns:a16="http://schemas.microsoft.com/office/drawing/2014/main" val="3075883050"/>
                    </a:ext>
                  </a:extLst>
                </a:gridCol>
                <a:gridCol w="428858">
                  <a:extLst>
                    <a:ext uri="{9D8B030D-6E8A-4147-A177-3AD203B41FA5}">
                      <a16:colId xmlns:a16="http://schemas.microsoft.com/office/drawing/2014/main" val="1259412674"/>
                    </a:ext>
                  </a:extLst>
                </a:gridCol>
                <a:gridCol w="428858">
                  <a:extLst>
                    <a:ext uri="{9D8B030D-6E8A-4147-A177-3AD203B41FA5}">
                      <a16:colId xmlns:a16="http://schemas.microsoft.com/office/drawing/2014/main" val="3392695109"/>
                    </a:ext>
                  </a:extLst>
                </a:gridCol>
                <a:gridCol w="428858">
                  <a:extLst>
                    <a:ext uri="{9D8B030D-6E8A-4147-A177-3AD203B41FA5}">
                      <a16:colId xmlns:a16="http://schemas.microsoft.com/office/drawing/2014/main" val="2848032752"/>
                    </a:ext>
                  </a:extLst>
                </a:gridCol>
              </a:tblGrid>
              <a:tr h="320862">
                <a:tc>
                  <a:txBody>
                    <a:bodyPr/>
                    <a:lstStyle/>
                    <a:p>
                      <a:pPr algn="ctr"/>
                      <a:r>
                        <a:rPr lang="en-US" sz="400" dirty="0">
                          <a:solidFill>
                            <a:schemeClr val="tx1"/>
                          </a:solidFill>
                        </a:rPr>
                        <a:t>“You got my attention”</a:t>
                      </a:r>
                    </a:p>
                  </a:txBody>
                  <a:tcPr marL="58918" marR="58918" marT="29459" marB="29459">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experience something”</a:t>
                      </a:r>
                    </a:p>
                  </a:txBody>
                  <a:tcPr marL="58918" marR="58918" marT="29459" marB="29459">
                    <a:solidFill>
                      <a:schemeClr val="bg1">
                        <a:lumMod val="95000"/>
                      </a:schemeClr>
                    </a:solidFill>
                  </a:tcPr>
                </a:tc>
                <a:tc>
                  <a:txBody>
                    <a:bodyPr/>
                    <a:lstStyle/>
                    <a:p>
                      <a:pPr algn="ctr"/>
                      <a:r>
                        <a:rPr lang="en-US" sz="400" dirty="0">
                          <a:solidFill>
                            <a:schemeClr val="tx1"/>
                          </a:solidFill>
                        </a:rPr>
                        <a:t>“I want reasons to come again”</a:t>
                      </a:r>
                    </a:p>
                  </a:txBody>
                  <a:tcPr marL="58918" marR="58918" marT="29459" marB="29459">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feel involved”</a:t>
                      </a:r>
                    </a:p>
                  </a:txBody>
                  <a:tcPr marL="58918" marR="58918" marT="29459" marB="29459">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lead something”</a:t>
                      </a:r>
                    </a:p>
                  </a:txBody>
                  <a:tcPr marL="58918" marR="58918" marT="29459" marB="29459">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“I want to add my own touch”</a:t>
                      </a:r>
                    </a:p>
                  </a:txBody>
                  <a:tcPr marL="58918" marR="58918" marT="29459" marB="29459">
                    <a:solidFill>
                      <a:schemeClr val="accent1">
                        <a:lumMod val="75000"/>
                      </a:schemeClr>
                    </a:solidFill>
                  </a:tcPr>
                </a:tc>
                <a:tc>
                  <a:txBody>
                    <a:bodyPr/>
                    <a:lstStyle/>
                    <a:p>
                      <a:pPr algn="ctr"/>
                      <a:r>
                        <a:rPr lang="en-US" sz="400" dirty="0">
                          <a:solidFill>
                            <a:schemeClr val="bg1"/>
                          </a:solidFill>
                        </a:rPr>
                        <a:t>“I want to gather people around this topic”</a:t>
                      </a:r>
                    </a:p>
                  </a:txBody>
                  <a:tcPr marL="58918" marR="58918" marT="29459" marB="29459">
                    <a:solidFill>
                      <a:schemeClr val="accent1">
                        <a:lumMod val="50000"/>
                      </a:schemeClr>
                    </a:solidFill>
                  </a:tcPr>
                </a:tc>
                <a:extLst>
                  <a:ext uri="{0D108BD9-81ED-4DB2-BD59-A6C34878D82A}">
                    <a16:rowId xmlns:a16="http://schemas.microsoft.com/office/drawing/2014/main" val="3032128388"/>
                  </a:ext>
                </a:extLst>
              </a:tr>
            </a:tbl>
          </a:graphicData>
        </a:graphic>
      </p:graphicFrame>
      <p:graphicFrame>
        <p:nvGraphicFramePr>
          <p:cNvPr id="215" name="Tableau 5">
            <a:extLst>
              <a:ext uri="{FF2B5EF4-FFF2-40B4-BE49-F238E27FC236}">
                <a16:creationId xmlns:a16="http://schemas.microsoft.com/office/drawing/2014/main" id="{C00E33FE-A9E0-4A64-9AAC-BFD0B1F0FE95}"/>
              </a:ext>
            </a:extLst>
          </p:cNvPr>
          <p:cNvGraphicFramePr>
            <a:graphicFrameLocks noGrp="1"/>
          </p:cNvGraphicFramePr>
          <p:nvPr/>
        </p:nvGraphicFramePr>
        <p:xfrm>
          <a:off x="2174113" y="3445189"/>
          <a:ext cx="3002006" cy="363718"/>
        </p:xfrm>
        <a:graphic>
          <a:graphicData uri="http://schemas.openxmlformats.org/drawingml/2006/table">
            <a:tbl>
              <a:tblPr firstRow="1" bandRow="1">
                <a:tableStyleId>{5C22544A-7EE6-4342-B048-85BDC9FD1C3A}</a:tableStyleId>
              </a:tblPr>
              <a:tblGrid>
                <a:gridCol w="428858">
                  <a:extLst>
                    <a:ext uri="{9D8B030D-6E8A-4147-A177-3AD203B41FA5}">
                      <a16:colId xmlns:a16="http://schemas.microsoft.com/office/drawing/2014/main" val="1258243979"/>
                    </a:ext>
                  </a:extLst>
                </a:gridCol>
                <a:gridCol w="428858">
                  <a:extLst>
                    <a:ext uri="{9D8B030D-6E8A-4147-A177-3AD203B41FA5}">
                      <a16:colId xmlns:a16="http://schemas.microsoft.com/office/drawing/2014/main" val="1079462814"/>
                    </a:ext>
                  </a:extLst>
                </a:gridCol>
                <a:gridCol w="428858">
                  <a:extLst>
                    <a:ext uri="{9D8B030D-6E8A-4147-A177-3AD203B41FA5}">
                      <a16:colId xmlns:a16="http://schemas.microsoft.com/office/drawing/2014/main" val="3397691572"/>
                    </a:ext>
                  </a:extLst>
                </a:gridCol>
                <a:gridCol w="428858">
                  <a:extLst>
                    <a:ext uri="{9D8B030D-6E8A-4147-A177-3AD203B41FA5}">
                      <a16:colId xmlns:a16="http://schemas.microsoft.com/office/drawing/2014/main" val="3075883050"/>
                    </a:ext>
                  </a:extLst>
                </a:gridCol>
                <a:gridCol w="428858">
                  <a:extLst>
                    <a:ext uri="{9D8B030D-6E8A-4147-A177-3AD203B41FA5}">
                      <a16:colId xmlns:a16="http://schemas.microsoft.com/office/drawing/2014/main" val="1259412674"/>
                    </a:ext>
                  </a:extLst>
                </a:gridCol>
                <a:gridCol w="428858">
                  <a:extLst>
                    <a:ext uri="{9D8B030D-6E8A-4147-A177-3AD203B41FA5}">
                      <a16:colId xmlns:a16="http://schemas.microsoft.com/office/drawing/2014/main" val="3392695109"/>
                    </a:ext>
                  </a:extLst>
                </a:gridCol>
                <a:gridCol w="428858">
                  <a:extLst>
                    <a:ext uri="{9D8B030D-6E8A-4147-A177-3AD203B41FA5}">
                      <a16:colId xmlns:a16="http://schemas.microsoft.com/office/drawing/2014/main" val="2848032752"/>
                    </a:ext>
                  </a:extLst>
                </a:gridCol>
              </a:tblGrid>
              <a:tr h="320862">
                <a:tc>
                  <a:txBody>
                    <a:bodyPr/>
                    <a:lstStyle/>
                    <a:p>
                      <a:pPr algn="ctr"/>
                      <a:r>
                        <a:rPr lang="en-US" sz="400" dirty="0">
                          <a:solidFill>
                            <a:schemeClr val="tx1"/>
                          </a:solidFill>
                        </a:rPr>
                        <a:t>“You got my attention”</a:t>
                      </a:r>
                    </a:p>
                  </a:txBody>
                  <a:tcPr marL="58918" marR="58918" marT="29459" marB="29459">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experience something”</a:t>
                      </a:r>
                    </a:p>
                  </a:txBody>
                  <a:tcPr marL="58918" marR="58918" marT="29459" marB="29459">
                    <a:solidFill>
                      <a:schemeClr val="bg1">
                        <a:lumMod val="95000"/>
                      </a:schemeClr>
                    </a:solidFill>
                  </a:tcPr>
                </a:tc>
                <a:tc>
                  <a:txBody>
                    <a:bodyPr/>
                    <a:lstStyle/>
                    <a:p>
                      <a:pPr algn="ctr"/>
                      <a:r>
                        <a:rPr lang="en-US" sz="400" dirty="0">
                          <a:solidFill>
                            <a:schemeClr val="tx1"/>
                          </a:solidFill>
                        </a:rPr>
                        <a:t>“I want reasons to come again”</a:t>
                      </a:r>
                    </a:p>
                  </a:txBody>
                  <a:tcPr marL="58918" marR="58918" marT="29459" marB="29459">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feel involved”</a:t>
                      </a:r>
                    </a:p>
                  </a:txBody>
                  <a:tcPr marL="58918" marR="58918" marT="29459" marB="29459">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lead something”</a:t>
                      </a:r>
                    </a:p>
                  </a:txBody>
                  <a:tcPr marL="58918" marR="58918" marT="29459" marB="29459">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“I want to add my own touch”</a:t>
                      </a:r>
                    </a:p>
                  </a:txBody>
                  <a:tcPr marL="58918" marR="58918" marT="29459" marB="29459">
                    <a:solidFill>
                      <a:schemeClr val="accent1">
                        <a:lumMod val="75000"/>
                      </a:schemeClr>
                    </a:solidFill>
                  </a:tcPr>
                </a:tc>
                <a:tc>
                  <a:txBody>
                    <a:bodyPr/>
                    <a:lstStyle/>
                    <a:p>
                      <a:pPr algn="ctr"/>
                      <a:r>
                        <a:rPr lang="en-US" sz="400" dirty="0">
                          <a:solidFill>
                            <a:schemeClr val="bg1"/>
                          </a:solidFill>
                        </a:rPr>
                        <a:t>“I want to gather people around this topic”</a:t>
                      </a:r>
                    </a:p>
                  </a:txBody>
                  <a:tcPr marL="58918" marR="58918" marT="29459" marB="29459">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216" name="Groupe 215">
            <a:extLst>
              <a:ext uri="{FF2B5EF4-FFF2-40B4-BE49-F238E27FC236}">
                <a16:creationId xmlns:a16="http://schemas.microsoft.com/office/drawing/2014/main" id="{2ED6D071-7287-4E89-A4A8-CDFE3785003A}"/>
              </a:ext>
            </a:extLst>
          </p:cNvPr>
          <p:cNvGrpSpPr/>
          <p:nvPr/>
        </p:nvGrpSpPr>
        <p:grpSpPr>
          <a:xfrm>
            <a:off x="3868926" y="2917615"/>
            <a:ext cx="886084" cy="551291"/>
            <a:chOff x="6627639" y="2896584"/>
            <a:chExt cx="3866054" cy="2405327"/>
          </a:xfrm>
        </p:grpSpPr>
        <p:grpSp>
          <p:nvGrpSpPr>
            <p:cNvPr id="217" name="Groupe 216">
              <a:extLst>
                <a:ext uri="{FF2B5EF4-FFF2-40B4-BE49-F238E27FC236}">
                  <a16:creationId xmlns:a16="http://schemas.microsoft.com/office/drawing/2014/main" id="{EC1FDAC5-5BEB-4C44-ACDF-7E88E4BDC425}"/>
                </a:ext>
              </a:extLst>
            </p:cNvPr>
            <p:cNvGrpSpPr/>
            <p:nvPr/>
          </p:nvGrpSpPr>
          <p:grpSpPr>
            <a:xfrm>
              <a:off x="9222344" y="4103148"/>
              <a:ext cx="667207" cy="667207"/>
              <a:chOff x="9249702" y="4886325"/>
              <a:chExt cx="485775" cy="485775"/>
            </a:xfrm>
          </p:grpSpPr>
          <p:sp>
            <p:nvSpPr>
              <p:cNvPr id="247" name="Ellipse 246">
                <a:extLst>
                  <a:ext uri="{FF2B5EF4-FFF2-40B4-BE49-F238E27FC236}">
                    <a16:creationId xmlns:a16="http://schemas.microsoft.com/office/drawing/2014/main" id="{501EE4D6-0B65-4D94-9601-3D8BB8B88086}"/>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8" name="Graphique 247" descr="Utilisateur avec un remplissage uni">
                <a:extLst>
                  <a:ext uri="{FF2B5EF4-FFF2-40B4-BE49-F238E27FC236}">
                    <a16:creationId xmlns:a16="http://schemas.microsoft.com/office/drawing/2014/main" id="{B71D9CFB-A395-41FD-B151-C4F763C763B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18" name="Groupe 217">
              <a:extLst>
                <a:ext uri="{FF2B5EF4-FFF2-40B4-BE49-F238E27FC236}">
                  <a16:creationId xmlns:a16="http://schemas.microsoft.com/office/drawing/2014/main" id="{936078B8-574E-453E-9FC8-8A02EAF41135}"/>
                </a:ext>
              </a:extLst>
            </p:cNvPr>
            <p:cNvGrpSpPr/>
            <p:nvPr/>
          </p:nvGrpSpPr>
          <p:grpSpPr>
            <a:xfrm>
              <a:off x="6627639" y="2896584"/>
              <a:ext cx="642146" cy="2405327"/>
              <a:chOff x="4849072" y="2280250"/>
              <a:chExt cx="914400" cy="3425125"/>
            </a:xfrm>
          </p:grpSpPr>
          <p:pic>
            <p:nvPicPr>
              <p:cNvPr id="241" name="Graphique 240" descr="Mur de briques avec un remplissage uni">
                <a:extLst>
                  <a:ext uri="{FF2B5EF4-FFF2-40B4-BE49-F238E27FC236}">
                    <a16:creationId xmlns:a16="http://schemas.microsoft.com/office/drawing/2014/main" id="{E0E725C3-2927-4383-811D-A4CDBB689D4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242" name="Graphique 241" descr="Mur de briques avec un remplissage uni">
                <a:extLst>
                  <a:ext uri="{FF2B5EF4-FFF2-40B4-BE49-F238E27FC236}">
                    <a16:creationId xmlns:a16="http://schemas.microsoft.com/office/drawing/2014/main" id="{3ADBE3CF-945C-40E3-BF6B-6EF2CA02658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243" name="Graphique 242" descr="Mur de briques avec un remplissage uni">
                <a:extLst>
                  <a:ext uri="{FF2B5EF4-FFF2-40B4-BE49-F238E27FC236}">
                    <a16:creationId xmlns:a16="http://schemas.microsoft.com/office/drawing/2014/main" id="{BC3AD04B-221E-4A20-AFE8-721BB8A76B0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244" name="Graphique 243" descr="Mur de briques avec un remplissage uni">
                <a:extLst>
                  <a:ext uri="{FF2B5EF4-FFF2-40B4-BE49-F238E27FC236}">
                    <a16:creationId xmlns:a16="http://schemas.microsoft.com/office/drawing/2014/main" id="{C76E4680-B43B-44CE-9CC7-9EE150E3618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245" name="Graphique 244" descr="Mur de briques avec un remplissage uni">
                <a:extLst>
                  <a:ext uri="{FF2B5EF4-FFF2-40B4-BE49-F238E27FC236}">
                    <a16:creationId xmlns:a16="http://schemas.microsoft.com/office/drawing/2014/main" id="{F8D4BF87-71A8-4F6E-906A-ACCB91EF32A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246" name="Graphique 245" descr="Mur de briques avec un remplissage uni">
                <a:extLst>
                  <a:ext uri="{FF2B5EF4-FFF2-40B4-BE49-F238E27FC236}">
                    <a16:creationId xmlns:a16="http://schemas.microsoft.com/office/drawing/2014/main" id="{EFCD4D9D-1A0A-46AC-8F0F-7C38985C8A24}"/>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grpSp>
          <p:nvGrpSpPr>
            <p:cNvPr id="219" name="Groupe 218">
              <a:extLst>
                <a:ext uri="{FF2B5EF4-FFF2-40B4-BE49-F238E27FC236}">
                  <a16:creationId xmlns:a16="http://schemas.microsoft.com/office/drawing/2014/main" id="{9FA6C1B7-E8B9-4E5E-8157-7A334EF68E2F}"/>
                </a:ext>
              </a:extLst>
            </p:cNvPr>
            <p:cNvGrpSpPr/>
            <p:nvPr/>
          </p:nvGrpSpPr>
          <p:grpSpPr>
            <a:xfrm>
              <a:off x="7228154" y="4404607"/>
              <a:ext cx="667207" cy="667207"/>
              <a:chOff x="9249702" y="4886325"/>
              <a:chExt cx="485775" cy="485775"/>
            </a:xfrm>
          </p:grpSpPr>
          <p:sp>
            <p:nvSpPr>
              <p:cNvPr id="239" name="Ellipse 238">
                <a:extLst>
                  <a:ext uri="{FF2B5EF4-FFF2-40B4-BE49-F238E27FC236}">
                    <a16:creationId xmlns:a16="http://schemas.microsoft.com/office/drawing/2014/main" id="{69EA2108-19B1-406A-A747-734930C23783}"/>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0" name="Graphique 239" descr="Utilisateur avec un remplissage uni">
                <a:extLst>
                  <a:ext uri="{FF2B5EF4-FFF2-40B4-BE49-F238E27FC236}">
                    <a16:creationId xmlns:a16="http://schemas.microsoft.com/office/drawing/2014/main" id="{4605E49D-6B9F-4DA9-9FDF-89F490AE99F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20" name="Groupe 219">
              <a:extLst>
                <a:ext uri="{FF2B5EF4-FFF2-40B4-BE49-F238E27FC236}">
                  <a16:creationId xmlns:a16="http://schemas.microsoft.com/office/drawing/2014/main" id="{CCEC68A0-3B13-4B23-B19D-2D324FAE62B5}"/>
                </a:ext>
              </a:extLst>
            </p:cNvPr>
            <p:cNvGrpSpPr/>
            <p:nvPr/>
          </p:nvGrpSpPr>
          <p:grpSpPr>
            <a:xfrm>
              <a:off x="9851547" y="2896584"/>
              <a:ext cx="642146" cy="2405327"/>
              <a:chOff x="4849072" y="2280250"/>
              <a:chExt cx="914400" cy="3425125"/>
            </a:xfrm>
          </p:grpSpPr>
          <p:pic>
            <p:nvPicPr>
              <p:cNvPr id="233" name="Graphique 232" descr="Mur de briques avec un remplissage uni">
                <a:extLst>
                  <a:ext uri="{FF2B5EF4-FFF2-40B4-BE49-F238E27FC236}">
                    <a16:creationId xmlns:a16="http://schemas.microsoft.com/office/drawing/2014/main" id="{B1032C4D-89B1-42A2-A61B-BE2682C334D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234" name="Graphique 233" descr="Mur de briques avec un remplissage uni">
                <a:extLst>
                  <a:ext uri="{FF2B5EF4-FFF2-40B4-BE49-F238E27FC236}">
                    <a16:creationId xmlns:a16="http://schemas.microsoft.com/office/drawing/2014/main" id="{D8AF06C8-FD52-4CB5-9C96-2386FC048BA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235" name="Graphique 234" descr="Mur de briques avec un remplissage uni">
                <a:extLst>
                  <a:ext uri="{FF2B5EF4-FFF2-40B4-BE49-F238E27FC236}">
                    <a16:creationId xmlns:a16="http://schemas.microsoft.com/office/drawing/2014/main" id="{987F5B68-02E0-474F-B368-24A345155D1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236" name="Graphique 235" descr="Mur de briques avec un remplissage uni">
                <a:extLst>
                  <a:ext uri="{FF2B5EF4-FFF2-40B4-BE49-F238E27FC236}">
                    <a16:creationId xmlns:a16="http://schemas.microsoft.com/office/drawing/2014/main" id="{0383385A-72E8-425E-9A6D-DF68D6A1914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237" name="Graphique 236" descr="Mur de briques avec un remplissage uni">
                <a:extLst>
                  <a:ext uri="{FF2B5EF4-FFF2-40B4-BE49-F238E27FC236}">
                    <a16:creationId xmlns:a16="http://schemas.microsoft.com/office/drawing/2014/main" id="{6C4E334C-6F2B-481D-A09B-F444945E5DC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238" name="Graphique 237" descr="Mur de briques avec un remplissage uni">
                <a:extLst>
                  <a:ext uri="{FF2B5EF4-FFF2-40B4-BE49-F238E27FC236}">
                    <a16:creationId xmlns:a16="http://schemas.microsoft.com/office/drawing/2014/main" id="{4B30AC9D-DDC9-4069-9DAF-614E05F5CAC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grpSp>
          <p:nvGrpSpPr>
            <p:cNvPr id="221" name="Groupe 220">
              <a:extLst>
                <a:ext uri="{FF2B5EF4-FFF2-40B4-BE49-F238E27FC236}">
                  <a16:creationId xmlns:a16="http://schemas.microsoft.com/office/drawing/2014/main" id="{C1E6150C-ED3E-4292-B2F6-FEC9D50A6ACA}"/>
                </a:ext>
              </a:extLst>
            </p:cNvPr>
            <p:cNvGrpSpPr/>
            <p:nvPr/>
          </p:nvGrpSpPr>
          <p:grpSpPr>
            <a:xfrm>
              <a:off x="7212628" y="3139729"/>
              <a:ext cx="667207" cy="667207"/>
              <a:chOff x="9249702" y="4886325"/>
              <a:chExt cx="485775" cy="485775"/>
            </a:xfrm>
          </p:grpSpPr>
          <p:sp>
            <p:nvSpPr>
              <p:cNvPr id="231" name="Ellipse 230">
                <a:extLst>
                  <a:ext uri="{FF2B5EF4-FFF2-40B4-BE49-F238E27FC236}">
                    <a16:creationId xmlns:a16="http://schemas.microsoft.com/office/drawing/2014/main" id="{DECA20F0-FF4D-4760-A6D9-4669B7431083}"/>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2" name="Graphique 231" descr="Utilisateur avec un remplissage uni">
                <a:extLst>
                  <a:ext uri="{FF2B5EF4-FFF2-40B4-BE49-F238E27FC236}">
                    <a16:creationId xmlns:a16="http://schemas.microsoft.com/office/drawing/2014/main" id="{2A9DE456-D08F-4F0B-90F1-9C5670D49C2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22" name="Groupe 221">
              <a:extLst>
                <a:ext uri="{FF2B5EF4-FFF2-40B4-BE49-F238E27FC236}">
                  <a16:creationId xmlns:a16="http://schemas.microsoft.com/office/drawing/2014/main" id="{DBC12E83-B792-4E8B-917A-5B12D6664B14}"/>
                </a:ext>
              </a:extLst>
            </p:cNvPr>
            <p:cNvGrpSpPr/>
            <p:nvPr/>
          </p:nvGrpSpPr>
          <p:grpSpPr>
            <a:xfrm>
              <a:off x="9157092" y="3329359"/>
              <a:ext cx="667207" cy="667207"/>
              <a:chOff x="9249702" y="4886325"/>
              <a:chExt cx="485775" cy="485775"/>
            </a:xfrm>
          </p:grpSpPr>
          <p:sp>
            <p:nvSpPr>
              <p:cNvPr id="229" name="Ellipse 228">
                <a:extLst>
                  <a:ext uri="{FF2B5EF4-FFF2-40B4-BE49-F238E27FC236}">
                    <a16:creationId xmlns:a16="http://schemas.microsoft.com/office/drawing/2014/main" id="{E5EE8D64-7F9C-4059-AC4F-43B23AF77BB7}"/>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0" name="Graphique 229" descr="Utilisateur avec un remplissage uni">
                <a:extLst>
                  <a:ext uri="{FF2B5EF4-FFF2-40B4-BE49-F238E27FC236}">
                    <a16:creationId xmlns:a16="http://schemas.microsoft.com/office/drawing/2014/main" id="{9384F15D-255A-4091-8270-181A6BB4706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23" name="Groupe 222">
              <a:extLst>
                <a:ext uri="{FF2B5EF4-FFF2-40B4-BE49-F238E27FC236}">
                  <a16:creationId xmlns:a16="http://schemas.microsoft.com/office/drawing/2014/main" id="{52FCA89C-C15A-4720-A0E0-812B323CED11}"/>
                </a:ext>
              </a:extLst>
            </p:cNvPr>
            <p:cNvGrpSpPr/>
            <p:nvPr/>
          </p:nvGrpSpPr>
          <p:grpSpPr>
            <a:xfrm>
              <a:off x="8546880" y="3750606"/>
              <a:ext cx="667207" cy="667207"/>
              <a:chOff x="9249702" y="4886325"/>
              <a:chExt cx="485775" cy="485775"/>
            </a:xfrm>
          </p:grpSpPr>
          <p:sp>
            <p:nvSpPr>
              <p:cNvPr id="227" name="Ellipse 226">
                <a:extLst>
                  <a:ext uri="{FF2B5EF4-FFF2-40B4-BE49-F238E27FC236}">
                    <a16:creationId xmlns:a16="http://schemas.microsoft.com/office/drawing/2014/main" id="{B73D8274-FFDA-476F-9300-37796B628478}"/>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8" name="Graphique 227" descr="Utilisateur avec un remplissage uni">
                <a:extLst>
                  <a:ext uri="{FF2B5EF4-FFF2-40B4-BE49-F238E27FC236}">
                    <a16:creationId xmlns:a16="http://schemas.microsoft.com/office/drawing/2014/main" id="{9FE7637A-1830-468A-8575-18AAB5CC36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24" name="Groupe 223">
              <a:extLst>
                <a:ext uri="{FF2B5EF4-FFF2-40B4-BE49-F238E27FC236}">
                  <a16:creationId xmlns:a16="http://schemas.microsoft.com/office/drawing/2014/main" id="{F3DA34A8-BABA-4AD7-8AD7-32C6DD2CC7DA}"/>
                </a:ext>
              </a:extLst>
            </p:cNvPr>
            <p:cNvGrpSpPr/>
            <p:nvPr/>
          </p:nvGrpSpPr>
          <p:grpSpPr>
            <a:xfrm>
              <a:off x="7594973" y="3733287"/>
              <a:ext cx="667207" cy="667207"/>
              <a:chOff x="9249702" y="4886325"/>
              <a:chExt cx="485775" cy="485775"/>
            </a:xfrm>
          </p:grpSpPr>
          <p:sp>
            <p:nvSpPr>
              <p:cNvPr id="225" name="Ellipse 224">
                <a:extLst>
                  <a:ext uri="{FF2B5EF4-FFF2-40B4-BE49-F238E27FC236}">
                    <a16:creationId xmlns:a16="http://schemas.microsoft.com/office/drawing/2014/main" id="{53285908-F443-4660-A30B-50E1FB7F005C}"/>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6" name="Graphique 225" descr="Utilisateur avec un remplissage uni">
                <a:extLst>
                  <a:ext uri="{FF2B5EF4-FFF2-40B4-BE49-F238E27FC236}">
                    <a16:creationId xmlns:a16="http://schemas.microsoft.com/office/drawing/2014/main" id="{CB70BDAC-7961-485F-8278-68191CEA35C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spTree>
    <p:extLst>
      <p:ext uri="{BB962C8B-B14F-4D97-AF65-F5344CB8AC3E}">
        <p14:creationId xmlns:p14="http://schemas.microsoft.com/office/powerpoint/2010/main" val="2145789263"/>
      </p:ext>
    </p:extLst>
  </p:cSld>
  <p:clrMapOvr>
    <a:masterClrMapping/>
  </p:clrMapOvr>
  <mc:AlternateContent xmlns:mc="http://schemas.openxmlformats.org/markup-compatibility/2006" xmlns:p14="http://schemas.microsoft.com/office/powerpoint/2010/main">
    <mc:Choice Requires="p14">
      <p:transition spd="slow" p14:dur="2000" advTm="25662"/>
    </mc:Choice>
    <mc:Fallback xmlns="">
      <p:transition spd="slow" advTm="25662"/>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D9F0143-3725-4F2D-8C19-7159D2860FCB}"/>
              </a:ext>
            </a:extLst>
          </p:cNvPr>
          <p:cNvSpPr>
            <a:spLocks noGrp="1"/>
          </p:cNvSpPr>
          <p:nvPr>
            <p:ph type="title"/>
          </p:nvPr>
        </p:nvSpPr>
        <p:spPr/>
        <p:txBody>
          <a:bodyPr/>
          <a:lstStyle/>
          <a:p>
            <a:pPr algn="ctr"/>
            <a:r>
              <a:rPr lang="en-US" dirty="0"/>
              <a:t>Example story / Use case</a:t>
            </a:r>
          </a:p>
        </p:txBody>
      </p:sp>
      <p:sp>
        <p:nvSpPr>
          <p:cNvPr id="6" name="Espace réservé du contenu 5">
            <a:extLst>
              <a:ext uri="{FF2B5EF4-FFF2-40B4-BE49-F238E27FC236}">
                <a16:creationId xmlns:a16="http://schemas.microsoft.com/office/drawing/2014/main" id="{B22A1477-67D6-43A3-A1B7-AFC82D4AFD96}"/>
              </a:ext>
            </a:extLst>
          </p:cNvPr>
          <p:cNvSpPr>
            <a:spLocks noGrp="1"/>
          </p:cNvSpPr>
          <p:nvPr>
            <p:ph idx="1"/>
          </p:nvPr>
        </p:nvSpPr>
        <p:spPr/>
        <p:txBody>
          <a:bodyPr/>
          <a:lstStyle/>
          <a:p>
            <a:pPr marL="0" indent="0">
              <a:buNone/>
            </a:pPr>
            <a:r>
              <a:rPr lang="en-US" dirty="0"/>
              <a:t> </a:t>
            </a:r>
          </a:p>
        </p:txBody>
      </p:sp>
      <p:sp>
        <p:nvSpPr>
          <p:cNvPr id="8" name="Bulle narrative : ronde 7">
            <a:extLst>
              <a:ext uri="{FF2B5EF4-FFF2-40B4-BE49-F238E27FC236}">
                <a16:creationId xmlns:a16="http://schemas.microsoft.com/office/drawing/2014/main" id="{DA7C68FC-7B6E-4D71-964B-7614B40F9666}"/>
              </a:ext>
            </a:extLst>
          </p:cNvPr>
          <p:cNvSpPr/>
          <p:nvPr/>
        </p:nvSpPr>
        <p:spPr>
          <a:xfrm>
            <a:off x="2668772" y="2679405"/>
            <a:ext cx="4284921" cy="1594883"/>
          </a:xfrm>
          <a:prstGeom prst="wedgeEllipseCallout">
            <a:avLst>
              <a:gd name="adj1" fmla="val -37408"/>
              <a:gd name="adj2" fmla="val 6250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 not ready to Engage more</a:t>
            </a:r>
          </a:p>
        </p:txBody>
      </p:sp>
      <p:pic>
        <p:nvPicPr>
          <p:cNvPr id="3" name="Graphique 2" descr="Profil mâle avec un remplissage uni">
            <a:extLst>
              <a:ext uri="{FF2B5EF4-FFF2-40B4-BE49-F238E27FC236}">
                <a16:creationId xmlns:a16="http://schemas.microsoft.com/office/drawing/2014/main" id="{4EBBDC1C-BA72-433E-B69C-F7E3F8C28A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19055" y="4642735"/>
            <a:ext cx="1666625" cy="1666625"/>
          </a:xfrm>
          <a:prstGeom prst="rect">
            <a:avLst/>
          </a:prstGeom>
        </p:spPr>
      </p:pic>
    </p:spTree>
    <p:extLst>
      <p:ext uri="{BB962C8B-B14F-4D97-AF65-F5344CB8AC3E}">
        <p14:creationId xmlns:p14="http://schemas.microsoft.com/office/powerpoint/2010/main" val="1832859687"/>
      </p:ext>
    </p:extLst>
  </p:cSld>
  <p:clrMapOvr>
    <a:masterClrMapping/>
  </p:clrMapOvr>
  <mc:AlternateContent xmlns:mc="http://schemas.openxmlformats.org/markup-compatibility/2006" xmlns:p14="http://schemas.microsoft.com/office/powerpoint/2010/main">
    <mc:Choice Requires="p14">
      <p:transition spd="slow" p14:dur="2000" advTm="11991"/>
    </mc:Choice>
    <mc:Fallback xmlns="">
      <p:transition spd="slow" advTm="11991"/>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BCF334-05DA-41C8-833A-2B06F2E2F824}"/>
              </a:ext>
            </a:extLst>
          </p:cNvPr>
          <p:cNvSpPr>
            <a:spLocks noGrp="1"/>
          </p:cNvSpPr>
          <p:nvPr>
            <p:ph type="title"/>
          </p:nvPr>
        </p:nvSpPr>
        <p:spPr/>
        <p:txBody>
          <a:bodyPr>
            <a:normAutofit fontScale="90000"/>
          </a:bodyPr>
          <a:lstStyle/>
          <a:p>
            <a:r>
              <a:rPr lang="en-US" dirty="0"/>
              <a:t>Challenge P10</a:t>
            </a:r>
            <a:br>
              <a:rPr lang="en-US" dirty="0"/>
            </a:br>
            <a:r>
              <a:rPr lang="en-US" dirty="0"/>
              <a:t>Identify Engagement Walls</a:t>
            </a:r>
          </a:p>
        </p:txBody>
      </p:sp>
      <p:sp>
        <p:nvSpPr>
          <p:cNvPr id="28" name="ZoneTexte 27">
            <a:extLst>
              <a:ext uri="{FF2B5EF4-FFF2-40B4-BE49-F238E27FC236}">
                <a16:creationId xmlns:a16="http://schemas.microsoft.com/office/drawing/2014/main" id="{4ED8F56E-6C78-4CFF-A954-917DEC557786}"/>
              </a:ext>
            </a:extLst>
          </p:cNvPr>
          <p:cNvSpPr txBox="1"/>
          <p:nvPr/>
        </p:nvSpPr>
        <p:spPr>
          <a:xfrm>
            <a:off x="7017139" y="2171800"/>
            <a:ext cx="5174862" cy="3477490"/>
          </a:xfrm>
          <a:prstGeom prst="rect">
            <a:avLst/>
          </a:prstGeom>
          <a:noFill/>
        </p:spPr>
        <p:txBody>
          <a:bodyPr wrap="square" rtlCol="0">
            <a:spAutoFit/>
          </a:bodyPr>
          <a:lstStyle/>
          <a:p>
            <a:r>
              <a:rPr lang="en-US" sz="1200" b="1" dirty="0"/>
              <a:t>Engagement Front Walls </a:t>
            </a:r>
            <a:r>
              <a:rPr lang="en-US" sz="1200" dirty="0"/>
              <a:t>(preventing from engaging more)  </a:t>
            </a:r>
            <a:r>
              <a:rPr lang="en-US" sz="1200" b="1" dirty="0"/>
              <a:t>examples</a:t>
            </a:r>
          </a:p>
          <a:p>
            <a:endParaRPr lang="en-US" sz="1200" b="1" dirty="0"/>
          </a:p>
          <a:p>
            <a:pPr marL="285750" indent="-285750">
              <a:lnSpc>
                <a:spcPct val="150000"/>
              </a:lnSpc>
              <a:buFont typeface="Arial" panose="020B0604020202020204" pitchFamily="34" charset="0"/>
              <a:buChar char="•"/>
            </a:pPr>
            <a:r>
              <a:rPr lang="en-US" sz="1200" dirty="0"/>
              <a:t>Ignorance of opportunity : “I did not know it was possible”</a:t>
            </a:r>
          </a:p>
          <a:p>
            <a:pPr marL="285750" indent="-285750">
              <a:lnSpc>
                <a:spcPct val="150000"/>
              </a:lnSpc>
              <a:buFont typeface="Arial" panose="020B0604020202020204" pitchFamily="34" charset="0"/>
              <a:buChar char="•"/>
            </a:pPr>
            <a:r>
              <a:rPr lang="en-US" sz="1200" dirty="0"/>
              <a:t>Low Estimated pleasure : “I would not enjoy it”</a:t>
            </a:r>
          </a:p>
          <a:p>
            <a:pPr marL="285750" indent="-285750">
              <a:lnSpc>
                <a:spcPct val="150000"/>
              </a:lnSpc>
              <a:buFont typeface="Arial" panose="020B0604020202020204" pitchFamily="34" charset="0"/>
              <a:buChar char="•"/>
            </a:pPr>
            <a:r>
              <a:rPr lang="en-US" sz="1200" dirty="0"/>
              <a:t>Low Estimated value : “It would not be useful for me”</a:t>
            </a:r>
          </a:p>
          <a:p>
            <a:pPr marL="285750" indent="-285750">
              <a:lnSpc>
                <a:spcPct val="150000"/>
              </a:lnSpc>
              <a:buFont typeface="Arial" panose="020B0604020202020204" pitchFamily="34" charset="0"/>
              <a:buChar char="•"/>
            </a:pPr>
            <a:r>
              <a:rPr lang="en-US" sz="1200" dirty="0"/>
              <a:t>Lack of legitimacy : “I would not feel legitimate”</a:t>
            </a:r>
          </a:p>
          <a:p>
            <a:pPr marL="285750" indent="-285750">
              <a:lnSpc>
                <a:spcPct val="150000"/>
              </a:lnSpc>
              <a:buFont typeface="Arial" panose="020B0604020202020204" pitchFamily="34" charset="0"/>
              <a:buChar char="•"/>
            </a:pPr>
            <a:r>
              <a:rPr lang="en-US" sz="1200" dirty="0"/>
              <a:t>Lack of availability : “I cannot invest more time”</a:t>
            </a:r>
          </a:p>
          <a:p>
            <a:pPr marL="285750" indent="-285750">
              <a:lnSpc>
                <a:spcPct val="150000"/>
              </a:lnSpc>
              <a:buFont typeface="Arial" panose="020B0604020202020204" pitchFamily="34" charset="0"/>
              <a:buChar char="•"/>
            </a:pPr>
            <a:r>
              <a:rPr lang="en-US" sz="1200" dirty="0"/>
              <a:t>Lack of resources : “I don’t have the resources to…”</a:t>
            </a:r>
          </a:p>
          <a:p>
            <a:pPr marL="285750" indent="-285750">
              <a:lnSpc>
                <a:spcPct val="150000"/>
              </a:lnSpc>
              <a:buFont typeface="Arial" panose="020B0604020202020204" pitchFamily="34" charset="0"/>
              <a:buChar char="•"/>
            </a:pPr>
            <a:r>
              <a:rPr lang="en-US" sz="1200" dirty="0"/>
              <a:t>Lack of skills : “I would not be able to…”</a:t>
            </a:r>
          </a:p>
          <a:p>
            <a:pPr marL="285750" indent="-285750">
              <a:lnSpc>
                <a:spcPct val="150000"/>
              </a:lnSpc>
              <a:buFont typeface="Arial" panose="020B0604020202020204" pitchFamily="34" charset="0"/>
              <a:buChar char="•"/>
            </a:pPr>
            <a:r>
              <a:rPr lang="en-US" sz="1200" dirty="0"/>
              <a:t>Refusal by others : “Others do not want me to”</a:t>
            </a:r>
          </a:p>
          <a:p>
            <a:pPr marL="285750" indent="-285750">
              <a:lnSpc>
                <a:spcPct val="150000"/>
              </a:lnSpc>
              <a:buFont typeface="Arial" panose="020B0604020202020204" pitchFamily="34" charset="0"/>
              <a:buChar char="•"/>
            </a:pPr>
            <a:r>
              <a:rPr lang="en-US" sz="1200" dirty="0"/>
              <a:t>Saturation : “there is no more room for this level of engagement” </a:t>
            </a:r>
          </a:p>
          <a:p>
            <a:pPr marL="285750" indent="-285750">
              <a:lnSpc>
                <a:spcPct val="150000"/>
              </a:lnSpc>
              <a:buFont typeface="Arial" panose="020B0604020202020204" pitchFamily="34" charset="0"/>
              <a:buChar char="•"/>
            </a:pPr>
            <a:r>
              <a:rPr lang="en-US" sz="1200" dirty="0"/>
              <a:t>Irreversibility : “I will not be able to go back”</a:t>
            </a:r>
          </a:p>
          <a:p>
            <a:pPr marL="285750" indent="-285750">
              <a:lnSpc>
                <a:spcPct val="150000"/>
              </a:lnSpc>
              <a:buFont typeface="Arial" panose="020B0604020202020204" pitchFamily="34" charset="0"/>
              <a:buChar char="•"/>
            </a:pPr>
            <a:r>
              <a:rPr lang="en-US" sz="1200" dirty="0"/>
              <a:t>….</a:t>
            </a:r>
          </a:p>
        </p:txBody>
      </p:sp>
      <p:pic>
        <p:nvPicPr>
          <p:cNvPr id="30" name="Graphique 29" descr="Sablier 90% avec un remplissage uni">
            <a:extLst>
              <a:ext uri="{FF2B5EF4-FFF2-40B4-BE49-F238E27FC236}">
                <a16:creationId xmlns:a16="http://schemas.microsoft.com/office/drawing/2014/main" id="{30DF773E-2B0C-4A80-B81F-1B66175F59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98114" y="3706877"/>
            <a:ext cx="287724" cy="282306"/>
          </a:xfrm>
          <a:prstGeom prst="rect">
            <a:avLst/>
          </a:prstGeom>
        </p:spPr>
      </p:pic>
      <p:pic>
        <p:nvPicPr>
          <p:cNvPr id="32" name="Graphique 31" descr="Argent volant avec un remplissage uni">
            <a:extLst>
              <a:ext uri="{FF2B5EF4-FFF2-40B4-BE49-F238E27FC236}">
                <a16:creationId xmlns:a16="http://schemas.microsoft.com/office/drawing/2014/main" id="{2F35211E-EEFA-406E-AD5E-31CFF4C84BA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03080" y="4001234"/>
            <a:ext cx="268595" cy="263537"/>
          </a:xfrm>
          <a:prstGeom prst="rect">
            <a:avLst/>
          </a:prstGeom>
        </p:spPr>
      </p:pic>
      <p:pic>
        <p:nvPicPr>
          <p:cNvPr id="34" name="Graphique 33" descr="Zombie avec un remplissage uni">
            <a:extLst>
              <a:ext uri="{FF2B5EF4-FFF2-40B4-BE49-F238E27FC236}">
                <a16:creationId xmlns:a16="http://schemas.microsoft.com/office/drawing/2014/main" id="{F358646E-9D2E-4CF3-8D22-1ADCE88E95C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98114" y="4215839"/>
            <a:ext cx="287724" cy="282306"/>
          </a:xfrm>
          <a:prstGeom prst="rect">
            <a:avLst/>
          </a:prstGeom>
        </p:spPr>
      </p:pic>
      <p:pic>
        <p:nvPicPr>
          <p:cNvPr id="36" name="Graphique 35" descr="Questions avec un remplissage uni">
            <a:extLst>
              <a:ext uri="{FF2B5EF4-FFF2-40B4-BE49-F238E27FC236}">
                <a16:creationId xmlns:a16="http://schemas.microsoft.com/office/drawing/2014/main" id="{C0BECAF4-CD0C-4C07-AEF2-7B4ACDB6B8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79551" y="2521820"/>
            <a:ext cx="340061" cy="333657"/>
          </a:xfrm>
          <a:prstGeom prst="rect">
            <a:avLst/>
          </a:prstGeom>
        </p:spPr>
      </p:pic>
      <p:pic>
        <p:nvPicPr>
          <p:cNvPr id="38" name="Graphique 37" descr="Pouce en bas avec un remplissage uni">
            <a:extLst>
              <a:ext uri="{FF2B5EF4-FFF2-40B4-BE49-F238E27FC236}">
                <a16:creationId xmlns:a16="http://schemas.microsoft.com/office/drawing/2014/main" id="{917C9A05-D206-4851-B6F5-1D2A96CCE93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95364" y="3174093"/>
            <a:ext cx="260280" cy="255378"/>
          </a:xfrm>
          <a:prstGeom prst="rect">
            <a:avLst/>
          </a:prstGeom>
        </p:spPr>
      </p:pic>
      <p:pic>
        <p:nvPicPr>
          <p:cNvPr id="40" name="Graphique 39" descr="Cœur brisé avec un remplissage uni">
            <a:extLst>
              <a:ext uri="{FF2B5EF4-FFF2-40B4-BE49-F238E27FC236}">
                <a16:creationId xmlns:a16="http://schemas.microsoft.com/office/drawing/2014/main" id="{087A8608-A1DB-489C-9AAF-04D0D9780D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11835" y="2909863"/>
            <a:ext cx="260280" cy="255378"/>
          </a:xfrm>
          <a:prstGeom prst="rect">
            <a:avLst/>
          </a:prstGeom>
        </p:spPr>
      </p:pic>
      <p:pic>
        <p:nvPicPr>
          <p:cNvPr id="42" name="Graphique 41" descr="Femme juge avec un remplissage uni">
            <a:extLst>
              <a:ext uri="{FF2B5EF4-FFF2-40B4-BE49-F238E27FC236}">
                <a16:creationId xmlns:a16="http://schemas.microsoft.com/office/drawing/2014/main" id="{09D8C67C-BC2B-40F4-9252-0FBA147D377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011834" y="3437655"/>
            <a:ext cx="260280" cy="255378"/>
          </a:xfrm>
          <a:prstGeom prst="rect">
            <a:avLst/>
          </a:prstGeom>
        </p:spPr>
      </p:pic>
      <p:pic>
        <p:nvPicPr>
          <p:cNvPr id="44" name="Graphique 43" descr="Stop avec un remplissage uni">
            <a:extLst>
              <a:ext uri="{FF2B5EF4-FFF2-40B4-BE49-F238E27FC236}">
                <a16:creationId xmlns:a16="http://schemas.microsoft.com/office/drawing/2014/main" id="{7DCA629F-C7E9-4BC4-A5CD-47A62BE5F10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985573" y="4478035"/>
            <a:ext cx="351174" cy="344561"/>
          </a:xfrm>
          <a:prstGeom prst="rect">
            <a:avLst/>
          </a:prstGeom>
        </p:spPr>
      </p:pic>
      <p:pic>
        <p:nvPicPr>
          <p:cNvPr id="53" name="Graphique 52" descr="Prison avec un remplissage uni">
            <a:extLst>
              <a:ext uri="{FF2B5EF4-FFF2-40B4-BE49-F238E27FC236}">
                <a16:creationId xmlns:a16="http://schemas.microsoft.com/office/drawing/2014/main" id="{2E56C912-90EA-44A8-BC48-A3DCB368313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973904" y="5049669"/>
            <a:ext cx="378449" cy="371323"/>
          </a:xfrm>
          <a:prstGeom prst="rect">
            <a:avLst/>
          </a:prstGeom>
        </p:spPr>
      </p:pic>
      <p:pic>
        <p:nvPicPr>
          <p:cNvPr id="55" name="Graphique 54" descr="Batterie chargée avec un remplissage uni">
            <a:extLst>
              <a:ext uri="{FF2B5EF4-FFF2-40B4-BE49-F238E27FC236}">
                <a16:creationId xmlns:a16="http://schemas.microsoft.com/office/drawing/2014/main" id="{53520BE7-F9FC-4966-838C-7E3DC468CBA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985573" y="4791367"/>
            <a:ext cx="306570" cy="300797"/>
          </a:xfrm>
          <a:prstGeom prst="rect">
            <a:avLst/>
          </a:prstGeom>
        </p:spPr>
      </p:pic>
      <p:grpSp>
        <p:nvGrpSpPr>
          <p:cNvPr id="75" name="Groupe 74">
            <a:extLst>
              <a:ext uri="{FF2B5EF4-FFF2-40B4-BE49-F238E27FC236}">
                <a16:creationId xmlns:a16="http://schemas.microsoft.com/office/drawing/2014/main" id="{3EBC4CFD-F9E4-4F32-8C65-589E465AE34A}"/>
              </a:ext>
            </a:extLst>
          </p:cNvPr>
          <p:cNvGrpSpPr/>
          <p:nvPr/>
        </p:nvGrpSpPr>
        <p:grpSpPr>
          <a:xfrm>
            <a:off x="3793987" y="3357482"/>
            <a:ext cx="3424505" cy="3367265"/>
            <a:chOff x="3294676" y="2874612"/>
            <a:chExt cx="3730767" cy="3668408"/>
          </a:xfrm>
        </p:grpSpPr>
        <p:grpSp>
          <p:nvGrpSpPr>
            <p:cNvPr id="12" name="Groupe 11">
              <a:extLst>
                <a:ext uri="{FF2B5EF4-FFF2-40B4-BE49-F238E27FC236}">
                  <a16:creationId xmlns:a16="http://schemas.microsoft.com/office/drawing/2014/main" id="{8F63D32B-5541-4592-8163-279BF4E7DBF4}"/>
                </a:ext>
              </a:extLst>
            </p:cNvPr>
            <p:cNvGrpSpPr/>
            <p:nvPr/>
          </p:nvGrpSpPr>
          <p:grpSpPr>
            <a:xfrm>
              <a:off x="5498096" y="4137693"/>
              <a:ext cx="642146" cy="2405327"/>
              <a:chOff x="4849072" y="2280250"/>
              <a:chExt cx="914400" cy="3425125"/>
            </a:xfrm>
          </p:grpSpPr>
          <p:pic>
            <p:nvPicPr>
              <p:cNvPr id="13" name="Graphique 12" descr="Mur de briques avec un remplissage uni">
                <a:extLst>
                  <a:ext uri="{FF2B5EF4-FFF2-40B4-BE49-F238E27FC236}">
                    <a16:creationId xmlns:a16="http://schemas.microsoft.com/office/drawing/2014/main" id="{C07230A0-FFEE-4241-B718-2C6A6FD164F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5080752"/>
                <a:ext cx="914400" cy="624623"/>
              </a:xfrm>
              <a:prstGeom prst="rect">
                <a:avLst/>
              </a:prstGeom>
            </p:spPr>
          </p:pic>
          <p:pic>
            <p:nvPicPr>
              <p:cNvPr id="14" name="Graphique 13" descr="Mur de briques avec un remplissage uni">
                <a:extLst>
                  <a:ext uri="{FF2B5EF4-FFF2-40B4-BE49-F238E27FC236}">
                    <a16:creationId xmlns:a16="http://schemas.microsoft.com/office/drawing/2014/main" id="{A5BF5E93-3BBC-4BF4-9D84-E708DC32BA9A}"/>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4557197"/>
                <a:ext cx="914400" cy="624623"/>
              </a:xfrm>
              <a:prstGeom prst="rect">
                <a:avLst/>
              </a:prstGeom>
            </p:spPr>
          </p:pic>
          <p:pic>
            <p:nvPicPr>
              <p:cNvPr id="15" name="Graphique 14" descr="Mur de briques avec un remplissage uni">
                <a:extLst>
                  <a:ext uri="{FF2B5EF4-FFF2-40B4-BE49-F238E27FC236}">
                    <a16:creationId xmlns:a16="http://schemas.microsoft.com/office/drawing/2014/main" id="{EC9A9630-1F28-4B93-A1D6-FF693443062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4025329"/>
                <a:ext cx="914400" cy="624623"/>
              </a:xfrm>
              <a:prstGeom prst="rect">
                <a:avLst/>
              </a:prstGeom>
            </p:spPr>
          </p:pic>
          <p:pic>
            <p:nvPicPr>
              <p:cNvPr id="16" name="Graphique 15" descr="Mur de briques avec un remplissage uni">
                <a:extLst>
                  <a:ext uri="{FF2B5EF4-FFF2-40B4-BE49-F238E27FC236}">
                    <a16:creationId xmlns:a16="http://schemas.microsoft.com/office/drawing/2014/main" id="{F26F00E0-9F09-47E6-810E-52E0643913CA}"/>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3501774"/>
                <a:ext cx="914400" cy="624623"/>
              </a:xfrm>
              <a:prstGeom prst="rect">
                <a:avLst/>
              </a:prstGeom>
            </p:spPr>
          </p:pic>
          <p:pic>
            <p:nvPicPr>
              <p:cNvPr id="17" name="Graphique 16" descr="Mur de briques avec un remplissage uni">
                <a:extLst>
                  <a:ext uri="{FF2B5EF4-FFF2-40B4-BE49-F238E27FC236}">
                    <a16:creationId xmlns:a16="http://schemas.microsoft.com/office/drawing/2014/main" id="{7FC6F2AC-86A7-448A-B179-F0C3C4EC9D3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2985743"/>
                <a:ext cx="914400" cy="624623"/>
              </a:xfrm>
              <a:prstGeom prst="rect">
                <a:avLst/>
              </a:prstGeom>
            </p:spPr>
          </p:pic>
          <p:pic>
            <p:nvPicPr>
              <p:cNvPr id="18" name="Graphique 17" descr="Mur de briques avec un remplissage uni">
                <a:extLst>
                  <a:ext uri="{FF2B5EF4-FFF2-40B4-BE49-F238E27FC236}">
                    <a16:creationId xmlns:a16="http://schemas.microsoft.com/office/drawing/2014/main" id="{F4FD23B9-4F82-4A2A-A8F8-86C5A30C673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1793"/>
              <a:stretch/>
            </p:blipFill>
            <p:spPr>
              <a:xfrm>
                <a:off x="4849072" y="2280250"/>
                <a:ext cx="914400" cy="806561"/>
              </a:xfrm>
              <a:prstGeom prst="rect">
                <a:avLst/>
              </a:prstGeom>
            </p:spPr>
          </p:pic>
        </p:grpSp>
        <p:sp>
          <p:nvSpPr>
            <p:cNvPr id="19" name="ZoneTexte 18">
              <a:extLst>
                <a:ext uri="{FF2B5EF4-FFF2-40B4-BE49-F238E27FC236}">
                  <a16:creationId xmlns:a16="http://schemas.microsoft.com/office/drawing/2014/main" id="{107AC107-4003-45A6-91D6-AB815B3037C5}"/>
                </a:ext>
              </a:extLst>
            </p:cNvPr>
            <p:cNvSpPr txBox="1"/>
            <p:nvPr/>
          </p:nvSpPr>
          <p:spPr>
            <a:xfrm>
              <a:off x="5162084" y="2874612"/>
              <a:ext cx="1478088" cy="1200329"/>
            </a:xfrm>
            <a:prstGeom prst="rect">
              <a:avLst/>
            </a:prstGeom>
            <a:noFill/>
          </p:spPr>
          <p:txBody>
            <a:bodyPr wrap="square" rtlCol="0">
              <a:spAutoFit/>
            </a:bodyPr>
            <a:lstStyle/>
            <a:p>
              <a:pPr algn="ctr"/>
              <a:r>
                <a:rPr lang="en-US" sz="1100" b="1" dirty="0"/>
                <a:t>Engagement Front Walls </a:t>
              </a:r>
            </a:p>
            <a:p>
              <a:pPr algn="ctr"/>
              <a:r>
                <a:rPr lang="en-US" sz="1100" dirty="0"/>
                <a:t>are all the reasons why Members do not get more involved</a:t>
              </a:r>
            </a:p>
          </p:txBody>
        </p:sp>
        <p:grpSp>
          <p:nvGrpSpPr>
            <p:cNvPr id="20" name="Groupe 19">
              <a:extLst>
                <a:ext uri="{FF2B5EF4-FFF2-40B4-BE49-F238E27FC236}">
                  <a16:creationId xmlns:a16="http://schemas.microsoft.com/office/drawing/2014/main" id="{C23D6BD3-1445-4199-BD37-EC6C0D370455}"/>
                </a:ext>
              </a:extLst>
            </p:cNvPr>
            <p:cNvGrpSpPr/>
            <p:nvPr/>
          </p:nvGrpSpPr>
          <p:grpSpPr>
            <a:xfrm>
              <a:off x="4665431" y="5438324"/>
              <a:ext cx="2360012" cy="879143"/>
              <a:chOff x="3502812" y="1202922"/>
              <a:chExt cx="2592452" cy="965731"/>
            </a:xfrm>
          </p:grpSpPr>
          <p:pic>
            <p:nvPicPr>
              <p:cNvPr id="21" name="Graphique 20" descr="Une artiste avec un remplissage uni">
                <a:extLst>
                  <a:ext uri="{FF2B5EF4-FFF2-40B4-BE49-F238E27FC236}">
                    <a16:creationId xmlns:a16="http://schemas.microsoft.com/office/drawing/2014/main" id="{E6AC38A6-B90F-43D2-A67E-AA81700E6D98}"/>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180864" y="1202922"/>
                <a:ext cx="914400" cy="914400"/>
              </a:xfrm>
              <a:prstGeom prst="rect">
                <a:avLst/>
              </a:prstGeom>
            </p:spPr>
          </p:pic>
          <p:pic>
            <p:nvPicPr>
              <p:cNvPr id="25" name="Graphique 24" descr="Femme DJ avec un remplissage uni">
                <a:extLst>
                  <a:ext uri="{FF2B5EF4-FFF2-40B4-BE49-F238E27FC236}">
                    <a16:creationId xmlns:a16="http://schemas.microsoft.com/office/drawing/2014/main" id="{EDE0F7F1-6C2A-444B-AB41-E4E4B44E6651}"/>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502812" y="1254253"/>
                <a:ext cx="914400" cy="914400"/>
              </a:xfrm>
              <a:prstGeom prst="rect">
                <a:avLst/>
              </a:prstGeom>
            </p:spPr>
          </p:pic>
        </p:grpSp>
        <p:grpSp>
          <p:nvGrpSpPr>
            <p:cNvPr id="45" name="Groupe 44">
              <a:extLst>
                <a:ext uri="{FF2B5EF4-FFF2-40B4-BE49-F238E27FC236}">
                  <a16:creationId xmlns:a16="http://schemas.microsoft.com/office/drawing/2014/main" id="{2EA85715-3BD5-48FA-879C-DFF7660D2998}"/>
                </a:ext>
              </a:extLst>
            </p:cNvPr>
            <p:cNvGrpSpPr/>
            <p:nvPr/>
          </p:nvGrpSpPr>
          <p:grpSpPr>
            <a:xfrm>
              <a:off x="4075313" y="4137693"/>
              <a:ext cx="642146" cy="2405327"/>
              <a:chOff x="4849072" y="2280250"/>
              <a:chExt cx="914400" cy="3425125"/>
            </a:xfrm>
          </p:grpSpPr>
          <p:pic>
            <p:nvPicPr>
              <p:cNvPr id="46" name="Graphique 45" descr="Mur de briques avec un remplissage uni">
                <a:extLst>
                  <a:ext uri="{FF2B5EF4-FFF2-40B4-BE49-F238E27FC236}">
                    <a16:creationId xmlns:a16="http://schemas.microsoft.com/office/drawing/2014/main" id="{D8D68E89-8F25-4AA9-8073-E3AE4E94994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5080752"/>
                <a:ext cx="914400" cy="624623"/>
              </a:xfrm>
              <a:prstGeom prst="rect">
                <a:avLst/>
              </a:prstGeom>
            </p:spPr>
          </p:pic>
          <p:pic>
            <p:nvPicPr>
              <p:cNvPr id="47" name="Graphique 46" descr="Mur de briques avec un remplissage uni">
                <a:extLst>
                  <a:ext uri="{FF2B5EF4-FFF2-40B4-BE49-F238E27FC236}">
                    <a16:creationId xmlns:a16="http://schemas.microsoft.com/office/drawing/2014/main" id="{4DAD3F90-E327-4923-B53F-156E3265B233}"/>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4557197"/>
                <a:ext cx="914400" cy="624623"/>
              </a:xfrm>
              <a:prstGeom prst="rect">
                <a:avLst/>
              </a:prstGeom>
            </p:spPr>
          </p:pic>
          <p:pic>
            <p:nvPicPr>
              <p:cNvPr id="48" name="Graphique 47" descr="Mur de briques avec un remplissage uni">
                <a:extLst>
                  <a:ext uri="{FF2B5EF4-FFF2-40B4-BE49-F238E27FC236}">
                    <a16:creationId xmlns:a16="http://schemas.microsoft.com/office/drawing/2014/main" id="{F922C47E-DD8D-4395-BD32-69B5CEC6DA8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4025329"/>
                <a:ext cx="914400" cy="624623"/>
              </a:xfrm>
              <a:prstGeom prst="rect">
                <a:avLst/>
              </a:prstGeom>
            </p:spPr>
          </p:pic>
          <p:pic>
            <p:nvPicPr>
              <p:cNvPr id="49" name="Graphique 48" descr="Mur de briques avec un remplissage uni">
                <a:extLst>
                  <a:ext uri="{FF2B5EF4-FFF2-40B4-BE49-F238E27FC236}">
                    <a16:creationId xmlns:a16="http://schemas.microsoft.com/office/drawing/2014/main" id="{FC8E93A0-4D75-4E14-B9A2-92737E39F22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3501774"/>
                <a:ext cx="914400" cy="624623"/>
              </a:xfrm>
              <a:prstGeom prst="rect">
                <a:avLst/>
              </a:prstGeom>
            </p:spPr>
          </p:pic>
          <p:pic>
            <p:nvPicPr>
              <p:cNvPr id="50" name="Graphique 49" descr="Mur de briques avec un remplissage uni">
                <a:extLst>
                  <a:ext uri="{FF2B5EF4-FFF2-40B4-BE49-F238E27FC236}">
                    <a16:creationId xmlns:a16="http://schemas.microsoft.com/office/drawing/2014/main" id="{814DEACC-3291-4329-A129-94005602670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2985743"/>
                <a:ext cx="914400" cy="624623"/>
              </a:xfrm>
              <a:prstGeom prst="rect">
                <a:avLst/>
              </a:prstGeom>
            </p:spPr>
          </p:pic>
          <p:pic>
            <p:nvPicPr>
              <p:cNvPr id="51" name="Graphique 50" descr="Mur de briques avec un remplissage uni">
                <a:extLst>
                  <a:ext uri="{FF2B5EF4-FFF2-40B4-BE49-F238E27FC236}">
                    <a16:creationId xmlns:a16="http://schemas.microsoft.com/office/drawing/2014/main" id="{2E9ED49A-2B78-4CCF-BA57-1BB18908DE32}"/>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1793"/>
              <a:stretch/>
            </p:blipFill>
            <p:spPr>
              <a:xfrm>
                <a:off x="4849072" y="2280250"/>
                <a:ext cx="914400" cy="806561"/>
              </a:xfrm>
              <a:prstGeom prst="rect">
                <a:avLst/>
              </a:prstGeom>
            </p:spPr>
          </p:pic>
        </p:grpSp>
        <p:sp>
          <p:nvSpPr>
            <p:cNvPr id="56" name="ZoneTexte 55">
              <a:extLst>
                <a:ext uri="{FF2B5EF4-FFF2-40B4-BE49-F238E27FC236}">
                  <a16:creationId xmlns:a16="http://schemas.microsoft.com/office/drawing/2014/main" id="{85D047D1-981F-4002-8B7B-CC76A9EF3C3D}"/>
                </a:ext>
              </a:extLst>
            </p:cNvPr>
            <p:cNvSpPr txBox="1"/>
            <p:nvPr/>
          </p:nvSpPr>
          <p:spPr>
            <a:xfrm>
              <a:off x="3560193" y="2874612"/>
              <a:ext cx="1478088" cy="1200329"/>
            </a:xfrm>
            <a:prstGeom prst="rect">
              <a:avLst/>
            </a:prstGeom>
            <a:noFill/>
          </p:spPr>
          <p:txBody>
            <a:bodyPr wrap="square" rtlCol="0">
              <a:spAutoFit/>
            </a:bodyPr>
            <a:lstStyle/>
            <a:p>
              <a:pPr algn="ctr"/>
              <a:r>
                <a:rPr lang="en-US" sz="1100" b="1" dirty="0"/>
                <a:t>Engagement Rear Walls </a:t>
              </a:r>
            </a:p>
            <a:p>
              <a:pPr algn="ctr"/>
              <a:r>
                <a:rPr lang="en-US" sz="1100" dirty="0"/>
                <a:t>are all the reasons why Members do not get less involved</a:t>
              </a:r>
            </a:p>
          </p:txBody>
        </p:sp>
        <p:pic>
          <p:nvPicPr>
            <p:cNvPr id="57" name="Graphique 56" descr="Écolière avec un remplissage uni">
              <a:extLst>
                <a:ext uri="{FF2B5EF4-FFF2-40B4-BE49-F238E27FC236}">
                  <a16:creationId xmlns:a16="http://schemas.microsoft.com/office/drawing/2014/main" id="{15D5C4F9-FEF6-4C00-A7D3-A06E56C1819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4676" y="5485052"/>
              <a:ext cx="832415" cy="832415"/>
            </a:xfrm>
            <a:prstGeom prst="rect">
              <a:avLst/>
            </a:prstGeom>
          </p:spPr>
        </p:pic>
      </p:grpSp>
      <p:sp>
        <p:nvSpPr>
          <p:cNvPr id="61" name="ZoneTexte 60">
            <a:extLst>
              <a:ext uri="{FF2B5EF4-FFF2-40B4-BE49-F238E27FC236}">
                <a16:creationId xmlns:a16="http://schemas.microsoft.com/office/drawing/2014/main" id="{4A13F011-5DC0-42C9-8D1B-26624964A9CB}"/>
              </a:ext>
            </a:extLst>
          </p:cNvPr>
          <p:cNvSpPr txBox="1"/>
          <p:nvPr/>
        </p:nvSpPr>
        <p:spPr>
          <a:xfrm>
            <a:off x="260651" y="2230221"/>
            <a:ext cx="3702064" cy="5231817"/>
          </a:xfrm>
          <a:prstGeom prst="rect">
            <a:avLst/>
          </a:prstGeom>
          <a:noFill/>
        </p:spPr>
        <p:txBody>
          <a:bodyPr wrap="square" rtlCol="0">
            <a:spAutoFit/>
          </a:bodyPr>
          <a:lstStyle/>
          <a:p>
            <a:r>
              <a:rPr lang="en-US" sz="1200" b="1" dirty="0"/>
              <a:t>Engagement Rear Walls </a:t>
            </a:r>
            <a:r>
              <a:rPr lang="en-US" sz="1200" dirty="0"/>
              <a:t>(preventing members from engaging less than current level) </a:t>
            </a:r>
            <a:r>
              <a:rPr lang="en-US" sz="1200" b="1" dirty="0"/>
              <a:t>examples</a:t>
            </a:r>
          </a:p>
          <a:p>
            <a:endParaRPr lang="en-US" sz="1200" b="1" dirty="0"/>
          </a:p>
          <a:p>
            <a:pPr marL="285750" indent="-285750">
              <a:lnSpc>
                <a:spcPct val="150000"/>
              </a:lnSpc>
              <a:buFont typeface="Arial" panose="020B0604020202020204" pitchFamily="34" charset="0"/>
              <a:buChar char="•"/>
            </a:pPr>
            <a:r>
              <a:rPr lang="en-US" sz="1200" dirty="0"/>
              <a:t>Ignorance of opportunity : “I did not know it was possible”</a:t>
            </a:r>
          </a:p>
          <a:p>
            <a:pPr marL="285750" indent="-285750">
              <a:lnSpc>
                <a:spcPct val="150000"/>
              </a:lnSpc>
              <a:buFont typeface="Arial" panose="020B0604020202020204" pitchFamily="34" charset="0"/>
              <a:buChar char="•"/>
            </a:pPr>
            <a:r>
              <a:rPr lang="en-US" sz="1200" dirty="0"/>
              <a:t>Low Estimated pleasure : “I would not enjoy it”</a:t>
            </a:r>
          </a:p>
          <a:p>
            <a:pPr marL="285750" indent="-285750">
              <a:lnSpc>
                <a:spcPct val="150000"/>
              </a:lnSpc>
              <a:buFont typeface="Arial" panose="020B0604020202020204" pitchFamily="34" charset="0"/>
              <a:buChar char="•"/>
            </a:pPr>
            <a:r>
              <a:rPr lang="en-US" sz="1200" dirty="0"/>
              <a:t>Low Estimated value : “It would not be useful for me”</a:t>
            </a:r>
          </a:p>
          <a:p>
            <a:pPr marL="285750" indent="-285750">
              <a:lnSpc>
                <a:spcPct val="150000"/>
              </a:lnSpc>
              <a:buFont typeface="Arial" panose="020B0604020202020204" pitchFamily="34" charset="0"/>
              <a:buChar char="•"/>
            </a:pPr>
            <a:r>
              <a:rPr lang="en-US" sz="1200" dirty="0"/>
              <a:t>Guilt : “I would feel guilty to do less”</a:t>
            </a:r>
          </a:p>
          <a:p>
            <a:pPr marL="285750" indent="-285750">
              <a:lnSpc>
                <a:spcPct val="150000"/>
              </a:lnSpc>
              <a:buFont typeface="Arial" panose="020B0604020202020204" pitchFamily="34" charset="0"/>
              <a:buChar char="•"/>
            </a:pPr>
            <a:r>
              <a:rPr lang="en-US" sz="1200" dirty="0"/>
              <a:t>Lack of resources : “I don’t have the resources to…”</a:t>
            </a:r>
          </a:p>
          <a:p>
            <a:pPr marL="285750" indent="-285750">
              <a:lnSpc>
                <a:spcPct val="150000"/>
              </a:lnSpc>
              <a:buFont typeface="Arial" panose="020B0604020202020204" pitchFamily="34" charset="0"/>
              <a:buChar char="•"/>
            </a:pPr>
            <a:r>
              <a:rPr lang="en-US" sz="1200" dirty="0"/>
              <a:t>Refusal by others : “Others do not want me to”</a:t>
            </a:r>
          </a:p>
          <a:p>
            <a:pPr marL="285750" indent="-285750">
              <a:lnSpc>
                <a:spcPct val="150000"/>
              </a:lnSpc>
              <a:buFont typeface="Arial" panose="020B0604020202020204" pitchFamily="34" charset="0"/>
              <a:buChar char="•"/>
            </a:pPr>
            <a:r>
              <a:rPr lang="en-US" sz="1200" dirty="0"/>
              <a:t>Saturation : “there is no more room for this level of engagement” </a:t>
            </a:r>
          </a:p>
          <a:p>
            <a:pPr marL="285750" indent="-285750">
              <a:lnSpc>
                <a:spcPct val="150000"/>
              </a:lnSpc>
              <a:buFont typeface="Arial" panose="020B0604020202020204" pitchFamily="34" charset="0"/>
              <a:buChar char="•"/>
            </a:pPr>
            <a:r>
              <a:rPr lang="en-US" sz="1200" dirty="0"/>
              <a:t>Irreversibility : “I will not be able to go back”</a:t>
            </a:r>
          </a:p>
          <a:p>
            <a:pPr marL="285750" indent="-285750">
              <a:lnSpc>
                <a:spcPct val="150000"/>
              </a:lnSpc>
              <a:buFont typeface="Arial" panose="020B0604020202020204" pitchFamily="34" charset="0"/>
              <a:buChar char="•"/>
            </a:pPr>
            <a:r>
              <a:rPr lang="en-US" sz="1200" dirty="0"/>
              <a:t>…</a:t>
            </a:r>
          </a:p>
          <a:p>
            <a:pPr marL="285750" indent="-285750">
              <a:lnSpc>
                <a:spcPct val="150000"/>
              </a:lnSpc>
              <a:buFont typeface="Arial" panose="020B0604020202020204" pitchFamily="34" charset="0"/>
              <a:buChar char="•"/>
            </a:pPr>
            <a:endParaRPr lang="en-US" sz="1200" dirty="0"/>
          </a:p>
          <a:p>
            <a:pPr marL="285750" indent="-285750">
              <a:lnSpc>
                <a:spcPct val="150000"/>
              </a:lnSpc>
              <a:buFont typeface="Arial" panose="020B0604020202020204" pitchFamily="34" charset="0"/>
              <a:buChar char="•"/>
            </a:pPr>
            <a:endParaRPr lang="en-US" sz="1200" dirty="0"/>
          </a:p>
          <a:p>
            <a:pPr marL="285750" indent="-285750">
              <a:lnSpc>
                <a:spcPct val="150000"/>
              </a:lnSpc>
              <a:buFont typeface="Arial" panose="020B0604020202020204" pitchFamily="34" charset="0"/>
              <a:buChar char="•"/>
            </a:pPr>
            <a:endParaRPr lang="en-US" sz="1200" dirty="0"/>
          </a:p>
        </p:txBody>
      </p:sp>
      <p:pic>
        <p:nvPicPr>
          <p:cNvPr id="72" name="Graphique 71" descr="Femme juge avec un remplissage uni">
            <a:extLst>
              <a:ext uri="{FF2B5EF4-FFF2-40B4-BE49-F238E27FC236}">
                <a16:creationId xmlns:a16="http://schemas.microsoft.com/office/drawing/2014/main" id="{F7334188-F1FD-49F8-A74B-12EE2A4ED25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09743" y="4193411"/>
            <a:ext cx="260280" cy="255378"/>
          </a:xfrm>
          <a:prstGeom prst="rect">
            <a:avLst/>
          </a:prstGeom>
        </p:spPr>
      </p:pic>
      <p:pic>
        <p:nvPicPr>
          <p:cNvPr id="73" name="Graphique 72" descr="Pouce en bas avec un remplissage uni">
            <a:extLst>
              <a:ext uri="{FF2B5EF4-FFF2-40B4-BE49-F238E27FC236}">
                <a16:creationId xmlns:a16="http://schemas.microsoft.com/office/drawing/2014/main" id="{2CF0FD0F-A911-4746-9AA5-598CE74705A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9743" y="3726014"/>
            <a:ext cx="260280" cy="255378"/>
          </a:xfrm>
          <a:prstGeom prst="rect">
            <a:avLst/>
          </a:prstGeom>
        </p:spPr>
      </p:pic>
      <p:pic>
        <p:nvPicPr>
          <p:cNvPr id="74" name="Graphique 73" descr="Cœur brisé avec un remplissage uni">
            <a:extLst>
              <a:ext uri="{FF2B5EF4-FFF2-40B4-BE49-F238E27FC236}">
                <a16:creationId xmlns:a16="http://schemas.microsoft.com/office/drawing/2014/main" id="{349444BE-4E6E-408D-9A99-9A1FF11A758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8502" y="3437558"/>
            <a:ext cx="260280" cy="255378"/>
          </a:xfrm>
          <a:prstGeom prst="rect">
            <a:avLst/>
          </a:prstGeom>
        </p:spPr>
      </p:pic>
      <p:pic>
        <p:nvPicPr>
          <p:cNvPr id="76" name="Graphique 75" descr="Stop avec un remplissage uni">
            <a:extLst>
              <a:ext uri="{FF2B5EF4-FFF2-40B4-BE49-F238E27FC236}">
                <a16:creationId xmlns:a16="http://schemas.microsoft.com/office/drawing/2014/main" id="{7493DC70-1A4E-41F3-87DA-9AAF8422619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78897" y="4950794"/>
            <a:ext cx="351174" cy="344561"/>
          </a:xfrm>
          <a:prstGeom prst="rect">
            <a:avLst/>
          </a:prstGeom>
        </p:spPr>
      </p:pic>
      <p:pic>
        <p:nvPicPr>
          <p:cNvPr id="77" name="Graphique 76" descr="Prison avec un remplissage uni">
            <a:extLst>
              <a:ext uri="{FF2B5EF4-FFF2-40B4-BE49-F238E27FC236}">
                <a16:creationId xmlns:a16="http://schemas.microsoft.com/office/drawing/2014/main" id="{81B65824-34EC-4C97-A6AA-DD348DACB2B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0658" y="5797360"/>
            <a:ext cx="378449" cy="371323"/>
          </a:xfrm>
          <a:prstGeom prst="rect">
            <a:avLst/>
          </a:prstGeom>
        </p:spPr>
      </p:pic>
      <p:pic>
        <p:nvPicPr>
          <p:cNvPr id="78" name="Graphique 77" descr="Batterie chargée avec un remplissage uni">
            <a:extLst>
              <a:ext uri="{FF2B5EF4-FFF2-40B4-BE49-F238E27FC236}">
                <a16:creationId xmlns:a16="http://schemas.microsoft.com/office/drawing/2014/main" id="{B1114AB9-28DE-46CB-8B65-90CCC06A1AD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94605" y="5306631"/>
            <a:ext cx="306570" cy="300797"/>
          </a:xfrm>
          <a:prstGeom prst="rect">
            <a:avLst/>
          </a:prstGeom>
        </p:spPr>
      </p:pic>
      <p:pic>
        <p:nvPicPr>
          <p:cNvPr id="79" name="Graphique 78" descr="Argent volant avec un remplissage uni">
            <a:extLst>
              <a:ext uri="{FF2B5EF4-FFF2-40B4-BE49-F238E27FC236}">
                <a16:creationId xmlns:a16="http://schemas.microsoft.com/office/drawing/2014/main" id="{FF1B3BFB-5A1E-4F74-9AAA-9E4D24A398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0187" y="4493402"/>
            <a:ext cx="268595" cy="263537"/>
          </a:xfrm>
          <a:prstGeom prst="rect">
            <a:avLst/>
          </a:prstGeom>
        </p:spPr>
      </p:pic>
      <p:pic>
        <p:nvPicPr>
          <p:cNvPr id="80" name="Graphique 79" descr="Questions avec un remplissage uni">
            <a:extLst>
              <a:ext uri="{FF2B5EF4-FFF2-40B4-BE49-F238E27FC236}">
                <a16:creationId xmlns:a16="http://schemas.microsoft.com/office/drawing/2014/main" id="{1887A9AF-9DDD-4F4B-8703-FC24B1D4AA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8490" y="2785678"/>
            <a:ext cx="340061" cy="333657"/>
          </a:xfrm>
          <a:prstGeom prst="rect">
            <a:avLst/>
          </a:prstGeom>
        </p:spPr>
      </p:pic>
      <p:sp>
        <p:nvSpPr>
          <p:cNvPr id="52" name="ZoneTexte 51">
            <a:extLst>
              <a:ext uri="{FF2B5EF4-FFF2-40B4-BE49-F238E27FC236}">
                <a16:creationId xmlns:a16="http://schemas.microsoft.com/office/drawing/2014/main" id="{525FCF99-A4B0-499F-B59F-E975C768417D}"/>
              </a:ext>
            </a:extLst>
          </p:cNvPr>
          <p:cNvSpPr txBox="1"/>
          <p:nvPr/>
        </p:nvSpPr>
        <p:spPr>
          <a:xfrm>
            <a:off x="7888801" y="6009278"/>
            <a:ext cx="1808060" cy="600164"/>
          </a:xfrm>
          <a:prstGeom prst="rect">
            <a:avLst/>
          </a:prstGeom>
          <a:noFill/>
        </p:spPr>
        <p:txBody>
          <a:bodyPr wrap="square" rtlCol="0">
            <a:spAutoFit/>
          </a:bodyPr>
          <a:lstStyle/>
          <a:p>
            <a:pPr algn="ctr"/>
            <a:r>
              <a:rPr lang="en-US" sz="1100" b="1" dirty="0"/>
              <a:t>Note : </a:t>
            </a:r>
          </a:p>
          <a:p>
            <a:pPr algn="ctr"/>
            <a:r>
              <a:rPr lang="en-US" sz="1100" dirty="0"/>
              <a:t>Front Walls can also exist even before level 1</a:t>
            </a:r>
          </a:p>
        </p:txBody>
      </p:sp>
    </p:spTree>
    <p:extLst>
      <p:ext uri="{BB962C8B-B14F-4D97-AF65-F5344CB8AC3E}">
        <p14:creationId xmlns:p14="http://schemas.microsoft.com/office/powerpoint/2010/main" val="2940423127"/>
      </p:ext>
    </p:extLst>
  </p:cSld>
  <p:clrMapOvr>
    <a:masterClrMapping/>
  </p:clrMapOvr>
  <mc:AlternateContent xmlns:mc="http://schemas.openxmlformats.org/markup-compatibility/2006" xmlns:p14="http://schemas.microsoft.com/office/powerpoint/2010/main">
    <mc:Choice Requires="p14">
      <p:transition spd="slow" p14:dur="2000" advTm="77318"/>
    </mc:Choice>
    <mc:Fallback xmlns="">
      <p:transition spd="slow" advTm="77318"/>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What are the rear and front Engagement Walls in your Community ?</a:t>
            </a:r>
          </a:p>
          <a:p>
            <a:pPr marL="0" indent="0">
              <a:buNone/>
            </a:pPr>
            <a:endParaRPr lang="en-US" noProof="1"/>
          </a:p>
          <a:p>
            <a:pPr marL="0" indent="0">
              <a:buNone/>
            </a:pPr>
            <a:r>
              <a:rPr lang="en-US" noProof="1"/>
              <a:t>Which ones are willfully placed, which ones are unwanted ?</a:t>
            </a:r>
          </a:p>
        </p:txBody>
      </p:sp>
      <p:grpSp>
        <p:nvGrpSpPr>
          <p:cNvPr id="6" name="Groupe 5">
            <a:extLst>
              <a:ext uri="{FF2B5EF4-FFF2-40B4-BE49-F238E27FC236}">
                <a16:creationId xmlns:a16="http://schemas.microsoft.com/office/drawing/2014/main" id="{A6D92002-8305-4AC4-A559-05A6AFDF78BE}"/>
              </a:ext>
            </a:extLst>
          </p:cNvPr>
          <p:cNvGrpSpPr/>
          <p:nvPr/>
        </p:nvGrpSpPr>
        <p:grpSpPr>
          <a:xfrm>
            <a:off x="2030469" y="3800872"/>
            <a:ext cx="3424505" cy="2207871"/>
            <a:chOff x="3294676" y="4137693"/>
            <a:chExt cx="3730767" cy="2405327"/>
          </a:xfrm>
        </p:grpSpPr>
        <p:grpSp>
          <p:nvGrpSpPr>
            <p:cNvPr id="7" name="Groupe 6">
              <a:extLst>
                <a:ext uri="{FF2B5EF4-FFF2-40B4-BE49-F238E27FC236}">
                  <a16:creationId xmlns:a16="http://schemas.microsoft.com/office/drawing/2014/main" id="{0AFCB093-B0AC-40C4-912A-76042BD2C8F1}"/>
                </a:ext>
              </a:extLst>
            </p:cNvPr>
            <p:cNvGrpSpPr/>
            <p:nvPr/>
          </p:nvGrpSpPr>
          <p:grpSpPr>
            <a:xfrm>
              <a:off x="5498096" y="4137693"/>
              <a:ext cx="642146" cy="2405327"/>
              <a:chOff x="4849072" y="2280250"/>
              <a:chExt cx="914400" cy="3425125"/>
            </a:xfrm>
          </p:grpSpPr>
          <p:pic>
            <p:nvPicPr>
              <p:cNvPr id="21" name="Graphique 20" descr="Mur de briques avec un remplissage uni">
                <a:extLst>
                  <a:ext uri="{FF2B5EF4-FFF2-40B4-BE49-F238E27FC236}">
                    <a16:creationId xmlns:a16="http://schemas.microsoft.com/office/drawing/2014/main" id="{8A0E2E02-ACB9-48AA-96C6-79B0BDF48A8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5080752"/>
                <a:ext cx="914400" cy="624623"/>
              </a:xfrm>
              <a:prstGeom prst="rect">
                <a:avLst/>
              </a:prstGeom>
            </p:spPr>
          </p:pic>
          <p:pic>
            <p:nvPicPr>
              <p:cNvPr id="22" name="Graphique 21" descr="Mur de briques avec un remplissage uni">
                <a:extLst>
                  <a:ext uri="{FF2B5EF4-FFF2-40B4-BE49-F238E27FC236}">
                    <a16:creationId xmlns:a16="http://schemas.microsoft.com/office/drawing/2014/main" id="{195C814B-3ACC-4DC2-A009-275BE41E066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4557197"/>
                <a:ext cx="914400" cy="624623"/>
              </a:xfrm>
              <a:prstGeom prst="rect">
                <a:avLst/>
              </a:prstGeom>
            </p:spPr>
          </p:pic>
          <p:pic>
            <p:nvPicPr>
              <p:cNvPr id="23" name="Graphique 22" descr="Mur de briques avec un remplissage uni">
                <a:extLst>
                  <a:ext uri="{FF2B5EF4-FFF2-40B4-BE49-F238E27FC236}">
                    <a16:creationId xmlns:a16="http://schemas.microsoft.com/office/drawing/2014/main" id="{7A92CC36-20C8-41FC-A749-D69580029EE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4025329"/>
                <a:ext cx="914400" cy="624623"/>
              </a:xfrm>
              <a:prstGeom prst="rect">
                <a:avLst/>
              </a:prstGeom>
            </p:spPr>
          </p:pic>
          <p:pic>
            <p:nvPicPr>
              <p:cNvPr id="24" name="Graphique 23" descr="Mur de briques avec un remplissage uni">
                <a:extLst>
                  <a:ext uri="{FF2B5EF4-FFF2-40B4-BE49-F238E27FC236}">
                    <a16:creationId xmlns:a16="http://schemas.microsoft.com/office/drawing/2014/main" id="{C5BAC96A-FD99-46DC-A5A2-FDFABE51D70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3501774"/>
                <a:ext cx="914400" cy="624623"/>
              </a:xfrm>
              <a:prstGeom prst="rect">
                <a:avLst/>
              </a:prstGeom>
            </p:spPr>
          </p:pic>
          <p:pic>
            <p:nvPicPr>
              <p:cNvPr id="25" name="Graphique 24" descr="Mur de briques avec un remplissage uni">
                <a:extLst>
                  <a:ext uri="{FF2B5EF4-FFF2-40B4-BE49-F238E27FC236}">
                    <a16:creationId xmlns:a16="http://schemas.microsoft.com/office/drawing/2014/main" id="{76A758A4-26D3-404B-A35B-90520DD543D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2985743"/>
                <a:ext cx="914400" cy="624623"/>
              </a:xfrm>
              <a:prstGeom prst="rect">
                <a:avLst/>
              </a:prstGeom>
            </p:spPr>
          </p:pic>
          <p:pic>
            <p:nvPicPr>
              <p:cNvPr id="26" name="Graphique 25" descr="Mur de briques avec un remplissage uni">
                <a:extLst>
                  <a:ext uri="{FF2B5EF4-FFF2-40B4-BE49-F238E27FC236}">
                    <a16:creationId xmlns:a16="http://schemas.microsoft.com/office/drawing/2014/main" id="{4A7B9B52-8ADB-48DC-9595-1039DDB06AA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1793"/>
              <a:stretch/>
            </p:blipFill>
            <p:spPr>
              <a:xfrm>
                <a:off x="4849072" y="2280250"/>
                <a:ext cx="914400" cy="806561"/>
              </a:xfrm>
              <a:prstGeom prst="rect">
                <a:avLst/>
              </a:prstGeom>
            </p:spPr>
          </p:pic>
        </p:grpSp>
        <p:grpSp>
          <p:nvGrpSpPr>
            <p:cNvPr id="9" name="Groupe 8">
              <a:extLst>
                <a:ext uri="{FF2B5EF4-FFF2-40B4-BE49-F238E27FC236}">
                  <a16:creationId xmlns:a16="http://schemas.microsoft.com/office/drawing/2014/main" id="{8C7CE6A5-C517-4542-AE50-C977DA50B83E}"/>
                </a:ext>
              </a:extLst>
            </p:cNvPr>
            <p:cNvGrpSpPr/>
            <p:nvPr/>
          </p:nvGrpSpPr>
          <p:grpSpPr>
            <a:xfrm>
              <a:off x="4665431" y="5438324"/>
              <a:ext cx="2360012" cy="879143"/>
              <a:chOff x="3502812" y="1202922"/>
              <a:chExt cx="2592452" cy="965731"/>
            </a:xfrm>
          </p:grpSpPr>
          <p:pic>
            <p:nvPicPr>
              <p:cNvPr id="19" name="Graphique 18" descr="Une artiste avec un remplissage uni">
                <a:extLst>
                  <a:ext uri="{FF2B5EF4-FFF2-40B4-BE49-F238E27FC236}">
                    <a16:creationId xmlns:a16="http://schemas.microsoft.com/office/drawing/2014/main" id="{B6027B5C-E6EF-4260-B285-C3EBD1F76D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80864" y="1202922"/>
                <a:ext cx="914400" cy="914400"/>
              </a:xfrm>
              <a:prstGeom prst="rect">
                <a:avLst/>
              </a:prstGeom>
            </p:spPr>
          </p:pic>
          <p:pic>
            <p:nvPicPr>
              <p:cNvPr id="20" name="Graphique 19" descr="Femme DJ avec un remplissage uni">
                <a:extLst>
                  <a:ext uri="{FF2B5EF4-FFF2-40B4-BE49-F238E27FC236}">
                    <a16:creationId xmlns:a16="http://schemas.microsoft.com/office/drawing/2014/main" id="{92DE7A76-38F9-4507-9608-0A5E781857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502812" y="1254253"/>
                <a:ext cx="914400" cy="914400"/>
              </a:xfrm>
              <a:prstGeom prst="rect">
                <a:avLst/>
              </a:prstGeom>
            </p:spPr>
          </p:pic>
        </p:grpSp>
        <p:grpSp>
          <p:nvGrpSpPr>
            <p:cNvPr id="10" name="Groupe 9">
              <a:extLst>
                <a:ext uri="{FF2B5EF4-FFF2-40B4-BE49-F238E27FC236}">
                  <a16:creationId xmlns:a16="http://schemas.microsoft.com/office/drawing/2014/main" id="{F42BBAEF-9EBF-4462-A9FE-50EB933ADF68}"/>
                </a:ext>
              </a:extLst>
            </p:cNvPr>
            <p:cNvGrpSpPr/>
            <p:nvPr/>
          </p:nvGrpSpPr>
          <p:grpSpPr>
            <a:xfrm>
              <a:off x="4075313" y="4137693"/>
              <a:ext cx="642146" cy="2405327"/>
              <a:chOff x="4849072" y="2280250"/>
              <a:chExt cx="914400" cy="3425125"/>
            </a:xfrm>
          </p:grpSpPr>
          <p:pic>
            <p:nvPicPr>
              <p:cNvPr id="13" name="Graphique 12" descr="Mur de briques avec un remplissage uni">
                <a:extLst>
                  <a:ext uri="{FF2B5EF4-FFF2-40B4-BE49-F238E27FC236}">
                    <a16:creationId xmlns:a16="http://schemas.microsoft.com/office/drawing/2014/main" id="{C1A00219-D666-408E-A763-02DC55DEEBC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5080752"/>
                <a:ext cx="914400" cy="624623"/>
              </a:xfrm>
              <a:prstGeom prst="rect">
                <a:avLst/>
              </a:prstGeom>
            </p:spPr>
          </p:pic>
          <p:pic>
            <p:nvPicPr>
              <p:cNvPr id="14" name="Graphique 13" descr="Mur de briques avec un remplissage uni">
                <a:extLst>
                  <a:ext uri="{FF2B5EF4-FFF2-40B4-BE49-F238E27FC236}">
                    <a16:creationId xmlns:a16="http://schemas.microsoft.com/office/drawing/2014/main" id="{2D5E0FAF-A01F-4660-A6CF-63EADD48532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4557197"/>
                <a:ext cx="914400" cy="624623"/>
              </a:xfrm>
              <a:prstGeom prst="rect">
                <a:avLst/>
              </a:prstGeom>
            </p:spPr>
          </p:pic>
          <p:pic>
            <p:nvPicPr>
              <p:cNvPr id="15" name="Graphique 14" descr="Mur de briques avec un remplissage uni">
                <a:extLst>
                  <a:ext uri="{FF2B5EF4-FFF2-40B4-BE49-F238E27FC236}">
                    <a16:creationId xmlns:a16="http://schemas.microsoft.com/office/drawing/2014/main" id="{3E19ABDB-ED94-4BAA-AE73-9E7EA816467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4025329"/>
                <a:ext cx="914400" cy="624623"/>
              </a:xfrm>
              <a:prstGeom prst="rect">
                <a:avLst/>
              </a:prstGeom>
            </p:spPr>
          </p:pic>
          <p:pic>
            <p:nvPicPr>
              <p:cNvPr id="16" name="Graphique 15" descr="Mur de briques avec un remplissage uni">
                <a:extLst>
                  <a:ext uri="{FF2B5EF4-FFF2-40B4-BE49-F238E27FC236}">
                    <a16:creationId xmlns:a16="http://schemas.microsoft.com/office/drawing/2014/main" id="{C7D96D45-5FF5-402A-8589-51C054FB1E9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3501774"/>
                <a:ext cx="914400" cy="624623"/>
              </a:xfrm>
              <a:prstGeom prst="rect">
                <a:avLst/>
              </a:prstGeom>
            </p:spPr>
          </p:pic>
          <p:pic>
            <p:nvPicPr>
              <p:cNvPr id="17" name="Graphique 16" descr="Mur de briques avec un remplissage uni">
                <a:extLst>
                  <a:ext uri="{FF2B5EF4-FFF2-40B4-BE49-F238E27FC236}">
                    <a16:creationId xmlns:a16="http://schemas.microsoft.com/office/drawing/2014/main" id="{BC506A67-0E8F-48CF-AA19-C91A6491852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2985743"/>
                <a:ext cx="914400" cy="624623"/>
              </a:xfrm>
              <a:prstGeom prst="rect">
                <a:avLst/>
              </a:prstGeom>
            </p:spPr>
          </p:pic>
          <p:pic>
            <p:nvPicPr>
              <p:cNvPr id="18" name="Graphique 17" descr="Mur de briques avec un remplissage uni">
                <a:extLst>
                  <a:ext uri="{FF2B5EF4-FFF2-40B4-BE49-F238E27FC236}">
                    <a16:creationId xmlns:a16="http://schemas.microsoft.com/office/drawing/2014/main" id="{10F0F215-29AD-4B1E-AFAC-4CCB245B897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1793"/>
              <a:stretch/>
            </p:blipFill>
            <p:spPr>
              <a:xfrm>
                <a:off x="4849072" y="2280250"/>
                <a:ext cx="914400" cy="806561"/>
              </a:xfrm>
              <a:prstGeom prst="rect">
                <a:avLst/>
              </a:prstGeom>
            </p:spPr>
          </p:pic>
        </p:grpSp>
        <p:pic>
          <p:nvPicPr>
            <p:cNvPr id="12" name="Graphique 11" descr="Écolière avec un remplissage uni">
              <a:extLst>
                <a:ext uri="{FF2B5EF4-FFF2-40B4-BE49-F238E27FC236}">
                  <a16:creationId xmlns:a16="http://schemas.microsoft.com/office/drawing/2014/main" id="{8F98DDD5-2D4A-459E-B314-55770BB553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94676" y="5485052"/>
              <a:ext cx="832415" cy="832415"/>
            </a:xfrm>
            <a:prstGeom prst="rect">
              <a:avLst/>
            </a:prstGeom>
          </p:spPr>
        </p:pic>
      </p:grpSp>
      <p:pic>
        <p:nvPicPr>
          <p:cNvPr id="35" name="Graphique 34" descr="Sablier 90% avec un remplissage uni">
            <a:extLst>
              <a:ext uri="{FF2B5EF4-FFF2-40B4-BE49-F238E27FC236}">
                <a16:creationId xmlns:a16="http://schemas.microsoft.com/office/drawing/2014/main" id="{D5A5F809-3428-4079-AC6A-AB7E7179D02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56169" y="3735172"/>
            <a:ext cx="287724" cy="282306"/>
          </a:xfrm>
          <a:prstGeom prst="rect">
            <a:avLst/>
          </a:prstGeom>
        </p:spPr>
      </p:pic>
      <p:pic>
        <p:nvPicPr>
          <p:cNvPr id="36" name="Graphique 35" descr="Argent volant avec un remplissage uni">
            <a:extLst>
              <a:ext uri="{FF2B5EF4-FFF2-40B4-BE49-F238E27FC236}">
                <a16:creationId xmlns:a16="http://schemas.microsoft.com/office/drawing/2014/main" id="{CEFEBC72-F64E-4D53-B42F-0406E3F5A7C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661135" y="4029529"/>
            <a:ext cx="268595" cy="263537"/>
          </a:xfrm>
          <a:prstGeom prst="rect">
            <a:avLst/>
          </a:prstGeom>
        </p:spPr>
      </p:pic>
      <p:pic>
        <p:nvPicPr>
          <p:cNvPr id="37" name="Graphique 36" descr="Zombie avec un remplissage uni">
            <a:extLst>
              <a:ext uri="{FF2B5EF4-FFF2-40B4-BE49-F238E27FC236}">
                <a16:creationId xmlns:a16="http://schemas.microsoft.com/office/drawing/2014/main" id="{4A8119A4-3B3D-40C6-92E1-7395BC33A6B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56169" y="4244134"/>
            <a:ext cx="287724" cy="282306"/>
          </a:xfrm>
          <a:prstGeom prst="rect">
            <a:avLst/>
          </a:prstGeom>
        </p:spPr>
      </p:pic>
      <p:pic>
        <p:nvPicPr>
          <p:cNvPr id="38" name="Graphique 37" descr="Questions avec un remplissage uni">
            <a:extLst>
              <a:ext uri="{FF2B5EF4-FFF2-40B4-BE49-F238E27FC236}">
                <a16:creationId xmlns:a16="http://schemas.microsoft.com/office/drawing/2014/main" id="{046F10E7-C310-4A30-BD25-0FBFAD62C95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637606" y="2550115"/>
            <a:ext cx="340061" cy="333657"/>
          </a:xfrm>
          <a:prstGeom prst="rect">
            <a:avLst/>
          </a:prstGeom>
        </p:spPr>
      </p:pic>
      <p:pic>
        <p:nvPicPr>
          <p:cNvPr id="39" name="Graphique 38" descr="Pouce en bas avec un remplissage uni">
            <a:extLst>
              <a:ext uri="{FF2B5EF4-FFF2-40B4-BE49-F238E27FC236}">
                <a16:creationId xmlns:a16="http://schemas.microsoft.com/office/drawing/2014/main" id="{B3A21CD7-5CB0-4711-BE6B-CE1EC5F0540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653419" y="3202388"/>
            <a:ext cx="260280" cy="255378"/>
          </a:xfrm>
          <a:prstGeom prst="rect">
            <a:avLst/>
          </a:prstGeom>
        </p:spPr>
      </p:pic>
      <p:pic>
        <p:nvPicPr>
          <p:cNvPr id="40" name="Graphique 39" descr="Cœur brisé avec un remplissage uni">
            <a:extLst>
              <a:ext uri="{FF2B5EF4-FFF2-40B4-BE49-F238E27FC236}">
                <a16:creationId xmlns:a16="http://schemas.microsoft.com/office/drawing/2014/main" id="{ABFB02CC-1798-49D0-B0D8-EFB159BF124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69890" y="2938158"/>
            <a:ext cx="260280" cy="255378"/>
          </a:xfrm>
          <a:prstGeom prst="rect">
            <a:avLst/>
          </a:prstGeom>
        </p:spPr>
      </p:pic>
      <p:pic>
        <p:nvPicPr>
          <p:cNvPr id="41" name="Graphique 40" descr="Femme juge avec un remplissage uni">
            <a:extLst>
              <a:ext uri="{FF2B5EF4-FFF2-40B4-BE49-F238E27FC236}">
                <a16:creationId xmlns:a16="http://schemas.microsoft.com/office/drawing/2014/main" id="{848E5A46-5B72-485A-9A61-3C4078928DC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69889" y="3465950"/>
            <a:ext cx="260280" cy="255378"/>
          </a:xfrm>
          <a:prstGeom prst="rect">
            <a:avLst/>
          </a:prstGeom>
        </p:spPr>
      </p:pic>
      <p:pic>
        <p:nvPicPr>
          <p:cNvPr id="42" name="Graphique 41" descr="Stop avec un remplissage uni">
            <a:extLst>
              <a:ext uri="{FF2B5EF4-FFF2-40B4-BE49-F238E27FC236}">
                <a16:creationId xmlns:a16="http://schemas.microsoft.com/office/drawing/2014/main" id="{7DAFD20C-AF22-4C95-A620-C32B730CA51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643628" y="4506330"/>
            <a:ext cx="351174" cy="344561"/>
          </a:xfrm>
          <a:prstGeom prst="rect">
            <a:avLst/>
          </a:prstGeom>
        </p:spPr>
      </p:pic>
      <p:pic>
        <p:nvPicPr>
          <p:cNvPr id="43" name="Graphique 42" descr="Prison avec un remplissage uni">
            <a:extLst>
              <a:ext uri="{FF2B5EF4-FFF2-40B4-BE49-F238E27FC236}">
                <a16:creationId xmlns:a16="http://schemas.microsoft.com/office/drawing/2014/main" id="{0BFB0103-E0BD-4DE0-85FF-303547C884C9}"/>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5631959" y="5077964"/>
            <a:ext cx="378449" cy="371323"/>
          </a:xfrm>
          <a:prstGeom prst="rect">
            <a:avLst/>
          </a:prstGeom>
        </p:spPr>
      </p:pic>
      <p:pic>
        <p:nvPicPr>
          <p:cNvPr id="44" name="Graphique 43" descr="Batterie chargée avec un remplissage uni">
            <a:extLst>
              <a:ext uri="{FF2B5EF4-FFF2-40B4-BE49-F238E27FC236}">
                <a16:creationId xmlns:a16="http://schemas.microsoft.com/office/drawing/2014/main" id="{1CE04021-E728-41AF-BBEC-42E1E63465C1}"/>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643628" y="4819662"/>
            <a:ext cx="306570" cy="300797"/>
          </a:xfrm>
          <a:prstGeom prst="rect">
            <a:avLst/>
          </a:prstGeom>
        </p:spPr>
      </p:pic>
    </p:spTree>
    <p:extLst>
      <p:ext uri="{BB962C8B-B14F-4D97-AF65-F5344CB8AC3E}">
        <p14:creationId xmlns:p14="http://schemas.microsoft.com/office/powerpoint/2010/main" val="2742599109"/>
      </p:ext>
    </p:extLst>
  </p:cSld>
  <p:clrMapOvr>
    <a:masterClrMapping/>
  </p:clrMapOvr>
  <mc:AlternateContent xmlns:mc="http://schemas.openxmlformats.org/markup-compatibility/2006" xmlns:p14="http://schemas.microsoft.com/office/powerpoint/2010/main">
    <mc:Choice Requires="p14">
      <p:transition spd="slow" p14:dur="2000" advTm="33672"/>
    </mc:Choice>
    <mc:Fallback xmlns="">
      <p:transition spd="slow" advTm="33672"/>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P10</a:t>
            </a:r>
            <a:br>
              <a:rPr lang="en-US" dirty="0"/>
            </a:br>
            <a:r>
              <a:rPr lang="en-US" dirty="0"/>
              <a:t>Identify your engagement Rear walls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277267"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543054"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3940341"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374419"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833970"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413293"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8810580"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244658"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grpSp>
        <p:nvGrpSpPr>
          <p:cNvPr id="3" name="Groupe 2">
            <a:extLst>
              <a:ext uri="{FF2B5EF4-FFF2-40B4-BE49-F238E27FC236}">
                <a16:creationId xmlns:a16="http://schemas.microsoft.com/office/drawing/2014/main" id="{ECE46FCA-8A91-4BBE-8E8F-A600316BA41A}"/>
              </a:ext>
            </a:extLst>
          </p:cNvPr>
          <p:cNvGrpSpPr/>
          <p:nvPr/>
        </p:nvGrpSpPr>
        <p:grpSpPr>
          <a:xfrm>
            <a:off x="1646964" y="3687849"/>
            <a:ext cx="589432" cy="2207871"/>
            <a:chOff x="4549190" y="4633585"/>
            <a:chExt cx="589432" cy="2207871"/>
          </a:xfrm>
        </p:grpSpPr>
        <p:pic>
          <p:nvPicPr>
            <p:cNvPr id="40" name="Graphique 39" descr="Mur de briques avec un remplissage uni">
              <a:extLst>
                <a:ext uri="{FF2B5EF4-FFF2-40B4-BE49-F238E27FC236}">
                  <a16:creationId xmlns:a16="http://schemas.microsoft.com/office/drawing/2014/main" id="{FB2260F6-B4B1-4F1E-883E-EF27A1751B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2" name="Graphique 41" descr="Mur de briques avec un remplissage uni">
              <a:extLst>
                <a:ext uri="{FF2B5EF4-FFF2-40B4-BE49-F238E27FC236}">
                  <a16:creationId xmlns:a16="http://schemas.microsoft.com/office/drawing/2014/main" id="{A56ECE07-E4BC-4B80-81E0-92F5A82BE3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43" name="Graphique 42" descr="Mur de briques avec un remplissage uni">
              <a:extLst>
                <a:ext uri="{FF2B5EF4-FFF2-40B4-BE49-F238E27FC236}">
                  <a16:creationId xmlns:a16="http://schemas.microsoft.com/office/drawing/2014/main" id="{33A22896-BCFF-447D-8837-A2E4083D5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44" name="Graphique 43" descr="Mur de briques avec un remplissage uni">
              <a:extLst>
                <a:ext uri="{FF2B5EF4-FFF2-40B4-BE49-F238E27FC236}">
                  <a16:creationId xmlns:a16="http://schemas.microsoft.com/office/drawing/2014/main" id="{7C403915-B39C-4AA1-A28D-0D45A51882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45" name="Graphique 44" descr="Mur de briques avec un remplissage uni">
              <a:extLst>
                <a:ext uri="{FF2B5EF4-FFF2-40B4-BE49-F238E27FC236}">
                  <a16:creationId xmlns:a16="http://schemas.microsoft.com/office/drawing/2014/main" id="{343C5BF3-15F7-4426-8698-D15B25A61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46" name="Graphique 45" descr="Mur de briques avec un remplissage uni">
              <a:extLst>
                <a:ext uri="{FF2B5EF4-FFF2-40B4-BE49-F238E27FC236}">
                  <a16:creationId xmlns:a16="http://schemas.microsoft.com/office/drawing/2014/main" id="{F4B0E6F7-7CAF-4DD5-9EF5-27EC75E959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47" name="Groupe 46">
            <a:extLst>
              <a:ext uri="{FF2B5EF4-FFF2-40B4-BE49-F238E27FC236}">
                <a16:creationId xmlns:a16="http://schemas.microsoft.com/office/drawing/2014/main" id="{371670B8-4C8C-455C-B1AE-018430D4BFAF}"/>
              </a:ext>
            </a:extLst>
          </p:cNvPr>
          <p:cNvGrpSpPr/>
          <p:nvPr/>
        </p:nvGrpSpPr>
        <p:grpSpPr>
          <a:xfrm>
            <a:off x="3227418" y="3687849"/>
            <a:ext cx="589432" cy="2207871"/>
            <a:chOff x="4549190" y="4633585"/>
            <a:chExt cx="589432" cy="2207871"/>
          </a:xfrm>
        </p:grpSpPr>
        <p:pic>
          <p:nvPicPr>
            <p:cNvPr id="48" name="Graphique 47" descr="Mur de briques avec un remplissage uni">
              <a:extLst>
                <a:ext uri="{FF2B5EF4-FFF2-40B4-BE49-F238E27FC236}">
                  <a16:creationId xmlns:a16="http://schemas.microsoft.com/office/drawing/2014/main" id="{EF6BD225-6760-4128-B962-5A62288757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9" name="Graphique 48" descr="Mur de briques avec un remplissage uni">
              <a:extLst>
                <a:ext uri="{FF2B5EF4-FFF2-40B4-BE49-F238E27FC236}">
                  <a16:creationId xmlns:a16="http://schemas.microsoft.com/office/drawing/2014/main" id="{7A92BB50-3802-4E86-9911-7EEC04D312D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0" name="Graphique 49" descr="Mur de briques avec un remplissage uni">
              <a:extLst>
                <a:ext uri="{FF2B5EF4-FFF2-40B4-BE49-F238E27FC236}">
                  <a16:creationId xmlns:a16="http://schemas.microsoft.com/office/drawing/2014/main" id="{D3F5DA60-B1EF-476D-88A0-7A792F0989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1" name="Graphique 50" descr="Mur de briques avec un remplissage uni">
              <a:extLst>
                <a:ext uri="{FF2B5EF4-FFF2-40B4-BE49-F238E27FC236}">
                  <a16:creationId xmlns:a16="http://schemas.microsoft.com/office/drawing/2014/main" id="{BD603662-8A72-4C0C-A2EB-91F1455FBB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2" name="Graphique 51" descr="Mur de briques avec un remplissage uni">
              <a:extLst>
                <a:ext uri="{FF2B5EF4-FFF2-40B4-BE49-F238E27FC236}">
                  <a16:creationId xmlns:a16="http://schemas.microsoft.com/office/drawing/2014/main" id="{4999C97D-C509-45FF-9E30-52CC3021539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53" name="Graphique 52" descr="Mur de briques avec un remplissage uni">
              <a:extLst>
                <a:ext uri="{FF2B5EF4-FFF2-40B4-BE49-F238E27FC236}">
                  <a16:creationId xmlns:a16="http://schemas.microsoft.com/office/drawing/2014/main" id="{D91F80A9-ECD9-470B-9209-41B960A06E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54" name="Groupe 53">
            <a:extLst>
              <a:ext uri="{FF2B5EF4-FFF2-40B4-BE49-F238E27FC236}">
                <a16:creationId xmlns:a16="http://schemas.microsoft.com/office/drawing/2014/main" id="{3B872303-A1C2-4242-A4F9-76395DDE462E}"/>
              </a:ext>
            </a:extLst>
          </p:cNvPr>
          <p:cNvGrpSpPr/>
          <p:nvPr/>
        </p:nvGrpSpPr>
        <p:grpSpPr>
          <a:xfrm>
            <a:off x="4907717" y="3681411"/>
            <a:ext cx="589432" cy="2207871"/>
            <a:chOff x="4549190" y="4633585"/>
            <a:chExt cx="589432" cy="2207871"/>
          </a:xfrm>
        </p:grpSpPr>
        <p:pic>
          <p:nvPicPr>
            <p:cNvPr id="55" name="Graphique 54" descr="Mur de briques avec un remplissage uni">
              <a:extLst>
                <a:ext uri="{FF2B5EF4-FFF2-40B4-BE49-F238E27FC236}">
                  <a16:creationId xmlns:a16="http://schemas.microsoft.com/office/drawing/2014/main" id="{82C4ECB9-0BF7-447B-97D6-7E0E3BE100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56" name="Graphique 55" descr="Mur de briques avec un remplissage uni">
              <a:extLst>
                <a:ext uri="{FF2B5EF4-FFF2-40B4-BE49-F238E27FC236}">
                  <a16:creationId xmlns:a16="http://schemas.microsoft.com/office/drawing/2014/main" id="{62D948DE-7033-4C05-8C7B-CA9D070860E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7" name="Graphique 56" descr="Mur de briques avec un remplissage uni">
              <a:extLst>
                <a:ext uri="{FF2B5EF4-FFF2-40B4-BE49-F238E27FC236}">
                  <a16:creationId xmlns:a16="http://schemas.microsoft.com/office/drawing/2014/main" id="{B0B5D4DD-A40A-4C88-ACF0-E27EF9C2D6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8" name="Graphique 57" descr="Mur de briques avec un remplissage uni">
              <a:extLst>
                <a:ext uri="{FF2B5EF4-FFF2-40B4-BE49-F238E27FC236}">
                  <a16:creationId xmlns:a16="http://schemas.microsoft.com/office/drawing/2014/main" id="{4F5724BD-1CCF-40BD-A5ED-B646359FD3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9" name="Graphique 58" descr="Mur de briques avec un remplissage uni">
              <a:extLst>
                <a:ext uri="{FF2B5EF4-FFF2-40B4-BE49-F238E27FC236}">
                  <a16:creationId xmlns:a16="http://schemas.microsoft.com/office/drawing/2014/main" id="{8A1F6869-3F3F-4B8B-B5FF-7FB5D24520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0" name="Graphique 59" descr="Mur de briques avec un remplissage uni">
              <a:extLst>
                <a:ext uri="{FF2B5EF4-FFF2-40B4-BE49-F238E27FC236}">
                  <a16:creationId xmlns:a16="http://schemas.microsoft.com/office/drawing/2014/main" id="{F785B0F1-3C4E-4D8B-AC1C-D827F75CFA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1" name="Groupe 60">
            <a:extLst>
              <a:ext uri="{FF2B5EF4-FFF2-40B4-BE49-F238E27FC236}">
                <a16:creationId xmlns:a16="http://schemas.microsoft.com/office/drawing/2014/main" id="{0154EDE2-155E-47B1-8892-7557F100108C}"/>
              </a:ext>
            </a:extLst>
          </p:cNvPr>
          <p:cNvGrpSpPr/>
          <p:nvPr/>
        </p:nvGrpSpPr>
        <p:grpSpPr>
          <a:xfrm>
            <a:off x="6488171" y="3681411"/>
            <a:ext cx="589432" cy="2207871"/>
            <a:chOff x="4549190" y="4633585"/>
            <a:chExt cx="589432" cy="2207871"/>
          </a:xfrm>
        </p:grpSpPr>
        <p:pic>
          <p:nvPicPr>
            <p:cNvPr id="62" name="Graphique 61" descr="Mur de briques avec un remplissage uni">
              <a:extLst>
                <a:ext uri="{FF2B5EF4-FFF2-40B4-BE49-F238E27FC236}">
                  <a16:creationId xmlns:a16="http://schemas.microsoft.com/office/drawing/2014/main" id="{C29037B8-D8B3-4B98-A7F8-F57105A5E6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63" name="Graphique 62" descr="Mur de briques avec un remplissage uni">
              <a:extLst>
                <a:ext uri="{FF2B5EF4-FFF2-40B4-BE49-F238E27FC236}">
                  <a16:creationId xmlns:a16="http://schemas.microsoft.com/office/drawing/2014/main" id="{788DBC55-D097-41E6-AD50-EFDF8686876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64" name="Graphique 63" descr="Mur de briques avec un remplissage uni">
              <a:extLst>
                <a:ext uri="{FF2B5EF4-FFF2-40B4-BE49-F238E27FC236}">
                  <a16:creationId xmlns:a16="http://schemas.microsoft.com/office/drawing/2014/main" id="{4341252D-2729-4CD0-8FCE-116197D920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65" name="Graphique 64" descr="Mur de briques avec un remplissage uni">
              <a:extLst>
                <a:ext uri="{FF2B5EF4-FFF2-40B4-BE49-F238E27FC236}">
                  <a16:creationId xmlns:a16="http://schemas.microsoft.com/office/drawing/2014/main" id="{E91753ED-716B-458C-9E04-E9F356FB3B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66" name="Graphique 65" descr="Mur de briques avec un remplissage uni">
              <a:extLst>
                <a:ext uri="{FF2B5EF4-FFF2-40B4-BE49-F238E27FC236}">
                  <a16:creationId xmlns:a16="http://schemas.microsoft.com/office/drawing/2014/main" id="{2FA39551-9F78-4791-B3F5-559C2619C1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7" name="Graphique 66" descr="Mur de briques avec un remplissage uni">
              <a:extLst>
                <a:ext uri="{FF2B5EF4-FFF2-40B4-BE49-F238E27FC236}">
                  <a16:creationId xmlns:a16="http://schemas.microsoft.com/office/drawing/2014/main" id="{497736D9-EB61-4E0F-90FD-EBD3C7535E2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8" name="Groupe 67">
            <a:extLst>
              <a:ext uri="{FF2B5EF4-FFF2-40B4-BE49-F238E27FC236}">
                <a16:creationId xmlns:a16="http://schemas.microsoft.com/office/drawing/2014/main" id="{089B7CE2-8FB5-4507-9CC7-4DCD964AD42A}"/>
              </a:ext>
            </a:extLst>
          </p:cNvPr>
          <p:cNvGrpSpPr/>
          <p:nvPr/>
        </p:nvGrpSpPr>
        <p:grpSpPr>
          <a:xfrm>
            <a:off x="8168470" y="3672022"/>
            <a:ext cx="589432" cy="2207871"/>
            <a:chOff x="4549190" y="4633585"/>
            <a:chExt cx="589432" cy="2207871"/>
          </a:xfrm>
        </p:grpSpPr>
        <p:pic>
          <p:nvPicPr>
            <p:cNvPr id="69" name="Graphique 68" descr="Mur de briques avec un remplissage uni">
              <a:extLst>
                <a:ext uri="{FF2B5EF4-FFF2-40B4-BE49-F238E27FC236}">
                  <a16:creationId xmlns:a16="http://schemas.microsoft.com/office/drawing/2014/main" id="{AE3FEE25-158E-4CA9-BE95-304EC5AD06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70" name="Graphique 69" descr="Mur de briques avec un remplissage uni">
              <a:extLst>
                <a:ext uri="{FF2B5EF4-FFF2-40B4-BE49-F238E27FC236}">
                  <a16:creationId xmlns:a16="http://schemas.microsoft.com/office/drawing/2014/main" id="{6D19FBA9-B245-4F35-A2D5-B3C97BA9E3E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71" name="Graphique 70" descr="Mur de briques avec un remplissage uni">
              <a:extLst>
                <a:ext uri="{FF2B5EF4-FFF2-40B4-BE49-F238E27FC236}">
                  <a16:creationId xmlns:a16="http://schemas.microsoft.com/office/drawing/2014/main" id="{41609B30-A320-4C38-8492-93B83D278D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82" name="Graphique 81" descr="Mur de briques avec un remplissage uni">
              <a:extLst>
                <a:ext uri="{FF2B5EF4-FFF2-40B4-BE49-F238E27FC236}">
                  <a16:creationId xmlns:a16="http://schemas.microsoft.com/office/drawing/2014/main" id="{1AF3333C-1B2B-45DA-8654-934A7E0A983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83" name="Graphique 82" descr="Mur de briques avec un remplissage uni">
              <a:extLst>
                <a:ext uri="{FF2B5EF4-FFF2-40B4-BE49-F238E27FC236}">
                  <a16:creationId xmlns:a16="http://schemas.microsoft.com/office/drawing/2014/main" id="{343C2AAC-EBDA-4AA5-8A94-A7FF2E3A71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87" name="Graphique 86" descr="Mur de briques avec un remplissage uni">
              <a:extLst>
                <a:ext uri="{FF2B5EF4-FFF2-40B4-BE49-F238E27FC236}">
                  <a16:creationId xmlns:a16="http://schemas.microsoft.com/office/drawing/2014/main" id="{FBCE6C75-7D6E-4E4A-A1E9-CD53F3CFCE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95" name="Groupe 94">
            <a:extLst>
              <a:ext uri="{FF2B5EF4-FFF2-40B4-BE49-F238E27FC236}">
                <a16:creationId xmlns:a16="http://schemas.microsoft.com/office/drawing/2014/main" id="{0B37F3EC-EE38-4E1C-B180-C67CBDFD171B}"/>
              </a:ext>
            </a:extLst>
          </p:cNvPr>
          <p:cNvGrpSpPr/>
          <p:nvPr/>
        </p:nvGrpSpPr>
        <p:grpSpPr>
          <a:xfrm>
            <a:off x="9748924" y="3672022"/>
            <a:ext cx="589432" cy="2207871"/>
            <a:chOff x="4549190" y="4633585"/>
            <a:chExt cx="589432" cy="2207871"/>
          </a:xfrm>
        </p:grpSpPr>
        <p:pic>
          <p:nvPicPr>
            <p:cNvPr id="97" name="Graphique 96" descr="Mur de briques avec un remplissage uni">
              <a:extLst>
                <a:ext uri="{FF2B5EF4-FFF2-40B4-BE49-F238E27FC236}">
                  <a16:creationId xmlns:a16="http://schemas.microsoft.com/office/drawing/2014/main" id="{9822FAF0-1515-4DCE-8CE7-DBF72B2A7B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98" name="Graphique 97" descr="Mur de briques avec un remplissage uni">
              <a:extLst>
                <a:ext uri="{FF2B5EF4-FFF2-40B4-BE49-F238E27FC236}">
                  <a16:creationId xmlns:a16="http://schemas.microsoft.com/office/drawing/2014/main" id="{D35CA215-CA0E-4E77-836D-C2099C6171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99" name="Graphique 98" descr="Mur de briques avec un remplissage uni">
              <a:extLst>
                <a:ext uri="{FF2B5EF4-FFF2-40B4-BE49-F238E27FC236}">
                  <a16:creationId xmlns:a16="http://schemas.microsoft.com/office/drawing/2014/main" id="{405BFAC2-FA4F-40E7-A271-D15CDDFA2A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0" name="Graphique 99" descr="Mur de briques avec un remplissage uni">
              <a:extLst>
                <a:ext uri="{FF2B5EF4-FFF2-40B4-BE49-F238E27FC236}">
                  <a16:creationId xmlns:a16="http://schemas.microsoft.com/office/drawing/2014/main" id="{7B5CB492-4E6D-4AEF-89CA-616BC9187CA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1" name="Graphique 100" descr="Mur de briques avec un remplissage uni">
              <a:extLst>
                <a:ext uri="{FF2B5EF4-FFF2-40B4-BE49-F238E27FC236}">
                  <a16:creationId xmlns:a16="http://schemas.microsoft.com/office/drawing/2014/main" id="{D2D64D62-7BCB-4844-A29E-65B55F7285F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2" name="Graphique 101" descr="Mur de briques avec un remplissage uni">
              <a:extLst>
                <a:ext uri="{FF2B5EF4-FFF2-40B4-BE49-F238E27FC236}">
                  <a16:creationId xmlns:a16="http://schemas.microsoft.com/office/drawing/2014/main" id="{2277FE00-E442-4CF7-8C6B-09B55D5BFF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103" name="Groupe 102">
            <a:extLst>
              <a:ext uri="{FF2B5EF4-FFF2-40B4-BE49-F238E27FC236}">
                <a16:creationId xmlns:a16="http://schemas.microsoft.com/office/drawing/2014/main" id="{29D1985A-4456-48A0-AFB2-297F66DD9B87}"/>
              </a:ext>
            </a:extLst>
          </p:cNvPr>
          <p:cNvGrpSpPr/>
          <p:nvPr/>
        </p:nvGrpSpPr>
        <p:grpSpPr>
          <a:xfrm>
            <a:off x="16588" y="3692982"/>
            <a:ext cx="589432" cy="2207871"/>
            <a:chOff x="4549190" y="4633585"/>
            <a:chExt cx="589432" cy="2207871"/>
          </a:xfrm>
        </p:grpSpPr>
        <p:pic>
          <p:nvPicPr>
            <p:cNvPr id="104" name="Graphique 103" descr="Mur de briques avec un remplissage uni">
              <a:extLst>
                <a:ext uri="{FF2B5EF4-FFF2-40B4-BE49-F238E27FC236}">
                  <a16:creationId xmlns:a16="http://schemas.microsoft.com/office/drawing/2014/main" id="{613DAF50-95FD-4816-9D82-B915A285DC9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105" name="Graphique 104" descr="Mur de briques avec un remplissage uni">
              <a:extLst>
                <a:ext uri="{FF2B5EF4-FFF2-40B4-BE49-F238E27FC236}">
                  <a16:creationId xmlns:a16="http://schemas.microsoft.com/office/drawing/2014/main" id="{19B5DFD2-2C1B-437D-B7BA-95FA99854E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106" name="Graphique 105" descr="Mur de briques avec un remplissage uni">
              <a:extLst>
                <a:ext uri="{FF2B5EF4-FFF2-40B4-BE49-F238E27FC236}">
                  <a16:creationId xmlns:a16="http://schemas.microsoft.com/office/drawing/2014/main" id="{46EE626D-9CA9-4AA4-8799-981C3C14D7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7" name="Graphique 106" descr="Mur de briques avec un remplissage uni">
              <a:extLst>
                <a:ext uri="{FF2B5EF4-FFF2-40B4-BE49-F238E27FC236}">
                  <a16:creationId xmlns:a16="http://schemas.microsoft.com/office/drawing/2014/main" id="{4DFB16B2-C026-44BF-9832-52741AC9FF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8" name="Graphique 107" descr="Mur de briques avec un remplissage uni">
              <a:extLst>
                <a:ext uri="{FF2B5EF4-FFF2-40B4-BE49-F238E27FC236}">
                  <a16:creationId xmlns:a16="http://schemas.microsoft.com/office/drawing/2014/main" id="{C3687360-6A29-408E-8A86-198623C3D0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9" name="Graphique 108" descr="Mur de briques avec un remplissage uni">
              <a:extLst>
                <a:ext uri="{FF2B5EF4-FFF2-40B4-BE49-F238E27FC236}">
                  <a16:creationId xmlns:a16="http://schemas.microsoft.com/office/drawing/2014/main" id="{33EEFF45-7646-4077-8979-537DBCD18C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sp>
        <p:nvSpPr>
          <p:cNvPr id="114" name="Rectangle 113">
            <a:extLst>
              <a:ext uri="{FF2B5EF4-FFF2-40B4-BE49-F238E27FC236}">
                <a16:creationId xmlns:a16="http://schemas.microsoft.com/office/drawing/2014/main" id="{85F510F6-3E65-45EA-8636-39AE577A2A18}"/>
              </a:ext>
            </a:extLst>
          </p:cNvPr>
          <p:cNvSpPr/>
          <p:nvPr/>
        </p:nvSpPr>
        <p:spPr>
          <a:xfrm>
            <a:off x="218993" y="38700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218993" y="451076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224513" y="520894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1865970" y="386203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1865970" y="450274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871490" y="520092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428710" y="384620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428710" y="44869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434230" y="518509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111445" y="38401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111445" y="448083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5116965" y="51790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6684592" y="38346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6684592" y="44753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690112" y="51735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386668" y="38197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386668" y="44604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392188" y="515867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9973318" y="37951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9973318" y="44358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978838" y="51340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3411704853"/>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P10</a:t>
            </a:r>
            <a:br>
              <a:rPr lang="en-US" dirty="0"/>
            </a:br>
            <a:r>
              <a:rPr lang="en-US" dirty="0"/>
              <a:t>Identify your engagement Front walls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grpSp>
        <p:nvGrpSpPr>
          <p:cNvPr id="3" name="Groupe 2">
            <a:extLst>
              <a:ext uri="{FF2B5EF4-FFF2-40B4-BE49-F238E27FC236}">
                <a16:creationId xmlns:a16="http://schemas.microsoft.com/office/drawing/2014/main" id="{ECE46FCA-8A91-4BBE-8E8F-A600316BA41A}"/>
              </a:ext>
            </a:extLst>
          </p:cNvPr>
          <p:cNvGrpSpPr/>
          <p:nvPr/>
        </p:nvGrpSpPr>
        <p:grpSpPr>
          <a:xfrm>
            <a:off x="1994832" y="3687849"/>
            <a:ext cx="589432" cy="2207871"/>
            <a:chOff x="4549190" y="4633585"/>
            <a:chExt cx="589432" cy="2207871"/>
          </a:xfrm>
        </p:grpSpPr>
        <p:pic>
          <p:nvPicPr>
            <p:cNvPr id="40" name="Graphique 39" descr="Mur de briques avec un remplissage uni">
              <a:extLst>
                <a:ext uri="{FF2B5EF4-FFF2-40B4-BE49-F238E27FC236}">
                  <a16:creationId xmlns:a16="http://schemas.microsoft.com/office/drawing/2014/main" id="{FB2260F6-B4B1-4F1E-883E-EF27A1751B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2" name="Graphique 41" descr="Mur de briques avec un remplissage uni">
              <a:extLst>
                <a:ext uri="{FF2B5EF4-FFF2-40B4-BE49-F238E27FC236}">
                  <a16:creationId xmlns:a16="http://schemas.microsoft.com/office/drawing/2014/main" id="{A56ECE07-E4BC-4B80-81E0-92F5A82BE3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43" name="Graphique 42" descr="Mur de briques avec un remplissage uni">
              <a:extLst>
                <a:ext uri="{FF2B5EF4-FFF2-40B4-BE49-F238E27FC236}">
                  <a16:creationId xmlns:a16="http://schemas.microsoft.com/office/drawing/2014/main" id="{33A22896-BCFF-447D-8837-A2E4083D5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44" name="Graphique 43" descr="Mur de briques avec un remplissage uni">
              <a:extLst>
                <a:ext uri="{FF2B5EF4-FFF2-40B4-BE49-F238E27FC236}">
                  <a16:creationId xmlns:a16="http://schemas.microsoft.com/office/drawing/2014/main" id="{7C403915-B39C-4AA1-A28D-0D45A51882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45" name="Graphique 44" descr="Mur de briques avec un remplissage uni">
              <a:extLst>
                <a:ext uri="{FF2B5EF4-FFF2-40B4-BE49-F238E27FC236}">
                  <a16:creationId xmlns:a16="http://schemas.microsoft.com/office/drawing/2014/main" id="{343C5BF3-15F7-4426-8698-D15B25A61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46" name="Graphique 45" descr="Mur de briques avec un remplissage uni">
              <a:extLst>
                <a:ext uri="{FF2B5EF4-FFF2-40B4-BE49-F238E27FC236}">
                  <a16:creationId xmlns:a16="http://schemas.microsoft.com/office/drawing/2014/main" id="{F4B0E6F7-7CAF-4DD5-9EF5-27EC75E959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47" name="Groupe 46">
            <a:extLst>
              <a:ext uri="{FF2B5EF4-FFF2-40B4-BE49-F238E27FC236}">
                <a16:creationId xmlns:a16="http://schemas.microsoft.com/office/drawing/2014/main" id="{371670B8-4C8C-455C-B1AE-018430D4BFAF}"/>
              </a:ext>
            </a:extLst>
          </p:cNvPr>
          <p:cNvGrpSpPr/>
          <p:nvPr/>
        </p:nvGrpSpPr>
        <p:grpSpPr>
          <a:xfrm>
            <a:off x="3575286" y="3687849"/>
            <a:ext cx="589432" cy="2207871"/>
            <a:chOff x="4549190" y="4633585"/>
            <a:chExt cx="589432" cy="2207871"/>
          </a:xfrm>
        </p:grpSpPr>
        <p:pic>
          <p:nvPicPr>
            <p:cNvPr id="48" name="Graphique 47" descr="Mur de briques avec un remplissage uni">
              <a:extLst>
                <a:ext uri="{FF2B5EF4-FFF2-40B4-BE49-F238E27FC236}">
                  <a16:creationId xmlns:a16="http://schemas.microsoft.com/office/drawing/2014/main" id="{EF6BD225-6760-4128-B962-5A62288757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9" name="Graphique 48" descr="Mur de briques avec un remplissage uni">
              <a:extLst>
                <a:ext uri="{FF2B5EF4-FFF2-40B4-BE49-F238E27FC236}">
                  <a16:creationId xmlns:a16="http://schemas.microsoft.com/office/drawing/2014/main" id="{7A92BB50-3802-4E86-9911-7EEC04D312D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0" name="Graphique 49" descr="Mur de briques avec un remplissage uni">
              <a:extLst>
                <a:ext uri="{FF2B5EF4-FFF2-40B4-BE49-F238E27FC236}">
                  <a16:creationId xmlns:a16="http://schemas.microsoft.com/office/drawing/2014/main" id="{D3F5DA60-B1EF-476D-88A0-7A792F0989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1" name="Graphique 50" descr="Mur de briques avec un remplissage uni">
              <a:extLst>
                <a:ext uri="{FF2B5EF4-FFF2-40B4-BE49-F238E27FC236}">
                  <a16:creationId xmlns:a16="http://schemas.microsoft.com/office/drawing/2014/main" id="{BD603662-8A72-4C0C-A2EB-91F1455FBB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2" name="Graphique 51" descr="Mur de briques avec un remplissage uni">
              <a:extLst>
                <a:ext uri="{FF2B5EF4-FFF2-40B4-BE49-F238E27FC236}">
                  <a16:creationId xmlns:a16="http://schemas.microsoft.com/office/drawing/2014/main" id="{4999C97D-C509-45FF-9E30-52CC3021539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53" name="Graphique 52" descr="Mur de briques avec un remplissage uni">
              <a:extLst>
                <a:ext uri="{FF2B5EF4-FFF2-40B4-BE49-F238E27FC236}">
                  <a16:creationId xmlns:a16="http://schemas.microsoft.com/office/drawing/2014/main" id="{D91F80A9-ECD9-470B-9209-41B960A06E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54" name="Groupe 53">
            <a:extLst>
              <a:ext uri="{FF2B5EF4-FFF2-40B4-BE49-F238E27FC236}">
                <a16:creationId xmlns:a16="http://schemas.microsoft.com/office/drawing/2014/main" id="{3B872303-A1C2-4242-A4F9-76395DDE462E}"/>
              </a:ext>
            </a:extLst>
          </p:cNvPr>
          <p:cNvGrpSpPr/>
          <p:nvPr/>
        </p:nvGrpSpPr>
        <p:grpSpPr>
          <a:xfrm>
            <a:off x="5255585" y="3681411"/>
            <a:ext cx="589432" cy="2207871"/>
            <a:chOff x="4549190" y="4633585"/>
            <a:chExt cx="589432" cy="2207871"/>
          </a:xfrm>
        </p:grpSpPr>
        <p:pic>
          <p:nvPicPr>
            <p:cNvPr id="55" name="Graphique 54" descr="Mur de briques avec un remplissage uni">
              <a:extLst>
                <a:ext uri="{FF2B5EF4-FFF2-40B4-BE49-F238E27FC236}">
                  <a16:creationId xmlns:a16="http://schemas.microsoft.com/office/drawing/2014/main" id="{82C4ECB9-0BF7-447B-97D6-7E0E3BE100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56" name="Graphique 55" descr="Mur de briques avec un remplissage uni">
              <a:extLst>
                <a:ext uri="{FF2B5EF4-FFF2-40B4-BE49-F238E27FC236}">
                  <a16:creationId xmlns:a16="http://schemas.microsoft.com/office/drawing/2014/main" id="{62D948DE-7033-4C05-8C7B-CA9D070860E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7" name="Graphique 56" descr="Mur de briques avec un remplissage uni">
              <a:extLst>
                <a:ext uri="{FF2B5EF4-FFF2-40B4-BE49-F238E27FC236}">
                  <a16:creationId xmlns:a16="http://schemas.microsoft.com/office/drawing/2014/main" id="{B0B5D4DD-A40A-4C88-ACF0-E27EF9C2D6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8" name="Graphique 57" descr="Mur de briques avec un remplissage uni">
              <a:extLst>
                <a:ext uri="{FF2B5EF4-FFF2-40B4-BE49-F238E27FC236}">
                  <a16:creationId xmlns:a16="http://schemas.microsoft.com/office/drawing/2014/main" id="{4F5724BD-1CCF-40BD-A5ED-B646359FD3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9" name="Graphique 58" descr="Mur de briques avec un remplissage uni">
              <a:extLst>
                <a:ext uri="{FF2B5EF4-FFF2-40B4-BE49-F238E27FC236}">
                  <a16:creationId xmlns:a16="http://schemas.microsoft.com/office/drawing/2014/main" id="{8A1F6869-3F3F-4B8B-B5FF-7FB5D24520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0" name="Graphique 59" descr="Mur de briques avec un remplissage uni">
              <a:extLst>
                <a:ext uri="{FF2B5EF4-FFF2-40B4-BE49-F238E27FC236}">
                  <a16:creationId xmlns:a16="http://schemas.microsoft.com/office/drawing/2014/main" id="{F785B0F1-3C4E-4D8B-AC1C-D827F75CFA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1" name="Groupe 60">
            <a:extLst>
              <a:ext uri="{FF2B5EF4-FFF2-40B4-BE49-F238E27FC236}">
                <a16:creationId xmlns:a16="http://schemas.microsoft.com/office/drawing/2014/main" id="{0154EDE2-155E-47B1-8892-7557F100108C}"/>
              </a:ext>
            </a:extLst>
          </p:cNvPr>
          <p:cNvGrpSpPr/>
          <p:nvPr/>
        </p:nvGrpSpPr>
        <p:grpSpPr>
          <a:xfrm>
            <a:off x="6836039" y="3681411"/>
            <a:ext cx="589432" cy="2207871"/>
            <a:chOff x="4549190" y="4633585"/>
            <a:chExt cx="589432" cy="2207871"/>
          </a:xfrm>
        </p:grpSpPr>
        <p:pic>
          <p:nvPicPr>
            <p:cNvPr id="62" name="Graphique 61" descr="Mur de briques avec un remplissage uni">
              <a:extLst>
                <a:ext uri="{FF2B5EF4-FFF2-40B4-BE49-F238E27FC236}">
                  <a16:creationId xmlns:a16="http://schemas.microsoft.com/office/drawing/2014/main" id="{C29037B8-D8B3-4B98-A7F8-F57105A5E6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63" name="Graphique 62" descr="Mur de briques avec un remplissage uni">
              <a:extLst>
                <a:ext uri="{FF2B5EF4-FFF2-40B4-BE49-F238E27FC236}">
                  <a16:creationId xmlns:a16="http://schemas.microsoft.com/office/drawing/2014/main" id="{788DBC55-D097-41E6-AD50-EFDF8686876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64" name="Graphique 63" descr="Mur de briques avec un remplissage uni">
              <a:extLst>
                <a:ext uri="{FF2B5EF4-FFF2-40B4-BE49-F238E27FC236}">
                  <a16:creationId xmlns:a16="http://schemas.microsoft.com/office/drawing/2014/main" id="{4341252D-2729-4CD0-8FCE-116197D920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65" name="Graphique 64" descr="Mur de briques avec un remplissage uni">
              <a:extLst>
                <a:ext uri="{FF2B5EF4-FFF2-40B4-BE49-F238E27FC236}">
                  <a16:creationId xmlns:a16="http://schemas.microsoft.com/office/drawing/2014/main" id="{E91753ED-716B-458C-9E04-E9F356FB3B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66" name="Graphique 65" descr="Mur de briques avec un remplissage uni">
              <a:extLst>
                <a:ext uri="{FF2B5EF4-FFF2-40B4-BE49-F238E27FC236}">
                  <a16:creationId xmlns:a16="http://schemas.microsoft.com/office/drawing/2014/main" id="{2FA39551-9F78-4791-B3F5-559C2619C1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7" name="Graphique 66" descr="Mur de briques avec un remplissage uni">
              <a:extLst>
                <a:ext uri="{FF2B5EF4-FFF2-40B4-BE49-F238E27FC236}">
                  <a16:creationId xmlns:a16="http://schemas.microsoft.com/office/drawing/2014/main" id="{497736D9-EB61-4E0F-90FD-EBD3C7535E2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8" name="Groupe 67">
            <a:extLst>
              <a:ext uri="{FF2B5EF4-FFF2-40B4-BE49-F238E27FC236}">
                <a16:creationId xmlns:a16="http://schemas.microsoft.com/office/drawing/2014/main" id="{089B7CE2-8FB5-4507-9CC7-4DCD964AD42A}"/>
              </a:ext>
            </a:extLst>
          </p:cNvPr>
          <p:cNvGrpSpPr/>
          <p:nvPr/>
        </p:nvGrpSpPr>
        <p:grpSpPr>
          <a:xfrm>
            <a:off x="8516338" y="3672022"/>
            <a:ext cx="589432" cy="2207871"/>
            <a:chOff x="4549190" y="4633585"/>
            <a:chExt cx="589432" cy="2207871"/>
          </a:xfrm>
        </p:grpSpPr>
        <p:pic>
          <p:nvPicPr>
            <p:cNvPr id="69" name="Graphique 68" descr="Mur de briques avec un remplissage uni">
              <a:extLst>
                <a:ext uri="{FF2B5EF4-FFF2-40B4-BE49-F238E27FC236}">
                  <a16:creationId xmlns:a16="http://schemas.microsoft.com/office/drawing/2014/main" id="{AE3FEE25-158E-4CA9-BE95-304EC5AD06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70" name="Graphique 69" descr="Mur de briques avec un remplissage uni">
              <a:extLst>
                <a:ext uri="{FF2B5EF4-FFF2-40B4-BE49-F238E27FC236}">
                  <a16:creationId xmlns:a16="http://schemas.microsoft.com/office/drawing/2014/main" id="{6D19FBA9-B245-4F35-A2D5-B3C97BA9E3E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71" name="Graphique 70" descr="Mur de briques avec un remplissage uni">
              <a:extLst>
                <a:ext uri="{FF2B5EF4-FFF2-40B4-BE49-F238E27FC236}">
                  <a16:creationId xmlns:a16="http://schemas.microsoft.com/office/drawing/2014/main" id="{41609B30-A320-4C38-8492-93B83D278D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82" name="Graphique 81" descr="Mur de briques avec un remplissage uni">
              <a:extLst>
                <a:ext uri="{FF2B5EF4-FFF2-40B4-BE49-F238E27FC236}">
                  <a16:creationId xmlns:a16="http://schemas.microsoft.com/office/drawing/2014/main" id="{1AF3333C-1B2B-45DA-8654-934A7E0A983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83" name="Graphique 82" descr="Mur de briques avec un remplissage uni">
              <a:extLst>
                <a:ext uri="{FF2B5EF4-FFF2-40B4-BE49-F238E27FC236}">
                  <a16:creationId xmlns:a16="http://schemas.microsoft.com/office/drawing/2014/main" id="{343C2AAC-EBDA-4AA5-8A94-A7FF2E3A71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87" name="Graphique 86" descr="Mur de briques avec un remplissage uni">
              <a:extLst>
                <a:ext uri="{FF2B5EF4-FFF2-40B4-BE49-F238E27FC236}">
                  <a16:creationId xmlns:a16="http://schemas.microsoft.com/office/drawing/2014/main" id="{FBCE6C75-7D6E-4E4A-A1E9-CD53F3CFCE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95" name="Groupe 94">
            <a:extLst>
              <a:ext uri="{FF2B5EF4-FFF2-40B4-BE49-F238E27FC236}">
                <a16:creationId xmlns:a16="http://schemas.microsoft.com/office/drawing/2014/main" id="{0B37F3EC-EE38-4E1C-B180-C67CBDFD171B}"/>
              </a:ext>
            </a:extLst>
          </p:cNvPr>
          <p:cNvGrpSpPr/>
          <p:nvPr/>
        </p:nvGrpSpPr>
        <p:grpSpPr>
          <a:xfrm>
            <a:off x="10096792" y="3672022"/>
            <a:ext cx="589432" cy="2207871"/>
            <a:chOff x="4549190" y="4633585"/>
            <a:chExt cx="589432" cy="2207871"/>
          </a:xfrm>
        </p:grpSpPr>
        <p:pic>
          <p:nvPicPr>
            <p:cNvPr id="97" name="Graphique 96" descr="Mur de briques avec un remplissage uni">
              <a:extLst>
                <a:ext uri="{FF2B5EF4-FFF2-40B4-BE49-F238E27FC236}">
                  <a16:creationId xmlns:a16="http://schemas.microsoft.com/office/drawing/2014/main" id="{9822FAF0-1515-4DCE-8CE7-DBF72B2A7B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98" name="Graphique 97" descr="Mur de briques avec un remplissage uni">
              <a:extLst>
                <a:ext uri="{FF2B5EF4-FFF2-40B4-BE49-F238E27FC236}">
                  <a16:creationId xmlns:a16="http://schemas.microsoft.com/office/drawing/2014/main" id="{D35CA215-CA0E-4E77-836D-C2099C6171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99" name="Graphique 98" descr="Mur de briques avec un remplissage uni">
              <a:extLst>
                <a:ext uri="{FF2B5EF4-FFF2-40B4-BE49-F238E27FC236}">
                  <a16:creationId xmlns:a16="http://schemas.microsoft.com/office/drawing/2014/main" id="{405BFAC2-FA4F-40E7-A271-D15CDDFA2A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0" name="Graphique 99" descr="Mur de briques avec un remplissage uni">
              <a:extLst>
                <a:ext uri="{FF2B5EF4-FFF2-40B4-BE49-F238E27FC236}">
                  <a16:creationId xmlns:a16="http://schemas.microsoft.com/office/drawing/2014/main" id="{7B5CB492-4E6D-4AEF-89CA-616BC9187CA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1" name="Graphique 100" descr="Mur de briques avec un remplissage uni">
              <a:extLst>
                <a:ext uri="{FF2B5EF4-FFF2-40B4-BE49-F238E27FC236}">
                  <a16:creationId xmlns:a16="http://schemas.microsoft.com/office/drawing/2014/main" id="{D2D64D62-7BCB-4844-A29E-65B55F7285F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2" name="Graphique 101" descr="Mur de briques avec un remplissage uni">
              <a:extLst>
                <a:ext uri="{FF2B5EF4-FFF2-40B4-BE49-F238E27FC236}">
                  <a16:creationId xmlns:a16="http://schemas.microsoft.com/office/drawing/2014/main" id="{2277FE00-E442-4CF7-8C6B-09B55D5BFF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103" name="Groupe 102">
            <a:extLst>
              <a:ext uri="{FF2B5EF4-FFF2-40B4-BE49-F238E27FC236}">
                <a16:creationId xmlns:a16="http://schemas.microsoft.com/office/drawing/2014/main" id="{29D1985A-4456-48A0-AFB2-297F66DD9B87}"/>
              </a:ext>
            </a:extLst>
          </p:cNvPr>
          <p:cNvGrpSpPr/>
          <p:nvPr/>
        </p:nvGrpSpPr>
        <p:grpSpPr>
          <a:xfrm>
            <a:off x="364456" y="3692982"/>
            <a:ext cx="589432" cy="2207871"/>
            <a:chOff x="4549190" y="4633585"/>
            <a:chExt cx="589432" cy="2207871"/>
          </a:xfrm>
        </p:grpSpPr>
        <p:pic>
          <p:nvPicPr>
            <p:cNvPr id="104" name="Graphique 103" descr="Mur de briques avec un remplissage uni">
              <a:extLst>
                <a:ext uri="{FF2B5EF4-FFF2-40B4-BE49-F238E27FC236}">
                  <a16:creationId xmlns:a16="http://schemas.microsoft.com/office/drawing/2014/main" id="{613DAF50-95FD-4816-9D82-B915A285DC9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105" name="Graphique 104" descr="Mur de briques avec un remplissage uni">
              <a:extLst>
                <a:ext uri="{FF2B5EF4-FFF2-40B4-BE49-F238E27FC236}">
                  <a16:creationId xmlns:a16="http://schemas.microsoft.com/office/drawing/2014/main" id="{19B5DFD2-2C1B-437D-B7BA-95FA99854E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106" name="Graphique 105" descr="Mur de briques avec un remplissage uni">
              <a:extLst>
                <a:ext uri="{FF2B5EF4-FFF2-40B4-BE49-F238E27FC236}">
                  <a16:creationId xmlns:a16="http://schemas.microsoft.com/office/drawing/2014/main" id="{46EE626D-9CA9-4AA4-8799-981C3C14D7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7" name="Graphique 106" descr="Mur de briques avec un remplissage uni">
              <a:extLst>
                <a:ext uri="{FF2B5EF4-FFF2-40B4-BE49-F238E27FC236}">
                  <a16:creationId xmlns:a16="http://schemas.microsoft.com/office/drawing/2014/main" id="{4DFB16B2-C026-44BF-9832-52741AC9FF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8" name="Graphique 107" descr="Mur de briques avec un remplissage uni">
              <a:extLst>
                <a:ext uri="{FF2B5EF4-FFF2-40B4-BE49-F238E27FC236}">
                  <a16:creationId xmlns:a16="http://schemas.microsoft.com/office/drawing/2014/main" id="{C3687360-6A29-408E-8A86-198623C3D0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9" name="Graphique 108" descr="Mur de briques avec un remplissage uni">
              <a:extLst>
                <a:ext uri="{FF2B5EF4-FFF2-40B4-BE49-F238E27FC236}">
                  <a16:creationId xmlns:a16="http://schemas.microsoft.com/office/drawing/2014/main" id="{33EEFF45-7646-4077-8979-537DBCD18C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sp>
        <p:nvSpPr>
          <p:cNvPr id="114" name="Rectangle 113">
            <a:extLst>
              <a:ext uri="{FF2B5EF4-FFF2-40B4-BE49-F238E27FC236}">
                <a16:creationId xmlns:a16="http://schemas.microsoft.com/office/drawing/2014/main" id="{85F510F6-3E65-45EA-8636-39AE577A2A18}"/>
              </a:ext>
            </a:extLst>
          </p:cNvPr>
          <p:cNvSpPr/>
          <p:nvPr/>
        </p:nvSpPr>
        <p:spPr>
          <a:xfrm>
            <a:off x="189175" y="38700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189175" y="451076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194695" y="520894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1836152" y="386203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1836152" y="450274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841672" y="520092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398892" y="384620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398892" y="44869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404412" y="518509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081627" y="38401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081627" y="448083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5087147" y="51790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6654774" y="38346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6654774" y="44753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660294" y="51735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356850" y="38197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356850" y="44604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362370" y="515867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9943500" y="37951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9943500" y="44358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949020" y="51340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3555974910"/>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D9F0143-3725-4F2D-8C19-7159D2860FCB}"/>
              </a:ext>
            </a:extLst>
          </p:cNvPr>
          <p:cNvSpPr>
            <a:spLocks noGrp="1"/>
          </p:cNvSpPr>
          <p:nvPr>
            <p:ph type="title"/>
          </p:nvPr>
        </p:nvSpPr>
        <p:spPr/>
        <p:txBody>
          <a:bodyPr/>
          <a:lstStyle/>
          <a:p>
            <a:pPr algn="ctr"/>
            <a:r>
              <a:rPr lang="en-US" dirty="0"/>
              <a:t>Use case</a:t>
            </a:r>
          </a:p>
        </p:txBody>
      </p:sp>
      <p:sp>
        <p:nvSpPr>
          <p:cNvPr id="6" name="Espace réservé du contenu 5">
            <a:extLst>
              <a:ext uri="{FF2B5EF4-FFF2-40B4-BE49-F238E27FC236}">
                <a16:creationId xmlns:a16="http://schemas.microsoft.com/office/drawing/2014/main" id="{B22A1477-67D6-43A3-A1B7-AFC82D4AFD96}"/>
              </a:ext>
            </a:extLst>
          </p:cNvPr>
          <p:cNvSpPr>
            <a:spLocks noGrp="1"/>
          </p:cNvSpPr>
          <p:nvPr>
            <p:ph idx="1"/>
          </p:nvPr>
        </p:nvSpPr>
        <p:spPr/>
        <p:txBody>
          <a:bodyPr/>
          <a:lstStyle/>
          <a:p>
            <a:pPr marL="0" indent="0">
              <a:buNone/>
            </a:pPr>
            <a:r>
              <a:rPr lang="en-US" dirty="0"/>
              <a:t> </a:t>
            </a:r>
          </a:p>
        </p:txBody>
      </p:sp>
      <p:pic>
        <p:nvPicPr>
          <p:cNvPr id="7" name="Graphique 6" descr="Écolière avec un remplissage uni">
            <a:extLst>
              <a:ext uri="{FF2B5EF4-FFF2-40B4-BE49-F238E27FC236}">
                <a16:creationId xmlns:a16="http://schemas.microsoft.com/office/drawing/2014/main" id="{FF95402E-4FF5-437A-9109-AE6E50C227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72636" y="4028704"/>
            <a:ext cx="2482676" cy="2482676"/>
          </a:xfrm>
          <a:prstGeom prst="rect">
            <a:avLst/>
          </a:prstGeom>
        </p:spPr>
      </p:pic>
      <p:sp>
        <p:nvSpPr>
          <p:cNvPr id="8" name="Bulle narrative : ronde 7">
            <a:extLst>
              <a:ext uri="{FF2B5EF4-FFF2-40B4-BE49-F238E27FC236}">
                <a16:creationId xmlns:a16="http://schemas.microsoft.com/office/drawing/2014/main" id="{DA7C68FC-7B6E-4D71-964B-7614B40F9666}"/>
              </a:ext>
            </a:extLst>
          </p:cNvPr>
          <p:cNvSpPr/>
          <p:nvPr/>
        </p:nvSpPr>
        <p:spPr>
          <a:xfrm>
            <a:off x="2668772" y="2679405"/>
            <a:ext cx="4284921" cy="1594883"/>
          </a:xfrm>
          <a:prstGeom prst="wedgeEllipseCallout">
            <a:avLst>
              <a:gd name="adj1" fmla="val -37408"/>
              <a:gd name="adj2" fmla="val 6250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 would really love to get involved more…</a:t>
            </a:r>
          </a:p>
        </p:txBody>
      </p:sp>
    </p:spTree>
    <p:extLst>
      <p:ext uri="{BB962C8B-B14F-4D97-AF65-F5344CB8AC3E}">
        <p14:creationId xmlns:p14="http://schemas.microsoft.com/office/powerpoint/2010/main" val="2972497799"/>
      </p:ext>
    </p:extLst>
  </p:cSld>
  <p:clrMapOvr>
    <a:masterClrMapping/>
  </p:clrMapOvr>
  <mc:AlternateContent xmlns:mc="http://schemas.openxmlformats.org/markup-compatibility/2006" xmlns:p14="http://schemas.microsoft.com/office/powerpoint/2010/main">
    <mc:Choice Requires="p14">
      <p:transition spd="slow" p14:dur="2000" advTm="13535"/>
    </mc:Choice>
    <mc:Fallback xmlns="">
      <p:transition spd="slow" advTm="13535"/>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BCF334-05DA-41C8-833A-2B06F2E2F824}"/>
              </a:ext>
            </a:extLst>
          </p:cNvPr>
          <p:cNvSpPr>
            <a:spLocks noGrp="1"/>
          </p:cNvSpPr>
          <p:nvPr>
            <p:ph type="title"/>
          </p:nvPr>
        </p:nvSpPr>
        <p:spPr/>
        <p:txBody>
          <a:bodyPr>
            <a:normAutofit fontScale="90000"/>
          </a:bodyPr>
          <a:lstStyle/>
          <a:p>
            <a:r>
              <a:rPr lang="en-US" dirty="0"/>
              <a:t>Challenge P11</a:t>
            </a:r>
            <a:br>
              <a:rPr lang="en-US" dirty="0"/>
            </a:br>
            <a:r>
              <a:rPr lang="en-US" dirty="0"/>
              <a:t>Identify and design Engagement Jumps</a:t>
            </a:r>
          </a:p>
        </p:txBody>
      </p:sp>
      <p:sp>
        <p:nvSpPr>
          <p:cNvPr id="28" name="ZoneTexte 27">
            <a:extLst>
              <a:ext uri="{FF2B5EF4-FFF2-40B4-BE49-F238E27FC236}">
                <a16:creationId xmlns:a16="http://schemas.microsoft.com/office/drawing/2014/main" id="{4ED8F56E-6C78-4CFF-A954-917DEC557786}"/>
              </a:ext>
            </a:extLst>
          </p:cNvPr>
          <p:cNvSpPr txBox="1"/>
          <p:nvPr/>
        </p:nvSpPr>
        <p:spPr>
          <a:xfrm>
            <a:off x="7111013" y="3240314"/>
            <a:ext cx="3838113" cy="2646494"/>
          </a:xfrm>
          <a:prstGeom prst="rect">
            <a:avLst/>
          </a:prstGeom>
          <a:noFill/>
        </p:spPr>
        <p:txBody>
          <a:bodyPr wrap="square" rtlCol="0">
            <a:spAutoFit/>
          </a:bodyPr>
          <a:lstStyle/>
          <a:p>
            <a:r>
              <a:rPr lang="en-US" sz="1200" b="1" dirty="0"/>
              <a:t>Engagement Front Jumps examples</a:t>
            </a:r>
          </a:p>
          <a:p>
            <a:endParaRPr lang="en-US" sz="1200" b="1" dirty="0"/>
          </a:p>
          <a:p>
            <a:pPr marL="285750" indent="-285750">
              <a:lnSpc>
                <a:spcPct val="150000"/>
              </a:lnSpc>
              <a:buFont typeface="Arial" panose="020B0604020202020204" pitchFamily="34" charset="0"/>
              <a:buChar char="•"/>
            </a:pPr>
            <a:r>
              <a:rPr lang="en-US" sz="1200" b="1" dirty="0"/>
              <a:t>Acceleration program / Mentoring – Coaching </a:t>
            </a:r>
            <a:r>
              <a:rPr lang="en-US" sz="1200" dirty="0"/>
              <a:t>: “I was trained to act further, now I want to act further”</a:t>
            </a:r>
          </a:p>
          <a:p>
            <a:pPr marL="285750" indent="-285750">
              <a:lnSpc>
                <a:spcPct val="150000"/>
              </a:lnSpc>
              <a:buFont typeface="Arial" panose="020B0604020202020204" pitchFamily="34" charset="0"/>
              <a:buChar char="•"/>
            </a:pPr>
            <a:r>
              <a:rPr lang="en-US" sz="1200" b="1" dirty="0"/>
              <a:t>Key decision </a:t>
            </a:r>
            <a:r>
              <a:rPr lang="en-US" sz="1200" dirty="0"/>
              <a:t>: “I figured out it was really time to…”</a:t>
            </a:r>
          </a:p>
          <a:p>
            <a:pPr marL="285750" indent="-285750">
              <a:lnSpc>
                <a:spcPct val="150000"/>
              </a:lnSpc>
              <a:buFont typeface="Arial" panose="020B0604020202020204" pitchFamily="34" charset="0"/>
              <a:buChar char="•"/>
            </a:pPr>
            <a:r>
              <a:rPr lang="en-US" sz="1200" b="1" dirty="0"/>
              <a:t>Progressive involvement </a:t>
            </a:r>
            <a:r>
              <a:rPr lang="en-US" sz="1200" dirty="0"/>
              <a:t>: “I ended up doing that much, step by step”</a:t>
            </a:r>
          </a:p>
          <a:p>
            <a:pPr marL="285750" indent="-285750">
              <a:lnSpc>
                <a:spcPct val="150000"/>
              </a:lnSpc>
              <a:buFont typeface="Arial" panose="020B0604020202020204" pitchFamily="34" charset="0"/>
              <a:buChar char="•"/>
            </a:pPr>
            <a:r>
              <a:rPr lang="en-US" sz="1200" dirty="0"/>
              <a:t>…</a:t>
            </a:r>
          </a:p>
        </p:txBody>
      </p:sp>
      <p:pic>
        <p:nvPicPr>
          <p:cNvPr id="21" name="Graphique 20" descr="Une artiste avec un remplissage uni">
            <a:extLst>
              <a:ext uri="{FF2B5EF4-FFF2-40B4-BE49-F238E27FC236}">
                <a16:creationId xmlns:a16="http://schemas.microsoft.com/office/drawing/2014/main" id="{E6AC38A6-B90F-43D2-A67E-AA81700E6D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39316" y="4012457"/>
            <a:ext cx="1759562" cy="1759560"/>
          </a:xfrm>
          <a:prstGeom prst="rect">
            <a:avLst/>
          </a:prstGeom>
        </p:spPr>
      </p:pic>
      <p:sp>
        <p:nvSpPr>
          <p:cNvPr id="52" name="ZoneTexte 51">
            <a:extLst>
              <a:ext uri="{FF2B5EF4-FFF2-40B4-BE49-F238E27FC236}">
                <a16:creationId xmlns:a16="http://schemas.microsoft.com/office/drawing/2014/main" id="{8F25CABD-8110-428F-8257-C1EE3C01C675}"/>
              </a:ext>
            </a:extLst>
          </p:cNvPr>
          <p:cNvSpPr txBox="1"/>
          <p:nvPr/>
        </p:nvSpPr>
        <p:spPr>
          <a:xfrm>
            <a:off x="447498" y="3240314"/>
            <a:ext cx="2867487" cy="2369495"/>
          </a:xfrm>
          <a:prstGeom prst="rect">
            <a:avLst/>
          </a:prstGeom>
          <a:noFill/>
        </p:spPr>
        <p:txBody>
          <a:bodyPr wrap="square" rtlCol="0">
            <a:spAutoFit/>
          </a:bodyPr>
          <a:lstStyle/>
          <a:p>
            <a:r>
              <a:rPr lang="en-US" sz="1200" b="1" dirty="0"/>
              <a:t>Engagement Rear Jumps examples</a:t>
            </a:r>
          </a:p>
          <a:p>
            <a:endParaRPr lang="en-US" sz="1200" b="1" dirty="0"/>
          </a:p>
          <a:p>
            <a:pPr marL="285750" indent="-285750">
              <a:lnSpc>
                <a:spcPct val="150000"/>
              </a:lnSpc>
              <a:buFont typeface="Arial" panose="020B0604020202020204" pitchFamily="34" charset="0"/>
              <a:buChar char="•"/>
            </a:pPr>
            <a:r>
              <a:rPr lang="en-US" sz="1200" b="1" dirty="0"/>
              <a:t>Demoting : </a:t>
            </a:r>
            <a:r>
              <a:rPr lang="en-US" sz="1200" dirty="0"/>
              <a:t>“The decision has been made by others to remove some functions …”</a:t>
            </a:r>
          </a:p>
          <a:p>
            <a:pPr marL="285750" indent="-285750">
              <a:lnSpc>
                <a:spcPct val="150000"/>
              </a:lnSpc>
              <a:buFont typeface="Arial" panose="020B0604020202020204" pitchFamily="34" charset="0"/>
              <a:buChar char="•"/>
            </a:pPr>
            <a:r>
              <a:rPr lang="en-US" sz="1200" b="1" dirty="0"/>
              <a:t>Disappointment : </a:t>
            </a:r>
            <a:r>
              <a:rPr lang="en-US" sz="1200" dirty="0"/>
              <a:t>“I invested myself too much and did not get any result”</a:t>
            </a:r>
          </a:p>
          <a:p>
            <a:pPr marL="285750" indent="-285750">
              <a:lnSpc>
                <a:spcPct val="150000"/>
              </a:lnSpc>
              <a:buFont typeface="Arial" panose="020B0604020202020204" pitchFamily="34" charset="0"/>
              <a:buChar char="•"/>
            </a:pPr>
            <a:r>
              <a:rPr lang="en-US" sz="1200" dirty="0"/>
              <a:t>….</a:t>
            </a:r>
          </a:p>
        </p:txBody>
      </p:sp>
      <p:pic>
        <p:nvPicPr>
          <p:cNvPr id="6" name="Graphique 5" descr="Retour avec un remplissage uni">
            <a:extLst>
              <a:ext uri="{FF2B5EF4-FFF2-40B4-BE49-F238E27FC236}">
                <a16:creationId xmlns:a16="http://schemas.microsoft.com/office/drawing/2014/main" id="{1C98D524-74A7-4FFE-BE32-D0AF89359B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416422">
            <a:off x="5500603" y="3118955"/>
            <a:ext cx="1530819" cy="1530819"/>
          </a:xfrm>
          <a:prstGeom prst="rect">
            <a:avLst/>
          </a:prstGeom>
        </p:spPr>
      </p:pic>
      <p:pic>
        <p:nvPicPr>
          <p:cNvPr id="8" name="Graphique 7" descr="Retour avec un remplissage uni">
            <a:extLst>
              <a:ext uri="{FF2B5EF4-FFF2-40B4-BE49-F238E27FC236}">
                <a16:creationId xmlns:a16="http://schemas.microsoft.com/office/drawing/2014/main" id="{10F2EF34-2E5A-4EF7-A44F-E88F2677A6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495049" flipH="1">
            <a:off x="3234902" y="3053512"/>
            <a:ext cx="1559753" cy="1559753"/>
          </a:xfrm>
          <a:prstGeom prst="rect">
            <a:avLst/>
          </a:prstGeom>
        </p:spPr>
      </p:pic>
    </p:spTree>
    <p:extLst>
      <p:ext uri="{BB962C8B-B14F-4D97-AF65-F5344CB8AC3E}">
        <p14:creationId xmlns:p14="http://schemas.microsoft.com/office/powerpoint/2010/main" val="661125353"/>
      </p:ext>
    </p:extLst>
  </p:cSld>
  <p:clrMapOvr>
    <a:masterClrMapping/>
  </p:clrMapOvr>
  <mc:AlternateContent xmlns:mc="http://schemas.openxmlformats.org/markup-compatibility/2006" xmlns:p14="http://schemas.microsoft.com/office/powerpoint/2010/main">
    <mc:Choice Requires="p14">
      <p:transition spd="slow" p14:dur="2000" advTm="38827"/>
    </mc:Choice>
    <mc:Fallback xmlns="">
      <p:transition spd="slow" advTm="38827"/>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Do you have cases of rear or front Jumps in your Community ?</a:t>
            </a:r>
          </a:p>
          <a:p>
            <a:pPr marL="0" indent="0">
              <a:buNone/>
            </a:pPr>
            <a:endParaRPr lang="en-US" noProof="1"/>
          </a:p>
          <a:p>
            <a:pPr marL="0" indent="0">
              <a:buNone/>
            </a:pPr>
            <a:r>
              <a:rPr lang="en-US" noProof="1"/>
              <a:t>Which ones were planned, and which ones were unplanned ?</a:t>
            </a:r>
          </a:p>
        </p:txBody>
      </p:sp>
      <p:pic>
        <p:nvPicPr>
          <p:cNvPr id="9" name="Graphique 8" descr="Une artiste avec un remplissage uni">
            <a:extLst>
              <a:ext uri="{FF2B5EF4-FFF2-40B4-BE49-F238E27FC236}">
                <a16:creationId xmlns:a16="http://schemas.microsoft.com/office/drawing/2014/main" id="{652CE9F6-2138-4918-8A6A-4CBCE95921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58191" y="3888632"/>
            <a:ext cx="1759562" cy="1759560"/>
          </a:xfrm>
          <a:prstGeom prst="rect">
            <a:avLst/>
          </a:prstGeom>
        </p:spPr>
      </p:pic>
      <p:pic>
        <p:nvPicPr>
          <p:cNvPr id="10" name="Graphique 9" descr="Retour avec un remplissage uni">
            <a:extLst>
              <a:ext uri="{FF2B5EF4-FFF2-40B4-BE49-F238E27FC236}">
                <a16:creationId xmlns:a16="http://schemas.microsoft.com/office/drawing/2014/main" id="{1DB00557-183B-4709-A741-32DCED48AAF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416422">
            <a:off x="4119478" y="2995130"/>
            <a:ext cx="1530819" cy="1530819"/>
          </a:xfrm>
          <a:prstGeom prst="rect">
            <a:avLst/>
          </a:prstGeom>
        </p:spPr>
      </p:pic>
      <p:pic>
        <p:nvPicPr>
          <p:cNvPr id="11" name="Graphique 10" descr="Retour avec un remplissage uni">
            <a:extLst>
              <a:ext uri="{FF2B5EF4-FFF2-40B4-BE49-F238E27FC236}">
                <a16:creationId xmlns:a16="http://schemas.microsoft.com/office/drawing/2014/main" id="{6428DE24-5512-420A-98D5-8F92F801963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0495049" flipH="1">
            <a:off x="1853777" y="2929687"/>
            <a:ext cx="1559753" cy="1559753"/>
          </a:xfrm>
          <a:prstGeom prst="rect">
            <a:avLst/>
          </a:prstGeom>
        </p:spPr>
      </p:pic>
    </p:spTree>
    <p:extLst>
      <p:ext uri="{BB962C8B-B14F-4D97-AF65-F5344CB8AC3E}">
        <p14:creationId xmlns:p14="http://schemas.microsoft.com/office/powerpoint/2010/main" val="3339666170"/>
      </p:ext>
    </p:extLst>
  </p:cSld>
  <p:clrMapOvr>
    <a:masterClrMapping/>
  </p:clrMapOvr>
  <mc:AlternateContent xmlns:mc="http://schemas.openxmlformats.org/markup-compatibility/2006" xmlns:p14="http://schemas.microsoft.com/office/powerpoint/2010/main">
    <mc:Choice Requires="p14">
      <p:transition spd="slow" p14:dur="2000" advTm="22649"/>
    </mc:Choice>
    <mc:Fallback xmlns="">
      <p:transition spd="slow" advTm="22649"/>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P11</a:t>
            </a:r>
            <a:br>
              <a:rPr lang="en-US" dirty="0"/>
            </a:br>
            <a:r>
              <a:rPr lang="en-US" dirty="0"/>
              <a:t>Identify ideas for Front Jumps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14" name="Rectangle 113">
            <a:extLst>
              <a:ext uri="{FF2B5EF4-FFF2-40B4-BE49-F238E27FC236}">
                <a16:creationId xmlns:a16="http://schemas.microsoft.com/office/drawing/2014/main" id="{85F510F6-3E65-45EA-8636-39AE577A2A18}"/>
              </a:ext>
            </a:extLst>
          </p:cNvPr>
          <p:cNvSpPr/>
          <p:nvPr/>
        </p:nvSpPr>
        <p:spPr>
          <a:xfrm>
            <a:off x="614776" y="367330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614776" y="431401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0" y="40334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2261753" y="36652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2261753" y="43059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639238" y="431038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824493" y="364945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824493" y="429016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225888" y="418420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507228" y="36433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507228" y="428408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4895120" y="41595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7080375" y="36379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7080375" y="427863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483802" y="400957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782451" y="36230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782451" y="42637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170343"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10369101" y="35983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10369101" y="42390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739684"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pic>
        <p:nvPicPr>
          <p:cNvPr id="81" name="Graphique 80" descr="Retour avec un remplissage uni">
            <a:extLst>
              <a:ext uri="{FF2B5EF4-FFF2-40B4-BE49-F238E27FC236}">
                <a16:creationId xmlns:a16="http://schemas.microsoft.com/office/drawing/2014/main" id="{4EB2A86F-A04F-4D36-8D0D-43B76848BA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1499041" y="4521339"/>
            <a:ext cx="1530819" cy="1530819"/>
          </a:xfrm>
          <a:prstGeom prst="rect">
            <a:avLst/>
          </a:prstGeom>
        </p:spPr>
      </p:pic>
      <p:pic>
        <p:nvPicPr>
          <p:cNvPr id="84" name="Graphique 83" descr="Retour avec un remplissage uni">
            <a:extLst>
              <a:ext uri="{FF2B5EF4-FFF2-40B4-BE49-F238E27FC236}">
                <a16:creationId xmlns:a16="http://schemas.microsoft.com/office/drawing/2014/main" id="{6BDE6BE5-82EE-4D31-A14B-62E25C9FC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3208882" y="4513446"/>
            <a:ext cx="1530819" cy="1530819"/>
          </a:xfrm>
          <a:prstGeom prst="rect">
            <a:avLst/>
          </a:prstGeom>
        </p:spPr>
      </p:pic>
      <p:pic>
        <p:nvPicPr>
          <p:cNvPr id="85" name="Graphique 84" descr="Retour avec un remplissage uni">
            <a:extLst>
              <a:ext uri="{FF2B5EF4-FFF2-40B4-BE49-F238E27FC236}">
                <a16:creationId xmlns:a16="http://schemas.microsoft.com/office/drawing/2014/main" id="{FE879A91-58D1-473E-BD07-4256D9D926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27081" y="4513446"/>
            <a:ext cx="1530819" cy="1530819"/>
          </a:xfrm>
          <a:prstGeom prst="rect">
            <a:avLst/>
          </a:prstGeom>
        </p:spPr>
      </p:pic>
      <p:pic>
        <p:nvPicPr>
          <p:cNvPr id="86" name="Graphique 85" descr="Retour avec un remplissage uni">
            <a:extLst>
              <a:ext uri="{FF2B5EF4-FFF2-40B4-BE49-F238E27FC236}">
                <a16:creationId xmlns:a16="http://schemas.microsoft.com/office/drawing/2014/main" id="{8CA42EA2-1BC9-4893-972C-A1759CED84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6337208" y="4537039"/>
            <a:ext cx="1530819" cy="1530819"/>
          </a:xfrm>
          <a:prstGeom prst="rect">
            <a:avLst/>
          </a:prstGeom>
        </p:spPr>
      </p:pic>
      <p:pic>
        <p:nvPicPr>
          <p:cNvPr id="88" name="Graphique 87" descr="Retour avec un remplissage uni">
            <a:extLst>
              <a:ext uri="{FF2B5EF4-FFF2-40B4-BE49-F238E27FC236}">
                <a16:creationId xmlns:a16="http://schemas.microsoft.com/office/drawing/2014/main" id="{0D698921-5EF6-4644-96AE-8D49EE2E39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8047049" y="4529146"/>
            <a:ext cx="1530819" cy="1530819"/>
          </a:xfrm>
          <a:prstGeom prst="rect">
            <a:avLst/>
          </a:prstGeom>
        </p:spPr>
      </p:pic>
      <p:pic>
        <p:nvPicPr>
          <p:cNvPr id="89" name="Graphique 88" descr="Retour avec un remplissage uni">
            <a:extLst>
              <a:ext uri="{FF2B5EF4-FFF2-40B4-BE49-F238E27FC236}">
                <a16:creationId xmlns:a16="http://schemas.microsoft.com/office/drawing/2014/main" id="{59C17064-B0F0-46B5-BFA0-280CE78FE3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4811086" y="4529146"/>
            <a:ext cx="1530819" cy="1530819"/>
          </a:xfrm>
          <a:prstGeom prst="rect">
            <a:avLst/>
          </a:prstGeom>
        </p:spPr>
      </p:pic>
      <p:pic>
        <p:nvPicPr>
          <p:cNvPr id="90" name="Graphique 89" descr="Retour avec un remplissage uni">
            <a:extLst>
              <a:ext uri="{FF2B5EF4-FFF2-40B4-BE49-F238E27FC236}">
                <a16:creationId xmlns:a16="http://schemas.microsoft.com/office/drawing/2014/main" id="{7222D05D-19E4-45C2-9C2C-F43FD0B6EB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9560487" y="4629519"/>
            <a:ext cx="1530819" cy="1530819"/>
          </a:xfrm>
          <a:prstGeom prst="rect">
            <a:avLst/>
          </a:prstGeom>
        </p:spPr>
      </p:pic>
    </p:spTree>
    <p:extLst>
      <p:ext uri="{BB962C8B-B14F-4D97-AF65-F5344CB8AC3E}">
        <p14:creationId xmlns:p14="http://schemas.microsoft.com/office/powerpoint/2010/main" val="3141478333"/>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P11</a:t>
            </a:r>
            <a:br>
              <a:rPr lang="en-US" dirty="0"/>
            </a:br>
            <a:r>
              <a:rPr lang="en-US" dirty="0"/>
              <a:t>Identify ideas for Rear Jumps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14" name="Rectangle 113">
            <a:extLst>
              <a:ext uri="{FF2B5EF4-FFF2-40B4-BE49-F238E27FC236}">
                <a16:creationId xmlns:a16="http://schemas.microsoft.com/office/drawing/2014/main" id="{85F510F6-3E65-45EA-8636-39AE577A2A18}"/>
              </a:ext>
            </a:extLst>
          </p:cNvPr>
          <p:cNvSpPr/>
          <p:nvPr/>
        </p:nvSpPr>
        <p:spPr>
          <a:xfrm>
            <a:off x="614776" y="367330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614776" y="431401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0" y="40334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2261753" y="36652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2261753" y="43059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639238" y="431038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824493" y="364945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824493" y="429016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225888" y="418420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507228" y="36433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507228" y="428408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4895120" y="41595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7080375" y="36379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7080375" y="427863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483802" y="400957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782451" y="36230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782451" y="42637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170343"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10369101" y="35983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10369101" y="42390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739684"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pic>
        <p:nvPicPr>
          <p:cNvPr id="40" name="Graphique 39" descr="Retour avec un remplissage uni">
            <a:extLst>
              <a:ext uri="{FF2B5EF4-FFF2-40B4-BE49-F238E27FC236}">
                <a16:creationId xmlns:a16="http://schemas.microsoft.com/office/drawing/2014/main" id="{021A4D40-BBDA-4105-9D3B-65183FFF84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1340224" y="4688210"/>
            <a:ext cx="1559753" cy="1559753"/>
          </a:xfrm>
          <a:prstGeom prst="rect">
            <a:avLst/>
          </a:prstGeom>
        </p:spPr>
      </p:pic>
      <p:pic>
        <p:nvPicPr>
          <p:cNvPr id="41" name="Graphique 40" descr="Retour avec un remplissage uni">
            <a:extLst>
              <a:ext uri="{FF2B5EF4-FFF2-40B4-BE49-F238E27FC236}">
                <a16:creationId xmlns:a16="http://schemas.microsoft.com/office/drawing/2014/main" id="{5B78E609-72CD-4E29-87EE-1EBBCA154A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2777819" y="4700846"/>
            <a:ext cx="1559753" cy="1559753"/>
          </a:xfrm>
          <a:prstGeom prst="rect">
            <a:avLst/>
          </a:prstGeom>
        </p:spPr>
      </p:pic>
      <p:pic>
        <p:nvPicPr>
          <p:cNvPr id="42" name="Graphique 41" descr="Retour avec un remplissage uni">
            <a:extLst>
              <a:ext uri="{FF2B5EF4-FFF2-40B4-BE49-F238E27FC236}">
                <a16:creationId xmlns:a16="http://schemas.microsoft.com/office/drawing/2014/main" id="{742B8323-23ED-43D1-ADEB-A524A98A7F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4346870" y="4693870"/>
            <a:ext cx="1559753" cy="1559753"/>
          </a:xfrm>
          <a:prstGeom prst="rect">
            <a:avLst/>
          </a:prstGeom>
        </p:spPr>
      </p:pic>
      <p:pic>
        <p:nvPicPr>
          <p:cNvPr id="43" name="Graphique 42" descr="Retour avec un remplissage uni">
            <a:extLst>
              <a:ext uri="{FF2B5EF4-FFF2-40B4-BE49-F238E27FC236}">
                <a16:creationId xmlns:a16="http://schemas.microsoft.com/office/drawing/2014/main" id="{30D2DEB9-B8B4-4CB6-9AEC-00B2893838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38504" y="4671223"/>
            <a:ext cx="1559753" cy="1559753"/>
          </a:xfrm>
          <a:prstGeom prst="rect">
            <a:avLst/>
          </a:prstGeom>
        </p:spPr>
      </p:pic>
      <p:pic>
        <p:nvPicPr>
          <p:cNvPr id="44" name="Graphique 43" descr="Retour avec un remplissage uni">
            <a:extLst>
              <a:ext uri="{FF2B5EF4-FFF2-40B4-BE49-F238E27FC236}">
                <a16:creationId xmlns:a16="http://schemas.microsoft.com/office/drawing/2014/main" id="{AD180A0F-0D11-414B-9CEA-667D7938F4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7468742" y="4701085"/>
            <a:ext cx="1559753" cy="1559753"/>
          </a:xfrm>
          <a:prstGeom prst="rect">
            <a:avLst/>
          </a:prstGeom>
        </p:spPr>
      </p:pic>
      <p:pic>
        <p:nvPicPr>
          <p:cNvPr id="45" name="Graphique 44" descr="Retour avec un remplissage uni">
            <a:extLst>
              <a:ext uri="{FF2B5EF4-FFF2-40B4-BE49-F238E27FC236}">
                <a16:creationId xmlns:a16="http://schemas.microsoft.com/office/drawing/2014/main" id="{5883B19B-998A-49F4-A61F-6C8E742EEB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8906337" y="4713721"/>
            <a:ext cx="1559753" cy="1559753"/>
          </a:xfrm>
          <a:prstGeom prst="rect">
            <a:avLst/>
          </a:prstGeom>
        </p:spPr>
      </p:pic>
      <p:pic>
        <p:nvPicPr>
          <p:cNvPr id="47" name="Graphique 46" descr="Retour avec un remplissage uni">
            <a:extLst>
              <a:ext uri="{FF2B5EF4-FFF2-40B4-BE49-F238E27FC236}">
                <a16:creationId xmlns:a16="http://schemas.microsoft.com/office/drawing/2014/main" id="{B2621E2B-E56A-4416-B76A-55A179D998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6090014" y="4684098"/>
            <a:ext cx="1559753" cy="1559753"/>
          </a:xfrm>
          <a:prstGeom prst="rect">
            <a:avLst/>
          </a:prstGeom>
        </p:spPr>
      </p:pic>
    </p:spTree>
    <p:extLst>
      <p:ext uri="{BB962C8B-B14F-4D97-AF65-F5344CB8AC3E}">
        <p14:creationId xmlns:p14="http://schemas.microsoft.com/office/powerpoint/2010/main" val="1613881779"/>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pic>
        <p:nvPicPr>
          <p:cNvPr id="7" name="Graphique 6" descr="Employée de bureau avec un remplissage uni">
            <a:extLst>
              <a:ext uri="{FF2B5EF4-FFF2-40B4-BE49-F238E27FC236}">
                <a16:creationId xmlns:a16="http://schemas.microsoft.com/office/drawing/2014/main" id="{2C933C7A-4F4C-4286-9823-56C7FBE607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46406" y="3211831"/>
            <a:ext cx="1383965" cy="1383965"/>
          </a:xfrm>
          <a:prstGeom prst="rect">
            <a:avLst/>
          </a:prstGeom>
        </p:spPr>
      </p:pic>
      <p:pic>
        <p:nvPicPr>
          <p:cNvPr id="8" name="Graphique 7" descr="Femme agricultrice avec un remplissage uni">
            <a:extLst>
              <a:ext uri="{FF2B5EF4-FFF2-40B4-BE49-F238E27FC236}">
                <a16:creationId xmlns:a16="http://schemas.microsoft.com/office/drawing/2014/main" id="{791885E1-7515-45CB-9E4F-60DAF2C605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5518" y="4676485"/>
            <a:ext cx="1015639" cy="1015639"/>
          </a:xfrm>
          <a:prstGeom prst="rect">
            <a:avLst/>
          </a:prstGeom>
        </p:spPr>
      </p:pic>
      <p:pic>
        <p:nvPicPr>
          <p:cNvPr id="9" name="Graphique 8" descr="Femme DJ avec un remplissage uni">
            <a:extLst>
              <a:ext uri="{FF2B5EF4-FFF2-40B4-BE49-F238E27FC236}">
                <a16:creationId xmlns:a16="http://schemas.microsoft.com/office/drawing/2014/main" id="{1C0F143C-2797-4032-8373-B36E918873A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8854" y="3550054"/>
            <a:ext cx="1015638" cy="1015638"/>
          </a:xfrm>
          <a:prstGeom prst="rect">
            <a:avLst/>
          </a:prstGeom>
        </p:spPr>
      </p:pic>
      <p:pic>
        <p:nvPicPr>
          <p:cNvPr id="10" name="Graphique 9" descr="Retour avec un remplissage uni">
            <a:extLst>
              <a:ext uri="{FF2B5EF4-FFF2-40B4-BE49-F238E27FC236}">
                <a16:creationId xmlns:a16="http://schemas.microsoft.com/office/drawing/2014/main" id="{D6578A0E-D76D-40CD-88AC-3E6B20C2864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416422">
            <a:off x="2523277" y="3064895"/>
            <a:ext cx="1530819" cy="1530819"/>
          </a:xfrm>
          <a:prstGeom prst="rect">
            <a:avLst/>
          </a:prstGeom>
        </p:spPr>
      </p:pic>
      <p:pic>
        <p:nvPicPr>
          <p:cNvPr id="11" name="Graphique 10" descr="Retour avec un remplissage uni">
            <a:extLst>
              <a:ext uri="{FF2B5EF4-FFF2-40B4-BE49-F238E27FC236}">
                <a16:creationId xmlns:a16="http://schemas.microsoft.com/office/drawing/2014/main" id="{C79A2D0A-5F35-473E-BD13-B509172E760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9347402" flipH="1">
            <a:off x="4229190" y="4099983"/>
            <a:ext cx="1525264" cy="1530819"/>
          </a:xfrm>
          <a:prstGeom prst="rect">
            <a:avLst/>
          </a:prstGeom>
        </p:spPr>
      </p:pic>
      <p:sp>
        <p:nvSpPr>
          <p:cNvPr id="2" name="Bulle narrative : ronde 1">
            <a:extLst>
              <a:ext uri="{FF2B5EF4-FFF2-40B4-BE49-F238E27FC236}">
                <a16:creationId xmlns:a16="http://schemas.microsoft.com/office/drawing/2014/main" id="{7E40416F-F001-49CA-89A7-35C1F427BFD8}"/>
              </a:ext>
            </a:extLst>
          </p:cNvPr>
          <p:cNvSpPr/>
          <p:nvPr/>
        </p:nvSpPr>
        <p:spPr>
          <a:xfrm>
            <a:off x="1183962" y="2541759"/>
            <a:ext cx="3159438" cy="1015638"/>
          </a:xfrm>
          <a:prstGeom prst="wedgeEllipseCallout">
            <a:avLst>
              <a:gd name="adj1" fmla="val -10041"/>
              <a:gd name="adj2" fmla="val 7215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want to join more community activities because I know cool people doing it !</a:t>
            </a:r>
          </a:p>
        </p:txBody>
      </p:sp>
      <p:sp>
        <p:nvSpPr>
          <p:cNvPr id="14" name="Phylactère : pensées 13">
            <a:extLst>
              <a:ext uri="{FF2B5EF4-FFF2-40B4-BE49-F238E27FC236}">
                <a16:creationId xmlns:a16="http://schemas.microsoft.com/office/drawing/2014/main" id="{6E360328-3C11-4977-A143-4349D4596270}"/>
              </a:ext>
            </a:extLst>
          </p:cNvPr>
          <p:cNvSpPr/>
          <p:nvPr/>
        </p:nvSpPr>
        <p:spPr>
          <a:xfrm>
            <a:off x="4223260" y="3464394"/>
            <a:ext cx="3159438" cy="1015638"/>
          </a:xfrm>
          <a:prstGeom prst="cloudCallout">
            <a:avLst>
              <a:gd name="adj1" fmla="val 7807"/>
              <a:gd name="adj2" fmla="val 6906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I’m leaving because my friends left</a:t>
            </a:r>
          </a:p>
        </p:txBody>
      </p:sp>
      <p:sp>
        <p:nvSpPr>
          <p:cNvPr id="15" name="Bulle narrative : ronde 14">
            <a:extLst>
              <a:ext uri="{FF2B5EF4-FFF2-40B4-BE49-F238E27FC236}">
                <a16:creationId xmlns:a16="http://schemas.microsoft.com/office/drawing/2014/main" id="{70D11DBD-1A82-4F6F-A9AF-B817A72A202F}"/>
              </a:ext>
            </a:extLst>
          </p:cNvPr>
          <p:cNvSpPr/>
          <p:nvPr/>
        </p:nvSpPr>
        <p:spPr>
          <a:xfrm>
            <a:off x="7446406" y="2465123"/>
            <a:ext cx="3159438" cy="746708"/>
          </a:xfrm>
          <a:prstGeom prst="wedgeEllipseCallout">
            <a:avLst>
              <a:gd name="adj1" fmla="val -18559"/>
              <a:gd name="adj2" fmla="val 6465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I’m not really staying for the activities, but mostly for people.</a:t>
            </a:r>
          </a:p>
        </p:txBody>
      </p:sp>
      <p:pic>
        <p:nvPicPr>
          <p:cNvPr id="6" name="Graphique 5" descr="Centre d’appels avec un remplissage uni">
            <a:extLst>
              <a:ext uri="{FF2B5EF4-FFF2-40B4-BE49-F238E27FC236}">
                <a16:creationId xmlns:a16="http://schemas.microsoft.com/office/drawing/2014/main" id="{D417164E-64FA-4507-A086-DCF68CF68CB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05835" y="4948009"/>
            <a:ext cx="1185730" cy="1185730"/>
          </a:xfrm>
          <a:prstGeom prst="rect">
            <a:avLst/>
          </a:prstGeom>
        </p:spPr>
      </p:pic>
      <p:sp>
        <p:nvSpPr>
          <p:cNvPr id="16" name="Bulle narrative : ronde 15">
            <a:extLst>
              <a:ext uri="{FF2B5EF4-FFF2-40B4-BE49-F238E27FC236}">
                <a16:creationId xmlns:a16="http://schemas.microsoft.com/office/drawing/2014/main" id="{A34D3C01-21DD-4DA5-94F7-21C1FB421045}"/>
              </a:ext>
            </a:extLst>
          </p:cNvPr>
          <p:cNvSpPr/>
          <p:nvPr/>
        </p:nvSpPr>
        <p:spPr>
          <a:xfrm>
            <a:off x="9068720" y="3464394"/>
            <a:ext cx="2278684" cy="1445155"/>
          </a:xfrm>
          <a:prstGeom prst="wedgeEllipseCallout">
            <a:avLst>
              <a:gd name="adj1" fmla="val -18559"/>
              <a:gd name="adj2" fmla="val 6465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Links and people are not the number one motivation to me, I’m in this community because of the activity</a:t>
            </a:r>
          </a:p>
        </p:txBody>
      </p:sp>
    </p:spTree>
    <p:extLst>
      <p:ext uri="{BB962C8B-B14F-4D97-AF65-F5344CB8AC3E}">
        <p14:creationId xmlns:p14="http://schemas.microsoft.com/office/powerpoint/2010/main" val="924330635"/>
      </p:ext>
    </p:extLst>
  </p:cSld>
  <p:clrMapOvr>
    <a:masterClrMapping/>
  </p:clrMapOvr>
  <mc:AlternateContent xmlns:mc="http://schemas.openxmlformats.org/markup-compatibility/2006" xmlns:p14="http://schemas.microsoft.com/office/powerpoint/2010/main">
    <mc:Choice Requires="p14">
      <p:transition spd="slow" p14:dur="2000" advTm="41514"/>
    </mc:Choice>
    <mc:Fallback xmlns="">
      <p:transition spd="slow" advTm="41514"/>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Challenge P12</a:t>
            </a:r>
            <a:br>
              <a:rPr lang="en-US" dirty="0"/>
            </a:br>
            <a:r>
              <a:rPr lang="en-US" dirty="0"/>
              <a:t>Look beyond Individual Engagement : </a:t>
            </a:r>
            <a:br>
              <a:rPr lang="en-US" dirty="0"/>
            </a:br>
            <a:r>
              <a:rPr lang="en-US" dirty="0"/>
              <a:t>Assess the importance of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467867" y="2102548"/>
            <a:ext cx="5799767" cy="3831527"/>
          </a:xfrm>
        </p:spPr>
        <p:txBody>
          <a:bodyPr>
            <a:normAutofit fontScale="62500" lnSpcReduction="20000"/>
          </a:bodyPr>
          <a:lstStyle/>
          <a:p>
            <a:pPr marL="0" indent="0">
              <a:buNone/>
            </a:pPr>
            <a:r>
              <a:rPr lang="en-US" dirty="0"/>
              <a:t>Link, here used as a word for “</a:t>
            </a:r>
            <a:r>
              <a:rPr lang="en-US" i="1" dirty="0"/>
              <a:t>quality of relationship between two members</a:t>
            </a:r>
            <a:r>
              <a:rPr lang="en-US" dirty="0"/>
              <a:t>”, can often (but not always) be mentioned as a key engagement factor in a Community.</a:t>
            </a:r>
          </a:p>
          <a:p>
            <a:pPr marL="0" indent="0">
              <a:buNone/>
            </a:pPr>
            <a:endParaRPr lang="en-US" dirty="0"/>
          </a:p>
          <a:p>
            <a:pPr marL="0" indent="0">
              <a:buNone/>
            </a:pPr>
            <a:r>
              <a:rPr lang="en-US" dirty="0"/>
              <a:t>Increase, Decrease, or Resilience of an average Engagement level in a Community can be strongly or weakly correlated to link between members. </a:t>
            </a:r>
          </a:p>
          <a:p>
            <a:pPr marL="0" indent="0">
              <a:buNone/>
            </a:pPr>
            <a:endParaRPr lang="en-US" dirty="0"/>
          </a:p>
          <a:p>
            <a:pPr marL="0" indent="0">
              <a:buNone/>
            </a:pPr>
            <a:r>
              <a:rPr lang="en-US" dirty="0"/>
              <a:t>One additional challenge for Community boosters is to identify how much “link” is important in Community Engagement. This data will help prioritize or design community activities.</a:t>
            </a:r>
          </a:p>
          <a:p>
            <a:pPr marL="0" indent="0">
              <a:buNone/>
            </a:pPr>
            <a:endParaRPr lang="en-US" dirty="0"/>
          </a:p>
          <a:p>
            <a:pPr marL="0" indent="0">
              <a:buNone/>
            </a:pPr>
            <a:endParaRPr lang="en-US" dirty="0"/>
          </a:p>
        </p:txBody>
      </p:sp>
      <p:grpSp>
        <p:nvGrpSpPr>
          <p:cNvPr id="10" name="Groupe 9">
            <a:extLst>
              <a:ext uri="{FF2B5EF4-FFF2-40B4-BE49-F238E27FC236}">
                <a16:creationId xmlns:a16="http://schemas.microsoft.com/office/drawing/2014/main" id="{2EF88D1D-E0B2-4FF2-88EF-5B7E566D8D79}"/>
              </a:ext>
            </a:extLst>
          </p:cNvPr>
          <p:cNvGrpSpPr/>
          <p:nvPr/>
        </p:nvGrpSpPr>
        <p:grpSpPr>
          <a:xfrm>
            <a:off x="7088786" y="2986125"/>
            <a:ext cx="4093664" cy="3518598"/>
            <a:chOff x="7088786" y="2986125"/>
            <a:chExt cx="4093664" cy="3518598"/>
          </a:xfrm>
        </p:grpSpPr>
        <p:pic>
          <p:nvPicPr>
            <p:cNvPr id="13" name="Graphique 12" descr="Femme DJ avec un remplissage uni">
              <a:extLst>
                <a:ext uri="{FF2B5EF4-FFF2-40B4-BE49-F238E27FC236}">
                  <a16:creationId xmlns:a16="http://schemas.microsoft.com/office/drawing/2014/main" id="{224F2A37-ECEF-4C0D-ADB5-00AE870454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8786" y="4526690"/>
              <a:ext cx="750396" cy="750396"/>
            </a:xfrm>
            <a:prstGeom prst="rect">
              <a:avLst/>
            </a:prstGeom>
          </p:spPr>
        </p:pic>
        <p:pic>
          <p:nvPicPr>
            <p:cNvPr id="15" name="Graphique 14" descr="Femme DJ avec un remplissage uni">
              <a:extLst>
                <a:ext uri="{FF2B5EF4-FFF2-40B4-BE49-F238E27FC236}">
                  <a16:creationId xmlns:a16="http://schemas.microsoft.com/office/drawing/2014/main" id="{66851860-1873-4A5E-B724-672BBF1EE3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7780" y="5255962"/>
              <a:ext cx="750396" cy="750396"/>
            </a:xfrm>
            <a:prstGeom prst="rect">
              <a:avLst/>
            </a:prstGeom>
          </p:spPr>
        </p:pic>
        <p:pic>
          <p:nvPicPr>
            <p:cNvPr id="16" name="Graphique 15" descr="Femme DJ avec un remplissage uni">
              <a:extLst>
                <a:ext uri="{FF2B5EF4-FFF2-40B4-BE49-F238E27FC236}">
                  <a16:creationId xmlns:a16="http://schemas.microsoft.com/office/drawing/2014/main" id="{4158EEFB-A16D-4C12-9868-C51618E1FC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2243" y="5398088"/>
              <a:ext cx="750396" cy="750396"/>
            </a:xfrm>
            <a:prstGeom prst="rect">
              <a:avLst/>
            </a:prstGeom>
          </p:spPr>
        </p:pic>
        <p:pic>
          <p:nvPicPr>
            <p:cNvPr id="17" name="Graphique 16" descr="Femme DJ avec un remplissage uni">
              <a:extLst>
                <a:ext uri="{FF2B5EF4-FFF2-40B4-BE49-F238E27FC236}">
                  <a16:creationId xmlns:a16="http://schemas.microsoft.com/office/drawing/2014/main" id="{5BC227C2-D615-4F19-8A74-7D70C1B74D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7241" y="4685610"/>
              <a:ext cx="750396" cy="750396"/>
            </a:xfrm>
            <a:prstGeom prst="rect">
              <a:avLst/>
            </a:prstGeom>
          </p:spPr>
        </p:pic>
        <p:pic>
          <p:nvPicPr>
            <p:cNvPr id="18" name="Graphique 17" descr="Femme DJ avec un remplissage uni">
              <a:extLst>
                <a:ext uri="{FF2B5EF4-FFF2-40B4-BE49-F238E27FC236}">
                  <a16:creationId xmlns:a16="http://schemas.microsoft.com/office/drawing/2014/main" id="{D64FC978-8B8E-46FA-9A3F-9B5758D4C0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53733" y="5041849"/>
              <a:ext cx="750396" cy="750396"/>
            </a:xfrm>
            <a:prstGeom prst="rect">
              <a:avLst/>
            </a:prstGeom>
          </p:spPr>
        </p:pic>
        <p:pic>
          <p:nvPicPr>
            <p:cNvPr id="21" name="Graphique 20" descr="Femme DJ avec un remplissage uni">
              <a:extLst>
                <a:ext uri="{FF2B5EF4-FFF2-40B4-BE49-F238E27FC236}">
                  <a16:creationId xmlns:a16="http://schemas.microsoft.com/office/drawing/2014/main" id="{F27961AF-B500-4C0B-9986-95700F847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98531" y="5754327"/>
              <a:ext cx="750396" cy="750396"/>
            </a:xfrm>
            <a:prstGeom prst="rect">
              <a:avLst/>
            </a:prstGeom>
          </p:spPr>
        </p:pic>
        <p:pic>
          <p:nvPicPr>
            <p:cNvPr id="23" name="Graphique 22" descr="Retour avec un remplissage uni">
              <a:extLst>
                <a:ext uri="{FF2B5EF4-FFF2-40B4-BE49-F238E27FC236}">
                  <a16:creationId xmlns:a16="http://schemas.microsoft.com/office/drawing/2014/main" id="{F4EB7807-75F1-45C4-A607-7B65B19EC7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237069">
              <a:off x="7808957" y="4340927"/>
              <a:ext cx="1530819" cy="1530819"/>
            </a:xfrm>
            <a:prstGeom prst="rect">
              <a:avLst/>
            </a:prstGeom>
          </p:spPr>
        </p:pic>
        <p:pic>
          <p:nvPicPr>
            <p:cNvPr id="25" name="Graphique 24" descr="Retour avec un remplissage uni">
              <a:extLst>
                <a:ext uri="{FF2B5EF4-FFF2-40B4-BE49-F238E27FC236}">
                  <a16:creationId xmlns:a16="http://schemas.microsoft.com/office/drawing/2014/main" id="{5B6070F3-0577-4344-A850-8C52098FD2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370922">
              <a:off x="7599495" y="3313234"/>
              <a:ext cx="1570460" cy="1570460"/>
            </a:xfrm>
            <a:prstGeom prst="rect">
              <a:avLst/>
            </a:prstGeom>
          </p:spPr>
        </p:pic>
        <p:pic>
          <p:nvPicPr>
            <p:cNvPr id="3" name="Graphique 2" descr="Disque optique avec un remplissage uni">
              <a:extLst>
                <a:ext uri="{FF2B5EF4-FFF2-40B4-BE49-F238E27FC236}">
                  <a16:creationId xmlns:a16="http://schemas.microsoft.com/office/drawing/2014/main" id="{492B0994-C496-46EC-B194-75F1D5DFC2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50041" y="3200858"/>
              <a:ext cx="914400" cy="914400"/>
            </a:xfrm>
            <a:prstGeom prst="rect">
              <a:avLst/>
            </a:prstGeom>
          </p:spPr>
        </p:pic>
        <p:pic>
          <p:nvPicPr>
            <p:cNvPr id="8" name="Graphique 7" descr="Gramophone avec un remplissage uni">
              <a:extLst>
                <a:ext uri="{FF2B5EF4-FFF2-40B4-BE49-F238E27FC236}">
                  <a16:creationId xmlns:a16="http://schemas.microsoft.com/office/drawing/2014/main" id="{D7FF2A64-D19E-4D19-91BF-BC5946B30B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68050" y="2986125"/>
              <a:ext cx="914400" cy="914400"/>
            </a:xfrm>
            <a:prstGeom prst="rect">
              <a:avLst/>
            </a:prstGeom>
          </p:spPr>
        </p:pic>
      </p:grpSp>
      <p:sp>
        <p:nvSpPr>
          <p:cNvPr id="27" name="Espace réservé du contenu 5">
            <a:extLst>
              <a:ext uri="{FF2B5EF4-FFF2-40B4-BE49-F238E27FC236}">
                <a16:creationId xmlns:a16="http://schemas.microsoft.com/office/drawing/2014/main" id="{6B76FBE8-8B44-404A-9263-D3E03517DEA3}"/>
              </a:ext>
            </a:extLst>
          </p:cNvPr>
          <p:cNvSpPr txBox="1">
            <a:spLocks/>
          </p:cNvSpPr>
          <p:nvPr/>
        </p:nvSpPr>
        <p:spPr>
          <a:xfrm>
            <a:off x="7088786" y="2331310"/>
            <a:ext cx="4637457" cy="7503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Engagement related to content vs engagement related to link</a:t>
            </a:r>
          </a:p>
          <a:p>
            <a:pPr marL="0" indent="0" algn="ctr">
              <a:buFont typeface="Arial" panose="020B0604020202020204" pitchFamily="34" charset="0"/>
              <a:buNone/>
            </a:pPr>
            <a:endParaRPr lang="en-US" sz="1800" dirty="0"/>
          </a:p>
        </p:txBody>
      </p:sp>
    </p:spTree>
    <p:extLst>
      <p:ext uri="{BB962C8B-B14F-4D97-AF65-F5344CB8AC3E}">
        <p14:creationId xmlns:p14="http://schemas.microsoft.com/office/powerpoint/2010/main" val="4077820678"/>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lnSpcReduction="1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lnSpcReduction="10000"/>
          </a:bodyPr>
          <a:lstStyle/>
          <a:p>
            <a:pPr marL="0" indent="0">
              <a:buNone/>
            </a:pPr>
            <a:r>
              <a:rPr lang="en-US" noProof="1"/>
              <a:t>What would you say about the importance of links between members in your Community (for your members) ?</a:t>
            </a:r>
          </a:p>
          <a:p>
            <a:pPr marL="0" indent="0">
              <a:buNone/>
            </a:pPr>
            <a:endParaRPr lang="en-US" noProof="1"/>
          </a:p>
          <a:p>
            <a:pPr marL="0" indent="0">
              <a:buNone/>
            </a:pPr>
            <a:r>
              <a:rPr lang="en-US" noProof="1"/>
              <a:t>How strongly is link correlated to engagement ? What examples do you have ?</a:t>
            </a:r>
          </a:p>
          <a:p>
            <a:pPr marL="0" indent="0">
              <a:buNone/>
            </a:pPr>
            <a:endParaRPr lang="en-US" noProof="1"/>
          </a:p>
        </p:txBody>
      </p:sp>
      <p:grpSp>
        <p:nvGrpSpPr>
          <p:cNvPr id="14" name="Groupe 13">
            <a:extLst>
              <a:ext uri="{FF2B5EF4-FFF2-40B4-BE49-F238E27FC236}">
                <a16:creationId xmlns:a16="http://schemas.microsoft.com/office/drawing/2014/main" id="{AF4B810C-0209-4172-ACE6-A747E23BB076}"/>
              </a:ext>
            </a:extLst>
          </p:cNvPr>
          <p:cNvGrpSpPr/>
          <p:nvPr/>
        </p:nvGrpSpPr>
        <p:grpSpPr>
          <a:xfrm>
            <a:off x="1415955" y="2565813"/>
            <a:ext cx="4093664" cy="3518598"/>
            <a:chOff x="7088786" y="2986125"/>
            <a:chExt cx="4093664" cy="3518598"/>
          </a:xfrm>
        </p:grpSpPr>
        <p:pic>
          <p:nvPicPr>
            <p:cNvPr id="15" name="Graphique 14" descr="Femme DJ avec un remplissage uni">
              <a:extLst>
                <a:ext uri="{FF2B5EF4-FFF2-40B4-BE49-F238E27FC236}">
                  <a16:creationId xmlns:a16="http://schemas.microsoft.com/office/drawing/2014/main" id="{C4E59C2A-ED92-4A5C-9525-A37FE78A77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88786" y="4526690"/>
              <a:ext cx="750396" cy="750396"/>
            </a:xfrm>
            <a:prstGeom prst="rect">
              <a:avLst/>
            </a:prstGeom>
          </p:spPr>
        </p:pic>
        <p:pic>
          <p:nvPicPr>
            <p:cNvPr id="16" name="Graphique 15" descr="Femme DJ avec un remplissage uni">
              <a:extLst>
                <a:ext uri="{FF2B5EF4-FFF2-40B4-BE49-F238E27FC236}">
                  <a16:creationId xmlns:a16="http://schemas.microsoft.com/office/drawing/2014/main" id="{28FDCF15-2336-43C9-B563-F90D3F0875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27780" y="5255962"/>
              <a:ext cx="750396" cy="750396"/>
            </a:xfrm>
            <a:prstGeom prst="rect">
              <a:avLst/>
            </a:prstGeom>
          </p:spPr>
        </p:pic>
        <p:pic>
          <p:nvPicPr>
            <p:cNvPr id="17" name="Graphique 16" descr="Femme DJ avec un remplissage uni">
              <a:extLst>
                <a:ext uri="{FF2B5EF4-FFF2-40B4-BE49-F238E27FC236}">
                  <a16:creationId xmlns:a16="http://schemas.microsoft.com/office/drawing/2014/main" id="{7290659A-90B7-4356-AC64-E88D0DF6D2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32243" y="5398088"/>
              <a:ext cx="750396" cy="750396"/>
            </a:xfrm>
            <a:prstGeom prst="rect">
              <a:avLst/>
            </a:prstGeom>
          </p:spPr>
        </p:pic>
        <p:pic>
          <p:nvPicPr>
            <p:cNvPr id="18" name="Graphique 17" descr="Femme DJ avec un remplissage uni">
              <a:extLst>
                <a:ext uri="{FF2B5EF4-FFF2-40B4-BE49-F238E27FC236}">
                  <a16:creationId xmlns:a16="http://schemas.microsoft.com/office/drawing/2014/main" id="{C7EFC0DE-DD6B-4546-9BFD-3CC45A4BFA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07241" y="4685610"/>
              <a:ext cx="750396" cy="750396"/>
            </a:xfrm>
            <a:prstGeom prst="rect">
              <a:avLst/>
            </a:prstGeom>
          </p:spPr>
        </p:pic>
        <p:pic>
          <p:nvPicPr>
            <p:cNvPr id="19" name="Graphique 18" descr="Femme DJ avec un remplissage uni">
              <a:extLst>
                <a:ext uri="{FF2B5EF4-FFF2-40B4-BE49-F238E27FC236}">
                  <a16:creationId xmlns:a16="http://schemas.microsoft.com/office/drawing/2014/main" id="{CFC9B7CF-F360-4659-9082-A5468E98C6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53733" y="5041849"/>
              <a:ext cx="750396" cy="750396"/>
            </a:xfrm>
            <a:prstGeom prst="rect">
              <a:avLst/>
            </a:prstGeom>
          </p:spPr>
        </p:pic>
        <p:pic>
          <p:nvPicPr>
            <p:cNvPr id="20" name="Graphique 19" descr="Femme DJ avec un remplissage uni">
              <a:extLst>
                <a:ext uri="{FF2B5EF4-FFF2-40B4-BE49-F238E27FC236}">
                  <a16:creationId xmlns:a16="http://schemas.microsoft.com/office/drawing/2014/main" id="{1C0396ED-798A-47EF-98FD-6134233492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98531" y="5754327"/>
              <a:ext cx="750396" cy="750396"/>
            </a:xfrm>
            <a:prstGeom prst="rect">
              <a:avLst/>
            </a:prstGeom>
          </p:spPr>
        </p:pic>
        <p:pic>
          <p:nvPicPr>
            <p:cNvPr id="21" name="Graphique 20" descr="Retour avec un remplissage uni">
              <a:extLst>
                <a:ext uri="{FF2B5EF4-FFF2-40B4-BE49-F238E27FC236}">
                  <a16:creationId xmlns:a16="http://schemas.microsoft.com/office/drawing/2014/main" id="{D7CCF461-015C-492F-8406-F62D3DE3CD7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237069">
              <a:off x="7808957" y="4340927"/>
              <a:ext cx="1530819" cy="1530819"/>
            </a:xfrm>
            <a:prstGeom prst="rect">
              <a:avLst/>
            </a:prstGeom>
          </p:spPr>
        </p:pic>
        <p:pic>
          <p:nvPicPr>
            <p:cNvPr id="22" name="Graphique 21" descr="Retour avec un remplissage uni">
              <a:extLst>
                <a:ext uri="{FF2B5EF4-FFF2-40B4-BE49-F238E27FC236}">
                  <a16:creationId xmlns:a16="http://schemas.microsoft.com/office/drawing/2014/main" id="{6490C20F-C373-415E-B1DF-BBE4C02845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0370922">
              <a:off x="7599495" y="3313234"/>
              <a:ext cx="1570460" cy="1570460"/>
            </a:xfrm>
            <a:prstGeom prst="rect">
              <a:avLst/>
            </a:prstGeom>
          </p:spPr>
        </p:pic>
        <p:pic>
          <p:nvPicPr>
            <p:cNvPr id="23" name="Graphique 22" descr="Disque optique avec un remplissage uni">
              <a:extLst>
                <a:ext uri="{FF2B5EF4-FFF2-40B4-BE49-F238E27FC236}">
                  <a16:creationId xmlns:a16="http://schemas.microsoft.com/office/drawing/2014/main" id="{FB650AF3-B211-406C-9FB5-C854CC4B0F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50041" y="3200858"/>
              <a:ext cx="914400" cy="914400"/>
            </a:xfrm>
            <a:prstGeom prst="rect">
              <a:avLst/>
            </a:prstGeom>
          </p:spPr>
        </p:pic>
        <p:pic>
          <p:nvPicPr>
            <p:cNvPr id="24" name="Graphique 23" descr="Gramophone avec un remplissage uni">
              <a:extLst>
                <a:ext uri="{FF2B5EF4-FFF2-40B4-BE49-F238E27FC236}">
                  <a16:creationId xmlns:a16="http://schemas.microsoft.com/office/drawing/2014/main" id="{FA0FF17A-5D24-4FD4-B948-222620DAC17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68050" y="2986125"/>
              <a:ext cx="914400" cy="914400"/>
            </a:xfrm>
            <a:prstGeom prst="rect">
              <a:avLst/>
            </a:prstGeom>
          </p:spPr>
        </p:pic>
      </p:grpSp>
    </p:spTree>
    <p:extLst>
      <p:ext uri="{BB962C8B-B14F-4D97-AF65-F5344CB8AC3E}">
        <p14:creationId xmlns:p14="http://schemas.microsoft.com/office/powerpoint/2010/main" val="3066056492"/>
      </p:ext>
    </p:extLst>
  </p:cSld>
  <p:clrMapOvr>
    <a:masterClrMapping/>
  </p:clrMapOvr>
  <mc:AlternateContent xmlns:mc="http://schemas.openxmlformats.org/markup-compatibility/2006" xmlns:p14="http://schemas.microsoft.com/office/powerpoint/2010/main">
    <mc:Choice Requires="p14">
      <p:transition spd="slow" p14:dur="2000" advTm="31636"/>
    </mc:Choice>
    <mc:Fallback xmlns="">
      <p:transition spd="slow" advTm="31636"/>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P12</a:t>
            </a:r>
            <a:br>
              <a:rPr lang="en-US" dirty="0"/>
            </a:br>
            <a:r>
              <a:rPr lang="en-US" dirty="0"/>
              <a:t>Identify reasons why Link is not important, and why it is</a:t>
            </a:r>
          </a:p>
        </p:txBody>
      </p:sp>
      <p:grpSp>
        <p:nvGrpSpPr>
          <p:cNvPr id="10" name="Groupe 9">
            <a:extLst>
              <a:ext uri="{FF2B5EF4-FFF2-40B4-BE49-F238E27FC236}">
                <a16:creationId xmlns:a16="http://schemas.microsoft.com/office/drawing/2014/main" id="{2EF88D1D-E0B2-4FF2-88EF-5B7E566D8D79}"/>
              </a:ext>
            </a:extLst>
          </p:cNvPr>
          <p:cNvGrpSpPr/>
          <p:nvPr/>
        </p:nvGrpSpPr>
        <p:grpSpPr>
          <a:xfrm>
            <a:off x="2908671" y="3047085"/>
            <a:ext cx="4093664" cy="3518598"/>
            <a:chOff x="7088786" y="2986125"/>
            <a:chExt cx="4093664" cy="3518598"/>
          </a:xfrm>
        </p:grpSpPr>
        <p:pic>
          <p:nvPicPr>
            <p:cNvPr id="13" name="Graphique 12" descr="Femme DJ avec un remplissage uni">
              <a:extLst>
                <a:ext uri="{FF2B5EF4-FFF2-40B4-BE49-F238E27FC236}">
                  <a16:creationId xmlns:a16="http://schemas.microsoft.com/office/drawing/2014/main" id="{224F2A37-ECEF-4C0D-ADB5-00AE870454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8786" y="4526690"/>
              <a:ext cx="750396" cy="750396"/>
            </a:xfrm>
            <a:prstGeom prst="rect">
              <a:avLst/>
            </a:prstGeom>
          </p:spPr>
        </p:pic>
        <p:pic>
          <p:nvPicPr>
            <p:cNvPr id="15" name="Graphique 14" descr="Femme DJ avec un remplissage uni">
              <a:extLst>
                <a:ext uri="{FF2B5EF4-FFF2-40B4-BE49-F238E27FC236}">
                  <a16:creationId xmlns:a16="http://schemas.microsoft.com/office/drawing/2014/main" id="{66851860-1873-4A5E-B724-672BBF1EE3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7780" y="5255962"/>
              <a:ext cx="750396" cy="750396"/>
            </a:xfrm>
            <a:prstGeom prst="rect">
              <a:avLst/>
            </a:prstGeom>
          </p:spPr>
        </p:pic>
        <p:pic>
          <p:nvPicPr>
            <p:cNvPr id="16" name="Graphique 15" descr="Femme DJ avec un remplissage uni">
              <a:extLst>
                <a:ext uri="{FF2B5EF4-FFF2-40B4-BE49-F238E27FC236}">
                  <a16:creationId xmlns:a16="http://schemas.microsoft.com/office/drawing/2014/main" id="{4158EEFB-A16D-4C12-9868-C51618E1FC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2243" y="5398088"/>
              <a:ext cx="750396" cy="750396"/>
            </a:xfrm>
            <a:prstGeom prst="rect">
              <a:avLst/>
            </a:prstGeom>
          </p:spPr>
        </p:pic>
        <p:pic>
          <p:nvPicPr>
            <p:cNvPr id="17" name="Graphique 16" descr="Femme DJ avec un remplissage uni">
              <a:extLst>
                <a:ext uri="{FF2B5EF4-FFF2-40B4-BE49-F238E27FC236}">
                  <a16:creationId xmlns:a16="http://schemas.microsoft.com/office/drawing/2014/main" id="{5BC227C2-D615-4F19-8A74-7D70C1B74D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7241" y="4685610"/>
              <a:ext cx="750396" cy="750396"/>
            </a:xfrm>
            <a:prstGeom prst="rect">
              <a:avLst/>
            </a:prstGeom>
          </p:spPr>
        </p:pic>
        <p:pic>
          <p:nvPicPr>
            <p:cNvPr id="18" name="Graphique 17" descr="Femme DJ avec un remplissage uni">
              <a:extLst>
                <a:ext uri="{FF2B5EF4-FFF2-40B4-BE49-F238E27FC236}">
                  <a16:creationId xmlns:a16="http://schemas.microsoft.com/office/drawing/2014/main" id="{D64FC978-8B8E-46FA-9A3F-9B5758D4C0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53733" y="5041849"/>
              <a:ext cx="750396" cy="750396"/>
            </a:xfrm>
            <a:prstGeom prst="rect">
              <a:avLst/>
            </a:prstGeom>
          </p:spPr>
        </p:pic>
        <p:pic>
          <p:nvPicPr>
            <p:cNvPr id="21" name="Graphique 20" descr="Femme DJ avec un remplissage uni">
              <a:extLst>
                <a:ext uri="{FF2B5EF4-FFF2-40B4-BE49-F238E27FC236}">
                  <a16:creationId xmlns:a16="http://schemas.microsoft.com/office/drawing/2014/main" id="{F27961AF-B500-4C0B-9986-95700F847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98531" y="5754327"/>
              <a:ext cx="750396" cy="750396"/>
            </a:xfrm>
            <a:prstGeom prst="rect">
              <a:avLst/>
            </a:prstGeom>
          </p:spPr>
        </p:pic>
        <p:pic>
          <p:nvPicPr>
            <p:cNvPr id="23" name="Graphique 22" descr="Retour avec un remplissage uni">
              <a:extLst>
                <a:ext uri="{FF2B5EF4-FFF2-40B4-BE49-F238E27FC236}">
                  <a16:creationId xmlns:a16="http://schemas.microsoft.com/office/drawing/2014/main" id="{F4EB7807-75F1-45C4-A607-7B65B19EC7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237069">
              <a:off x="7808957" y="4340927"/>
              <a:ext cx="1530819" cy="1530819"/>
            </a:xfrm>
            <a:prstGeom prst="rect">
              <a:avLst/>
            </a:prstGeom>
          </p:spPr>
        </p:pic>
        <p:pic>
          <p:nvPicPr>
            <p:cNvPr id="25" name="Graphique 24" descr="Retour avec un remplissage uni">
              <a:extLst>
                <a:ext uri="{FF2B5EF4-FFF2-40B4-BE49-F238E27FC236}">
                  <a16:creationId xmlns:a16="http://schemas.microsoft.com/office/drawing/2014/main" id="{5B6070F3-0577-4344-A850-8C52098FD2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370922">
              <a:off x="7599495" y="3313234"/>
              <a:ext cx="1570460" cy="1570460"/>
            </a:xfrm>
            <a:prstGeom prst="rect">
              <a:avLst/>
            </a:prstGeom>
          </p:spPr>
        </p:pic>
        <p:pic>
          <p:nvPicPr>
            <p:cNvPr id="3" name="Graphique 2" descr="Disque optique avec un remplissage uni">
              <a:extLst>
                <a:ext uri="{FF2B5EF4-FFF2-40B4-BE49-F238E27FC236}">
                  <a16:creationId xmlns:a16="http://schemas.microsoft.com/office/drawing/2014/main" id="{492B0994-C496-46EC-B194-75F1D5DFC2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50041" y="3200858"/>
              <a:ext cx="914400" cy="914400"/>
            </a:xfrm>
            <a:prstGeom prst="rect">
              <a:avLst/>
            </a:prstGeom>
          </p:spPr>
        </p:pic>
        <p:pic>
          <p:nvPicPr>
            <p:cNvPr id="8" name="Graphique 7" descr="Gramophone avec un remplissage uni">
              <a:extLst>
                <a:ext uri="{FF2B5EF4-FFF2-40B4-BE49-F238E27FC236}">
                  <a16:creationId xmlns:a16="http://schemas.microsoft.com/office/drawing/2014/main" id="{D7FF2A64-D19E-4D19-91BF-BC5946B30B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68050" y="2986125"/>
              <a:ext cx="914400" cy="914400"/>
            </a:xfrm>
            <a:prstGeom prst="rect">
              <a:avLst/>
            </a:prstGeom>
          </p:spPr>
        </p:pic>
      </p:grpSp>
      <p:sp>
        <p:nvSpPr>
          <p:cNvPr id="19" name="Rectangle 18">
            <a:extLst>
              <a:ext uri="{FF2B5EF4-FFF2-40B4-BE49-F238E27FC236}">
                <a16:creationId xmlns:a16="http://schemas.microsoft.com/office/drawing/2014/main" id="{457FBBC5-CB09-4463-A10C-0BDDE1BC2A15}"/>
              </a:ext>
            </a:extLst>
          </p:cNvPr>
          <p:cNvSpPr/>
          <p:nvPr/>
        </p:nvSpPr>
        <p:spPr>
          <a:xfrm>
            <a:off x="3386184" y="254810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0" name="Rectangle 19">
            <a:extLst>
              <a:ext uri="{FF2B5EF4-FFF2-40B4-BE49-F238E27FC236}">
                <a16:creationId xmlns:a16="http://schemas.microsoft.com/office/drawing/2014/main" id="{B2D51FA9-F21B-4C40-AC9C-672BE14C62F4}"/>
              </a:ext>
            </a:extLst>
          </p:cNvPr>
          <p:cNvSpPr/>
          <p:nvPr/>
        </p:nvSpPr>
        <p:spPr>
          <a:xfrm>
            <a:off x="2249404" y="322003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2" name="Rectangle 21">
            <a:extLst>
              <a:ext uri="{FF2B5EF4-FFF2-40B4-BE49-F238E27FC236}">
                <a16:creationId xmlns:a16="http://schemas.microsoft.com/office/drawing/2014/main" id="{7CADD6A9-74FE-410E-BBCE-447AC9D204D1}"/>
              </a:ext>
            </a:extLst>
          </p:cNvPr>
          <p:cNvSpPr/>
          <p:nvPr/>
        </p:nvSpPr>
        <p:spPr>
          <a:xfrm>
            <a:off x="4406149" y="230405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4" name="Rectangle 23">
            <a:extLst>
              <a:ext uri="{FF2B5EF4-FFF2-40B4-BE49-F238E27FC236}">
                <a16:creationId xmlns:a16="http://schemas.microsoft.com/office/drawing/2014/main" id="{3068BA8A-8455-4049-A454-29704DB16830}"/>
              </a:ext>
            </a:extLst>
          </p:cNvPr>
          <p:cNvSpPr/>
          <p:nvPr/>
        </p:nvSpPr>
        <p:spPr>
          <a:xfrm>
            <a:off x="2253244" y="214696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6" name="Rectangle 25">
            <a:extLst>
              <a:ext uri="{FF2B5EF4-FFF2-40B4-BE49-F238E27FC236}">
                <a16:creationId xmlns:a16="http://schemas.microsoft.com/office/drawing/2014/main" id="{E8A3DC57-8D67-4767-8DC9-897BEA822892}"/>
              </a:ext>
            </a:extLst>
          </p:cNvPr>
          <p:cNvSpPr/>
          <p:nvPr/>
        </p:nvSpPr>
        <p:spPr>
          <a:xfrm>
            <a:off x="3283869" y="54969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
        <p:nvSpPr>
          <p:cNvPr id="28" name="Rectangle 27">
            <a:extLst>
              <a:ext uri="{FF2B5EF4-FFF2-40B4-BE49-F238E27FC236}">
                <a16:creationId xmlns:a16="http://schemas.microsoft.com/office/drawing/2014/main" id="{ACE3B7D4-20F0-4B29-8C61-BCCCE0DEAC17}"/>
              </a:ext>
            </a:extLst>
          </p:cNvPr>
          <p:cNvSpPr/>
          <p:nvPr/>
        </p:nvSpPr>
        <p:spPr>
          <a:xfrm>
            <a:off x="2174544" y="567317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
        <p:nvSpPr>
          <p:cNvPr id="29" name="Rectangle 28">
            <a:extLst>
              <a:ext uri="{FF2B5EF4-FFF2-40B4-BE49-F238E27FC236}">
                <a16:creationId xmlns:a16="http://schemas.microsoft.com/office/drawing/2014/main" id="{5E64F268-F76C-4B6B-AAF5-09678CAB9F9B}"/>
              </a:ext>
            </a:extLst>
          </p:cNvPr>
          <p:cNvSpPr/>
          <p:nvPr/>
        </p:nvSpPr>
        <p:spPr>
          <a:xfrm>
            <a:off x="4222400" y="589550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Tree>
    <p:extLst>
      <p:ext uri="{BB962C8B-B14F-4D97-AF65-F5344CB8AC3E}">
        <p14:creationId xmlns:p14="http://schemas.microsoft.com/office/powerpoint/2010/main" val="3615050057"/>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13" name="Espace réservé du contenu 3">
            <a:extLst>
              <a:ext uri="{FF2B5EF4-FFF2-40B4-BE49-F238E27FC236}">
                <a16:creationId xmlns:a16="http://schemas.microsoft.com/office/drawing/2014/main" id="{740AB4D5-BB37-4C6A-A2E1-5837CCBD83B6}"/>
              </a:ext>
            </a:extLst>
          </p:cNvPr>
          <p:cNvSpPr txBox="1">
            <a:spLocks/>
          </p:cNvSpPr>
          <p:nvPr/>
        </p:nvSpPr>
        <p:spPr>
          <a:xfrm>
            <a:off x="1115568" y="2478024"/>
            <a:ext cx="10168128" cy="3694176"/>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a:t>
            </a:r>
            <a:endParaRPr lang="en-US" dirty="0"/>
          </a:p>
        </p:txBody>
      </p:sp>
      <p:sp>
        <p:nvSpPr>
          <p:cNvPr id="16" name="Bulle narrative : ronde 15">
            <a:extLst>
              <a:ext uri="{FF2B5EF4-FFF2-40B4-BE49-F238E27FC236}">
                <a16:creationId xmlns:a16="http://schemas.microsoft.com/office/drawing/2014/main" id="{0B24E32D-DBBE-40D4-B8E2-1D09B228F06F}"/>
              </a:ext>
            </a:extLst>
          </p:cNvPr>
          <p:cNvSpPr/>
          <p:nvPr/>
        </p:nvSpPr>
        <p:spPr>
          <a:xfrm>
            <a:off x="1189608" y="2486060"/>
            <a:ext cx="3010239" cy="1605311"/>
          </a:xfrm>
          <a:prstGeom prst="wedgeEllipseCallout">
            <a:avLst>
              <a:gd name="adj1" fmla="val -16187"/>
              <a:gd name="adj2" fmla="val 100237"/>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Link cannot be forced with hard tasks or boring talks; it must be natural and emerge through happiness and leisure moments. </a:t>
            </a:r>
          </a:p>
          <a:p>
            <a:pPr marL="0" indent="0" algn="ctr">
              <a:buNone/>
            </a:pPr>
            <a:endParaRPr lang="en-US" sz="1100" dirty="0">
              <a:solidFill>
                <a:schemeClr val="tx1"/>
              </a:solidFill>
            </a:endParaRPr>
          </a:p>
          <a:p>
            <a:pPr marL="0" indent="0" algn="ctr">
              <a:buNone/>
            </a:pPr>
            <a:r>
              <a:rPr lang="en-US" sz="1100" dirty="0">
                <a:solidFill>
                  <a:schemeClr val="tx1"/>
                </a:solidFill>
              </a:rPr>
              <a:t>Please organize more fun moments !</a:t>
            </a:r>
          </a:p>
        </p:txBody>
      </p:sp>
      <p:sp>
        <p:nvSpPr>
          <p:cNvPr id="17" name="Bulle narrative : ronde 16">
            <a:extLst>
              <a:ext uri="{FF2B5EF4-FFF2-40B4-BE49-F238E27FC236}">
                <a16:creationId xmlns:a16="http://schemas.microsoft.com/office/drawing/2014/main" id="{1E1F88DC-C730-4D82-8D4F-D5D96DE7B02C}"/>
              </a:ext>
            </a:extLst>
          </p:cNvPr>
          <p:cNvSpPr/>
          <p:nvPr/>
        </p:nvSpPr>
        <p:spPr>
          <a:xfrm>
            <a:off x="8008279" y="2486060"/>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Link is not about actions, whether fun or challenging, but mostly built through values and life goals. </a:t>
            </a:r>
          </a:p>
          <a:p>
            <a:pPr algn="ctr"/>
            <a:endParaRPr lang="en-US" sz="1100" dirty="0">
              <a:solidFill>
                <a:schemeClr val="tx1"/>
              </a:solidFill>
            </a:endParaRPr>
          </a:p>
          <a:p>
            <a:pPr algn="ctr"/>
            <a:r>
              <a:rPr lang="en-US" sz="1100" dirty="0">
                <a:solidFill>
                  <a:schemeClr val="tx1"/>
                </a:solidFill>
              </a:rPr>
              <a:t>Please organize more moments of expression</a:t>
            </a:r>
          </a:p>
        </p:txBody>
      </p:sp>
      <p:cxnSp>
        <p:nvCxnSpPr>
          <p:cNvPr id="19" name="Connecteur droit 18">
            <a:extLst>
              <a:ext uri="{FF2B5EF4-FFF2-40B4-BE49-F238E27FC236}">
                <a16:creationId xmlns:a16="http://schemas.microsoft.com/office/drawing/2014/main" id="{AFDA6A00-855B-41EC-A487-6F542A2950FB}"/>
              </a:ext>
            </a:extLst>
          </p:cNvPr>
          <p:cNvCxnSpPr/>
          <p:nvPr/>
        </p:nvCxnSpPr>
        <p:spPr>
          <a:xfrm flipH="1">
            <a:off x="3257861" y="2490895"/>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0" name="Connecteur droit 19">
            <a:extLst>
              <a:ext uri="{FF2B5EF4-FFF2-40B4-BE49-F238E27FC236}">
                <a16:creationId xmlns:a16="http://schemas.microsoft.com/office/drawing/2014/main" id="{7D457B4C-4D33-4DF4-8F8E-84C4AA387CE3}"/>
              </a:ext>
            </a:extLst>
          </p:cNvPr>
          <p:cNvCxnSpPr>
            <a:cxnSpLocks/>
          </p:cNvCxnSpPr>
          <p:nvPr/>
        </p:nvCxnSpPr>
        <p:spPr>
          <a:xfrm>
            <a:off x="7396192" y="2490895"/>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1" name="Connecteur droit 20">
            <a:extLst>
              <a:ext uri="{FF2B5EF4-FFF2-40B4-BE49-F238E27FC236}">
                <a16:creationId xmlns:a16="http://schemas.microsoft.com/office/drawing/2014/main" id="{8AF3DD70-6FA0-4906-8FDF-648D4F93355D}"/>
              </a:ext>
            </a:extLst>
          </p:cNvPr>
          <p:cNvCxnSpPr>
            <a:cxnSpLocks/>
          </p:cNvCxnSpPr>
          <p:nvPr/>
        </p:nvCxnSpPr>
        <p:spPr>
          <a:xfrm flipH="1">
            <a:off x="3994951" y="4509855"/>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22" name="Bulle narrative : ronde 21">
            <a:extLst>
              <a:ext uri="{FF2B5EF4-FFF2-40B4-BE49-F238E27FC236}">
                <a16:creationId xmlns:a16="http://schemas.microsoft.com/office/drawing/2014/main" id="{9734721F-C741-48E0-893F-20659FD38CAC}"/>
              </a:ext>
            </a:extLst>
          </p:cNvPr>
          <p:cNvSpPr/>
          <p:nvPr/>
        </p:nvSpPr>
        <p:spPr>
          <a:xfrm>
            <a:off x="5343064" y="4584207"/>
            <a:ext cx="2788738" cy="803985"/>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Now, what should be the next activity ?</a:t>
            </a:r>
          </a:p>
        </p:txBody>
      </p:sp>
      <p:grpSp>
        <p:nvGrpSpPr>
          <p:cNvPr id="23" name="Groupe 22">
            <a:extLst>
              <a:ext uri="{FF2B5EF4-FFF2-40B4-BE49-F238E27FC236}">
                <a16:creationId xmlns:a16="http://schemas.microsoft.com/office/drawing/2014/main" id="{3F28431A-6557-4B22-BE1F-240672C416D7}"/>
              </a:ext>
            </a:extLst>
          </p:cNvPr>
          <p:cNvGrpSpPr/>
          <p:nvPr/>
        </p:nvGrpSpPr>
        <p:grpSpPr>
          <a:xfrm>
            <a:off x="3804229" y="4824494"/>
            <a:ext cx="1983159" cy="1565406"/>
            <a:chOff x="2192955" y="4690073"/>
            <a:chExt cx="1983159" cy="1565406"/>
          </a:xfrm>
        </p:grpSpPr>
        <p:pic>
          <p:nvPicPr>
            <p:cNvPr id="24" name="Graphique 23" descr="Personne confuse avec un remplissage uni">
              <a:extLst>
                <a:ext uri="{FF2B5EF4-FFF2-40B4-BE49-F238E27FC236}">
                  <a16:creationId xmlns:a16="http://schemas.microsoft.com/office/drawing/2014/main" id="{ED7E6B2D-7A29-4F9C-A76F-CA858280A8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2192955" y="4838194"/>
              <a:ext cx="1983159" cy="1417285"/>
            </a:xfrm>
            <a:prstGeom prst="rect">
              <a:avLst/>
            </a:prstGeom>
          </p:spPr>
        </p:pic>
        <p:pic>
          <p:nvPicPr>
            <p:cNvPr id="25" name="Graphique 24" descr="Visage grimaçant et transpirant avec remplissage uni avec un remplissage uni">
              <a:extLst>
                <a:ext uri="{FF2B5EF4-FFF2-40B4-BE49-F238E27FC236}">
                  <a16:creationId xmlns:a16="http://schemas.microsoft.com/office/drawing/2014/main" id="{F429031D-57DA-48B4-8ABF-35E86DDB02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1472" y="4690073"/>
              <a:ext cx="803985" cy="803985"/>
            </a:xfrm>
            <a:prstGeom prst="rect">
              <a:avLst/>
            </a:prstGeom>
          </p:spPr>
        </p:pic>
      </p:grpSp>
      <p:sp>
        <p:nvSpPr>
          <p:cNvPr id="26" name="ZoneTexte 25">
            <a:extLst>
              <a:ext uri="{FF2B5EF4-FFF2-40B4-BE49-F238E27FC236}">
                <a16:creationId xmlns:a16="http://schemas.microsoft.com/office/drawing/2014/main" id="{B3530770-4596-4FBC-A790-5D7CB7356CC1}"/>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
        <p:nvSpPr>
          <p:cNvPr id="27" name="Bulle narrative : ronde 26">
            <a:extLst>
              <a:ext uri="{FF2B5EF4-FFF2-40B4-BE49-F238E27FC236}">
                <a16:creationId xmlns:a16="http://schemas.microsoft.com/office/drawing/2014/main" id="{3A63C69A-5882-4181-9ACB-8267EA081FCA}"/>
              </a:ext>
            </a:extLst>
          </p:cNvPr>
          <p:cNvSpPr/>
          <p:nvPr/>
        </p:nvSpPr>
        <p:spPr>
          <a:xfrm>
            <a:off x="4402746" y="2486060"/>
            <a:ext cx="3516136" cy="1165176"/>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Link is not built with fun or talks, but mostly through challenging moments that are faced together.</a:t>
            </a:r>
          </a:p>
          <a:p>
            <a:pPr algn="ctr"/>
            <a:endParaRPr lang="en-US" sz="1100" dirty="0">
              <a:solidFill>
                <a:schemeClr val="tx1"/>
              </a:solidFill>
            </a:endParaRPr>
          </a:p>
          <a:p>
            <a:pPr algn="ctr"/>
            <a:r>
              <a:rPr lang="en-US" sz="1100" dirty="0">
                <a:solidFill>
                  <a:schemeClr val="tx1"/>
                </a:solidFill>
              </a:rPr>
              <a:t>Please organize more collective challenges !</a:t>
            </a:r>
          </a:p>
        </p:txBody>
      </p:sp>
      <p:pic>
        <p:nvPicPr>
          <p:cNvPr id="6" name="Graphique 5" descr="Arts martiaux avec un remplissage uni">
            <a:extLst>
              <a:ext uri="{FF2B5EF4-FFF2-40B4-BE49-F238E27FC236}">
                <a16:creationId xmlns:a16="http://schemas.microsoft.com/office/drawing/2014/main" id="{B033F001-80F3-4187-A1A7-3A14FD43E7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87388" y="3792682"/>
            <a:ext cx="617428" cy="617428"/>
          </a:xfrm>
          <a:prstGeom prst="rect">
            <a:avLst/>
          </a:prstGeom>
        </p:spPr>
      </p:pic>
      <p:pic>
        <p:nvPicPr>
          <p:cNvPr id="29" name="Graphique 28" descr="Surf avec un remplissage uni">
            <a:extLst>
              <a:ext uri="{FF2B5EF4-FFF2-40B4-BE49-F238E27FC236}">
                <a16:creationId xmlns:a16="http://schemas.microsoft.com/office/drawing/2014/main" id="{A14C06F1-F017-42E2-B162-BF259B82CD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39064" y="4891728"/>
            <a:ext cx="914400" cy="914400"/>
          </a:xfrm>
          <a:prstGeom prst="rect">
            <a:avLst/>
          </a:prstGeom>
        </p:spPr>
      </p:pic>
      <p:pic>
        <p:nvPicPr>
          <p:cNvPr id="33" name="Graphique 32" descr="Méditation avec un remplissage uni">
            <a:extLst>
              <a:ext uri="{FF2B5EF4-FFF2-40B4-BE49-F238E27FC236}">
                <a16:creationId xmlns:a16="http://schemas.microsoft.com/office/drawing/2014/main" id="{9A4243B8-B44A-4723-AA28-69FB0A71759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51579" y="4714079"/>
            <a:ext cx="914400" cy="914400"/>
          </a:xfrm>
          <a:prstGeom prst="rect">
            <a:avLst/>
          </a:prstGeom>
        </p:spPr>
      </p:pic>
    </p:spTree>
    <p:extLst>
      <p:ext uri="{BB962C8B-B14F-4D97-AF65-F5344CB8AC3E}">
        <p14:creationId xmlns:p14="http://schemas.microsoft.com/office/powerpoint/2010/main" val="3463725539"/>
      </p:ext>
    </p:extLst>
  </p:cSld>
  <p:clrMapOvr>
    <a:masterClrMapping/>
  </p:clrMapOvr>
  <mc:AlternateContent xmlns:mc="http://schemas.openxmlformats.org/markup-compatibility/2006" xmlns:p14="http://schemas.microsoft.com/office/powerpoint/2010/main">
    <mc:Choice Requires="p14">
      <p:transition spd="slow" p14:dur="2000" advTm="59374"/>
    </mc:Choice>
    <mc:Fallback xmlns="">
      <p:transition spd="slow" advTm="59374"/>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Challenge P13</a:t>
            </a:r>
            <a:br>
              <a:rPr lang="en-US" dirty="0"/>
            </a:br>
            <a:r>
              <a:rPr lang="en-US" dirty="0"/>
              <a:t>Choose how you define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467868" y="2102548"/>
            <a:ext cx="5132832" cy="3831527"/>
          </a:xfrm>
        </p:spPr>
        <p:txBody>
          <a:bodyPr>
            <a:normAutofit fontScale="55000" lnSpcReduction="20000"/>
          </a:bodyPr>
          <a:lstStyle/>
          <a:p>
            <a:pPr marL="0" indent="0">
              <a:buNone/>
            </a:pPr>
            <a:r>
              <a:rPr lang="en-US" dirty="0"/>
              <a:t>There are many ways to define “Link” in a Community. The definition is often difficult to measure and can vary among members. </a:t>
            </a:r>
          </a:p>
          <a:p>
            <a:pPr marL="0" indent="0">
              <a:buNone/>
            </a:pPr>
            <a:r>
              <a:rPr lang="en-US" dirty="0"/>
              <a:t>The Community Boosters are responsible for choosing and organizing activities in the Community. Therefore, the definition of “Link” by Community Boosters will drive the type of Link that is fostered in the Community. </a:t>
            </a:r>
          </a:p>
          <a:p>
            <a:pPr marL="0" indent="0">
              <a:buNone/>
            </a:pPr>
            <a:r>
              <a:rPr lang="en-US" dirty="0"/>
              <a:t>In Communities where link is important and strongly related to engagement level, the type of link that is fostered has higher chances to engage members sharing the same definition, than members who define “link” differently.</a:t>
            </a:r>
          </a:p>
          <a:p>
            <a:pPr marL="0" indent="0">
              <a:buNone/>
            </a:pPr>
            <a:r>
              <a:rPr lang="en-US" dirty="0"/>
              <a:t>Here is an example of one way to define link, using a scale of Friendship quality that identified 4 dimensions : Safety, Help, Closeness and Acceptance.</a:t>
            </a:r>
          </a:p>
        </p:txBody>
      </p:sp>
      <p:sp>
        <p:nvSpPr>
          <p:cNvPr id="7" name="ZoneTexte 6">
            <a:extLst>
              <a:ext uri="{FF2B5EF4-FFF2-40B4-BE49-F238E27FC236}">
                <a16:creationId xmlns:a16="http://schemas.microsoft.com/office/drawing/2014/main" id="{3DD87356-C3F6-4304-86D4-0806190F30BF}"/>
              </a:ext>
            </a:extLst>
          </p:cNvPr>
          <p:cNvSpPr txBox="1"/>
          <p:nvPr/>
        </p:nvSpPr>
        <p:spPr>
          <a:xfrm>
            <a:off x="363093" y="6281380"/>
            <a:ext cx="11180064" cy="430887"/>
          </a:xfrm>
          <a:prstGeom prst="rect">
            <a:avLst/>
          </a:prstGeom>
          <a:noFill/>
        </p:spPr>
        <p:txBody>
          <a:bodyPr wrap="square">
            <a:spAutoFit/>
          </a:bodyPr>
          <a:lstStyle/>
          <a:p>
            <a:r>
              <a:rPr lang="en-US" sz="1100" dirty="0">
                <a:hlinkClick r:id="rId2"/>
              </a:rPr>
              <a:t>Source Study: Friendship Quality Scale: Conceptualization, Development and Validation https://files.eric.ed.gov/fulltext/ED542465.pdf</a:t>
            </a:r>
            <a:endParaRPr lang="en-US" sz="1100" dirty="0"/>
          </a:p>
          <a:p>
            <a:endParaRPr lang="en-US" sz="1100" dirty="0"/>
          </a:p>
        </p:txBody>
      </p:sp>
      <p:graphicFrame>
        <p:nvGraphicFramePr>
          <p:cNvPr id="9" name="Graphique 8">
            <a:extLst>
              <a:ext uri="{FF2B5EF4-FFF2-40B4-BE49-F238E27FC236}">
                <a16:creationId xmlns:a16="http://schemas.microsoft.com/office/drawing/2014/main" id="{72B45122-4D56-4154-90F1-7B4A5D0D98C5}"/>
              </a:ext>
            </a:extLst>
          </p:cNvPr>
          <p:cNvGraphicFramePr/>
          <p:nvPr/>
        </p:nvGraphicFramePr>
        <p:xfrm>
          <a:off x="5953125" y="2167902"/>
          <a:ext cx="5848350" cy="3664267"/>
        </p:xfrm>
        <a:graphic>
          <a:graphicData uri="http://schemas.openxmlformats.org/drawingml/2006/chart">
            <c:chart xmlns:c="http://schemas.openxmlformats.org/drawingml/2006/chart" xmlns:r="http://schemas.openxmlformats.org/officeDocument/2006/relationships" r:id="rId3"/>
          </a:graphicData>
        </a:graphic>
      </p:graphicFrame>
      <p:pic>
        <p:nvPicPr>
          <p:cNvPr id="11" name="Graphique 10" descr="Questions avec un remplissage uni">
            <a:extLst>
              <a:ext uri="{FF2B5EF4-FFF2-40B4-BE49-F238E27FC236}">
                <a16:creationId xmlns:a16="http://schemas.microsoft.com/office/drawing/2014/main" id="{9B0D3734-3519-4E7D-9F41-E81EB6D9E6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66882" y="3528547"/>
            <a:ext cx="676275" cy="676275"/>
          </a:xfrm>
          <a:prstGeom prst="rect">
            <a:avLst/>
          </a:prstGeom>
        </p:spPr>
      </p:pic>
      <p:pic>
        <p:nvPicPr>
          <p:cNvPr id="14" name="Graphique 13" descr="Bouclier coche avec un remplissage uni">
            <a:extLst>
              <a:ext uri="{FF2B5EF4-FFF2-40B4-BE49-F238E27FC236}">
                <a16:creationId xmlns:a16="http://schemas.microsoft.com/office/drawing/2014/main" id="{FC7EB4D9-79E1-47DA-8A91-9690F7EFA3E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96025" y="3671422"/>
            <a:ext cx="533400" cy="533400"/>
          </a:xfrm>
          <a:prstGeom prst="rect">
            <a:avLst/>
          </a:prstGeom>
        </p:spPr>
      </p:pic>
      <p:sp>
        <p:nvSpPr>
          <p:cNvPr id="19" name="ZoneTexte 18">
            <a:extLst>
              <a:ext uri="{FF2B5EF4-FFF2-40B4-BE49-F238E27FC236}">
                <a16:creationId xmlns:a16="http://schemas.microsoft.com/office/drawing/2014/main" id="{D59D424D-5875-4AF7-BF0B-E2682E1F6F4F}"/>
              </a:ext>
            </a:extLst>
          </p:cNvPr>
          <p:cNvSpPr txBox="1"/>
          <p:nvPr/>
        </p:nvSpPr>
        <p:spPr>
          <a:xfrm>
            <a:off x="6034088" y="2328176"/>
            <a:ext cx="5943599" cy="276551"/>
          </a:xfrm>
          <a:prstGeom prst="rect">
            <a:avLst/>
          </a:prstGeom>
          <a:noFill/>
        </p:spPr>
        <p:txBody>
          <a:bodyPr wrap="square">
            <a:spAutoFit/>
          </a:bodyPr>
          <a:lstStyle/>
          <a:p>
            <a:pPr algn="ctr"/>
            <a:r>
              <a:rPr lang="en-US" sz="1197" dirty="0">
                <a:solidFill>
                  <a:schemeClr val="tx1">
                    <a:lumMod val="65000"/>
                    <a:lumOff val="35000"/>
                  </a:schemeClr>
                </a:solidFill>
              </a:rPr>
              <a:t>To  what  extent are  members attached  to their friend(s) (among members)</a:t>
            </a:r>
          </a:p>
        </p:txBody>
      </p:sp>
      <p:sp>
        <p:nvSpPr>
          <p:cNvPr id="20" name="ZoneTexte 19">
            <a:extLst>
              <a:ext uri="{FF2B5EF4-FFF2-40B4-BE49-F238E27FC236}">
                <a16:creationId xmlns:a16="http://schemas.microsoft.com/office/drawing/2014/main" id="{7A555A9D-821B-4F80-8BFB-4AE122EEDA6F}"/>
              </a:ext>
            </a:extLst>
          </p:cNvPr>
          <p:cNvSpPr txBox="1"/>
          <p:nvPr/>
        </p:nvSpPr>
        <p:spPr>
          <a:xfrm>
            <a:off x="6015038" y="4173766"/>
            <a:ext cx="1628774" cy="1197636"/>
          </a:xfrm>
          <a:prstGeom prst="rect">
            <a:avLst/>
          </a:prstGeom>
          <a:noFill/>
        </p:spPr>
        <p:txBody>
          <a:bodyPr wrap="square">
            <a:spAutoFit/>
          </a:bodyPr>
          <a:lstStyle/>
          <a:p>
            <a:r>
              <a:rPr lang="en-US" sz="1197" dirty="0">
                <a:solidFill>
                  <a:schemeClr val="tx1">
                    <a:lumMod val="65000"/>
                    <a:lumOff val="35000"/>
                  </a:schemeClr>
                </a:solidFill>
              </a:rPr>
              <a:t>To   what   extent   are members’ confidence  and  trusts  relied  on  his  or her friend(s) (among members).</a:t>
            </a:r>
          </a:p>
        </p:txBody>
      </p:sp>
      <p:sp>
        <p:nvSpPr>
          <p:cNvPr id="22" name="ZoneTexte 21">
            <a:extLst>
              <a:ext uri="{FF2B5EF4-FFF2-40B4-BE49-F238E27FC236}">
                <a16:creationId xmlns:a16="http://schemas.microsoft.com/office/drawing/2014/main" id="{C1607E39-5AFE-481B-A99A-3372CF7D8C9F}"/>
              </a:ext>
            </a:extLst>
          </p:cNvPr>
          <p:cNvSpPr txBox="1"/>
          <p:nvPr/>
        </p:nvSpPr>
        <p:spPr>
          <a:xfrm>
            <a:off x="6296025" y="5764424"/>
            <a:ext cx="4762501" cy="460767"/>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dirty="0"/>
              <a:t>To    what    extent  are members  accepted   by  their friend (among members)  either  socially or    emotionally.</a:t>
            </a:r>
          </a:p>
        </p:txBody>
      </p:sp>
      <p:sp>
        <p:nvSpPr>
          <p:cNvPr id="24" name="ZoneTexte 23">
            <a:extLst>
              <a:ext uri="{FF2B5EF4-FFF2-40B4-BE49-F238E27FC236}">
                <a16:creationId xmlns:a16="http://schemas.microsoft.com/office/drawing/2014/main" id="{063A9A0D-99F6-4392-9DC1-9A795FC94B40}"/>
              </a:ext>
            </a:extLst>
          </p:cNvPr>
          <p:cNvSpPr txBox="1"/>
          <p:nvPr/>
        </p:nvSpPr>
        <p:spPr>
          <a:xfrm>
            <a:off x="10239374" y="4221300"/>
            <a:ext cx="1914526" cy="1381853"/>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dirty="0"/>
              <a:t>The  extent  to  which    members  will      offer   their   mutual   help   to  their friend(s) (among other members)  who  are  having  Community-related problems.</a:t>
            </a:r>
          </a:p>
        </p:txBody>
      </p:sp>
      <p:pic>
        <p:nvPicPr>
          <p:cNvPr id="26" name="Graphique 25" descr="Réussite du groupe avec un remplissage uni">
            <a:extLst>
              <a:ext uri="{FF2B5EF4-FFF2-40B4-BE49-F238E27FC236}">
                <a16:creationId xmlns:a16="http://schemas.microsoft.com/office/drawing/2014/main" id="{47C0928B-2069-48D4-A2BA-3A086551403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88603" y="1694593"/>
            <a:ext cx="577394" cy="577394"/>
          </a:xfrm>
          <a:prstGeom prst="rect">
            <a:avLst/>
          </a:prstGeom>
        </p:spPr>
      </p:pic>
    </p:spTree>
    <p:extLst>
      <p:ext uri="{BB962C8B-B14F-4D97-AF65-F5344CB8AC3E}">
        <p14:creationId xmlns:p14="http://schemas.microsoft.com/office/powerpoint/2010/main" val="1823049472"/>
      </p:ext>
    </p:extLst>
  </p:cSld>
  <p:clrMapOvr>
    <a:masterClrMapping/>
  </p:clrMapOvr>
  <mc:AlternateContent xmlns:mc="http://schemas.openxmlformats.org/markup-compatibility/2006" xmlns:p14="http://schemas.microsoft.com/office/powerpoint/2010/main">
    <mc:Choice Requires="p14">
      <p:transition spd="slow" p14:dur="2000" advTm="100714"/>
    </mc:Choice>
    <mc:Fallback xmlns="">
      <p:transition spd="slow" advTm="100714"/>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a:bodyPr>
          <a:lstStyle/>
          <a:p>
            <a:pPr marL="0" indent="0">
              <a:buNone/>
            </a:pPr>
            <a:r>
              <a:rPr lang="en-US" noProof="1"/>
              <a:t>How do you define “link” between  members in your Community ? </a:t>
            </a:r>
          </a:p>
          <a:p>
            <a:pPr marL="0" indent="0">
              <a:buNone/>
            </a:pPr>
            <a:endParaRPr lang="en-US" noProof="1"/>
          </a:p>
          <a:p>
            <a:pPr marL="0" indent="0">
              <a:buNone/>
            </a:pPr>
            <a:r>
              <a:rPr lang="en-US" noProof="1"/>
              <a:t>What “link creating” actions have you organized or fostered in your Community ? </a:t>
            </a:r>
          </a:p>
        </p:txBody>
      </p:sp>
      <p:grpSp>
        <p:nvGrpSpPr>
          <p:cNvPr id="3" name="Groupe 2">
            <a:extLst>
              <a:ext uri="{FF2B5EF4-FFF2-40B4-BE49-F238E27FC236}">
                <a16:creationId xmlns:a16="http://schemas.microsoft.com/office/drawing/2014/main" id="{2F7BA728-84AF-4318-BD10-5EA91818209C}"/>
              </a:ext>
            </a:extLst>
          </p:cNvPr>
          <p:cNvGrpSpPr/>
          <p:nvPr/>
        </p:nvGrpSpPr>
        <p:grpSpPr>
          <a:xfrm>
            <a:off x="1208532" y="2416048"/>
            <a:ext cx="4844796" cy="3554689"/>
            <a:chOff x="908304" y="1710747"/>
            <a:chExt cx="6200775" cy="4549588"/>
          </a:xfrm>
        </p:grpSpPr>
        <p:graphicFrame>
          <p:nvGraphicFramePr>
            <p:cNvPr id="6" name="Graphique 5">
              <a:extLst>
                <a:ext uri="{FF2B5EF4-FFF2-40B4-BE49-F238E27FC236}">
                  <a16:creationId xmlns:a16="http://schemas.microsoft.com/office/drawing/2014/main" id="{BE93EF8D-5C0F-420C-B110-5D54542F0BBE}"/>
                </a:ext>
              </a:extLst>
            </p:cNvPr>
            <p:cNvGraphicFramePr/>
            <p:nvPr/>
          </p:nvGraphicFramePr>
          <p:xfrm>
            <a:off x="908304" y="2191111"/>
            <a:ext cx="5848350" cy="3664267"/>
          </p:xfrm>
          <a:graphic>
            <a:graphicData uri="http://schemas.openxmlformats.org/drawingml/2006/chart">
              <c:chart xmlns:c="http://schemas.openxmlformats.org/drawingml/2006/chart" xmlns:r="http://schemas.openxmlformats.org/officeDocument/2006/relationships" r:id="rId3"/>
            </a:graphicData>
          </a:graphic>
        </p:graphicFrame>
        <p:pic>
          <p:nvPicPr>
            <p:cNvPr id="7" name="Graphique 6" descr="Questions avec un remplissage uni">
              <a:extLst>
                <a:ext uri="{FF2B5EF4-FFF2-40B4-BE49-F238E27FC236}">
                  <a16:creationId xmlns:a16="http://schemas.microsoft.com/office/drawing/2014/main" id="{BF37A850-2A4A-4592-BF7E-BCE3791BDB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22061" y="3551756"/>
              <a:ext cx="676275" cy="676275"/>
            </a:xfrm>
            <a:prstGeom prst="rect">
              <a:avLst/>
            </a:prstGeom>
          </p:spPr>
        </p:pic>
        <p:pic>
          <p:nvPicPr>
            <p:cNvPr id="8" name="Graphique 7" descr="Bouclier coche avec un remplissage uni">
              <a:extLst>
                <a:ext uri="{FF2B5EF4-FFF2-40B4-BE49-F238E27FC236}">
                  <a16:creationId xmlns:a16="http://schemas.microsoft.com/office/drawing/2014/main" id="{E6F447D0-1570-4F3B-8DCE-6A1E7E32D7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51204" y="3694631"/>
              <a:ext cx="533400" cy="533400"/>
            </a:xfrm>
            <a:prstGeom prst="rect">
              <a:avLst/>
            </a:prstGeom>
          </p:spPr>
        </p:pic>
        <p:sp>
          <p:nvSpPr>
            <p:cNvPr id="9" name="ZoneTexte 8">
              <a:extLst>
                <a:ext uri="{FF2B5EF4-FFF2-40B4-BE49-F238E27FC236}">
                  <a16:creationId xmlns:a16="http://schemas.microsoft.com/office/drawing/2014/main" id="{7BBAFB0A-1B13-4C66-9387-55F66207ABC1}"/>
                </a:ext>
              </a:extLst>
            </p:cNvPr>
            <p:cNvSpPr txBox="1"/>
            <p:nvPr/>
          </p:nvSpPr>
          <p:spPr>
            <a:xfrm>
              <a:off x="989267" y="2432658"/>
              <a:ext cx="5943599" cy="295438"/>
            </a:xfrm>
            <a:prstGeom prst="rect">
              <a:avLst/>
            </a:prstGeom>
            <a:noFill/>
          </p:spPr>
          <p:txBody>
            <a:bodyPr wrap="square">
              <a:spAutoFit/>
            </a:bodyPr>
            <a:lstStyle/>
            <a:p>
              <a:pPr algn="ctr"/>
              <a:r>
                <a:rPr lang="en-US" sz="900" dirty="0">
                  <a:solidFill>
                    <a:schemeClr val="tx1">
                      <a:lumMod val="65000"/>
                      <a:lumOff val="35000"/>
                    </a:schemeClr>
                  </a:solidFill>
                </a:rPr>
                <a:t>To  what  extent are  members attached  to their friend(s) (among members)</a:t>
              </a:r>
            </a:p>
          </p:txBody>
        </p:sp>
        <p:sp>
          <p:nvSpPr>
            <p:cNvPr id="10" name="ZoneTexte 9">
              <a:extLst>
                <a:ext uri="{FF2B5EF4-FFF2-40B4-BE49-F238E27FC236}">
                  <a16:creationId xmlns:a16="http://schemas.microsoft.com/office/drawing/2014/main" id="{2E03D4B5-8742-4B74-B4C5-47AC85BCA266}"/>
                </a:ext>
              </a:extLst>
            </p:cNvPr>
            <p:cNvSpPr txBox="1"/>
            <p:nvPr/>
          </p:nvSpPr>
          <p:spPr>
            <a:xfrm>
              <a:off x="908305" y="4262642"/>
              <a:ext cx="1628773" cy="1181755"/>
            </a:xfrm>
            <a:prstGeom prst="rect">
              <a:avLst/>
            </a:prstGeom>
            <a:noFill/>
          </p:spPr>
          <p:txBody>
            <a:bodyPr wrap="square">
              <a:spAutoFit/>
            </a:bodyPr>
            <a:lstStyle/>
            <a:p>
              <a:r>
                <a:rPr lang="en-US" sz="900" dirty="0">
                  <a:solidFill>
                    <a:schemeClr val="tx1">
                      <a:lumMod val="65000"/>
                      <a:lumOff val="35000"/>
                    </a:schemeClr>
                  </a:solidFill>
                </a:rPr>
                <a:t>To   what   extent   are members’ confidence  and  trusts  relied  on  his  or her friend(s) (among members).</a:t>
              </a:r>
            </a:p>
          </p:txBody>
        </p:sp>
        <p:sp>
          <p:nvSpPr>
            <p:cNvPr id="11" name="ZoneTexte 10">
              <a:extLst>
                <a:ext uri="{FF2B5EF4-FFF2-40B4-BE49-F238E27FC236}">
                  <a16:creationId xmlns:a16="http://schemas.microsoft.com/office/drawing/2014/main" id="{57580C4F-5F25-476A-B5F7-D145A0794781}"/>
                </a:ext>
              </a:extLst>
            </p:cNvPr>
            <p:cNvSpPr txBox="1"/>
            <p:nvPr/>
          </p:nvSpPr>
          <p:spPr>
            <a:xfrm>
              <a:off x="1251204" y="5787633"/>
              <a:ext cx="4762501" cy="472702"/>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sz="900" dirty="0"/>
                <a:t>To    what    extent  are members  accepted   by  their friend (among members)  either  socially or    emotionally.</a:t>
              </a:r>
            </a:p>
          </p:txBody>
        </p:sp>
        <p:sp>
          <p:nvSpPr>
            <p:cNvPr id="12" name="ZoneTexte 11">
              <a:extLst>
                <a:ext uri="{FF2B5EF4-FFF2-40B4-BE49-F238E27FC236}">
                  <a16:creationId xmlns:a16="http://schemas.microsoft.com/office/drawing/2014/main" id="{4AE8A2F7-5871-4E7F-B5F8-15DBA282F14E}"/>
                </a:ext>
              </a:extLst>
            </p:cNvPr>
            <p:cNvSpPr txBox="1"/>
            <p:nvPr/>
          </p:nvSpPr>
          <p:spPr>
            <a:xfrm>
              <a:off x="5194554" y="4244509"/>
              <a:ext cx="1914525" cy="1359017"/>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sz="900" dirty="0"/>
                <a:t>The  extent  to  which    members  will      offer   their   mutual   help   to  their friend(s) (among other members)  who  are  having  Community-related problems.</a:t>
              </a:r>
            </a:p>
          </p:txBody>
        </p:sp>
        <p:pic>
          <p:nvPicPr>
            <p:cNvPr id="13" name="Graphique 12" descr="Réussite du groupe avec un remplissage uni">
              <a:extLst>
                <a:ext uri="{FF2B5EF4-FFF2-40B4-BE49-F238E27FC236}">
                  <a16:creationId xmlns:a16="http://schemas.microsoft.com/office/drawing/2014/main" id="{48BD9DEC-A5C3-4AFB-B0E0-DB35FBC544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50361" y="1710747"/>
              <a:ext cx="577394" cy="577394"/>
            </a:xfrm>
            <a:prstGeom prst="rect">
              <a:avLst/>
            </a:prstGeom>
          </p:spPr>
        </p:pic>
      </p:grpSp>
    </p:spTree>
    <p:extLst>
      <p:ext uri="{BB962C8B-B14F-4D97-AF65-F5344CB8AC3E}">
        <p14:creationId xmlns:p14="http://schemas.microsoft.com/office/powerpoint/2010/main" val="2624674639"/>
      </p:ext>
    </p:extLst>
  </p:cSld>
  <p:clrMapOvr>
    <a:masterClrMapping/>
  </p:clrMapOvr>
  <mc:AlternateContent xmlns:mc="http://schemas.openxmlformats.org/markup-compatibility/2006" xmlns:p14="http://schemas.microsoft.com/office/powerpoint/2010/main">
    <mc:Choice Requires="p14">
      <p:transition spd="slow" p14:dur="2000" advTm="21099"/>
    </mc:Choice>
    <mc:Fallback xmlns="">
      <p:transition spd="slow" advTm="21099"/>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P13</a:t>
            </a:r>
            <a:br>
              <a:rPr lang="en-US" dirty="0"/>
            </a:br>
            <a:r>
              <a:rPr lang="en-US" dirty="0"/>
              <a:t>Define what type of Links you want to foster, and key activities you prioritize</a:t>
            </a:r>
          </a:p>
        </p:txBody>
      </p:sp>
      <p:sp>
        <p:nvSpPr>
          <p:cNvPr id="19" name="Rectangle 18">
            <a:extLst>
              <a:ext uri="{FF2B5EF4-FFF2-40B4-BE49-F238E27FC236}">
                <a16:creationId xmlns:a16="http://schemas.microsoft.com/office/drawing/2014/main" id="{457FBBC5-CB09-4463-A10C-0BDDE1BC2A15}"/>
              </a:ext>
            </a:extLst>
          </p:cNvPr>
          <p:cNvSpPr/>
          <p:nvPr/>
        </p:nvSpPr>
        <p:spPr>
          <a:xfrm>
            <a:off x="370321" y="316991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in our community means…</a:t>
            </a:r>
          </a:p>
        </p:txBody>
      </p:sp>
      <p:sp>
        <p:nvSpPr>
          <p:cNvPr id="27" name="Rectangle 26">
            <a:extLst>
              <a:ext uri="{FF2B5EF4-FFF2-40B4-BE49-F238E27FC236}">
                <a16:creationId xmlns:a16="http://schemas.microsoft.com/office/drawing/2014/main" id="{42562FE6-B367-4E58-953B-87200BCD7A70}"/>
              </a:ext>
            </a:extLst>
          </p:cNvPr>
          <p:cNvSpPr/>
          <p:nvPr/>
        </p:nvSpPr>
        <p:spPr>
          <a:xfrm>
            <a:off x="1895392" y="376588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Sharing emotions and problems</a:t>
            </a:r>
          </a:p>
        </p:txBody>
      </p:sp>
      <p:sp>
        <p:nvSpPr>
          <p:cNvPr id="30" name="Rectangle 29">
            <a:extLst>
              <a:ext uri="{FF2B5EF4-FFF2-40B4-BE49-F238E27FC236}">
                <a16:creationId xmlns:a16="http://schemas.microsoft.com/office/drawing/2014/main" id="{2E859119-D940-4FF5-BB1B-5F459F257A2B}"/>
              </a:ext>
            </a:extLst>
          </p:cNvPr>
          <p:cNvSpPr/>
          <p:nvPr/>
        </p:nvSpPr>
        <p:spPr>
          <a:xfrm>
            <a:off x="3077695"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805F560D-AE68-48FA-8B32-94E23EE1D328}"/>
              </a:ext>
            </a:extLst>
          </p:cNvPr>
          <p:cNvSpPr/>
          <p:nvPr/>
        </p:nvSpPr>
        <p:spPr>
          <a:xfrm>
            <a:off x="4302171"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D17E7AEE-3CED-4D2D-981F-ED95100C6B07}"/>
              </a:ext>
            </a:extLst>
          </p:cNvPr>
          <p:cNvSpPr/>
          <p:nvPr/>
        </p:nvSpPr>
        <p:spPr>
          <a:xfrm>
            <a:off x="2260011"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3" name="Rectangle 32">
            <a:extLst>
              <a:ext uri="{FF2B5EF4-FFF2-40B4-BE49-F238E27FC236}">
                <a16:creationId xmlns:a16="http://schemas.microsoft.com/office/drawing/2014/main" id="{C9B829B2-101E-49D2-8272-679E8059AA77}"/>
              </a:ext>
            </a:extLst>
          </p:cNvPr>
          <p:cNvSpPr/>
          <p:nvPr/>
        </p:nvSpPr>
        <p:spPr>
          <a:xfrm>
            <a:off x="3481956" y="495781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4" name="Rectangle 33">
            <a:extLst>
              <a:ext uri="{FF2B5EF4-FFF2-40B4-BE49-F238E27FC236}">
                <a16:creationId xmlns:a16="http://schemas.microsoft.com/office/drawing/2014/main" id="{D2215949-EF81-43E5-8874-880E15E33567}"/>
              </a:ext>
            </a:extLst>
          </p:cNvPr>
          <p:cNvSpPr/>
          <p:nvPr/>
        </p:nvSpPr>
        <p:spPr>
          <a:xfrm>
            <a:off x="4664259"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5" name="Rectangle 34">
            <a:extLst>
              <a:ext uri="{FF2B5EF4-FFF2-40B4-BE49-F238E27FC236}">
                <a16:creationId xmlns:a16="http://schemas.microsoft.com/office/drawing/2014/main" id="{26AD0D1C-F051-44DF-86F9-590D9D5D3333}"/>
              </a:ext>
            </a:extLst>
          </p:cNvPr>
          <p:cNvSpPr/>
          <p:nvPr/>
        </p:nvSpPr>
        <p:spPr>
          <a:xfrm>
            <a:off x="5888735"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6" name="Rectangle 35">
            <a:extLst>
              <a:ext uri="{FF2B5EF4-FFF2-40B4-BE49-F238E27FC236}">
                <a16:creationId xmlns:a16="http://schemas.microsoft.com/office/drawing/2014/main" id="{EF4E5FB8-B087-4876-B522-DDE060D44A0F}"/>
              </a:ext>
            </a:extLst>
          </p:cNvPr>
          <p:cNvSpPr/>
          <p:nvPr/>
        </p:nvSpPr>
        <p:spPr>
          <a:xfrm>
            <a:off x="878678" y="56299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7" name="Rectangle 36">
            <a:extLst>
              <a:ext uri="{FF2B5EF4-FFF2-40B4-BE49-F238E27FC236}">
                <a16:creationId xmlns:a16="http://schemas.microsoft.com/office/drawing/2014/main" id="{E850C9AA-15B3-4F56-84E1-887717FBF177}"/>
              </a:ext>
            </a:extLst>
          </p:cNvPr>
          <p:cNvSpPr/>
          <p:nvPr/>
        </p:nvSpPr>
        <p:spPr>
          <a:xfrm>
            <a:off x="3590365" y="245276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8" name="Rectangle 37">
            <a:extLst>
              <a:ext uri="{FF2B5EF4-FFF2-40B4-BE49-F238E27FC236}">
                <a16:creationId xmlns:a16="http://schemas.microsoft.com/office/drawing/2014/main" id="{BB1E24A1-722B-4CC8-B3B1-8C061ADED8C9}"/>
              </a:ext>
            </a:extLst>
          </p:cNvPr>
          <p:cNvSpPr/>
          <p:nvPr/>
        </p:nvSpPr>
        <p:spPr>
          <a:xfrm>
            <a:off x="2260011" y="245276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9" name="Rectangle 38">
            <a:extLst>
              <a:ext uri="{FF2B5EF4-FFF2-40B4-BE49-F238E27FC236}">
                <a16:creationId xmlns:a16="http://schemas.microsoft.com/office/drawing/2014/main" id="{F0825111-8B01-4C16-B52F-83CF55086BBD}"/>
              </a:ext>
            </a:extLst>
          </p:cNvPr>
          <p:cNvSpPr/>
          <p:nvPr/>
        </p:nvSpPr>
        <p:spPr>
          <a:xfrm>
            <a:off x="4664259" y="26709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0" name="Rectangle 39">
            <a:extLst>
              <a:ext uri="{FF2B5EF4-FFF2-40B4-BE49-F238E27FC236}">
                <a16:creationId xmlns:a16="http://schemas.microsoft.com/office/drawing/2014/main" id="{AA568054-7DE9-4718-9808-048A80956695}"/>
              </a:ext>
            </a:extLst>
          </p:cNvPr>
          <p:cNvSpPr/>
          <p:nvPr/>
        </p:nvSpPr>
        <p:spPr>
          <a:xfrm>
            <a:off x="5658979"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pic>
        <p:nvPicPr>
          <p:cNvPr id="41" name="Graphique 40" descr="Arts martiaux avec un remplissage uni">
            <a:extLst>
              <a:ext uri="{FF2B5EF4-FFF2-40B4-BE49-F238E27FC236}">
                <a16:creationId xmlns:a16="http://schemas.microsoft.com/office/drawing/2014/main" id="{1B657AC1-1EEA-485E-863E-ECC4D6543C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32743" y="2237200"/>
            <a:ext cx="617428" cy="617428"/>
          </a:xfrm>
          <a:prstGeom prst="rect">
            <a:avLst/>
          </a:prstGeom>
        </p:spPr>
      </p:pic>
      <p:pic>
        <p:nvPicPr>
          <p:cNvPr id="42" name="Graphique 41" descr="Surf avec un remplissage uni">
            <a:extLst>
              <a:ext uri="{FF2B5EF4-FFF2-40B4-BE49-F238E27FC236}">
                <a16:creationId xmlns:a16="http://schemas.microsoft.com/office/drawing/2014/main" id="{435B8A9F-88B4-449D-A23A-32099DE803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66872" y="2545914"/>
            <a:ext cx="914400" cy="914400"/>
          </a:xfrm>
          <a:prstGeom prst="rect">
            <a:avLst/>
          </a:prstGeom>
        </p:spPr>
      </p:pic>
      <p:pic>
        <p:nvPicPr>
          <p:cNvPr id="43" name="Graphique 42" descr="Méditation avec un remplissage uni">
            <a:extLst>
              <a:ext uri="{FF2B5EF4-FFF2-40B4-BE49-F238E27FC236}">
                <a16:creationId xmlns:a16="http://schemas.microsoft.com/office/drawing/2014/main" id="{C36C685D-18C0-4BD2-92E9-309DDC88B6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06514" y="2059551"/>
            <a:ext cx="914400" cy="914400"/>
          </a:xfrm>
          <a:prstGeom prst="rect">
            <a:avLst/>
          </a:prstGeom>
        </p:spPr>
      </p:pic>
      <p:sp>
        <p:nvSpPr>
          <p:cNvPr id="44" name="Rectangle 43">
            <a:extLst>
              <a:ext uri="{FF2B5EF4-FFF2-40B4-BE49-F238E27FC236}">
                <a16:creationId xmlns:a16="http://schemas.microsoft.com/office/drawing/2014/main" id="{505A72F2-BADB-41D3-93D5-E03B02237B53}"/>
              </a:ext>
            </a:extLst>
          </p:cNvPr>
          <p:cNvSpPr/>
          <p:nvPr/>
        </p:nvSpPr>
        <p:spPr>
          <a:xfrm>
            <a:off x="7637488" y="342900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Therefore, we will focus more on …</a:t>
            </a:r>
          </a:p>
        </p:txBody>
      </p:sp>
      <p:sp>
        <p:nvSpPr>
          <p:cNvPr id="45" name="Rectangle 44">
            <a:extLst>
              <a:ext uri="{FF2B5EF4-FFF2-40B4-BE49-F238E27FC236}">
                <a16:creationId xmlns:a16="http://schemas.microsoft.com/office/drawing/2014/main" id="{38546695-3F08-484C-81E7-AB26D28656CF}"/>
              </a:ext>
            </a:extLst>
          </p:cNvPr>
          <p:cNvSpPr/>
          <p:nvPr/>
        </p:nvSpPr>
        <p:spPr>
          <a:xfrm>
            <a:off x="9035459" y="37885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Co-development sessions</a:t>
            </a:r>
          </a:p>
        </p:txBody>
      </p:sp>
      <p:sp>
        <p:nvSpPr>
          <p:cNvPr id="46" name="Rectangle 45">
            <a:extLst>
              <a:ext uri="{FF2B5EF4-FFF2-40B4-BE49-F238E27FC236}">
                <a16:creationId xmlns:a16="http://schemas.microsoft.com/office/drawing/2014/main" id="{7E83CB23-268C-421B-95F0-0CBE06141332}"/>
              </a:ext>
            </a:extLst>
          </p:cNvPr>
          <p:cNvSpPr/>
          <p:nvPr/>
        </p:nvSpPr>
        <p:spPr>
          <a:xfrm>
            <a:off x="10113666" y="366889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7" name="Rectangle 46">
            <a:extLst>
              <a:ext uri="{FF2B5EF4-FFF2-40B4-BE49-F238E27FC236}">
                <a16:creationId xmlns:a16="http://schemas.microsoft.com/office/drawing/2014/main" id="{323A1E41-E481-4955-AFE0-7E2B4B9F6A7C}"/>
              </a:ext>
            </a:extLst>
          </p:cNvPr>
          <p:cNvSpPr/>
          <p:nvPr/>
        </p:nvSpPr>
        <p:spPr>
          <a:xfrm>
            <a:off x="8863943" y="498248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8" name="Rectangle 47">
            <a:extLst>
              <a:ext uri="{FF2B5EF4-FFF2-40B4-BE49-F238E27FC236}">
                <a16:creationId xmlns:a16="http://schemas.microsoft.com/office/drawing/2014/main" id="{32DE377B-CBBE-4237-B503-CDCB1700428E}"/>
              </a:ext>
            </a:extLst>
          </p:cNvPr>
          <p:cNvSpPr/>
          <p:nvPr/>
        </p:nvSpPr>
        <p:spPr>
          <a:xfrm>
            <a:off x="10081272" y="47865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9" name="Rectangle 48">
            <a:extLst>
              <a:ext uri="{FF2B5EF4-FFF2-40B4-BE49-F238E27FC236}">
                <a16:creationId xmlns:a16="http://schemas.microsoft.com/office/drawing/2014/main" id="{6FEEE825-98E8-4F34-ADA0-46B8A149D800}"/>
              </a:ext>
            </a:extLst>
          </p:cNvPr>
          <p:cNvSpPr/>
          <p:nvPr/>
        </p:nvSpPr>
        <p:spPr>
          <a:xfrm>
            <a:off x="9994198" y="5819903"/>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0" name="Rectangle 49">
            <a:extLst>
              <a:ext uri="{FF2B5EF4-FFF2-40B4-BE49-F238E27FC236}">
                <a16:creationId xmlns:a16="http://schemas.microsoft.com/office/drawing/2014/main" id="{EC924D9A-3EA9-48AA-9BAB-424614EC71BD}"/>
              </a:ext>
            </a:extLst>
          </p:cNvPr>
          <p:cNvSpPr/>
          <p:nvPr/>
        </p:nvSpPr>
        <p:spPr>
          <a:xfrm>
            <a:off x="11124453" y="551068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715093020"/>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20" name="Bulle narrative : ronde 19">
            <a:extLst>
              <a:ext uri="{FF2B5EF4-FFF2-40B4-BE49-F238E27FC236}">
                <a16:creationId xmlns:a16="http://schemas.microsoft.com/office/drawing/2014/main" id="{9EABB860-F992-47D9-BCFE-583033EAFC49}"/>
              </a:ext>
            </a:extLst>
          </p:cNvPr>
          <p:cNvSpPr/>
          <p:nvPr/>
        </p:nvSpPr>
        <p:spPr>
          <a:xfrm>
            <a:off x="1535145" y="2714352"/>
            <a:ext cx="2793827" cy="1165175"/>
          </a:xfrm>
          <a:prstGeom prst="wedgeEllipseCallout">
            <a:avLst>
              <a:gd name="adj1" fmla="val -26428"/>
              <a:gd name="adj2" fmla="val 11378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Members are divided and the Community is scattering, you must do something !</a:t>
            </a:r>
          </a:p>
        </p:txBody>
      </p:sp>
      <p:sp>
        <p:nvSpPr>
          <p:cNvPr id="21" name="Bulle narrative : ronde 20">
            <a:extLst>
              <a:ext uri="{FF2B5EF4-FFF2-40B4-BE49-F238E27FC236}">
                <a16:creationId xmlns:a16="http://schemas.microsoft.com/office/drawing/2014/main" id="{EC48B35B-33AD-446A-9BF4-C582F2524DB9}"/>
              </a:ext>
            </a:extLst>
          </p:cNvPr>
          <p:cNvSpPr/>
          <p:nvPr/>
        </p:nvSpPr>
        <p:spPr>
          <a:xfrm>
            <a:off x="8008279" y="2486060"/>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I’m glad about what has been achieved with the Community. </a:t>
            </a:r>
          </a:p>
          <a:p>
            <a:pPr algn="ctr"/>
            <a:endParaRPr lang="en-US" sz="1100" dirty="0">
              <a:solidFill>
                <a:schemeClr val="tx1"/>
              </a:solidFill>
            </a:endParaRPr>
          </a:p>
          <a:p>
            <a:pPr algn="ctr"/>
            <a:r>
              <a:rPr lang="en-US" sz="1100" dirty="0">
                <a:solidFill>
                  <a:schemeClr val="tx1"/>
                </a:solidFill>
              </a:rPr>
              <a:t>You must feel proud, don’t you ?</a:t>
            </a:r>
          </a:p>
        </p:txBody>
      </p:sp>
      <p:sp>
        <p:nvSpPr>
          <p:cNvPr id="22" name="Bulle narrative : ronde 21">
            <a:extLst>
              <a:ext uri="{FF2B5EF4-FFF2-40B4-BE49-F238E27FC236}">
                <a16:creationId xmlns:a16="http://schemas.microsoft.com/office/drawing/2014/main" id="{D20F5ED7-368B-4C28-8AE6-AD285126F849}"/>
              </a:ext>
            </a:extLst>
          </p:cNvPr>
          <p:cNvSpPr/>
          <p:nvPr/>
        </p:nvSpPr>
        <p:spPr>
          <a:xfrm>
            <a:off x="4844613" y="2486060"/>
            <a:ext cx="2640535" cy="984399"/>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So, how’s the community building up ? </a:t>
            </a:r>
          </a:p>
          <a:p>
            <a:pPr algn="ctr"/>
            <a:endParaRPr lang="en-US" sz="1100" dirty="0">
              <a:solidFill>
                <a:schemeClr val="tx1"/>
              </a:solidFill>
            </a:endParaRPr>
          </a:p>
          <a:p>
            <a:pPr algn="ctr"/>
            <a:r>
              <a:rPr lang="en-US" sz="1100" dirty="0">
                <a:solidFill>
                  <a:schemeClr val="tx1"/>
                </a:solidFill>
              </a:rPr>
              <a:t>Any clues on the tightness of the collective ?</a:t>
            </a:r>
          </a:p>
        </p:txBody>
      </p:sp>
      <p:cxnSp>
        <p:nvCxnSpPr>
          <p:cNvPr id="23" name="Connecteur droit 22">
            <a:extLst>
              <a:ext uri="{FF2B5EF4-FFF2-40B4-BE49-F238E27FC236}">
                <a16:creationId xmlns:a16="http://schemas.microsoft.com/office/drawing/2014/main" id="{A2FE4CCB-0CC5-46C8-A1F1-2A2B66942F49}"/>
              </a:ext>
            </a:extLst>
          </p:cNvPr>
          <p:cNvCxnSpPr/>
          <p:nvPr/>
        </p:nvCxnSpPr>
        <p:spPr>
          <a:xfrm flipH="1">
            <a:off x="3257861" y="2490895"/>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4" name="Connecteur droit 23">
            <a:extLst>
              <a:ext uri="{FF2B5EF4-FFF2-40B4-BE49-F238E27FC236}">
                <a16:creationId xmlns:a16="http://schemas.microsoft.com/office/drawing/2014/main" id="{C82E6531-3026-4BE6-AC8E-BD6118A4F3F1}"/>
              </a:ext>
            </a:extLst>
          </p:cNvPr>
          <p:cNvCxnSpPr>
            <a:cxnSpLocks/>
          </p:cNvCxnSpPr>
          <p:nvPr/>
        </p:nvCxnSpPr>
        <p:spPr>
          <a:xfrm>
            <a:off x="7396192" y="2490895"/>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5" name="Connecteur droit 24">
            <a:extLst>
              <a:ext uri="{FF2B5EF4-FFF2-40B4-BE49-F238E27FC236}">
                <a16:creationId xmlns:a16="http://schemas.microsoft.com/office/drawing/2014/main" id="{2A727D42-A841-4771-A38A-9295F84D4633}"/>
              </a:ext>
            </a:extLst>
          </p:cNvPr>
          <p:cNvCxnSpPr>
            <a:cxnSpLocks/>
          </p:cNvCxnSpPr>
          <p:nvPr/>
        </p:nvCxnSpPr>
        <p:spPr>
          <a:xfrm flipH="1">
            <a:off x="3994951" y="4509855"/>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26" name="Bulle narrative : ronde 25">
            <a:extLst>
              <a:ext uri="{FF2B5EF4-FFF2-40B4-BE49-F238E27FC236}">
                <a16:creationId xmlns:a16="http://schemas.microsoft.com/office/drawing/2014/main" id="{C4E29EDC-0B2C-47F1-B5C1-384D604B8BCC}"/>
              </a:ext>
            </a:extLst>
          </p:cNvPr>
          <p:cNvSpPr/>
          <p:nvPr/>
        </p:nvSpPr>
        <p:spPr>
          <a:xfrm>
            <a:off x="5343064" y="4839823"/>
            <a:ext cx="2788738" cy="548369"/>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Well…</a:t>
            </a:r>
          </a:p>
        </p:txBody>
      </p:sp>
      <p:grpSp>
        <p:nvGrpSpPr>
          <p:cNvPr id="27" name="Groupe 26">
            <a:extLst>
              <a:ext uri="{FF2B5EF4-FFF2-40B4-BE49-F238E27FC236}">
                <a16:creationId xmlns:a16="http://schemas.microsoft.com/office/drawing/2014/main" id="{BDADBE43-27FE-4508-BC1E-AE63D76A103D}"/>
              </a:ext>
            </a:extLst>
          </p:cNvPr>
          <p:cNvGrpSpPr/>
          <p:nvPr/>
        </p:nvGrpSpPr>
        <p:grpSpPr>
          <a:xfrm>
            <a:off x="3804229" y="4824494"/>
            <a:ext cx="1983159" cy="1565406"/>
            <a:chOff x="2192955" y="4690073"/>
            <a:chExt cx="1983159" cy="1565406"/>
          </a:xfrm>
        </p:grpSpPr>
        <p:pic>
          <p:nvPicPr>
            <p:cNvPr id="28" name="Graphique 27" descr="Personne confuse avec un remplissage uni">
              <a:extLst>
                <a:ext uri="{FF2B5EF4-FFF2-40B4-BE49-F238E27FC236}">
                  <a16:creationId xmlns:a16="http://schemas.microsoft.com/office/drawing/2014/main" id="{B01000B5-5619-4AC9-9FE8-184A5F808D8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2192955" y="4838194"/>
              <a:ext cx="1983159" cy="1417285"/>
            </a:xfrm>
            <a:prstGeom prst="rect">
              <a:avLst/>
            </a:prstGeom>
          </p:spPr>
        </p:pic>
        <p:pic>
          <p:nvPicPr>
            <p:cNvPr id="29" name="Graphique 28" descr="Visage grimaçant et transpirant avec remplissage uni avec un remplissage uni">
              <a:extLst>
                <a:ext uri="{FF2B5EF4-FFF2-40B4-BE49-F238E27FC236}">
                  <a16:creationId xmlns:a16="http://schemas.microsoft.com/office/drawing/2014/main" id="{BA525321-F8A2-4C5C-8239-10D6CEB487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1472" y="4690073"/>
              <a:ext cx="803985" cy="803985"/>
            </a:xfrm>
            <a:prstGeom prst="rect">
              <a:avLst/>
            </a:prstGeom>
          </p:spPr>
        </p:pic>
      </p:grpSp>
      <p:sp>
        <p:nvSpPr>
          <p:cNvPr id="30" name="ZoneTexte 29">
            <a:extLst>
              <a:ext uri="{FF2B5EF4-FFF2-40B4-BE49-F238E27FC236}">
                <a16:creationId xmlns:a16="http://schemas.microsoft.com/office/drawing/2014/main" id="{F258D50A-61F3-4262-8406-11CDF45B1EA0}"/>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3" name="Graphique 2" descr="Badge point d’interrogation avec un remplissage uni">
            <a:extLst>
              <a:ext uri="{FF2B5EF4-FFF2-40B4-BE49-F238E27FC236}">
                <a16:creationId xmlns:a16="http://schemas.microsoft.com/office/drawing/2014/main" id="{7731298B-1349-4DBE-BEBC-2D9168E4F28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09711" y="3405263"/>
            <a:ext cx="914400" cy="914400"/>
          </a:xfrm>
          <a:prstGeom prst="rect">
            <a:avLst/>
          </a:prstGeom>
        </p:spPr>
      </p:pic>
      <p:pic>
        <p:nvPicPr>
          <p:cNvPr id="38" name="Graphique 37" descr="Signe pouce en haut avec un remplissage uni">
            <a:extLst>
              <a:ext uri="{FF2B5EF4-FFF2-40B4-BE49-F238E27FC236}">
                <a16:creationId xmlns:a16="http://schemas.microsoft.com/office/drawing/2014/main" id="{C782932E-62B7-430C-A3E4-D9A59B61EEE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47295" y="4971928"/>
            <a:ext cx="914400" cy="914400"/>
          </a:xfrm>
          <a:prstGeom prst="rect">
            <a:avLst/>
          </a:prstGeom>
        </p:spPr>
      </p:pic>
      <p:pic>
        <p:nvPicPr>
          <p:cNvPr id="40" name="Graphique 39" descr="Visage surpris à remplissage uni avec un remplissage uni">
            <a:extLst>
              <a:ext uri="{FF2B5EF4-FFF2-40B4-BE49-F238E27FC236}">
                <a16:creationId xmlns:a16="http://schemas.microsoft.com/office/drawing/2014/main" id="{000FFBFB-D3C9-432A-A49D-F12EC6D56FD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39964" y="4623939"/>
            <a:ext cx="914400" cy="914400"/>
          </a:xfrm>
          <a:prstGeom prst="rect">
            <a:avLst/>
          </a:prstGeom>
        </p:spPr>
      </p:pic>
      <p:pic>
        <p:nvPicPr>
          <p:cNvPr id="42" name="Graphique 41" descr="Visage moustachu avec remplissage solide avec un remplissage uni">
            <a:extLst>
              <a:ext uri="{FF2B5EF4-FFF2-40B4-BE49-F238E27FC236}">
                <a16:creationId xmlns:a16="http://schemas.microsoft.com/office/drawing/2014/main" id="{E7187830-1BF9-4469-9135-DA8BD6C6C4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551504" y="3623346"/>
            <a:ext cx="914400" cy="914400"/>
          </a:xfrm>
          <a:prstGeom prst="rect">
            <a:avLst/>
          </a:prstGeom>
        </p:spPr>
      </p:pic>
      <p:pic>
        <p:nvPicPr>
          <p:cNvPr id="44" name="Graphique 43" descr="Visage portant des lunettes de soleil à remplissage uni avec un remplissage uni">
            <a:extLst>
              <a:ext uri="{FF2B5EF4-FFF2-40B4-BE49-F238E27FC236}">
                <a16:creationId xmlns:a16="http://schemas.microsoft.com/office/drawing/2014/main" id="{DEF129DF-781A-42A9-AA30-99A7793C06E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19059" y="4909450"/>
            <a:ext cx="914400" cy="914400"/>
          </a:xfrm>
          <a:prstGeom prst="rect">
            <a:avLst/>
          </a:prstGeom>
        </p:spPr>
      </p:pic>
      <p:pic>
        <p:nvPicPr>
          <p:cNvPr id="46" name="Graphique 45" descr="Sirène avec un remplissage uni">
            <a:extLst>
              <a:ext uri="{FF2B5EF4-FFF2-40B4-BE49-F238E27FC236}">
                <a16:creationId xmlns:a16="http://schemas.microsoft.com/office/drawing/2014/main" id="{A1551ADC-2130-44FE-9A7C-A7ACF0C20F8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421921" y="4166064"/>
            <a:ext cx="914400" cy="914400"/>
          </a:xfrm>
          <a:prstGeom prst="rect">
            <a:avLst/>
          </a:prstGeom>
        </p:spPr>
      </p:pic>
    </p:spTree>
    <p:extLst>
      <p:ext uri="{BB962C8B-B14F-4D97-AF65-F5344CB8AC3E}">
        <p14:creationId xmlns:p14="http://schemas.microsoft.com/office/powerpoint/2010/main" val="946478979"/>
      </p:ext>
    </p:extLst>
  </p:cSld>
  <p:clrMapOvr>
    <a:masterClrMapping/>
  </p:clrMapOvr>
  <mc:AlternateContent xmlns:mc="http://schemas.openxmlformats.org/markup-compatibility/2006" xmlns:p14="http://schemas.microsoft.com/office/powerpoint/2010/main">
    <mc:Choice Requires="p14">
      <p:transition spd="slow" p14:dur="2000" advTm="42881"/>
    </mc:Choice>
    <mc:Fallback xmlns="">
      <p:transition spd="slow" advTm="42881"/>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P14</a:t>
            </a:r>
            <a:br>
              <a:rPr lang="en-US" dirty="0"/>
            </a:br>
            <a:r>
              <a:rPr lang="en-US" dirty="0"/>
              <a:t>Measure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920260" y="2460269"/>
            <a:ext cx="4980432" cy="3694176"/>
          </a:xfrm>
        </p:spPr>
        <p:txBody>
          <a:bodyPr>
            <a:normAutofit/>
          </a:bodyPr>
          <a:lstStyle/>
          <a:p>
            <a:pPr marL="0" indent="0">
              <a:buNone/>
            </a:pPr>
            <a:r>
              <a:rPr lang="en-US" sz="1400" dirty="0"/>
              <a:t>Gathering data about level of link can be challenging for Community boosters. Here is a short list of usual difficulties : </a:t>
            </a:r>
          </a:p>
          <a:p>
            <a:pPr>
              <a:buFontTx/>
              <a:buChar char="-"/>
            </a:pPr>
            <a:r>
              <a:rPr lang="en-US" sz="1400" dirty="0"/>
              <a:t>Declarative bias </a:t>
            </a:r>
          </a:p>
          <a:p>
            <a:pPr>
              <a:buFontTx/>
              <a:buChar char="-"/>
            </a:pPr>
            <a:r>
              <a:rPr lang="en-US" sz="1400" dirty="0"/>
              <a:t>Difficulty to frame questions and measurement procedure about link</a:t>
            </a:r>
          </a:p>
          <a:p>
            <a:pPr>
              <a:buFontTx/>
              <a:buChar char="-"/>
            </a:pPr>
            <a:r>
              <a:rPr lang="en-US" sz="1400" dirty="0"/>
              <a:t>Difficulty to get the information frequently from all members</a:t>
            </a:r>
          </a:p>
          <a:p>
            <a:pPr>
              <a:buFontTx/>
              <a:buChar char="-"/>
            </a:pPr>
            <a:r>
              <a:rPr lang="en-US" sz="1400" dirty="0"/>
              <a:t>Difficulty to gather and interpret weak signals</a:t>
            </a:r>
          </a:p>
          <a:p>
            <a:pPr>
              <a:buFontTx/>
              <a:buChar char="-"/>
            </a:pPr>
            <a:r>
              <a:rPr lang="en-US" sz="1400" dirty="0"/>
              <a:t>Unclear legal or ethical limits of Privacy </a:t>
            </a:r>
          </a:p>
          <a:p>
            <a:pPr>
              <a:buFontTx/>
              <a:buChar char="-"/>
            </a:pPr>
            <a:endParaRPr lang="en-US" sz="1400" dirty="0"/>
          </a:p>
          <a:p>
            <a:pPr>
              <a:buFontTx/>
              <a:buChar char="-"/>
            </a:pPr>
            <a:endParaRPr lang="en-US" sz="1400" dirty="0"/>
          </a:p>
          <a:p>
            <a:pPr marL="0" indent="0">
              <a:buNone/>
            </a:pPr>
            <a:endParaRPr lang="en-US" sz="1400" dirty="0"/>
          </a:p>
        </p:txBody>
      </p:sp>
      <p:sp>
        <p:nvSpPr>
          <p:cNvPr id="4" name="Espace réservé du contenu 5">
            <a:extLst>
              <a:ext uri="{FF2B5EF4-FFF2-40B4-BE49-F238E27FC236}">
                <a16:creationId xmlns:a16="http://schemas.microsoft.com/office/drawing/2014/main" id="{1259ED1F-22AE-4B07-83A4-7747CD932909}"/>
              </a:ext>
            </a:extLst>
          </p:cNvPr>
          <p:cNvSpPr txBox="1">
            <a:spLocks/>
          </p:cNvSpPr>
          <p:nvPr/>
        </p:nvSpPr>
        <p:spPr>
          <a:xfrm>
            <a:off x="6303264" y="2460269"/>
            <a:ext cx="4980432" cy="3694176"/>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Depending on what tools are available for Community Boosters, measuring link with real data can become a major challenge. Here are some examples of ways and indicators on link measurement : </a:t>
            </a:r>
          </a:p>
          <a:p>
            <a:pPr>
              <a:buFontTx/>
              <a:buChar char="-"/>
            </a:pPr>
            <a:r>
              <a:rPr lang="en-US" sz="1400" b="1" dirty="0"/>
              <a:t>Social network platform:</a:t>
            </a:r>
            <a:r>
              <a:rPr lang="en-US" sz="1400" dirty="0"/>
              <a:t> Number of “connections” within the Community per member </a:t>
            </a:r>
          </a:p>
          <a:p>
            <a:pPr>
              <a:buFontTx/>
              <a:buChar char="-"/>
            </a:pPr>
            <a:r>
              <a:rPr lang="en-US" sz="1400" b="1" dirty="0"/>
              <a:t>Chat tools : </a:t>
            </a:r>
            <a:r>
              <a:rPr lang="en-US" sz="1400" dirty="0"/>
              <a:t>Frequency of discussion, Diversity and average involvement of chatters, “Depth” of discussions</a:t>
            </a:r>
          </a:p>
          <a:p>
            <a:pPr>
              <a:buFontTx/>
              <a:buChar char="-"/>
            </a:pPr>
            <a:r>
              <a:rPr lang="en-US" sz="1400" b="1" dirty="0"/>
              <a:t>Event management tools : </a:t>
            </a:r>
            <a:r>
              <a:rPr lang="en-US" sz="1400" dirty="0"/>
              <a:t>Number of times an average member meets the same people in event</a:t>
            </a:r>
          </a:p>
          <a:p>
            <a:pPr>
              <a:buFontTx/>
              <a:buChar char="-"/>
            </a:pPr>
            <a:r>
              <a:rPr lang="en-US" sz="1400" b="1" dirty="0"/>
              <a:t>Polls</a:t>
            </a:r>
            <a:r>
              <a:rPr lang="en-US" sz="1400" dirty="0"/>
              <a:t> : Answers on various questions about links</a:t>
            </a:r>
          </a:p>
          <a:p>
            <a:pPr>
              <a:buFontTx/>
              <a:buChar char="-"/>
            </a:pPr>
            <a:r>
              <a:rPr lang="en-US" sz="1400" b="1" dirty="0"/>
              <a:t>“Feeling” </a:t>
            </a:r>
            <a:r>
              <a:rPr lang="en-US" sz="1400" dirty="0"/>
              <a:t>and interpretation by Community Boosters or by Key members of the Community</a:t>
            </a:r>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marL="0" indent="0">
              <a:buFont typeface="Arial" panose="020B0604020202020204" pitchFamily="34" charset="0"/>
              <a:buNone/>
            </a:pPr>
            <a:endParaRPr lang="en-US" sz="1400" dirty="0"/>
          </a:p>
        </p:txBody>
      </p:sp>
      <p:pic>
        <p:nvPicPr>
          <p:cNvPr id="3" name="Graphique 2" descr="Liste contour">
            <a:extLst>
              <a:ext uri="{FF2B5EF4-FFF2-40B4-BE49-F238E27FC236}">
                <a16:creationId xmlns:a16="http://schemas.microsoft.com/office/drawing/2014/main" id="{CD7F5133-CAB5-4EE8-A4F7-CFB4BCC67B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67262" y="5211188"/>
            <a:ext cx="472000" cy="472000"/>
          </a:xfrm>
          <a:prstGeom prst="rect">
            <a:avLst/>
          </a:prstGeom>
        </p:spPr>
      </p:pic>
      <p:pic>
        <p:nvPicPr>
          <p:cNvPr id="8" name="Graphique 7" descr="Calendrier mensuel avec un remplissage uni">
            <a:extLst>
              <a:ext uri="{FF2B5EF4-FFF2-40B4-BE49-F238E27FC236}">
                <a16:creationId xmlns:a16="http://schemas.microsoft.com/office/drawing/2014/main" id="{F0D3E329-9FB2-4F89-BE3A-599C504106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08705" y="4646722"/>
            <a:ext cx="565209" cy="565209"/>
          </a:xfrm>
          <a:prstGeom prst="rect">
            <a:avLst/>
          </a:prstGeom>
        </p:spPr>
      </p:pic>
      <p:pic>
        <p:nvPicPr>
          <p:cNvPr id="10" name="Graphique 9" descr="Chat avec un remplissage uni">
            <a:extLst>
              <a:ext uri="{FF2B5EF4-FFF2-40B4-BE49-F238E27FC236}">
                <a16:creationId xmlns:a16="http://schemas.microsoft.com/office/drawing/2014/main" id="{36CD5CF3-B135-4002-BA54-CEC39759422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77007" y="4084466"/>
            <a:ext cx="652511" cy="652511"/>
          </a:xfrm>
          <a:prstGeom prst="rect">
            <a:avLst/>
          </a:prstGeom>
        </p:spPr>
      </p:pic>
      <p:pic>
        <p:nvPicPr>
          <p:cNvPr id="12" name="Graphique 11" descr="Réseaux sociaux avec un remplissage uni">
            <a:extLst>
              <a:ext uri="{FF2B5EF4-FFF2-40B4-BE49-F238E27FC236}">
                <a16:creationId xmlns:a16="http://schemas.microsoft.com/office/drawing/2014/main" id="{8AFD9431-4AC5-400C-AFEC-F4592219F2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38537" y="3429000"/>
            <a:ext cx="652512" cy="652512"/>
          </a:xfrm>
          <a:prstGeom prst="rect">
            <a:avLst/>
          </a:prstGeom>
        </p:spPr>
      </p:pic>
      <p:pic>
        <p:nvPicPr>
          <p:cNvPr id="14" name="Graphique 13" descr="Intelligence artificielle avec un remplissage uni">
            <a:extLst>
              <a:ext uri="{FF2B5EF4-FFF2-40B4-BE49-F238E27FC236}">
                <a16:creationId xmlns:a16="http://schemas.microsoft.com/office/drawing/2014/main" id="{9178E2F8-C914-460D-BD43-76F7FDA8A73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25832" y="5705709"/>
            <a:ext cx="565217" cy="565217"/>
          </a:xfrm>
          <a:prstGeom prst="rect">
            <a:avLst/>
          </a:prstGeom>
        </p:spPr>
      </p:pic>
      <p:pic>
        <p:nvPicPr>
          <p:cNvPr id="16" name="Graphique 15" descr="Bulle de discussion avec un remplissage uni">
            <a:extLst>
              <a:ext uri="{FF2B5EF4-FFF2-40B4-BE49-F238E27FC236}">
                <a16:creationId xmlns:a16="http://schemas.microsoft.com/office/drawing/2014/main" id="{0C3F0A15-A82F-40CD-B1D0-621BD692320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2077" y="3199307"/>
            <a:ext cx="519338" cy="519338"/>
          </a:xfrm>
          <a:prstGeom prst="rect">
            <a:avLst/>
          </a:prstGeom>
        </p:spPr>
      </p:pic>
      <p:pic>
        <p:nvPicPr>
          <p:cNvPr id="18" name="Graphique 17" descr="Public cible avec un remplissage uni">
            <a:extLst>
              <a:ext uri="{FF2B5EF4-FFF2-40B4-BE49-F238E27FC236}">
                <a16:creationId xmlns:a16="http://schemas.microsoft.com/office/drawing/2014/main" id="{1660A985-A809-46FF-A876-98D791FEDD8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8966" y="4136640"/>
            <a:ext cx="519338" cy="519338"/>
          </a:xfrm>
          <a:prstGeom prst="rect">
            <a:avLst/>
          </a:prstGeom>
        </p:spPr>
      </p:pic>
      <p:pic>
        <p:nvPicPr>
          <p:cNvPr id="20" name="Graphique 19" descr="Mille avec un remplissage uni">
            <a:extLst>
              <a:ext uri="{FF2B5EF4-FFF2-40B4-BE49-F238E27FC236}">
                <a16:creationId xmlns:a16="http://schemas.microsoft.com/office/drawing/2014/main" id="{6053B493-1549-410E-9932-8CD5A30F003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81814" y="3648364"/>
            <a:ext cx="426490" cy="426490"/>
          </a:xfrm>
          <a:prstGeom prst="rect">
            <a:avLst/>
          </a:prstGeom>
        </p:spPr>
      </p:pic>
      <p:pic>
        <p:nvPicPr>
          <p:cNvPr id="22" name="Graphique 21" descr="Antenne parabolique avec un remplissage uni">
            <a:extLst>
              <a:ext uri="{FF2B5EF4-FFF2-40B4-BE49-F238E27FC236}">
                <a16:creationId xmlns:a16="http://schemas.microsoft.com/office/drawing/2014/main" id="{3C17D245-E154-42DB-A303-1CDEF5704D2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82332" y="4685216"/>
            <a:ext cx="525972" cy="525972"/>
          </a:xfrm>
          <a:prstGeom prst="rect">
            <a:avLst/>
          </a:prstGeom>
        </p:spPr>
      </p:pic>
      <p:pic>
        <p:nvPicPr>
          <p:cNvPr id="24" name="Graphique 23" descr="Caméra de sécurité avec un remplissage uni">
            <a:extLst>
              <a:ext uri="{FF2B5EF4-FFF2-40B4-BE49-F238E27FC236}">
                <a16:creationId xmlns:a16="http://schemas.microsoft.com/office/drawing/2014/main" id="{F739E97A-AA7D-4D9B-8052-A0740E34E01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536" y="5174861"/>
            <a:ext cx="519338" cy="519338"/>
          </a:xfrm>
          <a:prstGeom prst="rect">
            <a:avLst/>
          </a:prstGeom>
        </p:spPr>
      </p:pic>
    </p:spTree>
    <p:extLst>
      <p:ext uri="{BB962C8B-B14F-4D97-AF65-F5344CB8AC3E}">
        <p14:creationId xmlns:p14="http://schemas.microsoft.com/office/powerpoint/2010/main" val="870964818"/>
      </p:ext>
    </p:extLst>
  </p:cSld>
  <p:clrMapOvr>
    <a:masterClrMapping/>
  </p:clrMapOvr>
  <mc:AlternateContent xmlns:mc="http://schemas.openxmlformats.org/markup-compatibility/2006" xmlns:p14="http://schemas.microsoft.com/office/powerpoint/2010/main">
    <mc:Choice Requires="p14">
      <p:transition spd="slow" p14:dur="2000" advTm="124042"/>
    </mc:Choice>
    <mc:Fallback xmlns="">
      <p:transition spd="slow" advTm="124042"/>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P14</a:t>
            </a:r>
            <a:br>
              <a:rPr lang="en-US" dirty="0"/>
            </a:br>
            <a:r>
              <a:rPr lang="en-US" dirty="0"/>
              <a:t>Define how you will measure Link</a:t>
            </a:r>
          </a:p>
        </p:txBody>
      </p:sp>
      <p:pic>
        <p:nvPicPr>
          <p:cNvPr id="26" name="Graphique 25" descr="Liste contour">
            <a:extLst>
              <a:ext uri="{FF2B5EF4-FFF2-40B4-BE49-F238E27FC236}">
                <a16:creationId xmlns:a16="http://schemas.microsoft.com/office/drawing/2014/main" id="{7A82AD5B-F7F8-41F3-9CD7-B716B9504C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6761" y="5143811"/>
            <a:ext cx="472000" cy="472000"/>
          </a:xfrm>
          <a:prstGeom prst="rect">
            <a:avLst/>
          </a:prstGeom>
        </p:spPr>
      </p:pic>
      <p:pic>
        <p:nvPicPr>
          <p:cNvPr id="28" name="Graphique 27" descr="Calendrier mensuel avec un remplissage uni">
            <a:extLst>
              <a:ext uri="{FF2B5EF4-FFF2-40B4-BE49-F238E27FC236}">
                <a16:creationId xmlns:a16="http://schemas.microsoft.com/office/drawing/2014/main" id="{739AC029-C6F3-4973-B673-8DBB407E58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8204" y="4579345"/>
            <a:ext cx="565209" cy="565209"/>
          </a:xfrm>
          <a:prstGeom prst="rect">
            <a:avLst/>
          </a:prstGeom>
        </p:spPr>
      </p:pic>
      <p:pic>
        <p:nvPicPr>
          <p:cNvPr id="29" name="Graphique 28" descr="Chat avec un remplissage uni">
            <a:extLst>
              <a:ext uri="{FF2B5EF4-FFF2-40B4-BE49-F238E27FC236}">
                <a16:creationId xmlns:a16="http://schemas.microsoft.com/office/drawing/2014/main" id="{91D7F379-D11D-4276-B886-BC0D8DDC94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66506" y="4017089"/>
            <a:ext cx="652511" cy="652511"/>
          </a:xfrm>
          <a:prstGeom prst="rect">
            <a:avLst/>
          </a:prstGeom>
        </p:spPr>
      </p:pic>
      <p:pic>
        <p:nvPicPr>
          <p:cNvPr id="51" name="Graphique 50" descr="Réseaux sociaux avec un remplissage uni">
            <a:extLst>
              <a:ext uri="{FF2B5EF4-FFF2-40B4-BE49-F238E27FC236}">
                <a16:creationId xmlns:a16="http://schemas.microsoft.com/office/drawing/2014/main" id="{3509C81A-3A24-49CF-9E9F-26A4483717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28036" y="3361623"/>
            <a:ext cx="652512" cy="652512"/>
          </a:xfrm>
          <a:prstGeom prst="rect">
            <a:avLst/>
          </a:prstGeom>
        </p:spPr>
      </p:pic>
      <p:pic>
        <p:nvPicPr>
          <p:cNvPr id="52" name="Graphique 51" descr="Intelligence artificielle avec un remplissage uni">
            <a:extLst>
              <a:ext uri="{FF2B5EF4-FFF2-40B4-BE49-F238E27FC236}">
                <a16:creationId xmlns:a16="http://schemas.microsoft.com/office/drawing/2014/main" id="{267606F7-16DB-4865-ACE8-5DB399163F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15331" y="5638332"/>
            <a:ext cx="565217" cy="565217"/>
          </a:xfrm>
          <a:prstGeom prst="rect">
            <a:avLst/>
          </a:prstGeom>
        </p:spPr>
      </p:pic>
      <p:sp>
        <p:nvSpPr>
          <p:cNvPr id="53" name="Rectangle 52">
            <a:extLst>
              <a:ext uri="{FF2B5EF4-FFF2-40B4-BE49-F238E27FC236}">
                <a16:creationId xmlns:a16="http://schemas.microsoft.com/office/drawing/2014/main" id="{DD3CDB51-D00C-4256-9ADC-AB0073EBCAF6}"/>
              </a:ext>
            </a:extLst>
          </p:cNvPr>
          <p:cNvSpPr/>
          <p:nvPr/>
        </p:nvSpPr>
        <p:spPr>
          <a:xfrm>
            <a:off x="2728511" y="33999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000" dirty="0">
                <a:solidFill>
                  <a:schemeClr val="tx1"/>
                </a:solidFill>
              </a:rPr>
              <a:t>We will measure link in our community with the following indicators …</a:t>
            </a:r>
          </a:p>
        </p:txBody>
      </p:sp>
      <p:sp>
        <p:nvSpPr>
          <p:cNvPr id="54" name="Rectangle 53">
            <a:extLst>
              <a:ext uri="{FF2B5EF4-FFF2-40B4-BE49-F238E27FC236}">
                <a16:creationId xmlns:a16="http://schemas.microsoft.com/office/drawing/2014/main" id="{71505491-A196-465A-86E9-A3C0D1E4509E}"/>
              </a:ext>
            </a:extLst>
          </p:cNvPr>
          <p:cNvSpPr/>
          <p:nvPr/>
        </p:nvSpPr>
        <p:spPr>
          <a:xfrm>
            <a:off x="5435885"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6660361"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4618201"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7" name="Rectangle 56">
            <a:extLst>
              <a:ext uri="{FF2B5EF4-FFF2-40B4-BE49-F238E27FC236}">
                <a16:creationId xmlns:a16="http://schemas.microsoft.com/office/drawing/2014/main" id="{2F8EBB9C-D51B-42DA-BF1E-42A24443FCED}"/>
              </a:ext>
            </a:extLst>
          </p:cNvPr>
          <p:cNvSpPr/>
          <p:nvPr/>
        </p:nvSpPr>
        <p:spPr>
          <a:xfrm>
            <a:off x="5840146" y="518787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8" name="Rectangle 57">
            <a:extLst>
              <a:ext uri="{FF2B5EF4-FFF2-40B4-BE49-F238E27FC236}">
                <a16:creationId xmlns:a16="http://schemas.microsoft.com/office/drawing/2014/main" id="{84086646-1064-4C94-BFDD-3D8C5003F287}"/>
              </a:ext>
            </a:extLst>
          </p:cNvPr>
          <p:cNvSpPr/>
          <p:nvPr/>
        </p:nvSpPr>
        <p:spPr>
          <a:xfrm>
            <a:off x="7022449"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8246925"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4079077" y="399594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5948555" y="268282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618201" y="268282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3" name="Rectangle 62">
            <a:extLst>
              <a:ext uri="{FF2B5EF4-FFF2-40B4-BE49-F238E27FC236}">
                <a16:creationId xmlns:a16="http://schemas.microsoft.com/office/drawing/2014/main" id="{ACC5FABF-51E2-4F33-9313-F86DEA4C7F2C}"/>
              </a:ext>
            </a:extLst>
          </p:cNvPr>
          <p:cNvSpPr/>
          <p:nvPr/>
        </p:nvSpPr>
        <p:spPr>
          <a:xfrm>
            <a:off x="7022449" y="2901000"/>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017169"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1452946517"/>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Do you measure link in your Community ? How ? </a:t>
            </a:r>
          </a:p>
          <a:p>
            <a:pPr marL="0" indent="0">
              <a:buNone/>
            </a:pPr>
            <a:endParaRPr lang="en-US" noProof="1"/>
          </a:p>
          <a:p>
            <a:pPr marL="0" indent="0">
              <a:buNone/>
            </a:pPr>
            <a:r>
              <a:rPr lang="en-US" noProof="1"/>
              <a:t>What are your difficulties ? What indicators have you used ?</a:t>
            </a:r>
          </a:p>
        </p:txBody>
      </p:sp>
      <p:pic>
        <p:nvPicPr>
          <p:cNvPr id="6" name="Graphique 5" descr="Liste contour">
            <a:extLst>
              <a:ext uri="{FF2B5EF4-FFF2-40B4-BE49-F238E27FC236}">
                <a16:creationId xmlns:a16="http://schemas.microsoft.com/office/drawing/2014/main" id="{F2CBCF52-C0F8-4383-80A4-FEA9A38794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9686" y="4643018"/>
            <a:ext cx="472000" cy="472000"/>
          </a:xfrm>
          <a:prstGeom prst="rect">
            <a:avLst/>
          </a:prstGeom>
        </p:spPr>
      </p:pic>
      <p:pic>
        <p:nvPicPr>
          <p:cNvPr id="7" name="Graphique 6" descr="Calendrier mensuel avec un remplissage uni">
            <a:extLst>
              <a:ext uri="{FF2B5EF4-FFF2-40B4-BE49-F238E27FC236}">
                <a16:creationId xmlns:a16="http://schemas.microsoft.com/office/drawing/2014/main" id="{40F22337-CB2D-4731-A3E1-92467D1BE9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91129" y="4078552"/>
            <a:ext cx="565209" cy="565209"/>
          </a:xfrm>
          <a:prstGeom prst="rect">
            <a:avLst/>
          </a:prstGeom>
        </p:spPr>
      </p:pic>
      <p:pic>
        <p:nvPicPr>
          <p:cNvPr id="8" name="Graphique 7" descr="Chat avec un remplissage uni">
            <a:extLst>
              <a:ext uri="{FF2B5EF4-FFF2-40B4-BE49-F238E27FC236}">
                <a16:creationId xmlns:a16="http://schemas.microsoft.com/office/drawing/2014/main" id="{9DC61A7B-B221-499A-A076-976E94B27F0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59431" y="3516296"/>
            <a:ext cx="652511" cy="652511"/>
          </a:xfrm>
          <a:prstGeom prst="rect">
            <a:avLst/>
          </a:prstGeom>
        </p:spPr>
      </p:pic>
      <p:pic>
        <p:nvPicPr>
          <p:cNvPr id="9" name="Graphique 8" descr="Réseaux sociaux avec un remplissage uni">
            <a:extLst>
              <a:ext uri="{FF2B5EF4-FFF2-40B4-BE49-F238E27FC236}">
                <a16:creationId xmlns:a16="http://schemas.microsoft.com/office/drawing/2014/main" id="{F9882675-55A8-4FD5-A0B0-43975B7BBD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20961" y="2860830"/>
            <a:ext cx="652512" cy="652512"/>
          </a:xfrm>
          <a:prstGeom prst="rect">
            <a:avLst/>
          </a:prstGeom>
        </p:spPr>
      </p:pic>
      <p:pic>
        <p:nvPicPr>
          <p:cNvPr id="10" name="Graphique 9" descr="Intelligence artificielle avec un remplissage uni">
            <a:extLst>
              <a:ext uri="{FF2B5EF4-FFF2-40B4-BE49-F238E27FC236}">
                <a16:creationId xmlns:a16="http://schemas.microsoft.com/office/drawing/2014/main" id="{C3EC0FF8-8DBB-414B-9199-8E0A52FC7AF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108256" y="5137539"/>
            <a:ext cx="565217" cy="565217"/>
          </a:xfrm>
          <a:prstGeom prst="rect">
            <a:avLst/>
          </a:prstGeom>
        </p:spPr>
      </p:pic>
      <p:grpSp>
        <p:nvGrpSpPr>
          <p:cNvPr id="3" name="Groupe 2">
            <a:extLst>
              <a:ext uri="{FF2B5EF4-FFF2-40B4-BE49-F238E27FC236}">
                <a16:creationId xmlns:a16="http://schemas.microsoft.com/office/drawing/2014/main" id="{E0E2916E-EB3C-4510-9C92-6E8665681A97}"/>
              </a:ext>
            </a:extLst>
          </p:cNvPr>
          <p:cNvGrpSpPr/>
          <p:nvPr/>
        </p:nvGrpSpPr>
        <p:grpSpPr>
          <a:xfrm>
            <a:off x="1986624" y="2672863"/>
            <a:ext cx="735316" cy="2643616"/>
            <a:chOff x="1993642" y="3169331"/>
            <a:chExt cx="539746" cy="1940500"/>
          </a:xfrm>
        </p:grpSpPr>
        <p:pic>
          <p:nvPicPr>
            <p:cNvPr id="11" name="Graphique 10" descr="Bulle de discussion avec un remplissage uni">
              <a:extLst>
                <a:ext uri="{FF2B5EF4-FFF2-40B4-BE49-F238E27FC236}">
                  <a16:creationId xmlns:a16="http://schemas.microsoft.com/office/drawing/2014/main" id="{CAD6C1A1-4F12-4930-AF20-F5A610C3E47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99331" y="3169331"/>
              <a:ext cx="519338" cy="519338"/>
            </a:xfrm>
            <a:prstGeom prst="rect">
              <a:avLst/>
            </a:prstGeom>
          </p:spPr>
        </p:pic>
        <p:pic>
          <p:nvPicPr>
            <p:cNvPr id="12" name="Graphique 11" descr="Public cible avec un remplissage uni">
              <a:extLst>
                <a:ext uri="{FF2B5EF4-FFF2-40B4-BE49-F238E27FC236}">
                  <a16:creationId xmlns:a16="http://schemas.microsoft.com/office/drawing/2014/main" id="{99114F50-2261-4060-919F-A99E222DF94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993642" y="4064520"/>
              <a:ext cx="519338" cy="519338"/>
            </a:xfrm>
            <a:prstGeom prst="rect">
              <a:avLst/>
            </a:prstGeom>
          </p:spPr>
        </p:pic>
        <p:pic>
          <p:nvPicPr>
            <p:cNvPr id="13" name="Graphique 12" descr="Mille avec un remplissage uni">
              <a:extLst>
                <a:ext uri="{FF2B5EF4-FFF2-40B4-BE49-F238E27FC236}">
                  <a16:creationId xmlns:a16="http://schemas.microsoft.com/office/drawing/2014/main" id="{B09B59CF-392A-4418-9A12-FD93F1CCD6E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099068" y="3618388"/>
              <a:ext cx="426490" cy="426490"/>
            </a:xfrm>
            <a:prstGeom prst="rect">
              <a:avLst/>
            </a:prstGeom>
          </p:spPr>
        </p:pic>
        <p:pic>
          <p:nvPicPr>
            <p:cNvPr id="14" name="Graphique 13" descr="Antenne parabolique avec un remplissage uni">
              <a:extLst>
                <a:ext uri="{FF2B5EF4-FFF2-40B4-BE49-F238E27FC236}">
                  <a16:creationId xmlns:a16="http://schemas.microsoft.com/office/drawing/2014/main" id="{CDA78795-117E-42FC-91CC-B301E6B8051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07416" y="4583859"/>
              <a:ext cx="525972" cy="525972"/>
            </a:xfrm>
            <a:prstGeom prst="rect">
              <a:avLst/>
            </a:prstGeom>
          </p:spPr>
        </p:pic>
      </p:grpSp>
      <p:pic>
        <p:nvPicPr>
          <p:cNvPr id="15" name="Graphique 14" descr="Caméra de sécurité avec un remplissage uni">
            <a:extLst>
              <a:ext uri="{FF2B5EF4-FFF2-40B4-BE49-F238E27FC236}">
                <a16:creationId xmlns:a16="http://schemas.microsoft.com/office/drawing/2014/main" id="{42D11031-6715-4ABD-841B-FF53F4477D1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022543" y="5295163"/>
            <a:ext cx="699397" cy="699397"/>
          </a:xfrm>
          <a:prstGeom prst="rect">
            <a:avLst/>
          </a:prstGeom>
        </p:spPr>
      </p:pic>
    </p:spTree>
    <p:extLst>
      <p:ext uri="{BB962C8B-B14F-4D97-AF65-F5344CB8AC3E}">
        <p14:creationId xmlns:p14="http://schemas.microsoft.com/office/powerpoint/2010/main" val="2806881451"/>
      </p:ext>
    </p:extLst>
  </p:cSld>
  <p:clrMapOvr>
    <a:masterClrMapping/>
  </p:clrMapOvr>
  <mc:AlternateContent xmlns:mc="http://schemas.openxmlformats.org/markup-compatibility/2006" xmlns:p14="http://schemas.microsoft.com/office/powerpoint/2010/main">
    <mc:Choice Requires="p14">
      <p:transition spd="slow" p14:dur="2000" advTm="19982"/>
    </mc:Choice>
    <mc:Fallback xmlns="">
      <p:transition spd="slow" advTm="19982"/>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 </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4" name="Bulle narrative : ronde 3">
            <a:extLst>
              <a:ext uri="{FF2B5EF4-FFF2-40B4-BE49-F238E27FC236}">
                <a16:creationId xmlns:a16="http://schemas.microsoft.com/office/drawing/2014/main" id="{F7CBFFCA-537E-4DCC-8563-36BA9CAF9325}"/>
              </a:ext>
            </a:extLst>
          </p:cNvPr>
          <p:cNvSpPr/>
          <p:nvPr/>
        </p:nvSpPr>
        <p:spPr>
          <a:xfrm>
            <a:off x="4112901" y="2478023"/>
            <a:ext cx="6797756" cy="2227141"/>
          </a:xfrm>
          <a:prstGeom prst="wedgeEllipseCallout">
            <a:avLst>
              <a:gd name="adj1" fmla="val -49762"/>
              <a:gd name="adj2" fmla="val 41623"/>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We have more and more people, which is good. We look like we have more capacity, but people don’t get as much involved as before.</a:t>
            </a:r>
          </a:p>
        </p:txBody>
      </p:sp>
      <p:pic>
        <p:nvPicPr>
          <p:cNvPr id="3" name="Graphique 2" descr="Visage plaidant avec remplissage uni avec un remplissage uni">
            <a:extLst>
              <a:ext uri="{FF2B5EF4-FFF2-40B4-BE49-F238E27FC236}">
                <a16:creationId xmlns:a16="http://schemas.microsoft.com/office/drawing/2014/main" id="{15193913-840B-41ED-8CDB-BC92DED634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4326" y="3804546"/>
            <a:ext cx="1238575" cy="1238575"/>
          </a:xfrm>
          <a:prstGeom prst="rect">
            <a:avLst/>
          </a:prstGeom>
        </p:spPr>
      </p:pic>
      <p:pic>
        <p:nvPicPr>
          <p:cNvPr id="9" name="Graphique 8" descr="Personne confuse avec un remplissage uni">
            <a:extLst>
              <a:ext uri="{FF2B5EF4-FFF2-40B4-BE49-F238E27FC236}">
                <a16:creationId xmlns:a16="http://schemas.microsoft.com/office/drawing/2014/main" id="{27F48BF2-E0FF-4340-88D4-C3BFDEBE540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825" t="19961" r="14911" b="49785"/>
          <a:stretch/>
        </p:blipFill>
        <p:spPr>
          <a:xfrm>
            <a:off x="2055328" y="4889541"/>
            <a:ext cx="2876573" cy="1238575"/>
          </a:xfrm>
          <a:prstGeom prst="rect">
            <a:avLst/>
          </a:prstGeom>
        </p:spPr>
      </p:pic>
    </p:spTree>
    <p:extLst>
      <p:ext uri="{BB962C8B-B14F-4D97-AF65-F5344CB8AC3E}">
        <p14:creationId xmlns:p14="http://schemas.microsoft.com/office/powerpoint/2010/main" val="4192709660"/>
      </p:ext>
    </p:extLst>
  </p:cSld>
  <p:clrMapOvr>
    <a:masterClrMapping/>
  </p:clrMapOvr>
  <mc:AlternateContent xmlns:mc="http://schemas.openxmlformats.org/markup-compatibility/2006" xmlns:p14="http://schemas.microsoft.com/office/powerpoint/2010/main">
    <mc:Choice Requires="p14">
      <p:transition spd="slow" p14:dur="2000" advTm="14177"/>
    </mc:Choice>
    <mc:Fallback xmlns="">
      <p:transition spd="slow" advTm="14177"/>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P15</a:t>
            </a:r>
            <a:br>
              <a:rPr lang="en-US" dirty="0"/>
            </a:br>
            <a:r>
              <a:rPr lang="en-US" dirty="0"/>
              <a:t>Understand how link, Numbers and Engagement work together (or not !)</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619685" y="2456984"/>
            <a:ext cx="4980432" cy="3694176"/>
          </a:xfrm>
        </p:spPr>
        <p:txBody>
          <a:bodyPr>
            <a:normAutofit fontScale="47500" lnSpcReduction="20000"/>
          </a:bodyPr>
          <a:lstStyle/>
          <a:p>
            <a:pPr marL="0" indent="0">
              <a:buNone/>
            </a:pPr>
            <a:r>
              <a:rPr lang="en-US" dirty="0"/>
              <a:t>The lower the number of members in a Community, the higher the chances for members to be linked to each other through accumulated direct interactions.</a:t>
            </a:r>
          </a:p>
          <a:p>
            <a:pPr marL="0" indent="0">
              <a:buNone/>
            </a:pPr>
            <a:r>
              <a:rPr lang="en-US" dirty="0"/>
              <a:t>The higher the number, the lower the “average link to members” (if not compensated). </a:t>
            </a:r>
          </a:p>
          <a:p>
            <a:pPr marL="0" indent="0">
              <a:buNone/>
            </a:pPr>
            <a:r>
              <a:rPr lang="en-US" dirty="0"/>
              <a:t>This variation can cause various damageable effects or increase existing effects like Ringelmann effect (decrease of engagement relatively to group size), or like loss of sense of Belonging.</a:t>
            </a:r>
          </a:p>
          <a:p>
            <a:pPr marL="0" indent="0">
              <a:buNone/>
            </a:pPr>
            <a:r>
              <a:rPr lang="en-US" dirty="0"/>
              <a:t>Engagement level can also sometimes increase with additional members, as more members can increase trust, and unlocks more economies of scale and therefore to more potential of actions.</a:t>
            </a:r>
          </a:p>
          <a:p>
            <a:pPr marL="0" indent="0">
              <a:buNone/>
            </a:pPr>
            <a:r>
              <a:rPr lang="en-US" dirty="0"/>
              <a:t>Reading more :</a:t>
            </a:r>
          </a:p>
          <a:p>
            <a:pPr marL="0" indent="0">
              <a:buNone/>
            </a:pPr>
            <a:r>
              <a:rPr lang="en-US" dirty="0">
                <a:hlinkClick r:id="rId2"/>
              </a:rPr>
              <a:t>https://en.wikipedia.org/wiki/Dunbar%27s_number</a:t>
            </a:r>
            <a:endParaRPr lang="en-US" dirty="0"/>
          </a:p>
          <a:p>
            <a:pPr marL="0" indent="0">
              <a:buNone/>
            </a:pPr>
            <a:r>
              <a:rPr lang="en-US" dirty="0">
                <a:hlinkClick r:id="rId3"/>
              </a:rPr>
              <a:t>https://en.wikipedia.org/wiki/Ringelmann_effect</a:t>
            </a:r>
            <a:endParaRPr lang="en-US" dirty="0"/>
          </a:p>
          <a:p>
            <a:pPr marL="0" indent="0">
              <a:buNone/>
            </a:pPr>
            <a:endParaRPr lang="en-US" dirty="0"/>
          </a:p>
        </p:txBody>
      </p:sp>
      <p:grpSp>
        <p:nvGrpSpPr>
          <p:cNvPr id="112" name="Groupe 111">
            <a:extLst>
              <a:ext uri="{FF2B5EF4-FFF2-40B4-BE49-F238E27FC236}">
                <a16:creationId xmlns:a16="http://schemas.microsoft.com/office/drawing/2014/main" id="{B0972ADF-E4F9-45F2-9811-C14508DDA168}"/>
              </a:ext>
            </a:extLst>
          </p:cNvPr>
          <p:cNvGrpSpPr/>
          <p:nvPr/>
        </p:nvGrpSpPr>
        <p:grpSpPr>
          <a:xfrm>
            <a:off x="8149053" y="2355683"/>
            <a:ext cx="1410759" cy="725155"/>
            <a:chOff x="6328736" y="2387478"/>
            <a:chExt cx="2753121" cy="1415152"/>
          </a:xfrm>
        </p:grpSpPr>
        <p:grpSp>
          <p:nvGrpSpPr>
            <p:cNvPr id="113" name="Groupe 112">
              <a:extLst>
                <a:ext uri="{FF2B5EF4-FFF2-40B4-BE49-F238E27FC236}">
                  <a16:creationId xmlns:a16="http://schemas.microsoft.com/office/drawing/2014/main" id="{31D790AF-9E0E-4E24-B8FC-12AC50BD48DB}"/>
                </a:ext>
              </a:extLst>
            </p:cNvPr>
            <p:cNvGrpSpPr/>
            <p:nvPr/>
          </p:nvGrpSpPr>
          <p:grpSpPr>
            <a:xfrm>
              <a:off x="6696168" y="2394887"/>
              <a:ext cx="2385689" cy="1407743"/>
              <a:chOff x="6305550" y="2323866"/>
              <a:chExt cx="3104825" cy="1832090"/>
            </a:xfrm>
            <a:solidFill>
              <a:srgbClr val="EC7B2B"/>
            </a:solidFill>
          </p:grpSpPr>
          <p:cxnSp>
            <p:nvCxnSpPr>
              <p:cNvPr id="130" name="Connecteur droit 129">
                <a:extLst>
                  <a:ext uri="{FF2B5EF4-FFF2-40B4-BE49-F238E27FC236}">
                    <a16:creationId xmlns:a16="http://schemas.microsoft.com/office/drawing/2014/main" id="{F49D2676-B222-47D6-8AA7-4DA6AD1BFEAE}"/>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Groupe 130">
                <a:extLst>
                  <a:ext uri="{FF2B5EF4-FFF2-40B4-BE49-F238E27FC236}">
                    <a16:creationId xmlns:a16="http://schemas.microsoft.com/office/drawing/2014/main" id="{BBEE6B82-2380-42AA-AB15-25EC76552D94}"/>
                  </a:ext>
                </a:extLst>
              </p:cNvPr>
              <p:cNvGrpSpPr/>
              <p:nvPr/>
            </p:nvGrpSpPr>
            <p:grpSpPr>
              <a:xfrm>
                <a:off x="8533701" y="2323866"/>
                <a:ext cx="876674" cy="1832090"/>
                <a:chOff x="8451151" y="2336566"/>
                <a:chExt cx="876674" cy="1832090"/>
              </a:xfrm>
              <a:grpFill/>
            </p:grpSpPr>
            <p:sp>
              <p:nvSpPr>
                <p:cNvPr id="132" name="Ellipse 131">
                  <a:extLst>
                    <a:ext uri="{FF2B5EF4-FFF2-40B4-BE49-F238E27FC236}">
                      <a16:creationId xmlns:a16="http://schemas.microsoft.com/office/drawing/2014/main" id="{8132F88F-AE04-4670-A675-20D0DFC22366}"/>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 coins arrondis 132">
                  <a:extLst>
                    <a:ext uri="{FF2B5EF4-FFF2-40B4-BE49-F238E27FC236}">
                      <a16:creationId xmlns:a16="http://schemas.microsoft.com/office/drawing/2014/main" id="{97DC8EF0-E634-48B6-9692-2BA1135C77F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 coins arrondis 133">
                  <a:extLst>
                    <a:ext uri="{FF2B5EF4-FFF2-40B4-BE49-F238E27FC236}">
                      <a16:creationId xmlns:a16="http://schemas.microsoft.com/office/drawing/2014/main" id="{80C315E7-588E-4499-9AB9-78E0E4518CA9}"/>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 coins arrondis 134">
                  <a:extLst>
                    <a:ext uri="{FF2B5EF4-FFF2-40B4-BE49-F238E27FC236}">
                      <a16:creationId xmlns:a16="http://schemas.microsoft.com/office/drawing/2014/main" id="{B003CE37-A53B-4F2E-A76A-1C8699F40936}"/>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 coins arrondis 135">
                  <a:extLst>
                    <a:ext uri="{FF2B5EF4-FFF2-40B4-BE49-F238E27FC236}">
                      <a16:creationId xmlns:a16="http://schemas.microsoft.com/office/drawing/2014/main" id="{304C638B-BE9B-49FA-AF3F-82664C919F47}"/>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 coins arrondis 136">
                  <a:extLst>
                    <a:ext uri="{FF2B5EF4-FFF2-40B4-BE49-F238E27FC236}">
                      <a16:creationId xmlns:a16="http://schemas.microsoft.com/office/drawing/2014/main" id="{E5818D50-BE7C-40D1-9D2E-F63F84AEDB9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 coins arrondis 137">
                  <a:extLst>
                    <a:ext uri="{FF2B5EF4-FFF2-40B4-BE49-F238E27FC236}">
                      <a16:creationId xmlns:a16="http://schemas.microsoft.com/office/drawing/2014/main" id="{4F9B3919-6059-4E32-835F-FE4DAC99BB6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14" name="Groupe 113">
              <a:extLst>
                <a:ext uri="{FF2B5EF4-FFF2-40B4-BE49-F238E27FC236}">
                  <a16:creationId xmlns:a16="http://schemas.microsoft.com/office/drawing/2014/main" id="{3BAE8B2C-26D2-4C31-BE95-12987CE69C7D}"/>
                </a:ext>
              </a:extLst>
            </p:cNvPr>
            <p:cNvGrpSpPr/>
            <p:nvPr/>
          </p:nvGrpSpPr>
          <p:grpSpPr>
            <a:xfrm flipH="1">
              <a:off x="7037722" y="2394205"/>
              <a:ext cx="667094" cy="1407743"/>
              <a:chOff x="8451151" y="2336566"/>
              <a:chExt cx="876674" cy="1832090"/>
            </a:xfrm>
          </p:grpSpPr>
          <p:sp>
            <p:nvSpPr>
              <p:cNvPr id="123" name="Ellipse 122">
                <a:extLst>
                  <a:ext uri="{FF2B5EF4-FFF2-40B4-BE49-F238E27FC236}">
                    <a16:creationId xmlns:a16="http://schemas.microsoft.com/office/drawing/2014/main" id="{E2C49BDC-DC80-4A57-9A23-0082863738C0}"/>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 coins arrondis 123">
                <a:extLst>
                  <a:ext uri="{FF2B5EF4-FFF2-40B4-BE49-F238E27FC236}">
                    <a16:creationId xmlns:a16="http://schemas.microsoft.com/office/drawing/2014/main" id="{F3606318-6968-46C5-9A02-B645E01F4875}"/>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 coins arrondis 124">
                <a:extLst>
                  <a:ext uri="{FF2B5EF4-FFF2-40B4-BE49-F238E27FC236}">
                    <a16:creationId xmlns:a16="http://schemas.microsoft.com/office/drawing/2014/main" id="{10DC0601-C6EA-4356-84C6-2E10F91F5851}"/>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 coins arrondis 125">
                <a:extLst>
                  <a:ext uri="{FF2B5EF4-FFF2-40B4-BE49-F238E27FC236}">
                    <a16:creationId xmlns:a16="http://schemas.microsoft.com/office/drawing/2014/main" id="{FDD1A7B4-D8A4-4815-BE21-1AF781276089}"/>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 coins arrondis 126">
                <a:extLst>
                  <a:ext uri="{FF2B5EF4-FFF2-40B4-BE49-F238E27FC236}">
                    <a16:creationId xmlns:a16="http://schemas.microsoft.com/office/drawing/2014/main" id="{76A9A5C6-F06E-4D94-B3FD-6CDC1AC8B521}"/>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 coins arrondis 127">
                <a:extLst>
                  <a:ext uri="{FF2B5EF4-FFF2-40B4-BE49-F238E27FC236}">
                    <a16:creationId xmlns:a16="http://schemas.microsoft.com/office/drawing/2014/main" id="{F8544D3C-6C19-488B-BA99-46DB041BC502}"/>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 coins arrondis 128">
                <a:extLst>
                  <a:ext uri="{FF2B5EF4-FFF2-40B4-BE49-F238E27FC236}">
                    <a16:creationId xmlns:a16="http://schemas.microsoft.com/office/drawing/2014/main" id="{0D8EFC81-CDED-4DEB-AFC2-87379F51850F}"/>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5" name="Groupe 114">
              <a:extLst>
                <a:ext uri="{FF2B5EF4-FFF2-40B4-BE49-F238E27FC236}">
                  <a16:creationId xmlns:a16="http://schemas.microsoft.com/office/drawing/2014/main" id="{4535D6CF-5F7F-4FCB-AF31-3E42EF98E0B8}"/>
                </a:ext>
              </a:extLst>
            </p:cNvPr>
            <p:cNvGrpSpPr/>
            <p:nvPr/>
          </p:nvGrpSpPr>
          <p:grpSpPr>
            <a:xfrm flipH="1">
              <a:off x="6328736" y="2387478"/>
              <a:ext cx="667094" cy="1407743"/>
              <a:chOff x="8451151" y="2336566"/>
              <a:chExt cx="876674" cy="1832090"/>
            </a:xfrm>
          </p:grpSpPr>
          <p:sp>
            <p:nvSpPr>
              <p:cNvPr id="116" name="Ellipse 115">
                <a:extLst>
                  <a:ext uri="{FF2B5EF4-FFF2-40B4-BE49-F238E27FC236}">
                    <a16:creationId xmlns:a16="http://schemas.microsoft.com/office/drawing/2014/main" id="{DEAE438F-F417-4EEB-B918-67591475471E}"/>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 coins arrondis 116">
                <a:extLst>
                  <a:ext uri="{FF2B5EF4-FFF2-40B4-BE49-F238E27FC236}">
                    <a16:creationId xmlns:a16="http://schemas.microsoft.com/office/drawing/2014/main" id="{390645B3-2EE5-4F5C-8C48-E5A7AF6881EF}"/>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 coins arrondis 117">
                <a:extLst>
                  <a:ext uri="{FF2B5EF4-FFF2-40B4-BE49-F238E27FC236}">
                    <a16:creationId xmlns:a16="http://schemas.microsoft.com/office/drawing/2014/main" id="{532187B3-2FA5-49C9-AB4E-A5AD59FF1FEA}"/>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 coins arrondis 118">
                <a:extLst>
                  <a:ext uri="{FF2B5EF4-FFF2-40B4-BE49-F238E27FC236}">
                    <a16:creationId xmlns:a16="http://schemas.microsoft.com/office/drawing/2014/main" id="{0BB3D754-9BC4-4B8B-B057-2B690649DE39}"/>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 coins arrondis 119">
                <a:extLst>
                  <a:ext uri="{FF2B5EF4-FFF2-40B4-BE49-F238E27FC236}">
                    <a16:creationId xmlns:a16="http://schemas.microsoft.com/office/drawing/2014/main" id="{3B959914-6C6D-4878-AC87-9249BE1D5210}"/>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 coins arrondis 120">
                <a:extLst>
                  <a:ext uri="{FF2B5EF4-FFF2-40B4-BE49-F238E27FC236}">
                    <a16:creationId xmlns:a16="http://schemas.microsoft.com/office/drawing/2014/main" id="{DF9FB7B0-22F5-4D82-9FAF-78E3A346B5E2}"/>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 coins arrondis 121">
                <a:extLst>
                  <a:ext uri="{FF2B5EF4-FFF2-40B4-BE49-F238E27FC236}">
                    <a16:creationId xmlns:a16="http://schemas.microsoft.com/office/drawing/2014/main" id="{541107A0-271B-43EA-B4BD-5638E5B90D0A}"/>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82" name="Groupe 181">
            <a:extLst>
              <a:ext uri="{FF2B5EF4-FFF2-40B4-BE49-F238E27FC236}">
                <a16:creationId xmlns:a16="http://schemas.microsoft.com/office/drawing/2014/main" id="{839B0E2F-0F79-47EB-A293-ABF5D95A1707}"/>
              </a:ext>
            </a:extLst>
          </p:cNvPr>
          <p:cNvGrpSpPr/>
          <p:nvPr/>
        </p:nvGrpSpPr>
        <p:grpSpPr>
          <a:xfrm>
            <a:off x="7133979" y="3280656"/>
            <a:ext cx="3267516" cy="743606"/>
            <a:chOff x="6992179" y="3623834"/>
            <a:chExt cx="3267516" cy="743606"/>
          </a:xfrm>
        </p:grpSpPr>
        <p:cxnSp>
          <p:nvCxnSpPr>
            <p:cNvPr id="14" name="Connecteur droit 13">
              <a:extLst>
                <a:ext uri="{FF2B5EF4-FFF2-40B4-BE49-F238E27FC236}">
                  <a16:creationId xmlns:a16="http://schemas.microsoft.com/office/drawing/2014/main" id="{81DEEA10-E467-45EA-AA17-CC8526C0B17D}"/>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e 17">
              <a:extLst>
                <a:ext uri="{FF2B5EF4-FFF2-40B4-BE49-F238E27FC236}">
                  <a16:creationId xmlns:a16="http://schemas.microsoft.com/office/drawing/2014/main" id="{BC7FD72D-41A5-4CDF-9CD2-BBB0A701A97C}"/>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19" name="Ellipse 18">
                <a:extLst>
                  <a:ext uri="{FF2B5EF4-FFF2-40B4-BE49-F238E27FC236}">
                    <a16:creationId xmlns:a16="http://schemas.microsoft.com/office/drawing/2014/main" id="{8A93D910-490A-4FDE-962F-3916043044C9}"/>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A296EEE6-0B38-4A82-B418-FFF1D91F6F1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F5B69D5E-00FD-4591-8F6D-BA1DC4C206EC}"/>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32634EA8-CD9D-4446-B4A2-ABD1357D1A8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389C765D-1ECF-4815-8FB0-8468D1FD5F4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coins arrondis 23">
                <a:extLst>
                  <a:ext uri="{FF2B5EF4-FFF2-40B4-BE49-F238E27FC236}">
                    <a16:creationId xmlns:a16="http://schemas.microsoft.com/office/drawing/2014/main" id="{28180179-F7CC-4C52-A99F-6ABBA456B9C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5EE0C4C2-A559-4AD1-8FAE-F188B7CC52CD}"/>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9" name="Groupe 28">
              <a:extLst>
                <a:ext uri="{FF2B5EF4-FFF2-40B4-BE49-F238E27FC236}">
                  <a16:creationId xmlns:a16="http://schemas.microsoft.com/office/drawing/2014/main" id="{EC9E0438-BA6A-4E90-B946-349BE8E99F1A}"/>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30" name="Ellipse 29">
                <a:extLst>
                  <a:ext uri="{FF2B5EF4-FFF2-40B4-BE49-F238E27FC236}">
                    <a16:creationId xmlns:a16="http://schemas.microsoft.com/office/drawing/2014/main" id="{99296567-2AA0-4830-B002-57C4D6840D6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 coins arrondis 30">
                <a:extLst>
                  <a:ext uri="{FF2B5EF4-FFF2-40B4-BE49-F238E27FC236}">
                    <a16:creationId xmlns:a16="http://schemas.microsoft.com/office/drawing/2014/main" id="{4643E2E4-1756-4FC9-8214-243C0E5F884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 coins arrondis 31">
                <a:extLst>
                  <a:ext uri="{FF2B5EF4-FFF2-40B4-BE49-F238E27FC236}">
                    <a16:creationId xmlns:a16="http://schemas.microsoft.com/office/drawing/2014/main" id="{E8DF4199-EBE6-463D-B21E-076F6A581156}"/>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 coins arrondis 32">
                <a:extLst>
                  <a:ext uri="{FF2B5EF4-FFF2-40B4-BE49-F238E27FC236}">
                    <a16:creationId xmlns:a16="http://schemas.microsoft.com/office/drawing/2014/main" id="{9575FD3A-D014-448C-BC7D-1D04CB7165A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 coins arrondis 33">
                <a:extLst>
                  <a:ext uri="{FF2B5EF4-FFF2-40B4-BE49-F238E27FC236}">
                    <a16:creationId xmlns:a16="http://schemas.microsoft.com/office/drawing/2014/main" id="{76CA52F7-1E30-42AD-BD93-84ABCBF171C8}"/>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500937BB-CABD-487F-8FCE-2F9E4580CB5A}"/>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 coins arrondis 35">
                <a:extLst>
                  <a:ext uri="{FF2B5EF4-FFF2-40B4-BE49-F238E27FC236}">
                    <a16:creationId xmlns:a16="http://schemas.microsoft.com/office/drawing/2014/main" id="{57EA4F69-6EC6-467A-B530-A83982D2D37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6" name="Groupe 85">
              <a:extLst>
                <a:ext uri="{FF2B5EF4-FFF2-40B4-BE49-F238E27FC236}">
                  <a16:creationId xmlns:a16="http://schemas.microsoft.com/office/drawing/2014/main" id="{676C4854-0C1E-486C-9530-D5477B240EE6}"/>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87" name="Ellipse 86">
                <a:extLst>
                  <a:ext uri="{FF2B5EF4-FFF2-40B4-BE49-F238E27FC236}">
                    <a16:creationId xmlns:a16="http://schemas.microsoft.com/office/drawing/2014/main" id="{125E733E-26F4-4537-B464-B3AFD7F09CF0}"/>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 coins arrondis 87">
                <a:extLst>
                  <a:ext uri="{FF2B5EF4-FFF2-40B4-BE49-F238E27FC236}">
                    <a16:creationId xmlns:a16="http://schemas.microsoft.com/office/drawing/2014/main" id="{A19B9315-9387-4771-9426-DC89AF9E1C5F}"/>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 coins arrondis 88">
                <a:extLst>
                  <a:ext uri="{FF2B5EF4-FFF2-40B4-BE49-F238E27FC236}">
                    <a16:creationId xmlns:a16="http://schemas.microsoft.com/office/drawing/2014/main" id="{E879B694-3E8B-4AA5-B664-266D8AB89945}"/>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 coins arrondis 89">
                <a:extLst>
                  <a:ext uri="{FF2B5EF4-FFF2-40B4-BE49-F238E27FC236}">
                    <a16:creationId xmlns:a16="http://schemas.microsoft.com/office/drawing/2014/main" id="{85836979-8EB7-4717-A379-21124A3417E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 coins arrondis 90">
                <a:extLst>
                  <a:ext uri="{FF2B5EF4-FFF2-40B4-BE49-F238E27FC236}">
                    <a16:creationId xmlns:a16="http://schemas.microsoft.com/office/drawing/2014/main" id="{583FA8CF-0889-4664-A07D-63A7EE7FBB0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 coins arrondis 91">
                <a:extLst>
                  <a:ext uri="{FF2B5EF4-FFF2-40B4-BE49-F238E27FC236}">
                    <a16:creationId xmlns:a16="http://schemas.microsoft.com/office/drawing/2014/main" id="{1B52294C-62B7-4C76-8E9D-61A351BFCA92}"/>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 coins arrondis 92">
                <a:extLst>
                  <a:ext uri="{FF2B5EF4-FFF2-40B4-BE49-F238E27FC236}">
                    <a16:creationId xmlns:a16="http://schemas.microsoft.com/office/drawing/2014/main" id="{ABD88F7D-7CB4-42FA-97C6-916E7CE7192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1" name="Groupe 140">
              <a:extLst>
                <a:ext uri="{FF2B5EF4-FFF2-40B4-BE49-F238E27FC236}">
                  <a16:creationId xmlns:a16="http://schemas.microsoft.com/office/drawing/2014/main" id="{CD279F03-6A8E-4BA0-9900-C26C358F89E0}"/>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142" name="Ellipse 141">
                <a:extLst>
                  <a:ext uri="{FF2B5EF4-FFF2-40B4-BE49-F238E27FC236}">
                    <a16:creationId xmlns:a16="http://schemas.microsoft.com/office/drawing/2014/main" id="{4AF4DF2C-6786-4CA0-9B44-BD4C687186B6}"/>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 coins arrondis 142">
                <a:extLst>
                  <a:ext uri="{FF2B5EF4-FFF2-40B4-BE49-F238E27FC236}">
                    <a16:creationId xmlns:a16="http://schemas.microsoft.com/office/drawing/2014/main" id="{5D9B95D1-1A03-4B48-975E-245554AD4D5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 coins arrondis 143">
                <a:extLst>
                  <a:ext uri="{FF2B5EF4-FFF2-40B4-BE49-F238E27FC236}">
                    <a16:creationId xmlns:a16="http://schemas.microsoft.com/office/drawing/2014/main" id="{3421CD81-740F-4171-8771-F3922AB4C9E0}"/>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 coins arrondis 144">
                <a:extLst>
                  <a:ext uri="{FF2B5EF4-FFF2-40B4-BE49-F238E27FC236}">
                    <a16:creationId xmlns:a16="http://schemas.microsoft.com/office/drawing/2014/main" id="{825B9491-01D3-4094-9785-F4FED5228326}"/>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 coins arrondis 145">
                <a:extLst>
                  <a:ext uri="{FF2B5EF4-FFF2-40B4-BE49-F238E27FC236}">
                    <a16:creationId xmlns:a16="http://schemas.microsoft.com/office/drawing/2014/main" id="{07219E98-D801-4E4A-9BFC-7A71637C4CD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 coins arrondis 146">
                <a:extLst>
                  <a:ext uri="{FF2B5EF4-FFF2-40B4-BE49-F238E27FC236}">
                    <a16:creationId xmlns:a16="http://schemas.microsoft.com/office/drawing/2014/main" id="{65A07FC3-715C-4878-B6A8-3F63652621B9}"/>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 coins arrondis 147">
                <a:extLst>
                  <a:ext uri="{FF2B5EF4-FFF2-40B4-BE49-F238E27FC236}">
                    <a16:creationId xmlns:a16="http://schemas.microsoft.com/office/drawing/2014/main" id="{3D651D79-96C1-4E38-97E3-7A4A1BDB1792}"/>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9" name="Groupe 148">
              <a:extLst>
                <a:ext uri="{FF2B5EF4-FFF2-40B4-BE49-F238E27FC236}">
                  <a16:creationId xmlns:a16="http://schemas.microsoft.com/office/drawing/2014/main" id="{8538E4AD-6F00-41C2-814D-636635B64FC3}"/>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150" name="Ellipse 149">
                <a:extLst>
                  <a:ext uri="{FF2B5EF4-FFF2-40B4-BE49-F238E27FC236}">
                    <a16:creationId xmlns:a16="http://schemas.microsoft.com/office/drawing/2014/main" id="{442BF277-2A2E-4DFF-AF86-2F7B77ACF28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 coins arrondis 150">
                <a:extLst>
                  <a:ext uri="{FF2B5EF4-FFF2-40B4-BE49-F238E27FC236}">
                    <a16:creationId xmlns:a16="http://schemas.microsoft.com/office/drawing/2014/main" id="{B43F1417-6D47-4FE3-9996-2FB9E964491C}"/>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 coins arrondis 151">
                <a:extLst>
                  <a:ext uri="{FF2B5EF4-FFF2-40B4-BE49-F238E27FC236}">
                    <a16:creationId xmlns:a16="http://schemas.microsoft.com/office/drawing/2014/main" id="{7D6BCF2F-9FF9-4C0B-A6EC-826C864952D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 coins arrondis 152">
                <a:extLst>
                  <a:ext uri="{FF2B5EF4-FFF2-40B4-BE49-F238E27FC236}">
                    <a16:creationId xmlns:a16="http://schemas.microsoft.com/office/drawing/2014/main" id="{86FB660D-B052-4A24-BDEB-C9DE3E86C34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 coins arrondis 153">
                <a:extLst>
                  <a:ext uri="{FF2B5EF4-FFF2-40B4-BE49-F238E27FC236}">
                    <a16:creationId xmlns:a16="http://schemas.microsoft.com/office/drawing/2014/main" id="{7CADE2AE-264A-40E4-B446-D4FDE638628C}"/>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 coins arrondis 154">
                <a:extLst>
                  <a:ext uri="{FF2B5EF4-FFF2-40B4-BE49-F238E27FC236}">
                    <a16:creationId xmlns:a16="http://schemas.microsoft.com/office/drawing/2014/main" id="{228F378A-7CAC-4E91-BAB6-1412D34F611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 coins arrondis 155">
                <a:extLst>
                  <a:ext uri="{FF2B5EF4-FFF2-40B4-BE49-F238E27FC236}">
                    <a16:creationId xmlns:a16="http://schemas.microsoft.com/office/drawing/2014/main" id="{35A2AA9E-6153-47BF-A467-D0FF1A719123}"/>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8" name="Groupe 157">
              <a:extLst>
                <a:ext uri="{FF2B5EF4-FFF2-40B4-BE49-F238E27FC236}">
                  <a16:creationId xmlns:a16="http://schemas.microsoft.com/office/drawing/2014/main" id="{60143AD4-AACB-46D8-91B5-EFBE802ABBE3}"/>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159" name="Ellipse 158">
                <a:extLst>
                  <a:ext uri="{FF2B5EF4-FFF2-40B4-BE49-F238E27FC236}">
                    <a16:creationId xmlns:a16="http://schemas.microsoft.com/office/drawing/2014/main" id="{F4AAFB6A-3FA0-4DA9-9F49-59E03C444813}"/>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 coins arrondis 159">
                <a:extLst>
                  <a:ext uri="{FF2B5EF4-FFF2-40B4-BE49-F238E27FC236}">
                    <a16:creationId xmlns:a16="http://schemas.microsoft.com/office/drawing/2014/main" id="{88226567-B4EB-408F-9774-205EDB3177C0}"/>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 coins arrondis 160">
                <a:extLst>
                  <a:ext uri="{FF2B5EF4-FFF2-40B4-BE49-F238E27FC236}">
                    <a16:creationId xmlns:a16="http://schemas.microsoft.com/office/drawing/2014/main" id="{AAB4EC06-AB79-47AA-884B-638455EC5D3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 coins arrondis 161">
                <a:extLst>
                  <a:ext uri="{FF2B5EF4-FFF2-40B4-BE49-F238E27FC236}">
                    <a16:creationId xmlns:a16="http://schemas.microsoft.com/office/drawing/2014/main" id="{BED5F0C9-9FE0-4A78-8E6C-788CCB96609A}"/>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 coins arrondis 162">
                <a:extLst>
                  <a:ext uri="{FF2B5EF4-FFF2-40B4-BE49-F238E27FC236}">
                    <a16:creationId xmlns:a16="http://schemas.microsoft.com/office/drawing/2014/main" id="{9486E52C-53E7-459D-A5D1-0642CEF2049D}"/>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 coins arrondis 163">
                <a:extLst>
                  <a:ext uri="{FF2B5EF4-FFF2-40B4-BE49-F238E27FC236}">
                    <a16:creationId xmlns:a16="http://schemas.microsoft.com/office/drawing/2014/main" id="{318C9E5C-3F38-4A44-ACA1-47ED4D555C3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 coins arrondis 164">
                <a:extLst>
                  <a:ext uri="{FF2B5EF4-FFF2-40B4-BE49-F238E27FC236}">
                    <a16:creationId xmlns:a16="http://schemas.microsoft.com/office/drawing/2014/main" id="{A92C5B73-E74A-4C1D-BFDC-D17BB76CB7CA}"/>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6" name="Groupe 165">
              <a:extLst>
                <a:ext uri="{FF2B5EF4-FFF2-40B4-BE49-F238E27FC236}">
                  <a16:creationId xmlns:a16="http://schemas.microsoft.com/office/drawing/2014/main" id="{A3A360A5-0DA3-46F3-B63E-C6B21A213446}"/>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167" name="Ellipse 166">
                <a:extLst>
                  <a:ext uri="{FF2B5EF4-FFF2-40B4-BE49-F238E27FC236}">
                    <a16:creationId xmlns:a16="http://schemas.microsoft.com/office/drawing/2014/main" id="{11DA7C32-F9C2-48BB-B7C4-1B92107EC58E}"/>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 coins arrondis 167">
                <a:extLst>
                  <a:ext uri="{FF2B5EF4-FFF2-40B4-BE49-F238E27FC236}">
                    <a16:creationId xmlns:a16="http://schemas.microsoft.com/office/drawing/2014/main" id="{4CE72374-F492-4544-9EDE-925FA39596B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 coins arrondis 168">
                <a:extLst>
                  <a:ext uri="{FF2B5EF4-FFF2-40B4-BE49-F238E27FC236}">
                    <a16:creationId xmlns:a16="http://schemas.microsoft.com/office/drawing/2014/main" id="{62C88FBC-90CA-4D18-9B73-E5CC724E55B2}"/>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 coins arrondis 169">
                <a:extLst>
                  <a:ext uri="{FF2B5EF4-FFF2-40B4-BE49-F238E27FC236}">
                    <a16:creationId xmlns:a16="http://schemas.microsoft.com/office/drawing/2014/main" id="{557925AB-9933-4BDE-888C-572D83FD4AFB}"/>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 coins arrondis 170">
                <a:extLst>
                  <a:ext uri="{FF2B5EF4-FFF2-40B4-BE49-F238E27FC236}">
                    <a16:creationId xmlns:a16="http://schemas.microsoft.com/office/drawing/2014/main" id="{251F258F-0AD3-40B7-8860-92B0A03B4C2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 coins arrondis 171">
                <a:extLst>
                  <a:ext uri="{FF2B5EF4-FFF2-40B4-BE49-F238E27FC236}">
                    <a16:creationId xmlns:a16="http://schemas.microsoft.com/office/drawing/2014/main" id="{B3D79143-5F88-42A4-82D6-09572C12E3C6}"/>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 coins arrondis 172">
                <a:extLst>
                  <a:ext uri="{FF2B5EF4-FFF2-40B4-BE49-F238E27FC236}">
                    <a16:creationId xmlns:a16="http://schemas.microsoft.com/office/drawing/2014/main" id="{B836965A-626F-4655-BD75-03620D34EB9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74" name="Groupe 173">
              <a:extLst>
                <a:ext uri="{FF2B5EF4-FFF2-40B4-BE49-F238E27FC236}">
                  <a16:creationId xmlns:a16="http://schemas.microsoft.com/office/drawing/2014/main" id="{4935BDCA-AAE5-49C7-A916-BCD5E86BFA8C}"/>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175" name="Ellipse 174">
                <a:extLst>
                  <a:ext uri="{FF2B5EF4-FFF2-40B4-BE49-F238E27FC236}">
                    <a16:creationId xmlns:a16="http://schemas.microsoft.com/office/drawing/2014/main" id="{FA44082F-6A0E-4AC0-8C6A-3E8B3DED1362}"/>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Rectangle : coins arrondis 175">
                <a:extLst>
                  <a:ext uri="{FF2B5EF4-FFF2-40B4-BE49-F238E27FC236}">
                    <a16:creationId xmlns:a16="http://schemas.microsoft.com/office/drawing/2014/main" id="{72EDA664-3EFF-4C15-9616-1F94E6F4BBE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7" name="Rectangle : coins arrondis 176">
                <a:extLst>
                  <a:ext uri="{FF2B5EF4-FFF2-40B4-BE49-F238E27FC236}">
                    <a16:creationId xmlns:a16="http://schemas.microsoft.com/office/drawing/2014/main" id="{CFD3A280-6D8D-4102-9A76-F0EBCCA27442}"/>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8" name="Rectangle : coins arrondis 177">
                <a:extLst>
                  <a:ext uri="{FF2B5EF4-FFF2-40B4-BE49-F238E27FC236}">
                    <a16:creationId xmlns:a16="http://schemas.microsoft.com/office/drawing/2014/main" id="{3B23EEDF-33C1-4527-B77C-97150D30B151}"/>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9" name="Rectangle : coins arrondis 178">
                <a:extLst>
                  <a:ext uri="{FF2B5EF4-FFF2-40B4-BE49-F238E27FC236}">
                    <a16:creationId xmlns:a16="http://schemas.microsoft.com/office/drawing/2014/main" id="{D3251080-8DCC-4E01-9CCD-F17014FBF96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Rectangle : coins arrondis 179">
                <a:extLst>
                  <a:ext uri="{FF2B5EF4-FFF2-40B4-BE49-F238E27FC236}">
                    <a16:creationId xmlns:a16="http://schemas.microsoft.com/office/drawing/2014/main" id="{C4E9D0CA-2C72-422E-B075-A53023783C3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 coins arrondis 180">
                <a:extLst>
                  <a:ext uri="{FF2B5EF4-FFF2-40B4-BE49-F238E27FC236}">
                    <a16:creationId xmlns:a16="http://schemas.microsoft.com/office/drawing/2014/main" id="{6C69FE96-953A-442F-8249-CF99B8AE9711}"/>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184" name="ZoneTexte 183">
            <a:extLst>
              <a:ext uri="{FF2B5EF4-FFF2-40B4-BE49-F238E27FC236}">
                <a16:creationId xmlns:a16="http://schemas.microsoft.com/office/drawing/2014/main" id="{ED113EF2-398B-4E4F-9EAC-7F344E8658C8}"/>
              </a:ext>
            </a:extLst>
          </p:cNvPr>
          <p:cNvSpPr txBox="1"/>
          <p:nvPr/>
        </p:nvSpPr>
        <p:spPr>
          <a:xfrm>
            <a:off x="9519678" y="2456984"/>
            <a:ext cx="2124550" cy="400110"/>
          </a:xfrm>
          <a:prstGeom prst="rect">
            <a:avLst/>
          </a:prstGeom>
          <a:noFill/>
        </p:spPr>
        <p:txBody>
          <a:bodyPr wrap="square">
            <a:spAutoFit/>
          </a:bodyPr>
          <a:lstStyle/>
          <a:p>
            <a:pPr marL="0" indent="0" algn="ctr">
              <a:buNone/>
            </a:pPr>
            <a:r>
              <a:rPr lang="en-US" sz="1000" b="1" dirty="0">
                <a:solidFill>
                  <a:srgbClr val="EC7B2B"/>
                </a:solidFill>
              </a:rPr>
              <a:t>Average engagement 100%* Max engagement</a:t>
            </a:r>
          </a:p>
        </p:txBody>
      </p:sp>
      <p:sp>
        <p:nvSpPr>
          <p:cNvPr id="185" name="ZoneTexte 184">
            <a:extLst>
              <a:ext uri="{FF2B5EF4-FFF2-40B4-BE49-F238E27FC236}">
                <a16:creationId xmlns:a16="http://schemas.microsoft.com/office/drawing/2014/main" id="{31502A26-8C50-4923-BBC1-9E065B4F6121}"/>
              </a:ext>
            </a:extLst>
          </p:cNvPr>
          <p:cNvSpPr txBox="1"/>
          <p:nvPr/>
        </p:nvSpPr>
        <p:spPr>
          <a:xfrm>
            <a:off x="6157403" y="2478024"/>
            <a:ext cx="2124550" cy="400110"/>
          </a:xfrm>
          <a:prstGeom prst="rect">
            <a:avLst/>
          </a:prstGeom>
          <a:noFill/>
        </p:spPr>
        <p:txBody>
          <a:bodyPr wrap="square">
            <a:spAutoFit/>
          </a:bodyPr>
          <a:lstStyle/>
          <a:p>
            <a:pPr marL="0" indent="0" algn="ctr">
              <a:buNone/>
            </a:pPr>
            <a:r>
              <a:rPr lang="en-US" sz="1000" b="1" dirty="0">
                <a:solidFill>
                  <a:srgbClr val="3494BA"/>
                </a:solidFill>
              </a:rPr>
              <a:t>Average engagement 80%* Max engagement</a:t>
            </a:r>
          </a:p>
        </p:txBody>
      </p:sp>
      <p:sp>
        <p:nvSpPr>
          <p:cNvPr id="186" name="ZoneTexte 185">
            <a:extLst>
              <a:ext uri="{FF2B5EF4-FFF2-40B4-BE49-F238E27FC236}">
                <a16:creationId xmlns:a16="http://schemas.microsoft.com/office/drawing/2014/main" id="{80E403B8-00C6-4477-A590-0521DB01459F}"/>
              </a:ext>
            </a:extLst>
          </p:cNvPr>
          <p:cNvSpPr txBox="1"/>
          <p:nvPr/>
        </p:nvSpPr>
        <p:spPr>
          <a:xfrm>
            <a:off x="10329786" y="3355786"/>
            <a:ext cx="1688033" cy="400110"/>
          </a:xfrm>
          <a:prstGeom prst="rect">
            <a:avLst/>
          </a:prstGeom>
          <a:noFill/>
        </p:spPr>
        <p:txBody>
          <a:bodyPr wrap="square">
            <a:spAutoFit/>
          </a:bodyPr>
          <a:lstStyle/>
          <a:p>
            <a:pPr marL="0" indent="0" algn="ctr">
              <a:buNone/>
            </a:pPr>
            <a:r>
              <a:rPr lang="en-US" sz="1000" b="1" dirty="0">
                <a:solidFill>
                  <a:srgbClr val="7FC1DB"/>
                </a:solidFill>
              </a:rPr>
              <a:t>Average engagement 60%* Max engagement</a:t>
            </a:r>
          </a:p>
        </p:txBody>
      </p:sp>
      <p:sp>
        <p:nvSpPr>
          <p:cNvPr id="187" name="ZoneTexte 186">
            <a:extLst>
              <a:ext uri="{FF2B5EF4-FFF2-40B4-BE49-F238E27FC236}">
                <a16:creationId xmlns:a16="http://schemas.microsoft.com/office/drawing/2014/main" id="{B1D34024-933B-4F16-8C3F-92DA60F55A45}"/>
              </a:ext>
            </a:extLst>
          </p:cNvPr>
          <p:cNvSpPr txBox="1"/>
          <p:nvPr/>
        </p:nvSpPr>
        <p:spPr>
          <a:xfrm>
            <a:off x="6096000" y="3326295"/>
            <a:ext cx="972732" cy="707886"/>
          </a:xfrm>
          <a:prstGeom prst="rect">
            <a:avLst/>
          </a:prstGeom>
          <a:noFill/>
        </p:spPr>
        <p:txBody>
          <a:bodyPr wrap="square">
            <a:spAutoFit/>
          </a:bodyPr>
          <a:lstStyle/>
          <a:p>
            <a:pPr marL="0" indent="0" algn="ctr">
              <a:buNone/>
            </a:pPr>
            <a:r>
              <a:rPr lang="en-US" sz="1000" b="1" dirty="0">
                <a:solidFill>
                  <a:srgbClr val="7FC1DB"/>
                </a:solidFill>
              </a:rPr>
              <a:t>Average engagement 40%* Max engagement</a:t>
            </a:r>
          </a:p>
        </p:txBody>
      </p:sp>
      <p:sp>
        <p:nvSpPr>
          <p:cNvPr id="188" name="ZoneTexte 187">
            <a:extLst>
              <a:ext uri="{FF2B5EF4-FFF2-40B4-BE49-F238E27FC236}">
                <a16:creationId xmlns:a16="http://schemas.microsoft.com/office/drawing/2014/main" id="{F809CCBC-6D87-4DC4-ACEB-B4FBA53A9EDD}"/>
              </a:ext>
            </a:extLst>
          </p:cNvPr>
          <p:cNvSpPr txBox="1"/>
          <p:nvPr/>
        </p:nvSpPr>
        <p:spPr>
          <a:xfrm>
            <a:off x="10246832" y="3908509"/>
            <a:ext cx="2073727" cy="707886"/>
          </a:xfrm>
          <a:prstGeom prst="rect">
            <a:avLst/>
          </a:prstGeom>
          <a:noFill/>
        </p:spPr>
        <p:txBody>
          <a:bodyPr wrap="square">
            <a:spAutoFit/>
          </a:bodyPr>
          <a:lstStyle/>
          <a:p>
            <a:pPr marL="0" indent="0" algn="ctr">
              <a:buNone/>
            </a:pPr>
            <a:r>
              <a:rPr lang="en-US" sz="1000" b="1" dirty="0"/>
              <a:t>*Example numbers to represent Ringelmann effect, not actual numbers ! (will depend on context)</a:t>
            </a:r>
          </a:p>
        </p:txBody>
      </p:sp>
      <p:grpSp>
        <p:nvGrpSpPr>
          <p:cNvPr id="354" name="Groupe 353">
            <a:extLst>
              <a:ext uri="{FF2B5EF4-FFF2-40B4-BE49-F238E27FC236}">
                <a16:creationId xmlns:a16="http://schemas.microsoft.com/office/drawing/2014/main" id="{0ACA620E-9CB5-4F1A-8D45-73447FE265A1}"/>
              </a:ext>
            </a:extLst>
          </p:cNvPr>
          <p:cNvGrpSpPr/>
          <p:nvPr/>
        </p:nvGrpSpPr>
        <p:grpSpPr>
          <a:xfrm>
            <a:off x="7255777" y="4460175"/>
            <a:ext cx="1872265" cy="2321512"/>
            <a:chOff x="7255777" y="4460175"/>
            <a:chExt cx="1872265" cy="2321512"/>
          </a:xfrm>
        </p:grpSpPr>
        <p:grpSp>
          <p:nvGrpSpPr>
            <p:cNvPr id="264" name="Groupe 263">
              <a:extLst>
                <a:ext uri="{FF2B5EF4-FFF2-40B4-BE49-F238E27FC236}">
                  <a16:creationId xmlns:a16="http://schemas.microsoft.com/office/drawing/2014/main" id="{C1A560E7-029D-4B84-AE91-EBFC958BD816}"/>
                </a:ext>
              </a:extLst>
            </p:cNvPr>
            <p:cNvGrpSpPr/>
            <p:nvPr/>
          </p:nvGrpSpPr>
          <p:grpSpPr>
            <a:xfrm>
              <a:off x="7758949" y="4460175"/>
              <a:ext cx="467174" cy="2321512"/>
              <a:chOff x="5505731" y="2278810"/>
              <a:chExt cx="805216" cy="4001328"/>
            </a:xfrm>
          </p:grpSpPr>
          <p:sp>
            <p:nvSpPr>
              <p:cNvPr id="335" name="Flèche : haut 334">
                <a:extLst>
                  <a:ext uri="{FF2B5EF4-FFF2-40B4-BE49-F238E27FC236}">
                    <a16:creationId xmlns:a16="http://schemas.microsoft.com/office/drawing/2014/main" id="{032725E8-70BA-46E9-809A-75EBFEE4CE2C}"/>
                  </a:ext>
                </a:extLst>
              </p:cNvPr>
              <p:cNvSpPr/>
              <p:nvPr/>
            </p:nvSpPr>
            <p:spPr>
              <a:xfrm>
                <a:off x="5522638" y="2278810"/>
                <a:ext cx="763479" cy="400132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Flèche : droite 335">
                <a:extLst>
                  <a:ext uri="{FF2B5EF4-FFF2-40B4-BE49-F238E27FC236}">
                    <a16:creationId xmlns:a16="http://schemas.microsoft.com/office/drawing/2014/main" id="{0AB45004-4EAC-4844-96F2-A9BBAB4D01F3}"/>
                  </a:ext>
                </a:extLst>
              </p:cNvPr>
              <p:cNvSpPr/>
              <p:nvPr/>
            </p:nvSpPr>
            <p:spPr>
              <a:xfrm rot="16200000">
                <a:off x="5435604" y="2348939"/>
                <a:ext cx="945470"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66" name="Groupe 265">
              <a:extLst>
                <a:ext uri="{FF2B5EF4-FFF2-40B4-BE49-F238E27FC236}">
                  <a16:creationId xmlns:a16="http://schemas.microsoft.com/office/drawing/2014/main" id="{ECDC1215-90E6-44A4-9F74-11BE16762567}"/>
                </a:ext>
              </a:extLst>
            </p:cNvPr>
            <p:cNvGrpSpPr/>
            <p:nvPr/>
          </p:nvGrpSpPr>
          <p:grpSpPr>
            <a:xfrm>
              <a:off x="7255777" y="4630952"/>
              <a:ext cx="488763" cy="2094621"/>
              <a:chOff x="4837615" y="2636554"/>
              <a:chExt cx="845887" cy="3625095"/>
            </a:xfrm>
          </p:grpSpPr>
          <p:pic>
            <p:nvPicPr>
              <p:cNvPr id="299" name="Graphique 298" descr="Groupe avec un remplissage uni">
                <a:extLst>
                  <a:ext uri="{FF2B5EF4-FFF2-40B4-BE49-F238E27FC236}">
                    <a16:creationId xmlns:a16="http://schemas.microsoft.com/office/drawing/2014/main" id="{1D7E889D-64B8-492C-B0F1-3BC880493F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56046" y="5088344"/>
                <a:ext cx="647223" cy="647223"/>
              </a:xfrm>
              <a:prstGeom prst="rect">
                <a:avLst/>
              </a:prstGeom>
            </p:spPr>
          </p:pic>
          <p:grpSp>
            <p:nvGrpSpPr>
              <p:cNvPr id="300" name="Groupe 299">
                <a:extLst>
                  <a:ext uri="{FF2B5EF4-FFF2-40B4-BE49-F238E27FC236}">
                    <a16:creationId xmlns:a16="http://schemas.microsoft.com/office/drawing/2014/main" id="{AB5AE2A4-1F67-44CC-AA34-C493E750F08C}"/>
                  </a:ext>
                </a:extLst>
              </p:cNvPr>
              <p:cNvGrpSpPr/>
              <p:nvPr/>
            </p:nvGrpSpPr>
            <p:grpSpPr>
              <a:xfrm>
                <a:off x="4975742" y="3936790"/>
                <a:ext cx="649373" cy="408529"/>
                <a:chOff x="6989470" y="1452253"/>
                <a:chExt cx="2968717" cy="1867662"/>
              </a:xfrm>
              <a:solidFill>
                <a:srgbClr val="ED7D31"/>
              </a:solidFill>
            </p:grpSpPr>
            <p:pic>
              <p:nvPicPr>
                <p:cNvPr id="328" name="Graphique 327" descr="Groupe de personnes avec un remplissage uni">
                  <a:extLst>
                    <a:ext uri="{FF2B5EF4-FFF2-40B4-BE49-F238E27FC236}">
                      <a16:creationId xmlns:a16="http://schemas.microsoft.com/office/drawing/2014/main" id="{A8FA10CD-7721-46F6-99A9-FDE7CF7BA2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29" name="Graphique 328" descr="Groupe de personnes avec un remplissage uni">
                  <a:extLst>
                    <a:ext uri="{FF2B5EF4-FFF2-40B4-BE49-F238E27FC236}">
                      <a16:creationId xmlns:a16="http://schemas.microsoft.com/office/drawing/2014/main" id="{2BAB2971-0BF7-4B16-BEF0-A9F046752B4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30" name="Graphique 329" descr="Groupe de personnes avec un remplissage uni">
                  <a:extLst>
                    <a:ext uri="{FF2B5EF4-FFF2-40B4-BE49-F238E27FC236}">
                      <a16:creationId xmlns:a16="http://schemas.microsoft.com/office/drawing/2014/main" id="{F92E5B65-A3C6-486B-A3B8-F61A77AB026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31" name="Graphique 330" descr="Groupe de personnes avec un remplissage uni">
                  <a:extLst>
                    <a:ext uri="{FF2B5EF4-FFF2-40B4-BE49-F238E27FC236}">
                      <a16:creationId xmlns:a16="http://schemas.microsoft.com/office/drawing/2014/main" id="{410E55E1-D2AE-4F2C-B89A-009D1D8945A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32" name="Graphique 331" descr="Groupe de personnes avec un remplissage uni">
                  <a:extLst>
                    <a:ext uri="{FF2B5EF4-FFF2-40B4-BE49-F238E27FC236}">
                      <a16:creationId xmlns:a16="http://schemas.microsoft.com/office/drawing/2014/main" id="{D3006D0E-74E0-416C-892C-ED4D2504EF9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01" name="Groupe 300">
                <a:extLst>
                  <a:ext uri="{FF2B5EF4-FFF2-40B4-BE49-F238E27FC236}">
                    <a16:creationId xmlns:a16="http://schemas.microsoft.com/office/drawing/2014/main" id="{84F57E6F-CD35-4F10-B277-F407B2916CEF}"/>
                  </a:ext>
                </a:extLst>
              </p:cNvPr>
              <p:cNvGrpSpPr/>
              <p:nvPr/>
            </p:nvGrpSpPr>
            <p:grpSpPr>
              <a:xfrm>
                <a:off x="4837615" y="3259715"/>
                <a:ext cx="845887" cy="552586"/>
                <a:chOff x="560346" y="5288117"/>
                <a:chExt cx="522960" cy="341630"/>
              </a:xfrm>
              <a:solidFill>
                <a:srgbClr val="ED7D31"/>
              </a:solidFill>
            </p:grpSpPr>
            <p:grpSp>
              <p:nvGrpSpPr>
                <p:cNvPr id="310" name="Groupe 309">
                  <a:extLst>
                    <a:ext uri="{FF2B5EF4-FFF2-40B4-BE49-F238E27FC236}">
                      <a16:creationId xmlns:a16="http://schemas.microsoft.com/office/drawing/2014/main" id="{E9686DCB-A864-428A-956E-A523A88904AF}"/>
                    </a:ext>
                  </a:extLst>
                </p:cNvPr>
                <p:cNvGrpSpPr/>
                <p:nvPr/>
              </p:nvGrpSpPr>
              <p:grpSpPr>
                <a:xfrm>
                  <a:off x="560346" y="5458956"/>
                  <a:ext cx="271479" cy="170791"/>
                  <a:chOff x="6989470" y="1452253"/>
                  <a:chExt cx="2968717" cy="1867662"/>
                </a:xfrm>
                <a:grpFill/>
              </p:grpSpPr>
              <p:pic>
                <p:nvPicPr>
                  <p:cNvPr id="323" name="Graphique 322" descr="Groupe de personnes avec un remplissage uni">
                    <a:extLst>
                      <a:ext uri="{FF2B5EF4-FFF2-40B4-BE49-F238E27FC236}">
                        <a16:creationId xmlns:a16="http://schemas.microsoft.com/office/drawing/2014/main" id="{E2A04DFF-F35D-4F87-9D5C-6F7CB89133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24" name="Graphique 323" descr="Groupe de personnes avec un remplissage uni">
                    <a:extLst>
                      <a:ext uri="{FF2B5EF4-FFF2-40B4-BE49-F238E27FC236}">
                        <a16:creationId xmlns:a16="http://schemas.microsoft.com/office/drawing/2014/main" id="{E1BE387A-A015-44F2-B821-A6712EDC532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25" name="Graphique 324" descr="Groupe de personnes avec un remplissage uni">
                    <a:extLst>
                      <a:ext uri="{FF2B5EF4-FFF2-40B4-BE49-F238E27FC236}">
                        <a16:creationId xmlns:a16="http://schemas.microsoft.com/office/drawing/2014/main" id="{92FA8648-5BC5-4E64-9306-4AD4944FC7D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26" name="Graphique 325" descr="Groupe de personnes avec un remplissage uni">
                    <a:extLst>
                      <a:ext uri="{FF2B5EF4-FFF2-40B4-BE49-F238E27FC236}">
                        <a16:creationId xmlns:a16="http://schemas.microsoft.com/office/drawing/2014/main" id="{1D594115-B701-479E-8BBB-E8D4C73F52C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27" name="Graphique 326" descr="Groupe de personnes avec un remplissage uni">
                    <a:extLst>
                      <a:ext uri="{FF2B5EF4-FFF2-40B4-BE49-F238E27FC236}">
                        <a16:creationId xmlns:a16="http://schemas.microsoft.com/office/drawing/2014/main" id="{4FD9FB17-E890-405A-AFDF-C43526B1746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11" name="Groupe 310">
                  <a:extLst>
                    <a:ext uri="{FF2B5EF4-FFF2-40B4-BE49-F238E27FC236}">
                      <a16:creationId xmlns:a16="http://schemas.microsoft.com/office/drawing/2014/main" id="{91259E8C-5730-4111-B815-550F524BFE9A}"/>
                    </a:ext>
                  </a:extLst>
                </p:cNvPr>
                <p:cNvGrpSpPr/>
                <p:nvPr/>
              </p:nvGrpSpPr>
              <p:grpSpPr>
                <a:xfrm>
                  <a:off x="811827" y="5457524"/>
                  <a:ext cx="271479" cy="170791"/>
                  <a:chOff x="6989470" y="1452253"/>
                  <a:chExt cx="2968717" cy="1867662"/>
                </a:xfrm>
                <a:grpFill/>
              </p:grpSpPr>
              <p:pic>
                <p:nvPicPr>
                  <p:cNvPr id="318" name="Graphique 317" descr="Groupe de personnes avec un remplissage uni">
                    <a:extLst>
                      <a:ext uri="{FF2B5EF4-FFF2-40B4-BE49-F238E27FC236}">
                        <a16:creationId xmlns:a16="http://schemas.microsoft.com/office/drawing/2014/main" id="{F0419B9B-7A68-4D6F-824A-666D63BB8B9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19" name="Graphique 318" descr="Groupe de personnes avec un remplissage uni">
                    <a:extLst>
                      <a:ext uri="{FF2B5EF4-FFF2-40B4-BE49-F238E27FC236}">
                        <a16:creationId xmlns:a16="http://schemas.microsoft.com/office/drawing/2014/main" id="{B6686164-38A6-4E09-B006-D6572DB0B86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20" name="Graphique 319" descr="Groupe de personnes avec un remplissage uni">
                    <a:extLst>
                      <a:ext uri="{FF2B5EF4-FFF2-40B4-BE49-F238E27FC236}">
                        <a16:creationId xmlns:a16="http://schemas.microsoft.com/office/drawing/2014/main" id="{9FDE1158-8FC4-4AC2-A20A-33A5DCA5555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21" name="Graphique 320" descr="Groupe de personnes avec un remplissage uni">
                    <a:extLst>
                      <a:ext uri="{FF2B5EF4-FFF2-40B4-BE49-F238E27FC236}">
                        <a16:creationId xmlns:a16="http://schemas.microsoft.com/office/drawing/2014/main" id="{6DC4C038-5CD1-42F5-BFEA-C7E482D5CAC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22" name="Graphique 321" descr="Groupe de personnes avec un remplissage uni">
                    <a:extLst>
                      <a:ext uri="{FF2B5EF4-FFF2-40B4-BE49-F238E27FC236}">
                        <a16:creationId xmlns:a16="http://schemas.microsoft.com/office/drawing/2014/main" id="{4B60D37E-91DC-486C-9CE3-1376BC5DA05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12" name="Groupe 311">
                  <a:extLst>
                    <a:ext uri="{FF2B5EF4-FFF2-40B4-BE49-F238E27FC236}">
                      <a16:creationId xmlns:a16="http://schemas.microsoft.com/office/drawing/2014/main" id="{6AF9D1E0-82A0-4F33-96A4-0046ED019821}"/>
                    </a:ext>
                  </a:extLst>
                </p:cNvPr>
                <p:cNvGrpSpPr/>
                <p:nvPr/>
              </p:nvGrpSpPr>
              <p:grpSpPr>
                <a:xfrm>
                  <a:off x="714070" y="5288117"/>
                  <a:ext cx="271479" cy="170791"/>
                  <a:chOff x="6989470" y="1452253"/>
                  <a:chExt cx="2968717" cy="1867662"/>
                </a:xfrm>
                <a:grpFill/>
              </p:grpSpPr>
              <p:pic>
                <p:nvPicPr>
                  <p:cNvPr id="313" name="Graphique 312" descr="Groupe de personnes avec un remplissage uni">
                    <a:extLst>
                      <a:ext uri="{FF2B5EF4-FFF2-40B4-BE49-F238E27FC236}">
                        <a16:creationId xmlns:a16="http://schemas.microsoft.com/office/drawing/2014/main" id="{024912E2-30F3-48A3-B88A-6B326063C5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14" name="Graphique 313" descr="Groupe de personnes avec un remplissage uni">
                    <a:extLst>
                      <a:ext uri="{FF2B5EF4-FFF2-40B4-BE49-F238E27FC236}">
                        <a16:creationId xmlns:a16="http://schemas.microsoft.com/office/drawing/2014/main" id="{26F1E7EC-2F5D-41C8-B6E3-A331AF32BF0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15" name="Graphique 314" descr="Groupe de personnes avec un remplissage uni">
                    <a:extLst>
                      <a:ext uri="{FF2B5EF4-FFF2-40B4-BE49-F238E27FC236}">
                        <a16:creationId xmlns:a16="http://schemas.microsoft.com/office/drawing/2014/main" id="{91697FC2-B74B-4537-8569-C32C5F1ADA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16" name="Graphique 315" descr="Groupe de personnes avec un remplissage uni">
                    <a:extLst>
                      <a:ext uri="{FF2B5EF4-FFF2-40B4-BE49-F238E27FC236}">
                        <a16:creationId xmlns:a16="http://schemas.microsoft.com/office/drawing/2014/main" id="{D68C19AC-2391-4223-854E-98DD10D4735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17" name="Graphique 316" descr="Groupe de personnes avec un remplissage uni">
                    <a:extLst>
                      <a:ext uri="{FF2B5EF4-FFF2-40B4-BE49-F238E27FC236}">
                        <a16:creationId xmlns:a16="http://schemas.microsoft.com/office/drawing/2014/main" id="{8C6BFCDE-9E18-44B4-B476-B2CD93A0007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grpSp>
            <p:nvGrpSpPr>
              <p:cNvPr id="302" name="Groupe 301">
                <a:extLst>
                  <a:ext uri="{FF2B5EF4-FFF2-40B4-BE49-F238E27FC236}">
                    <a16:creationId xmlns:a16="http://schemas.microsoft.com/office/drawing/2014/main" id="{36768D25-5FAA-44E0-BF23-EB71D3D76DC6}"/>
                  </a:ext>
                </a:extLst>
              </p:cNvPr>
              <p:cNvGrpSpPr/>
              <p:nvPr/>
            </p:nvGrpSpPr>
            <p:grpSpPr>
              <a:xfrm>
                <a:off x="4857500" y="4401967"/>
                <a:ext cx="795834" cy="685354"/>
                <a:chOff x="580554" y="3987276"/>
                <a:chExt cx="555788" cy="478632"/>
              </a:xfrm>
              <a:solidFill>
                <a:srgbClr val="ED7D31"/>
              </a:solidFill>
            </p:grpSpPr>
            <p:pic>
              <p:nvPicPr>
                <p:cNvPr id="307" name="Graphique 306" descr="Groupe avec un remplissage uni">
                  <a:extLst>
                    <a:ext uri="{FF2B5EF4-FFF2-40B4-BE49-F238E27FC236}">
                      <a16:creationId xmlns:a16="http://schemas.microsoft.com/office/drawing/2014/main" id="{CAFFFAB8-9B95-402C-BBA3-89FDCEA4C2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308" name="Graphique 307" descr="Groupe avec un remplissage uni">
                  <a:extLst>
                    <a:ext uri="{FF2B5EF4-FFF2-40B4-BE49-F238E27FC236}">
                      <a16:creationId xmlns:a16="http://schemas.microsoft.com/office/drawing/2014/main" id="{02EADE47-9130-4631-B9C1-D9A0B30074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309" name="Graphique 308" descr="Groupe avec un remplissage uni">
                  <a:extLst>
                    <a:ext uri="{FF2B5EF4-FFF2-40B4-BE49-F238E27FC236}">
                      <a16:creationId xmlns:a16="http://schemas.microsoft.com/office/drawing/2014/main" id="{F97972E1-7C37-4666-AB22-031C65D74D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pic>
            <p:nvPicPr>
              <p:cNvPr id="303" name="Graphique 302" descr="Personne confuse avec un remplissage uni">
                <a:extLst>
                  <a:ext uri="{FF2B5EF4-FFF2-40B4-BE49-F238E27FC236}">
                    <a16:creationId xmlns:a16="http://schemas.microsoft.com/office/drawing/2014/main" id="{1D11313A-EFB9-4756-899C-936BC44328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30473" y="5737362"/>
                <a:ext cx="524287" cy="524287"/>
              </a:xfrm>
              <a:prstGeom prst="rect">
                <a:avLst/>
              </a:prstGeom>
            </p:spPr>
          </p:pic>
          <p:grpSp>
            <p:nvGrpSpPr>
              <p:cNvPr id="304" name="Groupe 303">
                <a:extLst>
                  <a:ext uri="{FF2B5EF4-FFF2-40B4-BE49-F238E27FC236}">
                    <a16:creationId xmlns:a16="http://schemas.microsoft.com/office/drawing/2014/main" id="{55A8882E-F264-4DDA-8399-B24FF5906F0B}"/>
                  </a:ext>
                </a:extLst>
              </p:cNvPr>
              <p:cNvGrpSpPr/>
              <p:nvPr/>
            </p:nvGrpSpPr>
            <p:grpSpPr>
              <a:xfrm>
                <a:off x="5046941" y="2636554"/>
                <a:ext cx="550624" cy="593160"/>
                <a:chOff x="5046941" y="2636554"/>
                <a:chExt cx="550624" cy="593160"/>
              </a:xfrm>
            </p:grpSpPr>
            <p:pic>
              <p:nvPicPr>
                <p:cNvPr id="305" name="Graphique 304" descr="Monde avec un remplissage uni">
                  <a:extLst>
                    <a:ext uri="{FF2B5EF4-FFF2-40B4-BE49-F238E27FC236}">
                      <a16:creationId xmlns:a16="http://schemas.microsoft.com/office/drawing/2014/main" id="{7963C927-476A-4C99-ADD6-4D9E7F076E5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06" name="Graphique 305" descr="Monde avec un remplissage uni">
                  <a:extLst>
                    <a:ext uri="{FF2B5EF4-FFF2-40B4-BE49-F238E27FC236}">
                      <a16:creationId xmlns:a16="http://schemas.microsoft.com/office/drawing/2014/main" id="{969A4996-8775-4D21-BCD9-E8C2C393067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cxnSp>
          <p:nvCxnSpPr>
            <p:cNvPr id="338" name="Connecteur droit 337">
              <a:extLst>
                <a:ext uri="{FF2B5EF4-FFF2-40B4-BE49-F238E27FC236}">
                  <a16:creationId xmlns:a16="http://schemas.microsoft.com/office/drawing/2014/main" id="{9301B023-29F3-4C3A-94BE-43D6A4B9EDE8}"/>
                </a:ext>
              </a:extLst>
            </p:cNvPr>
            <p:cNvCxnSpPr>
              <a:cxnSpLocks/>
            </p:cNvCxnSpPr>
            <p:nvPr/>
          </p:nvCxnSpPr>
          <p:spPr>
            <a:xfrm flipV="1">
              <a:off x="7509020" y="534896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1" name="Connecteur droit 340">
              <a:extLst>
                <a:ext uri="{FF2B5EF4-FFF2-40B4-BE49-F238E27FC236}">
                  <a16:creationId xmlns:a16="http://schemas.microsoft.com/office/drawing/2014/main" id="{065882FE-55DF-46F2-9345-CA6E31A5C273}"/>
                </a:ext>
              </a:extLst>
            </p:cNvPr>
            <p:cNvCxnSpPr>
              <a:cxnSpLocks/>
            </p:cNvCxnSpPr>
            <p:nvPr/>
          </p:nvCxnSpPr>
          <p:spPr>
            <a:xfrm flipV="1">
              <a:off x="7509020" y="495448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2" name="Connecteur droit 341">
              <a:extLst>
                <a:ext uri="{FF2B5EF4-FFF2-40B4-BE49-F238E27FC236}">
                  <a16:creationId xmlns:a16="http://schemas.microsoft.com/office/drawing/2014/main" id="{40F1DB51-92E9-464B-A1A2-225897D785BB}"/>
                </a:ext>
              </a:extLst>
            </p:cNvPr>
            <p:cNvCxnSpPr>
              <a:cxnSpLocks/>
            </p:cNvCxnSpPr>
            <p:nvPr/>
          </p:nvCxnSpPr>
          <p:spPr>
            <a:xfrm flipV="1">
              <a:off x="7503297" y="604700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3" name="Connecteur droit 342">
              <a:extLst>
                <a:ext uri="{FF2B5EF4-FFF2-40B4-BE49-F238E27FC236}">
                  <a16:creationId xmlns:a16="http://schemas.microsoft.com/office/drawing/2014/main" id="{992C9830-839A-46CC-B027-41C44071AB42}"/>
                </a:ext>
              </a:extLst>
            </p:cNvPr>
            <p:cNvCxnSpPr>
              <a:cxnSpLocks/>
            </p:cNvCxnSpPr>
            <p:nvPr/>
          </p:nvCxnSpPr>
          <p:spPr>
            <a:xfrm flipV="1">
              <a:off x="7503297" y="565251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5" name="Connecteur droit 344">
              <a:extLst>
                <a:ext uri="{FF2B5EF4-FFF2-40B4-BE49-F238E27FC236}">
                  <a16:creationId xmlns:a16="http://schemas.microsoft.com/office/drawing/2014/main" id="{F055FC8A-414A-42B4-A29E-922E5BA00D69}"/>
                </a:ext>
              </a:extLst>
            </p:cNvPr>
            <p:cNvCxnSpPr>
              <a:cxnSpLocks/>
            </p:cNvCxnSpPr>
            <p:nvPr/>
          </p:nvCxnSpPr>
          <p:spPr>
            <a:xfrm flipV="1">
              <a:off x="7503297" y="641640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348" name="Graphique 347" descr="Verrou en forme de cœur avec un remplissage uni">
              <a:extLst>
                <a:ext uri="{FF2B5EF4-FFF2-40B4-BE49-F238E27FC236}">
                  <a16:creationId xmlns:a16="http://schemas.microsoft.com/office/drawing/2014/main" id="{F798A754-A52F-4B75-BC92-780930DC1C0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12985" y="6280113"/>
              <a:ext cx="293990" cy="293990"/>
            </a:xfrm>
            <a:prstGeom prst="rect">
              <a:avLst/>
            </a:prstGeom>
          </p:spPr>
        </p:pic>
        <p:pic>
          <p:nvPicPr>
            <p:cNvPr id="349" name="Graphique 348" descr="Verrou en forme de cœur avec un remplissage uni">
              <a:extLst>
                <a:ext uri="{FF2B5EF4-FFF2-40B4-BE49-F238E27FC236}">
                  <a16:creationId xmlns:a16="http://schemas.microsoft.com/office/drawing/2014/main" id="{B2DD9E4E-7F09-4BC1-99CC-B1E3508137D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0578" y="5905459"/>
              <a:ext cx="293990" cy="293990"/>
            </a:xfrm>
            <a:prstGeom prst="rect">
              <a:avLst/>
            </a:prstGeom>
          </p:spPr>
        </p:pic>
        <p:pic>
          <p:nvPicPr>
            <p:cNvPr id="350" name="Graphique 349" descr="Verrou en forme de cœur avec un remplissage uni">
              <a:extLst>
                <a:ext uri="{FF2B5EF4-FFF2-40B4-BE49-F238E27FC236}">
                  <a16:creationId xmlns:a16="http://schemas.microsoft.com/office/drawing/2014/main" id="{51F7464A-F56F-4CCD-9638-7C2F0EDF50C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6459" y="5524004"/>
              <a:ext cx="293990" cy="293990"/>
            </a:xfrm>
            <a:prstGeom prst="rect">
              <a:avLst/>
            </a:prstGeom>
          </p:spPr>
        </p:pic>
        <p:pic>
          <p:nvPicPr>
            <p:cNvPr id="351" name="Graphique 350" descr="Verrou en forme de cœur avec un remplissage uni">
              <a:extLst>
                <a:ext uri="{FF2B5EF4-FFF2-40B4-BE49-F238E27FC236}">
                  <a16:creationId xmlns:a16="http://schemas.microsoft.com/office/drawing/2014/main" id="{298E109F-D609-4B66-9E91-649F404FCFE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34052" y="5149350"/>
              <a:ext cx="293990" cy="293990"/>
            </a:xfrm>
            <a:prstGeom prst="rect">
              <a:avLst/>
            </a:prstGeom>
          </p:spPr>
        </p:pic>
        <p:pic>
          <p:nvPicPr>
            <p:cNvPr id="352" name="Graphique 351" descr="Verrou en forme de cœur avec un remplissage uni">
              <a:extLst>
                <a:ext uri="{FF2B5EF4-FFF2-40B4-BE49-F238E27FC236}">
                  <a16:creationId xmlns:a16="http://schemas.microsoft.com/office/drawing/2014/main" id="{5E3F065E-1052-4099-9F2D-B200B9D9A6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0578" y="4791958"/>
              <a:ext cx="293990" cy="293990"/>
            </a:xfrm>
            <a:prstGeom prst="rect">
              <a:avLst/>
            </a:prstGeom>
          </p:spPr>
        </p:pic>
      </p:grpSp>
      <p:sp>
        <p:nvSpPr>
          <p:cNvPr id="353" name="ZoneTexte 352">
            <a:extLst>
              <a:ext uri="{FF2B5EF4-FFF2-40B4-BE49-F238E27FC236}">
                <a16:creationId xmlns:a16="http://schemas.microsoft.com/office/drawing/2014/main" id="{B094F844-F15E-40DB-ADCB-0085EB482E0F}"/>
              </a:ext>
            </a:extLst>
          </p:cNvPr>
          <p:cNvSpPr txBox="1"/>
          <p:nvPr/>
        </p:nvSpPr>
        <p:spPr>
          <a:xfrm>
            <a:off x="9247502" y="5423647"/>
            <a:ext cx="2073727" cy="553998"/>
          </a:xfrm>
          <a:prstGeom prst="rect">
            <a:avLst/>
          </a:prstGeom>
          <a:noFill/>
        </p:spPr>
        <p:txBody>
          <a:bodyPr wrap="square">
            <a:spAutoFit/>
          </a:bodyPr>
          <a:lstStyle/>
          <a:p>
            <a:pPr marL="0" indent="0" algn="ctr">
              <a:buNone/>
            </a:pPr>
            <a:r>
              <a:rPr lang="en-US" sz="1000" b="1" dirty="0"/>
              <a:t>Every level of critical mass unlocks new opportunities thanks to economies of scales </a:t>
            </a:r>
          </a:p>
        </p:txBody>
      </p:sp>
    </p:spTree>
    <p:extLst>
      <p:ext uri="{BB962C8B-B14F-4D97-AF65-F5344CB8AC3E}">
        <p14:creationId xmlns:p14="http://schemas.microsoft.com/office/powerpoint/2010/main" val="3463308650"/>
      </p:ext>
    </p:extLst>
  </p:cSld>
  <p:clrMapOvr>
    <a:masterClrMapping/>
  </p:clrMapOvr>
  <mc:AlternateContent xmlns:mc="http://schemas.openxmlformats.org/markup-compatibility/2006" xmlns:p14="http://schemas.microsoft.com/office/powerpoint/2010/main">
    <mc:Choice Requires="p14">
      <p:transition spd="slow" p14:dur="2000" advTm="150511"/>
    </mc:Choice>
    <mc:Fallback xmlns="">
      <p:transition spd="slow" advTm="150511"/>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Did you witness your Community grow in Numbers ? </a:t>
            </a:r>
          </a:p>
          <a:p>
            <a:pPr marL="0" indent="0">
              <a:buNone/>
            </a:pPr>
            <a:endParaRPr lang="en-US" noProof="1"/>
          </a:p>
          <a:p>
            <a:pPr marL="0" indent="0">
              <a:buNone/>
            </a:pPr>
            <a:r>
              <a:rPr lang="en-US" noProof="1"/>
              <a:t>Have you observed any effects on engagement when it grew in numbers ?</a:t>
            </a:r>
          </a:p>
          <a:p>
            <a:pPr marL="0" indent="0">
              <a:buNone/>
            </a:pPr>
            <a:endParaRPr lang="en-US" noProof="1"/>
          </a:p>
          <a:p>
            <a:pPr marL="0" indent="0">
              <a:buNone/>
            </a:pPr>
            <a:r>
              <a:rPr lang="en-US" noProof="1"/>
              <a:t>What strategies have you developed to compensate negative effects, or to amplify positive effects of growing on engagement ?</a:t>
            </a:r>
          </a:p>
        </p:txBody>
      </p:sp>
      <p:grpSp>
        <p:nvGrpSpPr>
          <p:cNvPr id="3" name="Groupe 2">
            <a:extLst>
              <a:ext uri="{FF2B5EF4-FFF2-40B4-BE49-F238E27FC236}">
                <a16:creationId xmlns:a16="http://schemas.microsoft.com/office/drawing/2014/main" id="{53C46862-79F0-4A57-B62E-1EA046CC5818}"/>
              </a:ext>
            </a:extLst>
          </p:cNvPr>
          <p:cNvGrpSpPr/>
          <p:nvPr/>
        </p:nvGrpSpPr>
        <p:grpSpPr>
          <a:xfrm>
            <a:off x="2239387" y="2631514"/>
            <a:ext cx="2250217" cy="1117761"/>
            <a:chOff x="1664835" y="2613848"/>
            <a:chExt cx="3267516" cy="1623089"/>
          </a:xfrm>
        </p:grpSpPr>
        <p:grpSp>
          <p:nvGrpSpPr>
            <p:cNvPr id="6" name="Groupe 5">
              <a:extLst>
                <a:ext uri="{FF2B5EF4-FFF2-40B4-BE49-F238E27FC236}">
                  <a16:creationId xmlns:a16="http://schemas.microsoft.com/office/drawing/2014/main" id="{69056F69-F4D2-477C-AC4D-14DB4DC56D19}"/>
                </a:ext>
              </a:extLst>
            </p:cNvPr>
            <p:cNvGrpSpPr/>
            <p:nvPr/>
          </p:nvGrpSpPr>
          <p:grpSpPr>
            <a:xfrm>
              <a:off x="2653156" y="2613848"/>
              <a:ext cx="1410759" cy="725155"/>
              <a:chOff x="6328736" y="2387478"/>
              <a:chExt cx="2753121" cy="1415152"/>
            </a:xfrm>
          </p:grpSpPr>
          <p:grpSp>
            <p:nvGrpSpPr>
              <p:cNvPr id="7" name="Groupe 6">
                <a:extLst>
                  <a:ext uri="{FF2B5EF4-FFF2-40B4-BE49-F238E27FC236}">
                    <a16:creationId xmlns:a16="http://schemas.microsoft.com/office/drawing/2014/main" id="{C0DBF1E6-9C46-42D1-B8E6-A7C4D0DEF15B}"/>
                  </a:ext>
                </a:extLst>
              </p:cNvPr>
              <p:cNvGrpSpPr/>
              <p:nvPr/>
            </p:nvGrpSpPr>
            <p:grpSpPr>
              <a:xfrm>
                <a:off x="6696168" y="2394887"/>
                <a:ext cx="2385689" cy="1407743"/>
                <a:chOff x="6305550" y="2323866"/>
                <a:chExt cx="3104825" cy="1832090"/>
              </a:xfrm>
              <a:solidFill>
                <a:srgbClr val="EC7B2B"/>
              </a:solidFill>
            </p:grpSpPr>
            <p:cxnSp>
              <p:nvCxnSpPr>
                <p:cNvPr id="24" name="Connecteur droit 23">
                  <a:extLst>
                    <a:ext uri="{FF2B5EF4-FFF2-40B4-BE49-F238E27FC236}">
                      <a16:creationId xmlns:a16="http://schemas.microsoft.com/office/drawing/2014/main" id="{652FC88F-2ACD-4FCF-9582-C1F598C268F5}"/>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e 24">
                  <a:extLst>
                    <a:ext uri="{FF2B5EF4-FFF2-40B4-BE49-F238E27FC236}">
                      <a16:creationId xmlns:a16="http://schemas.microsoft.com/office/drawing/2014/main" id="{B01EFE4C-0F13-42F8-B960-680B4F45431E}"/>
                    </a:ext>
                  </a:extLst>
                </p:cNvPr>
                <p:cNvGrpSpPr/>
                <p:nvPr/>
              </p:nvGrpSpPr>
              <p:grpSpPr>
                <a:xfrm>
                  <a:off x="8533701" y="2323866"/>
                  <a:ext cx="876674" cy="1832090"/>
                  <a:chOff x="8451151" y="2336566"/>
                  <a:chExt cx="876674" cy="1832090"/>
                </a:xfrm>
                <a:grpFill/>
              </p:grpSpPr>
              <p:sp>
                <p:nvSpPr>
                  <p:cNvPr id="26" name="Ellipse 25">
                    <a:extLst>
                      <a:ext uri="{FF2B5EF4-FFF2-40B4-BE49-F238E27FC236}">
                        <a16:creationId xmlns:a16="http://schemas.microsoft.com/office/drawing/2014/main" id="{076819D2-1502-4F3B-AB2B-9A57EA8A6E58}"/>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 coins arrondis 26">
                    <a:extLst>
                      <a:ext uri="{FF2B5EF4-FFF2-40B4-BE49-F238E27FC236}">
                        <a16:creationId xmlns:a16="http://schemas.microsoft.com/office/drawing/2014/main" id="{4C81032B-E081-48EF-924D-960F4B60196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 coins arrondis 27">
                    <a:extLst>
                      <a:ext uri="{FF2B5EF4-FFF2-40B4-BE49-F238E27FC236}">
                        <a16:creationId xmlns:a16="http://schemas.microsoft.com/office/drawing/2014/main" id="{5725DF5A-86FF-4A49-A230-196CFCA6392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 coins arrondis 28">
                    <a:extLst>
                      <a:ext uri="{FF2B5EF4-FFF2-40B4-BE49-F238E27FC236}">
                        <a16:creationId xmlns:a16="http://schemas.microsoft.com/office/drawing/2014/main" id="{67B55CF3-63DA-4CA6-B27F-D05058EBBD4B}"/>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 coins arrondis 29">
                    <a:extLst>
                      <a:ext uri="{FF2B5EF4-FFF2-40B4-BE49-F238E27FC236}">
                        <a16:creationId xmlns:a16="http://schemas.microsoft.com/office/drawing/2014/main" id="{3E3D061A-36D1-49CF-8385-E0A477020908}"/>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 coins arrondis 30">
                    <a:extLst>
                      <a:ext uri="{FF2B5EF4-FFF2-40B4-BE49-F238E27FC236}">
                        <a16:creationId xmlns:a16="http://schemas.microsoft.com/office/drawing/2014/main" id="{E951FD2B-AE3D-4069-99D8-94522EF03FB4}"/>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 coins arrondis 31">
                    <a:extLst>
                      <a:ext uri="{FF2B5EF4-FFF2-40B4-BE49-F238E27FC236}">
                        <a16:creationId xmlns:a16="http://schemas.microsoft.com/office/drawing/2014/main" id="{48F0CB73-51F9-4514-AD07-CC22D65203E4}"/>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8" name="Groupe 7">
                <a:extLst>
                  <a:ext uri="{FF2B5EF4-FFF2-40B4-BE49-F238E27FC236}">
                    <a16:creationId xmlns:a16="http://schemas.microsoft.com/office/drawing/2014/main" id="{C1ECB20B-147E-4435-9787-619D1967364A}"/>
                  </a:ext>
                </a:extLst>
              </p:cNvPr>
              <p:cNvGrpSpPr/>
              <p:nvPr/>
            </p:nvGrpSpPr>
            <p:grpSpPr>
              <a:xfrm flipH="1">
                <a:off x="7037722" y="2394205"/>
                <a:ext cx="667094" cy="1407743"/>
                <a:chOff x="8451151" y="2336566"/>
                <a:chExt cx="876674" cy="1832090"/>
              </a:xfrm>
            </p:grpSpPr>
            <p:sp>
              <p:nvSpPr>
                <p:cNvPr id="17" name="Ellipse 16">
                  <a:extLst>
                    <a:ext uri="{FF2B5EF4-FFF2-40B4-BE49-F238E27FC236}">
                      <a16:creationId xmlns:a16="http://schemas.microsoft.com/office/drawing/2014/main" id="{FD79F610-CAA5-4D55-BCE9-8CF17105A1C1}"/>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04AB1068-3913-4CBC-92A6-86FF8479DAF0}"/>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D19D6751-644A-402E-94C2-0507A08796C5}"/>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5ECA1163-795D-44F9-A674-4801B9F91406}"/>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16230F06-E3EC-499D-8EF6-9BEA481A39E7}"/>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13B7AD94-084F-4DC5-A712-C123DC091B94}"/>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739E579A-F3D0-4D4A-9AB5-3275A1C76874}"/>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9" name="Groupe 8">
                <a:extLst>
                  <a:ext uri="{FF2B5EF4-FFF2-40B4-BE49-F238E27FC236}">
                    <a16:creationId xmlns:a16="http://schemas.microsoft.com/office/drawing/2014/main" id="{49A44C40-B04C-483F-8B2D-81E4BE72D70A}"/>
                  </a:ext>
                </a:extLst>
              </p:cNvPr>
              <p:cNvGrpSpPr/>
              <p:nvPr/>
            </p:nvGrpSpPr>
            <p:grpSpPr>
              <a:xfrm flipH="1">
                <a:off x="6328736" y="2387478"/>
                <a:ext cx="667094" cy="1407743"/>
                <a:chOff x="8451151" y="2336566"/>
                <a:chExt cx="876674" cy="1832090"/>
              </a:xfrm>
            </p:grpSpPr>
            <p:sp>
              <p:nvSpPr>
                <p:cNvPr id="10" name="Ellipse 9">
                  <a:extLst>
                    <a:ext uri="{FF2B5EF4-FFF2-40B4-BE49-F238E27FC236}">
                      <a16:creationId xmlns:a16="http://schemas.microsoft.com/office/drawing/2014/main" id="{E93C7F2A-AB7B-4058-B4F5-E7A2E7B31CD2}"/>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05D714EC-B00F-49E0-A5E0-F2377BFE6219}"/>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009D1888-806C-4388-BF77-5CF5700342C8}"/>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D090CA7F-CC1C-44B0-AA26-F4F25BA62325}"/>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4AC5AD06-B224-4D6D-AE55-45BA3450A26F}"/>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66F88C49-4153-4001-B895-A0D681F8B635}"/>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DF691ADB-E7F2-4C27-BBD5-D023120B7228}"/>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893124D7-547D-4A93-9C0B-8F5619F2C24B}"/>
                </a:ext>
              </a:extLst>
            </p:cNvPr>
            <p:cNvGrpSpPr/>
            <p:nvPr/>
          </p:nvGrpSpPr>
          <p:grpSpPr>
            <a:xfrm>
              <a:off x="1664835" y="3493331"/>
              <a:ext cx="3267516" cy="743606"/>
              <a:chOff x="6992179" y="3623834"/>
              <a:chExt cx="3267516" cy="743606"/>
            </a:xfrm>
          </p:grpSpPr>
          <p:cxnSp>
            <p:nvCxnSpPr>
              <p:cNvPr id="34" name="Connecteur droit 33">
                <a:extLst>
                  <a:ext uri="{FF2B5EF4-FFF2-40B4-BE49-F238E27FC236}">
                    <a16:creationId xmlns:a16="http://schemas.microsoft.com/office/drawing/2014/main" id="{49E69B7C-3F7A-4734-B4BE-33036BF4BDC8}"/>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5" name="Groupe 34">
                <a:extLst>
                  <a:ext uri="{FF2B5EF4-FFF2-40B4-BE49-F238E27FC236}">
                    <a16:creationId xmlns:a16="http://schemas.microsoft.com/office/drawing/2014/main" id="{072A5A9A-D771-4733-9648-146D4B66E21D}"/>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92" name="Ellipse 91">
                  <a:extLst>
                    <a:ext uri="{FF2B5EF4-FFF2-40B4-BE49-F238E27FC236}">
                      <a16:creationId xmlns:a16="http://schemas.microsoft.com/office/drawing/2014/main" id="{94862317-4B05-4D8D-9097-C8C144810032}"/>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 coins arrondis 92">
                  <a:extLst>
                    <a:ext uri="{FF2B5EF4-FFF2-40B4-BE49-F238E27FC236}">
                      <a16:creationId xmlns:a16="http://schemas.microsoft.com/office/drawing/2014/main" id="{5C0828B1-E49B-4E11-BCE3-1ED95F62D262}"/>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 coins arrondis 93">
                  <a:extLst>
                    <a:ext uri="{FF2B5EF4-FFF2-40B4-BE49-F238E27FC236}">
                      <a16:creationId xmlns:a16="http://schemas.microsoft.com/office/drawing/2014/main" id="{8762B07F-525D-43B0-A63C-F498A1039B1F}"/>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 coins arrondis 94">
                  <a:extLst>
                    <a:ext uri="{FF2B5EF4-FFF2-40B4-BE49-F238E27FC236}">
                      <a16:creationId xmlns:a16="http://schemas.microsoft.com/office/drawing/2014/main" id="{679752E0-71C3-4EF3-92A3-D8355518FFA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 coins arrondis 95">
                  <a:extLst>
                    <a:ext uri="{FF2B5EF4-FFF2-40B4-BE49-F238E27FC236}">
                      <a16:creationId xmlns:a16="http://schemas.microsoft.com/office/drawing/2014/main" id="{EEB7EB94-AC7F-4404-9389-F95AB81814B4}"/>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 coins arrondis 96">
                  <a:extLst>
                    <a:ext uri="{FF2B5EF4-FFF2-40B4-BE49-F238E27FC236}">
                      <a16:creationId xmlns:a16="http://schemas.microsoft.com/office/drawing/2014/main" id="{DF606822-2427-4D5D-8103-4AE6E8D14D0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 coins arrondis 97">
                  <a:extLst>
                    <a:ext uri="{FF2B5EF4-FFF2-40B4-BE49-F238E27FC236}">
                      <a16:creationId xmlns:a16="http://schemas.microsoft.com/office/drawing/2014/main" id="{823E8DBD-B0BA-4575-8A4B-2F5AC19DF94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6" name="Groupe 35">
                <a:extLst>
                  <a:ext uri="{FF2B5EF4-FFF2-40B4-BE49-F238E27FC236}">
                    <a16:creationId xmlns:a16="http://schemas.microsoft.com/office/drawing/2014/main" id="{FC77150E-0105-4875-8D8B-EF51D551D24D}"/>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85" name="Ellipse 84">
                  <a:extLst>
                    <a:ext uri="{FF2B5EF4-FFF2-40B4-BE49-F238E27FC236}">
                      <a16:creationId xmlns:a16="http://schemas.microsoft.com/office/drawing/2014/main" id="{666706BA-7477-4F47-ACE1-A82779CC5DE1}"/>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 coins arrondis 85">
                  <a:extLst>
                    <a:ext uri="{FF2B5EF4-FFF2-40B4-BE49-F238E27FC236}">
                      <a16:creationId xmlns:a16="http://schemas.microsoft.com/office/drawing/2014/main" id="{2104F9DC-1CDE-4B43-8D56-948FA4FC67C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 coins arrondis 86">
                  <a:extLst>
                    <a:ext uri="{FF2B5EF4-FFF2-40B4-BE49-F238E27FC236}">
                      <a16:creationId xmlns:a16="http://schemas.microsoft.com/office/drawing/2014/main" id="{65822A07-31D3-4456-A091-FB15F6ABFA09}"/>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 coins arrondis 87">
                  <a:extLst>
                    <a:ext uri="{FF2B5EF4-FFF2-40B4-BE49-F238E27FC236}">
                      <a16:creationId xmlns:a16="http://schemas.microsoft.com/office/drawing/2014/main" id="{DCA4CD16-5262-4BF8-A7F5-9789D5097B2D}"/>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 coins arrondis 88">
                  <a:extLst>
                    <a:ext uri="{FF2B5EF4-FFF2-40B4-BE49-F238E27FC236}">
                      <a16:creationId xmlns:a16="http://schemas.microsoft.com/office/drawing/2014/main" id="{9F257C32-7695-4514-9586-DAD767FD0D9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 coins arrondis 89">
                  <a:extLst>
                    <a:ext uri="{FF2B5EF4-FFF2-40B4-BE49-F238E27FC236}">
                      <a16:creationId xmlns:a16="http://schemas.microsoft.com/office/drawing/2014/main" id="{7676F8D8-8E7A-4DF5-B94C-53A52122BB0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 coins arrondis 90">
                  <a:extLst>
                    <a:ext uri="{FF2B5EF4-FFF2-40B4-BE49-F238E27FC236}">
                      <a16:creationId xmlns:a16="http://schemas.microsoft.com/office/drawing/2014/main" id="{7DC3BD92-2652-4337-B13A-7EBF9BBC0518}"/>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7" name="Groupe 36">
                <a:extLst>
                  <a:ext uri="{FF2B5EF4-FFF2-40B4-BE49-F238E27FC236}">
                    <a16:creationId xmlns:a16="http://schemas.microsoft.com/office/drawing/2014/main" id="{296E76DE-8FD7-40B8-8E96-AD04375A1CF6}"/>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78" name="Ellipse 77">
                  <a:extLst>
                    <a:ext uri="{FF2B5EF4-FFF2-40B4-BE49-F238E27FC236}">
                      <a16:creationId xmlns:a16="http://schemas.microsoft.com/office/drawing/2014/main" id="{5F45366D-4B18-4FC4-B2C9-4D683F7E11C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 coins arrondis 78">
                  <a:extLst>
                    <a:ext uri="{FF2B5EF4-FFF2-40B4-BE49-F238E27FC236}">
                      <a16:creationId xmlns:a16="http://schemas.microsoft.com/office/drawing/2014/main" id="{29F915D9-1927-4DFA-BBBA-0190456ED38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 coins arrondis 79">
                  <a:extLst>
                    <a:ext uri="{FF2B5EF4-FFF2-40B4-BE49-F238E27FC236}">
                      <a16:creationId xmlns:a16="http://schemas.microsoft.com/office/drawing/2014/main" id="{C428A06F-3615-467A-A95B-31E7553F28F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 coins arrondis 80">
                  <a:extLst>
                    <a:ext uri="{FF2B5EF4-FFF2-40B4-BE49-F238E27FC236}">
                      <a16:creationId xmlns:a16="http://schemas.microsoft.com/office/drawing/2014/main" id="{13F0D616-19BC-4A8B-AFB0-AE909CCF87D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 coins arrondis 81">
                  <a:extLst>
                    <a:ext uri="{FF2B5EF4-FFF2-40B4-BE49-F238E27FC236}">
                      <a16:creationId xmlns:a16="http://schemas.microsoft.com/office/drawing/2014/main" id="{D29C1B79-884E-4FD4-8921-EE75992C085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 coins arrondis 82">
                  <a:extLst>
                    <a:ext uri="{FF2B5EF4-FFF2-40B4-BE49-F238E27FC236}">
                      <a16:creationId xmlns:a16="http://schemas.microsoft.com/office/drawing/2014/main" id="{E9489598-CA14-4DCD-A025-DE901E206A24}"/>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 coins arrondis 83">
                  <a:extLst>
                    <a:ext uri="{FF2B5EF4-FFF2-40B4-BE49-F238E27FC236}">
                      <a16:creationId xmlns:a16="http://schemas.microsoft.com/office/drawing/2014/main" id="{0927EF40-A567-4FD2-A02D-E0E59F6960C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8" name="Groupe 37">
                <a:extLst>
                  <a:ext uri="{FF2B5EF4-FFF2-40B4-BE49-F238E27FC236}">
                    <a16:creationId xmlns:a16="http://schemas.microsoft.com/office/drawing/2014/main" id="{42017D04-4CBD-4179-AB06-E339C0345104}"/>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71" name="Ellipse 70">
                  <a:extLst>
                    <a:ext uri="{FF2B5EF4-FFF2-40B4-BE49-F238E27FC236}">
                      <a16:creationId xmlns:a16="http://schemas.microsoft.com/office/drawing/2014/main" id="{D42BE086-AF60-4638-BA67-45F22A250F3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 coins arrondis 71">
                  <a:extLst>
                    <a:ext uri="{FF2B5EF4-FFF2-40B4-BE49-F238E27FC236}">
                      <a16:creationId xmlns:a16="http://schemas.microsoft.com/office/drawing/2014/main" id="{FB6F0BB9-8421-4DA0-AE65-09A5F0CAC6ED}"/>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 coins arrondis 72">
                  <a:extLst>
                    <a:ext uri="{FF2B5EF4-FFF2-40B4-BE49-F238E27FC236}">
                      <a16:creationId xmlns:a16="http://schemas.microsoft.com/office/drawing/2014/main" id="{93C8E453-9DC8-41C1-BE5C-69A9D2FC5681}"/>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 coins arrondis 73">
                  <a:extLst>
                    <a:ext uri="{FF2B5EF4-FFF2-40B4-BE49-F238E27FC236}">
                      <a16:creationId xmlns:a16="http://schemas.microsoft.com/office/drawing/2014/main" id="{8F6BA154-F5AB-4620-B6A8-1E0E72BB7829}"/>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 coins arrondis 74">
                  <a:extLst>
                    <a:ext uri="{FF2B5EF4-FFF2-40B4-BE49-F238E27FC236}">
                      <a16:creationId xmlns:a16="http://schemas.microsoft.com/office/drawing/2014/main" id="{890B41D2-47AB-4E00-997D-74EB60BC855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 coins arrondis 75">
                  <a:extLst>
                    <a:ext uri="{FF2B5EF4-FFF2-40B4-BE49-F238E27FC236}">
                      <a16:creationId xmlns:a16="http://schemas.microsoft.com/office/drawing/2014/main" id="{456708AC-82A4-4E6D-BEB1-78D9B05E6A33}"/>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 coins arrondis 76">
                  <a:extLst>
                    <a:ext uri="{FF2B5EF4-FFF2-40B4-BE49-F238E27FC236}">
                      <a16:creationId xmlns:a16="http://schemas.microsoft.com/office/drawing/2014/main" id="{55CDC2FA-7019-46C0-9ADF-AF19380B7BA1}"/>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9" name="Groupe 38">
                <a:extLst>
                  <a:ext uri="{FF2B5EF4-FFF2-40B4-BE49-F238E27FC236}">
                    <a16:creationId xmlns:a16="http://schemas.microsoft.com/office/drawing/2014/main" id="{8577A301-5474-4F96-BECA-524C8A46301B}"/>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64" name="Ellipse 63">
                  <a:extLst>
                    <a:ext uri="{FF2B5EF4-FFF2-40B4-BE49-F238E27FC236}">
                      <a16:creationId xmlns:a16="http://schemas.microsoft.com/office/drawing/2014/main" id="{7937EE0C-9CF8-46C1-86BE-365B4D6BE4A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 coins arrondis 64">
                  <a:extLst>
                    <a:ext uri="{FF2B5EF4-FFF2-40B4-BE49-F238E27FC236}">
                      <a16:creationId xmlns:a16="http://schemas.microsoft.com/office/drawing/2014/main" id="{E77D3B18-A5AC-438D-A21B-6DB5F4B071C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 coins arrondis 65">
                  <a:extLst>
                    <a:ext uri="{FF2B5EF4-FFF2-40B4-BE49-F238E27FC236}">
                      <a16:creationId xmlns:a16="http://schemas.microsoft.com/office/drawing/2014/main" id="{59C8962E-02E8-41B5-A798-C6C63BAB011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 coins arrondis 66">
                  <a:extLst>
                    <a:ext uri="{FF2B5EF4-FFF2-40B4-BE49-F238E27FC236}">
                      <a16:creationId xmlns:a16="http://schemas.microsoft.com/office/drawing/2014/main" id="{6F3112D9-6CA9-4DCA-98E4-62FC31710501}"/>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 coins arrondis 67">
                  <a:extLst>
                    <a:ext uri="{FF2B5EF4-FFF2-40B4-BE49-F238E27FC236}">
                      <a16:creationId xmlns:a16="http://schemas.microsoft.com/office/drawing/2014/main" id="{400A5EAE-808C-4F0D-ACB0-747402741CD6}"/>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 coins arrondis 68">
                  <a:extLst>
                    <a:ext uri="{FF2B5EF4-FFF2-40B4-BE49-F238E27FC236}">
                      <a16:creationId xmlns:a16="http://schemas.microsoft.com/office/drawing/2014/main" id="{314A93B4-C1CF-4B89-9A39-44C6FECCDA1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 coins arrondis 69">
                  <a:extLst>
                    <a:ext uri="{FF2B5EF4-FFF2-40B4-BE49-F238E27FC236}">
                      <a16:creationId xmlns:a16="http://schemas.microsoft.com/office/drawing/2014/main" id="{3CD5AC3A-557F-48A8-96A5-C9AEA0BFCAE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0" name="Groupe 39">
                <a:extLst>
                  <a:ext uri="{FF2B5EF4-FFF2-40B4-BE49-F238E27FC236}">
                    <a16:creationId xmlns:a16="http://schemas.microsoft.com/office/drawing/2014/main" id="{B6B10215-48A2-4C98-8003-5FE4CCE768BF}"/>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57" name="Ellipse 56">
                  <a:extLst>
                    <a:ext uri="{FF2B5EF4-FFF2-40B4-BE49-F238E27FC236}">
                      <a16:creationId xmlns:a16="http://schemas.microsoft.com/office/drawing/2014/main" id="{C516D7D4-DAC6-49AF-86AC-E803357EC0C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 coins arrondis 57">
                  <a:extLst>
                    <a:ext uri="{FF2B5EF4-FFF2-40B4-BE49-F238E27FC236}">
                      <a16:creationId xmlns:a16="http://schemas.microsoft.com/office/drawing/2014/main" id="{2083120E-181C-4B72-B146-AB3555AC3A8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 coins arrondis 58">
                  <a:extLst>
                    <a:ext uri="{FF2B5EF4-FFF2-40B4-BE49-F238E27FC236}">
                      <a16:creationId xmlns:a16="http://schemas.microsoft.com/office/drawing/2014/main" id="{F14BC02F-49D3-410F-946C-7F40FF2F1FDA}"/>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 coins arrondis 59">
                  <a:extLst>
                    <a:ext uri="{FF2B5EF4-FFF2-40B4-BE49-F238E27FC236}">
                      <a16:creationId xmlns:a16="http://schemas.microsoft.com/office/drawing/2014/main" id="{9C5D0878-1852-4CEE-AA6D-6194EE230DE4}"/>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 coins arrondis 60">
                  <a:extLst>
                    <a:ext uri="{FF2B5EF4-FFF2-40B4-BE49-F238E27FC236}">
                      <a16:creationId xmlns:a16="http://schemas.microsoft.com/office/drawing/2014/main" id="{71D8F7AD-7F92-409B-9D16-F517C19A4F4B}"/>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 coins arrondis 61">
                  <a:extLst>
                    <a:ext uri="{FF2B5EF4-FFF2-40B4-BE49-F238E27FC236}">
                      <a16:creationId xmlns:a16="http://schemas.microsoft.com/office/drawing/2014/main" id="{E5670BE9-89D4-4499-89C8-61AB74605468}"/>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 coins arrondis 62">
                  <a:extLst>
                    <a:ext uri="{FF2B5EF4-FFF2-40B4-BE49-F238E27FC236}">
                      <a16:creationId xmlns:a16="http://schemas.microsoft.com/office/drawing/2014/main" id="{89FC1ECE-862A-4FEB-BE68-3768550A101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1" name="Groupe 40">
                <a:extLst>
                  <a:ext uri="{FF2B5EF4-FFF2-40B4-BE49-F238E27FC236}">
                    <a16:creationId xmlns:a16="http://schemas.microsoft.com/office/drawing/2014/main" id="{4F6CE869-7874-409E-B66C-708E7D737DBF}"/>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50" name="Ellipse 49">
                  <a:extLst>
                    <a:ext uri="{FF2B5EF4-FFF2-40B4-BE49-F238E27FC236}">
                      <a16:creationId xmlns:a16="http://schemas.microsoft.com/office/drawing/2014/main" id="{3E99EDD9-7315-43EA-BF24-A6C121943734}"/>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 coins arrondis 50">
                  <a:extLst>
                    <a:ext uri="{FF2B5EF4-FFF2-40B4-BE49-F238E27FC236}">
                      <a16:creationId xmlns:a16="http://schemas.microsoft.com/office/drawing/2014/main" id="{7825CC9B-923E-42D1-8013-E0221944F0C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 coins arrondis 51">
                  <a:extLst>
                    <a:ext uri="{FF2B5EF4-FFF2-40B4-BE49-F238E27FC236}">
                      <a16:creationId xmlns:a16="http://schemas.microsoft.com/office/drawing/2014/main" id="{0C5D8E78-618F-4CC7-BDD5-8D23C160757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 coins arrondis 52">
                  <a:extLst>
                    <a:ext uri="{FF2B5EF4-FFF2-40B4-BE49-F238E27FC236}">
                      <a16:creationId xmlns:a16="http://schemas.microsoft.com/office/drawing/2014/main" id="{EEF3A219-6E5B-41E7-85DC-49BEDBAB1FD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 coins arrondis 53">
                  <a:extLst>
                    <a:ext uri="{FF2B5EF4-FFF2-40B4-BE49-F238E27FC236}">
                      <a16:creationId xmlns:a16="http://schemas.microsoft.com/office/drawing/2014/main" id="{4A5FD226-4109-4E5A-8CC4-536ECAAAF51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11F92099-2AAE-4635-817E-4A4B3A8845E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 coins arrondis 55">
                  <a:extLst>
                    <a:ext uri="{FF2B5EF4-FFF2-40B4-BE49-F238E27FC236}">
                      <a16:creationId xmlns:a16="http://schemas.microsoft.com/office/drawing/2014/main" id="{0D465523-86AD-45FB-8400-EEC41F3E023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2" name="Groupe 41">
                <a:extLst>
                  <a:ext uri="{FF2B5EF4-FFF2-40B4-BE49-F238E27FC236}">
                    <a16:creationId xmlns:a16="http://schemas.microsoft.com/office/drawing/2014/main" id="{A558F605-1731-4490-98E5-092D006B8733}"/>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43" name="Ellipse 42">
                  <a:extLst>
                    <a:ext uri="{FF2B5EF4-FFF2-40B4-BE49-F238E27FC236}">
                      <a16:creationId xmlns:a16="http://schemas.microsoft.com/office/drawing/2014/main" id="{FD44E70F-50A8-4AF4-86AA-FE40651890C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 coins arrondis 43">
                  <a:extLst>
                    <a:ext uri="{FF2B5EF4-FFF2-40B4-BE49-F238E27FC236}">
                      <a16:creationId xmlns:a16="http://schemas.microsoft.com/office/drawing/2014/main" id="{DE77A0AA-C27A-424F-BFE2-8064760B7AE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76682EAD-38B3-404A-ACAE-C651D60C594D}"/>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 coins arrondis 45">
                  <a:extLst>
                    <a:ext uri="{FF2B5EF4-FFF2-40B4-BE49-F238E27FC236}">
                      <a16:creationId xmlns:a16="http://schemas.microsoft.com/office/drawing/2014/main" id="{43702342-62BE-47B4-BD81-CEC576DCD96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 coins arrondis 46">
                  <a:extLst>
                    <a:ext uri="{FF2B5EF4-FFF2-40B4-BE49-F238E27FC236}">
                      <a16:creationId xmlns:a16="http://schemas.microsoft.com/office/drawing/2014/main" id="{E7C22DF6-DD06-487D-A260-F373456EB93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 coins arrondis 47">
                  <a:extLst>
                    <a:ext uri="{FF2B5EF4-FFF2-40B4-BE49-F238E27FC236}">
                      <a16:creationId xmlns:a16="http://schemas.microsoft.com/office/drawing/2014/main" id="{EE6C225F-6E1F-4A41-B799-46841F590E78}"/>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 coins arrondis 48">
                  <a:extLst>
                    <a:ext uri="{FF2B5EF4-FFF2-40B4-BE49-F238E27FC236}">
                      <a16:creationId xmlns:a16="http://schemas.microsoft.com/office/drawing/2014/main" id="{FFCEACE7-B8A0-46EC-AE55-CA30082AF750}"/>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grpSp>
        <p:nvGrpSpPr>
          <p:cNvPr id="99" name="Groupe 98">
            <a:extLst>
              <a:ext uri="{FF2B5EF4-FFF2-40B4-BE49-F238E27FC236}">
                <a16:creationId xmlns:a16="http://schemas.microsoft.com/office/drawing/2014/main" id="{3542F291-E447-4926-81D7-9480AC08CAEA}"/>
              </a:ext>
            </a:extLst>
          </p:cNvPr>
          <p:cNvGrpSpPr/>
          <p:nvPr/>
        </p:nvGrpSpPr>
        <p:grpSpPr>
          <a:xfrm>
            <a:off x="2550784" y="4080206"/>
            <a:ext cx="1570042" cy="1946771"/>
            <a:chOff x="7255777" y="4460175"/>
            <a:chExt cx="1872265" cy="2321512"/>
          </a:xfrm>
        </p:grpSpPr>
        <p:grpSp>
          <p:nvGrpSpPr>
            <p:cNvPr id="100" name="Groupe 99">
              <a:extLst>
                <a:ext uri="{FF2B5EF4-FFF2-40B4-BE49-F238E27FC236}">
                  <a16:creationId xmlns:a16="http://schemas.microsoft.com/office/drawing/2014/main" id="{ED605420-82F8-48FE-91A5-212784674AFF}"/>
                </a:ext>
              </a:extLst>
            </p:cNvPr>
            <p:cNvGrpSpPr/>
            <p:nvPr/>
          </p:nvGrpSpPr>
          <p:grpSpPr>
            <a:xfrm>
              <a:off x="7758949" y="4460175"/>
              <a:ext cx="467174" cy="2321512"/>
              <a:chOff x="5505731" y="2278810"/>
              <a:chExt cx="805216" cy="4001328"/>
            </a:xfrm>
          </p:grpSpPr>
          <p:sp>
            <p:nvSpPr>
              <p:cNvPr id="146" name="Flèche : haut 145">
                <a:extLst>
                  <a:ext uri="{FF2B5EF4-FFF2-40B4-BE49-F238E27FC236}">
                    <a16:creationId xmlns:a16="http://schemas.microsoft.com/office/drawing/2014/main" id="{C60EB62D-CB0F-41F1-BE39-09A17FE5D826}"/>
                  </a:ext>
                </a:extLst>
              </p:cNvPr>
              <p:cNvSpPr/>
              <p:nvPr/>
            </p:nvSpPr>
            <p:spPr>
              <a:xfrm>
                <a:off x="5522638" y="2278810"/>
                <a:ext cx="763479" cy="400132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lèche : droite 146">
                <a:extLst>
                  <a:ext uri="{FF2B5EF4-FFF2-40B4-BE49-F238E27FC236}">
                    <a16:creationId xmlns:a16="http://schemas.microsoft.com/office/drawing/2014/main" id="{FF822B0F-ECA2-4896-9F2E-4842620445C0}"/>
                  </a:ext>
                </a:extLst>
              </p:cNvPr>
              <p:cNvSpPr/>
              <p:nvPr/>
            </p:nvSpPr>
            <p:spPr>
              <a:xfrm rot="16200000">
                <a:off x="5435604" y="2348939"/>
                <a:ext cx="945470"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01" name="Groupe 100">
              <a:extLst>
                <a:ext uri="{FF2B5EF4-FFF2-40B4-BE49-F238E27FC236}">
                  <a16:creationId xmlns:a16="http://schemas.microsoft.com/office/drawing/2014/main" id="{1E2C2FF0-F46A-42DD-A4B3-93BC671E27A5}"/>
                </a:ext>
              </a:extLst>
            </p:cNvPr>
            <p:cNvGrpSpPr/>
            <p:nvPr/>
          </p:nvGrpSpPr>
          <p:grpSpPr>
            <a:xfrm>
              <a:off x="7255777" y="4630952"/>
              <a:ext cx="488763" cy="2094621"/>
              <a:chOff x="4837615" y="2636554"/>
              <a:chExt cx="845887" cy="3625095"/>
            </a:xfrm>
          </p:grpSpPr>
          <p:pic>
            <p:nvPicPr>
              <p:cNvPr id="112" name="Graphique 111" descr="Groupe avec un remplissage uni">
                <a:extLst>
                  <a:ext uri="{FF2B5EF4-FFF2-40B4-BE49-F238E27FC236}">
                    <a16:creationId xmlns:a16="http://schemas.microsoft.com/office/drawing/2014/main" id="{5DEE4279-03E8-4D66-BB37-603B5D7305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56046" y="5088344"/>
                <a:ext cx="647223" cy="647223"/>
              </a:xfrm>
              <a:prstGeom prst="rect">
                <a:avLst/>
              </a:prstGeom>
            </p:spPr>
          </p:pic>
          <p:grpSp>
            <p:nvGrpSpPr>
              <p:cNvPr id="113" name="Groupe 112">
                <a:extLst>
                  <a:ext uri="{FF2B5EF4-FFF2-40B4-BE49-F238E27FC236}">
                    <a16:creationId xmlns:a16="http://schemas.microsoft.com/office/drawing/2014/main" id="{D7B2C9D3-A2CB-4EED-A31B-D8AE639D2D3A}"/>
                  </a:ext>
                </a:extLst>
              </p:cNvPr>
              <p:cNvGrpSpPr/>
              <p:nvPr/>
            </p:nvGrpSpPr>
            <p:grpSpPr>
              <a:xfrm>
                <a:off x="4975742" y="3936790"/>
                <a:ext cx="649373" cy="408529"/>
                <a:chOff x="6989470" y="1452253"/>
                <a:chExt cx="2968717" cy="1867662"/>
              </a:xfrm>
              <a:solidFill>
                <a:srgbClr val="ED7D31"/>
              </a:solidFill>
            </p:grpSpPr>
            <p:pic>
              <p:nvPicPr>
                <p:cNvPr id="141" name="Graphique 140" descr="Groupe de personnes avec un remplissage uni">
                  <a:extLst>
                    <a:ext uri="{FF2B5EF4-FFF2-40B4-BE49-F238E27FC236}">
                      <a16:creationId xmlns:a16="http://schemas.microsoft.com/office/drawing/2014/main" id="{51912E65-9927-462B-878F-B2105F0407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42" name="Graphique 141" descr="Groupe de personnes avec un remplissage uni">
                  <a:extLst>
                    <a:ext uri="{FF2B5EF4-FFF2-40B4-BE49-F238E27FC236}">
                      <a16:creationId xmlns:a16="http://schemas.microsoft.com/office/drawing/2014/main" id="{0F5CA3BB-3E19-4BF0-A269-01C82945EC5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43" name="Graphique 142" descr="Groupe de personnes avec un remplissage uni">
                  <a:extLst>
                    <a:ext uri="{FF2B5EF4-FFF2-40B4-BE49-F238E27FC236}">
                      <a16:creationId xmlns:a16="http://schemas.microsoft.com/office/drawing/2014/main" id="{8B6FA8B9-9303-4931-B514-FDB274DCD71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4" name="Graphique 143" descr="Groupe de personnes avec un remplissage uni">
                  <a:extLst>
                    <a:ext uri="{FF2B5EF4-FFF2-40B4-BE49-F238E27FC236}">
                      <a16:creationId xmlns:a16="http://schemas.microsoft.com/office/drawing/2014/main" id="{DD7D3E28-8CE7-4ECB-B75C-C713D772255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45" name="Graphique 144" descr="Groupe de personnes avec un remplissage uni">
                  <a:extLst>
                    <a:ext uri="{FF2B5EF4-FFF2-40B4-BE49-F238E27FC236}">
                      <a16:creationId xmlns:a16="http://schemas.microsoft.com/office/drawing/2014/main" id="{6C5C536E-0D49-4200-ABD6-1768297D9AB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4" name="Groupe 113">
                <a:extLst>
                  <a:ext uri="{FF2B5EF4-FFF2-40B4-BE49-F238E27FC236}">
                    <a16:creationId xmlns:a16="http://schemas.microsoft.com/office/drawing/2014/main" id="{360E2031-A7EA-47DC-8691-4AA96B5049C1}"/>
                  </a:ext>
                </a:extLst>
              </p:cNvPr>
              <p:cNvGrpSpPr/>
              <p:nvPr/>
            </p:nvGrpSpPr>
            <p:grpSpPr>
              <a:xfrm>
                <a:off x="4837615" y="3259715"/>
                <a:ext cx="845887" cy="552586"/>
                <a:chOff x="560346" y="5288117"/>
                <a:chExt cx="522960" cy="341630"/>
              </a:xfrm>
              <a:solidFill>
                <a:srgbClr val="ED7D31"/>
              </a:solidFill>
            </p:grpSpPr>
            <p:grpSp>
              <p:nvGrpSpPr>
                <p:cNvPr id="123" name="Groupe 122">
                  <a:extLst>
                    <a:ext uri="{FF2B5EF4-FFF2-40B4-BE49-F238E27FC236}">
                      <a16:creationId xmlns:a16="http://schemas.microsoft.com/office/drawing/2014/main" id="{D3FF8732-5096-4518-82AC-F44C05635EEC}"/>
                    </a:ext>
                  </a:extLst>
                </p:cNvPr>
                <p:cNvGrpSpPr/>
                <p:nvPr/>
              </p:nvGrpSpPr>
              <p:grpSpPr>
                <a:xfrm>
                  <a:off x="560346" y="5458956"/>
                  <a:ext cx="271479" cy="170791"/>
                  <a:chOff x="6989470" y="1452253"/>
                  <a:chExt cx="2968717" cy="1867662"/>
                </a:xfrm>
                <a:grpFill/>
              </p:grpSpPr>
              <p:pic>
                <p:nvPicPr>
                  <p:cNvPr id="136" name="Graphique 135" descr="Groupe de personnes avec un remplissage uni">
                    <a:extLst>
                      <a:ext uri="{FF2B5EF4-FFF2-40B4-BE49-F238E27FC236}">
                        <a16:creationId xmlns:a16="http://schemas.microsoft.com/office/drawing/2014/main" id="{6BCD8BB3-3B48-474D-93AF-77C72BEB9D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37" name="Graphique 136" descr="Groupe de personnes avec un remplissage uni">
                    <a:extLst>
                      <a:ext uri="{FF2B5EF4-FFF2-40B4-BE49-F238E27FC236}">
                        <a16:creationId xmlns:a16="http://schemas.microsoft.com/office/drawing/2014/main" id="{1143A6F8-91AA-4222-8A1F-5FEBC2C4C87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38" name="Graphique 137" descr="Groupe de personnes avec un remplissage uni">
                    <a:extLst>
                      <a:ext uri="{FF2B5EF4-FFF2-40B4-BE49-F238E27FC236}">
                        <a16:creationId xmlns:a16="http://schemas.microsoft.com/office/drawing/2014/main" id="{A4FB3209-EDA9-46A4-A3A5-2CDE16B9934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9" name="Graphique 138" descr="Groupe de personnes avec un remplissage uni">
                    <a:extLst>
                      <a:ext uri="{FF2B5EF4-FFF2-40B4-BE49-F238E27FC236}">
                        <a16:creationId xmlns:a16="http://schemas.microsoft.com/office/drawing/2014/main" id="{3CD68872-8CB3-4050-9179-8C516FC6A70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40" name="Graphique 139" descr="Groupe de personnes avec un remplissage uni">
                    <a:extLst>
                      <a:ext uri="{FF2B5EF4-FFF2-40B4-BE49-F238E27FC236}">
                        <a16:creationId xmlns:a16="http://schemas.microsoft.com/office/drawing/2014/main" id="{8A191906-5A20-4059-A083-A882832FC9F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24" name="Groupe 123">
                  <a:extLst>
                    <a:ext uri="{FF2B5EF4-FFF2-40B4-BE49-F238E27FC236}">
                      <a16:creationId xmlns:a16="http://schemas.microsoft.com/office/drawing/2014/main" id="{3621AD61-53A8-41A2-9973-532F00A63CBF}"/>
                    </a:ext>
                  </a:extLst>
                </p:cNvPr>
                <p:cNvGrpSpPr/>
                <p:nvPr/>
              </p:nvGrpSpPr>
              <p:grpSpPr>
                <a:xfrm>
                  <a:off x="811827" y="5457524"/>
                  <a:ext cx="271479" cy="170791"/>
                  <a:chOff x="6989470" y="1452253"/>
                  <a:chExt cx="2968717" cy="1867662"/>
                </a:xfrm>
                <a:grpFill/>
              </p:grpSpPr>
              <p:pic>
                <p:nvPicPr>
                  <p:cNvPr id="131" name="Graphique 130" descr="Groupe de personnes avec un remplissage uni">
                    <a:extLst>
                      <a:ext uri="{FF2B5EF4-FFF2-40B4-BE49-F238E27FC236}">
                        <a16:creationId xmlns:a16="http://schemas.microsoft.com/office/drawing/2014/main" id="{B84318ED-7A68-4D0A-8FF1-A4D962D327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32" name="Graphique 131" descr="Groupe de personnes avec un remplissage uni">
                    <a:extLst>
                      <a:ext uri="{FF2B5EF4-FFF2-40B4-BE49-F238E27FC236}">
                        <a16:creationId xmlns:a16="http://schemas.microsoft.com/office/drawing/2014/main" id="{AAD37B99-CDEE-4FA0-BBA2-D1AB437A45A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33" name="Graphique 132" descr="Groupe de personnes avec un remplissage uni">
                    <a:extLst>
                      <a:ext uri="{FF2B5EF4-FFF2-40B4-BE49-F238E27FC236}">
                        <a16:creationId xmlns:a16="http://schemas.microsoft.com/office/drawing/2014/main" id="{64564327-4AB8-47C8-B265-676EB7A2DBF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4" name="Graphique 133" descr="Groupe de personnes avec un remplissage uni">
                    <a:extLst>
                      <a:ext uri="{FF2B5EF4-FFF2-40B4-BE49-F238E27FC236}">
                        <a16:creationId xmlns:a16="http://schemas.microsoft.com/office/drawing/2014/main" id="{BA665E25-538C-437E-99B3-4B6E18084F2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35" name="Graphique 134" descr="Groupe de personnes avec un remplissage uni">
                    <a:extLst>
                      <a:ext uri="{FF2B5EF4-FFF2-40B4-BE49-F238E27FC236}">
                        <a16:creationId xmlns:a16="http://schemas.microsoft.com/office/drawing/2014/main" id="{4FEA916E-40E4-447F-8F5B-17174BAE41A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25" name="Groupe 124">
                  <a:extLst>
                    <a:ext uri="{FF2B5EF4-FFF2-40B4-BE49-F238E27FC236}">
                      <a16:creationId xmlns:a16="http://schemas.microsoft.com/office/drawing/2014/main" id="{8EC6A771-8F26-4252-86C8-8284A62BB47F}"/>
                    </a:ext>
                  </a:extLst>
                </p:cNvPr>
                <p:cNvGrpSpPr/>
                <p:nvPr/>
              </p:nvGrpSpPr>
              <p:grpSpPr>
                <a:xfrm>
                  <a:off x="714070" y="5288117"/>
                  <a:ext cx="271479" cy="170791"/>
                  <a:chOff x="6989470" y="1452253"/>
                  <a:chExt cx="2968717" cy="1867662"/>
                </a:xfrm>
                <a:grpFill/>
              </p:grpSpPr>
              <p:pic>
                <p:nvPicPr>
                  <p:cNvPr id="126" name="Graphique 125" descr="Groupe de personnes avec un remplissage uni">
                    <a:extLst>
                      <a:ext uri="{FF2B5EF4-FFF2-40B4-BE49-F238E27FC236}">
                        <a16:creationId xmlns:a16="http://schemas.microsoft.com/office/drawing/2014/main" id="{E7BEA925-7620-4AD7-BEFD-4AE730BE8E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27" name="Graphique 126" descr="Groupe de personnes avec un remplissage uni">
                    <a:extLst>
                      <a:ext uri="{FF2B5EF4-FFF2-40B4-BE49-F238E27FC236}">
                        <a16:creationId xmlns:a16="http://schemas.microsoft.com/office/drawing/2014/main" id="{35987391-BBBE-41E1-8146-2CD65C1F7DE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28" name="Graphique 127" descr="Groupe de personnes avec un remplissage uni">
                    <a:extLst>
                      <a:ext uri="{FF2B5EF4-FFF2-40B4-BE49-F238E27FC236}">
                        <a16:creationId xmlns:a16="http://schemas.microsoft.com/office/drawing/2014/main" id="{D201E695-1A30-4C60-B1CD-43BDBF274628}"/>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9" name="Graphique 128" descr="Groupe de personnes avec un remplissage uni">
                    <a:extLst>
                      <a:ext uri="{FF2B5EF4-FFF2-40B4-BE49-F238E27FC236}">
                        <a16:creationId xmlns:a16="http://schemas.microsoft.com/office/drawing/2014/main" id="{63142094-D8A2-400C-A980-5FD1FA13D07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30" name="Graphique 129" descr="Groupe de personnes avec un remplissage uni">
                    <a:extLst>
                      <a:ext uri="{FF2B5EF4-FFF2-40B4-BE49-F238E27FC236}">
                        <a16:creationId xmlns:a16="http://schemas.microsoft.com/office/drawing/2014/main" id="{7ADA249B-E542-4F08-A0A5-D386BECFD8F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0E931292-B5A4-488D-94BB-0244E75DDEC0}"/>
                  </a:ext>
                </a:extLst>
              </p:cNvPr>
              <p:cNvGrpSpPr/>
              <p:nvPr/>
            </p:nvGrpSpPr>
            <p:grpSpPr>
              <a:xfrm>
                <a:off x="4857500" y="4401967"/>
                <a:ext cx="795834" cy="685354"/>
                <a:chOff x="580554" y="3987276"/>
                <a:chExt cx="555788" cy="478632"/>
              </a:xfrm>
              <a:solidFill>
                <a:srgbClr val="ED7D31"/>
              </a:solidFill>
            </p:grpSpPr>
            <p:pic>
              <p:nvPicPr>
                <p:cNvPr id="120" name="Graphique 119" descr="Groupe avec un remplissage uni">
                  <a:extLst>
                    <a:ext uri="{FF2B5EF4-FFF2-40B4-BE49-F238E27FC236}">
                      <a16:creationId xmlns:a16="http://schemas.microsoft.com/office/drawing/2014/main" id="{4B075DE7-417D-4BC0-A394-D43888F4C1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6167" y="3987276"/>
                  <a:ext cx="285305" cy="285305"/>
                </a:xfrm>
                <a:prstGeom prst="rect">
                  <a:avLst/>
                </a:prstGeom>
              </p:spPr>
            </p:pic>
            <p:pic>
              <p:nvPicPr>
                <p:cNvPr id="121" name="Graphique 120" descr="Groupe avec un remplissage uni">
                  <a:extLst>
                    <a:ext uri="{FF2B5EF4-FFF2-40B4-BE49-F238E27FC236}">
                      <a16:creationId xmlns:a16="http://schemas.microsoft.com/office/drawing/2014/main" id="{F051264F-84F2-4726-BEBD-345D3D3385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554" y="4180603"/>
                  <a:ext cx="285305" cy="285305"/>
                </a:xfrm>
                <a:prstGeom prst="rect">
                  <a:avLst/>
                </a:prstGeom>
              </p:spPr>
            </p:pic>
            <p:pic>
              <p:nvPicPr>
                <p:cNvPr id="122" name="Graphique 121" descr="Groupe avec un remplissage uni">
                  <a:extLst>
                    <a:ext uri="{FF2B5EF4-FFF2-40B4-BE49-F238E27FC236}">
                      <a16:creationId xmlns:a16="http://schemas.microsoft.com/office/drawing/2014/main" id="{3C909120-5DF4-4F2A-A962-217B2003CEB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1037" y="4180602"/>
                  <a:ext cx="285305" cy="285305"/>
                </a:xfrm>
                <a:prstGeom prst="rect">
                  <a:avLst/>
                </a:prstGeom>
              </p:spPr>
            </p:pic>
          </p:grpSp>
          <p:pic>
            <p:nvPicPr>
              <p:cNvPr id="116" name="Graphique 115" descr="Personne confuse avec un remplissage uni">
                <a:extLst>
                  <a:ext uri="{FF2B5EF4-FFF2-40B4-BE49-F238E27FC236}">
                    <a16:creationId xmlns:a16="http://schemas.microsoft.com/office/drawing/2014/main" id="{6577C69A-A5DD-4C48-8B1B-E00ADF4E2B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0473" y="5737362"/>
                <a:ext cx="524287" cy="524287"/>
              </a:xfrm>
              <a:prstGeom prst="rect">
                <a:avLst/>
              </a:prstGeom>
            </p:spPr>
          </p:pic>
          <p:grpSp>
            <p:nvGrpSpPr>
              <p:cNvPr id="117" name="Groupe 116">
                <a:extLst>
                  <a:ext uri="{FF2B5EF4-FFF2-40B4-BE49-F238E27FC236}">
                    <a16:creationId xmlns:a16="http://schemas.microsoft.com/office/drawing/2014/main" id="{75089EA6-AA82-45EA-AAAC-7E36538EB1AD}"/>
                  </a:ext>
                </a:extLst>
              </p:cNvPr>
              <p:cNvGrpSpPr/>
              <p:nvPr/>
            </p:nvGrpSpPr>
            <p:grpSpPr>
              <a:xfrm>
                <a:off x="5046941" y="2636554"/>
                <a:ext cx="550624" cy="593160"/>
                <a:chOff x="5046941" y="2636554"/>
                <a:chExt cx="550624" cy="593160"/>
              </a:xfrm>
            </p:grpSpPr>
            <p:pic>
              <p:nvPicPr>
                <p:cNvPr id="118" name="Graphique 117" descr="Monde avec un remplissage uni">
                  <a:extLst>
                    <a:ext uri="{FF2B5EF4-FFF2-40B4-BE49-F238E27FC236}">
                      <a16:creationId xmlns:a16="http://schemas.microsoft.com/office/drawing/2014/main" id="{7858451C-619E-42EA-B397-25EC45E678B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173" r="-1"/>
                <a:stretch/>
              </p:blipFill>
              <p:spPr>
                <a:xfrm>
                  <a:off x="5046941" y="2636554"/>
                  <a:ext cx="550624" cy="593160"/>
                </a:xfrm>
                <a:prstGeom prst="rect">
                  <a:avLst/>
                </a:prstGeom>
              </p:spPr>
            </p:pic>
            <p:pic>
              <p:nvPicPr>
                <p:cNvPr id="119" name="Graphique 118" descr="Monde avec un remplissage uni">
                  <a:extLst>
                    <a:ext uri="{FF2B5EF4-FFF2-40B4-BE49-F238E27FC236}">
                      <a16:creationId xmlns:a16="http://schemas.microsoft.com/office/drawing/2014/main" id="{DA4B72D1-4987-4C75-AC32-8C36889FE35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29716" t="30008" r="27849" b="30408"/>
                <a:stretch/>
              </p:blipFill>
              <p:spPr>
                <a:xfrm>
                  <a:off x="5180657" y="2809632"/>
                  <a:ext cx="251709" cy="234792"/>
                </a:xfrm>
                <a:prstGeom prst="rect">
                  <a:avLst/>
                </a:prstGeom>
              </p:spPr>
            </p:pic>
          </p:grpSp>
        </p:grpSp>
        <p:cxnSp>
          <p:nvCxnSpPr>
            <p:cNvPr id="102" name="Connecteur droit 101">
              <a:extLst>
                <a:ext uri="{FF2B5EF4-FFF2-40B4-BE49-F238E27FC236}">
                  <a16:creationId xmlns:a16="http://schemas.microsoft.com/office/drawing/2014/main" id="{7D0CBB33-33FC-457A-8EE2-D3379F4C41A0}"/>
                </a:ext>
              </a:extLst>
            </p:cNvPr>
            <p:cNvCxnSpPr>
              <a:cxnSpLocks/>
            </p:cNvCxnSpPr>
            <p:nvPr/>
          </p:nvCxnSpPr>
          <p:spPr>
            <a:xfrm flipV="1">
              <a:off x="7509020" y="534896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3" name="Connecteur droit 102">
              <a:extLst>
                <a:ext uri="{FF2B5EF4-FFF2-40B4-BE49-F238E27FC236}">
                  <a16:creationId xmlns:a16="http://schemas.microsoft.com/office/drawing/2014/main" id="{62A0FA6E-365B-40CF-9E48-7B9326402761}"/>
                </a:ext>
              </a:extLst>
            </p:cNvPr>
            <p:cNvCxnSpPr>
              <a:cxnSpLocks/>
            </p:cNvCxnSpPr>
            <p:nvPr/>
          </p:nvCxnSpPr>
          <p:spPr>
            <a:xfrm flipV="1">
              <a:off x="7509020" y="495448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4" name="Connecteur droit 103">
              <a:extLst>
                <a:ext uri="{FF2B5EF4-FFF2-40B4-BE49-F238E27FC236}">
                  <a16:creationId xmlns:a16="http://schemas.microsoft.com/office/drawing/2014/main" id="{AF9DE449-A9A2-452E-A8BC-68EFDF4BD36E}"/>
                </a:ext>
              </a:extLst>
            </p:cNvPr>
            <p:cNvCxnSpPr>
              <a:cxnSpLocks/>
            </p:cNvCxnSpPr>
            <p:nvPr/>
          </p:nvCxnSpPr>
          <p:spPr>
            <a:xfrm flipV="1">
              <a:off x="7503297" y="604700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05FA8DF2-2A0A-4617-ACEA-7E605A6BB2EA}"/>
                </a:ext>
              </a:extLst>
            </p:cNvPr>
            <p:cNvCxnSpPr>
              <a:cxnSpLocks/>
            </p:cNvCxnSpPr>
            <p:nvPr/>
          </p:nvCxnSpPr>
          <p:spPr>
            <a:xfrm flipV="1">
              <a:off x="7503297" y="565251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DDEE742B-740E-4350-9420-F8263F95F46B}"/>
                </a:ext>
              </a:extLst>
            </p:cNvPr>
            <p:cNvCxnSpPr>
              <a:cxnSpLocks/>
            </p:cNvCxnSpPr>
            <p:nvPr/>
          </p:nvCxnSpPr>
          <p:spPr>
            <a:xfrm flipV="1">
              <a:off x="7503297" y="641640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107" name="Graphique 106" descr="Verrou en forme de cœur avec un remplissage uni">
              <a:extLst>
                <a:ext uri="{FF2B5EF4-FFF2-40B4-BE49-F238E27FC236}">
                  <a16:creationId xmlns:a16="http://schemas.microsoft.com/office/drawing/2014/main" id="{9B32BF95-2584-4EC3-B490-103256F3DB3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12985" y="6280113"/>
              <a:ext cx="293990" cy="293990"/>
            </a:xfrm>
            <a:prstGeom prst="rect">
              <a:avLst/>
            </a:prstGeom>
          </p:spPr>
        </p:pic>
        <p:pic>
          <p:nvPicPr>
            <p:cNvPr id="108" name="Graphique 107" descr="Verrou en forme de cœur avec un remplissage uni">
              <a:extLst>
                <a:ext uri="{FF2B5EF4-FFF2-40B4-BE49-F238E27FC236}">
                  <a16:creationId xmlns:a16="http://schemas.microsoft.com/office/drawing/2014/main" id="{4D40971D-423F-4744-B38A-CDDF9F4D3B6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0578" y="5905459"/>
              <a:ext cx="293990" cy="293990"/>
            </a:xfrm>
            <a:prstGeom prst="rect">
              <a:avLst/>
            </a:prstGeom>
          </p:spPr>
        </p:pic>
        <p:pic>
          <p:nvPicPr>
            <p:cNvPr id="109" name="Graphique 108" descr="Verrou en forme de cœur avec un remplissage uni">
              <a:extLst>
                <a:ext uri="{FF2B5EF4-FFF2-40B4-BE49-F238E27FC236}">
                  <a16:creationId xmlns:a16="http://schemas.microsoft.com/office/drawing/2014/main" id="{7B6E9B58-4625-40A3-884C-6CC884B6E07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6459" y="5524004"/>
              <a:ext cx="293990" cy="293990"/>
            </a:xfrm>
            <a:prstGeom prst="rect">
              <a:avLst/>
            </a:prstGeom>
          </p:spPr>
        </p:pic>
        <p:pic>
          <p:nvPicPr>
            <p:cNvPr id="110" name="Graphique 109" descr="Verrou en forme de cœur avec un remplissage uni">
              <a:extLst>
                <a:ext uri="{FF2B5EF4-FFF2-40B4-BE49-F238E27FC236}">
                  <a16:creationId xmlns:a16="http://schemas.microsoft.com/office/drawing/2014/main" id="{128D7871-009D-4043-A787-1F957BDA43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34052" y="5149350"/>
              <a:ext cx="293990" cy="293990"/>
            </a:xfrm>
            <a:prstGeom prst="rect">
              <a:avLst/>
            </a:prstGeom>
          </p:spPr>
        </p:pic>
        <p:pic>
          <p:nvPicPr>
            <p:cNvPr id="111" name="Graphique 110" descr="Verrou en forme de cœur avec un remplissage uni">
              <a:extLst>
                <a:ext uri="{FF2B5EF4-FFF2-40B4-BE49-F238E27FC236}">
                  <a16:creationId xmlns:a16="http://schemas.microsoft.com/office/drawing/2014/main" id="{141D0374-07F2-4245-9078-DA53FA6E3B5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0578" y="4791958"/>
              <a:ext cx="293990" cy="293990"/>
            </a:xfrm>
            <a:prstGeom prst="rect">
              <a:avLst/>
            </a:prstGeom>
          </p:spPr>
        </p:pic>
      </p:grpSp>
    </p:spTree>
    <p:extLst>
      <p:ext uri="{BB962C8B-B14F-4D97-AF65-F5344CB8AC3E}">
        <p14:creationId xmlns:p14="http://schemas.microsoft.com/office/powerpoint/2010/main" val="1143591960"/>
      </p:ext>
    </p:extLst>
  </p:cSld>
  <p:clrMapOvr>
    <a:masterClrMapping/>
  </p:clrMapOvr>
  <mc:AlternateContent xmlns:mc="http://schemas.openxmlformats.org/markup-compatibility/2006" xmlns:p14="http://schemas.microsoft.com/office/powerpoint/2010/main">
    <mc:Choice Requires="p14">
      <p:transition spd="slow" p14:dur="2000" advTm="44400"/>
    </mc:Choice>
    <mc:Fallback xmlns="">
      <p:transition spd="slow" advTm="4440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 </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7" name="Bulle narrative : ronde 6">
            <a:extLst>
              <a:ext uri="{FF2B5EF4-FFF2-40B4-BE49-F238E27FC236}">
                <a16:creationId xmlns:a16="http://schemas.microsoft.com/office/drawing/2014/main" id="{7DFDC217-C744-4121-B187-450777A48718}"/>
              </a:ext>
            </a:extLst>
          </p:cNvPr>
          <p:cNvSpPr/>
          <p:nvPr/>
        </p:nvSpPr>
        <p:spPr>
          <a:xfrm>
            <a:off x="2050743" y="2610035"/>
            <a:ext cx="6010182" cy="2539014"/>
          </a:xfrm>
          <a:prstGeom prst="wedgeEllipseCallout">
            <a:avLst>
              <a:gd name="adj1" fmla="val 60378"/>
              <a:gd name="adj2" fmla="val 2708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The Community used to feel like a family, now it became unpersonal. </a:t>
            </a:r>
          </a:p>
          <a:p>
            <a:pPr algn="ctr"/>
            <a:endParaRPr lang="en-US" sz="1800" dirty="0">
              <a:solidFill>
                <a:schemeClr val="tx1"/>
              </a:solidFill>
            </a:endParaRPr>
          </a:p>
          <a:p>
            <a:pPr algn="ctr"/>
            <a:r>
              <a:rPr lang="en-US" dirty="0">
                <a:solidFill>
                  <a:schemeClr val="tx1"/>
                </a:solidFill>
              </a:rPr>
              <a:t>On top of that, some of my friends have left. </a:t>
            </a:r>
            <a:r>
              <a:rPr lang="en-US" sz="1800" dirty="0">
                <a:solidFill>
                  <a:schemeClr val="tx1"/>
                </a:solidFill>
              </a:rPr>
              <a:t>I don’t know anybody now, and I am less motivated than before.</a:t>
            </a:r>
            <a:endParaRPr lang="en-US" dirty="0">
              <a:solidFill>
                <a:schemeClr val="tx1"/>
              </a:solidFill>
            </a:endParaRPr>
          </a:p>
        </p:txBody>
      </p:sp>
      <p:pic>
        <p:nvPicPr>
          <p:cNvPr id="3" name="Graphique 2" descr="Visage confus avec remplissage solide avec un remplissage uni">
            <a:extLst>
              <a:ext uri="{FF2B5EF4-FFF2-40B4-BE49-F238E27FC236}">
                <a16:creationId xmlns:a16="http://schemas.microsoft.com/office/drawing/2014/main" id="{B708B6D4-2659-46F5-90FD-3F1D2AF81D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34062" y="3907796"/>
            <a:ext cx="1604482" cy="1604482"/>
          </a:xfrm>
          <a:prstGeom prst="rect">
            <a:avLst/>
          </a:prstGeom>
        </p:spPr>
      </p:pic>
    </p:spTree>
    <p:extLst>
      <p:ext uri="{BB962C8B-B14F-4D97-AF65-F5344CB8AC3E}">
        <p14:creationId xmlns:p14="http://schemas.microsoft.com/office/powerpoint/2010/main" val="540883885"/>
      </p:ext>
    </p:extLst>
  </p:cSld>
  <p:clrMapOvr>
    <a:masterClrMapping/>
  </p:clrMapOvr>
  <mc:AlternateContent xmlns:mc="http://schemas.openxmlformats.org/markup-compatibility/2006" xmlns:p14="http://schemas.microsoft.com/office/powerpoint/2010/main">
    <mc:Choice Requires="p14">
      <p:transition spd="slow" p14:dur="2000" advTm="19281"/>
    </mc:Choice>
    <mc:Fallback xmlns="">
      <p:transition spd="slow" advTm="19281"/>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P16</a:t>
            </a:r>
            <a:br>
              <a:rPr lang="en-US" dirty="0"/>
            </a:br>
            <a:r>
              <a:rPr lang="en-US" dirty="0"/>
              <a:t>Build Link through common identity</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795971" y="2407003"/>
            <a:ext cx="4980432" cy="4251250"/>
          </a:xfrm>
        </p:spPr>
        <p:txBody>
          <a:bodyPr>
            <a:normAutofit fontScale="70000" lnSpcReduction="20000"/>
          </a:bodyPr>
          <a:lstStyle/>
          <a:p>
            <a:pPr marL="0" indent="0">
              <a:buNone/>
            </a:pPr>
            <a:r>
              <a:rPr lang="en-US" sz="2000" dirty="0"/>
              <a:t>As number of members increases, feeling of closeness and link can decrease.</a:t>
            </a:r>
          </a:p>
          <a:p>
            <a:pPr marL="0" indent="0">
              <a:buNone/>
            </a:pPr>
            <a:r>
              <a:rPr lang="en-US" sz="2000" dirty="0"/>
              <a:t>To decrease the time for two members to feel related to each other, Community Boosters can choose to build a common culture,  which facilitates interaction by creating references and trust.</a:t>
            </a:r>
          </a:p>
          <a:p>
            <a:pPr marL="0" indent="0">
              <a:buNone/>
            </a:pPr>
            <a:r>
              <a:rPr lang="en-US" sz="2000" dirty="0"/>
              <a:t>This Community identity can be anchored in Artifacts. </a:t>
            </a:r>
          </a:p>
          <a:p>
            <a:pPr marL="0" indent="0">
              <a:buNone/>
            </a:pPr>
            <a:r>
              <a:rPr lang="en-US" sz="2000" dirty="0"/>
              <a:t>Community Booster must balance the cost of learning the culture (which increases the entry and onboarding cost to the Community), the interest of setting up culture for engagement. </a:t>
            </a:r>
          </a:p>
          <a:p>
            <a:pPr marL="0" indent="0">
              <a:buNone/>
            </a:pPr>
            <a:r>
              <a:rPr lang="en-US" sz="2000" dirty="0"/>
              <a:t>Community Boosters must also decide about the organic generation of culture (fostering, directing, slowing it).</a:t>
            </a:r>
          </a:p>
          <a:p>
            <a:pPr marL="0" indent="0">
              <a:buNone/>
            </a:pPr>
            <a:r>
              <a:rPr lang="en-US" sz="2000" dirty="0">
                <a:hlinkClick r:id="rId2"/>
              </a:rPr>
              <a:t>https://en.wikipedia.org/wiki/Sapiens:_A_Brief_History_of_Humankind</a:t>
            </a:r>
            <a:endParaRPr lang="en-US" sz="2000" dirty="0"/>
          </a:p>
        </p:txBody>
      </p:sp>
      <p:sp>
        <p:nvSpPr>
          <p:cNvPr id="4" name="Espace réservé du contenu 5">
            <a:extLst>
              <a:ext uri="{FF2B5EF4-FFF2-40B4-BE49-F238E27FC236}">
                <a16:creationId xmlns:a16="http://schemas.microsoft.com/office/drawing/2014/main" id="{9C533733-0F93-415C-B124-8BB859D7BB6C}"/>
              </a:ext>
            </a:extLst>
          </p:cNvPr>
          <p:cNvSpPr txBox="1">
            <a:spLocks/>
          </p:cNvSpPr>
          <p:nvPr/>
        </p:nvSpPr>
        <p:spPr>
          <a:xfrm>
            <a:off x="6587230" y="2478024"/>
            <a:ext cx="4592833" cy="36941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Example of Community artifacts : </a:t>
            </a:r>
          </a:p>
          <a:p>
            <a:pPr>
              <a:buFontTx/>
              <a:buChar char="-"/>
            </a:pPr>
            <a:r>
              <a:rPr lang="en-US" sz="1800" dirty="0"/>
              <a:t>Community Manifesto</a:t>
            </a:r>
          </a:p>
          <a:p>
            <a:pPr>
              <a:buFontTx/>
              <a:buChar char="-"/>
            </a:pPr>
            <a:r>
              <a:rPr lang="en-US" sz="1800" dirty="0"/>
              <a:t>Community Charter</a:t>
            </a:r>
          </a:p>
          <a:p>
            <a:pPr>
              <a:buFontTx/>
              <a:buChar char="-"/>
            </a:pPr>
            <a:r>
              <a:rPr lang="en-US" sz="1800" dirty="0"/>
              <a:t>Name of the Community &amp; Common name for Community Members</a:t>
            </a:r>
          </a:p>
          <a:p>
            <a:pPr>
              <a:buFontTx/>
              <a:buChar char="-"/>
            </a:pPr>
            <a:r>
              <a:rPr lang="en-US" sz="1800" dirty="0"/>
              <a:t>Community values</a:t>
            </a:r>
          </a:p>
          <a:p>
            <a:pPr>
              <a:buFontTx/>
              <a:buChar char="-"/>
            </a:pPr>
            <a:r>
              <a:rPr lang="en-US" sz="1800" dirty="0"/>
              <a:t>Community Mascot or fictional characters representing community identity</a:t>
            </a:r>
          </a:p>
          <a:p>
            <a:pPr>
              <a:buFontTx/>
              <a:buChar char="-"/>
            </a:pPr>
            <a:r>
              <a:rPr lang="en-US" sz="1800" dirty="0"/>
              <a:t>Community common story telling</a:t>
            </a:r>
          </a:p>
          <a:p>
            <a:pPr>
              <a:buFontTx/>
              <a:buChar char="-"/>
            </a:pPr>
            <a:endParaRPr lang="en-US" sz="1800" dirty="0"/>
          </a:p>
        </p:txBody>
      </p:sp>
      <p:pic>
        <p:nvPicPr>
          <p:cNvPr id="3" name="Graphique 2" descr="Rose des vents avec un remplissage uni">
            <a:extLst>
              <a:ext uri="{FF2B5EF4-FFF2-40B4-BE49-F238E27FC236}">
                <a16:creationId xmlns:a16="http://schemas.microsoft.com/office/drawing/2014/main" id="{0FA9C5CE-C5A0-471C-B858-279B6F5830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17082" y="4249118"/>
            <a:ext cx="497059" cy="497059"/>
          </a:xfrm>
          <a:prstGeom prst="rect">
            <a:avLst/>
          </a:prstGeom>
        </p:spPr>
      </p:pic>
      <p:pic>
        <p:nvPicPr>
          <p:cNvPr id="12" name="Graphique 11" descr="Carnet d'adresses avec un remplissage uni">
            <a:extLst>
              <a:ext uri="{FF2B5EF4-FFF2-40B4-BE49-F238E27FC236}">
                <a16:creationId xmlns:a16="http://schemas.microsoft.com/office/drawing/2014/main" id="{CFD8E648-04B7-4C1F-8B4A-B3003B6964F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17082" y="3747274"/>
            <a:ext cx="511381" cy="511381"/>
          </a:xfrm>
          <a:prstGeom prst="rect">
            <a:avLst/>
          </a:prstGeom>
        </p:spPr>
      </p:pic>
      <p:pic>
        <p:nvPicPr>
          <p:cNvPr id="14" name="Graphique 13" descr="Chiot avec un remplissage uni">
            <a:extLst>
              <a:ext uri="{FF2B5EF4-FFF2-40B4-BE49-F238E27FC236}">
                <a16:creationId xmlns:a16="http://schemas.microsoft.com/office/drawing/2014/main" id="{2D7A3CEA-7C65-4072-B264-F11F2DE8101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55508" y="4668337"/>
            <a:ext cx="680251" cy="680251"/>
          </a:xfrm>
          <a:prstGeom prst="rect">
            <a:avLst/>
          </a:prstGeom>
        </p:spPr>
      </p:pic>
      <p:pic>
        <p:nvPicPr>
          <p:cNvPr id="16" name="Graphique 15" descr="Faire défiler contour">
            <a:extLst>
              <a:ext uri="{FF2B5EF4-FFF2-40B4-BE49-F238E27FC236}">
                <a16:creationId xmlns:a16="http://schemas.microsoft.com/office/drawing/2014/main" id="{85A9DE2F-1BD1-45EB-9CEA-1FEC511A733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44279" y="2784778"/>
            <a:ext cx="425376" cy="425376"/>
          </a:xfrm>
          <a:prstGeom prst="rect">
            <a:avLst/>
          </a:prstGeom>
        </p:spPr>
      </p:pic>
      <p:pic>
        <p:nvPicPr>
          <p:cNvPr id="18" name="Graphique 17" descr="Pyramide avec un remplissage uni">
            <a:extLst>
              <a:ext uri="{FF2B5EF4-FFF2-40B4-BE49-F238E27FC236}">
                <a16:creationId xmlns:a16="http://schemas.microsoft.com/office/drawing/2014/main" id="{5C23E3E9-5F37-473D-B097-6AC050C46C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230783" y="5601025"/>
            <a:ext cx="529700" cy="529700"/>
          </a:xfrm>
          <a:prstGeom prst="rect">
            <a:avLst/>
          </a:prstGeom>
        </p:spPr>
      </p:pic>
      <p:pic>
        <p:nvPicPr>
          <p:cNvPr id="20" name="Graphique 19" descr="Presse-papiers vérifié avec un remplissage uni">
            <a:extLst>
              <a:ext uri="{FF2B5EF4-FFF2-40B4-BE49-F238E27FC236}">
                <a16:creationId xmlns:a16="http://schemas.microsoft.com/office/drawing/2014/main" id="{BA99F86C-DF0A-4AE1-BBD4-7DAB45A0E3C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68300" y="3198666"/>
            <a:ext cx="442775" cy="442775"/>
          </a:xfrm>
          <a:prstGeom prst="rect">
            <a:avLst/>
          </a:prstGeom>
        </p:spPr>
      </p:pic>
    </p:spTree>
    <p:extLst>
      <p:ext uri="{BB962C8B-B14F-4D97-AF65-F5344CB8AC3E}">
        <p14:creationId xmlns:p14="http://schemas.microsoft.com/office/powerpoint/2010/main" val="2730593959"/>
      </p:ext>
    </p:extLst>
  </p:cSld>
  <p:clrMapOvr>
    <a:masterClrMapping/>
  </p:clrMapOvr>
  <mc:AlternateContent xmlns:mc="http://schemas.openxmlformats.org/markup-compatibility/2006" xmlns:p14="http://schemas.microsoft.com/office/powerpoint/2010/main">
    <mc:Choice Requires="p14">
      <p:transition spd="slow" p14:dur="2000" advTm="170850"/>
    </mc:Choice>
    <mc:Fallback xmlns="">
      <p:transition spd="slow" advTm="170850"/>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What are your Community Artifacts ? </a:t>
            </a:r>
          </a:p>
          <a:p>
            <a:pPr marL="0" indent="0">
              <a:buNone/>
            </a:pPr>
            <a:r>
              <a:rPr lang="en-US" noProof="1"/>
              <a:t>In which order have you defined them ?</a:t>
            </a:r>
          </a:p>
          <a:p>
            <a:pPr marL="0" indent="0">
              <a:buNone/>
            </a:pPr>
            <a:r>
              <a:rPr lang="en-US" noProof="1"/>
              <a:t>How does it help your members ? How does it hinder new entrants ?</a:t>
            </a:r>
          </a:p>
        </p:txBody>
      </p:sp>
      <p:pic>
        <p:nvPicPr>
          <p:cNvPr id="6" name="Graphique 5" descr="Rose des vents avec un remplissage uni">
            <a:extLst>
              <a:ext uri="{FF2B5EF4-FFF2-40B4-BE49-F238E27FC236}">
                <a16:creationId xmlns:a16="http://schemas.microsoft.com/office/drawing/2014/main" id="{AFED68E4-6F33-4B95-8F11-C5260BCD282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28157" y="4080442"/>
            <a:ext cx="497059" cy="497059"/>
          </a:xfrm>
          <a:prstGeom prst="rect">
            <a:avLst/>
          </a:prstGeom>
        </p:spPr>
      </p:pic>
      <p:pic>
        <p:nvPicPr>
          <p:cNvPr id="7" name="Graphique 6" descr="Carnet d'adresses avec un remplissage uni">
            <a:extLst>
              <a:ext uri="{FF2B5EF4-FFF2-40B4-BE49-F238E27FC236}">
                <a16:creationId xmlns:a16="http://schemas.microsoft.com/office/drawing/2014/main" id="{EFEDEBF0-E793-43CF-B489-9BA517C26C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28157" y="3578598"/>
            <a:ext cx="511381" cy="511381"/>
          </a:xfrm>
          <a:prstGeom prst="rect">
            <a:avLst/>
          </a:prstGeom>
        </p:spPr>
      </p:pic>
      <p:pic>
        <p:nvPicPr>
          <p:cNvPr id="8" name="Graphique 7" descr="Chiot avec un remplissage uni">
            <a:extLst>
              <a:ext uri="{FF2B5EF4-FFF2-40B4-BE49-F238E27FC236}">
                <a16:creationId xmlns:a16="http://schemas.microsoft.com/office/drawing/2014/main" id="{1B27475D-BFCD-43B3-83E2-FBB0C22E2D9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66583" y="4499661"/>
            <a:ext cx="680251" cy="680251"/>
          </a:xfrm>
          <a:prstGeom prst="rect">
            <a:avLst/>
          </a:prstGeom>
        </p:spPr>
      </p:pic>
      <p:pic>
        <p:nvPicPr>
          <p:cNvPr id="9" name="Graphique 8" descr="Faire défiler contour">
            <a:extLst>
              <a:ext uri="{FF2B5EF4-FFF2-40B4-BE49-F238E27FC236}">
                <a16:creationId xmlns:a16="http://schemas.microsoft.com/office/drawing/2014/main" id="{E1517E36-E468-432D-BE29-2B7003E9D47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55354" y="2616102"/>
            <a:ext cx="425376" cy="425376"/>
          </a:xfrm>
          <a:prstGeom prst="rect">
            <a:avLst/>
          </a:prstGeom>
        </p:spPr>
      </p:pic>
      <p:pic>
        <p:nvPicPr>
          <p:cNvPr id="10" name="Graphique 9" descr="Pyramide avec un remplissage uni">
            <a:extLst>
              <a:ext uri="{FF2B5EF4-FFF2-40B4-BE49-F238E27FC236}">
                <a16:creationId xmlns:a16="http://schemas.microsoft.com/office/drawing/2014/main" id="{302DAFD7-B9A9-4066-AA4F-4EE7EE51807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41858" y="5179912"/>
            <a:ext cx="529700" cy="529700"/>
          </a:xfrm>
          <a:prstGeom prst="rect">
            <a:avLst/>
          </a:prstGeom>
        </p:spPr>
      </p:pic>
      <p:pic>
        <p:nvPicPr>
          <p:cNvPr id="11" name="Graphique 10" descr="Presse-papiers vérifié avec un remplissage uni">
            <a:extLst>
              <a:ext uri="{FF2B5EF4-FFF2-40B4-BE49-F238E27FC236}">
                <a16:creationId xmlns:a16="http://schemas.microsoft.com/office/drawing/2014/main" id="{883E75D3-896E-4DA8-B5B3-C42205C504E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79375" y="3029990"/>
            <a:ext cx="442775" cy="442775"/>
          </a:xfrm>
          <a:prstGeom prst="rect">
            <a:avLst/>
          </a:prstGeom>
        </p:spPr>
      </p:pic>
    </p:spTree>
    <p:extLst>
      <p:ext uri="{BB962C8B-B14F-4D97-AF65-F5344CB8AC3E}">
        <p14:creationId xmlns:p14="http://schemas.microsoft.com/office/powerpoint/2010/main" val="82733608"/>
      </p:ext>
    </p:extLst>
  </p:cSld>
  <p:clrMapOvr>
    <a:masterClrMapping/>
  </p:clrMapOvr>
  <mc:AlternateContent xmlns:mc="http://schemas.openxmlformats.org/markup-compatibility/2006" xmlns:p14="http://schemas.microsoft.com/office/powerpoint/2010/main">
    <mc:Choice Requires="p14">
      <p:transition spd="slow" p14:dur="2000" advTm="39689"/>
    </mc:Choice>
    <mc:Fallback xmlns="">
      <p:transition spd="slow" advTm="39689"/>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P16</a:t>
            </a:r>
            <a:br>
              <a:rPr lang="en-US" dirty="0"/>
            </a:br>
            <a:r>
              <a:rPr lang="en-US" dirty="0"/>
              <a:t>Choose your artefacts and display them on a timeline</a:t>
            </a:r>
          </a:p>
        </p:txBody>
      </p:sp>
      <p:sp>
        <p:nvSpPr>
          <p:cNvPr id="53" name="Rectangle 52">
            <a:extLst>
              <a:ext uri="{FF2B5EF4-FFF2-40B4-BE49-F238E27FC236}">
                <a16:creationId xmlns:a16="http://schemas.microsoft.com/office/drawing/2014/main" id="{DD3CDB51-D00C-4256-9ADC-AB0073EBCAF6}"/>
              </a:ext>
            </a:extLst>
          </p:cNvPr>
          <p:cNvSpPr/>
          <p:nvPr/>
        </p:nvSpPr>
        <p:spPr>
          <a:xfrm>
            <a:off x="352852" y="262916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WHAT : </a:t>
            </a:r>
          </a:p>
          <a:p>
            <a:pPr algn="ctr"/>
            <a:r>
              <a:rPr lang="en-US" sz="1000" dirty="0">
                <a:solidFill>
                  <a:schemeClr val="tx1"/>
                </a:solidFill>
              </a:rPr>
              <a:t>We will define / co-create the following artifacts</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7804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7842664" y="27611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345984" y="513931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WHEN: </a:t>
            </a:r>
          </a:p>
          <a:p>
            <a:pPr algn="ctr"/>
            <a:r>
              <a:rPr lang="en-US" sz="1000" dirty="0">
                <a:solidFill>
                  <a:schemeClr val="tx1"/>
                </a:solidFill>
              </a:rPr>
              <a:t>These artifact will be used when…</a:t>
            </a:r>
          </a:p>
        </p:txBody>
      </p:sp>
      <p:sp>
        <p:nvSpPr>
          <p:cNvPr id="58" name="Rectangle 57">
            <a:extLst>
              <a:ext uri="{FF2B5EF4-FFF2-40B4-BE49-F238E27FC236}">
                <a16:creationId xmlns:a16="http://schemas.microsoft.com/office/drawing/2014/main" id="{84086646-1064-4C94-BFDD-3D8C5003F287}"/>
              </a:ext>
            </a:extLst>
          </p:cNvPr>
          <p:cNvSpPr/>
          <p:nvPr/>
        </p:nvSpPr>
        <p:spPr>
          <a:xfrm>
            <a:off x="11067653" y="281576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10002812" y="285586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3420382" y="274035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6756980" y="27620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453433" y="278433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Community Charter</a:t>
            </a:r>
          </a:p>
        </p:txBody>
      </p:sp>
      <p:sp>
        <p:nvSpPr>
          <p:cNvPr id="63" name="Rectangle 62">
            <a:extLst>
              <a:ext uri="{FF2B5EF4-FFF2-40B4-BE49-F238E27FC236}">
                <a16:creationId xmlns:a16="http://schemas.microsoft.com/office/drawing/2014/main" id="{ACC5FABF-51E2-4F33-9313-F86DEA4C7F2C}"/>
              </a:ext>
            </a:extLst>
          </p:cNvPr>
          <p:cNvSpPr/>
          <p:nvPr/>
        </p:nvSpPr>
        <p:spPr>
          <a:xfrm>
            <a:off x="5682516" y="27620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928348" y="285586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0" name="Rectangle 19">
            <a:extLst>
              <a:ext uri="{FF2B5EF4-FFF2-40B4-BE49-F238E27FC236}">
                <a16:creationId xmlns:a16="http://schemas.microsoft.com/office/drawing/2014/main" id="{528FEB71-A01A-4C27-B81F-E2B65721B435}"/>
              </a:ext>
            </a:extLst>
          </p:cNvPr>
          <p:cNvSpPr/>
          <p:nvPr/>
        </p:nvSpPr>
        <p:spPr>
          <a:xfrm>
            <a:off x="4242142" y="511435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a:t>
            </a:r>
          </a:p>
          <a:p>
            <a:pPr algn="ctr"/>
            <a:r>
              <a:rPr lang="en-US" sz="1000" dirty="0">
                <a:solidFill>
                  <a:schemeClr val="tx1"/>
                </a:solidFill>
              </a:rPr>
              <a:t>When we reach 50</a:t>
            </a:r>
          </a:p>
        </p:txBody>
      </p:sp>
      <p:sp>
        <p:nvSpPr>
          <p:cNvPr id="22" name="Rectangle 21">
            <a:extLst>
              <a:ext uri="{FF2B5EF4-FFF2-40B4-BE49-F238E27FC236}">
                <a16:creationId xmlns:a16="http://schemas.microsoft.com/office/drawing/2014/main" id="{0B5F3A94-8C55-4FB1-92EC-F2D8C1FB6CBA}"/>
              </a:ext>
            </a:extLst>
          </p:cNvPr>
          <p:cNvSpPr/>
          <p:nvPr/>
        </p:nvSpPr>
        <p:spPr>
          <a:xfrm>
            <a:off x="1651361" y="515445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3" name="Rectangle 22">
            <a:extLst>
              <a:ext uri="{FF2B5EF4-FFF2-40B4-BE49-F238E27FC236}">
                <a16:creationId xmlns:a16="http://schemas.microsoft.com/office/drawing/2014/main" id="{9557E1C1-2EA8-442B-80D9-FB7724592565}"/>
              </a:ext>
            </a:extLst>
          </p:cNvPr>
          <p:cNvSpPr/>
          <p:nvPr/>
        </p:nvSpPr>
        <p:spPr>
          <a:xfrm>
            <a:off x="7628512"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4" name="Rectangle 23">
            <a:extLst>
              <a:ext uri="{FF2B5EF4-FFF2-40B4-BE49-F238E27FC236}">
                <a16:creationId xmlns:a16="http://schemas.microsoft.com/office/drawing/2014/main" id="{CE0410D8-A29F-4534-8CD3-6E19662388DD}"/>
              </a:ext>
            </a:extLst>
          </p:cNvPr>
          <p:cNvSpPr/>
          <p:nvPr/>
        </p:nvSpPr>
        <p:spPr>
          <a:xfrm>
            <a:off x="11067653"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5" name="Rectangle 24">
            <a:extLst>
              <a:ext uri="{FF2B5EF4-FFF2-40B4-BE49-F238E27FC236}">
                <a16:creationId xmlns:a16="http://schemas.microsoft.com/office/drawing/2014/main" id="{21ED4452-A7F4-4ADB-94AA-489EF5A554B5}"/>
              </a:ext>
            </a:extLst>
          </p:cNvPr>
          <p:cNvSpPr/>
          <p:nvPr/>
        </p:nvSpPr>
        <p:spPr>
          <a:xfrm>
            <a:off x="9799880" y="522986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7" name="Rectangle 26">
            <a:extLst>
              <a:ext uri="{FF2B5EF4-FFF2-40B4-BE49-F238E27FC236}">
                <a16:creationId xmlns:a16="http://schemas.microsoft.com/office/drawing/2014/main" id="{2962342A-D353-4CA1-AB74-974744C11C9A}"/>
              </a:ext>
            </a:extLst>
          </p:cNvPr>
          <p:cNvSpPr/>
          <p:nvPr/>
        </p:nvSpPr>
        <p:spPr>
          <a:xfrm>
            <a:off x="3024142" y="511435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0" name="Rectangle 29">
            <a:extLst>
              <a:ext uri="{FF2B5EF4-FFF2-40B4-BE49-F238E27FC236}">
                <a16:creationId xmlns:a16="http://schemas.microsoft.com/office/drawing/2014/main" id="{7018463C-4F4A-44EA-9B29-30A246672FED}"/>
              </a:ext>
            </a:extLst>
          </p:cNvPr>
          <p:cNvSpPr/>
          <p:nvPr/>
        </p:nvSpPr>
        <p:spPr>
          <a:xfrm>
            <a:off x="6510428"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568ECA1C-F30A-4C6E-B717-A92504F005F9}"/>
              </a:ext>
            </a:extLst>
          </p:cNvPr>
          <p:cNvSpPr/>
          <p:nvPr/>
        </p:nvSpPr>
        <p:spPr>
          <a:xfrm>
            <a:off x="5344026" y="513604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EB76401B-DEA1-4F7C-98AA-B36FA079A24F}"/>
              </a:ext>
            </a:extLst>
          </p:cNvPr>
          <p:cNvSpPr/>
          <p:nvPr/>
        </p:nvSpPr>
        <p:spPr>
          <a:xfrm>
            <a:off x="8714196" y="522986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cxnSp>
        <p:nvCxnSpPr>
          <p:cNvPr id="3" name="Connecteur droit avec flèche 2">
            <a:extLst>
              <a:ext uri="{FF2B5EF4-FFF2-40B4-BE49-F238E27FC236}">
                <a16:creationId xmlns:a16="http://schemas.microsoft.com/office/drawing/2014/main" id="{9824880B-6B3E-4320-895E-25317EF4827D}"/>
              </a:ext>
            </a:extLst>
          </p:cNvPr>
          <p:cNvCxnSpPr>
            <a:cxnSpLocks/>
          </p:cNvCxnSpPr>
          <p:nvPr/>
        </p:nvCxnSpPr>
        <p:spPr>
          <a:xfrm>
            <a:off x="476902" y="4494998"/>
            <a:ext cx="1146368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3" name="Graphique 32" descr="Rose des vents avec un remplissage uni">
            <a:extLst>
              <a:ext uri="{FF2B5EF4-FFF2-40B4-BE49-F238E27FC236}">
                <a16:creationId xmlns:a16="http://schemas.microsoft.com/office/drawing/2014/main" id="{F488F6C8-AD7A-4530-B310-8AA8206826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265" y="1589567"/>
            <a:ext cx="288782" cy="288782"/>
          </a:xfrm>
          <a:prstGeom prst="rect">
            <a:avLst/>
          </a:prstGeom>
        </p:spPr>
      </p:pic>
      <p:pic>
        <p:nvPicPr>
          <p:cNvPr id="34" name="Graphique 33" descr="Carnet d'adresses avec un remplissage uni">
            <a:extLst>
              <a:ext uri="{FF2B5EF4-FFF2-40B4-BE49-F238E27FC236}">
                <a16:creationId xmlns:a16="http://schemas.microsoft.com/office/drawing/2014/main" id="{69599D7C-730D-45E1-BD7F-F57A9B347B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264" y="1087722"/>
            <a:ext cx="297103" cy="297103"/>
          </a:xfrm>
          <a:prstGeom prst="rect">
            <a:avLst/>
          </a:prstGeom>
        </p:spPr>
      </p:pic>
      <p:pic>
        <p:nvPicPr>
          <p:cNvPr id="35" name="Graphique 34" descr="Chiot avec un remplissage uni">
            <a:extLst>
              <a:ext uri="{FF2B5EF4-FFF2-40B4-BE49-F238E27FC236}">
                <a16:creationId xmlns:a16="http://schemas.microsoft.com/office/drawing/2014/main" id="{ED1667D0-483F-40A0-8440-26DD6BE67F7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498" y="1858542"/>
            <a:ext cx="395213" cy="395213"/>
          </a:xfrm>
          <a:prstGeom prst="rect">
            <a:avLst/>
          </a:prstGeom>
        </p:spPr>
      </p:pic>
      <p:pic>
        <p:nvPicPr>
          <p:cNvPr id="36" name="Graphique 35" descr="Faire défiler contour">
            <a:extLst>
              <a:ext uri="{FF2B5EF4-FFF2-40B4-BE49-F238E27FC236}">
                <a16:creationId xmlns:a16="http://schemas.microsoft.com/office/drawing/2014/main" id="{4016910D-D571-41B3-97D5-37F7C88680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6461" y="125226"/>
            <a:ext cx="247136" cy="247136"/>
          </a:xfrm>
          <a:prstGeom prst="rect">
            <a:avLst/>
          </a:prstGeom>
        </p:spPr>
      </p:pic>
      <p:pic>
        <p:nvPicPr>
          <p:cNvPr id="37" name="Graphique 36" descr="Pyramide avec un remplissage uni">
            <a:extLst>
              <a:ext uri="{FF2B5EF4-FFF2-40B4-BE49-F238E27FC236}">
                <a16:creationId xmlns:a16="http://schemas.microsoft.com/office/drawing/2014/main" id="{0A70F38E-759C-4042-8309-14CE6F9620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264" y="2198193"/>
            <a:ext cx="307746" cy="307746"/>
          </a:xfrm>
          <a:prstGeom prst="rect">
            <a:avLst/>
          </a:prstGeom>
        </p:spPr>
      </p:pic>
      <p:pic>
        <p:nvPicPr>
          <p:cNvPr id="38" name="Graphique 37" descr="Presse-papiers vérifié avec un remplissage uni">
            <a:extLst>
              <a:ext uri="{FF2B5EF4-FFF2-40B4-BE49-F238E27FC236}">
                <a16:creationId xmlns:a16="http://schemas.microsoft.com/office/drawing/2014/main" id="{2C73DFC3-F626-4F15-8794-D7395276BE0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0483" y="539115"/>
            <a:ext cx="257244" cy="257244"/>
          </a:xfrm>
          <a:prstGeom prst="rect">
            <a:avLst/>
          </a:prstGeom>
        </p:spPr>
      </p:pic>
    </p:spTree>
    <p:extLst>
      <p:ext uri="{BB962C8B-B14F-4D97-AF65-F5344CB8AC3E}">
        <p14:creationId xmlns:p14="http://schemas.microsoft.com/office/powerpoint/2010/main" val="2199730876"/>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2D0727B8-DB3F-4BD3-9EE5-F28BDE885371}"/>
              </a:ext>
            </a:extLst>
          </p:cNvPr>
          <p:cNvSpPr/>
          <p:nvPr/>
        </p:nvSpPr>
        <p:spPr>
          <a:xfrm>
            <a:off x="4112901" y="2478023"/>
            <a:ext cx="6797756" cy="2227141"/>
          </a:xfrm>
          <a:prstGeom prst="wedgeEllipseCallout">
            <a:avLst>
              <a:gd name="adj1" fmla="val -49762"/>
              <a:gd name="adj2" fmla="val 41623"/>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All Community links depend on me, I’m the only one keeping people together.</a:t>
            </a:r>
          </a:p>
        </p:txBody>
      </p:sp>
      <p:pic>
        <p:nvPicPr>
          <p:cNvPr id="7" name="Graphique 6" descr="Visage plaidant avec remplissage uni avec un remplissage uni">
            <a:extLst>
              <a:ext uri="{FF2B5EF4-FFF2-40B4-BE49-F238E27FC236}">
                <a16:creationId xmlns:a16="http://schemas.microsoft.com/office/drawing/2014/main" id="{61E71214-A6A6-4EF5-97D9-1E5A37F2A1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4326" y="3804546"/>
            <a:ext cx="1238575" cy="1238575"/>
          </a:xfrm>
          <a:prstGeom prst="rect">
            <a:avLst/>
          </a:prstGeom>
        </p:spPr>
      </p:pic>
      <p:pic>
        <p:nvPicPr>
          <p:cNvPr id="8" name="Graphique 7" descr="Personne confuse avec un remplissage uni">
            <a:extLst>
              <a:ext uri="{FF2B5EF4-FFF2-40B4-BE49-F238E27FC236}">
                <a16:creationId xmlns:a16="http://schemas.microsoft.com/office/drawing/2014/main" id="{7631FF3F-0FE8-45E9-83DC-7F817761D82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825" t="19961" r="14911" b="49785"/>
          <a:stretch/>
        </p:blipFill>
        <p:spPr>
          <a:xfrm>
            <a:off x="2055328" y="4889541"/>
            <a:ext cx="2876573" cy="1238575"/>
          </a:xfrm>
          <a:prstGeom prst="rect">
            <a:avLst/>
          </a:prstGeom>
        </p:spPr>
      </p:pic>
    </p:spTree>
    <p:extLst>
      <p:ext uri="{BB962C8B-B14F-4D97-AF65-F5344CB8AC3E}">
        <p14:creationId xmlns:p14="http://schemas.microsoft.com/office/powerpoint/2010/main" val="2199560318"/>
      </p:ext>
    </p:extLst>
  </p:cSld>
  <p:clrMapOvr>
    <a:masterClrMapping/>
  </p:clrMapOvr>
  <mc:AlternateContent xmlns:mc="http://schemas.openxmlformats.org/markup-compatibility/2006" xmlns:p14="http://schemas.microsoft.com/office/powerpoint/2010/main">
    <mc:Choice Requires="p14">
      <p:transition spd="slow" p14:dur="2000" advTm="15102"/>
    </mc:Choice>
    <mc:Fallback xmlns="">
      <p:transition spd="slow" advTm="15102"/>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P17</a:t>
            </a:r>
            <a:br>
              <a:rPr lang="en-US" dirty="0"/>
            </a:br>
            <a:r>
              <a:rPr lang="en-US" dirty="0"/>
              <a:t>Identify patterns in your Link architecture</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694328" y="2406104"/>
            <a:ext cx="3371645" cy="3694176"/>
          </a:xfrm>
        </p:spPr>
        <p:txBody>
          <a:bodyPr>
            <a:normAutofit/>
          </a:bodyPr>
          <a:lstStyle/>
          <a:p>
            <a:pPr marL="0" indent="0">
              <a:buNone/>
            </a:pPr>
            <a:r>
              <a:rPr lang="en-US" sz="1400" dirty="0"/>
              <a:t>Link architecture is an overview of how links are distributed in your Community (between which members).</a:t>
            </a:r>
          </a:p>
          <a:p>
            <a:pPr marL="0" indent="0">
              <a:buNone/>
            </a:pPr>
            <a:endParaRPr lang="en-US" sz="1400" dirty="0"/>
          </a:p>
          <a:p>
            <a:pPr marL="0" indent="0">
              <a:buNone/>
            </a:pPr>
            <a:r>
              <a:rPr lang="en-US" sz="1400" dirty="0"/>
              <a:t>Link Architectures evolve over time and can be represented with approximate patterns. </a:t>
            </a:r>
          </a:p>
          <a:p>
            <a:pPr marL="0" indent="0">
              <a:buNone/>
            </a:pPr>
            <a:endParaRPr lang="en-US" sz="1400" dirty="0"/>
          </a:p>
          <a:p>
            <a:pPr marL="0" indent="0">
              <a:buNone/>
            </a:pPr>
            <a:r>
              <a:rPr lang="en-US" sz="1400" dirty="0"/>
              <a:t>Patterns can be used to define a target Link architecture and a link building strategy by Community Boosters</a:t>
            </a:r>
          </a:p>
        </p:txBody>
      </p:sp>
      <p:sp>
        <p:nvSpPr>
          <p:cNvPr id="4" name="Espace réservé du contenu 5">
            <a:extLst>
              <a:ext uri="{FF2B5EF4-FFF2-40B4-BE49-F238E27FC236}">
                <a16:creationId xmlns:a16="http://schemas.microsoft.com/office/drawing/2014/main" id="{0E6199FD-014E-4504-A935-0E5BC744F247}"/>
              </a:ext>
            </a:extLst>
          </p:cNvPr>
          <p:cNvSpPr txBox="1">
            <a:spLocks/>
          </p:cNvSpPr>
          <p:nvPr/>
        </p:nvSpPr>
        <p:spPr>
          <a:xfrm>
            <a:off x="7692516" y="2174219"/>
            <a:ext cx="4193204" cy="434850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Example patterns</a:t>
            </a:r>
          </a:p>
          <a:p>
            <a:pPr marL="0" indent="0">
              <a:buFont typeface="Arial" panose="020B0604020202020204" pitchFamily="34" charset="0"/>
              <a:buNone/>
            </a:pPr>
            <a:r>
              <a:rPr lang="en-US" sz="1400" b="1" dirty="0"/>
              <a:t>Core &amp; Followers pattern:</a:t>
            </a:r>
            <a:r>
              <a:rPr lang="en-US" sz="1400" dirty="0"/>
              <a:t> Most members are not linked to each other; a very small core of the community is followed by a throng of followers. This pattern is closer to Fan Communities of Content providers (Youtubers, Streamers, Influencers…). </a:t>
            </a:r>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b="1" dirty="0"/>
              <a:t>Pyramid pattern : </a:t>
            </a:r>
            <a:r>
              <a:rPr lang="en-US" sz="1400" dirty="0"/>
              <a:t>Members are linked only to a small group of other members, among which a local group leader, who is in turn linked to other group leaders in another small group, etc. This pattern is closer to some large companies, providing strong local link with the cost of broader sense of belonging.</a:t>
            </a:r>
            <a:endParaRPr lang="en-US" sz="1400" b="1" dirty="0"/>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b="1" dirty="0"/>
              <a:t>Fabric pattern : </a:t>
            </a:r>
            <a:r>
              <a:rPr lang="en-US" sz="1400" dirty="0"/>
              <a:t>Members are all linked to other members in local small groups, but groups are interwoven so that access no member can really prevent access to other members. This pattern is closer to business networks.</a:t>
            </a:r>
          </a:p>
        </p:txBody>
      </p:sp>
      <p:grpSp>
        <p:nvGrpSpPr>
          <p:cNvPr id="60" name="Groupe 59">
            <a:extLst>
              <a:ext uri="{FF2B5EF4-FFF2-40B4-BE49-F238E27FC236}">
                <a16:creationId xmlns:a16="http://schemas.microsoft.com/office/drawing/2014/main" id="{E324D5BD-BC31-468A-B0D2-0FF0ED2A942A}"/>
              </a:ext>
            </a:extLst>
          </p:cNvPr>
          <p:cNvGrpSpPr/>
          <p:nvPr/>
        </p:nvGrpSpPr>
        <p:grpSpPr>
          <a:xfrm>
            <a:off x="6023104" y="1975269"/>
            <a:ext cx="1588490" cy="1306864"/>
            <a:chOff x="5468385" y="2437161"/>
            <a:chExt cx="1588490" cy="1306864"/>
          </a:xfrm>
        </p:grpSpPr>
        <p:grpSp>
          <p:nvGrpSpPr>
            <p:cNvPr id="26" name="Groupe 25">
              <a:extLst>
                <a:ext uri="{FF2B5EF4-FFF2-40B4-BE49-F238E27FC236}">
                  <a16:creationId xmlns:a16="http://schemas.microsoft.com/office/drawing/2014/main" id="{D2A58A96-9BE1-4240-89A1-E671CBAB91F9}"/>
                </a:ext>
              </a:extLst>
            </p:cNvPr>
            <p:cNvGrpSpPr/>
            <p:nvPr/>
          </p:nvGrpSpPr>
          <p:grpSpPr>
            <a:xfrm>
              <a:off x="5958602" y="2814201"/>
              <a:ext cx="482060" cy="476703"/>
              <a:chOff x="5958602" y="2814201"/>
              <a:chExt cx="482060" cy="476703"/>
            </a:xfrm>
          </p:grpSpPr>
          <p:sp>
            <p:nvSpPr>
              <p:cNvPr id="24" name="Ellipse 23">
                <a:extLst>
                  <a:ext uri="{FF2B5EF4-FFF2-40B4-BE49-F238E27FC236}">
                    <a16:creationId xmlns:a16="http://schemas.microsoft.com/office/drawing/2014/main" id="{5A6B1450-4CF5-4B69-B15D-125859256AD8}"/>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Utilisateur avec un remplissage uni">
                <a:extLst>
                  <a:ext uri="{FF2B5EF4-FFF2-40B4-BE49-F238E27FC236}">
                    <a16:creationId xmlns:a16="http://schemas.microsoft.com/office/drawing/2014/main" id="{7898A309-3FE9-4273-98BA-B76AB3D001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8602" y="3001738"/>
                <a:ext cx="187537" cy="187537"/>
              </a:xfrm>
              <a:prstGeom prst="rect">
                <a:avLst/>
              </a:prstGeom>
            </p:spPr>
          </p:pic>
          <p:pic>
            <p:nvPicPr>
              <p:cNvPr id="7" name="Graphique 6" descr="Utilisateur avec un remplissage uni">
                <a:extLst>
                  <a:ext uri="{FF2B5EF4-FFF2-40B4-BE49-F238E27FC236}">
                    <a16:creationId xmlns:a16="http://schemas.microsoft.com/office/drawing/2014/main" id="{AC662756-6DC6-4497-A9A1-853A35C022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5754" y="2814201"/>
                <a:ext cx="187537" cy="187537"/>
              </a:xfrm>
              <a:prstGeom prst="rect">
                <a:avLst/>
              </a:prstGeom>
            </p:spPr>
          </p:pic>
          <p:pic>
            <p:nvPicPr>
              <p:cNvPr id="8" name="Graphique 7" descr="Utilisateur avec un remplissage uni">
                <a:extLst>
                  <a:ext uri="{FF2B5EF4-FFF2-40B4-BE49-F238E27FC236}">
                    <a16:creationId xmlns:a16="http://schemas.microsoft.com/office/drawing/2014/main" id="{642DEDA0-4DB0-4417-92C3-23B273F5D2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3125" y="3001738"/>
                <a:ext cx="187537" cy="187537"/>
              </a:xfrm>
              <a:prstGeom prst="rect">
                <a:avLst/>
              </a:prstGeom>
            </p:spPr>
          </p:pic>
          <p:cxnSp>
            <p:nvCxnSpPr>
              <p:cNvPr id="10" name="Connecteur droit 9">
                <a:extLst>
                  <a:ext uri="{FF2B5EF4-FFF2-40B4-BE49-F238E27FC236}">
                    <a16:creationId xmlns:a16="http://schemas.microsoft.com/office/drawing/2014/main" id="{F89B0A4F-76F0-414D-9CEC-8C39D37F3D9F}"/>
                  </a:ext>
                </a:extLst>
              </p:cNvPr>
              <p:cNvCxnSpPr>
                <a:cxnSpLocks/>
                <a:stCxn id="3" idx="3"/>
                <a:endCxn id="7"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14C9873E-3C5E-48F5-A0E8-E25AFAB4D139}"/>
                  </a:ext>
                </a:extLst>
              </p:cNvPr>
              <p:cNvCxnSpPr>
                <a:cxnSpLocks/>
                <a:stCxn id="3" idx="3"/>
                <a:endCxn id="8"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C38EEBAE-23B9-44BE-8FDB-B3E249CA552E}"/>
                  </a:ext>
                </a:extLst>
              </p:cNvPr>
              <p:cNvCxnSpPr>
                <a:cxnSpLocks/>
                <a:stCxn id="7" idx="2"/>
                <a:endCxn id="8"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5" name="Graphique 24" descr="Utilisateur avec un remplissage uni">
              <a:extLst>
                <a:ext uri="{FF2B5EF4-FFF2-40B4-BE49-F238E27FC236}">
                  <a16:creationId xmlns:a16="http://schemas.microsoft.com/office/drawing/2014/main" id="{310C86E3-1313-4C0C-BF04-5317E55377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6324" y="3376812"/>
              <a:ext cx="187537" cy="187537"/>
            </a:xfrm>
            <a:prstGeom prst="rect">
              <a:avLst/>
            </a:prstGeom>
          </p:spPr>
        </p:pic>
        <p:pic>
          <p:nvPicPr>
            <p:cNvPr id="27" name="Graphique 26" descr="Utilisateur avec un remplissage uni">
              <a:extLst>
                <a:ext uri="{FF2B5EF4-FFF2-40B4-BE49-F238E27FC236}">
                  <a16:creationId xmlns:a16="http://schemas.microsoft.com/office/drawing/2014/main" id="{9DFE3E30-48B1-4DDB-8950-BE40FA5C76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53125" y="3556488"/>
              <a:ext cx="187537" cy="187537"/>
            </a:xfrm>
            <a:prstGeom prst="rect">
              <a:avLst/>
            </a:prstGeom>
          </p:spPr>
        </p:pic>
        <p:pic>
          <p:nvPicPr>
            <p:cNvPr id="28" name="Graphique 27" descr="Utilisateur avec un remplissage uni">
              <a:extLst>
                <a:ext uri="{FF2B5EF4-FFF2-40B4-BE49-F238E27FC236}">
                  <a16:creationId xmlns:a16="http://schemas.microsoft.com/office/drawing/2014/main" id="{1A9ADE0A-F33B-46AD-AAEE-E2B4331806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30815" y="3267322"/>
              <a:ext cx="187537" cy="187537"/>
            </a:xfrm>
            <a:prstGeom prst="rect">
              <a:avLst/>
            </a:prstGeom>
          </p:spPr>
        </p:pic>
        <p:pic>
          <p:nvPicPr>
            <p:cNvPr id="29" name="Graphique 28" descr="Utilisateur avec un remplissage uni">
              <a:extLst>
                <a:ext uri="{FF2B5EF4-FFF2-40B4-BE49-F238E27FC236}">
                  <a16:creationId xmlns:a16="http://schemas.microsoft.com/office/drawing/2014/main" id="{74A4B7B7-011D-4EF5-9C8F-C259BF3A09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7616" y="3446998"/>
              <a:ext cx="187537" cy="187537"/>
            </a:xfrm>
            <a:prstGeom prst="rect">
              <a:avLst/>
            </a:prstGeom>
          </p:spPr>
        </p:pic>
        <p:pic>
          <p:nvPicPr>
            <p:cNvPr id="30" name="Graphique 29" descr="Utilisateur avec un remplissage uni">
              <a:extLst>
                <a:ext uri="{FF2B5EF4-FFF2-40B4-BE49-F238E27FC236}">
                  <a16:creationId xmlns:a16="http://schemas.microsoft.com/office/drawing/2014/main" id="{F7F0A368-DA87-49E6-B470-C9B7AE1AAF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0662" y="3138461"/>
              <a:ext cx="187537" cy="187537"/>
            </a:xfrm>
            <a:prstGeom prst="rect">
              <a:avLst/>
            </a:prstGeom>
          </p:spPr>
        </p:pic>
        <p:pic>
          <p:nvPicPr>
            <p:cNvPr id="31" name="Graphique 30" descr="Utilisateur avec un remplissage uni">
              <a:extLst>
                <a:ext uri="{FF2B5EF4-FFF2-40B4-BE49-F238E27FC236}">
                  <a16:creationId xmlns:a16="http://schemas.microsoft.com/office/drawing/2014/main" id="{472EEEDF-F0A9-4601-9B64-8B7C9D84551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7463" y="3318137"/>
              <a:ext cx="187537" cy="187537"/>
            </a:xfrm>
            <a:prstGeom prst="rect">
              <a:avLst/>
            </a:prstGeom>
          </p:spPr>
        </p:pic>
        <p:pic>
          <p:nvPicPr>
            <p:cNvPr id="32" name="Graphique 31" descr="Utilisateur avec un remplissage uni">
              <a:extLst>
                <a:ext uri="{FF2B5EF4-FFF2-40B4-BE49-F238E27FC236}">
                  <a16:creationId xmlns:a16="http://schemas.microsoft.com/office/drawing/2014/main" id="{4FE39CDF-B79D-41B3-8861-12B688F98F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1954" y="3208647"/>
              <a:ext cx="187537" cy="187537"/>
            </a:xfrm>
            <a:prstGeom prst="rect">
              <a:avLst/>
            </a:prstGeom>
          </p:spPr>
        </p:pic>
        <p:pic>
          <p:nvPicPr>
            <p:cNvPr id="33" name="Graphique 32" descr="Utilisateur avec un remplissage uni">
              <a:extLst>
                <a:ext uri="{FF2B5EF4-FFF2-40B4-BE49-F238E27FC236}">
                  <a16:creationId xmlns:a16="http://schemas.microsoft.com/office/drawing/2014/main" id="{8B3F8684-7C4B-4A1E-B25C-FC2356C159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2073" y="3358814"/>
              <a:ext cx="187537" cy="187537"/>
            </a:xfrm>
            <a:prstGeom prst="rect">
              <a:avLst/>
            </a:prstGeom>
          </p:spPr>
        </p:pic>
        <p:pic>
          <p:nvPicPr>
            <p:cNvPr id="34" name="Graphique 33" descr="Utilisateur avec un remplissage uni">
              <a:extLst>
                <a:ext uri="{FF2B5EF4-FFF2-40B4-BE49-F238E27FC236}">
                  <a16:creationId xmlns:a16="http://schemas.microsoft.com/office/drawing/2014/main" id="{2D3BC319-FF05-46D2-98BF-CEF2426A13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63365" y="3429000"/>
              <a:ext cx="187537" cy="187537"/>
            </a:xfrm>
            <a:prstGeom prst="rect">
              <a:avLst/>
            </a:prstGeom>
          </p:spPr>
        </p:pic>
        <p:pic>
          <p:nvPicPr>
            <p:cNvPr id="35" name="Graphique 34" descr="Utilisateur avec un remplissage uni">
              <a:extLst>
                <a:ext uri="{FF2B5EF4-FFF2-40B4-BE49-F238E27FC236}">
                  <a16:creationId xmlns:a16="http://schemas.microsoft.com/office/drawing/2014/main" id="{AE56263C-E1FF-4C7B-A395-50B6B4A2E6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73212" y="3300139"/>
              <a:ext cx="187537" cy="187537"/>
            </a:xfrm>
            <a:prstGeom prst="rect">
              <a:avLst/>
            </a:prstGeom>
          </p:spPr>
        </p:pic>
        <p:pic>
          <p:nvPicPr>
            <p:cNvPr id="36" name="Graphique 35" descr="Utilisateur avec un remplissage uni">
              <a:extLst>
                <a:ext uri="{FF2B5EF4-FFF2-40B4-BE49-F238E27FC236}">
                  <a16:creationId xmlns:a16="http://schemas.microsoft.com/office/drawing/2014/main" id="{3D8A6E1A-4269-435C-8B8E-B1C75A292D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7415" y="3272906"/>
              <a:ext cx="187537" cy="187537"/>
            </a:xfrm>
            <a:prstGeom prst="rect">
              <a:avLst/>
            </a:prstGeom>
          </p:spPr>
        </p:pic>
        <p:pic>
          <p:nvPicPr>
            <p:cNvPr id="37" name="Graphique 36" descr="Utilisateur avec un remplissage uni">
              <a:extLst>
                <a:ext uri="{FF2B5EF4-FFF2-40B4-BE49-F238E27FC236}">
                  <a16:creationId xmlns:a16="http://schemas.microsoft.com/office/drawing/2014/main" id="{A3950C37-8E54-4D37-9F01-FCA314FE65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906" y="3163416"/>
              <a:ext cx="187537" cy="187537"/>
            </a:xfrm>
            <a:prstGeom prst="rect">
              <a:avLst/>
            </a:prstGeom>
          </p:spPr>
        </p:pic>
        <p:pic>
          <p:nvPicPr>
            <p:cNvPr id="38" name="Graphique 37" descr="Utilisateur avec un remplissage uni">
              <a:extLst>
                <a:ext uri="{FF2B5EF4-FFF2-40B4-BE49-F238E27FC236}">
                  <a16:creationId xmlns:a16="http://schemas.microsoft.com/office/drawing/2014/main" id="{1AAFBDC4-B7E8-4F9D-82C6-DBDC351EAF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1691" y="2987670"/>
              <a:ext cx="187537" cy="187537"/>
            </a:xfrm>
            <a:prstGeom prst="rect">
              <a:avLst/>
            </a:prstGeom>
          </p:spPr>
        </p:pic>
        <p:pic>
          <p:nvPicPr>
            <p:cNvPr id="39" name="Graphique 38" descr="Utilisateur avec un remplissage uni">
              <a:extLst>
                <a:ext uri="{FF2B5EF4-FFF2-40B4-BE49-F238E27FC236}">
                  <a16:creationId xmlns:a16="http://schemas.microsoft.com/office/drawing/2014/main" id="{13716DD1-21C6-408D-B422-F68B548368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88519" y="2808305"/>
              <a:ext cx="187537" cy="187537"/>
            </a:xfrm>
            <a:prstGeom prst="rect">
              <a:avLst/>
            </a:prstGeom>
          </p:spPr>
        </p:pic>
        <p:pic>
          <p:nvPicPr>
            <p:cNvPr id="40" name="Graphique 39" descr="Utilisateur avec un remplissage uni">
              <a:extLst>
                <a:ext uri="{FF2B5EF4-FFF2-40B4-BE49-F238E27FC236}">
                  <a16:creationId xmlns:a16="http://schemas.microsoft.com/office/drawing/2014/main" id="{D279BBC3-38E8-464B-A071-8FBD322E01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43861" y="2722397"/>
              <a:ext cx="187537" cy="187537"/>
            </a:xfrm>
            <a:prstGeom prst="rect">
              <a:avLst/>
            </a:prstGeom>
          </p:spPr>
        </p:pic>
        <p:pic>
          <p:nvPicPr>
            <p:cNvPr id="41" name="Graphique 40" descr="Utilisateur avec un remplissage uni">
              <a:extLst>
                <a:ext uri="{FF2B5EF4-FFF2-40B4-BE49-F238E27FC236}">
                  <a16:creationId xmlns:a16="http://schemas.microsoft.com/office/drawing/2014/main" id="{519562B7-BF39-4DA9-87BE-23A8CA94335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8352" y="2612907"/>
              <a:ext cx="187537" cy="187537"/>
            </a:xfrm>
            <a:prstGeom prst="rect">
              <a:avLst/>
            </a:prstGeom>
          </p:spPr>
        </p:pic>
        <p:pic>
          <p:nvPicPr>
            <p:cNvPr id="42" name="Graphique 41" descr="Utilisateur avec un remplissage uni">
              <a:extLst>
                <a:ext uri="{FF2B5EF4-FFF2-40B4-BE49-F238E27FC236}">
                  <a16:creationId xmlns:a16="http://schemas.microsoft.com/office/drawing/2014/main" id="{42CADB23-2FC6-4587-B6BD-58DBEA3E0E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98137" y="2437161"/>
              <a:ext cx="187537" cy="187537"/>
            </a:xfrm>
            <a:prstGeom prst="rect">
              <a:avLst/>
            </a:prstGeom>
          </p:spPr>
        </p:pic>
        <p:pic>
          <p:nvPicPr>
            <p:cNvPr id="43" name="Graphique 42" descr="Utilisateur avec un remplissage uni">
              <a:extLst>
                <a:ext uri="{FF2B5EF4-FFF2-40B4-BE49-F238E27FC236}">
                  <a16:creationId xmlns:a16="http://schemas.microsoft.com/office/drawing/2014/main" id="{881F4E35-2F7E-4FF6-9557-2A06F851F1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8826" y="2580060"/>
              <a:ext cx="187537" cy="187537"/>
            </a:xfrm>
            <a:prstGeom prst="rect">
              <a:avLst/>
            </a:prstGeom>
          </p:spPr>
        </p:pic>
        <p:pic>
          <p:nvPicPr>
            <p:cNvPr id="44" name="Graphique 43" descr="Utilisateur avec un remplissage uni">
              <a:extLst>
                <a:ext uri="{FF2B5EF4-FFF2-40B4-BE49-F238E27FC236}">
                  <a16:creationId xmlns:a16="http://schemas.microsoft.com/office/drawing/2014/main" id="{B0DEB394-9BB9-49E9-B536-CAAC4C0EAE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317" y="2470570"/>
              <a:ext cx="187537" cy="187537"/>
            </a:xfrm>
            <a:prstGeom prst="rect">
              <a:avLst/>
            </a:prstGeom>
          </p:spPr>
        </p:pic>
        <p:pic>
          <p:nvPicPr>
            <p:cNvPr id="45" name="Graphique 44" descr="Utilisateur avec un remplissage uni">
              <a:extLst>
                <a:ext uri="{FF2B5EF4-FFF2-40B4-BE49-F238E27FC236}">
                  <a16:creationId xmlns:a16="http://schemas.microsoft.com/office/drawing/2014/main" id="{5BC123E1-DA05-4BB2-88CF-68716B4912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80118" y="2650246"/>
              <a:ext cx="187537" cy="187537"/>
            </a:xfrm>
            <a:prstGeom prst="rect">
              <a:avLst/>
            </a:prstGeom>
          </p:spPr>
        </p:pic>
        <p:pic>
          <p:nvPicPr>
            <p:cNvPr id="46" name="Graphique 45" descr="Utilisateur avec un remplissage uni">
              <a:extLst>
                <a:ext uri="{FF2B5EF4-FFF2-40B4-BE49-F238E27FC236}">
                  <a16:creationId xmlns:a16="http://schemas.microsoft.com/office/drawing/2014/main" id="{B54267A8-E269-43F3-A7D7-954FFA904F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89965" y="2521385"/>
              <a:ext cx="187537" cy="187537"/>
            </a:xfrm>
            <a:prstGeom prst="rect">
              <a:avLst/>
            </a:prstGeom>
          </p:spPr>
        </p:pic>
        <p:pic>
          <p:nvPicPr>
            <p:cNvPr id="47" name="Graphique 46" descr="Utilisateur avec un remplissage uni">
              <a:extLst>
                <a:ext uri="{FF2B5EF4-FFF2-40B4-BE49-F238E27FC236}">
                  <a16:creationId xmlns:a16="http://schemas.microsoft.com/office/drawing/2014/main" id="{549A6D2A-98AE-4833-BCA1-0C06C164A9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54575" y="2562062"/>
              <a:ext cx="187537" cy="187537"/>
            </a:xfrm>
            <a:prstGeom prst="rect">
              <a:avLst/>
            </a:prstGeom>
          </p:spPr>
        </p:pic>
        <p:pic>
          <p:nvPicPr>
            <p:cNvPr id="48" name="Graphique 47" descr="Utilisateur avec un remplissage uni">
              <a:extLst>
                <a:ext uri="{FF2B5EF4-FFF2-40B4-BE49-F238E27FC236}">
                  <a16:creationId xmlns:a16="http://schemas.microsoft.com/office/drawing/2014/main" id="{787B8A6F-7141-460C-96FA-B4865A644A1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85867" y="2632248"/>
              <a:ext cx="187537" cy="187537"/>
            </a:xfrm>
            <a:prstGeom prst="rect">
              <a:avLst/>
            </a:prstGeom>
          </p:spPr>
        </p:pic>
        <p:pic>
          <p:nvPicPr>
            <p:cNvPr id="49" name="Graphique 48" descr="Utilisateur avec un remplissage uni">
              <a:extLst>
                <a:ext uri="{FF2B5EF4-FFF2-40B4-BE49-F238E27FC236}">
                  <a16:creationId xmlns:a16="http://schemas.microsoft.com/office/drawing/2014/main" id="{C63F787B-C9AB-419C-839D-99F3127244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95714" y="2503387"/>
              <a:ext cx="187537" cy="187537"/>
            </a:xfrm>
            <a:prstGeom prst="rect">
              <a:avLst/>
            </a:prstGeom>
          </p:spPr>
        </p:pic>
        <p:pic>
          <p:nvPicPr>
            <p:cNvPr id="50" name="Graphique 49" descr="Utilisateur avec un remplissage uni">
              <a:extLst>
                <a:ext uri="{FF2B5EF4-FFF2-40B4-BE49-F238E27FC236}">
                  <a16:creationId xmlns:a16="http://schemas.microsoft.com/office/drawing/2014/main" id="{BA38C3FF-A81E-44BA-A036-AC012DAFD3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9917" y="2476154"/>
              <a:ext cx="187537" cy="187537"/>
            </a:xfrm>
            <a:prstGeom prst="rect">
              <a:avLst/>
            </a:prstGeom>
          </p:spPr>
        </p:pic>
        <p:pic>
          <p:nvPicPr>
            <p:cNvPr id="51" name="Graphique 50" descr="Utilisateur avec un remplissage uni">
              <a:extLst>
                <a:ext uri="{FF2B5EF4-FFF2-40B4-BE49-F238E27FC236}">
                  <a16:creationId xmlns:a16="http://schemas.microsoft.com/office/drawing/2014/main" id="{7997E0CC-3A03-4ABA-81CA-3618D560ED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28199" y="2984133"/>
              <a:ext cx="187537" cy="187537"/>
            </a:xfrm>
            <a:prstGeom prst="rect">
              <a:avLst/>
            </a:prstGeom>
          </p:spPr>
        </p:pic>
        <p:pic>
          <p:nvPicPr>
            <p:cNvPr id="52" name="Graphique 51" descr="Utilisateur avec un remplissage uni">
              <a:extLst>
                <a:ext uri="{FF2B5EF4-FFF2-40B4-BE49-F238E27FC236}">
                  <a16:creationId xmlns:a16="http://schemas.microsoft.com/office/drawing/2014/main" id="{394E3DE8-2A75-44E0-B4EF-2265AC5874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2690" y="2874643"/>
              <a:ext cx="187537" cy="187537"/>
            </a:xfrm>
            <a:prstGeom prst="rect">
              <a:avLst/>
            </a:prstGeom>
          </p:spPr>
        </p:pic>
        <p:pic>
          <p:nvPicPr>
            <p:cNvPr id="53" name="Graphique 52" descr="Utilisateur avec un remplissage uni">
              <a:extLst>
                <a:ext uri="{FF2B5EF4-FFF2-40B4-BE49-F238E27FC236}">
                  <a16:creationId xmlns:a16="http://schemas.microsoft.com/office/drawing/2014/main" id="{27DB7A51-5105-45DC-BBD6-D95343495B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59491" y="3054319"/>
              <a:ext cx="187537" cy="187537"/>
            </a:xfrm>
            <a:prstGeom prst="rect">
              <a:avLst/>
            </a:prstGeom>
          </p:spPr>
        </p:pic>
        <p:pic>
          <p:nvPicPr>
            <p:cNvPr id="54" name="Graphique 53" descr="Utilisateur avec un remplissage uni">
              <a:extLst>
                <a:ext uri="{FF2B5EF4-FFF2-40B4-BE49-F238E27FC236}">
                  <a16:creationId xmlns:a16="http://schemas.microsoft.com/office/drawing/2014/main" id="{52EDF8FD-A3C6-461B-9B81-59E597BFFC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69338" y="2925458"/>
              <a:ext cx="187537" cy="187537"/>
            </a:xfrm>
            <a:prstGeom prst="rect">
              <a:avLst/>
            </a:prstGeom>
          </p:spPr>
        </p:pic>
        <p:pic>
          <p:nvPicPr>
            <p:cNvPr id="55" name="Graphique 54" descr="Utilisateur avec un remplissage uni">
              <a:extLst>
                <a:ext uri="{FF2B5EF4-FFF2-40B4-BE49-F238E27FC236}">
                  <a16:creationId xmlns:a16="http://schemas.microsoft.com/office/drawing/2014/main" id="{9ACFC7D0-53C1-4FCA-B64F-44FC5D3C02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6499" y="2960551"/>
              <a:ext cx="187537" cy="187537"/>
            </a:xfrm>
            <a:prstGeom prst="rect">
              <a:avLst/>
            </a:prstGeom>
          </p:spPr>
        </p:pic>
        <p:pic>
          <p:nvPicPr>
            <p:cNvPr id="56" name="Graphique 55" descr="Utilisateur avec un remplissage uni">
              <a:extLst>
                <a:ext uri="{FF2B5EF4-FFF2-40B4-BE49-F238E27FC236}">
                  <a16:creationId xmlns:a16="http://schemas.microsoft.com/office/drawing/2014/main" id="{CBA2EC0F-77A2-4CF1-9CFD-0CBA634BB9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6346" y="2831690"/>
              <a:ext cx="187537" cy="187537"/>
            </a:xfrm>
            <a:prstGeom prst="rect">
              <a:avLst/>
            </a:prstGeom>
          </p:spPr>
        </p:pic>
        <p:pic>
          <p:nvPicPr>
            <p:cNvPr id="57" name="Graphique 56" descr="Utilisateur avec un remplissage uni">
              <a:extLst>
                <a:ext uri="{FF2B5EF4-FFF2-40B4-BE49-F238E27FC236}">
                  <a16:creationId xmlns:a16="http://schemas.microsoft.com/office/drawing/2014/main" id="{3445010F-180B-4C0F-916F-A065E9E6C0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68385" y="2867011"/>
              <a:ext cx="187537" cy="187537"/>
            </a:xfrm>
            <a:prstGeom prst="rect">
              <a:avLst/>
            </a:prstGeom>
          </p:spPr>
        </p:pic>
        <p:pic>
          <p:nvPicPr>
            <p:cNvPr id="58" name="Graphique 57" descr="Utilisateur avec un remplissage uni">
              <a:extLst>
                <a:ext uri="{FF2B5EF4-FFF2-40B4-BE49-F238E27FC236}">
                  <a16:creationId xmlns:a16="http://schemas.microsoft.com/office/drawing/2014/main" id="{E3179B91-9784-40F5-83FB-460CDD3F645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5186" y="3046687"/>
              <a:ext cx="187537" cy="187537"/>
            </a:xfrm>
            <a:prstGeom prst="rect">
              <a:avLst/>
            </a:prstGeom>
          </p:spPr>
        </p:pic>
        <p:pic>
          <p:nvPicPr>
            <p:cNvPr id="59" name="Graphique 58" descr="Utilisateur avec un remplissage uni">
              <a:extLst>
                <a:ext uri="{FF2B5EF4-FFF2-40B4-BE49-F238E27FC236}">
                  <a16:creationId xmlns:a16="http://schemas.microsoft.com/office/drawing/2014/main" id="{E7D0F820-9867-4578-A1A7-F82F5DC577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99677" y="2937197"/>
              <a:ext cx="187537" cy="187537"/>
            </a:xfrm>
            <a:prstGeom prst="rect">
              <a:avLst/>
            </a:prstGeom>
          </p:spPr>
        </p:pic>
      </p:grpSp>
      <p:grpSp>
        <p:nvGrpSpPr>
          <p:cNvPr id="340" name="Groupe 339">
            <a:extLst>
              <a:ext uri="{FF2B5EF4-FFF2-40B4-BE49-F238E27FC236}">
                <a16:creationId xmlns:a16="http://schemas.microsoft.com/office/drawing/2014/main" id="{C5AFC965-BCFE-4653-A8AE-BB8BCDBE0980}"/>
              </a:ext>
            </a:extLst>
          </p:cNvPr>
          <p:cNvGrpSpPr/>
          <p:nvPr/>
        </p:nvGrpSpPr>
        <p:grpSpPr>
          <a:xfrm>
            <a:off x="5672418" y="3554724"/>
            <a:ext cx="1858254" cy="1562480"/>
            <a:chOff x="5672245" y="3646729"/>
            <a:chExt cx="1858254" cy="1562480"/>
          </a:xfrm>
        </p:grpSpPr>
        <p:grpSp>
          <p:nvGrpSpPr>
            <p:cNvPr id="141" name="Groupe 140">
              <a:extLst>
                <a:ext uri="{FF2B5EF4-FFF2-40B4-BE49-F238E27FC236}">
                  <a16:creationId xmlns:a16="http://schemas.microsoft.com/office/drawing/2014/main" id="{1A629D5E-CA3F-4930-B9E8-C0707D221531}"/>
                </a:ext>
              </a:extLst>
            </p:cNvPr>
            <p:cNvGrpSpPr/>
            <p:nvPr/>
          </p:nvGrpSpPr>
          <p:grpSpPr>
            <a:xfrm>
              <a:off x="6396090" y="3646729"/>
              <a:ext cx="558608" cy="428625"/>
              <a:chOff x="6495179" y="4021931"/>
              <a:chExt cx="558608" cy="428625"/>
            </a:xfrm>
          </p:grpSpPr>
          <p:pic>
            <p:nvPicPr>
              <p:cNvPr id="61" name="Graphique 60" descr="Utilisateur avec un remplissage uni">
                <a:extLst>
                  <a:ext uri="{FF2B5EF4-FFF2-40B4-BE49-F238E27FC236}">
                    <a16:creationId xmlns:a16="http://schemas.microsoft.com/office/drawing/2014/main" id="{6A33E799-F8C4-4293-998C-8EEA526B75D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95179" y="4222610"/>
                <a:ext cx="126206" cy="142875"/>
              </a:xfrm>
              <a:prstGeom prst="rect">
                <a:avLst/>
              </a:prstGeom>
            </p:spPr>
          </p:pic>
          <p:pic>
            <p:nvPicPr>
              <p:cNvPr id="65" name="Graphique 64" descr="Utilisateur avec un remplissage uni">
                <a:extLst>
                  <a:ext uri="{FF2B5EF4-FFF2-40B4-BE49-F238E27FC236}">
                    <a16:creationId xmlns:a16="http://schemas.microsoft.com/office/drawing/2014/main" id="{DA520C8F-1D87-4614-9BA5-2A857387D72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27581" y="4164805"/>
                <a:ext cx="126206" cy="142875"/>
              </a:xfrm>
              <a:prstGeom prst="rect">
                <a:avLst/>
              </a:prstGeom>
            </p:spPr>
          </p:pic>
          <p:pic>
            <p:nvPicPr>
              <p:cNvPr id="66" name="Graphique 65" descr="Utilisateur avec un remplissage uni">
                <a:extLst>
                  <a:ext uri="{FF2B5EF4-FFF2-40B4-BE49-F238E27FC236}">
                    <a16:creationId xmlns:a16="http://schemas.microsoft.com/office/drawing/2014/main" id="{EB53B5DA-2732-4BE1-9848-743377C16A9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94952" y="4307681"/>
                <a:ext cx="126206" cy="142875"/>
              </a:xfrm>
              <a:prstGeom prst="rect">
                <a:avLst/>
              </a:prstGeom>
            </p:spPr>
          </p:pic>
          <p:pic>
            <p:nvPicPr>
              <p:cNvPr id="67" name="Graphique 66" descr="Utilisateur avec un remplissage uni">
                <a:extLst>
                  <a:ext uri="{FF2B5EF4-FFF2-40B4-BE49-F238E27FC236}">
                    <a16:creationId xmlns:a16="http://schemas.microsoft.com/office/drawing/2014/main" id="{3DFCFF0A-58A3-4093-A2C2-B6167E4BB4B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1375" y="4021931"/>
                <a:ext cx="126206" cy="142875"/>
              </a:xfrm>
              <a:prstGeom prst="rect">
                <a:avLst/>
              </a:prstGeom>
            </p:spPr>
          </p:pic>
          <p:cxnSp>
            <p:nvCxnSpPr>
              <p:cNvPr id="69" name="Connecteur droit 68">
                <a:extLst>
                  <a:ext uri="{FF2B5EF4-FFF2-40B4-BE49-F238E27FC236}">
                    <a16:creationId xmlns:a16="http://schemas.microsoft.com/office/drawing/2014/main" id="{3979D62B-0CD5-475E-9E92-A773A7447F2B}"/>
                  </a:ext>
                </a:extLst>
              </p:cNvPr>
              <p:cNvCxnSpPr>
                <a:stCxn id="67" idx="2"/>
                <a:endCxn id="66"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8D9F4B16-0597-4705-8D3B-D6D5CB9EBD58}"/>
                  </a:ext>
                </a:extLst>
              </p:cNvPr>
              <p:cNvCxnSpPr>
                <a:cxnSpLocks/>
                <a:stCxn id="65" idx="1"/>
                <a:endCxn id="61"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4B0D9E8D-76C9-4CA8-8FCE-B70CB59FA235}"/>
                  </a:ext>
                </a:extLst>
              </p:cNvPr>
              <p:cNvCxnSpPr>
                <a:cxnSpLocks/>
                <a:stCxn id="67" idx="2"/>
                <a:endCxn id="65"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D2CB22BD-3AA2-4861-A1FB-5188D3FEDBF4}"/>
                  </a:ext>
                </a:extLst>
              </p:cNvPr>
              <p:cNvCxnSpPr>
                <a:cxnSpLocks/>
                <a:stCxn id="66" idx="0"/>
                <a:endCxn id="65"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25BC3CD8-70C9-415F-B012-D9A9E9BBD831}"/>
                  </a:ext>
                </a:extLst>
              </p:cNvPr>
              <p:cNvCxnSpPr>
                <a:cxnSpLocks/>
                <a:stCxn id="66" idx="0"/>
                <a:endCxn id="61"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0B5D6D8B-A338-4E3D-B988-E1501FDEF572}"/>
                  </a:ext>
                </a:extLst>
              </p:cNvPr>
              <p:cNvCxnSpPr>
                <a:cxnSpLocks/>
                <a:stCxn id="67" idx="2"/>
                <a:endCxn id="61"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3" name="Groupe 142">
              <a:extLst>
                <a:ext uri="{FF2B5EF4-FFF2-40B4-BE49-F238E27FC236}">
                  <a16:creationId xmlns:a16="http://schemas.microsoft.com/office/drawing/2014/main" id="{136504FA-EAD3-4FC8-A107-522F7671A759}"/>
                </a:ext>
              </a:extLst>
            </p:cNvPr>
            <p:cNvGrpSpPr/>
            <p:nvPr/>
          </p:nvGrpSpPr>
          <p:grpSpPr>
            <a:xfrm>
              <a:off x="6928840" y="4396781"/>
              <a:ext cx="601659" cy="306706"/>
              <a:chOff x="6448876" y="5104829"/>
              <a:chExt cx="601659" cy="306706"/>
            </a:xfrm>
          </p:grpSpPr>
          <p:pic>
            <p:nvPicPr>
              <p:cNvPr id="98" name="Graphique 97" descr="Utilisateur avec un remplissage uni">
                <a:extLst>
                  <a:ext uri="{FF2B5EF4-FFF2-40B4-BE49-F238E27FC236}">
                    <a16:creationId xmlns:a16="http://schemas.microsoft.com/office/drawing/2014/main" id="{826422EC-FAE4-47E7-ACDD-19E7C812948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48876" y="5104829"/>
                <a:ext cx="126206" cy="142875"/>
              </a:xfrm>
              <a:prstGeom prst="rect">
                <a:avLst/>
              </a:prstGeom>
            </p:spPr>
          </p:pic>
          <p:pic>
            <p:nvPicPr>
              <p:cNvPr id="99" name="Graphique 98" descr="Utilisateur avec un remplissage uni">
                <a:extLst>
                  <a:ext uri="{FF2B5EF4-FFF2-40B4-BE49-F238E27FC236}">
                    <a16:creationId xmlns:a16="http://schemas.microsoft.com/office/drawing/2014/main" id="{2A485203-1B4A-4DCF-9FB7-C6A8E5A1973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24329" y="5190444"/>
                <a:ext cx="126206" cy="142875"/>
              </a:xfrm>
              <a:prstGeom prst="rect">
                <a:avLst/>
              </a:prstGeom>
            </p:spPr>
          </p:pic>
          <p:pic>
            <p:nvPicPr>
              <p:cNvPr id="100" name="Graphique 99" descr="Utilisateur avec un remplissage uni">
                <a:extLst>
                  <a:ext uri="{FF2B5EF4-FFF2-40B4-BE49-F238E27FC236}">
                    <a16:creationId xmlns:a16="http://schemas.microsoft.com/office/drawing/2014/main" id="{DA25047F-0959-4577-ABAD-145BBF26070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21376" y="5268660"/>
                <a:ext cx="126206" cy="142875"/>
              </a:xfrm>
              <a:prstGeom prst="rect">
                <a:avLst/>
              </a:prstGeom>
            </p:spPr>
          </p:pic>
          <p:cxnSp>
            <p:nvCxnSpPr>
              <p:cNvPr id="103" name="Connecteur droit 102">
                <a:extLst>
                  <a:ext uri="{FF2B5EF4-FFF2-40B4-BE49-F238E27FC236}">
                    <a16:creationId xmlns:a16="http://schemas.microsoft.com/office/drawing/2014/main" id="{23F16D40-750F-4E14-BAE7-8DFE951891D5}"/>
                  </a:ext>
                </a:extLst>
              </p:cNvPr>
              <p:cNvCxnSpPr>
                <a:cxnSpLocks/>
                <a:stCxn id="99" idx="1"/>
                <a:endCxn id="98" idx="3"/>
              </p:cNvCxnSpPr>
              <p:nvPr/>
            </p:nvCxnSpPr>
            <p:spPr>
              <a:xfrm flipH="1" flipV="1">
                <a:off x="6575082" y="5176267"/>
                <a:ext cx="349247" cy="85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16059526-7072-4A80-9AF2-B92388AD6FAC}"/>
                  </a:ext>
                </a:extLst>
              </p:cNvPr>
              <p:cNvCxnSpPr>
                <a:cxnSpLocks/>
                <a:stCxn id="100" idx="0"/>
                <a:endCxn id="99" idx="1"/>
              </p:cNvCxnSpPr>
              <p:nvPr/>
            </p:nvCxnSpPr>
            <p:spPr>
              <a:xfrm flipV="1">
                <a:off x="6784479" y="5261882"/>
                <a:ext cx="139850" cy="6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07C31111-F96C-407E-A5C5-43A45B7EB829}"/>
                  </a:ext>
                </a:extLst>
              </p:cNvPr>
              <p:cNvCxnSpPr>
                <a:cxnSpLocks/>
                <a:stCxn id="100" idx="0"/>
                <a:endCxn id="98" idx="3"/>
              </p:cNvCxnSpPr>
              <p:nvPr/>
            </p:nvCxnSpPr>
            <p:spPr>
              <a:xfrm flipH="1" flipV="1">
                <a:off x="6575082" y="5176267"/>
                <a:ext cx="209397" cy="9239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2" name="Groupe 141">
              <a:extLst>
                <a:ext uri="{FF2B5EF4-FFF2-40B4-BE49-F238E27FC236}">
                  <a16:creationId xmlns:a16="http://schemas.microsoft.com/office/drawing/2014/main" id="{55629FB7-58BE-4C61-B0C6-3BFEC240EE8D}"/>
                </a:ext>
              </a:extLst>
            </p:cNvPr>
            <p:cNvGrpSpPr/>
            <p:nvPr/>
          </p:nvGrpSpPr>
          <p:grpSpPr>
            <a:xfrm>
              <a:off x="6843061" y="3949255"/>
              <a:ext cx="631706" cy="445842"/>
              <a:chOff x="6428428" y="4530096"/>
              <a:chExt cx="631706" cy="445842"/>
            </a:xfrm>
          </p:grpSpPr>
          <p:pic>
            <p:nvPicPr>
              <p:cNvPr id="88" name="Graphique 87" descr="Utilisateur avec un remplissage uni">
                <a:extLst>
                  <a:ext uri="{FF2B5EF4-FFF2-40B4-BE49-F238E27FC236}">
                    <a16:creationId xmlns:a16="http://schemas.microsoft.com/office/drawing/2014/main" id="{EC5D443A-58E7-4FEF-8099-9482B98B74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28428" y="4725905"/>
                <a:ext cx="126206" cy="142875"/>
              </a:xfrm>
              <a:prstGeom prst="rect">
                <a:avLst/>
              </a:prstGeom>
            </p:spPr>
          </p:pic>
          <p:pic>
            <p:nvPicPr>
              <p:cNvPr id="89" name="Graphique 88" descr="Utilisateur avec un remplissage uni">
                <a:extLst>
                  <a:ext uri="{FF2B5EF4-FFF2-40B4-BE49-F238E27FC236}">
                    <a16:creationId xmlns:a16="http://schemas.microsoft.com/office/drawing/2014/main" id="{A37EB9F3-41AC-40C4-8419-B9269747523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33928" y="4690187"/>
                <a:ext cx="126206" cy="142875"/>
              </a:xfrm>
              <a:prstGeom prst="rect">
                <a:avLst/>
              </a:prstGeom>
            </p:spPr>
          </p:pic>
          <p:pic>
            <p:nvPicPr>
              <p:cNvPr id="90" name="Graphique 89" descr="Utilisateur avec un remplissage uni">
                <a:extLst>
                  <a:ext uri="{FF2B5EF4-FFF2-40B4-BE49-F238E27FC236}">
                    <a16:creationId xmlns:a16="http://schemas.microsoft.com/office/drawing/2014/main" id="{3C052EAA-1FD8-4C1D-A820-E3FA628E2EE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1299" y="4833063"/>
                <a:ext cx="126206" cy="142875"/>
              </a:xfrm>
              <a:prstGeom prst="rect">
                <a:avLst/>
              </a:prstGeom>
            </p:spPr>
          </p:pic>
          <p:pic>
            <p:nvPicPr>
              <p:cNvPr id="91" name="Graphique 90" descr="Utilisateur avec un remplissage uni">
                <a:extLst>
                  <a:ext uri="{FF2B5EF4-FFF2-40B4-BE49-F238E27FC236}">
                    <a16:creationId xmlns:a16="http://schemas.microsoft.com/office/drawing/2014/main" id="{E1284417-557D-4898-842D-6A14B468D56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7722" y="4547313"/>
                <a:ext cx="126206" cy="142875"/>
              </a:xfrm>
              <a:prstGeom prst="rect">
                <a:avLst/>
              </a:prstGeom>
            </p:spPr>
          </p:pic>
          <p:cxnSp>
            <p:nvCxnSpPr>
              <p:cNvPr id="92" name="Connecteur droit 91">
                <a:extLst>
                  <a:ext uri="{FF2B5EF4-FFF2-40B4-BE49-F238E27FC236}">
                    <a16:creationId xmlns:a16="http://schemas.microsoft.com/office/drawing/2014/main" id="{CDF756B2-F77F-4527-B416-20370E0F3AAD}"/>
                  </a:ext>
                </a:extLst>
              </p:cNvPr>
              <p:cNvCxnSpPr>
                <a:stCxn id="91" idx="2"/>
                <a:endCxn id="90"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461C811E-3734-43E1-9E0D-AB62D45A5A26}"/>
                  </a:ext>
                </a:extLst>
              </p:cNvPr>
              <p:cNvCxnSpPr>
                <a:cxnSpLocks/>
                <a:stCxn id="89" idx="1"/>
                <a:endCxn id="88"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7526F01A-6570-4BC4-B36E-E2454ED1AB6C}"/>
                  </a:ext>
                </a:extLst>
              </p:cNvPr>
              <p:cNvCxnSpPr>
                <a:cxnSpLocks/>
                <a:stCxn id="91" idx="2"/>
                <a:endCxn id="89"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9274C93D-C30D-449E-957D-6066D6605771}"/>
                  </a:ext>
                </a:extLst>
              </p:cNvPr>
              <p:cNvCxnSpPr>
                <a:cxnSpLocks/>
                <a:stCxn id="90" idx="0"/>
                <a:endCxn id="89"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D3524025-0499-4455-B885-ADB1EC75F156}"/>
                  </a:ext>
                </a:extLst>
              </p:cNvPr>
              <p:cNvCxnSpPr>
                <a:cxnSpLocks/>
                <a:stCxn id="90" idx="0"/>
                <a:endCxn id="88"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658C7AC0-8C84-474E-B797-5F49057C0178}"/>
                  </a:ext>
                </a:extLst>
              </p:cNvPr>
              <p:cNvCxnSpPr>
                <a:cxnSpLocks/>
                <a:stCxn id="91" idx="2"/>
                <a:endCxn id="88"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108" name="Graphique 107" descr="Utilisateur avec un remplissage uni">
                <a:extLst>
                  <a:ext uri="{FF2B5EF4-FFF2-40B4-BE49-F238E27FC236}">
                    <a16:creationId xmlns:a16="http://schemas.microsoft.com/office/drawing/2014/main" id="{01C6C476-0AF6-4549-A62E-8A185917260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654461" y="4530096"/>
                <a:ext cx="126206" cy="142875"/>
              </a:xfrm>
              <a:prstGeom prst="rect">
                <a:avLst/>
              </a:prstGeom>
            </p:spPr>
          </p:pic>
          <p:cxnSp>
            <p:nvCxnSpPr>
              <p:cNvPr id="109" name="Connecteur droit 108">
                <a:extLst>
                  <a:ext uri="{FF2B5EF4-FFF2-40B4-BE49-F238E27FC236}">
                    <a16:creationId xmlns:a16="http://schemas.microsoft.com/office/drawing/2014/main" id="{2FB8A052-A474-43C7-8477-5167933932E8}"/>
                  </a:ext>
                </a:extLst>
              </p:cNvPr>
              <p:cNvCxnSpPr>
                <a:cxnSpLocks/>
                <a:stCxn id="108" idx="2"/>
                <a:endCxn id="88"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5D6F795C-C9E9-4544-B761-F4904C213186}"/>
                  </a:ext>
                </a:extLst>
              </p:cNvPr>
              <p:cNvCxnSpPr>
                <a:cxnSpLocks/>
                <a:stCxn id="108" idx="2"/>
                <a:endCxn id="90"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637767CB-B302-4E82-B0B0-AAC975055293}"/>
                  </a:ext>
                </a:extLst>
              </p:cNvPr>
              <p:cNvCxnSpPr>
                <a:cxnSpLocks/>
                <a:stCxn id="91" idx="2"/>
                <a:endCxn id="108"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Connecteur droit 117">
                <a:extLst>
                  <a:ext uri="{FF2B5EF4-FFF2-40B4-BE49-F238E27FC236}">
                    <a16:creationId xmlns:a16="http://schemas.microsoft.com/office/drawing/2014/main" id="{AEE9E0A0-A134-4E7F-A510-49B782D0496B}"/>
                  </a:ext>
                </a:extLst>
              </p:cNvPr>
              <p:cNvCxnSpPr>
                <a:cxnSpLocks/>
                <a:stCxn id="89" idx="1"/>
                <a:endCxn id="108"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22" name="Graphique 121" descr="Utilisateur avec un remplissage uni">
              <a:extLst>
                <a:ext uri="{FF2B5EF4-FFF2-40B4-BE49-F238E27FC236}">
                  <a16:creationId xmlns:a16="http://schemas.microsoft.com/office/drawing/2014/main" id="{32A5A71D-1E7F-4DD2-A11B-2F6C417657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81522" y="4216501"/>
              <a:ext cx="126206" cy="142875"/>
            </a:xfrm>
            <a:prstGeom prst="rect">
              <a:avLst/>
            </a:prstGeom>
          </p:spPr>
        </p:pic>
        <p:cxnSp>
          <p:nvCxnSpPr>
            <p:cNvPr id="132" name="Connecteur droit 131">
              <a:extLst>
                <a:ext uri="{FF2B5EF4-FFF2-40B4-BE49-F238E27FC236}">
                  <a16:creationId xmlns:a16="http://schemas.microsoft.com/office/drawing/2014/main" id="{C5E1A763-887F-494F-8D00-629AD3EF36A9}"/>
                </a:ext>
              </a:extLst>
            </p:cNvPr>
            <p:cNvCxnSpPr>
              <a:cxnSpLocks/>
              <a:stCxn id="61" idx="1"/>
              <a:endCxn id="122" idx="3"/>
            </p:cNvCxnSpPr>
            <p:nvPr/>
          </p:nvCxnSpPr>
          <p:spPr>
            <a:xfrm>
              <a:off x="6396090" y="3918846"/>
              <a:ext cx="111638" cy="369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Connecteur droit 134">
              <a:extLst>
                <a:ext uri="{FF2B5EF4-FFF2-40B4-BE49-F238E27FC236}">
                  <a16:creationId xmlns:a16="http://schemas.microsoft.com/office/drawing/2014/main" id="{F436882A-77B3-419C-B3E3-DAA5AAE6B0BF}"/>
                </a:ext>
              </a:extLst>
            </p:cNvPr>
            <p:cNvCxnSpPr>
              <a:cxnSpLocks/>
              <a:stCxn id="88" idx="1"/>
              <a:endCxn id="122" idx="3"/>
            </p:cNvCxnSpPr>
            <p:nvPr/>
          </p:nvCxnSpPr>
          <p:spPr>
            <a:xfrm flipH="1">
              <a:off x="6507728" y="4216502"/>
              <a:ext cx="33533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8B69C1DF-4293-44E0-AD10-7CC4FAA84AF6}"/>
                </a:ext>
              </a:extLst>
            </p:cNvPr>
            <p:cNvCxnSpPr>
              <a:cxnSpLocks/>
              <a:stCxn id="98" idx="1"/>
              <a:endCxn id="122" idx="3"/>
            </p:cNvCxnSpPr>
            <p:nvPr/>
          </p:nvCxnSpPr>
          <p:spPr>
            <a:xfrm flipH="1" flipV="1">
              <a:off x="6507728" y="4287939"/>
              <a:ext cx="421112" cy="180280"/>
            </a:xfrm>
            <a:prstGeom prst="line">
              <a:avLst/>
            </a:prstGeom>
          </p:spPr>
          <p:style>
            <a:lnRef idx="1">
              <a:schemeClr val="accent1"/>
            </a:lnRef>
            <a:fillRef idx="0">
              <a:schemeClr val="accent1"/>
            </a:fillRef>
            <a:effectRef idx="0">
              <a:schemeClr val="accent1"/>
            </a:effectRef>
            <a:fontRef idx="minor">
              <a:schemeClr val="tx1"/>
            </a:fontRef>
          </p:style>
        </p:cxnSp>
        <p:pic>
          <p:nvPicPr>
            <p:cNvPr id="147" name="Graphique 146" descr="Utilisateur avec un remplissage uni">
              <a:extLst>
                <a:ext uri="{FF2B5EF4-FFF2-40B4-BE49-F238E27FC236}">
                  <a16:creationId xmlns:a16="http://schemas.microsoft.com/office/drawing/2014/main" id="{F7A8D688-3AF7-4643-A5F9-1572029CD3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89889" y="4524939"/>
              <a:ext cx="126206" cy="142875"/>
            </a:xfrm>
            <a:prstGeom prst="rect">
              <a:avLst/>
            </a:prstGeom>
          </p:spPr>
        </p:pic>
        <p:grpSp>
          <p:nvGrpSpPr>
            <p:cNvPr id="148" name="Groupe 147">
              <a:extLst>
                <a:ext uri="{FF2B5EF4-FFF2-40B4-BE49-F238E27FC236}">
                  <a16:creationId xmlns:a16="http://schemas.microsoft.com/office/drawing/2014/main" id="{2FA42C37-07BD-4E29-9BCE-4AC08DB69AF8}"/>
                </a:ext>
              </a:extLst>
            </p:cNvPr>
            <p:cNvGrpSpPr/>
            <p:nvPr/>
          </p:nvGrpSpPr>
          <p:grpSpPr>
            <a:xfrm>
              <a:off x="6390010" y="4567872"/>
              <a:ext cx="390004" cy="294767"/>
              <a:chOff x="6448876" y="5033391"/>
              <a:chExt cx="390004" cy="294767"/>
            </a:xfrm>
          </p:grpSpPr>
          <p:pic>
            <p:nvPicPr>
              <p:cNvPr id="149" name="Graphique 148" descr="Utilisateur avec un remplissage uni">
                <a:extLst>
                  <a:ext uri="{FF2B5EF4-FFF2-40B4-BE49-F238E27FC236}">
                    <a16:creationId xmlns:a16="http://schemas.microsoft.com/office/drawing/2014/main" id="{CEDB74E7-6B1D-4800-BCA9-623294578AA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48876" y="5104829"/>
                <a:ext cx="126206" cy="142875"/>
              </a:xfrm>
              <a:prstGeom prst="rect">
                <a:avLst/>
              </a:prstGeom>
            </p:spPr>
          </p:pic>
          <p:pic>
            <p:nvPicPr>
              <p:cNvPr id="150" name="Graphique 149" descr="Utilisateur avec un remplissage uni">
                <a:extLst>
                  <a:ext uri="{FF2B5EF4-FFF2-40B4-BE49-F238E27FC236}">
                    <a16:creationId xmlns:a16="http://schemas.microsoft.com/office/drawing/2014/main" id="{BD567230-0DE6-4493-B35D-B85139A8060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685741" y="5033391"/>
                <a:ext cx="126206" cy="142875"/>
              </a:xfrm>
              <a:prstGeom prst="rect">
                <a:avLst/>
              </a:prstGeom>
            </p:spPr>
          </p:pic>
          <p:pic>
            <p:nvPicPr>
              <p:cNvPr id="151" name="Graphique 150" descr="Utilisateur avec un remplissage uni">
                <a:extLst>
                  <a:ext uri="{FF2B5EF4-FFF2-40B4-BE49-F238E27FC236}">
                    <a16:creationId xmlns:a16="http://schemas.microsoft.com/office/drawing/2014/main" id="{360C22F2-95AD-4EF4-B8E3-8CA67B05A1D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12674" y="5185283"/>
                <a:ext cx="126206" cy="142875"/>
              </a:xfrm>
              <a:prstGeom prst="rect">
                <a:avLst/>
              </a:prstGeom>
            </p:spPr>
          </p:pic>
          <p:cxnSp>
            <p:nvCxnSpPr>
              <p:cNvPr id="152" name="Connecteur droit 151">
                <a:extLst>
                  <a:ext uri="{FF2B5EF4-FFF2-40B4-BE49-F238E27FC236}">
                    <a16:creationId xmlns:a16="http://schemas.microsoft.com/office/drawing/2014/main" id="{EBBE853E-1854-4EF3-B90E-42BAB1142979}"/>
                  </a:ext>
                </a:extLst>
              </p:cNvPr>
              <p:cNvCxnSpPr>
                <a:cxnSpLocks/>
                <a:stCxn id="150" idx="1"/>
                <a:endCxn id="149" idx="3"/>
              </p:cNvCxnSpPr>
              <p:nvPr/>
            </p:nvCxnSpPr>
            <p:spPr>
              <a:xfrm flipH="1">
                <a:off x="6575082" y="5104829"/>
                <a:ext cx="11065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C2CB2545-939D-4AF7-8578-945101B6680D}"/>
                  </a:ext>
                </a:extLst>
              </p:cNvPr>
              <p:cNvCxnSpPr>
                <a:cxnSpLocks/>
                <a:stCxn id="151" idx="0"/>
                <a:endCxn id="150" idx="1"/>
              </p:cNvCxnSpPr>
              <p:nvPr/>
            </p:nvCxnSpPr>
            <p:spPr>
              <a:xfrm flipH="1" flipV="1">
                <a:off x="6685741" y="5104829"/>
                <a:ext cx="90036" cy="80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4FE3F96B-3446-451A-B764-0E82DAEBEB3C}"/>
                  </a:ext>
                </a:extLst>
              </p:cNvPr>
              <p:cNvCxnSpPr>
                <a:cxnSpLocks/>
                <a:stCxn id="151" idx="0"/>
                <a:endCxn id="149" idx="3"/>
              </p:cNvCxnSpPr>
              <p:nvPr/>
            </p:nvCxnSpPr>
            <p:spPr>
              <a:xfrm flipH="1" flipV="1">
                <a:off x="6575082" y="5176267"/>
                <a:ext cx="200695" cy="901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5" name="Groupe 154">
              <a:extLst>
                <a:ext uri="{FF2B5EF4-FFF2-40B4-BE49-F238E27FC236}">
                  <a16:creationId xmlns:a16="http://schemas.microsoft.com/office/drawing/2014/main" id="{A435ADC6-0B38-48B3-BA4E-4F741DB9AE2C}"/>
                </a:ext>
              </a:extLst>
            </p:cNvPr>
            <p:cNvGrpSpPr/>
            <p:nvPr/>
          </p:nvGrpSpPr>
          <p:grpSpPr>
            <a:xfrm>
              <a:off x="6458221" y="4787629"/>
              <a:ext cx="759637" cy="421580"/>
              <a:chOff x="6495179" y="4093369"/>
              <a:chExt cx="759637" cy="421580"/>
            </a:xfrm>
          </p:grpSpPr>
          <p:pic>
            <p:nvPicPr>
              <p:cNvPr id="156" name="Graphique 155" descr="Utilisateur avec un remplissage uni">
                <a:extLst>
                  <a:ext uri="{FF2B5EF4-FFF2-40B4-BE49-F238E27FC236}">
                    <a16:creationId xmlns:a16="http://schemas.microsoft.com/office/drawing/2014/main" id="{738C23C9-CE83-47F2-AA9B-B4B6FE74747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95179" y="4222610"/>
                <a:ext cx="126206" cy="142875"/>
              </a:xfrm>
              <a:prstGeom prst="rect">
                <a:avLst/>
              </a:prstGeom>
            </p:spPr>
          </p:pic>
          <p:pic>
            <p:nvPicPr>
              <p:cNvPr id="157" name="Graphique 156" descr="Utilisateur avec un remplissage uni">
                <a:extLst>
                  <a:ext uri="{FF2B5EF4-FFF2-40B4-BE49-F238E27FC236}">
                    <a16:creationId xmlns:a16="http://schemas.microsoft.com/office/drawing/2014/main" id="{D2790E2C-9203-49A8-A594-4BCC7E311A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7128610" y="4270527"/>
                <a:ext cx="126206" cy="142875"/>
              </a:xfrm>
              <a:prstGeom prst="rect">
                <a:avLst/>
              </a:prstGeom>
            </p:spPr>
          </p:pic>
          <p:pic>
            <p:nvPicPr>
              <p:cNvPr id="158" name="Graphique 157" descr="Utilisateur avec un remplissage uni">
                <a:extLst>
                  <a:ext uri="{FF2B5EF4-FFF2-40B4-BE49-F238E27FC236}">
                    <a16:creationId xmlns:a16="http://schemas.microsoft.com/office/drawing/2014/main" id="{CD7DDCD8-F5B3-4651-AEE8-70D8FED58EA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92147" y="4372074"/>
                <a:ext cx="126206" cy="142875"/>
              </a:xfrm>
              <a:prstGeom prst="rect">
                <a:avLst/>
              </a:prstGeom>
            </p:spPr>
          </p:pic>
          <p:pic>
            <p:nvPicPr>
              <p:cNvPr id="159" name="Graphique 158" descr="Utilisateur avec un remplissage uni">
                <a:extLst>
                  <a:ext uri="{FF2B5EF4-FFF2-40B4-BE49-F238E27FC236}">
                    <a16:creationId xmlns:a16="http://schemas.microsoft.com/office/drawing/2014/main" id="{C3CAE98A-8E52-49C5-933B-850228A210A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48219" y="4093369"/>
                <a:ext cx="126206" cy="142875"/>
              </a:xfrm>
              <a:prstGeom prst="rect">
                <a:avLst/>
              </a:prstGeom>
            </p:spPr>
          </p:pic>
          <p:cxnSp>
            <p:nvCxnSpPr>
              <p:cNvPr id="160" name="Connecteur droit 159">
                <a:extLst>
                  <a:ext uri="{FF2B5EF4-FFF2-40B4-BE49-F238E27FC236}">
                    <a16:creationId xmlns:a16="http://schemas.microsoft.com/office/drawing/2014/main" id="{7877AD83-238A-437F-B99B-BE43463AEB5F}"/>
                  </a:ext>
                </a:extLst>
              </p:cNvPr>
              <p:cNvCxnSpPr>
                <a:stCxn id="159" idx="2"/>
                <a:endCxn id="158" idx="0"/>
              </p:cNvCxnSpPr>
              <p:nvPr/>
            </p:nvCxnSpPr>
            <p:spPr>
              <a:xfrm flipH="1">
                <a:off x="6955250" y="4236244"/>
                <a:ext cx="56072" cy="135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6A9D6E02-7357-418B-9C56-0A2ACF7676C6}"/>
                  </a:ext>
                </a:extLst>
              </p:cNvPr>
              <p:cNvCxnSpPr>
                <a:cxnSpLocks/>
                <a:stCxn id="157" idx="1"/>
                <a:endCxn id="156" idx="3"/>
              </p:cNvCxnSpPr>
              <p:nvPr/>
            </p:nvCxnSpPr>
            <p:spPr>
              <a:xfrm flipH="1" flipV="1">
                <a:off x="6621385" y="4294048"/>
                <a:ext cx="507225" cy="47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07ED5649-8941-41D1-8AFE-7D535223DD04}"/>
                  </a:ext>
                </a:extLst>
              </p:cNvPr>
              <p:cNvCxnSpPr>
                <a:cxnSpLocks/>
                <a:stCxn id="159" idx="2"/>
                <a:endCxn id="157" idx="1"/>
              </p:cNvCxnSpPr>
              <p:nvPr/>
            </p:nvCxnSpPr>
            <p:spPr>
              <a:xfrm>
                <a:off x="7011322" y="4236244"/>
                <a:ext cx="117288" cy="105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4F38E588-5E0E-4FD7-9D36-DFA5B053D7A0}"/>
                  </a:ext>
                </a:extLst>
              </p:cNvPr>
              <p:cNvCxnSpPr>
                <a:cxnSpLocks/>
                <a:stCxn id="158" idx="0"/>
                <a:endCxn id="157" idx="1"/>
              </p:cNvCxnSpPr>
              <p:nvPr/>
            </p:nvCxnSpPr>
            <p:spPr>
              <a:xfrm flipV="1">
                <a:off x="6955250" y="4341965"/>
                <a:ext cx="173360" cy="3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Connecteur droit 163">
                <a:extLst>
                  <a:ext uri="{FF2B5EF4-FFF2-40B4-BE49-F238E27FC236}">
                    <a16:creationId xmlns:a16="http://schemas.microsoft.com/office/drawing/2014/main" id="{01A8DBE3-F053-429B-932D-C9F68C74118A}"/>
                  </a:ext>
                </a:extLst>
              </p:cNvPr>
              <p:cNvCxnSpPr>
                <a:cxnSpLocks/>
                <a:stCxn id="158" idx="0"/>
                <a:endCxn id="156" idx="3"/>
              </p:cNvCxnSpPr>
              <p:nvPr/>
            </p:nvCxnSpPr>
            <p:spPr>
              <a:xfrm flipH="1" flipV="1">
                <a:off x="6621385" y="4294048"/>
                <a:ext cx="333865" cy="7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Connecteur droit 164">
                <a:extLst>
                  <a:ext uri="{FF2B5EF4-FFF2-40B4-BE49-F238E27FC236}">
                    <a16:creationId xmlns:a16="http://schemas.microsoft.com/office/drawing/2014/main" id="{5CE9F9BF-5B75-4B40-8C29-ED790F42490C}"/>
                  </a:ext>
                </a:extLst>
              </p:cNvPr>
              <p:cNvCxnSpPr>
                <a:cxnSpLocks/>
                <a:stCxn id="159" idx="2"/>
                <a:endCxn id="156" idx="3"/>
              </p:cNvCxnSpPr>
              <p:nvPr/>
            </p:nvCxnSpPr>
            <p:spPr>
              <a:xfrm flipH="1">
                <a:off x="6621385" y="4236244"/>
                <a:ext cx="389937" cy="5780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66" name="Connecteur droit 165">
              <a:extLst>
                <a:ext uri="{FF2B5EF4-FFF2-40B4-BE49-F238E27FC236}">
                  <a16:creationId xmlns:a16="http://schemas.microsoft.com/office/drawing/2014/main" id="{111655BA-D112-4B62-98A0-C82788910F48}"/>
                </a:ext>
              </a:extLst>
            </p:cNvPr>
            <p:cNvCxnSpPr>
              <a:cxnSpLocks/>
              <a:stCxn id="98" idx="1"/>
              <a:endCxn id="88" idx="1"/>
            </p:cNvCxnSpPr>
            <p:nvPr/>
          </p:nvCxnSpPr>
          <p:spPr>
            <a:xfrm flipH="1" flipV="1">
              <a:off x="6843061" y="4216502"/>
              <a:ext cx="85779" cy="251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Connecteur droit 168">
              <a:extLst>
                <a:ext uri="{FF2B5EF4-FFF2-40B4-BE49-F238E27FC236}">
                  <a16:creationId xmlns:a16="http://schemas.microsoft.com/office/drawing/2014/main" id="{8366C9D9-E6BA-4E8E-BAE6-AADA3E9F6961}"/>
                </a:ext>
              </a:extLst>
            </p:cNvPr>
            <p:cNvCxnSpPr>
              <a:cxnSpLocks/>
              <a:stCxn id="98" idx="1"/>
              <a:endCxn id="61" idx="1"/>
            </p:cNvCxnSpPr>
            <p:nvPr/>
          </p:nvCxnSpPr>
          <p:spPr>
            <a:xfrm flipH="1" flipV="1">
              <a:off x="6396090" y="3918846"/>
              <a:ext cx="532750" cy="549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Connecteur droit 171">
              <a:extLst>
                <a:ext uri="{FF2B5EF4-FFF2-40B4-BE49-F238E27FC236}">
                  <a16:creationId xmlns:a16="http://schemas.microsoft.com/office/drawing/2014/main" id="{C9330CCB-A4C1-40E0-9FE1-09D9CD3E2349}"/>
                </a:ext>
              </a:extLst>
            </p:cNvPr>
            <p:cNvCxnSpPr>
              <a:cxnSpLocks/>
              <a:stCxn id="88" idx="1"/>
              <a:endCxn id="61" idx="1"/>
            </p:cNvCxnSpPr>
            <p:nvPr/>
          </p:nvCxnSpPr>
          <p:spPr>
            <a:xfrm flipH="1" flipV="1">
              <a:off x="6396090" y="3918846"/>
              <a:ext cx="446971" cy="297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Connecteur droit 174">
              <a:extLst>
                <a:ext uri="{FF2B5EF4-FFF2-40B4-BE49-F238E27FC236}">
                  <a16:creationId xmlns:a16="http://schemas.microsoft.com/office/drawing/2014/main" id="{1FA0ECF0-B763-4F6F-87EE-3FED71231969}"/>
                </a:ext>
              </a:extLst>
            </p:cNvPr>
            <p:cNvCxnSpPr>
              <a:cxnSpLocks/>
              <a:stCxn id="156" idx="1"/>
              <a:endCxn id="149" idx="1"/>
            </p:cNvCxnSpPr>
            <p:nvPr/>
          </p:nvCxnSpPr>
          <p:spPr>
            <a:xfrm flipH="1" flipV="1">
              <a:off x="6390010" y="4710748"/>
              <a:ext cx="68211" cy="27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Connecteur droit 177">
              <a:extLst>
                <a:ext uri="{FF2B5EF4-FFF2-40B4-BE49-F238E27FC236}">
                  <a16:creationId xmlns:a16="http://schemas.microsoft.com/office/drawing/2014/main" id="{D41E36A2-471F-4D35-9B23-43C6AC78B69F}"/>
                </a:ext>
              </a:extLst>
            </p:cNvPr>
            <p:cNvCxnSpPr>
              <a:cxnSpLocks/>
              <a:stCxn id="156" idx="1"/>
              <a:endCxn id="147" idx="3"/>
            </p:cNvCxnSpPr>
            <p:nvPr/>
          </p:nvCxnSpPr>
          <p:spPr>
            <a:xfrm flipH="1" flipV="1">
              <a:off x="6216095" y="4596377"/>
              <a:ext cx="242126" cy="391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Connecteur droit 180">
              <a:extLst>
                <a:ext uri="{FF2B5EF4-FFF2-40B4-BE49-F238E27FC236}">
                  <a16:creationId xmlns:a16="http://schemas.microsoft.com/office/drawing/2014/main" id="{9738903D-152B-4CE0-B064-F72C553E7281}"/>
                </a:ext>
              </a:extLst>
            </p:cNvPr>
            <p:cNvCxnSpPr>
              <a:cxnSpLocks/>
              <a:stCxn id="149" idx="1"/>
              <a:endCxn id="147" idx="3"/>
            </p:cNvCxnSpPr>
            <p:nvPr/>
          </p:nvCxnSpPr>
          <p:spPr>
            <a:xfrm flipH="1" flipV="1">
              <a:off x="6216095" y="4596377"/>
              <a:ext cx="173915" cy="114371"/>
            </a:xfrm>
            <a:prstGeom prst="line">
              <a:avLst/>
            </a:prstGeom>
          </p:spPr>
          <p:style>
            <a:lnRef idx="1">
              <a:schemeClr val="accent1"/>
            </a:lnRef>
            <a:fillRef idx="0">
              <a:schemeClr val="accent1"/>
            </a:fillRef>
            <a:effectRef idx="0">
              <a:schemeClr val="accent1"/>
            </a:effectRef>
            <a:fontRef idx="minor">
              <a:schemeClr val="tx1"/>
            </a:fontRef>
          </p:style>
        </p:cxnSp>
        <p:pic>
          <p:nvPicPr>
            <p:cNvPr id="185" name="Graphique 184" descr="Utilisateur avec un remplissage uni">
              <a:extLst>
                <a:ext uri="{FF2B5EF4-FFF2-40B4-BE49-F238E27FC236}">
                  <a16:creationId xmlns:a16="http://schemas.microsoft.com/office/drawing/2014/main" id="{ECD61A44-D070-4373-A1F6-571AEA0D92C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7759" t="11596" r="14944" b="12219"/>
            <a:stretch/>
          </p:blipFill>
          <p:spPr>
            <a:xfrm>
              <a:off x="5672245" y="4378468"/>
              <a:ext cx="126206" cy="142875"/>
            </a:xfrm>
            <a:prstGeom prst="rect">
              <a:avLst/>
            </a:prstGeom>
          </p:spPr>
        </p:pic>
        <p:cxnSp>
          <p:nvCxnSpPr>
            <p:cNvPr id="186" name="Connecteur droit 185">
              <a:extLst>
                <a:ext uri="{FF2B5EF4-FFF2-40B4-BE49-F238E27FC236}">
                  <a16:creationId xmlns:a16="http://schemas.microsoft.com/office/drawing/2014/main" id="{B577363D-38B4-4DB8-BD09-9F4EE2C30BDE}"/>
                </a:ext>
              </a:extLst>
            </p:cNvPr>
            <p:cNvCxnSpPr>
              <a:cxnSpLocks/>
              <a:stCxn id="185" idx="3"/>
              <a:endCxn id="122" idx="1"/>
            </p:cNvCxnSpPr>
            <p:nvPr/>
          </p:nvCxnSpPr>
          <p:spPr>
            <a:xfrm flipV="1">
              <a:off x="5798451" y="4287939"/>
              <a:ext cx="583071" cy="16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Connecteur droit 188">
              <a:extLst>
                <a:ext uri="{FF2B5EF4-FFF2-40B4-BE49-F238E27FC236}">
                  <a16:creationId xmlns:a16="http://schemas.microsoft.com/office/drawing/2014/main" id="{039596F4-8DD9-4F73-86C8-BED2F357B9A1}"/>
                </a:ext>
              </a:extLst>
            </p:cNvPr>
            <p:cNvCxnSpPr>
              <a:cxnSpLocks/>
              <a:stCxn id="185" idx="3"/>
              <a:endCxn id="147" idx="1"/>
            </p:cNvCxnSpPr>
            <p:nvPr/>
          </p:nvCxnSpPr>
          <p:spPr>
            <a:xfrm>
              <a:off x="5798451" y="4449906"/>
              <a:ext cx="291438" cy="14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Connecteur droit 191">
              <a:extLst>
                <a:ext uri="{FF2B5EF4-FFF2-40B4-BE49-F238E27FC236}">
                  <a16:creationId xmlns:a16="http://schemas.microsoft.com/office/drawing/2014/main" id="{2D8FF45D-4E41-4268-B952-B3F4817B052E}"/>
                </a:ext>
              </a:extLst>
            </p:cNvPr>
            <p:cNvCxnSpPr>
              <a:cxnSpLocks/>
              <a:stCxn id="122" idx="1"/>
              <a:endCxn id="147" idx="1"/>
            </p:cNvCxnSpPr>
            <p:nvPr/>
          </p:nvCxnSpPr>
          <p:spPr>
            <a:xfrm flipH="1">
              <a:off x="6089889" y="4287939"/>
              <a:ext cx="291633" cy="30843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39" name="Groupe 338">
            <a:extLst>
              <a:ext uri="{FF2B5EF4-FFF2-40B4-BE49-F238E27FC236}">
                <a16:creationId xmlns:a16="http://schemas.microsoft.com/office/drawing/2014/main" id="{EC497F77-6619-4A19-AC0B-A6F785370732}"/>
              </a:ext>
            </a:extLst>
          </p:cNvPr>
          <p:cNvGrpSpPr/>
          <p:nvPr/>
        </p:nvGrpSpPr>
        <p:grpSpPr>
          <a:xfrm>
            <a:off x="6020253" y="5615847"/>
            <a:ext cx="1310976" cy="914681"/>
            <a:chOff x="5930169" y="5735666"/>
            <a:chExt cx="1310976" cy="914681"/>
          </a:xfrm>
        </p:grpSpPr>
        <p:pic>
          <p:nvPicPr>
            <p:cNvPr id="227" name="Graphique 226" descr="Utilisateur avec un remplissage uni">
              <a:extLst>
                <a:ext uri="{FF2B5EF4-FFF2-40B4-BE49-F238E27FC236}">
                  <a16:creationId xmlns:a16="http://schemas.microsoft.com/office/drawing/2014/main" id="{AB55D113-54D7-4201-9209-75E40ADB99A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228" name="Graphique 227" descr="Utilisateur avec un remplissage uni">
              <a:extLst>
                <a:ext uri="{FF2B5EF4-FFF2-40B4-BE49-F238E27FC236}">
                  <a16:creationId xmlns:a16="http://schemas.microsoft.com/office/drawing/2014/main" id="{08F0EA7A-ED9A-4A9D-B335-743907E0EB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229" name="Graphique 228" descr="Utilisateur avec un remplissage uni">
              <a:extLst>
                <a:ext uri="{FF2B5EF4-FFF2-40B4-BE49-F238E27FC236}">
                  <a16:creationId xmlns:a16="http://schemas.microsoft.com/office/drawing/2014/main" id="{D002B3CF-D6C9-48BC-9804-2D9F9C546C8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230" name="Graphique 229" descr="Utilisateur avec un remplissage uni">
              <a:extLst>
                <a:ext uri="{FF2B5EF4-FFF2-40B4-BE49-F238E27FC236}">
                  <a16:creationId xmlns:a16="http://schemas.microsoft.com/office/drawing/2014/main" id="{23CDBB94-572D-42CA-B7C6-0A33D9D14FD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231" name="Graphique 230" descr="Utilisateur avec un remplissage uni">
              <a:extLst>
                <a:ext uri="{FF2B5EF4-FFF2-40B4-BE49-F238E27FC236}">
                  <a16:creationId xmlns:a16="http://schemas.microsoft.com/office/drawing/2014/main" id="{4E95C6A3-8B53-405A-A521-89C6B2AFD44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232" name="Graphique 231" descr="Utilisateur avec un remplissage uni">
              <a:extLst>
                <a:ext uri="{FF2B5EF4-FFF2-40B4-BE49-F238E27FC236}">
                  <a16:creationId xmlns:a16="http://schemas.microsoft.com/office/drawing/2014/main" id="{D5973EBD-E155-417A-A092-41D0919FB3E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233" name="Graphique 232" descr="Utilisateur avec un remplissage uni">
              <a:extLst>
                <a:ext uri="{FF2B5EF4-FFF2-40B4-BE49-F238E27FC236}">
                  <a16:creationId xmlns:a16="http://schemas.microsoft.com/office/drawing/2014/main" id="{6CBABB47-1A5F-4A79-8041-9A1D0A5491E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234" name="Graphique 233" descr="Utilisateur avec un remplissage uni">
              <a:extLst>
                <a:ext uri="{FF2B5EF4-FFF2-40B4-BE49-F238E27FC236}">
                  <a16:creationId xmlns:a16="http://schemas.microsoft.com/office/drawing/2014/main" id="{09204BA6-B134-4DB3-9887-A0852946130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235" name="Graphique 234" descr="Utilisateur avec un remplissage uni">
              <a:extLst>
                <a:ext uri="{FF2B5EF4-FFF2-40B4-BE49-F238E27FC236}">
                  <a16:creationId xmlns:a16="http://schemas.microsoft.com/office/drawing/2014/main" id="{37DB3F6A-FC14-4C3B-BC5B-6970C1FC8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237" name="Graphique 236" descr="Utilisateur avec un remplissage uni">
              <a:extLst>
                <a:ext uri="{FF2B5EF4-FFF2-40B4-BE49-F238E27FC236}">
                  <a16:creationId xmlns:a16="http://schemas.microsoft.com/office/drawing/2014/main" id="{82DF9717-8B85-4729-B3F6-C3DE7E8600C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238" name="Graphique 237" descr="Utilisateur avec un remplissage uni">
              <a:extLst>
                <a:ext uri="{FF2B5EF4-FFF2-40B4-BE49-F238E27FC236}">
                  <a16:creationId xmlns:a16="http://schemas.microsoft.com/office/drawing/2014/main" id="{F64542D9-A3CF-4842-9E35-56AD397A8F3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239" name="Graphique 238" descr="Utilisateur avec un remplissage uni">
              <a:extLst>
                <a:ext uri="{FF2B5EF4-FFF2-40B4-BE49-F238E27FC236}">
                  <a16:creationId xmlns:a16="http://schemas.microsoft.com/office/drawing/2014/main" id="{09B4FCC5-B9B4-4C0E-890C-92B44ED37F4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240" name="Graphique 239" descr="Utilisateur avec un remplissage uni">
              <a:extLst>
                <a:ext uri="{FF2B5EF4-FFF2-40B4-BE49-F238E27FC236}">
                  <a16:creationId xmlns:a16="http://schemas.microsoft.com/office/drawing/2014/main" id="{37B5FEE1-6CD6-4D32-9D71-3B56BF8329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241" name="Graphique 240" descr="Utilisateur avec un remplissage uni">
              <a:extLst>
                <a:ext uri="{FF2B5EF4-FFF2-40B4-BE49-F238E27FC236}">
                  <a16:creationId xmlns:a16="http://schemas.microsoft.com/office/drawing/2014/main" id="{67B04410-DD8E-4B80-8C44-2A331C7E938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242" name="Graphique 241" descr="Utilisateur avec un remplissage uni">
              <a:extLst>
                <a:ext uri="{FF2B5EF4-FFF2-40B4-BE49-F238E27FC236}">
                  <a16:creationId xmlns:a16="http://schemas.microsoft.com/office/drawing/2014/main" id="{142A1FEB-59A5-4D65-9F83-D66C9FDD27A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243" name="Graphique 242" descr="Utilisateur avec un remplissage uni">
              <a:extLst>
                <a:ext uri="{FF2B5EF4-FFF2-40B4-BE49-F238E27FC236}">
                  <a16:creationId xmlns:a16="http://schemas.microsoft.com/office/drawing/2014/main" id="{683377BF-C398-4811-8DC4-9BC2C735D2D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244" name="Graphique 243" descr="Utilisateur avec un remplissage uni">
              <a:extLst>
                <a:ext uri="{FF2B5EF4-FFF2-40B4-BE49-F238E27FC236}">
                  <a16:creationId xmlns:a16="http://schemas.microsoft.com/office/drawing/2014/main" id="{18E74AB9-05E6-481C-8C79-ACAF2565783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245" name="Connecteur droit 244">
              <a:extLst>
                <a:ext uri="{FF2B5EF4-FFF2-40B4-BE49-F238E27FC236}">
                  <a16:creationId xmlns:a16="http://schemas.microsoft.com/office/drawing/2014/main" id="{F6ABCB49-896E-42A5-8ED6-96968891C7A4}"/>
                </a:ext>
              </a:extLst>
            </p:cNvPr>
            <p:cNvCxnSpPr>
              <a:cxnSpLocks/>
              <a:stCxn id="233" idx="3"/>
              <a:endCxn id="24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Connecteur droit 247">
              <a:extLst>
                <a:ext uri="{FF2B5EF4-FFF2-40B4-BE49-F238E27FC236}">
                  <a16:creationId xmlns:a16="http://schemas.microsoft.com/office/drawing/2014/main" id="{13C7AEC0-BA43-45B8-B045-E3F846BC9EBE}"/>
                </a:ext>
              </a:extLst>
            </p:cNvPr>
            <p:cNvCxnSpPr>
              <a:cxnSpLocks/>
              <a:stCxn id="233" idx="3"/>
              <a:endCxn id="234"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1" name="Connecteur droit 250">
              <a:extLst>
                <a:ext uri="{FF2B5EF4-FFF2-40B4-BE49-F238E27FC236}">
                  <a16:creationId xmlns:a16="http://schemas.microsoft.com/office/drawing/2014/main" id="{885FEC7E-F6B4-4EDB-88ED-1AE24F1763BA}"/>
                </a:ext>
              </a:extLst>
            </p:cNvPr>
            <p:cNvCxnSpPr>
              <a:cxnSpLocks/>
              <a:stCxn id="242" idx="3"/>
              <a:endCxn id="24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Connecteur droit 253">
              <a:extLst>
                <a:ext uri="{FF2B5EF4-FFF2-40B4-BE49-F238E27FC236}">
                  <a16:creationId xmlns:a16="http://schemas.microsoft.com/office/drawing/2014/main" id="{57A50AAA-C879-4DDA-92AE-C943E9ED1D0B}"/>
                </a:ext>
              </a:extLst>
            </p:cNvPr>
            <p:cNvCxnSpPr>
              <a:cxnSpLocks/>
              <a:stCxn id="243" idx="3"/>
              <a:endCxn id="227"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57" name="Connecteur droit 256">
              <a:extLst>
                <a:ext uri="{FF2B5EF4-FFF2-40B4-BE49-F238E27FC236}">
                  <a16:creationId xmlns:a16="http://schemas.microsoft.com/office/drawing/2014/main" id="{DE2B67C0-A651-4084-9073-0A9F492286C0}"/>
                </a:ext>
              </a:extLst>
            </p:cNvPr>
            <p:cNvCxnSpPr>
              <a:cxnSpLocks/>
              <a:stCxn id="228" idx="0"/>
              <a:endCxn id="227"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0" name="Connecteur droit 259">
              <a:extLst>
                <a:ext uri="{FF2B5EF4-FFF2-40B4-BE49-F238E27FC236}">
                  <a16:creationId xmlns:a16="http://schemas.microsoft.com/office/drawing/2014/main" id="{32B46DBF-583C-41E3-AAD4-827193337821}"/>
                </a:ext>
              </a:extLst>
            </p:cNvPr>
            <p:cNvCxnSpPr>
              <a:cxnSpLocks/>
              <a:stCxn id="235" idx="3"/>
              <a:endCxn id="227"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3" name="Connecteur droit 262">
              <a:extLst>
                <a:ext uri="{FF2B5EF4-FFF2-40B4-BE49-F238E27FC236}">
                  <a16:creationId xmlns:a16="http://schemas.microsoft.com/office/drawing/2014/main" id="{A41D0F6D-92C0-40C7-B4B4-6710CA670A34}"/>
                </a:ext>
              </a:extLst>
            </p:cNvPr>
            <p:cNvCxnSpPr>
              <a:cxnSpLocks/>
              <a:stCxn id="235" idx="3"/>
              <a:endCxn id="228"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6" name="Connecteur droit 265">
              <a:extLst>
                <a:ext uri="{FF2B5EF4-FFF2-40B4-BE49-F238E27FC236}">
                  <a16:creationId xmlns:a16="http://schemas.microsoft.com/office/drawing/2014/main" id="{0391C681-56AC-4B01-A3D9-0E50DE91D943}"/>
                </a:ext>
              </a:extLst>
            </p:cNvPr>
            <p:cNvCxnSpPr>
              <a:cxnSpLocks/>
              <a:stCxn id="242" idx="3"/>
              <a:endCxn id="23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9" name="Connecteur droit 268">
              <a:extLst>
                <a:ext uri="{FF2B5EF4-FFF2-40B4-BE49-F238E27FC236}">
                  <a16:creationId xmlns:a16="http://schemas.microsoft.com/office/drawing/2014/main" id="{B11A4EBF-4F13-48E1-98A9-4C85B57290E1}"/>
                </a:ext>
              </a:extLst>
            </p:cNvPr>
            <p:cNvCxnSpPr>
              <a:cxnSpLocks/>
              <a:stCxn id="235" idx="0"/>
              <a:endCxn id="233"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2" name="Connecteur droit 271">
              <a:extLst>
                <a:ext uri="{FF2B5EF4-FFF2-40B4-BE49-F238E27FC236}">
                  <a16:creationId xmlns:a16="http://schemas.microsoft.com/office/drawing/2014/main" id="{853A2125-A980-4D47-9C9D-5C56620CF9B6}"/>
                </a:ext>
              </a:extLst>
            </p:cNvPr>
            <p:cNvCxnSpPr>
              <a:cxnSpLocks/>
              <a:stCxn id="242" idx="1"/>
              <a:endCxn id="235"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5" name="Connecteur droit 274">
              <a:extLst>
                <a:ext uri="{FF2B5EF4-FFF2-40B4-BE49-F238E27FC236}">
                  <a16:creationId xmlns:a16="http://schemas.microsoft.com/office/drawing/2014/main" id="{CD54F093-B8E9-4E15-98B8-E7EDFCD55B32}"/>
                </a:ext>
              </a:extLst>
            </p:cNvPr>
            <p:cNvCxnSpPr>
              <a:cxnSpLocks/>
              <a:stCxn id="242" idx="3"/>
              <a:endCxn id="227"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Connecteur droit 277">
              <a:extLst>
                <a:ext uri="{FF2B5EF4-FFF2-40B4-BE49-F238E27FC236}">
                  <a16:creationId xmlns:a16="http://schemas.microsoft.com/office/drawing/2014/main" id="{7765D07E-C71F-40B5-825F-444052929717}"/>
                </a:ext>
              </a:extLst>
            </p:cNvPr>
            <p:cNvCxnSpPr>
              <a:cxnSpLocks/>
              <a:stCxn id="231" idx="1"/>
              <a:endCxn id="24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1" name="Connecteur droit 280">
              <a:extLst>
                <a:ext uri="{FF2B5EF4-FFF2-40B4-BE49-F238E27FC236}">
                  <a16:creationId xmlns:a16="http://schemas.microsoft.com/office/drawing/2014/main" id="{53B6D3B9-7B17-4FB7-8C21-CFBBF341AF23}"/>
                </a:ext>
              </a:extLst>
            </p:cNvPr>
            <p:cNvCxnSpPr>
              <a:cxnSpLocks/>
              <a:stCxn id="234" idx="1"/>
              <a:endCxn id="24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4" name="Connecteur droit 283">
              <a:extLst>
                <a:ext uri="{FF2B5EF4-FFF2-40B4-BE49-F238E27FC236}">
                  <a16:creationId xmlns:a16="http://schemas.microsoft.com/office/drawing/2014/main" id="{E68BA86A-B735-4F20-A15C-443E659C1A3D}"/>
                </a:ext>
              </a:extLst>
            </p:cNvPr>
            <p:cNvCxnSpPr>
              <a:cxnSpLocks/>
              <a:stCxn id="228" idx="1"/>
              <a:endCxn id="231"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7" name="Connecteur droit 286">
              <a:extLst>
                <a:ext uri="{FF2B5EF4-FFF2-40B4-BE49-F238E27FC236}">
                  <a16:creationId xmlns:a16="http://schemas.microsoft.com/office/drawing/2014/main" id="{77911DF9-955F-47AB-A292-F04119520344}"/>
                </a:ext>
              </a:extLst>
            </p:cNvPr>
            <p:cNvCxnSpPr>
              <a:cxnSpLocks/>
              <a:stCxn id="228" idx="1"/>
              <a:endCxn id="24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0" name="Connecteur droit 289">
              <a:extLst>
                <a:ext uri="{FF2B5EF4-FFF2-40B4-BE49-F238E27FC236}">
                  <a16:creationId xmlns:a16="http://schemas.microsoft.com/office/drawing/2014/main" id="{B3443542-5559-40E8-A31C-A2F7A94C0770}"/>
                </a:ext>
              </a:extLst>
            </p:cNvPr>
            <p:cNvCxnSpPr>
              <a:cxnSpLocks/>
              <a:stCxn id="234" idx="3"/>
              <a:endCxn id="231"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1" name="Connecteur droit 300">
              <a:extLst>
                <a:ext uri="{FF2B5EF4-FFF2-40B4-BE49-F238E27FC236}">
                  <a16:creationId xmlns:a16="http://schemas.microsoft.com/office/drawing/2014/main" id="{522F1117-414F-4BD4-8ED2-C5C2F882F058}"/>
                </a:ext>
              </a:extLst>
            </p:cNvPr>
            <p:cNvCxnSpPr>
              <a:cxnSpLocks/>
              <a:stCxn id="230" idx="2"/>
              <a:endCxn id="229"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4" name="Connecteur droit 303">
              <a:extLst>
                <a:ext uri="{FF2B5EF4-FFF2-40B4-BE49-F238E27FC236}">
                  <a16:creationId xmlns:a16="http://schemas.microsoft.com/office/drawing/2014/main" id="{8107BE94-D5D2-4169-8564-27BF89DD3009}"/>
                </a:ext>
              </a:extLst>
            </p:cNvPr>
            <p:cNvCxnSpPr>
              <a:cxnSpLocks/>
              <a:stCxn id="235" idx="3"/>
              <a:endCxn id="230"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7" name="Connecteur droit 306">
              <a:extLst>
                <a:ext uri="{FF2B5EF4-FFF2-40B4-BE49-F238E27FC236}">
                  <a16:creationId xmlns:a16="http://schemas.microsoft.com/office/drawing/2014/main" id="{54C4AACE-9BB7-4896-8892-47C3C89BD31F}"/>
                </a:ext>
              </a:extLst>
            </p:cNvPr>
            <p:cNvCxnSpPr>
              <a:cxnSpLocks/>
              <a:stCxn id="230" idx="3"/>
              <a:endCxn id="23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0" name="Connecteur droit 309">
              <a:extLst>
                <a:ext uri="{FF2B5EF4-FFF2-40B4-BE49-F238E27FC236}">
                  <a16:creationId xmlns:a16="http://schemas.microsoft.com/office/drawing/2014/main" id="{2FB68436-DC54-4E43-B596-65840DCB0019}"/>
                </a:ext>
              </a:extLst>
            </p:cNvPr>
            <p:cNvCxnSpPr>
              <a:cxnSpLocks/>
              <a:stCxn id="229" idx="0"/>
              <a:endCxn id="23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4" name="Connecteur droit 313">
              <a:extLst>
                <a:ext uri="{FF2B5EF4-FFF2-40B4-BE49-F238E27FC236}">
                  <a16:creationId xmlns:a16="http://schemas.microsoft.com/office/drawing/2014/main" id="{EBD78ECE-A50A-4AA9-8F3D-AD6573DD4425}"/>
                </a:ext>
              </a:extLst>
            </p:cNvPr>
            <p:cNvCxnSpPr>
              <a:stCxn id="228" idx="3"/>
              <a:endCxn id="232"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5" name="Connecteur droit 314">
              <a:extLst>
                <a:ext uri="{FF2B5EF4-FFF2-40B4-BE49-F238E27FC236}">
                  <a16:creationId xmlns:a16="http://schemas.microsoft.com/office/drawing/2014/main" id="{D10AC9AE-9260-48F6-8133-C0DBECE6F3CD}"/>
                </a:ext>
              </a:extLst>
            </p:cNvPr>
            <p:cNvCxnSpPr>
              <a:cxnSpLocks/>
              <a:stCxn id="231" idx="3"/>
              <a:endCxn id="229"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8" name="Connecteur droit 317">
              <a:extLst>
                <a:ext uri="{FF2B5EF4-FFF2-40B4-BE49-F238E27FC236}">
                  <a16:creationId xmlns:a16="http://schemas.microsoft.com/office/drawing/2014/main" id="{C51A29CF-5FB3-4EA9-9E63-9B7BB68B3E33}"/>
                </a:ext>
              </a:extLst>
            </p:cNvPr>
            <p:cNvCxnSpPr>
              <a:cxnSpLocks/>
              <a:stCxn id="229" idx="1"/>
              <a:endCxn id="228"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2" name="Connecteur droit 321">
              <a:extLst>
                <a:ext uri="{FF2B5EF4-FFF2-40B4-BE49-F238E27FC236}">
                  <a16:creationId xmlns:a16="http://schemas.microsoft.com/office/drawing/2014/main" id="{DFC8BF20-5EFE-425B-AD0F-E2E964B38F44}"/>
                </a:ext>
              </a:extLst>
            </p:cNvPr>
            <p:cNvCxnSpPr>
              <a:cxnSpLocks/>
              <a:stCxn id="240" idx="2"/>
              <a:endCxn id="232"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6" name="Connecteur droit 325">
              <a:extLst>
                <a:ext uri="{FF2B5EF4-FFF2-40B4-BE49-F238E27FC236}">
                  <a16:creationId xmlns:a16="http://schemas.microsoft.com/office/drawing/2014/main" id="{A4D4A6F7-3702-4A41-936A-D7B26C50571E}"/>
                </a:ext>
              </a:extLst>
            </p:cNvPr>
            <p:cNvCxnSpPr>
              <a:stCxn id="241" idx="0"/>
              <a:endCxn id="23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7" name="Connecteur droit 326">
              <a:extLst>
                <a:ext uri="{FF2B5EF4-FFF2-40B4-BE49-F238E27FC236}">
                  <a16:creationId xmlns:a16="http://schemas.microsoft.com/office/drawing/2014/main" id="{E79AA8B9-A83F-4A26-BE4E-764B3FC8560D}"/>
                </a:ext>
              </a:extLst>
            </p:cNvPr>
            <p:cNvCxnSpPr>
              <a:cxnSpLocks/>
              <a:stCxn id="237" idx="2"/>
              <a:endCxn id="23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0" name="Connecteur droit 329">
              <a:extLst>
                <a:ext uri="{FF2B5EF4-FFF2-40B4-BE49-F238E27FC236}">
                  <a16:creationId xmlns:a16="http://schemas.microsoft.com/office/drawing/2014/main" id="{39F85BE3-95A9-4DAD-991D-396565A4C1A6}"/>
                </a:ext>
              </a:extLst>
            </p:cNvPr>
            <p:cNvCxnSpPr>
              <a:cxnSpLocks/>
              <a:stCxn id="243" idx="2"/>
              <a:endCxn id="23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3" name="Connecteur droit 332">
              <a:extLst>
                <a:ext uri="{FF2B5EF4-FFF2-40B4-BE49-F238E27FC236}">
                  <a16:creationId xmlns:a16="http://schemas.microsoft.com/office/drawing/2014/main" id="{857CBF66-0DB9-4985-BC83-1E3DE431156B}"/>
                </a:ext>
              </a:extLst>
            </p:cNvPr>
            <p:cNvCxnSpPr>
              <a:cxnSpLocks/>
              <a:stCxn id="239" idx="0"/>
              <a:endCxn id="24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6" name="Connecteur droit 335">
              <a:extLst>
                <a:ext uri="{FF2B5EF4-FFF2-40B4-BE49-F238E27FC236}">
                  <a16:creationId xmlns:a16="http://schemas.microsoft.com/office/drawing/2014/main" id="{B0329E2E-B66F-4BE6-AC30-2BA1067A0D7B}"/>
                </a:ext>
              </a:extLst>
            </p:cNvPr>
            <p:cNvCxnSpPr>
              <a:cxnSpLocks/>
              <a:stCxn id="240" idx="2"/>
              <a:endCxn id="229"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6358123"/>
      </p:ext>
    </p:extLst>
  </p:cSld>
  <p:clrMapOvr>
    <a:masterClrMapping/>
  </p:clrMapOvr>
  <mc:AlternateContent xmlns:mc="http://schemas.openxmlformats.org/markup-compatibility/2006" xmlns:p14="http://schemas.microsoft.com/office/powerpoint/2010/main">
    <mc:Choice Requires="p14">
      <p:transition spd="slow" p14:dur="2000" advTm="218991"/>
    </mc:Choice>
    <mc:Fallback xmlns="">
      <p:transition spd="slow" advTm="218991"/>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What is the current pattern of links in your Community ?</a:t>
            </a:r>
          </a:p>
          <a:p>
            <a:pPr marL="0" indent="0">
              <a:buNone/>
            </a:pPr>
            <a:endParaRPr lang="en-US" noProof="1"/>
          </a:p>
          <a:p>
            <a:pPr marL="0" indent="0">
              <a:buNone/>
            </a:pPr>
            <a:r>
              <a:rPr lang="en-US" noProof="1"/>
              <a:t>Do you have a target link architecture ? What is it ? Why ?</a:t>
            </a:r>
          </a:p>
        </p:txBody>
      </p:sp>
      <p:grpSp>
        <p:nvGrpSpPr>
          <p:cNvPr id="6" name="Groupe 5">
            <a:extLst>
              <a:ext uri="{FF2B5EF4-FFF2-40B4-BE49-F238E27FC236}">
                <a16:creationId xmlns:a16="http://schemas.microsoft.com/office/drawing/2014/main" id="{8044FA79-ED13-4B8B-BA9A-731A7D3064C8}"/>
              </a:ext>
            </a:extLst>
          </p:cNvPr>
          <p:cNvGrpSpPr/>
          <p:nvPr/>
        </p:nvGrpSpPr>
        <p:grpSpPr>
          <a:xfrm>
            <a:off x="4002211" y="2588153"/>
            <a:ext cx="1588490" cy="1306864"/>
            <a:chOff x="5468385" y="2437161"/>
            <a:chExt cx="1588490" cy="1306864"/>
          </a:xfrm>
        </p:grpSpPr>
        <p:grpSp>
          <p:nvGrpSpPr>
            <p:cNvPr id="7" name="Groupe 6">
              <a:extLst>
                <a:ext uri="{FF2B5EF4-FFF2-40B4-BE49-F238E27FC236}">
                  <a16:creationId xmlns:a16="http://schemas.microsoft.com/office/drawing/2014/main" id="{95ED836B-9A70-4DF4-B0EA-0AAB6BD5462C}"/>
                </a:ext>
              </a:extLst>
            </p:cNvPr>
            <p:cNvGrpSpPr/>
            <p:nvPr/>
          </p:nvGrpSpPr>
          <p:grpSpPr>
            <a:xfrm>
              <a:off x="5958602" y="2814201"/>
              <a:ext cx="482060" cy="476703"/>
              <a:chOff x="5958602" y="2814201"/>
              <a:chExt cx="482060" cy="476703"/>
            </a:xfrm>
          </p:grpSpPr>
          <p:sp>
            <p:nvSpPr>
              <p:cNvPr id="42" name="Ellipse 41">
                <a:extLst>
                  <a:ext uri="{FF2B5EF4-FFF2-40B4-BE49-F238E27FC236}">
                    <a16:creationId xmlns:a16="http://schemas.microsoft.com/office/drawing/2014/main" id="{68E25C16-0714-4FC1-BA10-A9E92D193003}"/>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que 42" descr="Utilisateur avec un remplissage uni">
                <a:extLst>
                  <a:ext uri="{FF2B5EF4-FFF2-40B4-BE49-F238E27FC236}">
                    <a16:creationId xmlns:a16="http://schemas.microsoft.com/office/drawing/2014/main" id="{DDE6AD57-7916-470F-8748-6639FE6EF5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58602" y="3001738"/>
                <a:ext cx="187537" cy="187537"/>
              </a:xfrm>
              <a:prstGeom prst="rect">
                <a:avLst/>
              </a:prstGeom>
            </p:spPr>
          </p:pic>
          <p:pic>
            <p:nvPicPr>
              <p:cNvPr id="44" name="Graphique 43" descr="Utilisateur avec un remplissage uni">
                <a:extLst>
                  <a:ext uri="{FF2B5EF4-FFF2-40B4-BE49-F238E27FC236}">
                    <a16:creationId xmlns:a16="http://schemas.microsoft.com/office/drawing/2014/main" id="{E1E99EB9-B934-49A3-AF06-30AFA3496F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05754" y="2814201"/>
                <a:ext cx="187537" cy="187537"/>
              </a:xfrm>
              <a:prstGeom prst="rect">
                <a:avLst/>
              </a:prstGeom>
            </p:spPr>
          </p:pic>
          <p:pic>
            <p:nvPicPr>
              <p:cNvPr id="45" name="Graphique 44" descr="Utilisateur avec un remplissage uni">
                <a:extLst>
                  <a:ext uri="{FF2B5EF4-FFF2-40B4-BE49-F238E27FC236}">
                    <a16:creationId xmlns:a16="http://schemas.microsoft.com/office/drawing/2014/main" id="{DF7C60DC-448E-4965-92FB-10F2CE9FDC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53125" y="3001738"/>
                <a:ext cx="187537" cy="187537"/>
              </a:xfrm>
              <a:prstGeom prst="rect">
                <a:avLst/>
              </a:prstGeom>
            </p:spPr>
          </p:pic>
          <p:cxnSp>
            <p:nvCxnSpPr>
              <p:cNvPr id="46" name="Connecteur droit 45">
                <a:extLst>
                  <a:ext uri="{FF2B5EF4-FFF2-40B4-BE49-F238E27FC236}">
                    <a16:creationId xmlns:a16="http://schemas.microsoft.com/office/drawing/2014/main" id="{447E3F90-B0D6-4C6C-BF7A-94F56E6AA699}"/>
                  </a:ext>
                </a:extLst>
              </p:cNvPr>
              <p:cNvCxnSpPr>
                <a:cxnSpLocks/>
                <a:stCxn id="43" idx="3"/>
                <a:endCxn id="44"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0F22D2FC-E1F1-414F-A098-5AED5E145072}"/>
                  </a:ext>
                </a:extLst>
              </p:cNvPr>
              <p:cNvCxnSpPr>
                <a:cxnSpLocks/>
                <a:stCxn id="43" idx="3"/>
                <a:endCxn id="45"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5ACEED9F-69FF-4502-AD26-70E045917579}"/>
                  </a:ext>
                </a:extLst>
              </p:cNvPr>
              <p:cNvCxnSpPr>
                <a:cxnSpLocks/>
                <a:stCxn id="44" idx="2"/>
                <a:endCxn id="45"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8" name="Graphique 7" descr="Utilisateur avec un remplissage uni">
              <a:extLst>
                <a:ext uri="{FF2B5EF4-FFF2-40B4-BE49-F238E27FC236}">
                  <a16:creationId xmlns:a16="http://schemas.microsoft.com/office/drawing/2014/main" id="{CDA541CE-8485-45A6-B141-BAA409D952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6324" y="3376812"/>
              <a:ext cx="187537" cy="187537"/>
            </a:xfrm>
            <a:prstGeom prst="rect">
              <a:avLst/>
            </a:prstGeom>
          </p:spPr>
        </p:pic>
        <p:pic>
          <p:nvPicPr>
            <p:cNvPr id="9" name="Graphique 8" descr="Utilisateur avec un remplissage uni">
              <a:extLst>
                <a:ext uri="{FF2B5EF4-FFF2-40B4-BE49-F238E27FC236}">
                  <a16:creationId xmlns:a16="http://schemas.microsoft.com/office/drawing/2014/main" id="{12192F24-856C-486E-B8FB-A0288F9AE5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53125" y="3556488"/>
              <a:ext cx="187537" cy="187537"/>
            </a:xfrm>
            <a:prstGeom prst="rect">
              <a:avLst/>
            </a:prstGeom>
          </p:spPr>
        </p:pic>
        <p:pic>
          <p:nvPicPr>
            <p:cNvPr id="10" name="Graphique 9" descr="Utilisateur avec un remplissage uni">
              <a:extLst>
                <a:ext uri="{FF2B5EF4-FFF2-40B4-BE49-F238E27FC236}">
                  <a16:creationId xmlns:a16="http://schemas.microsoft.com/office/drawing/2014/main" id="{E0E86DA8-3A5E-4FBC-BE0A-C692FB797E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30815" y="3267322"/>
              <a:ext cx="187537" cy="187537"/>
            </a:xfrm>
            <a:prstGeom prst="rect">
              <a:avLst/>
            </a:prstGeom>
          </p:spPr>
        </p:pic>
        <p:pic>
          <p:nvPicPr>
            <p:cNvPr id="11" name="Graphique 10" descr="Utilisateur avec un remplissage uni">
              <a:extLst>
                <a:ext uri="{FF2B5EF4-FFF2-40B4-BE49-F238E27FC236}">
                  <a16:creationId xmlns:a16="http://schemas.microsoft.com/office/drawing/2014/main" id="{323B8839-450E-4FE7-A526-C33953CC6C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7616" y="3446998"/>
              <a:ext cx="187537" cy="187537"/>
            </a:xfrm>
            <a:prstGeom prst="rect">
              <a:avLst/>
            </a:prstGeom>
          </p:spPr>
        </p:pic>
        <p:pic>
          <p:nvPicPr>
            <p:cNvPr id="12" name="Graphique 11" descr="Utilisateur avec un remplissage uni">
              <a:extLst>
                <a:ext uri="{FF2B5EF4-FFF2-40B4-BE49-F238E27FC236}">
                  <a16:creationId xmlns:a16="http://schemas.microsoft.com/office/drawing/2014/main" id="{F7F862B9-D209-4A65-8CCF-69C9103B77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0662" y="3138461"/>
              <a:ext cx="187537" cy="187537"/>
            </a:xfrm>
            <a:prstGeom prst="rect">
              <a:avLst/>
            </a:prstGeom>
          </p:spPr>
        </p:pic>
        <p:pic>
          <p:nvPicPr>
            <p:cNvPr id="13" name="Graphique 12" descr="Utilisateur avec un remplissage uni">
              <a:extLst>
                <a:ext uri="{FF2B5EF4-FFF2-40B4-BE49-F238E27FC236}">
                  <a16:creationId xmlns:a16="http://schemas.microsoft.com/office/drawing/2014/main" id="{1C1682EB-510B-426B-9DE9-4D531DD4C4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7463" y="3318137"/>
              <a:ext cx="187537" cy="187537"/>
            </a:xfrm>
            <a:prstGeom prst="rect">
              <a:avLst/>
            </a:prstGeom>
          </p:spPr>
        </p:pic>
        <p:pic>
          <p:nvPicPr>
            <p:cNvPr id="14" name="Graphique 13" descr="Utilisateur avec un remplissage uni">
              <a:extLst>
                <a:ext uri="{FF2B5EF4-FFF2-40B4-BE49-F238E27FC236}">
                  <a16:creationId xmlns:a16="http://schemas.microsoft.com/office/drawing/2014/main" id="{ABFED1C3-2303-4B7F-B913-F26136147A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1954" y="3208647"/>
              <a:ext cx="187537" cy="187537"/>
            </a:xfrm>
            <a:prstGeom prst="rect">
              <a:avLst/>
            </a:prstGeom>
          </p:spPr>
        </p:pic>
        <p:pic>
          <p:nvPicPr>
            <p:cNvPr id="15" name="Graphique 14" descr="Utilisateur avec un remplissage uni">
              <a:extLst>
                <a:ext uri="{FF2B5EF4-FFF2-40B4-BE49-F238E27FC236}">
                  <a16:creationId xmlns:a16="http://schemas.microsoft.com/office/drawing/2014/main" id="{9722E553-17D6-4B72-B87D-1AD84A07933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32073" y="3358814"/>
              <a:ext cx="187537" cy="187537"/>
            </a:xfrm>
            <a:prstGeom prst="rect">
              <a:avLst/>
            </a:prstGeom>
          </p:spPr>
        </p:pic>
        <p:pic>
          <p:nvPicPr>
            <p:cNvPr id="16" name="Graphique 15" descr="Utilisateur avec un remplissage uni">
              <a:extLst>
                <a:ext uri="{FF2B5EF4-FFF2-40B4-BE49-F238E27FC236}">
                  <a16:creationId xmlns:a16="http://schemas.microsoft.com/office/drawing/2014/main" id="{E3A861AC-4ACA-4BA0-95FC-F3695F6131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63365" y="3429000"/>
              <a:ext cx="187537" cy="187537"/>
            </a:xfrm>
            <a:prstGeom prst="rect">
              <a:avLst/>
            </a:prstGeom>
          </p:spPr>
        </p:pic>
        <p:pic>
          <p:nvPicPr>
            <p:cNvPr id="17" name="Graphique 16" descr="Utilisateur avec un remplissage uni">
              <a:extLst>
                <a:ext uri="{FF2B5EF4-FFF2-40B4-BE49-F238E27FC236}">
                  <a16:creationId xmlns:a16="http://schemas.microsoft.com/office/drawing/2014/main" id="{DB3381AC-705A-4649-88F0-932ED636E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73212" y="3300139"/>
              <a:ext cx="187537" cy="187537"/>
            </a:xfrm>
            <a:prstGeom prst="rect">
              <a:avLst/>
            </a:prstGeom>
          </p:spPr>
        </p:pic>
        <p:pic>
          <p:nvPicPr>
            <p:cNvPr id="18" name="Graphique 17" descr="Utilisateur avec un remplissage uni">
              <a:extLst>
                <a:ext uri="{FF2B5EF4-FFF2-40B4-BE49-F238E27FC236}">
                  <a16:creationId xmlns:a16="http://schemas.microsoft.com/office/drawing/2014/main" id="{36F806FD-88C6-4F58-9E9C-91434840755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87415" y="3272906"/>
              <a:ext cx="187537" cy="187537"/>
            </a:xfrm>
            <a:prstGeom prst="rect">
              <a:avLst/>
            </a:prstGeom>
          </p:spPr>
        </p:pic>
        <p:pic>
          <p:nvPicPr>
            <p:cNvPr id="19" name="Graphique 18" descr="Utilisateur avec un remplissage uni">
              <a:extLst>
                <a:ext uri="{FF2B5EF4-FFF2-40B4-BE49-F238E27FC236}">
                  <a16:creationId xmlns:a16="http://schemas.microsoft.com/office/drawing/2014/main" id="{529DDFFE-E84C-4BC0-9C52-085AC50D4B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1906" y="3163416"/>
              <a:ext cx="187537" cy="187537"/>
            </a:xfrm>
            <a:prstGeom prst="rect">
              <a:avLst/>
            </a:prstGeom>
          </p:spPr>
        </p:pic>
        <p:pic>
          <p:nvPicPr>
            <p:cNvPr id="20" name="Graphique 19" descr="Utilisateur avec un remplissage uni">
              <a:extLst>
                <a:ext uri="{FF2B5EF4-FFF2-40B4-BE49-F238E27FC236}">
                  <a16:creationId xmlns:a16="http://schemas.microsoft.com/office/drawing/2014/main" id="{392C1661-F266-4923-86D3-E9E73EA173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1691" y="2987670"/>
              <a:ext cx="187537" cy="187537"/>
            </a:xfrm>
            <a:prstGeom prst="rect">
              <a:avLst/>
            </a:prstGeom>
          </p:spPr>
        </p:pic>
        <p:pic>
          <p:nvPicPr>
            <p:cNvPr id="21" name="Graphique 20" descr="Utilisateur avec un remplissage uni">
              <a:extLst>
                <a:ext uri="{FF2B5EF4-FFF2-40B4-BE49-F238E27FC236}">
                  <a16:creationId xmlns:a16="http://schemas.microsoft.com/office/drawing/2014/main" id="{D19C94DF-36A5-4185-A010-5E8BEFDAFF6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88519" y="2808305"/>
              <a:ext cx="187537" cy="187537"/>
            </a:xfrm>
            <a:prstGeom prst="rect">
              <a:avLst/>
            </a:prstGeom>
          </p:spPr>
        </p:pic>
        <p:pic>
          <p:nvPicPr>
            <p:cNvPr id="22" name="Graphique 21" descr="Utilisateur avec un remplissage uni">
              <a:extLst>
                <a:ext uri="{FF2B5EF4-FFF2-40B4-BE49-F238E27FC236}">
                  <a16:creationId xmlns:a16="http://schemas.microsoft.com/office/drawing/2014/main" id="{3211E37E-FC3D-4E5C-8616-583E96FEE72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43861" y="2722397"/>
              <a:ext cx="187537" cy="187537"/>
            </a:xfrm>
            <a:prstGeom prst="rect">
              <a:avLst/>
            </a:prstGeom>
          </p:spPr>
        </p:pic>
        <p:pic>
          <p:nvPicPr>
            <p:cNvPr id="23" name="Graphique 22" descr="Utilisateur avec un remplissage uni">
              <a:extLst>
                <a:ext uri="{FF2B5EF4-FFF2-40B4-BE49-F238E27FC236}">
                  <a16:creationId xmlns:a16="http://schemas.microsoft.com/office/drawing/2014/main" id="{2FC38DCE-5ADF-4836-895D-DB6C666B5F3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8352" y="2612907"/>
              <a:ext cx="187537" cy="187537"/>
            </a:xfrm>
            <a:prstGeom prst="rect">
              <a:avLst/>
            </a:prstGeom>
          </p:spPr>
        </p:pic>
        <p:pic>
          <p:nvPicPr>
            <p:cNvPr id="24" name="Graphique 23" descr="Utilisateur avec un remplissage uni">
              <a:extLst>
                <a:ext uri="{FF2B5EF4-FFF2-40B4-BE49-F238E27FC236}">
                  <a16:creationId xmlns:a16="http://schemas.microsoft.com/office/drawing/2014/main" id="{860615CC-3A19-42D7-9DD3-8FEDA8C5E6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98137" y="2437161"/>
              <a:ext cx="187537" cy="187537"/>
            </a:xfrm>
            <a:prstGeom prst="rect">
              <a:avLst/>
            </a:prstGeom>
          </p:spPr>
        </p:pic>
        <p:pic>
          <p:nvPicPr>
            <p:cNvPr id="25" name="Graphique 24" descr="Utilisateur avec un remplissage uni">
              <a:extLst>
                <a:ext uri="{FF2B5EF4-FFF2-40B4-BE49-F238E27FC236}">
                  <a16:creationId xmlns:a16="http://schemas.microsoft.com/office/drawing/2014/main" id="{C66ED9D3-29AD-4D04-BCE6-53D36EBD6B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8826" y="2580060"/>
              <a:ext cx="187537" cy="187537"/>
            </a:xfrm>
            <a:prstGeom prst="rect">
              <a:avLst/>
            </a:prstGeom>
          </p:spPr>
        </p:pic>
        <p:pic>
          <p:nvPicPr>
            <p:cNvPr id="26" name="Graphique 25" descr="Utilisateur avec un remplissage uni">
              <a:extLst>
                <a:ext uri="{FF2B5EF4-FFF2-40B4-BE49-F238E27FC236}">
                  <a16:creationId xmlns:a16="http://schemas.microsoft.com/office/drawing/2014/main" id="{DE78E89C-6751-4EC8-A8FD-48F6677837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3317" y="2470570"/>
              <a:ext cx="187537" cy="187537"/>
            </a:xfrm>
            <a:prstGeom prst="rect">
              <a:avLst/>
            </a:prstGeom>
          </p:spPr>
        </p:pic>
        <p:pic>
          <p:nvPicPr>
            <p:cNvPr id="27" name="Graphique 26" descr="Utilisateur avec un remplissage uni">
              <a:extLst>
                <a:ext uri="{FF2B5EF4-FFF2-40B4-BE49-F238E27FC236}">
                  <a16:creationId xmlns:a16="http://schemas.microsoft.com/office/drawing/2014/main" id="{14384F0C-A11F-45B5-A8B3-9C6BC4E270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80118" y="2650246"/>
              <a:ext cx="187537" cy="187537"/>
            </a:xfrm>
            <a:prstGeom prst="rect">
              <a:avLst/>
            </a:prstGeom>
          </p:spPr>
        </p:pic>
        <p:pic>
          <p:nvPicPr>
            <p:cNvPr id="28" name="Graphique 27" descr="Utilisateur avec un remplissage uni">
              <a:extLst>
                <a:ext uri="{FF2B5EF4-FFF2-40B4-BE49-F238E27FC236}">
                  <a16:creationId xmlns:a16="http://schemas.microsoft.com/office/drawing/2014/main" id="{813AE0C5-708B-4127-948E-6991098CE4B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89965" y="2521385"/>
              <a:ext cx="187537" cy="187537"/>
            </a:xfrm>
            <a:prstGeom prst="rect">
              <a:avLst/>
            </a:prstGeom>
          </p:spPr>
        </p:pic>
        <p:pic>
          <p:nvPicPr>
            <p:cNvPr id="29" name="Graphique 28" descr="Utilisateur avec un remplissage uni">
              <a:extLst>
                <a:ext uri="{FF2B5EF4-FFF2-40B4-BE49-F238E27FC236}">
                  <a16:creationId xmlns:a16="http://schemas.microsoft.com/office/drawing/2014/main" id="{2ADA511B-51FE-436C-818D-A0A80AB5FF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4575" y="2562062"/>
              <a:ext cx="187537" cy="187537"/>
            </a:xfrm>
            <a:prstGeom prst="rect">
              <a:avLst/>
            </a:prstGeom>
          </p:spPr>
        </p:pic>
        <p:pic>
          <p:nvPicPr>
            <p:cNvPr id="30" name="Graphique 29" descr="Utilisateur avec un remplissage uni">
              <a:extLst>
                <a:ext uri="{FF2B5EF4-FFF2-40B4-BE49-F238E27FC236}">
                  <a16:creationId xmlns:a16="http://schemas.microsoft.com/office/drawing/2014/main" id="{43D23A64-FF9F-4F3D-9CED-7FB556537E8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5867" y="2632248"/>
              <a:ext cx="187537" cy="187537"/>
            </a:xfrm>
            <a:prstGeom prst="rect">
              <a:avLst/>
            </a:prstGeom>
          </p:spPr>
        </p:pic>
        <p:pic>
          <p:nvPicPr>
            <p:cNvPr id="31" name="Graphique 30" descr="Utilisateur avec un remplissage uni">
              <a:extLst>
                <a:ext uri="{FF2B5EF4-FFF2-40B4-BE49-F238E27FC236}">
                  <a16:creationId xmlns:a16="http://schemas.microsoft.com/office/drawing/2014/main" id="{41AFC3E2-A9ED-42B6-A8FD-AACA6C4A88A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5714" y="2503387"/>
              <a:ext cx="187537" cy="187537"/>
            </a:xfrm>
            <a:prstGeom prst="rect">
              <a:avLst/>
            </a:prstGeom>
          </p:spPr>
        </p:pic>
        <p:pic>
          <p:nvPicPr>
            <p:cNvPr id="32" name="Graphique 31" descr="Utilisateur avec un remplissage uni">
              <a:extLst>
                <a:ext uri="{FF2B5EF4-FFF2-40B4-BE49-F238E27FC236}">
                  <a16:creationId xmlns:a16="http://schemas.microsoft.com/office/drawing/2014/main" id="{D396F600-E1B4-4A61-9F30-F402D69A8F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9917" y="2476154"/>
              <a:ext cx="187537" cy="187537"/>
            </a:xfrm>
            <a:prstGeom prst="rect">
              <a:avLst/>
            </a:prstGeom>
          </p:spPr>
        </p:pic>
        <p:pic>
          <p:nvPicPr>
            <p:cNvPr id="33" name="Graphique 32" descr="Utilisateur avec un remplissage uni">
              <a:extLst>
                <a:ext uri="{FF2B5EF4-FFF2-40B4-BE49-F238E27FC236}">
                  <a16:creationId xmlns:a16="http://schemas.microsoft.com/office/drawing/2014/main" id="{6B83FF77-3E4E-4AF6-A2F5-F1D8C459BC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8199" y="2984133"/>
              <a:ext cx="187537" cy="187537"/>
            </a:xfrm>
            <a:prstGeom prst="rect">
              <a:avLst/>
            </a:prstGeom>
          </p:spPr>
        </p:pic>
        <p:pic>
          <p:nvPicPr>
            <p:cNvPr id="34" name="Graphique 33" descr="Utilisateur avec un remplissage uni">
              <a:extLst>
                <a:ext uri="{FF2B5EF4-FFF2-40B4-BE49-F238E27FC236}">
                  <a16:creationId xmlns:a16="http://schemas.microsoft.com/office/drawing/2014/main" id="{11F9E7FD-2102-4A93-88EF-6527AE0892D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2690" y="2874643"/>
              <a:ext cx="187537" cy="187537"/>
            </a:xfrm>
            <a:prstGeom prst="rect">
              <a:avLst/>
            </a:prstGeom>
          </p:spPr>
        </p:pic>
        <p:pic>
          <p:nvPicPr>
            <p:cNvPr id="35" name="Graphique 34" descr="Utilisateur avec un remplissage uni">
              <a:extLst>
                <a:ext uri="{FF2B5EF4-FFF2-40B4-BE49-F238E27FC236}">
                  <a16:creationId xmlns:a16="http://schemas.microsoft.com/office/drawing/2014/main" id="{910935AA-73F5-4F9E-B0AA-A41F16AD27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59491" y="3054319"/>
              <a:ext cx="187537" cy="187537"/>
            </a:xfrm>
            <a:prstGeom prst="rect">
              <a:avLst/>
            </a:prstGeom>
          </p:spPr>
        </p:pic>
        <p:pic>
          <p:nvPicPr>
            <p:cNvPr id="36" name="Graphique 35" descr="Utilisateur avec un remplissage uni">
              <a:extLst>
                <a:ext uri="{FF2B5EF4-FFF2-40B4-BE49-F238E27FC236}">
                  <a16:creationId xmlns:a16="http://schemas.microsoft.com/office/drawing/2014/main" id="{2F0A79D1-A3E5-4024-9E07-1D9C2EA6396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69338" y="2925458"/>
              <a:ext cx="187537" cy="187537"/>
            </a:xfrm>
            <a:prstGeom prst="rect">
              <a:avLst/>
            </a:prstGeom>
          </p:spPr>
        </p:pic>
        <p:pic>
          <p:nvPicPr>
            <p:cNvPr id="37" name="Graphique 36" descr="Utilisateur avec un remplissage uni">
              <a:extLst>
                <a:ext uri="{FF2B5EF4-FFF2-40B4-BE49-F238E27FC236}">
                  <a16:creationId xmlns:a16="http://schemas.microsoft.com/office/drawing/2014/main" id="{C05CBE63-B014-41F2-AB70-046F88B285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6499" y="2960551"/>
              <a:ext cx="187537" cy="187537"/>
            </a:xfrm>
            <a:prstGeom prst="rect">
              <a:avLst/>
            </a:prstGeom>
          </p:spPr>
        </p:pic>
        <p:pic>
          <p:nvPicPr>
            <p:cNvPr id="38" name="Graphique 37" descr="Utilisateur avec un remplissage uni">
              <a:extLst>
                <a:ext uri="{FF2B5EF4-FFF2-40B4-BE49-F238E27FC236}">
                  <a16:creationId xmlns:a16="http://schemas.microsoft.com/office/drawing/2014/main" id="{B00DADC7-16E3-4283-8788-CEBF6B9A42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6346" y="2831690"/>
              <a:ext cx="187537" cy="187537"/>
            </a:xfrm>
            <a:prstGeom prst="rect">
              <a:avLst/>
            </a:prstGeom>
          </p:spPr>
        </p:pic>
        <p:pic>
          <p:nvPicPr>
            <p:cNvPr id="39" name="Graphique 38" descr="Utilisateur avec un remplissage uni">
              <a:extLst>
                <a:ext uri="{FF2B5EF4-FFF2-40B4-BE49-F238E27FC236}">
                  <a16:creationId xmlns:a16="http://schemas.microsoft.com/office/drawing/2014/main" id="{D6701592-AD62-431E-861F-BCAC682868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8385" y="2867011"/>
              <a:ext cx="187537" cy="187537"/>
            </a:xfrm>
            <a:prstGeom prst="rect">
              <a:avLst/>
            </a:prstGeom>
          </p:spPr>
        </p:pic>
        <p:pic>
          <p:nvPicPr>
            <p:cNvPr id="40" name="Graphique 39" descr="Utilisateur avec un remplissage uni">
              <a:extLst>
                <a:ext uri="{FF2B5EF4-FFF2-40B4-BE49-F238E27FC236}">
                  <a16:creationId xmlns:a16="http://schemas.microsoft.com/office/drawing/2014/main" id="{B04D7642-2211-4166-80F7-68F7D02B819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5186" y="3046687"/>
              <a:ext cx="187537" cy="187537"/>
            </a:xfrm>
            <a:prstGeom prst="rect">
              <a:avLst/>
            </a:prstGeom>
          </p:spPr>
        </p:pic>
        <p:pic>
          <p:nvPicPr>
            <p:cNvPr id="41" name="Graphique 40" descr="Utilisateur avec un remplissage uni">
              <a:extLst>
                <a:ext uri="{FF2B5EF4-FFF2-40B4-BE49-F238E27FC236}">
                  <a16:creationId xmlns:a16="http://schemas.microsoft.com/office/drawing/2014/main" id="{0B1B78D9-DA65-4F4E-BB14-2C422804AD2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99677" y="2937197"/>
              <a:ext cx="187537" cy="187537"/>
            </a:xfrm>
            <a:prstGeom prst="rect">
              <a:avLst/>
            </a:prstGeom>
          </p:spPr>
        </p:pic>
      </p:grpSp>
      <p:grpSp>
        <p:nvGrpSpPr>
          <p:cNvPr id="49" name="Groupe 48">
            <a:extLst>
              <a:ext uri="{FF2B5EF4-FFF2-40B4-BE49-F238E27FC236}">
                <a16:creationId xmlns:a16="http://schemas.microsoft.com/office/drawing/2014/main" id="{7E84925E-2B7B-4C63-A24B-4A2243DC76BA}"/>
              </a:ext>
            </a:extLst>
          </p:cNvPr>
          <p:cNvGrpSpPr/>
          <p:nvPr/>
        </p:nvGrpSpPr>
        <p:grpSpPr>
          <a:xfrm>
            <a:off x="1903117" y="3275726"/>
            <a:ext cx="1894395" cy="1562480"/>
            <a:chOff x="5672245" y="3646729"/>
            <a:chExt cx="1894395" cy="1562480"/>
          </a:xfrm>
        </p:grpSpPr>
        <p:grpSp>
          <p:nvGrpSpPr>
            <p:cNvPr id="50" name="Groupe 49">
              <a:extLst>
                <a:ext uri="{FF2B5EF4-FFF2-40B4-BE49-F238E27FC236}">
                  <a16:creationId xmlns:a16="http://schemas.microsoft.com/office/drawing/2014/main" id="{77000EAF-D191-404A-A8D3-B67213789F83}"/>
                </a:ext>
              </a:extLst>
            </p:cNvPr>
            <p:cNvGrpSpPr/>
            <p:nvPr/>
          </p:nvGrpSpPr>
          <p:grpSpPr>
            <a:xfrm>
              <a:off x="6396090" y="3646729"/>
              <a:ext cx="558608" cy="428625"/>
              <a:chOff x="6495179" y="4021931"/>
              <a:chExt cx="558608" cy="428625"/>
            </a:xfrm>
          </p:grpSpPr>
          <p:pic>
            <p:nvPicPr>
              <p:cNvPr id="107" name="Graphique 106" descr="Utilisateur avec un remplissage uni">
                <a:extLst>
                  <a:ext uri="{FF2B5EF4-FFF2-40B4-BE49-F238E27FC236}">
                    <a16:creationId xmlns:a16="http://schemas.microsoft.com/office/drawing/2014/main" id="{563BFB6C-073C-4526-BC46-4D7C6A88B9AB}"/>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95179" y="4222610"/>
                <a:ext cx="126206" cy="142875"/>
              </a:xfrm>
              <a:prstGeom prst="rect">
                <a:avLst/>
              </a:prstGeom>
            </p:spPr>
          </p:pic>
          <p:pic>
            <p:nvPicPr>
              <p:cNvPr id="108" name="Graphique 107" descr="Utilisateur avec un remplissage uni">
                <a:extLst>
                  <a:ext uri="{FF2B5EF4-FFF2-40B4-BE49-F238E27FC236}">
                    <a16:creationId xmlns:a16="http://schemas.microsoft.com/office/drawing/2014/main" id="{4A8F637D-FABD-4D7A-A1F4-2335248C97B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27581" y="4164805"/>
                <a:ext cx="126206" cy="142875"/>
              </a:xfrm>
              <a:prstGeom prst="rect">
                <a:avLst/>
              </a:prstGeom>
            </p:spPr>
          </p:pic>
          <p:pic>
            <p:nvPicPr>
              <p:cNvPr id="109" name="Graphique 108" descr="Utilisateur avec un remplissage uni">
                <a:extLst>
                  <a:ext uri="{FF2B5EF4-FFF2-40B4-BE49-F238E27FC236}">
                    <a16:creationId xmlns:a16="http://schemas.microsoft.com/office/drawing/2014/main" id="{E9027A11-1677-46D4-9253-DD55830CF6C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94952" y="4307681"/>
                <a:ext cx="126206" cy="142875"/>
              </a:xfrm>
              <a:prstGeom prst="rect">
                <a:avLst/>
              </a:prstGeom>
            </p:spPr>
          </p:pic>
          <p:pic>
            <p:nvPicPr>
              <p:cNvPr id="110" name="Graphique 109" descr="Utilisateur avec un remplissage uni">
                <a:extLst>
                  <a:ext uri="{FF2B5EF4-FFF2-40B4-BE49-F238E27FC236}">
                    <a16:creationId xmlns:a16="http://schemas.microsoft.com/office/drawing/2014/main" id="{5F29662D-AB3A-4EDC-8AC6-39640E13894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1375" y="4021931"/>
                <a:ext cx="126206" cy="142875"/>
              </a:xfrm>
              <a:prstGeom prst="rect">
                <a:avLst/>
              </a:prstGeom>
            </p:spPr>
          </p:pic>
          <p:cxnSp>
            <p:nvCxnSpPr>
              <p:cNvPr id="111" name="Connecteur droit 110">
                <a:extLst>
                  <a:ext uri="{FF2B5EF4-FFF2-40B4-BE49-F238E27FC236}">
                    <a16:creationId xmlns:a16="http://schemas.microsoft.com/office/drawing/2014/main" id="{BFD90FFF-3220-4BD2-8D94-80783B1CE4D5}"/>
                  </a:ext>
                </a:extLst>
              </p:cNvPr>
              <p:cNvCxnSpPr>
                <a:stCxn id="110" idx="2"/>
                <a:endCxn id="109"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CEFC6A70-ADB0-4C31-BD7D-681CFF465005}"/>
                  </a:ext>
                </a:extLst>
              </p:cNvPr>
              <p:cNvCxnSpPr>
                <a:cxnSpLocks/>
                <a:stCxn id="108" idx="1"/>
                <a:endCxn id="107"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Connecteur droit 112">
                <a:extLst>
                  <a:ext uri="{FF2B5EF4-FFF2-40B4-BE49-F238E27FC236}">
                    <a16:creationId xmlns:a16="http://schemas.microsoft.com/office/drawing/2014/main" id="{097DA461-5B8A-4F82-963C-09D43B9211A4}"/>
                  </a:ext>
                </a:extLst>
              </p:cNvPr>
              <p:cNvCxnSpPr>
                <a:cxnSpLocks/>
                <a:stCxn id="110" idx="2"/>
                <a:endCxn id="108"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Connecteur droit 113">
                <a:extLst>
                  <a:ext uri="{FF2B5EF4-FFF2-40B4-BE49-F238E27FC236}">
                    <a16:creationId xmlns:a16="http://schemas.microsoft.com/office/drawing/2014/main" id="{AAC1D480-F8C6-4889-9EB6-5BF01D9AE638}"/>
                  </a:ext>
                </a:extLst>
              </p:cNvPr>
              <p:cNvCxnSpPr>
                <a:cxnSpLocks/>
                <a:stCxn id="109" idx="0"/>
                <a:endCxn id="108"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5C00D0C1-16A1-45AA-B861-19E773E64D4A}"/>
                  </a:ext>
                </a:extLst>
              </p:cNvPr>
              <p:cNvCxnSpPr>
                <a:cxnSpLocks/>
                <a:stCxn id="109" idx="0"/>
                <a:endCxn id="107"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Connecteur droit 115">
                <a:extLst>
                  <a:ext uri="{FF2B5EF4-FFF2-40B4-BE49-F238E27FC236}">
                    <a16:creationId xmlns:a16="http://schemas.microsoft.com/office/drawing/2014/main" id="{D3249587-0426-4121-B31D-5CDE0E7A1471}"/>
                  </a:ext>
                </a:extLst>
              </p:cNvPr>
              <p:cNvCxnSpPr>
                <a:cxnSpLocks/>
                <a:stCxn id="110" idx="2"/>
                <a:endCxn id="107"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1" name="Groupe 50">
              <a:extLst>
                <a:ext uri="{FF2B5EF4-FFF2-40B4-BE49-F238E27FC236}">
                  <a16:creationId xmlns:a16="http://schemas.microsoft.com/office/drawing/2014/main" id="{1F7D2991-3017-4A65-AD3F-28915CBC2390}"/>
                </a:ext>
              </a:extLst>
            </p:cNvPr>
            <p:cNvGrpSpPr/>
            <p:nvPr/>
          </p:nvGrpSpPr>
          <p:grpSpPr>
            <a:xfrm>
              <a:off x="6928840" y="4372045"/>
              <a:ext cx="637800" cy="285751"/>
              <a:chOff x="6448876" y="5080093"/>
              <a:chExt cx="637800" cy="285751"/>
            </a:xfrm>
          </p:grpSpPr>
          <p:pic>
            <p:nvPicPr>
              <p:cNvPr id="101" name="Graphique 100" descr="Utilisateur avec un remplissage uni">
                <a:extLst>
                  <a:ext uri="{FF2B5EF4-FFF2-40B4-BE49-F238E27FC236}">
                    <a16:creationId xmlns:a16="http://schemas.microsoft.com/office/drawing/2014/main" id="{19F17C3B-927C-4352-B917-907F238EB063}"/>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48876" y="5104829"/>
                <a:ext cx="126206" cy="142875"/>
              </a:xfrm>
              <a:prstGeom prst="rect">
                <a:avLst/>
              </a:prstGeom>
            </p:spPr>
          </p:pic>
          <p:pic>
            <p:nvPicPr>
              <p:cNvPr id="102" name="Graphique 101" descr="Utilisateur avec un remplissage uni">
                <a:extLst>
                  <a:ext uri="{FF2B5EF4-FFF2-40B4-BE49-F238E27FC236}">
                    <a16:creationId xmlns:a16="http://schemas.microsoft.com/office/drawing/2014/main" id="{5585FF79-89C8-4975-91E8-B731CC75946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60470" y="5080093"/>
                <a:ext cx="126206" cy="142875"/>
              </a:xfrm>
              <a:prstGeom prst="rect">
                <a:avLst/>
              </a:prstGeom>
            </p:spPr>
          </p:pic>
          <p:pic>
            <p:nvPicPr>
              <p:cNvPr id="103" name="Graphique 102" descr="Utilisateur avec un remplissage uni">
                <a:extLst>
                  <a:ext uri="{FF2B5EF4-FFF2-40B4-BE49-F238E27FC236}">
                    <a16:creationId xmlns:a16="http://schemas.microsoft.com/office/drawing/2014/main" id="{C52BD427-91E6-495C-82F4-30C3A0D81C3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27841" y="5222969"/>
                <a:ext cx="126206" cy="142875"/>
              </a:xfrm>
              <a:prstGeom prst="rect">
                <a:avLst/>
              </a:prstGeom>
            </p:spPr>
          </p:pic>
          <p:cxnSp>
            <p:nvCxnSpPr>
              <p:cNvPr id="104" name="Connecteur droit 103">
                <a:extLst>
                  <a:ext uri="{FF2B5EF4-FFF2-40B4-BE49-F238E27FC236}">
                    <a16:creationId xmlns:a16="http://schemas.microsoft.com/office/drawing/2014/main" id="{7280D6B1-BB87-46D0-A061-45FE7529D170}"/>
                  </a:ext>
                </a:extLst>
              </p:cNvPr>
              <p:cNvCxnSpPr>
                <a:cxnSpLocks/>
                <a:stCxn id="102" idx="1"/>
                <a:endCxn id="101" idx="3"/>
              </p:cNvCxnSpPr>
              <p:nvPr/>
            </p:nvCxnSpPr>
            <p:spPr>
              <a:xfrm flipH="1">
                <a:off x="6575082" y="5151531"/>
                <a:ext cx="385388" cy="24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ABA808FB-724E-48C0-8C90-6D65040FD12C}"/>
                  </a:ext>
                </a:extLst>
              </p:cNvPr>
              <p:cNvCxnSpPr>
                <a:cxnSpLocks/>
                <a:stCxn id="103" idx="0"/>
                <a:endCxn id="102" idx="1"/>
              </p:cNvCxnSpPr>
              <p:nvPr/>
            </p:nvCxnSpPr>
            <p:spPr>
              <a:xfrm flipV="1">
                <a:off x="6890944" y="5151531"/>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AE6B1FD8-19E3-4280-8D02-9C85FFE7A622}"/>
                  </a:ext>
                </a:extLst>
              </p:cNvPr>
              <p:cNvCxnSpPr>
                <a:cxnSpLocks/>
                <a:stCxn id="103" idx="0"/>
                <a:endCxn id="101" idx="3"/>
              </p:cNvCxnSpPr>
              <p:nvPr/>
            </p:nvCxnSpPr>
            <p:spPr>
              <a:xfrm flipH="1" flipV="1">
                <a:off x="6575082" y="5176267"/>
                <a:ext cx="315862" cy="4670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2" name="Groupe 51">
              <a:extLst>
                <a:ext uri="{FF2B5EF4-FFF2-40B4-BE49-F238E27FC236}">
                  <a16:creationId xmlns:a16="http://schemas.microsoft.com/office/drawing/2014/main" id="{A2D3C6B8-0936-4818-9C92-FB959AF91422}"/>
                </a:ext>
              </a:extLst>
            </p:cNvPr>
            <p:cNvGrpSpPr/>
            <p:nvPr/>
          </p:nvGrpSpPr>
          <p:grpSpPr>
            <a:xfrm>
              <a:off x="6843061" y="3949255"/>
              <a:ext cx="631706" cy="445842"/>
              <a:chOff x="6428428" y="4530096"/>
              <a:chExt cx="631706" cy="445842"/>
            </a:xfrm>
          </p:grpSpPr>
          <p:pic>
            <p:nvPicPr>
              <p:cNvPr id="86" name="Graphique 85" descr="Utilisateur avec un remplissage uni">
                <a:extLst>
                  <a:ext uri="{FF2B5EF4-FFF2-40B4-BE49-F238E27FC236}">
                    <a16:creationId xmlns:a16="http://schemas.microsoft.com/office/drawing/2014/main" id="{699A5C20-69D5-43D7-BA42-C88C907BBAFB}"/>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28428" y="4725905"/>
                <a:ext cx="126206" cy="142875"/>
              </a:xfrm>
              <a:prstGeom prst="rect">
                <a:avLst/>
              </a:prstGeom>
            </p:spPr>
          </p:pic>
          <p:pic>
            <p:nvPicPr>
              <p:cNvPr id="87" name="Graphique 86" descr="Utilisateur avec un remplissage uni">
                <a:extLst>
                  <a:ext uri="{FF2B5EF4-FFF2-40B4-BE49-F238E27FC236}">
                    <a16:creationId xmlns:a16="http://schemas.microsoft.com/office/drawing/2014/main" id="{9D466257-0CD5-447C-A6F6-E489820A318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33928" y="4690187"/>
                <a:ext cx="126206" cy="142875"/>
              </a:xfrm>
              <a:prstGeom prst="rect">
                <a:avLst/>
              </a:prstGeom>
            </p:spPr>
          </p:pic>
          <p:pic>
            <p:nvPicPr>
              <p:cNvPr id="88" name="Graphique 87" descr="Utilisateur avec un remplissage uni">
                <a:extLst>
                  <a:ext uri="{FF2B5EF4-FFF2-40B4-BE49-F238E27FC236}">
                    <a16:creationId xmlns:a16="http://schemas.microsoft.com/office/drawing/2014/main" id="{1FFA1BE3-03FD-4B39-8CB2-93D55B32FC3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1299" y="4833063"/>
                <a:ext cx="126206" cy="142875"/>
              </a:xfrm>
              <a:prstGeom prst="rect">
                <a:avLst/>
              </a:prstGeom>
            </p:spPr>
          </p:pic>
          <p:pic>
            <p:nvPicPr>
              <p:cNvPr id="89" name="Graphique 88" descr="Utilisateur avec un remplissage uni">
                <a:extLst>
                  <a:ext uri="{FF2B5EF4-FFF2-40B4-BE49-F238E27FC236}">
                    <a16:creationId xmlns:a16="http://schemas.microsoft.com/office/drawing/2014/main" id="{6200BA67-A77E-4C11-B1F9-C92FB3673A6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7722" y="4547313"/>
                <a:ext cx="126206" cy="142875"/>
              </a:xfrm>
              <a:prstGeom prst="rect">
                <a:avLst/>
              </a:prstGeom>
            </p:spPr>
          </p:pic>
          <p:cxnSp>
            <p:nvCxnSpPr>
              <p:cNvPr id="90" name="Connecteur droit 89">
                <a:extLst>
                  <a:ext uri="{FF2B5EF4-FFF2-40B4-BE49-F238E27FC236}">
                    <a16:creationId xmlns:a16="http://schemas.microsoft.com/office/drawing/2014/main" id="{5EA733BE-796D-4E93-AE89-4E2C36601479}"/>
                  </a:ext>
                </a:extLst>
              </p:cNvPr>
              <p:cNvCxnSpPr>
                <a:stCxn id="89" idx="2"/>
                <a:endCxn id="88"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39EE5963-4518-432A-90BF-079CB3086EA9}"/>
                  </a:ext>
                </a:extLst>
              </p:cNvPr>
              <p:cNvCxnSpPr>
                <a:cxnSpLocks/>
                <a:stCxn id="87" idx="1"/>
                <a:endCxn id="86"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BC08F357-CDC5-4CFC-B733-4DE300682506}"/>
                  </a:ext>
                </a:extLst>
              </p:cNvPr>
              <p:cNvCxnSpPr>
                <a:cxnSpLocks/>
                <a:stCxn id="89" idx="2"/>
                <a:endCxn id="87"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3C4820D7-6285-486F-9521-EC9B435BEEBE}"/>
                  </a:ext>
                </a:extLst>
              </p:cNvPr>
              <p:cNvCxnSpPr>
                <a:cxnSpLocks/>
                <a:stCxn id="88" idx="0"/>
                <a:endCxn id="87"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D02971C9-276D-4F8B-A7D4-64B8A3D564ED}"/>
                  </a:ext>
                </a:extLst>
              </p:cNvPr>
              <p:cNvCxnSpPr>
                <a:cxnSpLocks/>
                <a:stCxn id="88" idx="0"/>
                <a:endCxn id="86"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4E866450-4F05-4100-9F5C-95C35BE014B9}"/>
                  </a:ext>
                </a:extLst>
              </p:cNvPr>
              <p:cNvCxnSpPr>
                <a:cxnSpLocks/>
                <a:stCxn id="89" idx="2"/>
                <a:endCxn id="86"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96" name="Graphique 95" descr="Utilisateur avec un remplissage uni">
                <a:extLst>
                  <a:ext uri="{FF2B5EF4-FFF2-40B4-BE49-F238E27FC236}">
                    <a16:creationId xmlns:a16="http://schemas.microsoft.com/office/drawing/2014/main" id="{BA08323A-07DF-437D-B3E1-F7C514FE51E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654461" y="4530096"/>
                <a:ext cx="126206" cy="142875"/>
              </a:xfrm>
              <a:prstGeom prst="rect">
                <a:avLst/>
              </a:prstGeom>
            </p:spPr>
          </p:pic>
          <p:cxnSp>
            <p:nvCxnSpPr>
              <p:cNvPr id="97" name="Connecteur droit 96">
                <a:extLst>
                  <a:ext uri="{FF2B5EF4-FFF2-40B4-BE49-F238E27FC236}">
                    <a16:creationId xmlns:a16="http://schemas.microsoft.com/office/drawing/2014/main" id="{634FF5D7-EE8D-4E95-AFC6-E2930A7F8368}"/>
                  </a:ext>
                </a:extLst>
              </p:cNvPr>
              <p:cNvCxnSpPr>
                <a:cxnSpLocks/>
                <a:stCxn id="96" idx="2"/>
                <a:endCxn id="86"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3837D8B7-9B4C-4D9F-A7EA-D08FC72C3D6A}"/>
                  </a:ext>
                </a:extLst>
              </p:cNvPr>
              <p:cNvCxnSpPr>
                <a:cxnSpLocks/>
                <a:stCxn id="96" idx="2"/>
                <a:endCxn id="88"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Connecteur droit 98">
                <a:extLst>
                  <a:ext uri="{FF2B5EF4-FFF2-40B4-BE49-F238E27FC236}">
                    <a16:creationId xmlns:a16="http://schemas.microsoft.com/office/drawing/2014/main" id="{004E569F-8A20-4DDC-9F92-CC3A71EF4E3B}"/>
                  </a:ext>
                </a:extLst>
              </p:cNvPr>
              <p:cNvCxnSpPr>
                <a:cxnSpLocks/>
                <a:stCxn id="89" idx="2"/>
                <a:endCxn id="96"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Connecteur droit 99">
                <a:extLst>
                  <a:ext uri="{FF2B5EF4-FFF2-40B4-BE49-F238E27FC236}">
                    <a16:creationId xmlns:a16="http://schemas.microsoft.com/office/drawing/2014/main" id="{C068B488-C6F3-4031-AD23-99F1420A54E9}"/>
                  </a:ext>
                </a:extLst>
              </p:cNvPr>
              <p:cNvCxnSpPr>
                <a:cxnSpLocks/>
                <a:stCxn id="87" idx="1"/>
                <a:endCxn id="96"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53" name="Graphique 52" descr="Utilisateur avec un remplissage uni">
              <a:extLst>
                <a:ext uri="{FF2B5EF4-FFF2-40B4-BE49-F238E27FC236}">
                  <a16:creationId xmlns:a16="http://schemas.microsoft.com/office/drawing/2014/main" id="{50580235-0DC1-486B-A10F-2B243E75D8C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81522" y="4216501"/>
              <a:ext cx="126206" cy="142875"/>
            </a:xfrm>
            <a:prstGeom prst="rect">
              <a:avLst/>
            </a:prstGeom>
          </p:spPr>
        </p:pic>
        <p:cxnSp>
          <p:nvCxnSpPr>
            <p:cNvPr id="54" name="Connecteur droit 53">
              <a:extLst>
                <a:ext uri="{FF2B5EF4-FFF2-40B4-BE49-F238E27FC236}">
                  <a16:creationId xmlns:a16="http://schemas.microsoft.com/office/drawing/2014/main" id="{46636536-A2E3-479D-ABFC-B127DF88DEFB}"/>
                </a:ext>
              </a:extLst>
            </p:cNvPr>
            <p:cNvCxnSpPr>
              <a:cxnSpLocks/>
              <a:stCxn id="107" idx="1"/>
              <a:endCxn id="53" idx="3"/>
            </p:cNvCxnSpPr>
            <p:nvPr/>
          </p:nvCxnSpPr>
          <p:spPr>
            <a:xfrm>
              <a:off x="6396090" y="3918846"/>
              <a:ext cx="111638" cy="369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40072433-CB5F-40CD-8F70-D3A484C5D251}"/>
                </a:ext>
              </a:extLst>
            </p:cNvPr>
            <p:cNvCxnSpPr>
              <a:cxnSpLocks/>
              <a:stCxn id="86" idx="1"/>
              <a:endCxn id="53" idx="3"/>
            </p:cNvCxnSpPr>
            <p:nvPr/>
          </p:nvCxnSpPr>
          <p:spPr>
            <a:xfrm flipH="1">
              <a:off x="6507728" y="4216502"/>
              <a:ext cx="33533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7E354FD6-B5E6-4DCE-8C4E-A87B352AD7DE}"/>
                </a:ext>
              </a:extLst>
            </p:cNvPr>
            <p:cNvCxnSpPr>
              <a:cxnSpLocks/>
              <a:stCxn id="101" idx="1"/>
              <a:endCxn id="53" idx="3"/>
            </p:cNvCxnSpPr>
            <p:nvPr/>
          </p:nvCxnSpPr>
          <p:spPr>
            <a:xfrm flipH="1" flipV="1">
              <a:off x="6507728" y="4287939"/>
              <a:ext cx="421112" cy="180280"/>
            </a:xfrm>
            <a:prstGeom prst="line">
              <a:avLst/>
            </a:prstGeom>
          </p:spPr>
          <p:style>
            <a:lnRef idx="1">
              <a:schemeClr val="accent1"/>
            </a:lnRef>
            <a:fillRef idx="0">
              <a:schemeClr val="accent1"/>
            </a:fillRef>
            <a:effectRef idx="0">
              <a:schemeClr val="accent1"/>
            </a:effectRef>
            <a:fontRef idx="minor">
              <a:schemeClr val="tx1"/>
            </a:fontRef>
          </p:style>
        </p:cxnSp>
        <p:pic>
          <p:nvPicPr>
            <p:cNvPr id="57" name="Graphique 56" descr="Utilisateur avec un remplissage uni">
              <a:extLst>
                <a:ext uri="{FF2B5EF4-FFF2-40B4-BE49-F238E27FC236}">
                  <a16:creationId xmlns:a16="http://schemas.microsoft.com/office/drawing/2014/main" id="{4FC7B0BD-86F0-4823-B39A-7E9D389EA00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89889" y="4524939"/>
              <a:ext cx="126206" cy="142875"/>
            </a:xfrm>
            <a:prstGeom prst="rect">
              <a:avLst/>
            </a:prstGeom>
          </p:spPr>
        </p:pic>
        <p:grpSp>
          <p:nvGrpSpPr>
            <p:cNvPr id="58" name="Groupe 57">
              <a:extLst>
                <a:ext uri="{FF2B5EF4-FFF2-40B4-BE49-F238E27FC236}">
                  <a16:creationId xmlns:a16="http://schemas.microsoft.com/office/drawing/2014/main" id="{398C833F-62DF-4B92-A818-BFF6EE971CF3}"/>
                </a:ext>
              </a:extLst>
            </p:cNvPr>
            <p:cNvGrpSpPr/>
            <p:nvPr/>
          </p:nvGrpSpPr>
          <p:grpSpPr>
            <a:xfrm>
              <a:off x="6390010" y="4594953"/>
              <a:ext cx="442838" cy="286513"/>
              <a:chOff x="6448876" y="5060472"/>
              <a:chExt cx="442838" cy="286513"/>
            </a:xfrm>
          </p:grpSpPr>
          <p:pic>
            <p:nvPicPr>
              <p:cNvPr id="80" name="Graphique 79" descr="Utilisateur avec un remplissage uni">
                <a:extLst>
                  <a:ext uri="{FF2B5EF4-FFF2-40B4-BE49-F238E27FC236}">
                    <a16:creationId xmlns:a16="http://schemas.microsoft.com/office/drawing/2014/main" id="{73FC1A06-8426-4763-90BD-72DD07DC70ED}"/>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48876" y="5104829"/>
                <a:ext cx="126206" cy="142875"/>
              </a:xfrm>
              <a:prstGeom prst="rect">
                <a:avLst/>
              </a:prstGeom>
            </p:spPr>
          </p:pic>
          <p:pic>
            <p:nvPicPr>
              <p:cNvPr id="81" name="Graphique 80" descr="Utilisateur avec un remplissage uni">
                <a:extLst>
                  <a:ext uri="{FF2B5EF4-FFF2-40B4-BE49-F238E27FC236}">
                    <a16:creationId xmlns:a16="http://schemas.microsoft.com/office/drawing/2014/main" id="{881BB271-6959-4F1B-BBD2-CCD5EA26A65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65508" y="5060472"/>
                <a:ext cx="126206" cy="142875"/>
              </a:xfrm>
              <a:prstGeom prst="rect">
                <a:avLst/>
              </a:prstGeom>
            </p:spPr>
          </p:pic>
          <p:pic>
            <p:nvPicPr>
              <p:cNvPr id="82" name="Graphique 81" descr="Utilisateur avec un remplissage uni">
                <a:extLst>
                  <a:ext uri="{FF2B5EF4-FFF2-40B4-BE49-F238E27FC236}">
                    <a16:creationId xmlns:a16="http://schemas.microsoft.com/office/drawing/2014/main" id="{6FA26C5B-40D5-4DE6-8EA7-0C38765103D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642530" y="5204110"/>
                <a:ext cx="126206" cy="142875"/>
              </a:xfrm>
              <a:prstGeom prst="rect">
                <a:avLst/>
              </a:prstGeom>
            </p:spPr>
          </p:pic>
          <p:cxnSp>
            <p:nvCxnSpPr>
              <p:cNvPr id="83" name="Connecteur droit 82">
                <a:extLst>
                  <a:ext uri="{FF2B5EF4-FFF2-40B4-BE49-F238E27FC236}">
                    <a16:creationId xmlns:a16="http://schemas.microsoft.com/office/drawing/2014/main" id="{A5B87A07-B80E-492B-B713-1C2439B02C03}"/>
                  </a:ext>
                </a:extLst>
              </p:cNvPr>
              <p:cNvCxnSpPr>
                <a:cxnSpLocks/>
                <a:stCxn id="81" idx="1"/>
                <a:endCxn id="80" idx="3"/>
              </p:cNvCxnSpPr>
              <p:nvPr/>
            </p:nvCxnSpPr>
            <p:spPr>
              <a:xfrm flipH="1">
                <a:off x="6575082" y="5131910"/>
                <a:ext cx="190426" cy="44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Connecteur droit 83">
                <a:extLst>
                  <a:ext uri="{FF2B5EF4-FFF2-40B4-BE49-F238E27FC236}">
                    <a16:creationId xmlns:a16="http://schemas.microsoft.com/office/drawing/2014/main" id="{E17B867F-CE9F-4867-8059-FE7E96487EA9}"/>
                  </a:ext>
                </a:extLst>
              </p:cNvPr>
              <p:cNvCxnSpPr>
                <a:cxnSpLocks/>
                <a:stCxn id="82" idx="0"/>
                <a:endCxn id="81" idx="1"/>
              </p:cNvCxnSpPr>
              <p:nvPr/>
            </p:nvCxnSpPr>
            <p:spPr>
              <a:xfrm flipV="1">
                <a:off x="6705633" y="5131910"/>
                <a:ext cx="59875" cy="72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2529C1A9-16DC-44EC-85FE-6E326F018592}"/>
                  </a:ext>
                </a:extLst>
              </p:cNvPr>
              <p:cNvCxnSpPr>
                <a:cxnSpLocks/>
                <a:stCxn id="82" idx="0"/>
                <a:endCxn id="80" idx="3"/>
              </p:cNvCxnSpPr>
              <p:nvPr/>
            </p:nvCxnSpPr>
            <p:spPr>
              <a:xfrm flipH="1" flipV="1">
                <a:off x="6575082" y="5176267"/>
                <a:ext cx="130551" cy="2784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9" name="Groupe 58">
              <a:extLst>
                <a:ext uri="{FF2B5EF4-FFF2-40B4-BE49-F238E27FC236}">
                  <a16:creationId xmlns:a16="http://schemas.microsoft.com/office/drawing/2014/main" id="{BF5F6440-EB66-44E0-BE59-7D5D53957766}"/>
                </a:ext>
              </a:extLst>
            </p:cNvPr>
            <p:cNvGrpSpPr/>
            <p:nvPr/>
          </p:nvGrpSpPr>
          <p:grpSpPr>
            <a:xfrm>
              <a:off x="6458221" y="4787629"/>
              <a:ext cx="759637" cy="421580"/>
              <a:chOff x="6495179" y="4093369"/>
              <a:chExt cx="759637" cy="421580"/>
            </a:xfrm>
          </p:grpSpPr>
          <p:pic>
            <p:nvPicPr>
              <p:cNvPr id="70" name="Graphique 69" descr="Utilisateur avec un remplissage uni">
                <a:extLst>
                  <a:ext uri="{FF2B5EF4-FFF2-40B4-BE49-F238E27FC236}">
                    <a16:creationId xmlns:a16="http://schemas.microsoft.com/office/drawing/2014/main" id="{382523AC-DB6C-4025-A82C-6F591BF85542}"/>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95179" y="4222610"/>
                <a:ext cx="126206" cy="142875"/>
              </a:xfrm>
              <a:prstGeom prst="rect">
                <a:avLst/>
              </a:prstGeom>
            </p:spPr>
          </p:pic>
          <p:pic>
            <p:nvPicPr>
              <p:cNvPr id="71" name="Graphique 70" descr="Utilisateur avec un remplissage uni">
                <a:extLst>
                  <a:ext uri="{FF2B5EF4-FFF2-40B4-BE49-F238E27FC236}">
                    <a16:creationId xmlns:a16="http://schemas.microsoft.com/office/drawing/2014/main" id="{37457559-0EDD-4666-9E5E-729235D7097F}"/>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7128610" y="4270527"/>
                <a:ext cx="126206" cy="142875"/>
              </a:xfrm>
              <a:prstGeom prst="rect">
                <a:avLst/>
              </a:prstGeom>
            </p:spPr>
          </p:pic>
          <p:pic>
            <p:nvPicPr>
              <p:cNvPr id="72" name="Graphique 71" descr="Utilisateur avec un remplissage uni">
                <a:extLst>
                  <a:ext uri="{FF2B5EF4-FFF2-40B4-BE49-F238E27FC236}">
                    <a16:creationId xmlns:a16="http://schemas.microsoft.com/office/drawing/2014/main" id="{75A8E203-E910-4208-B223-3DC0FB2F94C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92147" y="4372074"/>
                <a:ext cx="126206" cy="142875"/>
              </a:xfrm>
              <a:prstGeom prst="rect">
                <a:avLst/>
              </a:prstGeom>
            </p:spPr>
          </p:pic>
          <p:pic>
            <p:nvPicPr>
              <p:cNvPr id="73" name="Graphique 72" descr="Utilisateur avec un remplissage uni">
                <a:extLst>
                  <a:ext uri="{FF2B5EF4-FFF2-40B4-BE49-F238E27FC236}">
                    <a16:creationId xmlns:a16="http://schemas.microsoft.com/office/drawing/2014/main" id="{299AF36E-1D63-490C-91A6-0C1B0E6EAEDB}"/>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48219" y="4093369"/>
                <a:ext cx="126206" cy="142875"/>
              </a:xfrm>
              <a:prstGeom prst="rect">
                <a:avLst/>
              </a:prstGeom>
            </p:spPr>
          </p:pic>
          <p:cxnSp>
            <p:nvCxnSpPr>
              <p:cNvPr id="74" name="Connecteur droit 73">
                <a:extLst>
                  <a:ext uri="{FF2B5EF4-FFF2-40B4-BE49-F238E27FC236}">
                    <a16:creationId xmlns:a16="http://schemas.microsoft.com/office/drawing/2014/main" id="{9781C388-ED66-4351-A222-8C2981D20548}"/>
                  </a:ext>
                </a:extLst>
              </p:cNvPr>
              <p:cNvCxnSpPr>
                <a:stCxn id="73" idx="2"/>
                <a:endCxn id="72" idx="0"/>
              </p:cNvCxnSpPr>
              <p:nvPr/>
            </p:nvCxnSpPr>
            <p:spPr>
              <a:xfrm flipH="1">
                <a:off x="6955250" y="4236244"/>
                <a:ext cx="56072" cy="135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CE53E36C-8515-433B-9E5A-EB28B840B5CD}"/>
                  </a:ext>
                </a:extLst>
              </p:cNvPr>
              <p:cNvCxnSpPr>
                <a:cxnSpLocks/>
                <a:stCxn id="71" idx="1"/>
                <a:endCxn id="70" idx="3"/>
              </p:cNvCxnSpPr>
              <p:nvPr/>
            </p:nvCxnSpPr>
            <p:spPr>
              <a:xfrm flipH="1" flipV="1">
                <a:off x="6621385" y="4294048"/>
                <a:ext cx="507225" cy="47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C52FB5E7-0B79-4240-B73E-8EB2611FA0B1}"/>
                  </a:ext>
                </a:extLst>
              </p:cNvPr>
              <p:cNvCxnSpPr>
                <a:cxnSpLocks/>
                <a:stCxn id="73" idx="2"/>
                <a:endCxn id="71" idx="1"/>
              </p:cNvCxnSpPr>
              <p:nvPr/>
            </p:nvCxnSpPr>
            <p:spPr>
              <a:xfrm>
                <a:off x="7011322" y="4236244"/>
                <a:ext cx="117288" cy="105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A5E3DA58-6EEC-41C3-B17C-A52EDBB94696}"/>
                  </a:ext>
                </a:extLst>
              </p:cNvPr>
              <p:cNvCxnSpPr>
                <a:cxnSpLocks/>
                <a:stCxn id="72" idx="0"/>
                <a:endCxn id="71" idx="1"/>
              </p:cNvCxnSpPr>
              <p:nvPr/>
            </p:nvCxnSpPr>
            <p:spPr>
              <a:xfrm flipV="1">
                <a:off x="6955250" y="4341965"/>
                <a:ext cx="173360" cy="3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043407EE-E9D1-44EE-ADD5-C72494AE5839}"/>
                  </a:ext>
                </a:extLst>
              </p:cNvPr>
              <p:cNvCxnSpPr>
                <a:cxnSpLocks/>
                <a:stCxn id="72" idx="0"/>
                <a:endCxn id="70" idx="3"/>
              </p:cNvCxnSpPr>
              <p:nvPr/>
            </p:nvCxnSpPr>
            <p:spPr>
              <a:xfrm flipH="1" flipV="1">
                <a:off x="6621385" y="4294048"/>
                <a:ext cx="333865" cy="7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892B2DF7-727B-402D-8BD3-0A5A99FE66FB}"/>
                  </a:ext>
                </a:extLst>
              </p:cNvPr>
              <p:cNvCxnSpPr>
                <a:cxnSpLocks/>
                <a:stCxn id="73" idx="2"/>
                <a:endCxn id="70" idx="3"/>
              </p:cNvCxnSpPr>
              <p:nvPr/>
            </p:nvCxnSpPr>
            <p:spPr>
              <a:xfrm flipH="1">
                <a:off x="6621385" y="4236244"/>
                <a:ext cx="389937" cy="5780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0" name="Connecteur droit 59">
              <a:extLst>
                <a:ext uri="{FF2B5EF4-FFF2-40B4-BE49-F238E27FC236}">
                  <a16:creationId xmlns:a16="http://schemas.microsoft.com/office/drawing/2014/main" id="{09B71E09-6DDE-4FA1-9687-6F400B47A863}"/>
                </a:ext>
              </a:extLst>
            </p:cNvPr>
            <p:cNvCxnSpPr>
              <a:cxnSpLocks/>
              <a:stCxn id="101" idx="1"/>
              <a:endCxn id="86" idx="1"/>
            </p:cNvCxnSpPr>
            <p:nvPr/>
          </p:nvCxnSpPr>
          <p:spPr>
            <a:xfrm flipH="1" flipV="1">
              <a:off x="6843061" y="4216502"/>
              <a:ext cx="85779" cy="251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4206F2B3-A1FB-4DB3-8C95-6743EC10FC10}"/>
                </a:ext>
              </a:extLst>
            </p:cNvPr>
            <p:cNvCxnSpPr>
              <a:cxnSpLocks/>
              <a:stCxn id="101" idx="1"/>
              <a:endCxn id="107" idx="1"/>
            </p:cNvCxnSpPr>
            <p:nvPr/>
          </p:nvCxnSpPr>
          <p:spPr>
            <a:xfrm flipH="1" flipV="1">
              <a:off x="6396090" y="3918846"/>
              <a:ext cx="532750" cy="549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1F5C7B2A-551C-4C49-A51B-F139AC5D5FED}"/>
                </a:ext>
              </a:extLst>
            </p:cNvPr>
            <p:cNvCxnSpPr>
              <a:cxnSpLocks/>
              <a:stCxn id="86" idx="1"/>
              <a:endCxn id="107" idx="1"/>
            </p:cNvCxnSpPr>
            <p:nvPr/>
          </p:nvCxnSpPr>
          <p:spPr>
            <a:xfrm flipH="1" flipV="1">
              <a:off x="6396090" y="3918846"/>
              <a:ext cx="446971" cy="297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BAC42494-D97E-434C-B749-39FBD4624B79}"/>
                </a:ext>
              </a:extLst>
            </p:cNvPr>
            <p:cNvCxnSpPr>
              <a:cxnSpLocks/>
              <a:stCxn id="70" idx="1"/>
              <a:endCxn id="80" idx="1"/>
            </p:cNvCxnSpPr>
            <p:nvPr/>
          </p:nvCxnSpPr>
          <p:spPr>
            <a:xfrm flipH="1" flipV="1">
              <a:off x="6390010" y="4710748"/>
              <a:ext cx="68211" cy="27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Connecteur droit 63">
              <a:extLst>
                <a:ext uri="{FF2B5EF4-FFF2-40B4-BE49-F238E27FC236}">
                  <a16:creationId xmlns:a16="http://schemas.microsoft.com/office/drawing/2014/main" id="{599BD093-6EE0-411D-8F2B-87CE9251926E}"/>
                </a:ext>
              </a:extLst>
            </p:cNvPr>
            <p:cNvCxnSpPr>
              <a:cxnSpLocks/>
              <a:stCxn id="70" idx="1"/>
              <a:endCxn id="57" idx="3"/>
            </p:cNvCxnSpPr>
            <p:nvPr/>
          </p:nvCxnSpPr>
          <p:spPr>
            <a:xfrm flipH="1" flipV="1">
              <a:off x="6216095" y="4596377"/>
              <a:ext cx="242126" cy="391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Connecteur droit 64">
              <a:extLst>
                <a:ext uri="{FF2B5EF4-FFF2-40B4-BE49-F238E27FC236}">
                  <a16:creationId xmlns:a16="http://schemas.microsoft.com/office/drawing/2014/main" id="{2ED4B5AF-CB9C-4DD3-A2C6-52CC4C8D8AFA}"/>
                </a:ext>
              </a:extLst>
            </p:cNvPr>
            <p:cNvCxnSpPr>
              <a:cxnSpLocks/>
              <a:stCxn id="80" idx="1"/>
              <a:endCxn id="57" idx="3"/>
            </p:cNvCxnSpPr>
            <p:nvPr/>
          </p:nvCxnSpPr>
          <p:spPr>
            <a:xfrm flipH="1" flipV="1">
              <a:off x="6216095" y="4596377"/>
              <a:ext cx="173915" cy="114371"/>
            </a:xfrm>
            <a:prstGeom prst="line">
              <a:avLst/>
            </a:prstGeom>
          </p:spPr>
          <p:style>
            <a:lnRef idx="1">
              <a:schemeClr val="accent1"/>
            </a:lnRef>
            <a:fillRef idx="0">
              <a:schemeClr val="accent1"/>
            </a:fillRef>
            <a:effectRef idx="0">
              <a:schemeClr val="accent1"/>
            </a:effectRef>
            <a:fontRef idx="minor">
              <a:schemeClr val="tx1"/>
            </a:fontRef>
          </p:style>
        </p:cxnSp>
        <p:pic>
          <p:nvPicPr>
            <p:cNvPr id="66" name="Graphique 65" descr="Utilisateur avec un remplissage uni">
              <a:extLst>
                <a:ext uri="{FF2B5EF4-FFF2-40B4-BE49-F238E27FC236}">
                  <a16:creationId xmlns:a16="http://schemas.microsoft.com/office/drawing/2014/main" id="{29E82C77-2B6C-495B-B016-83E0CD61C68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7759" t="11596" r="14944" b="12219"/>
            <a:stretch/>
          </p:blipFill>
          <p:spPr>
            <a:xfrm>
              <a:off x="5672245" y="4378468"/>
              <a:ext cx="126206" cy="142875"/>
            </a:xfrm>
            <a:prstGeom prst="rect">
              <a:avLst/>
            </a:prstGeom>
          </p:spPr>
        </p:pic>
        <p:cxnSp>
          <p:nvCxnSpPr>
            <p:cNvPr id="67" name="Connecteur droit 66">
              <a:extLst>
                <a:ext uri="{FF2B5EF4-FFF2-40B4-BE49-F238E27FC236}">
                  <a16:creationId xmlns:a16="http://schemas.microsoft.com/office/drawing/2014/main" id="{B0E1CEDB-EBCF-4118-BFAF-0242504F3C7C}"/>
                </a:ext>
              </a:extLst>
            </p:cNvPr>
            <p:cNvCxnSpPr>
              <a:cxnSpLocks/>
              <a:stCxn id="66" idx="3"/>
              <a:endCxn id="53" idx="1"/>
            </p:cNvCxnSpPr>
            <p:nvPr/>
          </p:nvCxnSpPr>
          <p:spPr>
            <a:xfrm flipV="1">
              <a:off x="5798451" y="4287939"/>
              <a:ext cx="583071" cy="16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79B337C2-7C45-4A86-8521-63CAC1E428F9}"/>
                </a:ext>
              </a:extLst>
            </p:cNvPr>
            <p:cNvCxnSpPr>
              <a:cxnSpLocks/>
              <a:stCxn id="66" idx="3"/>
              <a:endCxn id="57" idx="1"/>
            </p:cNvCxnSpPr>
            <p:nvPr/>
          </p:nvCxnSpPr>
          <p:spPr>
            <a:xfrm>
              <a:off x="5798451" y="4449906"/>
              <a:ext cx="291438" cy="14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Connecteur droit 68">
              <a:extLst>
                <a:ext uri="{FF2B5EF4-FFF2-40B4-BE49-F238E27FC236}">
                  <a16:creationId xmlns:a16="http://schemas.microsoft.com/office/drawing/2014/main" id="{5C60E022-4BB2-4D78-9D82-5FA4A105916C}"/>
                </a:ext>
              </a:extLst>
            </p:cNvPr>
            <p:cNvCxnSpPr>
              <a:cxnSpLocks/>
              <a:stCxn id="53" idx="1"/>
              <a:endCxn id="57" idx="1"/>
            </p:cNvCxnSpPr>
            <p:nvPr/>
          </p:nvCxnSpPr>
          <p:spPr>
            <a:xfrm flipH="1">
              <a:off x="6089889" y="4287939"/>
              <a:ext cx="291633" cy="30843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7" name="Groupe 116">
            <a:extLst>
              <a:ext uri="{FF2B5EF4-FFF2-40B4-BE49-F238E27FC236}">
                <a16:creationId xmlns:a16="http://schemas.microsoft.com/office/drawing/2014/main" id="{586A9F7C-39B0-4166-8DDC-BFA0257BD8C2}"/>
              </a:ext>
            </a:extLst>
          </p:cNvPr>
          <p:cNvGrpSpPr/>
          <p:nvPr/>
        </p:nvGrpSpPr>
        <p:grpSpPr>
          <a:xfrm>
            <a:off x="3687445" y="4955586"/>
            <a:ext cx="1310976" cy="914681"/>
            <a:chOff x="5930169" y="5735666"/>
            <a:chExt cx="1310976" cy="914681"/>
          </a:xfrm>
        </p:grpSpPr>
        <p:pic>
          <p:nvPicPr>
            <p:cNvPr id="118" name="Graphique 117" descr="Utilisateur avec un remplissage uni">
              <a:extLst>
                <a:ext uri="{FF2B5EF4-FFF2-40B4-BE49-F238E27FC236}">
                  <a16:creationId xmlns:a16="http://schemas.microsoft.com/office/drawing/2014/main" id="{92C00CC9-CD1B-4FE6-9A1F-E5CCF3E2ACF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34053" y="5957405"/>
              <a:ext cx="126206" cy="142875"/>
            </a:xfrm>
            <a:prstGeom prst="rect">
              <a:avLst/>
            </a:prstGeom>
          </p:spPr>
        </p:pic>
        <p:pic>
          <p:nvPicPr>
            <p:cNvPr id="119" name="Graphique 118" descr="Utilisateur avec un remplissage uni">
              <a:extLst>
                <a:ext uri="{FF2B5EF4-FFF2-40B4-BE49-F238E27FC236}">
                  <a16:creationId xmlns:a16="http://schemas.microsoft.com/office/drawing/2014/main" id="{C3E61264-883D-4B13-B79B-180D4DC96AF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21632" y="6282682"/>
              <a:ext cx="126206" cy="142875"/>
            </a:xfrm>
            <a:prstGeom prst="rect">
              <a:avLst/>
            </a:prstGeom>
          </p:spPr>
        </p:pic>
        <p:pic>
          <p:nvPicPr>
            <p:cNvPr id="120" name="Graphique 119" descr="Utilisateur avec un remplissage uni">
              <a:extLst>
                <a:ext uri="{FF2B5EF4-FFF2-40B4-BE49-F238E27FC236}">
                  <a16:creationId xmlns:a16="http://schemas.microsoft.com/office/drawing/2014/main" id="{001E1EC8-DDD9-4C70-B089-C16753B2AF7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700239" y="6257442"/>
              <a:ext cx="126206" cy="142875"/>
            </a:xfrm>
            <a:prstGeom prst="rect">
              <a:avLst/>
            </a:prstGeom>
          </p:spPr>
        </p:pic>
        <p:pic>
          <p:nvPicPr>
            <p:cNvPr id="121" name="Graphique 120" descr="Utilisateur avec un remplissage uni">
              <a:extLst>
                <a:ext uri="{FF2B5EF4-FFF2-40B4-BE49-F238E27FC236}">
                  <a16:creationId xmlns:a16="http://schemas.microsoft.com/office/drawing/2014/main" id="{3246AE9D-B728-474A-B37D-DB98A8EC6F6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563684" y="6135998"/>
              <a:ext cx="126206" cy="142875"/>
            </a:xfrm>
            <a:prstGeom prst="rect">
              <a:avLst/>
            </a:prstGeom>
          </p:spPr>
        </p:pic>
        <p:pic>
          <p:nvPicPr>
            <p:cNvPr id="122" name="Graphique 121" descr="Utilisateur avec un remplissage uni">
              <a:extLst>
                <a:ext uri="{FF2B5EF4-FFF2-40B4-BE49-F238E27FC236}">
                  <a16:creationId xmlns:a16="http://schemas.microsoft.com/office/drawing/2014/main" id="{27829D3A-2312-4B29-9996-D9B501E743E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1250" y="6507472"/>
              <a:ext cx="126206" cy="142875"/>
            </a:xfrm>
            <a:prstGeom prst="rect">
              <a:avLst/>
            </a:prstGeom>
          </p:spPr>
        </p:pic>
        <p:pic>
          <p:nvPicPr>
            <p:cNvPr id="123" name="Graphique 122" descr="Utilisateur avec un remplissage uni">
              <a:extLst>
                <a:ext uri="{FF2B5EF4-FFF2-40B4-BE49-F238E27FC236}">
                  <a16:creationId xmlns:a16="http://schemas.microsoft.com/office/drawing/2014/main" id="{C0AF231E-7F2A-451B-91BE-A05C4FF9CE7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29870" y="6436035"/>
              <a:ext cx="126206" cy="142875"/>
            </a:xfrm>
            <a:prstGeom prst="rect">
              <a:avLst/>
            </a:prstGeom>
          </p:spPr>
        </p:pic>
        <p:pic>
          <p:nvPicPr>
            <p:cNvPr id="124" name="Graphique 123" descr="Utilisateur avec un remplissage uni">
              <a:extLst>
                <a:ext uri="{FF2B5EF4-FFF2-40B4-BE49-F238E27FC236}">
                  <a16:creationId xmlns:a16="http://schemas.microsoft.com/office/drawing/2014/main" id="{65FC1480-16DE-496A-BC58-E57C68186BE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20237" y="5885968"/>
              <a:ext cx="126206" cy="142875"/>
            </a:xfrm>
            <a:prstGeom prst="rect">
              <a:avLst/>
            </a:prstGeom>
          </p:spPr>
        </p:pic>
        <p:pic>
          <p:nvPicPr>
            <p:cNvPr id="125" name="Graphique 124" descr="Utilisateur avec un remplissage uni">
              <a:extLst>
                <a:ext uri="{FF2B5EF4-FFF2-40B4-BE49-F238E27FC236}">
                  <a16:creationId xmlns:a16="http://schemas.microsoft.com/office/drawing/2014/main" id="{6554A94A-962B-449D-A737-3B0240F5D72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86423" y="6186005"/>
              <a:ext cx="126206" cy="142875"/>
            </a:xfrm>
            <a:prstGeom prst="rect">
              <a:avLst/>
            </a:prstGeom>
          </p:spPr>
        </p:pic>
        <p:pic>
          <p:nvPicPr>
            <p:cNvPr id="126" name="Graphique 125" descr="Utilisateur avec un remplissage uni">
              <a:extLst>
                <a:ext uri="{FF2B5EF4-FFF2-40B4-BE49-F238E27FC236}">
                  <a16:creationId xmlns:a16="http://schemas.microsoft.com/office/drawing/2014/main" id="{17DD51E9-D44D-4A64-9B00-09864714170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49868" y="6064561"/>
              <a:ext cx="126206" cy="142875"/>
            </a:xfrm>
            <a:prstGeom prst="rect">
              <a:avLst/>
            </a:prstGeom>
          </p:spPr>
        </p:pic>
        <p:pic>
          <p:nvPicPr>
            <p:cNvPr id="127" name="Graphique 126" descr="Utilisateur avec un remplissage uni">
              <a:extLst>
                <a:ext uri="{FF2B5EF4-FFF2-40B4-BE49-F238E27FC236}">
                  <a16:creationId xmlns:a16="http://schemas.microsoft.com/office/drawing/2014/main" id="{CFD967A3-A72E-4499-AEE2-AC99170EFFF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835795" y="5932401"/>
              <a:ext cx="126206" cy="142875"/>
            </a:xfrm>
            <a:prstGeom prst="rect">
              <a:avLst/>
            </a:prstGeom>
          </p:spPr>
        </p:pic>
        <p:pic>
          <p:nvPicPr>
            <p:cNvPr id="128" name="Graphique 127" descr="Utilisateur avec un remplissage uni">
              <a:extLst>
                <a:ext uri="{FF2B5EF4-FFF2-40B4-BE49-F238E27FC236}">
                  <a16:creationId xmlns:a16="http://schemas.microsoft.com/office/drawing/2014/main" id="{1381F425-3766-4CCA-9604-4860E192469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70955" y="5753808"/>
              <a:ext cx="126206" cy="142875"/>
            </a:xfrm>
            <a:prstGeom prst="rect">
              <a:avLst/>
            </a:prstGeom>
          </p:spPr>
        </p:pic>
        <p:pic>
          <p:nvPicPr>
            <p:cNvPr id="129" name="Graphique 128" descr="Utilisateur avec un remplissage uni">
              <a:extLst>
                <a:ext uri="{FF2B5EF4-FFF2-40B4-BE49-F238E27FC236}">
                  <a16:creationId xmlns:a16="http://schemas.microsoft.com/office/drawing/2014/main" id="{69C94257-F246-411A-A048-B929630BCD7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961805" y="6275301"/>
              <a:ext cx="126206" cy="142875"/>
            </a:xfrm>
            <a:prstGeom prst="rect">
              <a:avLst/>
            </a:prstGeom>
          </p:spPr>
        </p:pic>
        <p:pic>
          <p:nvPicPr>
            <p:cNvPr id="130" name="Graphique 129" descr="Utilisateur avec un remplissage uni">
              <a:extLst>
                <a:ext uri="{FF2B5EF4-FFF2-40B4-BE49-F238E27FC236}">
                  <a16:creationId xmlns:a16="http://schemas.microsoft.com/office/drawing/2014/main" id="{9B559CF6-0D3A-40C9-BE5E-9BBAF78C0BA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048753" y="5953832"/>
              <a:ext cx="126206" cy="142875"/>
            </a:xfrm>
            <a:prstGeom prst="rect">
              <a:avLst/>
            </a:prstGeom>
          </p:spPr>
        </p:pic>
        <p:pic>
          <p:nvPicPr>
            <p:cNvPr id="131" name="Graphique 130" descr="Utilisateur avec un remplissage uni">
              <a:extLst>
                <a:ext uri="{FF2B5EF4-FFF2-40B4-BE49-F238E27FC236}">
                  <a16:creationId xmlns:a16="http://schemas.microsoft.com/office/drawing/2014/main" id="{7DD5EC02-9812-47AB-9E32-9FF27B2719D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114939" y="6253869"/>
              <a:ext cx="126206" cy="142875"/>
            </a:xfrm>
            <a:prstGeom prst="rect">
              <a:avLst/>
            </a:prstGeom>
          </p:spPr>
        </p:pic>
        <p:pic>
          <p:nvPicPr>
            <p:cNvPr id="132" name="Graphique 131" descr="Utilisateur avec un remplissage uni">
              <a:extLst>
                <a:ext uri="{FF2B5EF4-FFF2-40B4-BE49-F238E27FC236}">
                  <a16:creationId xmlns:a16="http://schemas.microsoft.com/office/drawing/2014/main" id="{ABC87B89-CD9A-4412-B244-06CD206C6C3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02488" y="5735666"/>
              <a:ext cx="126206" cy="142875"/>
            </a:xfrm>
            <a:prstGeom prst="rect">
              <a:avLst/>
            </a:prstGeom>
          </p:spPr>
        </p:pic>
        <p:pic>
          <p:nvPicPr>
            <p:cNvPr id="133" name="Graphique 132" descr="Utilisateur avec un remplissage uni">
              <a:extLst>
                <a:ext uri="{FF2B5EF4-FFF2-40B4-BE49-F238E27FC236}">
                  <a16:creationId xmlns:a16="http://schemas.microsoft.com/office/drawing/2014/main" id="{C795CAA0-339F-410F-A9B5-7260484755F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2119" y="5914259"/>
              <a:ext cx="126206" cy="142875"/>
            </a:xfrm>
            <a:prstGeom prst="rect">
              <a:avLst/>
            </a:prstGeom>
          </p:spPr>
        </p:pic>
        <p:pic>
          <p:nvPicPr>
            <p:cNvPr id="134" name="Graphique 133" descr="Utilisateur avec un remplissage uni">
              <a:extLst>
                <a:ext uri="{FF2B5EF4-FFF2-40B4-BE49-F238E27FC236}">
                  <a16:creationId xmlns:a16="http://schemas.microsoft.com/office/drawing/2014/main" id="{82C77ABE-E0C5-4DF2-9DB4-947EBD972C3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5930169" y="6243154"/>
              <a:ext cx="126206" cy="142875"/>
            </a:xfrm>
            <a:prstGeom prst="rect">
              <a:avLst/>
            </a:prstGeom>
          </p:spPr>
        </p:pic>
        <p:cxnSp>
          <p:nvCxnSpPr>
            <p:cNvPr id="135" name="Connecteur droit 134">
              <a:extLst>
                <a:ext uri="{FF2B5EF4-FFF2-40B4-BE49-F238E27FC236}">
                  <a16:creationId xmlns:a16="http://schemas.microsoft.com/office/drawing/2014/main" id="{AA75E25C-2531-4FF3-9D09-D58B622301A7}"/>
                </a:ext>
              </a:extLst>
            </p:cNvPr>
            <p:cNvCxnSpPr>
              <a:cxnSpLocks/>
              <a:stCxn id="124" idx="3"/>
              <a:endCxn id="13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Connecteur droit 135">
              <a:extLst>
                <a:ext uri="{FF2B5EF4-FFF2-40B4-BE49-F238E27FC236}">
                  <a16:creationId xmlns:a16="http://schemas.microsoft.com/office/drawing/2014/main" id="{23EA402A-6F8D-4C88-9B83-6EF065F8D4E5}"/>
                </a:ext>
              </a:extLst>
            </p:cNvPr>
            <p:cNvCxnSpPr>
              <a:cxnSpLocks/>
              <a:stCxn id="124" idx="3"/>
              <a:endCxn id="125"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Connecteur droit 136">
              <a:extLst>
                <a:ext uri="{FF2B5EF4-FFF2-40B4-BE49-F238E27FC236}">
                  <a16:creationId xmlns:a16="http://schemas.microsoft.com/office/drawing/2014/main" id="{EDB94FA8-A692-4165-8A6A-B07CD5F50CE4}"/>
                </a:ext>
              </a:extLst>
            </p:cNvPr>
            <p:cNvCxnSpPr>
              <a:cxnSpLocks/>
              <a:stCxn id="132" idx="3"/>
              <a:endCxn id="13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9A80119D-B99B-4E8A-B929-25B281DE873A}"/>
                </a:ext>
              </a:extLst>
            </p:cNvPr>
            <p:cNvCxnSpPr>
              <a:cxnSpLocks/>
              <a:stCxn id="133" idx="3"/>
              <a:endCxn id="118"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9" name="Connecteur droit 138">
              <a:extLst>
                <a:ext uri="{FF2B5EF4-FFF2-40B4-BE49-F238E27FC236}">
                  <a16:creationId xmlns:a16="http://schemas.microsoft.com/office/drawing/2014/main" id="{93C68EEF-AF44-4BC2-8FB7-0C850B5D739E}"/>
                </a:ext>
              </a:extLst>
            </p:cNvPr>
            <p:cNvCxnSpPr>
              <a:cxnSpLocks/>
              <a:stCxn id="119" idx="0"/>
              <a:endCxn id="118"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0" name="Connecteur droit 139">
              <a:extLst>
                <a:ext uri="{FF2B5EF4-FFF2-40B4-BE49-F238E27FC236}">
                  <a16:creationId xmlns:a16="http://schemas.microsoft.com/office/drawing/2014/main" id="{B09DB134-C3A9-4576-B02F-A5DF97C57F57}"/>
                </a:ext>
              </a:extLst>
            </p:cNvPr>
            <p:cNvCxnSpPr>
              <a:cxnSpLocks/>
              <a:stCxn id="126" idx="3"/>
              <a:endCxn id="118"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1" name="Connecteur droit 140">
              <a:extLst>
                <a:ext uri="{FF2B5EF4-FFF2-40B4-BE49-F238E27FC236}">
                  <a16:creationId xmlns:a16="http://schemas.microsoft.com/office/drawing/2014/main" id="{22893FE1-2726-4D04-8447-0178E5B5BD83}"/>
                </a:ext>
              </a:extLst>
            </p:cNvPr>
            <p:cNvCxnSpPr>
              <a:cxnSpLocks/>
              <a:stCxn id="126" idx="3"/>
              <a:endCxn id="119"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2D24142C-2EB1-40CD-A000-A34F361DBBE2}"/>
                </a:ext>
              </a:extLst>
            </p:cNvPr>
            <p:cNvCxnSpPr>
              <a:cxnSpLocks/>
              <a:stCxn id="132" idx="3"/>
              <a:endCxn id="12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3446D998-AB89-4CCB-9F8D-59EB98A03B20}"/>
                </a:ext>
              </a:extLst>
            </p:cNvPr>
            <p:cNvCxnSpPr>
              <a:cxnSpLocks/>
              <a:stCxn id="126" idx="0"/>
              <a:endCxn id="124"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2D06B7C8-8164-4C93-A83C-67EB150B42E8}"/>
                </a:ext>
              </a:extLst>
            </p:cNvPr>
            <p:cNvCxnSpPr>
              <a:cxnSpLocks/>
              <a:stCxn id="132" idx="1"/>
              <a:endCxn id="126"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858EDAED-F47D-4F4F-8A67-F37D4463F83B}"/>
                </a:ext>
              </a:extLst>
            </p:cNvPr>
            <p:cNvCxnSpPr>
              <a:cxnSpLocks/>
              <a:stCxn id="132" idx="3"/>
              <a:endCxn id="118"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7916C655-60B9-4B43-B40D-AE96720210D5}"/>
                </a:ext>
              </a:extLst>
            </p:cNvPr>
            <p:cNvCxnSpPr>
              <a:cxnSpLocks/>
              <a:stCxn id="122" idx="1"/>
              <a:endCxn id="13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7" name="Connecteur droit 146">
              <a:extLst>
                <a:ext uri="{FF2B5EF4-FFF2-40B4-BE49-F238E27FC236}">
                  <a16:creationId xmlns:a16="http://schemas.microsoft.com/office/drawing/2014/main" id="{513532F2-BA74-44C7-A035-AF7FD4053F87}"/>
                </a:ext>
              </a:extLst>
            </p:cNvPr>
            <p:cNvCxnSpPr>
              <a:cxnSpLocks/>
              <a:stCxn id="125" idx="1"/>
              <a:endCxn id="13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Connecteur droit 147">
              <a:extLst>
                <a:ext uri="{FF2B5EF4-FFF2-40B4-BE49-F238E27FC236}">
                  <a16:creationId xmlns:a16="http://schemas.microsoft.com/office/drawing/2014/main" id="{83F740DA-DA26-453D-AD50-1325AF5A9A5D}"/>
                </a:ext>
              </a:extLst>
            </p:cNvPr>
            <p:cNvCxnSpPr>
              <a:cxnSpLocks/>
              <a:stCxn id="119" idx="1"/>
              <a:endCxn id="122"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9" name="Connecteur droit 148">
              <a:extLst>
                <a:ext uri="{FF2B5EF4-FFF2-40B4-BE49-F238E27FC236}">
                  <a16:creationId xmlns:a16="http://schemas.microsoft.com/office/drawing/2014/main" id="{0C339290-61B9-4E2A-A3F6-56780AAE434E}"/>
                </a:ext>
              </a:extLst>
            </p:cNvPr>
            <p:cNvCxnSpPr>
              <a:cxnSpLocks/>
              <a:stCxn id="119" idx="1"/>
              <a:endCxn id="13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0" name="Connecteur droit 149">
              <a:extLst>
                <a:ext uri="{FF2B5EF4-FFF2-40B4-BE49-F238E27FC236}">
                  <a16:creationId xmlns:a16="http://schemas.microsoft.com/office/drawing/2014/main" id="{6DE09E55-BE4F-4C7A-BAEF-B17B43BBE018}"/>
                </a:ext>
              </a:extLst>
            </p:cNvPr>
            <p:cNvCxnSpPr>
              <a:cxnSpLocks/>
              <a:stCxn id="125" idx="3"/>
              <a:endCxn id="122"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1" name="Connecteur droit 150">
              <a:extLst>
                <a:ext uri="{FF2B5EF4-FFF2-40B4-BE49-F238E27FC236}">
                  <a16:creationId xmlns:a16="http://schemas.microsoft.com/office/drawing/2014/main" id="{B5F4CC08-27E3-424E-9F92-BC32AB526E13}"/>
                </a:ext>
              </a:extLst>
            </p:cNvPr>
            <p:cNvCxnSpPr>
              <a:cxnSpLocks/>
              <a:stCxn id="121" idx="2"/>
              <a:endCxn id="120"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2" name="Connecteur droit 151">
              <a:extLst>
                <a:ext uri="{FF2B5EF4-FFF2-40B4-BE49-F238E27FC236}">
                  <a16:creationId xmlns:a16="http://schemas.microsoft.com/office/drawing/2014/main" id="{70978874-3A37-4917-8DA2-ABA3B79A59D5}"/>
                </a:ext>
              </a:extLst>
            </p:cNvPr>
            <p:cNvCxnSpPr>
              <a:cxnSpLocks/>
              <a:stCxn id="126" idx="3"/>
              <a:endCxn id="121"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960CFD94-D883-4D82-93AF-AA0850DD03F0}"/>
                </a:ext>
              </a:extLst>
            </p:cNvPr>
            <p:cNvCxnSpPr>
              <a:cxnSpLocks/>
              <a:stCxn id="121" idx="3"/>
              <a:endCxn id="12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C0970649-6A30-4FDC-9FBE-C315C43B7859}"/>
                </a:ext>
              </a:extLst>
            </p:cNvPr>
            <p:cNvCxnSpPr>
              <a:cxnSpLocks/>
              <a:stCxn id="120" idx="0"/>
              <a:endCxn id="12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5" name="Connecteur droit 154">
              <a:extLst>
                <a:ext uri="{FF2B5EF4-FFF2-40B4-BE49-F238E27FC236}">
                  <a16:creationId xmlns:a16="http://schemas.microsoft.com/office/drawing/2014/main" id="{2377F93F-F3A2-4A32-B90B-C30D86943139}"/>
                </a:ext>
              </a:extLst>
            </p:cNvPr>
            <p:cNvCxnSpPr>
              <a:stCxn id="119" idx="3"/>
              <a:endCxn id="123"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Connecteur droit 155">
              <a:extLst>
                <a:ext uri="{FF2B5EF4-FFF2-40B4-BE49-F238E27FC236}">
                  <a16:creationId xmlns:a16="http://schemas.microsoft.com/office/drawing/2014/main" id="{A0C85817-D765-488C-BA76-AD47A8196128}"/>
                </a:ext>
              </a:extLst>
            </p:cNvPr>
            <p:cNvCxnSpPr>
              <a:cxnSpLocks/>
              <a:stCxn id="122" idx="3"/>
              <a:endCxn id="120"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Connecteur droit 156">
              <a:extLst>
                <a:ext uri="{FF2B5EF4-FFF2-40B4-BE49-F238E27FC236}">
                  <a16:creationId xmlns:a16="http://schemas.microsoft.com/office/drawing/2014/main" id="{3E1B08F8-1E28-495E-B0FD-595A9D5BF6FC}"/>
                </a:ext>
              </a:extLst>
            </p:cNvPr>
            <p:cNvCxnSpPr>
              <a:cxnSpLocks/>
              <a:stCxn id="120" idx="1"/>
              <a:endCxn id="119"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8" name="Connecteur droit 157">
              <a:extLst>
                <a:ext uri="{FF2B5EF4-FFF2-40B4-BE49-F238E27FC236}">
                  <a16:creationId xmlns:a16="http://schemas.microsoft.com/office/drawing/2014/main" id="{A8BA3FD2-D941-49EB-A17E-0808246B6380}"/>
                </a:ext>
              </a:extLst>
            </p:cNvPr>
            <p:cNvCxnSpPr>
              <a:cxnSpLocks/>
              <a:stCxn id="130" idx="2"/>
              <a:endCxn id="123"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6FEB9A18-A3FD-425E-837F-F0B4DE2E783A}"/>
                </a:ext>
              </a:extLst>
            </p:cNvPr>
            <p:cNvCxnSpPr>
              <a:stCxn id="131" idx="0"/>
              <a:endCxn id="12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0B464514-D2A2-4468-A37D-7ACA866660D9}"/>
                </a:ext>
              </a:extLst>
            </p:cNvPr>
            <p:cNvCxnSpPr>
              <a:cxnSpLocks/>
              <a:stCxn id="127" idx="2"/>
              <a:endCxn id="12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E81E726F-1C78-45B7-BE85-393C811C4D96}"/>
                </a:ext>
              </a:extLst>
            </p:cNvPr>
            <p:cNvCxnSpPr>
              <a:cxnSpLocks/>
              <a:stCxn id="133" idx="2"/>
              <a:endCxn id="12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A22E0B1D-D718-4E92-BD27-711A05EE17E3}"/>
                </a:ext>
              </a:extLst>
            </p:cNvPr>
            <p:cNvCxnSpPr>
              <a:cxnSpLocks/>
              <a:stCxn id="129" idx="0"/>
              <a:endCxn id="13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69F435EA-EF74-4DCA-A1E4-11F7FCF1475E}"/>
                </a:ext>
              </a:extLst>
            </p:cNvPr>
            <p:cNvCxnSpPr>
              <a:cxnSpLocks/>
              <a:stCxn id="130" idx="2"/>
              <a:endCxn id="120"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793011"/>
      </p:ext>
    </p:extLst>
  </p:cSld>
  <p:clrMapOvr>
    <a:masterClrMapping/>
  </p:clrMapOvr>
  <mc:AlternateContent xmlns:mc="http://schemas.openxmlformats.org/markup-compatibility/2006" xmlns:p14="http://schemas.microsoft.com/office/powerpoint/2010/main">
    <mc:Choice Requires="p14">
      <p:transition spd="slow" p14:dur="2000" advTm="23696"/>
    </mc:Choice>
    <mc:Fallback xmlns="">
      <p:transition spd="slow" advTm="23696"/>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Story</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FF078563-9E9A-44E0-AB98-7D97CB1E8E1B}"/>
              </a:ext>
            </a:extLst>
          </p:cNvPr>
          <p:cNvSpPr/>
          <p:nvPr/>
        </p:nvSpPr>
        <p:spPr>
          <a:xfrm>
            <a:off x="2050743" y="2610034"/>
            <a:ext cx="3959440" cy="1695635"/>
          </a:xfrm>
          <a:prstGeom prst="wedgeEllipseCallout">
            <a:avLst>
              <a:gd name="adj1" fmla="val 62499"/>
              <a:gd name="adj2" fmla="val 80395"/>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 must stay connected with too many people at the same time ! </a:t>
            </a:r>
          </a:p>
          <a:p>
            <a:pPr algn="ctr"/>
            <a:r>
              <a:rPr lang="en-US" dirty="0">
                <a:solidFill>
                  <a:schemeClr val="bg1"/>
                </a:solidFill>
              </a:rPr>
              <a:t>I cannot handle it anymore </a:t>
            </a:r>
          </a:p>
        </p:txBody>
      </p:sp>
      <p:pic>
        <p:nvPicPr>
          <p:cNvPr id="7" name="Graphique 6" descr="Personne confuse avec un remplissage uni">
            <a:extLst>
              <a:ext uri="{FF2B5EF4-FFF2-40B4-BE49-F238E27FC236}">
                <a16:creationId xmlns:a16="http://schemas.microsoft.com/office/drawing/2014/main" id="{EE2813C8-1036-4894-BAEB-D789CFB1B06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9" name="Graphique 8" descr="Visage étourdi avec un remplissage uni avec un remplissage uni">
            <a:extLst>
              <a:ext uri="{FF2B5EF4-FFF2-40B4-BE49-F238E27FC236}">
                <a16:creationId xmlns:a16="http://schemas.microsoft.com/office/drawing/2014/main" id="{3BD56CA3-2914-4DA3-93F1-895F8E6961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74337" y="3548138"/>
            <a:ext cx="1515061" cy="1515061"/>
          </a:xfrm>
          <a:prstGeom prst="rect">
            <a:avLst/>
          </a:prstGeom>
        </p:spPr>
      </p:pic>
    </p:spTree>
    <p:extLst>
      <p:ext uri="{BB962C8B-B14F-4D97-AF65-F5344CB8AC3E}">
        <p14:creationId xmlns:p14="http://schemas.microsoft.com/office/powerpoint/2010/main" val="3588673319"/>
      </p:ext>
    </p:extLst>
  </p:cSld>
  <p:clrMapOvr>
    <a:masterClrMapping/>
  </p:clrMapOvr>
  <mc:AlternateContent xmlns:mc="http://schemas.openxmlformats.org/markup-compatibility/2006" xmlns:p14="http://schemas.microsoft.com/office/powerpoint/2010/main">
    <mc:Choice Requires="p14">
      <p:transition spd="slow" p14:dur="2000" advTm="9400"/>
    </mc:Choice>
    <mc:Fallback xmlns="">
      <p:transition spd="slow" advTm="940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2EBA21C-E9FB-4320-A234-2369D750B818}"/>
              </a:ext>
            </a:extLst>
          </p:cNvPr>
          <p:cNvSpPr>
            <a:spLocks noGrp="1"/>
          </p:cNvSpPr>
          <p:nvPr>
            <p:ph type="title"/>
          </p:nvPr>
        </p:nvSpPr>
        <p:spPr/>
        <p:txBody>
          <a:bodyPr>
            <a:normAutofit fontScale="90000"/>
          </a:bodyPr>
          <a:lstStyle/>
          <a:p>
            <a:r>
              <a:rPr lang="en-US" dirty="0"/>
              <a:t>Challenge P18</a:t>
            </a:r>
            <a:br>
              <a:rPr lang="en-US" dirty="0"/>
            </a:br>
            <a:r>
              <a:rPr lang="en-US" dirty="0"/>
              <a:t>Limit of links for an individual</a:t>
            </a:r>
          </a:p>
        </p:txBody>
      </p:sp>
      <p:grpSp>
        <p:nvGrpSpPr>
          <p:cNvPr id="9" name="Groupe 8">
            <a:extLst>
              <a:ext uri="{FF2B5EF4-FFF2-40B4-BE49-F238E27FC236}">
                <a16:creationId xmlns:a16="http://schemas.microsoft.com/office/drawing/2014/main" id="{F0EE7946-36BF-4A2F-9A17-98F59452EC61}"/>
              </a:ext>
            </a:extLst>
          </p:cNvPr>
          <p:cNvGrpSpPr/>
          <p:nvPr/>
        </p:nvGrpSpPr>
        <p:grpSpPr>
          <a:xfrm>
            <a:off x="1674705" y="2335980"/>
            <a:ext cx="798990" cy="4379105"/>
            <a:chOff x="523783" y="2335980"/>
            <a:chExt cx="798990" cy="4128118"/>
          </a:xfrm>
        </p:grpSpPr>
        <p:sp>
          <p:nvSpPr>
            <p:cNvPr id="6" name="Flèche : haut 5">
              <a:extLst>
                <a:ext uri="{FF2B5EF4-FFF2-40B4-BE49-F238E27FC236}">
                  <a16:creationId xmlns:a16="http://schemas.microsoft.com/office/drawing/2014/main" id="{C8CBB13F-4D9B-47AD-B63B-F8437ECC7EC9}"/>
                </a:ext>
              </a:extLst>
            </p:cNvPr>
            <p:cNvSpPr/>
            <p:nvPr/>
          </p:nvSpPr>
          <p:spPr>
            <a:xfrm>
              <a:off x="523783" y="2335981"/>
              <a:ext cx="798990" cy="412811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èche : haut 6">
              <a:extLst>
                <a:ext uri="{FF2B5EF4-FFF2-40B4-BE49-F238E27FC236}">
                  <a16:creationId xmlns:a16="http://schemas.microsoft.com/office/drawing/2014/main" id="{AB2074FB-1D6C-4668-AD9B-4960D1AABE73}"/>
                </a:ext>
              </a:extLst>
            </p:cNvPr>
            <p:cNvSpPr/>
            <p:nvPr/>
          </p:nvSpPr>
          <p:spPr>
            <a:xfrm>
              <a:off x="523783" y="2335981"/>
              <a:ext cx="798990" cy="2902904"/>
            </a:xfrm>
            <a:prstGeom prst="up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èche : haut 7">
              <a:extLst>
                <a:ext uri="{FF2B5EF4-FFF2-40B4-BE49-F238E27FC236}">
                  <a16:creationId xmlns:a16="http://schemas.microsoft.com/office/drawing/2014/main" id="{A5AEB0E0-A67B-44B0-B0AF-720F535424AF}"/>
                </a:ext>
              </a:extLst>
            </p:cNvPr>
            <p:cNvSpPr/>
            <p:nvPr/>
          </p:nvSpPr>
          <p:spPr>
            <a:xfrm>
              <a:off x="523783" y="2335980"/>
              <a:ext cx="798990" cy="1669003"/>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Espace réservé du contenu 5">
            <a:extLst>
              <a:ext uri="{FF2B5EF4-FFF2-40B4-BE49-F238E27FC236}">
                <a16:creationId xmlns:a16="http://schemas.microsoft.com/office/drawing/2014/main" id="{B62F8D2D-D390-4C7F-BE80-38743DF4F3DC}"/>
              </a:ext>
            </a:extLst>
          </p:cNvPr>
          <p:cNvSpPr>
            <a:spLocks noGrp="1"/>
          </p:cNvSpPr>
          <p:nvPr>
            <p:ph idx="1"/>
          </p:nvPr>
        </p:nvSpPr>
        <p:spPr>
          <a:xfrm>
            <a:off x="8617509" y="2477136"/>
            <a:ext cx="3127744" cy="3986961"/>
          </a:xfrm>
        </p:spPr>
        <p:txBody>
          <a:bodyPr>
            <a:normAutofit fontScale="92500"/>
          </a:bodyPr>
          <a:lstStyle/>
          <a:p>
            <a:pPr marL="0" indent="0">
              <a:buNone/>
            </a:pPr>
            <a:r>
              <a:rPr lang="en-US" sz="1400" dirty="0"/>
              <a:t>Any individual has a limited capacity to handle a high number of relationships, no matter how high the limit can specifically be. </a:t>
            </a:r>
          </a:p>
          <a:p>
            <a:pPr marL="0" indent="0">
              <a:buNone/>
            </a:pPr>
            <a:r>
              <a:rPr lang="en-US" sz="1400" dirty="0"/>
              <a:t>When numbers of link exceed key thresholds, which are specific to each person in his/her own context, the general quality of the link decreases. </a:t>
            </a:r>
          </a:p>
          <a:p>
            <a:pPr marL="0" indent="0">
              <a:buNone/>
            </a:pPr>
            <a:r>
              <a:rPr lang="en-US" sz="1400" dirty="0"/>
              <a:t>Depending on the importance of Link in your community, such decrease can be damaging for your Community.</a:t>
            </a:r>
          </a:p>
          <a:p>
            <a:pPr marL="0" indent="0">
              <a:buNone/>
            </a:pPr>
            <a:r>
              <a:rPr lang="en-US" sz="1400" dirty="0"/>
              <a:t>When targeting a specific pattern, or even managing a Community Booster activity, one should consider this effect. </a:t>
            </a:r>
          </a:p>
        </p:txBody>
      </p:sp>
      <p:grpSp>
        <p:nvGrpSpPr>
          <p:cNvPr id="17" name="Groupe 16">
            <a:extLst>
              <a:ext uri="{FF2B5EF4-FFF2-40B4-BE49-F238E27FC236}">
                <a16:creationId xmlns:a16="http://schemas.microsoft.com/office/drawing/2014/main" id="{DF4158D2-2B4E-4CA0-B228-A3019BBDF143}"/>
              </a:ext>
            </a:extLst>
          </p:cNvPr>
          <p:cNvGrpSpPr/>
          <p:nvPr/>
        </p:nvGrpSpPr>
        <p:grpSpPr>
          <a:xfrm>
            <a:off x="702070" y="2977848"/>
            <a:ext cx="823567" cy="747280"/>
            <a:chOff x="6199632" y="3562085"/>
            <a:chExt cx="2876573" cy="2610115"/>
          </a:xfrm>
        </p:grpSpPr>
        <p:pic>
          <p:nvPicPr>
            <p:cNvPr id="15" name="Graphique 14" descr="Personne confuse avec un remplissage uni">
              <a:extLst>
                <a:ext uri="{FF2B5EF4-FFF2-40B4-BE49-F238E27FC236}">
                  <a16:creationId xmlns:a16="http://schemas.microsoft.com/office/drawing/2014/main" id="{0D7641DB-16C4-4441-8384-4B8A8843C8F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16" name="Graphique 15" descr="Visage étourdi avec un remplissage uni avec un remplissage uni">
              <a:extLst>
                <a:ext uri="{FF2B5EF4-FFF2-40B4-BE49-F238E27FC236}">
                  <a16:creationId xmlns:a16="http://schemas.microsoft.com/office/drawing/2014/main" id="{176B6CAD-3CCC-42DD-9CF8-127AD3A239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0387" y="3562085"/>
              <a:ext cx="1515060" cy="1515060"/>
            </a:xfrm>
            <a:prstGeom prst="rect">
              <a:avLst/>
            </a:prstGeom>
          </p:spPr>
        </p:pic>
      </p:grpSp>
      <p:pic>
        <p:nvPicPr>
          <p:cNvPr id="24" name="Graphique 23" descr="Personne confuse avec un remplissage uni">
            <a:extLst>
              <a:ext uri="{FF2B5EF4-FFF2-40B4-BE49-F238E27FC236}">
                <a16:creationId xmlns:a16="http://schemas.microsoft.com/office/drawing/2014/main" id="{B5B8C51C-66B2-4492-9191-111AC60A12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65514" y="4848085"/>
            <a:ext cx="823567" cy="354606"/>
          </a:xfrm>
          <a:prstGeom prst="rect">
            <a:avLst/>
          </a:prstGeom>
        </p:spPr>
      </p:pic>
      <p:grpSp>
        <p:nvGrpSpPr>
          <p:cNvPr id="33" name="Groupe 32">
            <a:extLst>
              <a:ext uri="{FF2B5EF4-FFF2-40B4-BE49-F238E27FC236}">
                <a16:creationId xmlns:a16="http://schemas.microsoft.com/office/drawing/2014/main" id="{DBC52ECB-3AFC-4386-83FF-36016C48DEFE}"/>
              </a:ext>
            </a:extLst>
          </p:cNvPr>
          <p:cNvGrpSpPr/>
          <p:nvPr/>
        </p:nvGrpSpPr>
        <p:grpSpPr>
          <a:xfrm>
            <a:off x="679153" y="5586193"/>
            <a:ext cx="823567" cy="762424"/>
            <a:chOff x="460386" y="5586192"/>
            <a:chExt cx="823567" cy="762424"/>
          </a:xfrm>
        </p:grpSpPr>
        <p:pic>
          <p:nvPicPr>
            <p:cNvPr id="27" name="Graphique 26" descr="Personne confuse avec un remplissage uni">
              <a:extLst>
                <a:ext uri="{FF2B5EF4-FFF2-40B4-BE49-F238E27FC236}">
                  <a16:creationId xmlns:a16="http://schemas.microsoft.com/office/drawing/2014/main" id="{C4AD9228-A430-4A9F-8C7A-946DE6ADC0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60386" y="5994010"/>
              <a:ext cx="823567" cy="354606"/>
            </a:xfrm>
            <a:prstGeom prst="rect">
              <a:avLst/>
            </a:prstGeom>
          </p:spPr>
        </p:pic>
        <p:pic>
          <p:nvPicPr>
            <p:cNvPr id="30" name="Graphique 29" descr="Visage au large sourire avec remplissage solide avec un remplissage uni">
              <a:extLst>
                <a:ext uri="{FF2B5EF4-FFF2-40B4-BE49-F238E27FC236}">
                  <a16:creationId xmlns:a16="http://schemas.microsoft.com/office/drawing/2014/main" id="{D3F8847E-A313-40F8-8987-5D85D0DA81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3569" y="5586192"/>
              <a:ext cx="457200" cy="457200"/>
            </a:xfrm>
            <a:prstGeom prst="rect">
              <a:avLst/>
            </a:prstGeom>
          </p:spPr>
        </p:pic>
      </p:grpSp>
      <p:pic>
        <p:nvPicPr>
          <p:cNvPr id="37" name="Graphique 36" descr="Visage sans expression avec remplissage uni avec un remplissage uni">
            <a:extLst>
              <a:ext uri="{FF2B5EF4-FFF2-40B4-BE49-F238E27FC236}">
                <a16:creationId xmlns:a16="http://schemas.microsoft.com/office/drawing/2014/main" id="{E094D711-EB6B-4657-B13E-1723CC3D22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4623" y="4359026"/>
            <a:ext cx="517032" cy="517032"/>
          </a:xfrm>
          <a:prstGeom prst="rect">
            <a:avLst/>
          </a:prstGeom>
        </p:spPr>
      </p:pic>
      <p:sp>
        <p:nvSpPr>
          <p:cNvPr id="38" name="Espace réservé du contenu 5">
            <a:extLst>
              <a:ext uri="{FF2B5EF4-FFF2-40B4-BE49-F238E27FC236}">
                <a16:creationId xmlns:a16="http://schemas.microsoft.com/office/drawing/2014/main" id="{77100F6E-69B6-4067-8D1D-3AD10394AAC5}"/>
              </a:ext>
            </a:extLst>
          </p:cNvPr>
          <p:cNvSpPr txBox="1">
            <a:spLocks/>
          </p:cNvSpPr>
          <p:nvPr/>
        </p:nvSpPr>
        <p:spPr>
          <a:xfrm>
            <a:off x="1196398" y="2064317"/>
            <a:ext cx="1755604" cy="27166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t>Number of links</a:t>
            </a:r>
          </a:p>
        </p:txBody>
      </p:sp>
      <p:grpSp>
        <p:nvGrpSpPr>
          <p:cNvPr id="117" name="Groupe 116">
            <a:extLst>
              <a:ext uri="{FF2B5EF4-FFF2-40B4-BE49-F238E27FC236}">
                <a16:creationId xmlns:a16="http://schemas.microsoft.com/office/drawing/2014/main" id="{94AAF633-F51E-44F2-AD73-4B492C829AFF}"/>
              </a:ext>
            </a:extLst>
          </p:cNvPr>
          <p:cNvGrpSpPr/>
          <p:nvPr/>
        </p:nvGrpSpPr>
        <p:grpSpPr>
          <a:xfrm>
            <a:off x="2107917" y="2677914"/>
            <a:ext cx="6289554" cy="4085550"/>
            <a:chOff x="2107917" y="2677914"/>
            <a:chExt cx="6289554" cy="4085550"/>
          </a:xfrm>
        </p:grpSpPr>
        <p:sp>
          <p:nvSpPr>
            <p:cNvPr id="11" name="Espace réservé du contenu 5">
              <a:extLst>
                <a:ext uri="{FF2B5EF4-FFF2-40B4-BE49-F238E27FC236}">
                  <a16:creationId xmlns:a16="http://schemas.microsoft.com/office/drawing/2014/main" id="{EF97DAF6-EE6C-4855-A64C-6B319F6BE215}"/>
                </a:ext>
              </a:extLst>
            </p:cNvPr>
            <p:cNvSpPr txBox="1">
              <a:spLocks/>
            </p:cNvSpPr>
            <p:nvPr/>
          </p:nvSpPr>
          <p:spPr>
            <a:xfrm>
              <a:off x="2109642" y="6260981"/>
              <a:ext cx="1831818"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Respond to messages thoroughly</a:t>
              </a:r>
            </a:p>
          </p:txBody>
        </p:sp>
        <p:sp>
          <p:nvSpPr>
            <p:cNvPr id="13" name="Espace réservé du contenu 5">
              <a:extLst>
                <a:ext uri="{FF2B5EF4-FFF2-40B4-BE49-F238E27FC236}">
                  <a16:creationId xmlns:a16="http://schemas.microsoft.com/office/drawing/2014/main" id="{14D575D4-270D-4D18-BA1F-B1DC98036BFE}"/>
                </a:ext>
              </a:extLst>
            </p:cNvPr>
            <p:cNvSpPr txBox="1">
              <a:spLocks/>
            </p:cNvSpPr>
            <p:nvPr/>
          </p:nvSpPr>
          <p:spPr>
            <a:xfrm>
              <a:off x="5740473" y="6309360"/>
              <a:ext cx="1347574"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Careful listening, Empathy</a:t>
              </a:r>
            </a:p>
          </p:txBody>
        </p:sp>
        <p:sp>
          <p:nvSpPr>
            <p:cNvPr id="14" name="Espace réservé du contenu 5">
              <a:extLst>
                <a:ext uri="{FF2B5EF4-FFF2-40B4-BE49-F238E27FC236}">
                  <a16:creationId xmlns:a16="http://schemas.microsoft.com/office/drawing/2014/main" id="{44E9F356-77DD-44BE-A2A4-59033D1FE83E}"/>
                </a:ext>
              </a:extLst>
            </p:cNvPr>
            <p:cNvSpPr txBox="1">
              <a:spLocks/>
            </p:cNvSpPr>
            <p:nvPr/>
          </p:nvSpPr>
          <p:spPr>
            <a:xfrm>
              <a:off x="4046811" y="6309360"/>
              <a:ext cx="1583643"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Informal moments with other members</a:t>
              </a:r>
            </a:p>
          </p:txBody>
        </p:sp>
        <p:sp>
          <p:nvSpPr>
            <p:cNvPr id="18" name="Espace réservé du contenu 5">
              <a:extLst>
                <a:ext uri="{FF2B5EF4-FFF2-40B4-BE49-F238E27FC236}">
                  <a16:creationId xmlns:a16="http://schemas.microsoft.com/office/drawing/2014/main" id="{2AAD34ED-E092-4F99-A4EE-D56B75138B2A}"/>
                </a:ext>
              </a:extLst>
            </p:cNvPr>
            <p:cNvSpPr txBox="1">
              <a:spLocks/>
            </p:cNvSpPr>
            <p:nvPr/>
          </p:nvSpPr>
          <p:spPr>
            <a:xfrm>
              <a:off x="7049897" y="6309360"/>
              <a:ext cx="1347574"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Sustainable effort in relationships</a:t>
              </a:r>
            </a:p>
          </p:txBody>
        </p:sp>
        <p:sp>
          <p:nvSpPr>
            <p:cNvPr id="19" name="Espace réservé du contenu 5">
              <a:extLst>
                <a:ext uri="{FF2B5EF4-FFF2-40B4-BE49-F238E27FC236}">
                  <a16:creationId xmlns:a16="http://schemas.microsoft.com/office/drawing/2014/main" id="{47BBB372-0854-415E-A500-7AE30D0F60A5}"/>
                </a:ext>
              </a:extLst>
            </p:cNvPr>
            <p:cNvSpPr txBox="1">
              <a:spLocks/>
            </p:cNvSpPr>
            <p:nvPr/>
          </p:nvSpPr>
          <p:spPr>
            <a:xfrm>
              <a:off x="2107917" y="3372098"/>
              <a:ext cx="1831818"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Mistakes, blunder or worse in responses </a:t>
              </a:r>
            </a:p>
          </p:txBody>
        </p:sp>
        <p:sp>
          <p:nvSpPr>
            <p:cNvPr id="20" name="Espace réservé du contenu 5">
              <a:extLst>
                <a:ext uri="{FF2B5EF4-FFF2-40B4-BE49-F238E27FC236}">
                  <a16:creationId xmlns:a16="http://schemas.microsoft.com/office/drawing/2014/main" id="{F7266F53-7C46-4C18-B0AD-F9234272AD17}"/>
                </a:ext>
              </a:extLst>
            </p:cNvPr>
            <p:cNvSpPr txBox="1">
              <a:spLocks/>
            </p:cNvSpPr>
            <p:nvPr/>
          </p:nvSpPr>
          <p:spPr>
            <a:xfrm>
              <a:off x="5856124" y="3371126"/>
              <a:ext cx="1101293" cy="68734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Inability to empathize</a:t>
              </a:r>
            </a:p>
          </p:txBody>
        </p:sp>
        <p:sp>
          <p:nvSpPr>
            <p:cNvPr id="21" name="Espace réservé du contenu 5">
              <a:extLst>
                <a:ext uri="{FF2B5EF4-FFF2-40B4-BE49-F238E27FC236}">
                  <a16:creationId xmlns:a16="http://schemas.microsoft.com/office/drawing/2014/main" id="{F04A76C6-ABD3-4F8D-A39A-63F4A88EBBB0}"/>
                </a:ext>
              </a:extLst>
            </p:cNvPr>
            <p:cNvSpPr txBox="1">
              <a:spLocks/>
            </p:cNvSpPr>
            <p:nvPr/>
          </p:nvSpPr>
          <p:spPr>
            <a:xfrm>
              <a:off x="4076055" y="3354392"/>
              <a:ext cx="1469205"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Only formal moments </a:t>
              </a:r>
            </a:p>
          </p:txBody>
        </p:sp>
        <p:sp>
          <p:nvSpPr>
            <p:cNvPr id="22" name="Espace réservé du contenu 5">
              <a:extLst>
                <a:ext uri="{FF2B5EF4-FFF2-40B4-BE49-F238E27FC236}">
                  <a16:creationId xmlns:a16="http://schemas.microsoft.com/office/drawing/2014/main" id="{2537F636-16DB-4200-8382-254ED3E8F598}"/>
                </a:ext>
              </a:extLst>
            </p:cNvPr>
            <p:cNvSpPr txBox="1">
              <a:spLocks/>
            </p:cNvSpPr>
            <p:nvPr/>
          </p:nvSpPr>
          <p:spPr>
            <a:xfrm>
              <a:off x="7174317" y="3354392"/>
              <a:ext cx="1101293"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Link Fatigue</a:t>
              </a:r>
            </a:p>
          </p:txBody>
        </p:sp>
        <p:sp>
          <p:nvSpPr>
            <p:cNvPr id="31" name="Espace réservé du contenu 5">
              <a:extLst>
                <a:ext uri="{FF2B5EF4-FFF2-40B4-BE49-F238E27FC236}">
                  <a16:creationId xmlns:a16="http://schemas.microsoft.com/office/drawing/2014/main" id="{48AB7A35-45F7-4430-BAED-974B1E032699}"/>
                </a:ext>
              </a:extLst>
            </p:cNvPr>
            <p:cNvSpPr txBox="1">
              <a:spLocks/>
            </p:cNvSpPr>
            <p:nvPr/>
          </p:nvSpPr>
          <p:spPr>
            <a:xfrm>
              <a:off x="2215181" y="4646422"/>
              <a:ext cx="1501433" cy="62262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Shorter, less content-rich, less personal responses</a:t>
              </a:r>
            </a:p>
          </p:txBody>
        </p:sp>
        <p:sp>
          <p:nvSpPr>
            <p:cNvPr id="32" name="Espace réservé du contenu 5">
              <a:extLst>
                <a:ext uri="{FF2B5EF4-FFF2-40B4-BE49-F238E27FC236}">
                  <a16:creationId xmlns:a16="http://schemas.microsoft.com/office/drawing/2014/main" id="{9B4C3F4C-3ADF-413A-B97F-295DC71700CE}"/>
                </a:ext>
              </a:extLst>
            </p:cNvPr>
            <p:cNvSpPr txBox="1">
              <a:spLocks/>
            </p:cNvSpPr>
            <p:nvPr/>
          </p:nvSpPr>
          <p:spPr>
            <a:xfrm>
              <a:off x="3939841" y="4623019"/>
              <a:ext cx="1681530" cy="6694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Informal moments with shortlist of closest members only</a:t>
              </a:r>
            </a:p>
          </p:txBody>
        </p:sp>
        <p:sp>
          <p:nvSpPr>
            <p:cNvPr id="34" name="Espace réservé du contenu 5">
              <a:extLst>
                <a:ext uri="{FF2B5EF4-FFF2-40B4-BE49-F238E27FC236}">
                  <a16:creationId xmlns:a16="http://schemas.microsoft.com/office/drawing/2014/main" id="{6C48302F-5FF8-46BA-A91F-ABF9A511506A}"/>
                </a:ext>
              </a:extLst>
            </p:cNvPr>
            <p:cNvSpPr txBox="1">
              <a:spLocks/>
            </p:cNvSpPr>
            <p:nvPr/>
          </p:nvSpPr>
          <p:spPr>
            <a:xfrm>
              <a:off x="5677072" y="4640525"/>
              <a:ext cx="1346977" cy="6694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Loss of Empathy and loss of quality of listening</a:t>
              </a:r>
            </a:p>
          </p:txBody>
        </p:sp>
        <p:sp>
          <p:nvSpPr>
            <p:cNvPr id="35" name="Espace réservé du contenu 5">
              <a:extLst>
                <a:ext uri="{FF2B5EF4-FFF2-40B4-BE49-F238E27FC236}">
                  <a16:creationId xmlns:a16="http://schemas.microsoft.com/office/drawing/2014/main" id="{BF395F89-89C5-4541-B7DA-7172A1E132AF}"/>
                </a:ext>
              </a:extLst>
            </p:cNvPr>
            <p:cNvSpPr txBox="1">
              <a:spLocks/>
            </p:cNvSpPr>
            <p:nvPr/>
          </p:nvSpPr>
          <p:spPr>
            <a:xfrm>
              <a:off x="7038372" y="4636449"/>
              <a:ext cx="1347574" cy="68158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Efforts, but not sustainable on the long run</a:t>
              </a:r>
            </a:p>
          </p:txBody>
        </p:sp>
        <p:pic>
          <p:nvPicPr>
            <p:cNvPr id="40" name="Graphique 39" descr="Cœur brisé avec un remplissage uni">
              <a:extLst>
                <a:ext uri="{FF2B5EF4-FFF2-40B4-BE49-F238E27FC236}">
                  <a16:creationId xmlns:a16="http://schemas.microsoft.com/office/drawing/2014/main" id="{584617C0-07D0-4D2A-8342-7D7331AF815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94259" y="2677914"/>
              <a:ext cx="658849" cy="658849"/>
            </a:xfrm>
            <a:prstGeom prst="rect">
              <a:avLst/>
            </a:prstGeom>
          </p:spPr>
        </p:pic>
        <p:pic>
          <p:nvPicPr>
            <p:cNvPr id="42" name="Graphique 41" descr="Robot avec un remplissage uni">
              <a:extLst>
                <a:ext uri="{FF2B5EF4-FFF2-40B4-BE49-F238E27FC236}">
                  <a16:creationId xmlns:a16="http://schemas.microsoft.com/office/drawing/2014/main" id="{8FB4B2AE-6491-4C06-8FA3-C1F47B94E3B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073024" y="2724399"/>
              <a:ext cx="671230" cy="671230"/>
            </a:xfrm>
            <a:prstGeom prst="rect">
              <a:avLst/>
            </a:prstGeom>
          </p:spPr>
        </p:pic>
        <p:pic>
          <p:nvPicPr>
            <p:cNvPr id="46" name="Graphique 45" descr="Fermer avec un remplissage uni">
              <a:extLst>
                <a:ext uri="{FF2B5EF4-FFF2-40B4-BE49-F238E27FC236}">
                  <a16:creationId xmlns:a16="http://schemas.microsoft.com/office/drawing/2014/main" id="{4E3AD18F-0096-4437-884D-4B37B84E13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722102" y="2815419"/>
              <a:ext cx="521344" cy="521344"/>
            </a:xfrm>
            <a:prstGeom prst="rect">
              <a:avLst/>
            </a:prstGeom>
          </p:spPr>
        </p:pic>
        <p:pic>
          <p:nvPicPr>
            <p:cNvPr id="48" name="Graphique 47" descr="Presse-papiers vérifié avec un remplissage uni">
              <a:extLst>
                <a:ext uri="{FF2B5EF4-FFF2-40B4-BE49-F238E27FC236}">
                  <a16:creationId xmlns:a16="http://schemas.microsoft.com/office/drawing/2014/main" id="{3A2DBB3C-D9FC-47D7-A6A1-9B3CD3B495C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32080" y="2769771"/>
              <a:ext cx="584621" cy="584621"/>
            </a:xfrm>
            <a:prstGeom prst="rect">
              <a:avLst/>
            </a:prstGeom>
          </p:spPr>
        </p:pic>
        <p:grpSp>
          <p:nvGrpSpPr>
            <p:cNvPr id="65" name="Groupe 64">
              <a:extLst>
                <a:ext uri="{FF2B5EF4-FFF2-40B4-BE49-F238E27FC236}">
                  <a16:creationId xmlns:a16="http://schemas.microsoft.com/office/drawing/2014/main" id="{9D9F9977-88AC-4750-A6D9-043494E2C350}"/>
                </a:ext>
              </a:extLst>
            </p:cNvPr>
            <p:cNvGrpSpPr/>
            <p:nvPr/>
          </p:nvGrpSpPr>
          <p:grpSpPr>
            <a:xfrm>
              <a:off x="4330208" y="5776163"/>
              <a:ext cx="973014" cy="519660"/>
              <a:chOff x="4294183" y="5776163"/>
              <a:chExt cx="973014" cy="519660"/>
            </a:xfrm>
          </p:grpSpPr>
          <p:pic>
            <p:nvPicPr>
              <p:cNvPr id="50" name="Graphique 49" descr="Café avec un remplissage uni">
                <a:extLst>
                  <a:ext uri="{FF2B5EF4-FFF2-40B4-BE49-F238E27FC236}">
                    <a16:creationId xmlns:a16="http://schemas.microsoft.com/office/drawing/2014/main" id="{80DFCC12-1933-42CB-ABEF-2FA8EA6C240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747537" y="5776163"/>
                <a:ext cx="519660" cy="519660"/>
              </a:xfrm>
              <a:prstGeom prst="rect">
                <a:avLst/>
              </a:prstGeom>
            </p:spPr>
          </p:pic>
          <p:pic>
            <p:nvPicPr>
              <p:cNvPr id="51" name="Graphique 50" descr="Café avec un remplissage uni">
                <a:extLst>
                  <a:ext uri="{FF2B5EF4-FFF2-40B4-BE49-F238E27FC236}">
                    <a16:creationId xmlns:a16="http://schemas.microsoft.com/office/drawing/2014/main" id="{32877745-7D79-48A0-AB89-0E25AD20DFB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4294183" y="5776163"/>
                <a:ext cx="519661" cy="519660"/>
              </a:xfrm>
              <a:prstGeom prst="rect">
                <a:avLst/>
              </a:prstGeom>
            </p:spPr>
          </p:pic>
        </p:grpSp>
        <p:pic>
          <p:nvPicPr>
            <p:cNvPr id="53" name="Graphique 52" descr="Faire défiler contour">
              <a:extLst>
                <a:ext uri="{FF2B5EF4-FFF2-40B4-BE49-F238E27FC236}">
                  <a16:creationId xmlns:a16="http://schemas.microsoft.com/office/drawing/2014/main" id="{85244C6E-D526-4239-BC96-13AF382CCB8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687358" y="5704992"/>
              <a:ext cx="590831" cy="590831"/>
            </a:xfrm>
            <a:prstGeom prst="rect">
              <a:avLst/>
            </a:prstGeom>
          </p:spPr>
        </p:pic>
        <p:pic>
          <p:nvPicPr>
            <p:cNvPr id="55" name="Graphique 54" descr="Cœur étincelant avec un remplissage uni">
              <a:extLst>
                <a:ext uri="{FF2B5EF4-FFF2-40B4-BE49-F238E27FC236}">
                  <a16:creationId xmlns:a16="http://schemas.microsoft.com/office/drawing/2014/main" id="{03B49813-225C-4EE9-9DE9-8297AD4D5D0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109341" y="5776163"/>
              <a:ext cx="590831" cy="590831"/>
            </a:xfrm>
            <a:prstGeom prst="rect">
              <a:avLst/>
            </a:prstGeom>
          </p:spPr>
        </p:pic>
        <p:pic>
          <p:nvPicPr>
            <p:cNvPr id="57" name="Graphique 56" descr="Masque de baignade avec un remplissage uni">
              <a:extLst>
                <a:ext uri="{FF2B5EF4-FFF2-40B4-BE49-F238E27FC236}">
                  <a16:creationId xmlns:a16="http://schemas.microsoft.com/office/drawing/2014/main" id="{81B76836-AF86-44E2-B4B6-A18F73BDA39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457471" y="4073405"/>
              <a:ext cx="509376" cy="509376"/>
            </a:xfrm>
            <a:prstGeom prst="rect">
              <a:avLst/>
            </a:prstGeom>
          </p:spPr>
        </p:pic>
        <p:pic>
          <p:nvPicPr>
            <p:cNvPr id="59" name="Graphique 58" descr="Tasse de latte avec un remplissage uni">
              <a:extLst>
                <a:ext uri="{FF2B5EF4-FFF2-40B4-BE49-F238E27FC236}">
                  <a16:creationId xmlns:a16="http://schemas.microsoft.com/office/drawing/2014/main" id="{B5E434B1-35E4-4A96-A5F9-8CD6B8806F9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435648" y="4067575"/>
              <a:ext cx="622622" cy="622622"/>
            </a:xfrm>
            <a:prstGeom prst="rect">
              <a:avLst/>
            </a:prstGeom>
          </p:spPr>
        </p:pic>
        <p:pic>
          <p:nvPicPr>
            <p:cNvPr id="62" name="Graphique 61" descr="Envoyer avec un remplissage uni">
              <a:extLst>
                <a:ext uri="{FF2B5EF4-FFF2-40B4-BE49-F238E27FC236}">
                  <a16:creationId xmlns:a16="http://schemas.microsoft.com/office/drawing/2014/main" id="{08B52A87-3C7E-4C61-8114-06C2BA1623B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667659" y="4111805"/>
              <a:ext cx="539637" cy="539637"/>
            </a:xfrm>
            <a:prstGeom prst="rect">
              <a:avLst/>
            </a:prstGeom>
          </p:spPr>
        </p:pic>
        <p:pic>
          <p:nvPicPr>
            <p:cNvPr id="64" name="Graphique 63" descr="Visage d'extraterrestre avec un remplissage uni">
              <a:extLst>
                <a:ext uri="{FF2B5EF4-FFF2-40B4-BE49-F238E27FC236}">
                  <a16:creationId xmlns:a16="http://schemas.microsoft.com/office/drawing/2014/main" id="{60365B92-325C-4A21-A7DC-7D5F2028507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014946" y="4043336"/>
              <a:ext cx="671230" cy="671230"/>
            </a:xfrm>
            <a:prstGeom prst="rect">
              <a:avLst/>
            </a:prstGeom>
          </p:spPr>
        </p:pic>
        <p:pic>
          <p:nvPicPr>
            <p:cNvPr id="67" name="Graphique 66" descr="Lien avec un remplissage uni">
              <a:extLst>
                <a:ext uri="{FF2B5EF4-FFF2-40B4-BE49-F238E27FC236}">
                  <a16:creationId xmlns:a16="http://schemas.microsoft.com/office/drawing/2014/main" id="{300A2E8D-C163-4AD9-B84B-52DA798B458B}"/>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422337" y="5776163"/>
              <a:ext cx="590832" cy="590832"/>
            </a:xfrm>
            <a:prstGeom prst="rect">
              <a:avLst/>
            </a:prstGeom>
          </p:spPr>
        </p:pic>
      </p:grpSp>
      <p:pic>
        <p:nvPicPr>
          <p:cNvPr id="69" name="Graphique 68" descr="Homme avec un remplissage uni">
            <a:extLst>
              <a:ext uri="{FF2B5EF4-FFF2-40B4-BE49-F238E27FC236}">
                <a16:creationId xmlns:a16="http://schemas.microsoft.com/office/drawing/2014/main" id="{D0727085-3536-44DC-B962-326F98F6D42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553399" y="5899967"/>
            <a:ext cx="245082" cy="245082"/>
          </a:xfrm>
          <a:prstGeom prst="rect">
            <a:avLst/>
          </a:prstGeom>
        </p:spPr>
      </p:pic>
      <p:pic>
        <p:nvPicPr>
          <p:cNvPr id="70" name="Graphique 69" descr="Homme avec un remplissage uni">
            <a:extLst>
              <a:ext uri="{FF2B5EF4-FFF2-40B4-BE49-F238E27FC236}">
                <a16:creationId xmlns:a16="http://schemas.microsoft.com/office/drawing/2014/main" id="{2578F5FC-8374-4841-85F4-381584C88C5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535616" y="5596403"/>
            <a:ext cx="245082" cy="245082"/>
          </a:xfrm>
          <a:prstGeom prst="rect">
            <a:avLst/>
          </a:prstGeom>
        </p:spPr>
      </p:pic>
      <p:pic>
        <p:nvPicPr>
          <p:cNvPr id="71" name="Graphique 70" descr="Homme avec un remplissage uni">
            <a:extLst>
              <a:ext uri="{FF2B5EF4-FFF2-40B4-BE49-F238E27FC236}">
                <a16:creationId xmlns:a16="http://schemas.microsoft.com/office/drawing/2014/main" id="{51318D5F-F1E6-4A63-8EA9-0CB1C61E6351}"/>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29071" y="5899967"/>
            <a:ext cx="245082" cy="245082"/>
          </a:xfrm>
          <a:prstGeom prst="rect">
            <a:avLst/>
          </a:prstGeom>
        </p:spPr>
      </p:pic>
      <p:pic>
        <p:nvPicPr>
          <p:cNvPr id="72" name="Graphique 71" descr="Homme avec un remplissage uni">
            <a:extLst>
              <a:ext uri="{FF2B5EF4-FFF2-40B4-BE49-F238E27FC236}">
                <a16:creationId xmlns:a16="http://schemas.microsoft.com/office/drawing/2014/main" id="{A37C63BF-560A-41E4-BDDD-9DCF3E5795E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54407" y="5596403"/>
            <a:ext cx="245082" cy="245082"/>
          </a:xfrm>
          <a:prstGeom prst="rect">
            <a:avLst/>
          </a:prstGeom>
        </p:spPr>
      </p:pic>
      <p:grpSp>
        <p:nvGrpSpPr>
          <p:cNvPr id="95" name="Groupe 94">
            <a:extLst>
              <a:ext uri="{FF2B5EF4-FFF2-40B4-BE49-F238E27FC236}">
                <a16:creationId xmlns:a16="http://schemas.microsoft.com/office/drawing/2014/main" id="{41D13440-66F3-408E-8FC1-FC8FC7660212}"/>
              </a:ext>
            </a:extLst>
          </p:cNvPr>
          <p:cNvGrpSpPr/>
          <p:nvPr/>
        </p:nvGrpSpPr>
        <p:grpSpPr>
          <a:xfrm>
            <a:off x="337800" y="2951206"/>
            <a:ext cx="504706" cy="934878"/>
            <a:chOff x="-40322" y="2680276"/>
            <a:chExt cx="702434" cy="1301133"/>
          </a:xfrm>
        </p:grpSpPr>
        <p:pic>
          <p:nvPicPr>
            <p:cNvPr id="81" name="Graphique 80" descr="Homme avec un remplissage uni">
              <a:extLst>
                <a:ext uri="{FF2B5EF4-FFF2-40B4-BE49-F238E27FC236}">
                  <a16:creationId xmlns:a16="http://schemas.microsoft.com/office/drawing/2014/main" id="{47E3FDA0-9A26-4615-8F4F-C85770E4990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5403" y="3640327"/>
              <a:ext cx="245082" cy="245082"/>
            </a:xfrm>
            <a:prstGeom prst="rect">
              <a:avLst/>
            </a:prstGeom>
          </p:spPr>
        </p:pic>
        <p:pic>
          <p:nvPicPr>
            <p:cNvPr id="82" name="Graphique 81" descr="Homme avec un remplissage uni">
              <a:extLst>
                <a:ext uri="{FF2B5EF4-FFF2-40B4-BE49-F238E27FC236}">
                  <a16:creationId xmlns:a16="http://schemas.microsoft.com/office/drawing/2014/main" id="{4EA6CB23-2278-4F28-87E4-27DB1954898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00739" y="3336763"/>
              <a:ext cx="245082" cy="245082"/>
            </a:xfrm>
            <a:prstGeom prst="rect">
              <a:avLst/>
            </a:prstGeom>
          </p:spPr>
        </p:pic>
        <p:pic>
          <p:nvPicPr>
            <p:cNvPr id="83" name="Graphique 82" descr="Homme avec un remplissage uni">
              <a:extLst>
                <a:ext uri="{FF2B5EF4-FFF2-40B4-BE49-F238E27FC236}">
                  <a16:creationId xmlns:a16="http://schemas.microsoft.com/office/drawing/2014/main" id="{248D20AA-BAE0-4130-AB92-2253B1DF8CC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34860" y="3698809"/>
              <a:ext cx="245082" cy="245082"/>
            </a:xfrm>
            <a:prstGeom prst="rect">
              <a:avLst/>
            </a:prstGeom>
          </p:spPr>
        </p:pic>
        <p:pic>
          <p:nvPicPr>
            <p:cNvPr id="84" name="Graphique 83" descr="Homme avec un remplissage uni">
              <a:extLst>
                <a:ext uri="{FF2B5EF4-FFF2-40B4-BE49-F238E27FC236}">
                  <a16:creationId xmlns:a16="http://schemas.microsoft.com/office/drawing/2014/main" id="{519C3194-B27F-4942-871E-78907DB96CB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60196" y="3395245"/>
              <a:ext cx="245082" cy="245082"/>
            </a:xfrm>
            <a:prstGeom prst="rect">
              <a:avLst/>
            </a:prstGeom>
          </p:spPr>
        </p:pic>
        <p:pic>
          <p:nvPicPr>
            <p:cNvPr id="85" name="Graphique 84" descr="Homme avec un remplissage uni">
              <a:extLst>
                <a:ext uri="{FF2B5EF4-FFF2-40B4-BE49-F238E27FC236}">
                  <a16:creationId xmlns:a16="http://schemas.microsoft.com/office/drawing/2014/main" id="{666DF9F6-763B-4E95-88F9-0F3D391E812F}"/>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91694" y="2983840"/>
              <a:ext cx="245082" cy="245082"/>
            </a:xfrm>
            <a:prstGeom prst="rect">
              <a:avLst/>
            </a:prstGeom>
          </p:spPr>
        </p:pic>
        <p:pic>
          <p:nvPicPr>
            <p:cNvPr id="86" name="Graphique 85" descr="Homme avec un remplissage uni">
              <a:extLst>
                <a:ext uri="{FF2B5EF4-FFF2-40B4-BE49-F238E27FC236}">
                  <a16:creationId xmlns:a16="http://schemas.microsoft.com/office/drawing/2014/main" id="{38EFDC02-BCA5-477A-858C-EC6CD051A14D}"/>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17030" y="2680276"/>
              <a:ext cx="245082" cy="245082"/>
            </a:xfrm>
            <a:prstGeom prst="rect">
              <a:avLst/>
            </a:prstGeom>
          </p:spPr>
        </p:pic>
        <p:pic>
          <p:nvPicPr>
            <p:cNvPr id="87" name="Graphique 86" descr="Homme avec un remplissage uni">
              <a:extLst>
                <a:ext uri="{FF2B5EF4-FFF2-40B4-BE49-F238E27FC236}">
                  <a16:creationId xmlns:a16="http://schemas.microsoft.com/office/drawing/2014/main" id="{03CC6A29-E12C-4D6B-B980-38199988A059}"/>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1151" y="3042322"/>
              <a:ext cx="245082" cy="245082"/>
            </a:xfrm>
            <a:prstGeom prst="rect">
              <a:avLst/>
            </a:prstGeom>
          </p:spPr>
        </p:pic>
        <p:pic>
          <p:nvPicPr>
            <p:cNvPr id="88" name="Graphique 87" descr="Homme avec un remplissage uni">
              <a:extLst>
                <a:ext uri="{FF2B5EF4-FFF2-40B4-BE49-F238E27FC236}">
                  <a16:creationId xmlns:a16="http://schemas.microsoft.com/office/drawing/2014/main" id="{C5D837C2-96B4-459D-ACFB-1B57FBFD62B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6487" y="2738758"/>
              <a:ext cx="245082" cy="245082"/>
            </a:xfrm>
            <a:prstGeom prst="rect">
              <a:avLst/>
            </a:prstGeom>
          </p:spPr>
        </p:pic>
        <p:pic>
          <p:nvPicPr>
            <p:cNvPr id="89" name="Graphique 88" descr="Homme avec un remplissage uni">
              <a:extLst>
                <a:ext uri="{FF2B5EF4-FFF2-40B4-BE49-F238E27FC236}">
                  <a16:creationId xmlns:a16="http://schemas.microsoft.com/office/drawing/2014/main" id="{1A714A03-BA8E-4F6A-97FD-4838EAEED93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0221" y="3111353"/>
              <a:ext cx="245082" cy="245082"/>
            </a:xfrm>
            <a:prstGeom prst="rect">
              <a:avLst/>
            </a:prstGeom>
          </p:spPr>
        </p:pic>
        <p:pic>
          <p:nvPicPr>
            <p:cNvPr id="90" name="Graphique 89" descr="Homme avec un remplissage uni">
              <a:extLst>
                <a:ext uri="{FF2B5EF4-FFF2-40B4-BE49-F238E27FC236}">
                  <a16:creationId xmlns:a16="http://schemas.microsoft.com/office/drawing/2014/main" id="{72AA348F-8404-4754-9358-AEB71ADBEBB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5557" y="2807789"/>
              <a:ext cx="245082" cy="245082"/>
            </a:xfrm>
            <a:prstGeom prst="rect">
              <a:avLst/>
            </a:prstGeom>
          </p:spPr>
        </p:pic>
        <p:pic>
          <p:nvPicPr>
            <p:cNvPr id="91" name="Graphique 90" descr="Homme avec un remplissage uni">
              <a:extLst>
                <a:ext uri="{FF2B5EF4-FFF2-40B4-BE49-F238E27FC236}">
                  <a16:creationId xmlns:a16="http://schemas.microsoft.com/office/drawing/2014/main" id="{2E35679A-C7BA-489E-A4A9-7760596E249F}"/>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322" y="3169835"/>
              <a:ext cx="245082" cy="245082"/>
            </a:xfrm>
            <a:prstGeom prst="rect">
              <a:avLst/>
            </a:prstGeom>
          </p:spPr>
        </p:pic>
        <p:pic>
          <p:nvPicPr>
            <p:cNvPr id="92" name="Graphique 91" descr="Homme avec un remplissage uni">
              <a:extLst>
                <a:ext uri="{FF2B5EF4-FFF2-40B4-BE49-F238E27FC236}">
                  <a16:creationId xmlns:a16="http://schemas.microsoft.com/office/drawing/2014/main" id="{AC62DC98-6092-44E1-8174-7C8A2CC41B1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986" y="2866271"/>
              <a:ext cx="245082" cy="245082"/>
            </a:xfrm>
            <a:prstGeom prst="rect">
              <a:avLst/>
            </a:prstGeom>
          </p:spPr>
        </p:pic>
        <p:pic>
          <p:nvPicPr>
            <p:cNvPr id="93" name="Graphique 92" descr="Homme avec un remplissage uni">
              <a:extLst>
                <a:ext uri="{FF2B5EF4-FFF2-40B4-BE49-F238E27FC236}">
                  <a16:creationId xmlns:a16="http://schemas.microsoft.com/office/drawing/2014/main" id="{2DB183BA-553A-4DEC-BA67-64BCBA012BF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887" y="3736327"/>
              <a:ext cx="245082" cy="245082"/>
            </a:xfrm>
            <a:prstGeom prst="rect">
              <a:avLst/>
            </a:prstGeom>
          </p:spPr>
        </p:pic>
        <p:pic>
          <p:nvPicPr>
            <p:cNvPr id="94" name="Graphique 93" descr="Homme avec un remplissage uni">
              <a:extLst>
                <a:ext uri="{FF2B5EF4-FFF2-40B4-BE49-F238E27FC236}">
                  <a16:creationId xmlns:a16="http://schemas.microsoft.com/office/drawing/2014/main" id="{F0AC60E3-2E1B-42E6-8BB7-66A388B472D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449" y="3432763"/>
              <a:ext cx="245082" cy="245082"/>
            </a:xfrm>
            <a:prstGeom prst="rect">
              <a:avLst/>
            </a:prstGeom>
          </p:spPr>
        </p:pic>
      </p:grpSp>
      <p:grpSp>
        <p:nvGrpSpPr>
          <p:cNvPr id="96" name="Groupe 95">
            <a:extLst>
              <a:ext uri="{FF2B5EF4-FFF2-40B4-BE49-F238E27FC236}">
                <a16:creationId xmlns:a16="http://schemas.microsoft.com/office/drawing/2014/main" id="{D7664ECD-FABB-40E2-B8F7-8D81BE40FF73}"/>
              </a:ext>
            </a:extLst>
          </p:cNvPr>
          <p:cNvGrpSpPr/>
          <p:nvPr/>
        </p:nvGrpSpPr>
        <p:grpSpPr>
          <a:xfrm flipH="1">
            <a:off x="1348835" y="2976101"/>
            <a:ext cx="543620" cy="934878"/>
            <a:chOff x="-40322" y="2680276"/>
            <a:chExt cx="702434" cy="1301133"/>
          </a:xfrm>
        </p:grpSpPr>
        <p:pic>
          <p:nvPicPr>
            <p:cNvPr id="97" name="Graphique 96" descr="Homme avec un remplissage uni">
              <a:extLst>
                <a:ext uri="{FF2B5EF4-FFF2-40B4-BE49-F238E27FC236}">
                  <a16:creationId xmlns:a16="http://schemas.microsoft.com/office/drawing/2014/main" id="{4846BB51-A5E5-4D5A-81E5-C70B44AE1E1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5403" y="3640327"/>
              <a:ext cx="245082" cy="245082"/>
            </a:xfrm>
            <a:prstGeom prst="rect">
              <a:avLst/>
            </a:prstGeom>
          </p:spPr>
        </p:pic>
        <p:pic>
          <p:nvPicPr>
            <p:cNvPr id="98" name="Graphique 97" descr="Homme avec un remplissage uni">
              <a:extLst>
                <a:ext uri="{FF2B5EF4-FFF2-40B4-BE49-F238E27FC236}">
                  <a16:creationId xmlns:a16="http://schemas.microsoft.com/office/drawing/2014/main" id="{B4F691D8-7170-4195-B57F-E76B22C9C18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00739" y="3336763"/>
              <a:ext cx="245082" cy="245082"/>
            </a:xfrm>
            <a:prstGeom prst="rect">
              <a:avLst/>
            </a:prstGeom>
          </p:spPr>
        </p:pic>
        <p:pic>
          <p:nvPicPr>
            <p:cNvPr id="99" name="Graphique 98" descr="Homme avec un remplissage uni">
              <a:extLst>
                <a:ext uri="{FF2B5EF4-FFF2-40B4-BE49-F238E27FC236}">
                  <a16:creationId xmlns:a16="http://schemas.microsoft.com/office/drawing/2014/main" id="{B33EC9C3-DF63-4B0F-B36B-31D0EA4E495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34860" y="3698809"/>
              <a:ext cx="245082" cy="245082"/>
            </a:xfrm>
            <a:prstGeom prst="rect">
              <a:avLst/>
            </a:prstGeom>
          </p:spPr>
        </p:pic>
        <p:pic>
          <p:nvPicPr>
            <p:cNvPr id="100" name="Graphique 99" descr="Homme avec un remplissage uni">
              <a:extLst>
                <a:ext uri="{FF2B5EF4-FFF2-40B4-BE49-F238E27FC236}">
                  <a16:creationId xmlns:a16="http://schemas.microsoft.com/office/drawing/2014/main" id="{5130A68B-2CB7-4A1D-BBEB-E8FA760556B8}"/>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60196" y="3395245"/>
              <a:ext cx="245082" cy="245082"/>
            </a:xfrm>
            <a:prstGeom prst="rect">
              <a:avLst/>
            </a:prstGeom>
          </p:spPr>
        </p:pic>
        <p:pic>
          <p:nvPicPr>
            <p:cNvPr id="101" name="Graphique 100" descr="Homme avec un remplissage uni">
              <a:extLst>
                <a:ext uri="{FF2B5EF4-FFF2-40B4-BE49-F238E27FC236}">
                  <a16:creationId xmlns:a16="http://schemas.microsoft.com/office/drawing/2014/main" id="{728804B4-20A6-4360-B0B1-E8520718BE8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91694" y="2983840"/>
              <a:ext cx="245082" cy="245082"/>
            </a:xfrm>
            <a:prstGeom prst="rect">
              <a:avLst/>
            </a:prstGeom>
          </p:spPr>
        </p:pic>
        <p:pic>
          <p:nvPicPr>
            <p:cNvPr id="102" name="Graphique 101" descr="Homme avec un remplissage uni">
              <a:extLst>
                <a:ext uri="{FF2B5EF4-FFF2-40B4-BE49-F238E27FC236}">
                  <a16:creationId xmlns:a16="http://schemas.microsoft.com/office/drawing/2014/main" id="{EDD08429-AD0C-4359-AA84-351CAF94912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17030" y="2680276"/>
              <a:ext cx="245082" cy="245082"/>
            </a:xfrm>
            <a:prstGeom prst="rect">
              <a:avLst/>
            </a:prstGeom>
          </p:spPr>
        </p:pic>
        <p:pic>
          <p:nvPicPr>
            <p:cNvPr id="103" name="Graphique 102" descr="Homme avec un remplissage uni">
              <a:extLst>
                <a:ext uri="{FF2B5EF4-FFF2-40B4-BE49-F238E27FC236}">
                  <a16:creationId xmlns:a16="http://schemas.microsoft.com/office/drawing/2014/main" id="{9BE5202A-1B04-45BB-8B2A-6FDC5F884B6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1151" y="3042322"/>
              <a:ext cx="245082" cy="245082"/>
            </a:xfrm>
            <a:prstGeom prst="rect">
              <a:avLst/>
            </a:prstGeom>
          </p:spPr>
        </p:pic>
        <p:pic>
          <p:nvPicPr>
            <p:cNvPr id="104" name="Graphique 103" descr="Homme avec un remplissage uni">
              <a:extLst>
                <a:ext uri="{FF2B5EF4-FFF2-40B4-BE49-F238E27FC236}">
                  <a16:creationId xmlns:a16="http://schemas.microsoft.com/office/drawing/2014/main" id="{74DF4AA1-891E-4C93-AFBD-E75906FA5BA8}"/>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6487" y="2738758"/>
              <a:ext cx="245082" cy="245082"/>
            </a:xfrm>
            <a:prstGeom prst="rect">
              <a:avLst/>
            </a:prstGeom>
          </p:spPr>
        </p:pic>
        <p:pic>
          <p:nvPicPr>
            <p:cNvPr id="105" name="Graphique 104" descr="Homme avec un remplissage uni">
              <a:extLst>
                <a:ext uri="{FF2B5EF4-FFF2-40B4-BE49-F238E27FC236}">
                  <a16:creationId xmlns:a16="http://schemas.microsoft.com/office/drawing/2014/main" id="{F4844C82-A998-4CAC-BEAB-5A11D7655B8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0221" y="3111353"/>
              <a:ext cx="245082" cy="245082"/>
            </a:xfrm>
            <a:prstGeom prst="rect">
              <a:avLst/>
            </a:prstGeom>
          </p:spPr>
        </p:pic>
        <p:pic>
          <p:nvPicPr>
            <p:cNvPr id="106" name="Graphique 105" descr="Homme avec un remplissage uni">
              <a:extLst>
                <a:ext uri="{FF2B5EF4-FFF2-40B4-BE49-F238E27FC236}">
                  <a16:creationId xmlns:a16="http://schemas.microsoft.com/office/drawing/2014/main" id="{DA9BFC2F-D876-470E-995E-0212926DC96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5557" y="2807789"/>
              <a:ext cx="245082" cy="245082"/>
            </a:xfrm>
            <a:prstGeom prst="rect">
              <a:avLst/>
            </a:prstGeom>
          </p:spPr>
        </p:pic>
        <p:pic>
          <p:nvPicPr>
            <p:cNvPr id="107" name="Graphique 106" descr="Homme avec un remplissage uni">
              <a:extLst>
                <a:ext uri="{FF2B5EF4-FFF2-40B4-BE49-F238E27FC236}">
                  <a16:creationId xmlns:a16="http://schemas.microsoft.com/office/drawing/2014/main" id="{42740DC9-195D-4053-AB8B-C37F4A1CBDB1}"/>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322" y="3169835"/>
              <a:ext cx="245082" cy="245082"/>
            </a:xfrm>
            <a:prstGeom prst="rect">
              <a:avLst/>
            </a:prstGeom>
          </p:spPr>
        </p:pic>
        <p:pic>
          <p:nvPicPr>
            <p:cNvPr id="108" name="Graphique 107" descr="Homme avec un remplissage uni">
              <a:extLst>
                <a:ext uri="{FF2B5EF4-FFF2-40B4-BE49-F238E27FC236}">
                  <a16:creationId xmlns:a16="http://schemas.microsoft.com/office/drawing/2014/main" id="{42CDAF9B-6EC0-4F03-94F6-F24B4AD95E2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986" y="2866271"/>
              <a:ext cx="245082" cy="245082"/>
            </a:xfrm>
            <a:prstGeom prst="rect">
              <a:avLst/>
            </a:prstGeom>
          </p:spPr>
        </p:pic>
        <p:pic>
          <p:nvPicPr>
            <p:cNvPr id="109" name="Graphique 108" descr="Homme avec un remplissage uni">
              <a:extLst>
                <a:ext uri="{FF2B5EF4-FFF2-40B4-BE49-F238E27FC236}">
                  <a16:creationId xmlns:a16="http://schemas.microsoft.com/office/drawing/2014/main" id="{DF202CD2-FD18-4440-B15E-D10720D6F2B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887" y="3736327"/>
              <a:ext cx="245082" cy="245082"/>
            </a:xfrm>
            <a:prstGeom prst="rect">
              <a:avLst/>
            </a:prstGeom>
          </p:spPr>
        </p:pic>
        <p:pic>
          <p:nvPicPr>
            <p:cNvPr id="110" name="Graphique 109" descr="Homme avec un remplissage uni">
              <a:extLst>
                <a:ext uri="{FF2B5EF4-FFF2-40B4-BE49-F238E27FC236}">
                  <a16:creationId xmlns:a16="http://schemas.microsoft.com/office/drawing/2014/main" id="{3EDA902D-B58F-4AAC-AF4F-EEFB237BCA4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449" y="3432763"/>
              <a:ext cx="245082" cy="245082"/>
            </a:xfrm>
            <a:prstGeom prst="rect">
              <a:avLst/>
            </a:prstGeom>
          </p:spPr>
        </p:pic>
      </p:grpSp>
      <p:grpSp>
        <p:nvGrpSpPr>
          <p:cNvPr id="113" name="Groupe 112">
            <a:extLst>
              <a:ext uri="{FF2B5EF4-FFF2-40B4-BE49-F238E27FC236}">
                <a16:creationId xmlns:a16="http://schemas.microsoft.com/office/drawing/2014/main" id="{BAE8464A-9E91-46E5-9F6E-2F308F366EFB}"/>
              </a:ext>
            </a:extLst>
          </p:cNvPr>
          <p:cNvGrpSpPr/>
          <p:nvPr/>
        </p:nvGrpSpPr>
        <p:grpSpPr>
          <a:xfrm>
            <a:off x="1339207" y="4433440"/>
            <a:ext cx="573883" cy="776082"/>
            <a:chOff x="1120440" y="4433439"/>
            <a:chExt cx="573883" cy="776082"/>
          </a:xfrm>
        </p:grpSpPr>
        <p:pic>
          <p:nvPicPr>
            <p:cNvPr id="77" name="Graphique 76" descr="Homme avec un remplissage uni">
              <a:extLst>
                <a:ext uri="{FF2B5EF4-FFF2-40B4-BE49-F238E27FC236}">
                  <a16:creationId xmlns:a16="http://schemas.microsoft.com/office/drawing/2014/main" id="{976C84C8-FB6B-4EA3-9511-AE6193AFFEC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71505" y="4812039"/>
              <a:ext cx="245082" cy="245082"/>
            </a:xfrm>
            <a:prstGeom prst="rect">
              <a:avLst/>
            </a:prstGeom>
          </p:spPr>
        </p:pic>
        <p:pic>
          <p:nvPicPr>
            <p:cNvPr id="78" name="Graphique 77" descr="Homme avec un remplissage uni">
              <a:extLst>
                <a:ext uri="{FF2B5EF4-FFF2-40B4-BE49-F238E27FC236}">
                  <a16:creationId xmlns:a16="http://schemas.microsoft.com/office/drawing/2014/main" id="{70788738-5F17-47C6-ABA6-1F56B8B8DB80}"/>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96841" y="4508475"/>
              <a:ext cx="245082" cy="245082"/>
            </a:xfrm>
            <a:prstGeom prst="rect">
              <a:avLst/>
            </a:prstGeom>
          </p:spPr>
        </p:pic>
        <p:pic>
          <p:nvPicPr>
            <p:cNvPr id="79" name="Graphique 78" descr="Homme avec un remplissage uni">
              <a:extLst>
                <a:ext uri="{FF2B5EF4-FFF2-40B4-BE49-F238E27FC236}">
                  <a16:creationId xmlns:a16="http://schemas.microsoft.com/office/drawing/2014/main" id="{2FBDD263-9603-4040-BEC6-233266D2053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20440" y="4737003"/>
              <a:ext cx="245082" cy="245082"/>
            </a:xfrm>
            <a:prstGeom prst="rect">
              <a:avLst/>
            </a:prstGeom>
          </p:spPr>
        </p:pic>
        <p:pic>
          <p:nvPicPr>
            <p:cNvPr id="80" name="Graphique 79" descr="Homme avec un remplissage uni">
              <a:extLst>
                <a:ext uri="{FF2B5EF4-FFF2-40B4-BE49-F238E27FC236}">
                  <a16:creationId xmlns:a16="http://schemas.microsoft.com/office/drawing/2014/main" id="{BC9ED9FE-F3D2-48D3-832B-19E90343310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45776" y="4433439"/>
              <a:ext cx="245082" cy="245082"/>
            </a:xfrm>
            <a:prstGeom prst="rect">
              <a:avLst/>
            </a:prstGeom>
          </p:spPr>
        </p:pic>
        <p:pic>
          <p:nvPicPr>
            <p:cNvPr id="111" name="Graphique 110" descr="Homme avec un remplissage uni">
              <a:extLst>
                <a:ext uri="{FF2B5EF4-FFF2-40B4-BE49-F238E27FC236}">
                  <a16:creationId xmlns:a16="http://schemas.microsoft.com/office/drawing/2014/main" id="{2F2B3D9F-7D01-4EBD-AD65-3440C9E219B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23905" y="4964439"/>
              <a:ext cx="245082" cy="245082"/>
            </a:xfrm>
            <a:prstGeom prst="rect">
              <a:avLst/>
            </a:prstGeom>
          </p:spPr>
        </p:pic>
        <p:pic>
          <p:nvPicPr>
            <p:cNvPr id="112" name="Graphique 111" descr="Homme avec un remplissage uni">
              <a:extLst>
                <a:ext uri="{FF2B5EF4-FFF2-40B4-BE49-F238E27FC236}">
                  <a16:creationId xmlns:a16="http://schemas.microsoft.com/office/drawing/2014/main" id="{F487DE61-A5AC-43F5-8596-D5BF7CAF1BA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49241" y="4660875"/>
              <a:ext cx="245082" cy="245082"/>
            </a:xfrm>
            <a:prstGeom prst="rect">
              <a:avLst/>
            </a:prstGeom>
          </p:spPr>
        </p:pic>
      </p:grpSp>
      <p:grpSp>
        <p:nvGrpSpPr>
          <p:cNvPr id="116" name="Groupe 115">
            <a:extLst>
              <a:ext uri="{FF2B5EF4-FFF2-40B4-BE49-F238E27FC236}">
                <a16:creationId xmlns:a16="http://schemas.microsoft.com/office/drawing/2014/main" id="{2B66C406-B03D-49CA-A6F1-2DF082CE9128}"/>
              </a:ext>
            </a:extLst>
          </p:cNvPr>
          <p:cNvGrpSpPr/>
          <p:nvPr/>
        </p:nvGrpSpPr>
        <p:grpSpPr>
          <a:xfrm>
            <a:off x="157965" y="4469485"/>
            <a:ext cx="561178" cy="733206"/>
            <a:chOff x="-60802" y="4469484"/>
            <a:chExt cx="561178" cy="733206"/>
          </a:xfrm>
        </p:grpSpPr>
        <p:pic>
          <p:nvPicPr>
            <p:cNvPr id="73" name="Graphique 72" descr="Homme avec un remplissage uni">
              <a:extLst>
                <a:ext uri="{FF2B5EF4-FFF2-40B4-BE49-F238E27FC236}">
                  <a16:creationId xmlns:a16="http://schemas.microsoft.com/office/drawing/2014/main" id="{6761E8D1-0E57-4999-8090-6B7AE5A5125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29958" y="4773048"/>
              <a:ext cx="245082" cy="245082"/>
            </a:xfrm>
            <a:prstGeom prst="rect">
              <a:avLst/>
            </a:prstGeom>
          </p:spPr>
        </p:pic>
        <p:pic>
          <p:nvPicPr>
            <p:cNvPr id="74" name="Graphique 73" descr="Homme avec un remplissage uni">
              <a:extLst>
                <a:ext uri="{FF2B5EF4-FFF2-40B4-BE49-F238E27FC236}">
                  <a16:creationId xmlns:a16="http://schemas.microsoft.com/office/drawing/2014/main" id="{D6F93D89-F950-4910-971D-AB22FF4243F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5294" y="4469484"/>
              <a:ext cx="245082" cy="245082"/>
            </a:xfrm>
            <a:prstGeom prst="rect">
              <a:avLst/>
            </a:prstGeom>
          </p:spPr>
        </p:pic>
        <p:pic>
          <p:nvPicPr>
            <p:cNvPr id="75" name="Graphique 74" descr="Homme avec un remplissage uni">
              <a:extLst>
                <a:ext uri="{FF2B5EF4-FFF2-40B4-BE49-F238E27FC236}">
                  <a16:creationId xmlns:a16="http://schemas.microsoft.com/office/drawing/2014/main" id="{5CF15D99-2132-4CC6-BD02-22076E94BC1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415" y="4831530"/>
              <a:ext cx="245082" cy="245082"/>
            </a:xfrm>
            <a:prstGeom prst="rect">
              <a:avLst/>
            </a:prstGeom>
          </p:spPr>
        </p:pic>
        <p:pic>
          <p:nvPicPr>
            <p:cNvPr id="76" name="Graphique 75" descr="Homme avec un remplissage uni">
              <a:extLst>
                <a:ext uri="{FF2B5EF4-FFF2-40B4-BE49-F238E27FC236}">
                  <a16:creationId xmlns:a16="http://schemas.microsoft.com/office/drawing/2014/main" id="{C7A691CD-0A1E-4DC6-87E4-60BBB1E9724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4751" y="4527966"/>
              <a:ext cx="245082" cy="245082"/>
            </a:xfrm>
            <a:prstGeom prst="rect">
              <a:avLst/>
            </a:prstGeom>
          </p:spPr>
        </p:pic>
        <p:pic>
          <p:nvPicPr>
            <p:cNvPr id="114" name="Graphique 113" descr="Homme avec un remplissage uni">
              <a:extLst>
                <a:ext uri="{FF2B5EF4-FFF2-40B4-BE49-F238E27FC236}">
                  <a16:creationId xmlns:a16="http://schemas.microsoft.com/office/drawing/2014/main" id="{025AD6BA-699E-4FCF-AE1B-50CE5A1A421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0802" y="4957608"/>
              <a:ext cx="245082" cy="245082"/>
            </a:xfrm>
            <a:prstGeom prst="rect">
              <a:avLst/>
            </a:prstGeom>
          </p:spPr>
        </p:pic>
        <p:pic>
          <p:nvPicPr>
            <p:cNvPr id="115" name="Graphique 114" descr="Homme avec un remplissage uni">
              <a:extLst>
                <a:ext uri="{FF2B5EF4-FFF2-40B4-BE49-F238E27FC236}">
                  <a16:creationId xmlns:a16="http://schemas.microsoft.com/office/drawing/2014/main" id="{FE5A0B07-CC3B-44FA-998D-92856BBFC47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5466" y="4654044"/>
              <a:ext cx="245082" cy="245082"/>
            </a:xfrm>
            <a:prstGeom prst="rect">
              <a:avLst/>
            </a:prstGeom>
          </p:spPr>
        </p:pic>
      </p:grpSp>
    </p:spTree>
    <p:extLst>
      <p:ext uri="{BB962C8B-B14F-4D97-AF65-F5344CB8AC3E}">
        <p14:creationId xmlns:p14="http://schemas.microsoft.com/office/powerpoint/2010/main" val="3597820285"/>
      </p:ext>
    </p:extLst>
  </p:cSld>
  <p:clrMapOvr>
    <a:masterClrMapping/>
  </p:clrMapOvr>
  <mc:AlternateContent xmlns:mc="http://schemas.openxmlformats.org/markup-compatibility/2006" xmlns:p14="http://schemas.microsoft.com/office/powerpoint/2010/main">
    <mc:Choice Requires="p14">
      <p:transition spd="slow" p14:dur="2000" advTm="217332"/>
    </mc:Choice>
    <mc:Fallback xmlns="">
      <p:transition spd="slow" advTm="217332"/>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C968EAF-5C31-40AB-831C-3D09839F760A}"/>
              </a:ext>
            </a:extLst>
          </p:cNvPr>
          <p:cNvSpPr>
            <a:spLocks noGrp="1"/>
          </p:cNvSpPr>
          <p:nvPr>
            <p:ph type="title"/>
          </p:nvPr>
        </p:nvSpPr>
        <p:spPr/>
        <p:txBody>
          <a:bodyPr/>
          <a:lstStyle/>
          <a:p>
            <a:r>
              <a:rPr lang="en-US" dirty="0"/>
              <a:t>Share your opinions / experiences</a:t>
            </a:r>
          </a:p>
        </p:txBody>
      </p:sp>
      <p:sp>
        <p:nvSpPr>
          <p:cNvPr id="5" name="Espace réservé du contenu 4">
            <a:extLst>
              <a:ext uri="{FF2B5EF4-FFF2-40B4-BE49-F238E27FC236}">
                <a16:creationId xmlns:a16="http://schemas.microsoft.com/office/drawing/2014/main" id="{22B4C8B3-4F62-40E9-8FC6-69EABC0BB6CB}"/>
              </a:ext>
            </a:extLst>
          </p:cNvPr>
          <p:cNvSpPr>
            <a:spLocks noGrp="1"/>
          </p:cNvSpPr>
          <p:nvPr>
            <p:ph sz="half" idx="1"/>
          </p:nvPr>
        </p:nvSpPr>
        <p:spPr/>
        <p:txBody>
          <a:bodyPr/>
          <a:lstStyle/>
          <a:p>
            <a:endParaRPr lang="en-US" dirty="0"/>
          </a:p>
          <a:p>
            <a:pPr marL="0" indent="0">
              <a:buNone/>
            </a:pPr>
            <a:r>
              <a:rPr lang="en-US" dirty="0"/>
              <a:t> </a:t>
            </a:r>
          </a:p>
        </p:txBody>
      </p:sp>
      <p:sp>
        <p:nvSpPr>
          <p:cNvPr id="6" name="Espace réservé du contenu 5">
            <a:extLst>
              <a:ext uri="{FF2B5EF4-FFF2-40B4-BE49-F238E27FC236}">
                <a16:creationId xmlns:a16="http://schemas.microsoft.com/office/drawing/2014/main" id="{A9A40F1B-364A-458A-ACF7-2C3352D32EC4}"/>
              </a:ext>
            </a:extLst>
          </p:cNvPr>
          <p:cNvSpPr>
            <a:spLocks noGrp="1"/>
          </p:cNvSpPr>
          <p:nvPr>
            <p:ph sz="half" idx="2"/>
          </p:nvPr>
        </p:nvSpPr>
        <p:spPr/>
        <p:txBody>
          <a:bodyPr/>
          <a:lstStyle/>
          <a:p>
            <a:r>
              <a:rPr lang="en-US" dirty="0"/>
              <a:t>Have your ever reached your own limits of link ? </a:t>
            </a:r>
          </a:p>
          <a:p>
            <a:endParaRPr lang="en-US" dirty="0"/>
          </a:p>
          <a:p>
            <a:r>
              <a:rPr lang="en-US" dirty="0"/>
              <a:t>What happened ? How did you manage the situation ?</a:t>
            </a:r>
          </a:p>
          <a:p>
            <a:endParaRPr lang="en-US" dirty="0"/>
          </a:p>
          <a:p>
            <a:endParaRPr lang="en-US" dirty="0"/>
          </a:p>
        </p:txBody>
      </p:sp>
      <p:grpSp>
        <p:nvGrpSpPr>
          <p:cNvPr id="67" name="Groupe 66">
            <a:extLst>
              <a:ext uri="{FF2B5EF4-FFF2-40B4-BE49-F238E27FC236}">
                <a16:creationId xmlns:a16="http://schemas.microsoft.com/office/drawing/2014/main" id="{AFA0D588-C9E0-4794-855B-697079C4556D}"/>
              </a:ext>
            </a:extLst>
          </p:cNvPr>
          <p:cNvGrpSpPr/>
          <p:nvPr/>
        </p:nvGrpSpPr>
        <p:grpSpPr>
          <a:xfrm>
            <a:off x="1288604" y="2682070"/>
            <a:ext cx="1737726" cy="3286084"/>
            <a:chOff x="-60802" y="2335979"/>
            <a:chExt cx="2315730" cy="4379105"/>
          </a:xfrm>
        </p:grpSpPr>
        <p:grpSp>
          <p:nvGrpSpPr>
            <p:cNvPr id="7" name="Groupe 6">
              <a:extLst>
                <a:ext uri="{FF2B5EF4-FFF2-40B4-BE49-F238E27FC236}">
                  <a16:creationId xmlns:a16="http://schemas.microsoft.com/office/drawing/2014/main" id="{BE566F3A-A222-4282-95F1-12DE8A8B82C2}"/>
                </a:ext>
              </a:extLst>
            </p:cNvPr>
            <p:cNvGrpSpPr/>
            <p:nvPr/>
          </p:nvGrpSpPr>
          <p:grpSpPr>
            <a:xfrm>
              <a:off x="1455938" y="2335979"/>
              <a:ext cx="798990" cy="4379105"/>
              <a:chOff x="523783" y="2335980"/>
              <a:chExt cx="798990" cy="4128118"/>
            </a:xfrm>
          </p:grpSpPr>
          <p:sp>
            <p:nvSpPr>
              <p:cNvPr id="8" name="Flèche : haut 7">
                <a:extLst>
                  <a:ext uri="{FF2B5EF4-FFF2-40B4-BE49-F238E27FC236}">
                    <a16:creationId xmlns:a16="http://schemas.microsoft.com/office/drawing/2014/main" id="{2565D78D-AA3A-4834-8E49-A46D69C72380}"/>
                  </a:ext>
                </a:extLst>
              </p:cNvPr>
              <p:cNvSpPr/>
              <p:nvPr/>
            </p:nvSpPr>
            <p:spPr>
              <a:xfrm>
                <a:off x="523783" y="2335981"/>
                <a:ext cx="798990" cy="412811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èche : haut 8">
                <a:extLst>
                  <a:ext uri="{FF2B5EF4-FFF2-40B4-BE49-F238E27FC236}">
                    <a16:creationId xmlns:a16="http://schemas.microsoft.com/office/drawing/2014/main" id="{54DB73C7-D952-474E-BF87-B496CFAAD7CE}"/>
                  </a:ext>
                </a:extLst>
              </p:cNvPr>
              <p:cNvSpPr/>
              <p:nvPr/>
            </p:nvSpPr>
            <p:spPr>
              <a:xfrm>
                <a:off x="523783" y="2335981"/>
                <a:ext cx="798990" cy="2902904"/>
              </a:xfrm>
              <a:prstGeom prst="up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èche : haut 9">
                <a:extLst>
                  <a:ext uri="{FF2B5EF4-FFF2-40B4-BE49-F238E27FC236}">
                    <a16:creationId xmlns:a16="http://schemas.microsoft.com/office/drawing/2014/main" id="{D39D3757-9ED0-4158-BDF5-3620A71EC65B}"/>
                  </a:ext>
                </a:extLst>
              </p:cNvPr>
              <p:cNvSpPr/>
              <p:nvPr/>
            </p:nvSpPr>
            <p:spPr>
              <a:xfrm>
                <a:off x="523783" y="2335980"/>
                <a:ext cx="798990" cy="1669003"/>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e 10">
              <a:extLst>
                <a:ext uri="{FF2B5EF4-FFF2-40B4-BE49-F238E27FC236}">
                  <a16:creationId xmlns:a16="http://schemas.microsoft.com/office/drawing/2014/main" id="{EBEDFB47-025F-433A-9160-5762A0BBC47A}"/>
                </a:ext>
              </a:extLst>
            </p:cNvPr>
            <p:cNvGrpSpPr/>
            <p:nvPr/>
          </p:nvGrpSpPr>
          <p:grpSpPr>
            <a:xfrm>
              <a:off x="483303" y="2977847"/>
              <a:ext cx="823567" cy="747280"/>
              <a:chOff x="6199632" y="3562085"/>
              <a:chExt cx="2876573" cy="2610115"/>
            </a:xfrm>
          </p:grpSpPr>
          <p:pic>
            <p:nvPicPr>
              <p:cNvPr id="12" name="Graphique 11" descr="Personne confuse avec un remplissage uni">
                <a:extLst>
                  <a:ext uri="{FF2B5EF4-FFF2-40B4-BE49-F238E27FC236}">
                    <a16:creationId xmlns:a16="http://schemas.microsoft.com/office/drawing/2014/main" id="{311C74E1-CB1C-44D3-B984-596F0371772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13" name="Graphique 12" descr="Visage étourdi avec un remplissage uni avec un remplissage uni">
                <a:extLst>
                  <a:ext uri="{FF2B5EF4-FFF2-40B4-BE49-F238E27FC236}">
                    <a16:creationId xmlns:a16="http://schemas.microsoft.com/office/drawing/2014/main" id="{92C3468C-A790-4118-B337-89097F28D2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0387" y="3562085"/>
                <a:ext cx="1515060" cy="1515060"/>
              </a:xfrm>
              <a:prstGeom prst="rect">
                <a:avLst/>
              </a:prstGeom>
            </p:spPr>
          </p:pic>
        </p:grpSp>
        <p:pic>
          <p:nvPicPr>
            <p:cNvPr id="14" name="Graphique 13" descr="Personne confuse avec un remplissage uni">
              <a:extLst>
                <a:ext uri="{FF2B5EF4-FFF2-40B4-BE49-F238E27FC236}">
                  <a16:creationId xmlns:a16="http://schemas.microsoft.com/office/drawing/2014/main" id="{83E9ADF1-9F3C-4963-8B19-A5899992EAB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46747" y="4848084"/>
              <a:ext cx="823567" cy="354606"/>
            </a:xfrm>
            <a:prstGeom prst="rect">
              <a:avLst/>
            </a:prstGeom>
          </p:spPr>
        </p:pic>
        <p:grpSp>
          <p:nvGrpSpPr>
            <p:cNvPr id="15" name="Groupe 14">
              <a:extLst>
                <a:ext uri="{FF2B5EF4-FFF2-40B4-BE49-F238E27FC236}">
                  <a16:creationId xmlns:a16="http://schemas.microsoft.com/office/drawing/2014/main" id="{D57E5486-76B6-4801-B9D8-3F838E46E753}"/>
                </a:ext>
              </a:extLst>
            </p:cNvPr>
            <p:cNvGrpSpPr/>
            <p:nvPr/>
          </p:nvGrpSpPr>
          <p:grpSpPr>
            <a:xfrm>
              <a:off x="460386" y="5586192"/>
              <a:ext cx="823567" cy="762424"/>
              <a:chOff x="460386" y="5586192"/>
              <a:chExt cx="823567" cy="762424"/>
            </a:xfrm>
          </p:grpSpPr>
          <p:pic>
            <p:nvPicPr>
              <p:cNvPr id="16" name="Graphique 15" descr="Personne confuse avec un remplissage uni">
                <a:extLst>
                  <a:ext uri="{FF2B5EF4-FFF2-40B4-BE49-F238E27FC236}">
                    <a16:creationId xmlns:a16="http://schemas.microsoft.com/office/drawing/2014/main" id="{4F69764C-F8B1-4D21-84D0-0D4144F362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60386" y="5994010"/>
                <a:ext cx="823567" cy="354606"/>
              </a:xfrm>
              <a:prstGeom prst="rect">
                <a:avLst/>
              </a:prstGeom>
            </p:spPr>
          </p:pic>
          <p:pic>
            <p:nvPicPr>
              <p:cNvPr id="17" name="Graphique 16" descr="Visage au large sourire avec remplissage solide avec un remplissage uni">
                <a:extLst>
                  <a:ext uri="{FF2B5EF4-FFF2-40B4-BE49-F238E27FC236}">
                    <a16:creationId xmlns:a16="http://schemas.microsoft.com/office/drawing/2014/main" id="{A9A10A07-683A-48F7-A22F-7FF3967CCA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3569" y="5586192"/>
                <a:ext cx="457200" cy="457200"/>
              </a:xfrm>
              <a:prstGeom prst="rect">
                <a:avLst/>
              </a:prstGeom>
            </p:spPr>
          </p:pic>
        </p:grpSp>
        <p:pic>
          <p:nvPicPr>
            <p:cNvPr id="18" name="Graphique 17" descr="Visage sans expression avec remplissage uni avec un remplissage uni">
              <a:extLst>
                <a:ext uri="{FF2B5EF4-FFF2-40B4-BE49-F238E27FC236}">
                  <a16:creationId xmlns:a16="http://schemas.microsoft.com/office/drawing/2014/main" id="{8F2AD800-C1C1-409B-B5EB-AA0ADA773AD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5856" y="4359025"/>
              <a:ext cx="517032" cy="517032"/>
            </a:xfrm>
            <a:prstGeom prst="rect">
              <a:avLst/>
            </a:prstGeom>
          </p:spPr>
        </p:pic>
        <p:pic>
          <p:nvPicPr>
            <p:cNvPr id="19" name="Graphique 18" descr="Homme avec un remplissage uni">
              <a:extLst>
                <a:ext uri="{FF2B5EF4-FFF2-40B4-BE49-F238E27FC236}">
                  <a16:creationId xmlns:a16="http://schemas.microsoft.com/office/drawing/2014/main" id="{4B46C92F-E51C-4D67-AD25-CB1528047D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34632" y="5899966"/>
              <a:ext cx="245082" cy="245082"/>
            </a:xfrm>
            <a:prstGeom prst="rect">
              <a:avLst/>
            </a:prstGeom>
          </p:spPr>
        </p:pic>
        <p:pic>
          <p:nvPicPr>
            <p:cNvPr id="20" name="Graphique 19" descr="Homme avec un remplissage uni">
              <a:extLst>
                <a:ext uri="{FF2B5EF4-FFF2-40B4-BE49-F238E27FC236}">
                  <a16:creationId xmlns:a16="http://schemas.microsoft.com/office/drawing/2014/main" id="{8009CA4C-F766-4763-858B-1831CEB3203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16849" y="5596402"/>
              <a:ext cx="245082" cy="245082"/>
            </a:xfrm>
            <a:prstGeom prst="rect">
              <a:avLst/>
            </a:prstGeom>
          </p:spPr>
        </p:pic>
        <p:pic>
          <p:nvPicPr>
            <p:cNvPr id="21" name="Graphique 20" descr="Homme avec un remplissage uni">
              <a:extLst>
                <a:ext uri="{FF2B5EF4-FFF2-40B4-BE49-F238E27FC236}">
                  <a16:creationId xmlns:a16="http://schemas.microsoft.com/office/drawing/2014/main" id="{3EBC433C-5C88-40BD-857B-5C4CF9F4FC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0304" y="5899966"/>
              <a:ext cx="245082" cy="245082"/>
            </a:xfrm>
            <a:prstGeom prst="rect">
              <a:avLst/>
            </a:prstGeom>
          </p:spPr>
        </p:pic>
        <p:pic>
          <p:nvPicPr>
            <p:cNvPr id="22" name="Graphique 21" descr="Homme avec un remplissage uni">
              <a:extLst>
                <a:ext uri="{FF2B5EF4-FFF2-40B4-BE49-F238E27FC236}">
                  <a16:creationId xmlns:a16="http://schemas.microsoft.com/office/drawing/2014/main" id="{21E6B2B7-0A5F-4DC6-8E08-BAE56F3490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35640" y="5596402"/>
              <a:ext cx="245082" cy="245082"/>
            </a:xfrm>
            <a:prstGeom prst="rect">
              <a:avLst/>
            </a:prstGeom>
          </p:spPr>
        </p:pic>
        <p:grpSp>
          <p:nvGrpSpPr>
            <p:cNvPr id="23" name="Groupe 22">
              <a:extLst>
                <a:ext uri="{FF2B5EF4-FFF2-40B4-BE49-F238E27FC236}">
                  <a16:creationId xmlns:a16="http://schemas.microsoft.com/office/drawing/2014/main" id="{4B3F993F-95EC-4821-9255-B5997AF499F3}"/>
                </a:ext>
              </a:extLst>
            </p:cNvPr>
            <p:cNvGrpSpPr/>
            <p:nvPr/>
          </p:nvGrpSpPr>
          <p:grpSpPr>
            <a:xfrm>
              <a:off x="119033" y="2951205"/>
              <a:ext cx="504706" cy="934878"/>
              <a:chOff x="-40322" y="2680276"/>
              <a:chExt cx="702434" cy="1301133"/>
            </a:xfrm>
          </p:grpSpPr>
          <p:pic>
            <p:nvPicPr>
              <p:cNvPr id="24" name="Graphique 23" descr="Homme avec un remplissage uni">
                <a:extLst>
                  <a:ext uri="{FF2B5EF4-FFF2-40B4-BE49-F238E27FC236}">
                    <a16:creationId xmlns:a16="http://schemas.microsoft.com/office/drawing/2014/main" id="{6B2E3624-ABF5-4515-9425-C5B9617802E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5403" y="3640327"/>
                <a:ext cx="245082" cy="245082"/>
              </a:xfrm>
              <a:prstGeom prst="rect">
                <a:avLst/>
              </a:prstGeom>
            </p:spPr>
          </p:pic>
          <p:pic>
            <p:nvPicPr>
              <p:cNvPr id="25" name="Graphique 24" descr="Homme avec un remplissage uni">
                <a:extLst>
                  <a:ext uri="{FF2B5EF4-FFF2-40B4-BE49-F238E27FC236}">
                    <a16:creationId xmlns:a16="http://schemas.microsoft.com/office/drawing/2014/main" id="{5C5EA547-4ED0-4E5F-9E3F-B79F6853ED6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0739" y="3336763"/>
                <a:ext cx="245082" cy="245082"/>
              </a:xfrm>
              <a:prstGeom prst="rect">
                <a:avLst/>
              </a:prstGeom>
            </p:spPr>
          </p:pic>
          <p:pic>
            <p:nvPicPr>
              <p:cNvPr id="26" name="Graphique 25" descr="Homme avec un remplissage uni">
                <a:extLst>
                  <a:ext uri="{FF2B5EF4-FFF2-40B4-BE49-F238E27FC236}">
                    <a16:creationId xmlns:a16="http://schemas.microsoft.com/office/drawing/2014/main" id="{992A1781-D95E-44F6-B02D-888ED3B2AAE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4860" y="3698809"/>
                <a:ext cx="245082" cy="245082"/>
              </a:xfrm>
              <a:prstGeom prst="rect">
                <a:avLst/>
              </a:prstGeom>
            </p:spPr>
          </p:pic>
          <p:pic>
            <p:nvPicPr>
              <p:cNvPr id="27" name="Graphique 26" descr="Homme avec un remplissage uni">
                <a:extLst>
                  <a:ext uri="{FF2B5EF4-FFF2-40B4-BE49-F238E27FC236}">
                    <a16:creationId xmlns:a16="http://schemas.microsoft.com/office/drawing/2014/main" id="{1AF7A328-74CC-4B1F-A28F-AD92C84253C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0196" y="3395245"/>
                <a:ext cx="245082" cy="245082"/>
              </a:xfrm>
              <a:prstGeom prst="rect">
                <a:avLst/>
              </a:prstGeom>
            </p:spPr>
          </p:pic>
          <p:pic>
            <p:nvPicPr>
              <p:cNvPr id="28" name="Graphique 27" descr="Homme avec un remplissage uni">
                <a:extLst>
                  <a:ext uri="{FF2B5EF4-FFF2-40B4-BE49-F238E27FC236}">
                    <a16:creationId xmlns:a16="http://schemas.microsoft.com/office/drawing/2014/main" id="{5F21C6CC-2058-4559-806C-B9D0A849946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1694" y="2983840"/>
                <a:ext cx="245082" cy="245082"/>
              </a:xfrm>
              <a:prstGeom prst="rect">
                <a:avLst/>
              </a:prstGeom>
            </p:spPr>
          </p:pic>
          <p:pic>
            <p:nvPicPr>
              <p:cNvPr id="29" name="Graphique 28" descr="Homme avec un remplissage uni">
                <a:extLst>
                  <a:ext uri="{FF2B5EF4-FFF2-40B4-BE49-F238E27FC236}">
                    <a16:creationId xmlns:a16="http://schemas.microsoft.com/office/drawing/2014/main" id="{8EDD5AB3-E18B-417C-A15D-1C6F320DAC9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7030" y="2680276"/>
                <a:ext cx="245082" cy="245082"/>
              </a:xfrm>
              <a:prstGeom prst="rect">
                <a:avLst/>
              </a:prstGeom>
            </p:spPr>
          </p:pic>
          <p:pic>
            <p:nvPicPr>
              <p:cNvPr id="30" name="Graphique 29" descr="Homme avec un remplissage uni">
                <a:extLst>
                  <a:ext uri="{FF2B5EF4-FFF2-40B4-BE49-F238E27FC236}">
                    <a16:creationId xmlns:a16="http://schemas.microsoft.com/office/drawing/2014/main" id="{EA4FA6F4-02C6-4A2F-BDB3-694C52B0508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1151" y="3042322"/>
                <a:ext cx="245082" cy="245082"/>
              </a:xfrm>
              <a:prstGeom prst="rect">
                <a:avLst/>
              </a:prstGeom>
            </p:spPr>
          </p:pic>
          <p:pic>
            <p:nvPicPr>
              <p:cNvPr id="31" name="Graphique 30" descr="Homme avec un remplissage uni">
                <a:extLst>
                  <a:ext uri="{FF2B5EF4-FFF2-40B4-BE49-F238E27FC236}">
                    <a16:creationId xmlns:a16="http://schemas.microsoft.com/office/drawing/2014/main" id="{44D3E842-6B2A-4F28-BB76-A3FBCCC3864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6487" y="2738758"/>
                <a:ext cx="245082" cy="245082"/>
              </a:xfrm>
              <a:prstGeom prst="rect">
                <a:avLst/>
              </a:prstGeom>
            </p:spPr>
          </p:pic>
          <p:pic>
            <p:nvPicPr>
              <p:cNvPr id="32" name="Graphique 31" descr="Homme avec un remplissage uni">
                <a:extLst>
                  <a:ext uri="{FF2B5EF4-FFF2-40B4-BE49-F238E27FC236}">
                    <a16:creationId xmlns:a16="http://schemas.microsoft.com/office/drawing/2014/main" id="{08E7AC7E-08FF-468E-9285-F8874FF94A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221" y="3111353"/>
                <a:ext cx="245082" cy="245082"/>
              </a:xfrm>
              <a:prstGeom prst="rect">
                <a:avLst/>
              </a:prstGeom>
            </p:spPr>
          </p:pic>
          <p:pic>
            <p:nvPicPr>
              <p:cNvPr id="33" name="Graphique 32" descr="Homme avec un remplissage uni">
                <a:extLst>
                  <a:ext uri="{FF2B5EF4-FFF2-40B4-BE49-F238E27FC236}">
                    <a16:creationId xmlns:a16="http://schemas.microsoft.com/office/drawing/2014/main" id="{30700355-9D17-4E8D-99B5-BE9531A55A0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5557" y="2807789"/>
                <a:ext cx="245082" cy="245082"/>
              </a:xfrm>
              <a:prstGeom prst="rect">
                <a:avLst/>
              </a:prstGeom>
            </p:spPr>
          </p:pic>
          <p:pic>
            <p:nvPicPr>
              <p:cNvPr id="34" name="Graphique 33" descr="Homme avec un remplissage uni">
                <a:extLst>
                  <a:ext uri="{FF2B5EF4-FFF2-40B4-BE49-F238E27FC236}">
                    <a16:creationId xmlns:a16="http://schemas.microsoft.com/office/drawing/2014/main" id="{5BC066F4-5537-437D-BCB2-6E91E81C969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322" y="3169835"/>
                <a:ext cx="245082" cy="245082"/>
              </a:xfrm>
              <a:prstGeom prst="rect">
                <a:avLst/>
              </a:prstGeom>
            </p:spPr>
          </p:pic>
          <p:pic>
            <p:nvPicPr>
              <p:cNvPr id="35" name="Graphique 34" descr="Homme avec un remplissage uni">
                <a:extLst>
                  <a:ext uri="{FF2B5EF4-FFF2-40B4-BE49-F238E27FC236}">
                    <a16:creationId xmlns:a16="http://schemas.microsoft.com/office/drawing/2014/main" id="{97BF70A8-6D3C-44C0-BF10-EFB37D1A8B5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986" y="2866271"/>
                <a:ext cx="245082" cy="245082"/>
              </a:xfrm>
              <a:prstGeom prst="rect">
                <a:avLst/>
              </a:prstGeom>
            </p:spPr>
          </p:pic>
          <p:pic>
            <p:nvPicPr>
              <p:cNvPr id="36" name="Graphique 35" descr="Homme avec un remplissage uni">
                <a:extLst>
                  <a:ext uri="{FF2B5EF4-FFF2-40B4-BE49-F238E27FC236}">
                    <a16:creationId xmlns:a16="http://schemas.microsoft.com/office/drawing/2014/main" id="{CFAEA098-E0D6-40D5-882B-C72E64B06EE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887" y="3736327"/>
                <a:ext cx="245082" cy="245082"/>
              </a:xfrm>
              <a:prstGeom prst="rect">
                <a:avLst/>
              </a:prstGeom>
            </p:spPr>
          </p:pic>
          <p:pic>
            <p:nvPicPr>
              <p:cNvPr id="37" name="Graphique 36" descr="Homme avec un remplissage uni">
                <a:extLst>
                  <a:ext uri="{FF2B5EF4-FFF2-40B4-BE49-F238E27FC236}">
                    <a16:creationId xmlns:a16="http://schemas.microsoft.com/office/drawing/2014/main" id="{E7FDA250-251C-4816-B9FF-0B056C97524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9" y="3432763"/>
                <a:ext cx="245082" cy="245082"/>
              </a:xfrm>
              <a:prstGeom prst="rect">
                <a:avLst/>
              </a:prstGeom>
            </p:spPr>
          </p:pic>
        </p:grpSp>
        <p:grpSp>
          <p:nvGrpSpPr>
            <p:cNvPr id="38" name="Groupe 37">
              <a:extLst>
                <a:ext uri="{FF2B5EF4-FFF2-40B4-BE49-F238E27FC236}">
                  <a16:creationId xmlns:a16="http://schemas.microsoft.com/office/drawing/2014/main" id="{AEC8B9FC-E3BD-45F4-AAC3-FCAC79ACED73}"/>
                </a:ext>
              </a:extLst>
            </p:cNvPr>
            <p:cNvGrpSpPr/>
            <p:nvPr/>
          </p:nvGrpSpPr>
          <p:grpSpPr>
            <a:xfrm flipH="1">
              <a:off x="1130068" y="2976100"/>
              <a:ext cx="543620" cy="934878"/>
              <a:chOff x="-40322" y="2680276"/>
              <a:chExt cx="702434" cy="1301133"/>
            </a:xfrm>
          </p:grpSpPr>
          <p:pic>
            <p:nvPicPr>
              <p:cNvPr id="39" name="Graphique 38" descr="Homme avec un remplissage uni">
                <a:extLst>
                  <a:ext uri="{FF2B5EF4-FFF2-40B4-BE49-F238E27FC236}">
                    <a16:creationId xmlns:a16="http://schemas.microsoft.com/office/drawing/2014/main" id="{532C2E6D-6177-4D13-B553-DA0AE46CB1B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5403" y="3640327"/>
                <a:ext cx="245082" cy="245082"/>
              </a:xfrm>
              <a:prstGeom prst="rect">
                <a:avLst/>
              </a:prstGeom>
            </p:spPr>
          </p:pic>
          <p:pic>
            <p:nvPicPr>
              <p:cNvPr id="40" name="Graphique 39" descr="Homme avec un remplissage uni">
                <a:extLst>
                  <a:ext uri="{FF2B5EF4-FFF2-40B4-BE49-F238E27FC236}">
                    <a16:creationId xmlns:a16="http://schemas.microsoft.com/office/drawing/2014/main" id="{18C8C4F0-489A-4974-8850-8132B6A0AF4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0739" y="3336763"/>
                <a:ext cx="245082" cy="245082"/>
              </a:xfrm>
              <a:prstGeom prst="rect">
                <a:avLst/>
              </a:prstGeom>
            </p:spPr>
          </p:pic>
          <p:pic>
            <p:nvPicPr>
              <p:cNvPr id="41" name="Graphique 40" descr="Homme avec un remplissage uni">
                <a:extLst>
                  <a:ext uri="{FF2B5EF4-FFF2-40B4-BE49-F238E27FC236}">
                    <a16:creationId xmlns:a16="http://schemas.microsoft.com/office/drawing/2014/main" id="{E253F781-9C3B-4507-BF79-E261218CCE0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4860" y="3698809"/>
                <a:ext cx="245082" cy="245082"/>
              </a:xfrm>
              <a:prstGeom prst="rect">
                <a:avLst/>
              </a:prstGeom>
            </p:spPr>
          </p:pic>
          <p:pic>
            <p:nvPicPr>
              <p:cNvPr id="42" name="Graphique 41" descr="Homme avec un remplissage uni">
                <a:extLst>
                  <a:ext uri="{FF2B5EF4-FFF2-40B4-BE49-F238E27FC236}">
                    <a16:creationId xmlns:a16="http://schemas.microsoft.com/office/drawing/2014/main" id="{05EA30C1-6207-4490-A966-BDA01B65F0C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0196" y="3395245"/>
                <a:ext cx="245082" cy="245082"/>
              </a:xfrm>
              <a:prstGeom prst="rect">
                <a:avLst/>
              </a:prstGeom>
            </p:spPr>
          </p:pic>
          <p:pic>
            <p:nvPicPr>
              <p:cNvPr id="43" name="Graphique 42" descr="Homme avec un remplissage uni">
                <a:extLst>
                  <a:ext uri="{FF2B5EF4-FFF2-40B4-BE49-F238E27FC236}">
                    <a16:creationId xmlns:a16="http://schemas.microsoft.com/office/drawing/2014/main" id="{404D1D94-04FB-44F1-A4B1-73D4F4A7FDF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1694" y="2983840"/>
                <a:ext cx="245082" cy="245082"/>
              </a:xfrm>
              <a:prstGeom prst="rect">
                <a:avLst/>
              </a:prstGeom>
            </p:spPr>
          </p:pic>
          <p:pic>
            <p:nvPicPr>
              <p:cNvPr id="44" name="Graphique 43" descr="Homme avec un remplissage uni">
                <a:extLst>
                  <a:ext uri="{FF2B5EF4-FFF2-40B4-BE49-F238E27FC236}">
                    <a16:creationId xmlns:a16="http://schemas.microsoft.com/office/drawing/2014/main" id="{9CD6617A-7F5B-48AD-AF53-7C81B6432CB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7030" y="2680276"/>
                <a:ext cx="245082" cy="245082"/>
              </a:xfrm>
              <a:prstGeom prst="rect">
                <a:avLst/>
              </a:prstGeom>
            </p:spPr>
          </p:pic>
          <p:pic>
            <p:nvPicPr>
              <p:cNvPr id="45" name="Graphique 44" descr="Homme avec un remplissage uni">
                <a:extLst>
                  <a:ext uri="{FF2B5EF4-FFF2-40B4-BE49-F238E27FC236}">
                    <a16:creationId xmlns:a16="http://schemas.microsoft.com/office/drawing/2014/main" id="{3A7E93BD-5B7D-4DE9-B24E-A19465FF5D1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1151" y="3042322"/>
                <a:ext cx="245082" cy="245082"/>
              </a:xfrm>
              <a:prstGeom prst="rect">
                <a:avLst/>
              </a:prstGeom>
            </p:spPr>
          </p:pic>
          <p:pic>
            <p:nvPicPr>
              <p:cNvPr id="46" name="Graphique 45" descr="Homme avec un remplissage uni">
                <a:extLst>
                  <a:ext uri="{FF2B5EF4-FFF2-40B4-BE49-F238E27FC236}">
                    <a16:creationId xmlns:a16="http://schemas.microsoft.com/office/drawing/2014/main" id="{5EEBE241-CF02-4785-A91A-2EA0C59B2A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6487" y="2738758"/>
                <a:ext cx="245082" cy="245082"/>
              </a:xfrm>
              <a:prstGeom prst="rect">
                <a:avLst/>
              </a:prstGeom>
            </p:spPr>
          </p:pic>
          <p:pic>
            <p:nvPicPr>
              <p:cNvPr id="47" name="Graphique 46" descr="Homme avec un remplissage uni">
                <a:extLst>
                  <a:ext uri="{FF2B5EF4-FFF2-40B4-BE49-F238E27FC236}">
                    <a16:creationId xmlns:a16="http://schemas.microsoft.com/office/drawing/2014/main" id="{56726354-9DAD-45BD-8E53-2C3FB10AA11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221" y="3111353"/>
                <a:ext cx="245082" cy="245082"/>
              </a:xfrm>
              <a:prstGeom prst="rect">
                <a:avLst/>
              </a:prstGeom>
            </p:spPr>
          </p:pic>
          <p:pic>
            <p:nvPicPr>
              <p:cNvPr id="48" name="Graphique 47" descr="Homme avec un remplissage uni">
                <a:extLst>
                  <a:ext uri="{FF2B5EF4-FFF2-40B4-BE49-F238E27FC236}">
                    <a16:creationId xmlns:a16="http://schemas.microsoft.com/office/drawing/2014/main" id="{A7E19FEC-940C-40A0-8F59-5A2BDCD0827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5557" y="2807789"/>
                <a:ext cx="245082" cy="245082"/>
              </a:xfrm>
              <a:prstGeom prst="rect">
                <a:avLst/>
              </a:prstGeom>
            </p:spPr>
          </p:pic>
          <p:pic>
            <p:nvPicPr>
              <p:cNvPr id="49" name="Graphique 48" descr="Homme avec un remplissage uni">
                <a:extLst>
                  <a:ext uri="{FF2B5EF4-FFF2-40B4-BE49-F238E27FC236}">
                    <a16:creationId xmlns:a16="http://schemas.microsoft.com/office/drawing/2014/main" id="{3C7C4192-5B4D-4014-A924-46F7AE363CF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322" y="3169835"/>
                <a:ext cx="245082" cy="245082"/>
              </a:xfrm>
              <a:prstGeom prst="rect">
                <a:avLst/>
              </a:prstGeom>
            </p:spPr>
          </p:pic>
          <p:pic>
            <p:nvPicPr>
              <p:cNvPr id="50" name="Graphique 49" descr="Homme avec un remplissage uni">
                <a:extLst>
                  <a:ext uri="{FF2B5EF4-FFF2-40B4-BE49-F238E27FC236}">
                    <a16:creationId xmlns:a16="http://schemas.microsoft.com/office/drawing/2014/main" id="{4DB515E7-7ACE-4D33-B4EE-E9302EE620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986" y="2866271"/>
                <a:ext cx="245082" cy="245082"/>
              </a:xfrm>
              <a:prstGeom prst="rect">
                <a:avLst/>
              </a:prstGeom>
            </p:spPr>
          </p:pic>
          <p:pic>
            <p:nvPicPr>
              <p:cNvPr id="51" name="Graphique 50" descr="Homme avec un remplissage uni">
                <a:extLst>
                  <a:ext uri="{FF2B5EF4-FFF2-40B4-BE49-F238E27FC236}">
                    <a16:creationId xmlns:a16="http://schemas.microsoft.com/office/drawing/2014/main" id="{F6343119-7F55-445C-B2FF-66B886FA66C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887" y="3736327"/>
                <a:ext cx="245082" cy="245082"/>
              </a:xfrm>
              <a:prstGeom prst="rect">
                <a:avLst/>
              </a:prstGeom>
            </p:spPr>
          </p:pic>
          <p:pic>
            <p:nvPicPr>
              <p:cNvPr id="52" name="Graphique 51" descr="Homme avec un remplissage uni">
                <a:extLst>
                  <a:ext uri="{FF2B5EF4-FFF2-40B4-BE49-F238E27FC236}">
                    <a16:creationId xmlns:a16="http://schemas.microsoft.com/office/drawing/2014/main" id="{C3D9DDDD-E11B-4A37-B968-5B1AA0736C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9" y="3432763"/>
                <a:ext cx="245082" cy="245082"/>
              </a:xfrm>
              <a:prstGeom prst="rect">
                <a:avLst/>
              </a:prstGeom>
            </p:spPr>
          </p:pic>
        </p:grpSp>
        <p:grpSp>
          <p:nvGrpSpPr>
            <p:cNvPr id="53" name="Groupe 52">
              <a:extLst>
                <a:ext uri="{FF2B5EF4-FFF2-40B4-BE49-F238E27FC236}">
                  <a16:creationId xmlns:a16="http://schemas.microsoft.com/office/drawing/2014/main" id="{B4210DE1-116B-4A41-A724-8241D36CF38F}"/>
                </a:ext>
              </a:extLst>
            </p:cNvPr>
            <p:cNvGrpSpPr/>
            <p:nvPr/>
          </p:nvGrpSpPr>
          <p:grpSpPr>
            <a:xfrm>
              <a:off x="1120440" y="4433439"/>
              <a:ext cx="573883" cy="776082"/>
              <a:chOff x="1120440" y="4433439"/>
              <a:chExt cx="573883" cy="776082"/>
            </a:xfrm>
          </p:grpSpPr>
          <p:pic>
            <p:nvPicPr>
              <p:cNvPr id="54" name="Graphique 53" descr="Homme avec un remplissage uni">
                <a:extLst>
                  <a:ext uri="{FF2B5EF4-FFF2-40B4-BE49-F238E27FC236}">
                    <a16:creationId xmlns:a16="http://schemas.microsoft.com/office/drawing/2014/main" id="{B4366A74-93FE-403D-99E3-052CBDD0136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71505" y="4812039"/>
                <a:ext cx="245082" cy="245082"/>
              </a:xfrm>
              <a:prstGeom prst="rect">
                <a:avLst/>
              </a:prstGeom>
            </p:spPr>
          </p:pic>
          <p:pic>
            <p:nvPicPr>
              <p:cNvPr id="55" name="Graphique 54" descr="Homme avec un remplissage uni">
                <a:extLst>
                  <a:ext uri="{FF2B5EF4-FFF2-40B4-BE49-F238E27FC236}">
                    <a16:creationId xmlns:a16="http://schemas.microsoft.com/office/drawing/2014/main" id="{65E822B1-D800-4C8D-9017-4434B776B64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96841" y="4508475"/>
                <a:ext cx="245082" cy="245082"/>
              </a:xfrm>
              <a:prstGeom prst="rect">
                <a:avLst/>
              </a:prstGeom>
            </p:spPr>
          </p:pic>
          <p:pic>
            <p:nvPicPr>
              <p:cNvPr id="56" name="Graphique 55" descr="Homme avec un remplissage uni">
                <a:extLst>
                  <a:ext uri="{FF2B5EF4-FFF2-40B4-BE49-F238E27FC236}">
                    <a16:creationId xmlns:a16="http://schemas.microsoft.com/office/drawing/2014/main" id="{A810B2FA-63DA-4364-9546-FEBA5E9AC22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20440" y="4737003"/>
                <a:ext cx="245082" cy="245082"/>
              </a:xfrm>
              <a:prstGeom prst="rect">
                <a:avLst/>
              </a:prstGeom>
            </p:spPr>
          </p:pic>
          <p:pic>
            <p:nvPicPr>
              <p:cNvPr id="57" name="Graphique 56" descr="Homme avec un remplissage uni">
                <a:extLst>
                  <a:ext uri="{FF2B5EF4-FFF2-40B4-BE49-F238E27FC236}">
                    <a16:creationId xmlns:a16="http://schemas.microsoft.com/office/drawing/2014/main" id="{50FEBB27-D7B0-4B3E-BD02-6709B1DBD23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5776" y="4433439"/>
                <a:ext cx="245082" cy="245082"/>
              </a:xfrm>
              <a:prstGeom prst="rect">
                <a:avLst/>
              </a:prstGeom>
            </p:spPr>
          </p:pic>
          <p:pic>
            <p:nvPicPr>
              <p:cNvPr id="58" name="Graphique 57" descr="Homme avec un remplissage uni">
                <a:extLst>
                  <a:ext uri="{FF2B5EF4-FFF2-40B4-BE49-F238E27FC236}">
                    <a16:creationId xmlns:a16="http://schemas.microsoft.com/office/drawing/2014/main" id="{5303F923-5765-4E07-8C55-CDB86E1BC68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23905" y="4964439"/>
                <a:ext cx="245082" cy="245082"/>
              </a:xfrm>
              <a:prstGeom prst="rect">
                <a:avLst/>
              </a:prstGeom>
            </p:spPr>
          </p:pic>
          <p:pic>
            <p:nvPicPr>
              <p:cNvPr id="59" name="Graphique 58" descr="Homme avec un remplissage uni">
                <a:extLst>
                  <a:ext uri="{FF2B5EF4-FFF2-40B4-BE49-F238E27FC236}">
                    <a16:creationId xmlns:a16="http://schemas.microsoft.com/office/drawing/2014/main" id="{263BFF6A-CE76-4218-880A-FEA9FF01977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49241" y="4660875"/>
                <a:ext cx="245082" cy="245082"/>
              </a:xfrm>
              <a:prstGeom prst="rect">
                <a:avLst/>
              </a:prstGeom>
            </p:spPr>
          </p:pic>
        </p:grpSp>
        <p:grpSp>
          <p:nvGrpSpPr>
            <p:cNvPr id="60" name="Groupe 59">
              <a:extLst>
                <a:ext uri="{FF2B5EF4-FFF2-40B4-BE49-F238E27FC236}">
                  <a16:creationId xmlns:a16="http://schemas.microsoft.com/office/drawing/2014/main" id="{177CE31E-566A-4E56-BD99-0AE77B0F1CC8}"/>
                </a:ext>
              </a:extLst>
            </p:cNvPr>
            <p:cNvGrpSpPr/>
            <p:nvPr/>
          </p:nvGrpSpPr>
          <p:grpSpPr>
            <a:xfrm>
              <a:off x="-60802" y="4469484"/>
              <a:ext cx="561178" cy="733206"/>
              <a:chOff x="-60802" y="4469484"/>
              <a:chExt cx="561178" cy="733206"/>
            </a:xfrm>
          </p:grpSpPr>
          <p:pic>
            <p:nvPicPr>
              <p:cNvPr id="61" name="Graphique 60" descr="Homme avec un remplissage uni">
                <a:extLst>
                  <a:ext uri="{FF2B5EF4-FFF2-40B4-BE49-F238E27FC236}">
                    <a16:creationId xmlns:a16="http://schemas.microsoft.com/office/drawing/2014/main" id="{DDE37086-FA00-48ED-80B2-03802C945D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9958" y="4773048"/>
                <a:ext cx="245082" cy="245082"/>
              </a:xfrm>
              <a:prstGeom prst="rect">
                <a:avLst/>
              </a:prstGeom>
            </p:spPr>
          </p:pic>
          <p:pic>
            <p:nvPicPr>
              <p:cNvPr id="62" name="Graphique 61" descr="Homme avec un remplissage uni">
                <a:extLst>
                  <a:ext uri="{FF2B5EF4-FFF2-40B4-BE49-F238E27FC236}">
                    <a16:creationId xmlns:a16="http://schemas.microsoft.com/office/drawing/2014/main" id="{0D4FBE75-3FF4-43C3-8985-9AD9FFAB26C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5294" y="4469484"/>
                <a:ext cx="245082" cy="245082"/>
              </a:xfrm>
              <a:prstGeom prst="rect">
                <a:avLst/>
              </a:prstGeom>
            </p:spPr>
          </p:pic>
          <p:pic>
            <p:nvPicPr>
              <p:cNvPr id="63" name="Graphique 62" descr="Homme avec un remplissage uni">
                <a:extLst>
                  <a:ext uri="{FF2B5EF4-FFF2-40B4-BE49-F238E27FC236}">
                    <a16:creationId xmlns:a16="http://schemas.microsoft.com/office/drawing/2014/main" id="{F358D7DB-50E3-47FA-ADD2-4C559223C74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415" y="4831530"/>
                <a:ext cx="245082" cy="245082"/>
              </a:xfrm>
              <a:prstGeom prst="rect">
                <a:avLst/>
              </a:prstGeom>
            </p:spPr>
          </p:pic>
          <p:pic>
            <p:nvPicPr>
              <p:cNvPr id="64" name="Graphique 63" descr="Homme avec un remplissage uni">
                <a:extLst>
                  <a:ext uri="{FF2B5EF4-FFF2-40B4-BE49-F238E27FC236}">
                    <a16:creationId xmlns:a16="http://schemas.microsoft.com/office/drawing/2014/main" id="{27725E72-D55E-46B2-941D-A4F8893CC28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751" y="4527966"/>
                <a:ext cx="245082" cy="245082"/>
              </a:xfrm>
              <a:prstGeom prst="rect">
                <a:avLst/>
              </a:prstGeom>
            </p:spPr>
          </p:pic>
          <p:pic>
            <p:nvPicPr>
              <p:cNvPr id="65" name="Graphique 64" descr="Homme avec un remplissage uni">
                <a:extLst>
                  <a:ext uri="{FF2B5EF4-FFF2-40B4-BE49-F238E27FC236}">
                    <a16:creationId xmlns:a16="http://schemas.microsoft.com/office/drawing/2014/main" id="{117F04D4-DE82-465E-986B-9DF18FB5CEB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802" y="4957608"/>
                <a:ext cx="245082" cy="245082"/>
              </a:xfrm>
              <a:prstGeom prst="rect">
                <a:avLst/>
              </a:prstGeom>
            </p:spPr>
          </p:pic>
          <p:pic>
            <p:nvPicPr>
              <p:cNvPr id="66" name="Graphique 65" descr="Homme avec un remplissage uni">
                <a:extLst>
                  <a:ext uri="{FF2B5EF4-FFF2-40B4-BE49-F238E27FC236}">
                    <a16:creationId xmlns:a16="http://schemas.microsoft.com/office/drawing/2014/main" id="{BB728761-C408-467F-8EFB-895C6B99BFD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466" y="4654044"/>
                <a:ext cx="245082" cy="245082"/>
              </a:xfrm>
              <a:prstGeom prst="rect">
                <a:avLst/>
              </a:prstGeom>
            </p:spPr>
          </p:pic>
        </p:grpSp>
      </p:grpSp>
      <p:grpSp>
        <p:nvGrpSpPr>
          <p:cNvPr id="68" name="Groupe 67">
            <a:extLst>
              <a:ext uri="{FF2B5EF4-FFF2-40B4-BE49-F238E27FC236}">
                <a16:creationId xmlns:a16="http://schemas.microsoft.com/office/drawing/2014/main" id="{FA9006CC-D2A6-4BC7-82A2-A7FCE0E08666}"/>
              </a:ext>
            </a:extLst>
          </p:cNvPr>
          <p:cNvGrpSpPr/>
          <p:nvPr/>
        </p:nvGrpSpPr>
        <p:grpSpPr>
          <a:xfrm>
            <a:off x="3013084" y="3526981"/>
            <a:ext cx="2812690" cy="1827059"/>
            <a:chOff x="2107917" y="2677914"/>
            <a:chExt cx="6289554" cy="4085550"/>
          </a:xfrm>
        </p:grpSpPr>
        <p:sp>
          <p:nvSpPr>
            <p:cNvPr id="69" name="Espace réservé du contenu 5">
              <a:extLst>
                <a:ext uri="{FF2B5EF4-FFF2-40B4-BE49-F238E27FC236}">
                  <a16:creationId xmlns:a16="http://schemas.microsoft.com/office/drawing/2014/main" id="{DBF8C0B7-DC7B-4DDD-B3E8-1FDA90D520CD}"/>
                </a:ext>
              </a:extLst>
            </p:cNvPr>
            <p:cNvSpPr txBox="1">
              <a:spLocks/>
            </p:cNvSpPr>
            <p:nvPr/>
          </p:nvSpPr>
          <p:spPr>
            <a:xfrm>
              <a:off x="2109642" y="6260981"/>
              <a:ext cx="1831818"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Respond to messages thoroughly</a:t>
              </a:r>
            </a:p>
          </p:txBody>
        </p:sp>
        <p:sp>
          <p:nvSpPr>
            <p:cNvPr id="70" name="Espace réservé du contenu 5">
              <a:extLst>
                <a:ext uri="{FF2B5EF4-FFF2-40B4-BE49-F238E27FC236}">
                  <a16:creationId xmlns:a16="http://schemas.microsoft.com/office/drawing/2014/main" id="{9DD4AFFB-F0B8-4999-B151-61AA5B416626}"/>
                </a:ext>
              </a:extLst>
            </p:cNvPr>
            <p:cNvSpPr txBox="1">
              <a:spLocks/>
            </p:cNvSpPr>
            <p:nvPr/>
          </p:nvSpPr>
          <p:spPr>
            <a:xfrm>
              <a:off x="5740473" y="6309360"/>
              <a:ext cx="1347574"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Careful listening, Empathy</a:t>
              </a:r>
            </a:p>
          </p:txBody>
        </p:sp>
        <p:sp>
          <p:nvSpPr>
            <p:cNvPr id="71" name="Espace réservé du contenu 5">
              <a:extLst>
                <a:ext uri="{FF2B5EF4-FFF2-40B4-BE49-F238E27FC236}">
                  <a16:creationId xmlns:a16="http://schemas.microsoft.com/office/drawing/2014/main" id="{9906818E-0F04-48A6-A54D-E4A710EF0C94}"/>
                </a:ext>
              </a:extLst>
            </p:cNvPr>
            <p:cNvSpPr txBox="1">
              <a:spLocks/>
            </p:cNvSpPr>
            <p:nvPr/>
          </p:nvSpPr>
          <p:spPr>
            <a:xfrm>
              <a:off x="4046811" y="6309360"/>
              <a:ext cx="1583643"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Informal moments with other members</a:t>
              </a:r>
            </a:p>
          </p:txBody>
        </p:sp>
        <p:sp>
          <p:nvSpPr>
            <p:cNvPr id="72" name="Espace réservé du contenu 5">
              <a:extLst>
                <a:ext uri="{FF2B5EF4-FFF2-40B4-BE49-F238E27FC236}">
                  <a16:creationId xmlns:a16="http://schemas.microsoft.com/office/drawing/2014/main" id="{E2C68222-5C3C-47E6-BB3B-F8D87769DDC5}"/>
                </a:ext>
              </a:extLst>
            </p:cNvPr>
            <p:cNvSpPr txBox="1">
              <a:spLocks/>
            </p:cNvSpPr>
            <p:nvPr/>
          </p:nvSpPr>
          <p:spPr>
            <a:xfrm>
              <a:off x="7049897" y="6309360"/>
              <a:ext cx="1347574"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Sustainable effort in relationships</a:t>
              </a:r>
            </a:p>
          </p:txBody>
        </p:sp>
        <p:sp>
          <p:nvSpPr>
            <p:cNvPr id="73" name="Espace réservé du contenu 5">
              <a:extLst>
                <a:ext uri="{FF2B5EF4-FFF2-40B4-BE49-F238E27FC236}">
                  <a16:creationId xmlns:a16="http://schemas.microsoft.com/office/drawing/2014/main" id="{2995F4B5-8D01-49FB-9388-E4CFCA5F0A4C}"/>
                </a:ext>
              </a:extLst>
            </p:cNvPr>
            <p:cNvSpPr txBox="1">
              <a:spLocks/>
            </p:cNvSpPr>
            <p:nvPr/>
          </p:nvSpPr>
          <p:spPr>
            <a:xfrm>
              <a:off x="2107917" y="3372098"/>
              <a:ext cx="1831818"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Mistakes, blunder or worse in responses </a:t>
              </a:r>
            </a:p>
          </p:txBody>
        </p:sp>
        <p:sp>
          <p:nvSpPr>
            <p:cNvPr id="74" name="Espace réservé du contenu 5">
              <a:extLst>
                <a:ext uri="{FF2B5EF4-FFF2-40B4-BE49-F238E27FC236}">
                  <a16:creationId xmlns:a16="http://schemas.microsoft.com/office/drawing/2014/main" id="{E48FD596-D202-4179-8F00-1A884A54F4BC}"/>
                </a:ext>
              </a:extLst>
            </p:cNvPr>
            <p:cNvSpPr txBox="1">
              <a:spLocks/>
            </p:cNvSpPr>
            <p:nvPr/>
          </p:nvSpPr>
          <p:spPr>
            <a:xfrm>
              <a:off x="5856124" y="3371126"/>
              <a:ext cx="1101293" cy="68734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Inability to empathize</a:t>
              </a:r>
            </a:p>
          </p:txBody>
        </p:sp>
        <p:sp>
          <p:nvSpPr>
            <p:cNvPr id="75" name="Espace réservé du contenu 5">
              <a:extLst>
                <a:ext uri="{FF2B5EF4-FFF2-40B4-BE49-F238E27FC236}">
                  <a16:creationId xmlns:a16="http://schemas.microsoft.com/office/drawing/2014/main" id="{3ED250D6-6479-4703-9E77-E9786604E9B4}"/>
                </a:ext>
              </a:extLst>
            </p:cNvPr>
            <p:cNvSpPr txBox="1">
              <a:spLocks/>
            </p:cNvSpPr>
            <p:nvPr/>
          </p:nvSpPr>
          <p:spPr>
            <a:xfrm>
              <a:off x="4076055" y="3354392"/>
              <a:ext cx="1469205"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Only formal moments </a:t>
              </a:r>
            </a:p>
          </p:txBody>
        </p:sp>
        <p:sp>
          <p:nvSpPr>
            <p:cNvPr id="76" name="Espace réservé du contenu 5">
              <a:extLst>
                <a:ext uri="{FF2B5EF4-FFF2-40B4-BE49-F238E27FC236}">
                  <a16:creationId xmlns:a16="http://schemas.microsoft.com/office/drawing/2014/main" id="{78DBFEEB-99F1-4E8C-BA92-A5D030B20B74}"/>
                </a:ext>
              </a:extLst>
            </p:cNvPr>
            <p:cNvSpPr txBox="1">
              <a:spLocks/>
            </p:cNvSpPr>
            <p:nvPr/>
          </p:nvSpPr>
          <p:spPr>
            <a:xfrm>
              <a:off x="7174317" y="3354392"/>
              <a:ext cx="1101293"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Link Fatigue</a:t>
              </a:r>
            </a:p>
          </p:txBody>
        </p:sp>
        <p:sp>
          <p:nvSpPr>
            <p:cNvPr id="77" name="Espace réservé du contenu 5">
              <a:extLst>
                <a:ext uri="{FF2B5EF4-FFF2-40B4-BE49-F238E27FC236}">
                  <a16:creationId xmlns:a16="http://schemas.microsoft.com/office/drawing/2014/main" id="{8FC9621A-40E9-4141-8163-DDA3C6878C6C}"/>
                </a:ext>
              </a:extLst>
            </p:cNvPr>
            <p:cNvSpPr txBox="1">
              <a:spLocks/>
            </p:cNvSpPr>
            <p:nvPr/>
          </p:nvSpPr>
          <p:spPr>
            <a:xfrm>
              <a:off x="2215181" y="4646422"/>
              <a:ext cx="1501433" cy="622622"/>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Shorter, less content-rich, less personal responses</a:t>
              </a:r>
            </a:p>
          </p:txBody>
        </p:sp>
        <p:sp>
          <p:nvSpPr>
            <p:cNvPr id="78" name="Espace réservé du contenu 5">
              <a:extLst>
                <a:ext uri="{FF2B5EF4-FFF2-40B4-BE49-F238E27FC236}">
                  <a16:creationId xmlns:a16="http://schemas.microsoft.com/office/drawing/2014/main" id="{357E2707-3CF4-4A59-AAF4-84A1475910B9}"/>
                </a:ext>
              </a:extLst>
            </p:cNvPr>
            <p:cNvSpPr txBox="1">
              <a:spLocks/>
            </p:cNvSpPr>
            <p:nvPr/>
          </p:nvSpPr>
          <p:spPr>
            <a:xfrm>
              <a:off x="3939841" y="4623019"/>
              <a:ext cx="1681530" cy="669428"/>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Informal moments with shortlist of closest members only</a:t>
              </a:r>
            </a:p>
          </p:txBody>
        </p:sp>
        <p:sp>
          <p:nvSpPr>
            <p:cNvPr id="79" name="Espace réservé du contenu 5">
              <a:extLst>
                <a:ext uri="{FF2B5EF4-FFF2-40B4-BE49-F238E27FC236}">
                  <a16:creationId xmlns:a16="http://schemas.microsoft.com/office/drawing/2014/main" id="{3E157698-F596-44E1-AABB-CC6E6D6CC22B}"/>
                </a:ext>
              </a:extLst>
            </p:cNvPr>
            <p:cNvSpPr txBox="1">
              <a:spLocks/>
            </p:cNvSpPr>
            <p:nvPr/>
          </p:nvSpPr>
          <p:spPr>
            <a:xfrm>
              <a:off x="5677072" y="4640525"/>
              <a:ext cx="1346977" cy="669428"/>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Loss of Empathy and loss of quality of listening</a:t>
              </a:r>
            </a:p>
          </p:txBody>
        </p:sp>
        <p:sp>
          <p:nvSpPr>
            <p:cNvPr id="80" name="Espace réservé du contenu 5">
              <a:extLst>
                <a:ext uri="{FF2B5EF4-FFF2-40B4-BE49-F238E27FC236}">
                  <a16:creationId xmlns:a16="http://schemas.microsoft.com/office/drawing/2014/main" id="{3A79BE5C-AD1F-4B28-9FB0-33278B034A1D}"/>
                </a:ext>
              </a:extLst>
            </p:cNvPr>
            <p:cNvSpPr txBox="1">
              <a:spLocks/>
            </p:cNvSpPr>
            <p:nvPr/>
          </p:nvSpPr>
          <p:spPr>
            <a:xfrm>
              <a:off x="7038372" y="4636449"/>
              <a:ext cx="1347574" cy="681581"/>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Efforts, but not sustainable on the long run</a:t>
              </a:r>
            </a:p>
          </p:txBody>
        </p:sp>
        <p:pic>
          <p:nvPicPr>
            <p:cNvPr id="81" name="Graphique 80" descr="Cœur brisé avec un remplissage uni">
              <a:extLst>
                <a:ext uri="{FF2B5EF4-FFF2-40B4-BE49-F238E27FC236}">
                  <a16:creationId xmlns:a16="http://schemas.microsoft.com/office/drawing/2014/main" id="{A50AADCB-97DE-4D2B-9B50-5825417C5AF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94259" y="2677914"/>
              <a:ext cx="658849" cy="658849"/>
            </a:xfrm>
            <a:prstGeom prst="rect">
              <a:avLst/>
            </a:prstGeom>
          </p:spPr>
        </p:pic>
        <p:pic>
          <p:nvPicPr>
            <p:cNvPr id="82" name="Graphique 81" descr="Robot avec un remplissage uni">
              <a:extLst>
                <a:ext uri="{FF2B5EF4-FFF2-40B4-BE49-F238E27FC236}">
                  <a16:creationId xmlns:a16="http://schemas.microsoft.com/office/drawing/2014/main" id="{DE6D1F17-0C72-4E2D-B282-5C77BDC75B0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073024" y="2724399"/>
              <a:ext cx="671230" cy="671230"/>
            </a:xfrm>
            <a:prstGeom prst="rect">
              <a:avLst/>
            </a:prstGeom>
          </p:spPr>
        </p:pic>
        <p:pic>
          <p:nvPicPr>
            <p:cNvPr id="83" name="Graphique 82" descr="Fermer avec un remplissage uni">
              <a:extLst>
                <a:ext uri="{FF2B5EF4-FFF2-40B4-BE49-F238E27FC236}">
                  <a16:creationId xmlns:a16="http://schemas.microsoft.com/office/drawing/2014/main" id="{2D4883B0-55E8-4BCD-8936-A361F9EA6F0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22102" y="2815419"/>
              <a:ext cx="521344" cy="521344"/>
            </a:xfrm>
            <a:prstGeom prst="rect">
              <a:avLst/>
            </a:prstGeom>
          </p:spPr>
        </p:pic>
        <p:pic>
          <p:nvPicPr>
            <p:cNvPr id="84" name="Graphique 83" descr="Presse-papiers vérifié avec un remplissage uni">
              <a:extLst>
                <a:ext uri="{FF2B5EF4-FFF2-40B4-BE49-F238E27FC236}">
                  <a16:creationId xmlns:a16="http://schemas.microsoft.com/office/drawing/2014/main" id="{C11E443C-3778-4E69-9E0F-CC5D59FB40D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532080" y="2769771"/>
              <a:ext cx="584621" cy="584621"/>
            </a:xfrm>
            <a:prstGeom prst="rect">
              <a:avLst/>
            </a:prstGeom>
          </p:spPr>
        </p:pic>
        <p:grpSp>
          <p:nvGrpSpPr>
            <p:cNvPr id="85" name="Groupe 84">
              <a:extLst>
                <a:ext uri="{FF2B5EF4-FFF2-40B4-BE49-F238E27FC236}">
                  <a16:creationId xmlns:a16="http://schemas.microsoft.com/office/drawing/2014/main" id="{114189F9-36D3-4F5B-9E47-18932E37E7A3}"/>
                </a:ext>
              </a:extLst>
            </p:cNvPr>
            <p:cNvGrpSpPr/>
            <p:nvPr/>
          </p:nvGrpSpPr>
          <p:grpSpPr>
            <a:xfrm>
              <a:off x="4330208" y="5776163"/>
              <a:ext cx="973014" cy="519660"/>
              <a:chOff x="4294183" y="5776163"/>
              <a:chExt cx="973014" cy="519660"/>
            </a:xfrm>
          </p:grpSpPr>
          <p:pic>
            <p:nvPicPr>
              <p:cNvPr id="93" name="Graphique 92" descr="Café avec un remplissage uni">
                <a:extLst>
                  <a:ext uri="{FF2B5EF4-FFF2-40B4-BE49-F238E27FC236}">
                    <a16:creationId xmlns:a16="http://schemas.microsoft.com/office/drawing/2014/main" id="{7FA63C33-A930-4522-AA39-AE4AEB8E3FB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747537" y="5776163"/>
                <a:ext cx="519660" cy="519660"/>
              </a:xfrm>
              <a:prstGeom prst="rect">
                <a:avLst/>
              </a:prstGeom>
            </p:spPr>
          </p:pic>
          <p:pic>
            <p:nvPicPr>
              <p:cNvPr id="94" name="Graphique 93" descr="Café avec un remplissage uni">
                <a:extLst>
                  <a:ext uri="{FF2B5EF4-FFF2-40B4-BE49-F238E27FC236}">
                    <a16:creationId xmlns:a16="http://schemas.microsoft.com/office/drawing/2014/main" id="{4486F40B-0842-4C18-AB8C-0D31AD099E0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flipH="1">
                <a:off x="4294183" y="5776163"/>
                <a:ext cx="519661" cy="519660"/>
              </a:xfrm>
              <a:prstGeom prst="rect">
                <a:avLst/>
              </a:prstGeom>
            </p:spPr>
          </p:pic>
        </p:grpSp>
        <p:pic>
          <p:nvPicPr>
            <p:cNvPr id="86" name="Graphique 85" descr="Faire défiler contour">
              <a:extLst>
                <a:ext uri="{FF2B5EF4-FFF2-40B4-BE49-F238E27FC236}">
                  <a16:creationId xmlns:a16="http://schemas.microsoft.com/office/drawing/2014/main" id="{5D2195F7-CDB6-4D86-893B-2EEE5A3A65DD}"/>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87358" y="5704992"/>
              <a:ext cx="590831" cy="590831"/>
            </a:xfrm>
            <a:prstGeom prst="rect">
              <a:avLst/>
            </a:prstGeom>
          </p:spPr>
        </p:pic>
        <p:pic>
          <p:nvPicPr>
            <p:cNvPr id="87" name="Graphique 86" descr="Cœur étincelant avec un remplissage uni">
              <a:extLst>
                <a:ext uri="{FF2B5EF4-FFF2-40B4-BE49-F238E27FC236}">
                  <a16:creationId xmlns:a16="http://schemas.microsoft.com/office/drawing/2014/main" id="{8B3792FC-850A-468F-B9EF-A08DA534A0A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109341" y="5776163"/>
              <a:ext cx="590831" cy="590831"/>
            </a:xfrm>
            <a:prstGeom prst="rect">
              <a:avLst/>
            </a:prstGeom>
          </p:spPr>
        </p:pic>
        <p:pic>
          <p:nvPicPr>
            <p:cNvPr id="88" name="Graphique 87" descr="Masque de baignade avec un remplissage uni">
              <a:extLst>
                <a:ext uri="{FF2B5EF4-FFF2-40B4-BE49-F238E27FC236}">
                  <a16:creationId xmlns:a16="http://schemas.microsoft.com/office/drawing/2014/main" id="{A2055D65-A3FC-4834-A33B-F9364BAA1D7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457471" y="4073405"/>
              <a:ext cx="509376" cy="509376"/>
            </a:xfrm>
            <a:prstGeom prst="rect">
              <a:avLst/>
            </a:prstGeom>
          </p:spPr>
        </p:pic>
        <p:pic>
          <p:nvPicPr>
            <p:cNvPr id="89" name="Graphique 88" descr="Tasse de latte avec un remplissage uni">
              <a:extLst>
                <a:ext uri="{FF2B5EF4-FFF2-40B4-BE49-F238E27FC236}">
                  <a16:creationId xmlns:a16="http://schemas.microsoft.com/office/drawing/2014/main" id="{EF8EFADC-B74E-4541-951A-6D0C7410F82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435648" y="4067575"/>
              <a:ext cx="622622" cy="622622"/>
            </a:xfrm>
            <a:prstGeom prst="rect">
              <a:avLst/>
            </a:prstGeom>
          </p:spPr>
        </p:pic>
        <p:pic>
          <p:nvPicPr>
            <p:cNvPr id="90" name="Graphique 89" descr="Envoyer avec un remplissage uni">
              <a:extLst>
                <a:ext uri="{FF2B5EF4-FFF2-40B4-BE49-F238E27FC236}">
                  <a16:creationId xmlns:a16="http://schemas.microsoft.com/office/drawing/2014/main" id="{429F49C6-0DA3-4DD9-A8B3-06536F4BD9EE}"/>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2667659" y="4111805"/>
              <a:ext cx="539637" cy="539637"/>
            </a:xfrm>
            <a:prstGeom prst="rect">
              <a:avLst/>
            </a:prstGeom>
          </p:spPr>
        </p:pic>
        <p:pic>
          <p:nvPicPr>
            <p:cNvPr id="91" name="Graphique 90" descr="Visage d'extraterrestre avec un remplissage uni">
              <a:extLst>
                <a:ext uri="{FF2B5EF4-FFF2-40B4-BE49-F238E27FC236}">
                  <a16:creationId xmlns:a16="http://schemas.microsoft.com/office/drawing/2014/main" id="{81714495-6DB0-4F7C-A02C-22FFC7697047}"/>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014946" y="4043336"/>
              <a:ext cx="671230" cy="671230"/>
            </a:xfrm>
            <a:prstGeom prst="rect">
              <a:avLst/>
            </a:prstGeom>
          </p:spPr>
        </p:pic>
        <p:pic>
          <p:nvPicPr>
            <p:cNvPr id="92" name="Graphique 91" descr="Lien avec un remplissage uni">
              <a:extLst>
                <a:ext uri="{FF2B5EF4-FFF2-40B4-BE49-F238E27FC236}">
                  <a16:creationId xmlns:a16="http://schemas.microsoft.com/office/drawing/2014/main" id="{5BA34EA5-F42F-474F-9B67-47F22EFFD0F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422337" y="5776163"/>
              <a:ext cx="590832" cy="590832"/>
            </a:xfrm>
            <a:prstGeom prst="rect">
              <a:avLst/>
            </a:prstGeom>
          </p:spPr>
        </p:pic>
      </p:grpSp>
    </p:spTree>
    <p:extLst>
      <p:ext uri="{BB962C8B-B14F-4D97-AF65-F5344CB8AC3E}">
        <p14:creationId xmlns:p14="http://schemas.microsoft.com/office/powerpoint/2010/main" val="3561692369"/>
      </p:ext>
    </p:extLst>
  </p:cSld>
  <p:clrMapOvr>
    <a:masterClrMapping/>
  </p:clrMapOvr>
  <mc:AlternateContent xmlns:mc="http://schemas.openxmlformats.org/markup-compatibility/2006" xmlns:p14="http://schemas.microsoft.com/office/powerpoint/2010/main">
    <mc:Choice Requires="p14">
      <p:transition spd="slow" p14:dur="2000" advTm="23928"/>
    </mc:Choice>
    <mc:Fallback xmlns="">
      <p:transition spd="slow" advTm="23928"/>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Story</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FF078563-9E9A-44E0-AB98-7D97CB1E8E1B}"/>
              </a:ext>
            </a:extLst>
          </p:cNvPr>
          <p:cNvSpPr/>
          <p:nvPr/>
        </p:nvSpPr>
        <p:spPr>
          <a:xfrm>
            <a:off x="2050743" y="2610035"/>
            <a:ext cx="6010182" cy="1095190"/>
          </a:xfrm>
          <a:prstGeom prst="wedgeEllipseCallout">
            <a:avLst>
              <a:gd name="adj1" fmla="val 38508"/>
              <a:gd name="adj2" fmla="val 107097"/>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r>
              <a:rPr lang="en-US" dirty="0">
                <a:solidFill>
                  <a:schemeClr val="tx1"/>
                </a:solidFill>
              </a:rPr>
              <a:t>It is simple, togetherness goes up at every yearly celebration and goes down in between !</a:t>
            </a:r>
          </a:p>
          <a:p>
            <a:pPr algn="ctr"/>
            <a:endParaRPr lang="en-US" dirty="0">
              <a:solidFill>
                <a:schemeClr val="tx1"/>
              </a:solidFill>
            </a:endParaRPr>
          </a:p>
        </p:txBody>
      </p:sp>
      <p:pic>
        <p:nvPicPr>
          <p:cNvPr id="3" name="Graphique 2" descr="Danser avec un remplissage uni">
            <a:extLst>
              <a:ext uri="{FF2B5EF4-FFF2-40B4-BE49-F238E27FC236}">
                <a16:creationId xmlns:a16="http://schemas.microsoft.com/office/drawing/2014/main" id="{573F2E99-F43F-47FF-B652-9C24541EAC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8975" y="3705225"/>
            <a:ext cx="2447925" cy="2447925"/>
          </a:xfrm>
          <a:prstGeom prst="rect">
            <a:avLst/>
          </a:prstGeom>
        </p:spPr>
      </p:pic>
      <p:pic>
        <p:nvPicPr>
          <p:cNvPr id="8" name="Graphique 7" descr="Chapeau de fête avec un remplissage uni">
            <a:extLst>
              <a:ext uri="{FF2B5EF4-FFF2-40B4-BE49-F238E27FC236}">
                <a16:creationId xmlns:a16="http://schemas.microsoft.com/office/drawing/2014/main" id="{218C6E14-66FA-45A3-AC80-201DE5E829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39050" y="3913436"/>
            <a:ext cx="459975" cy="459975"/>
          </a:xfrm>
          <a:prstGeom prst="rect">
            <a:avLst/>
          </a:prstGeom>
        </p:spPr>
      </p:pic>
    </p:spTree>
    <p:extLst>
      <p:ext uri="{BB962C8B-B14F-4D97-AF65-F5344CB8AC3E}">
        <p14:creationId xmlns:p14="http://schemas.microsoft.com/office/powerpoint/2010/main" val="2419902817"/>
      </p:ext>
    </p:extLst>
  </p:cSld>
  <p:clrMapOvr>
    <a:masterClrMapping/>
  </p:clrMapOvr>
  <mc:AlternateContent xmlns:mc="http://schemas.openxmlformats.org/markup-compatibility/2006" xmlns:p14="http://schemas.microsoft.com/office/powerpoint/2010/main">
    <mc:Choice Requires="p14">
      <p:transition spd="slow" p14:dur="2000" advTm="17874"/>
    </mc:Choice>
    <mc:Fallback xmlns="">
      <p:transition spd="slow" advTm="17874"/>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P19</a:t>
            </a:r>
            <a:br>
              <a:rPr lang="en-US" dirty="0"/>
            </a:br>
            <a:r>
              <a:rPr lang="en-US" dirty="0"/>
              <a:t>Identify link dynamics</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1040875" y="2062623"/>
            <a:ext cx="5866537" cy="4166727"/>
          </a:xfrm>
        </p:spPr>
        <p:txBody>
          <a:bodyPr>
            <a:noAutofit/>
          </a:bodyPr>
          <a:lstStyle/>
          <a:p>
            <a:pPr marL="0" indent="0">
              <a:buNone/>
            </a:pPr>
            <a:r>
              <a:rPr lang="en-US" sz="1400" dirty="0"/>
              <a:t>Links in your Community depends on many factors, not only Community Boosters targets. Link building strategies must include various forces that influence the link dynamics, among which : </a:t>
            </a:r>
          </a:p>
          <a:p>
            <a:pPr marL="0" indent="0">
              <a:lnSpc>
                <a:spcPct val="170000"/>
              </a:lnSpc>
              <a:buNone/>
            </a:pPr>
            <a:r>
              <a:rPr lang="en-US" sz="1400" dirty="0"/>
              <a:t>External recurring events : National Holidays, Festivals</a:t>
            </a:r>
          </a:p>
          <a:p>
            <a:pPr marL="0" indent="0">
              <a:lnSpc>
                <a:spcPct val="170000"/>
              </a:lnSpc>
              <a:buNone/>
            </a:pPr>
            <a:r>
              <a:rPr lang="en-US" sz="1400" dirty="0"/>
              <a:t>Internal recurring events : Community Birthday, Community ritual</a:t>
            </a:r>
          </a:p>
          <a:p>
            <a:pPr marL="0" indent="0">
              <a:lnSpc>
                <a:spcPct val="170000"/>
              </a:lnSpc>
              <a:buNone/>
            </a:pPr>
            <a:r>
              <a:rPr lang="en-US" sz="1400" dirty="0"/>
              <a:t>External spot (happening once) events : Competition, call for help, people leaving and entering the corporation …</a:t>
            </a:r>
          </a:p>
          <a:p>
            <a:pPr marL="0" indent="0">
              <a:lnSpc>
                <a:spcPct val="170000"/>
              </a:lnSpc>
              <a:buNone/>
            </a:pPr>
            <a:r>
              <a:rPr lang="en-US" sz="1400" dirty="0"/>
              <a:t>Internal spot (happening once) events : Celebrations, Conflicts, …</a:t>
            </a:r>
          </a:p>
          <a:p>
            <a:pPr marL="0" indent="0">
              <a:lnSpc>
                <a:spcPct val="170000"/>
              </a:lnSpc>
              <a:buNone/>
            </a:pPr>
            <a:r>
              <a:rPr lang="en-US" sz="1400" dirty="0"/>
              <a:t>Link culture : average tendency to link to other members, acceptance of link among peers </a:t>
            </a:r>
          </a:p>
          <a:p>
            <a:pPr marL="0" indent="0">
              <a:lnSpc>
                <a:spcPct val="170000"/>
              </a:lnSpc>
              <a:buNone/>
            </a:pPr>
            <a:r>
              <a:rPr lang="en-US" sz="1400" dirty="0"/>
              <a:t>Key members activities : Parties, clubs, …</a:t>
            </a:r>
          </a:p>
        </p:txBody>
      </p:sp>
      <p:pic>
        <p:nvPicPr>
          <p:cNvPr id="3" name="Graphique 2" descr="Arbre de Noël avec un remplissage uni">
            <a:extLst>
              <a:ext uri="{FF2B5EF4-FFF2-40B4-BE49-F238E27FC236}">
                <a16:creationId xmlns:a16="http://schemas.microsoft.com/office/drawing/2014/main" id="{C4699AAB-FEC0-4A46-AC9A-CB380B06AA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174" y="2878562"/>
            <a:ext cx="457200" cy="457200"/>
          </a:xfrm>
          <a:prstGeom prst="rect">
            <a:avLst/>
          </a:prstGeom>
        </p:spPr>
      </p:pic>
      <p:pic>
        <p:nvPicPr>
          <p:cNvPr id="7" name="Graphique 6" descr="Calendrier mensuel avec un remplissage uni">
            <a:extLst>
              <a:ext uri="{FF2B5EF4-FFF2-40B4-BE49-F238E27FC236}">
                <a16:creationId xmlns:a16="http://schemas.microsoft.com/office/drawing/2014/main" id="{955E09A9-8048-4767-8937-F5AD9770C28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9601" y="3512900"/>
            <a:ext cx="339055" cy="339055"/>
          </a:xfrm>
          <a:prstGeom prst="rect">
            <a:avLst/>
          </a:prstGeom>
        </p:spPr>
      </p:pic>
      <p:pic>
        <p:nvPicPr>
          <p:cNvPr id="9" name="Graphique 8" descr="Explosion avec un remplissage uni">
            <a:extLst>
              <a:ext uri="{FF2B5EF4-FFF2-40B4-BE49-F238E27FC236}">
                <a16:creationId xmlns:a16="http://schemas.microsoft.com/office/drawing/2014/main" id="{CB6E94D8-BA37-42AF-8ADA-98D47581EA6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247" y="3901332"/>
            <a:ext cx="339056" cy="339056"/>
          </a:xfrm>
          <a:prstGeom prst="rect">
            <a:avLst/>
          </a:prstGeom>
        </p:spPr>
      </p:pic>
      <p:pic>
        <p:nvPicPr>
          <p:cNvPr id="13" name="Graphique 12" descr="Micro de radio avec un remplissage uni">
            <a:extLst>
              <a:ext uri="{FF2B5EF4-FFF2-40B4-BE49-F238E27FC236}">
                <a16:creationId xmlns:a16="http://schemas.microsoft.com/office/drawing/2014/main" id="{5EF7747A-C280-47C4-93CF-516BB1DDE05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2492" y="4830721"/>
            <a:ext cx="287672" cy="287672"/>
          </a:xfrm>
          <a:prstGeom prst="rect">
            <a:avLst/>
          </a:prstGeom>
        </p:spPr>
      </p:pic>
      <p:sp>
        <p:nvSpPr>
          <p:cNvPr id="14" name="Espace réservé du contenu 5">
            <a:extLst>
              <a:ext uri="{FF2B5EF4-FFF2-40B4-BE49-F238E27FC236}">
                <a16:creationId xmlns:a16="http://schemas.microsoft.com/office/drawing/2014/main" id="{438862B7-56CA-416A-9CEB-5ADFD9E0166D}"/>
              </a:ext>
            </a:extLst>
          </p:cNvPr>
          <p:cNvSpPr txBox="1">
            <a:spLocks/>
          </p:cNvSpPr>
          <p:nvPr/>
        </p:nvSpPr>
        <p:spPr>
          <a:xfrm>
            <a:off x="7953375" y="2443623"/>
            <a:ext cx="3600451" cy="36941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Challenge of Community Boosters is to consider these internal and external forces when deciding the next course of action and designing next events.</a:t>
            </a:r>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dirty="0"/>
              <a:t>It is up the Corporate Community Boosters to identify opportunities for link building and threats of link collapsing.</a:t>
            </a:r>
          </a:p>
        </p:txBody>
      </p:sp>
      <p:pic>
        <p:nvPicPr>
          <p:cNvPr id="16" name="Graphique 15" descr="Souriant avec un visage et des cœurs avec remplissage uni avec un remplissage uni">
            <a:extLst>
              <a:ext uri="{FF2B5EF4-FFF2-40B4-BE49-F238E27FC236}">
                <a16:creationId xmlns:a16="http://schemas.microsoft.com/office/drawing/2014/main" id="{1BF420DE-8DBA-43E9-ABD9-33FA771BA9A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22938" y="5415785"/>
            <a:ext cx="287673" cy="287673"/>
          </a:xfrm>
          <a:prstGeom prst="rect">
            <a:avLst/>
          </a:prstGeom>
        </p:spPr>
      </p:pic>
      <p:pic>
        <p:nvPicPr>
          <p:cNvPr id="18" name="Graphique 17" descr="Guitare avec un remplissage uni">
            <a:extLst>
              <a:ext uri="{FF2B5EF4-FFF2-40B4-BE49-F238E27FC236}">
                <a16:creationId xmlns:a16="http://schemas.microsoft.com/office/drawing/2014/main" id="{94B81816-6062-43D1-9307-84A9DD4FF8E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7247" y="6109196"/>
            <a:ext cx="339057" cy="339057"/>
          </a:xfrm>
          <a:prstGeom prst="rect">
            <a:avLst/>
          </a:prstGeom>
        </p:spPr>
      </p:pic>
    </p:spTree>
    <p:extLst>
      <p:ext uri="{BB962C8B-B14F-4D97-AF65-F5344CB8AC3E}">
        <p14:creationId xmlns:p14="http://schemas.microsoft.com/office/powerpoint/2010/main" val="878993556"/>
      </p:ext>
    </p:extLst>
  </p:cSld>
  <p:clrMapOvr>
    <a:masterClrMapping/>
  </p:clrMapOvr>
  <mc:AlternateContent xmlns:mc="http://schemas.openxmlformats.org/markup-compatibility/2006" xmlns:p14="http://schemas.microsoft.com/office/powerpoint/2010/main">
    <mc:Choice Requires="p14">
      <p:transition spd="slow" p14:dur="2000" advTm="123316"/>
    </mc:Choice>
    <mc:Fallback xmlns="">
      <p:transition spd="slow" advTm="123316"/>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sz="2000" noProof="1"/>
              <a:t>On top of your strategy and Community Boosting actions, what factors influenced the Links in your Community ?</a:t>
            </a:r>
          </a:p>
          <a:p>
            <a:pPr marL="0" indent="0">
              <a:buNone/>
            </a:pPr>
            <a:endParaRPr lang="en-US" sz="2000" noProof="1"/>
          </a:p>
          <a:p>
            <a:pPr marL="0" indent="0">
              <a:buNone/>
            </a:pPr>
            <a:r>
              <a:rPr lang="en-US" sz="2000" noProof="1"/>
              <a:t>How did you adjust your strategy to these factors ?</a:t>
            </a:r>
          </a:p>
        </p:txBody>
      </p:sp>
      <p:pic>
        <p:nvPicPr>
          <p:cNvPr id="6" name="Graphique 5" descr="Arbre de Noël avec un remplissage uni">
            <a:extLst>
              <a:ext uri="{FF2B5EF4-FFF2-40B4-BE49-F238E27FC236}">
                <a16:creationId xmlns:a16="http://schemas.microsoft.com/office/drawing/2014/main" id="{3A690DA0-A136-43AE-8288-75234B0F76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0232" y="2735335"/>
            <a:ext cx="457200" cy="457200"/>
          </a:xfrm>
          <a:prstGeom prst="rect">
            <a:avLst/>
          </a:prstGeom>
        </p:spPr>
      </p:pic>
      <p:pic>
        <p:nvPicPr>
          <p:cNvPr id="7" name="Graphique 6" descr="Calendrier mensuel avec un remplissage uni">
            <a:extLst>
              <a:ext uri="{FF2B5EF4-FFF2-40B4-BE49-F238E27FC236}">
                <a16:creationId xmlns:a16="http://schemas.microsoft.com/office/drawing/2014/main" id="{91C94D9A-D915-4E48-85FE-02A2E5A78D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2377" y="3257685"/>
            <a:ext cx="339055" cy="339055"/>
          </a:xfrm>
          <a:prstGeom prst="rect">
            <a:avLst/>
          </a:prstGeom>
        </p:spPr>
      </p:pic>
      <p:pic>
        <p:nvPicPr>
          <p:cNvPr id="8" name="Graphique 7" descr="Explosion avec un remplissage uni">
            <a:extLst>
              <a:ext uri="{FF2B5EF4-FFF2-40B4-BE49-F238E27FC236}">
                <a16:creationId xmlns:a16="http://schemas.microsoft.com/office/drawing/2014/main" id="{6646116B-7A70-4421-BFCC-61358F0530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02376" y="3584585"/>
            <a:ext cx="339056" cy="339056"/>
          </a:xfrm>
          <a:prstGeom prst="rect">
            <a:avLst/>
          </a:prstGeom>
        </p:spPr>
      </p:pic>
      <p:pic>
        <p:nvPicPr>
          <p:cNvPr id="9" name="Graphique 8" descr="Micro de radio avec un remplissage uni">
            <a:extLst>
              <a:ext uri="{FF2B5EF4-FFF2-40B4-BE49-F238E27FC236}">
                <a16:creationId xmlns:a16="http://schemas.microsoft.com/office/drawing/2014/main" id="{C1A94B91-FAAF-488E-B144-E71447247E0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02376" y="4067590"/>
            <a:ext cx="287672" cy="287672"/>
          </a:xfrm>
          <a:prstGeom prst="rect">
            <a:avLst/>
          </a:prstGeom>
        </p:spPr>
      </p:pic>
      <p:pic>
        <p:nvPicPr>
          <p:cNvPr id="10" name="Graphique 9" descr="Souriant avec un visage et des cœurs avec remplissage uni avec un remplissage uni">
            <a:extLst>
              <a:ext uri="{FF2B5EF4-FFF2-40B4-BE49-F238E27FC236}">
                <a16:creationId xmlns:a16="http://schemas.microsoft.com/office/drawing/2014/main" id="{81429448-0217-4D78-A40B-1670A83A12E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14996" y="4386560"/>
            <a:ext cx="287673" cy="287673"/>
          </a:xfrm>
          <a:prstGeom prst="rect">
            <a:avLst/>
          </a:prstGeom>
        </p:spPr>
      </p:pic>
      <p:pic>
        <p:nvPicPr>
          <p:cNvPr id="11" name="Graphique 10" descr="Guitare avec un remplissage uni">
            <a:extLst>
              <a:ext uri="{FF2B5EF4-FFF2-40B4-BE49-F238E27FC236}">
                <a16:creationId xmlns:a16="http://schemas.microsoft.com/office/drawing/2014/main" id="{D15522A9-2B43-4087-A61F-FFE0F162833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02375" y="4662581"/>
            <a:ext cx="339057" cy="339057"/>
          </a:xfrm>
          <a:prstGeom prst="rect">
            <a:avLst/>
          </a:prstGeom>
        </p:spPr>
      </p:pic>
      <p:sp>
        <p:nvSpPr>
          <p:cNvPr id="12" name="ZoneTexte 11">
            <a:extLst>
              <a:ext uri="{FF2B5EF4-FFF2-40B4-BE49-F238E27FC236}">
                <a16:creationId xmlns:a16="http://schemas.microsoft.com/office/drawing/2014/main" id="{8118E6C5-23C3-431E-896A-66E8C38AB2F0}"/>
              </a:ext>
            </a:extLst>
          </p:cNvPr>
          <p:cNvSpPr txBox="1"/>
          <p:nvPr/>
        </p:nvSpPr>
        <p:spPr>
          <a:xfrm>
            <a:off x="2151441" y="2788527"/>
            <a:ext cx="3975354" cy="2242730"/>
          </a:xfrm>
          <a:prstGeom prst="rect">
            <a:avLst/>
          </a:prstGeom>
          <a:noFill/>
        </p:spPr>
        <p:txBody>
          <a:bodyPr wrap="square">
            <a:spAutoFit/>
          </a:bodyPr>
          <a:lstStyle/>
          <a:p>
            <a:pPr marL="0" indent="0">
              <a:lnSpc>
                <a:spcPct val="170000"/>
              </a:lnSpc>
              <a:buNone/>
            </a:pPr>
            <a:r>
              <a:rPr lang="en-US" sz="1400" dirty="0"/>
              <a:t>External recurring events </a:t>
            </a:r>
          </a:p>
          <a:p>
            <a:pPr marL="0" indent="0">
              <a:lnSpc>
                <a:spcPct val="170000"/>
              </a:lnSpc>
              <a:buNone/>
            </a:pPr>
            <a:r>
              <a:rPr lang="en-US" sz="1400" dirty="0"/>
              <a:t>Internal recurring events </a:t>
            </a:r>
          </a:p>
          <a:p>
            <a:pPr marL="0" indent="0">
              <a:lnSpc>
                <a:spcPct val="170000"/>
              </a:lnSpc>
              <a:buNone/>
            </a:pPr>
            <a:r>
              <a:rPr lang="en-US" sz="1400" dirty="0"/>
              <a:t>External spot (happening once) events </a:t>
            </a:r>
          </a:p>
          <a:p>
            <a:pPr marL="0" indent="0">
              <a:lnSpc>
                <a:spcPct val="170000"/>
              </a:lnSpc>
              <a:buNone/>
            </a:pPr>
            <a:r>
              <a:rPr lang="en-US" sz="1400" dirty="0"/>
              <a:t>Internal spot (happening once) events </a:t>
            </a:r>
          </a:p>
          <a:p>
            <a:pPr marL="0" indent="0">
              <a:lnSpc>
                <a:spcPct val="170000"/>
              </a:lnSpc>
              <a:buNone/>
            </a:pPr>
            <a:r>
              <a:rPr lang="en-US" sz="1400" dirty="0"/>
              <a:t>Link culture </a:t>
            </a:r>
          </a:p>
          <a:p>
            <a:pPr marL="0" indent="0">
              <a:lnSpc>
                <a:spcPct val="170000"/>
              </a:lnSpc>
              <a:buNone/>
            </a:pPr>
            <a:r>
              <a:rPr lang="en-US" sz="1400" dirty="0"/>
              <a:t>Key members activities</a:t>
            </a:r>
          </a:p>
        </p:txBody>
      </p:sp>
    </p:spTree>
    <p:extLst>
      <p:ext uri="{BB962C8B-B14F-4D97-AF65-F5344CB8AC3E}">
        <p14:creationId xmlns:p14="http://schemas.microsoft.com/office/powerpoint/2010/main" val="1218343139"/>
      </p:ext>
    </p:extLst>
  </p:cSld>
  <p:clrMapOvr>
    <a:masterClrMapping/>
  </p:clrMapOvr>
  <mc:AlternateContent xmlns:mc="http://schemas.openxmlformats.org/markup-compatibility/2006" xmlns:p14="http://schemas.microsoft.com/office/powerpoint/2010/main">
    <mc:Choice Requires="p14">
      <p:transition spd="slow" p14:dur="2000" advTm="26344"/>
    </mc:Choice>
    <mc:Fallback xmlns="">
      <p:transition spd="slow" advTm="26344"/>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Autofit/>
          </a:bodyPr>
          <a:lstStyle/>
          <a:p>
            <a:r>
              <a:rPr lang="en-US" sz="2800" dirty="0"/>
              <a:t>Exercise P19</a:t>
            </a:r>
            <a:br>
              <a:rPr lang="en-US" sz="2800" dirty="0"/>
            </a:br>
            <a:r>
              <a:rPr lang="en-US" sz="2800" dirty="0"/>
              <a:t>Identify elements that will influence Link in your Community</a:t>
            </a:r>
            <a:br>
              <a:rPr lang="en-US" sz="2800" dirty="0"/>
            </a:br>
            <a:r>
              <a:rPr lang="en-US" sz="2800" dirty="0"/>
              <a:t>Identify how you will exploit or compensate them</a:t>
            </a:r>
          </a:p>
        </p:txBody>
      </p:sp>
      <p:sp>
        <p:nvSpPr>
          <p:cNvPr id="53" name="Rectangle 52">
            <a:extLst>
              <a:ext uri="{FF2B5EF4-FFF2-40B4-BE49-F238E27FC236}">
                <a16:creationId xmlns:a16="http://schemas.microsoft.com/office/drawing/2014/main" id="{DD3CDB51-D00C-4256-9ADC-AB0073EBCAF6}"/>
              </a:ext>
            </a:extLst>
          </p:cNvPr>
          <p:cNvSpPr/>
          <p:nvPr/>
        </p:nvSpPr>
        <p:spPr>
          <a:xfrm>
            <a:off x="504703" y="23497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WHAT will increase Link no matter what we do as Community Boosters</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22769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7842664" y="220838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392139" y="55189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WHAT will decrease Link no matter what we do as Community Boosters</a:t>
            </a:r>
          </a:p>
        </p:txBody>
      </p:sp>
      <p:sp>
        <p:nvSpPr>
          <p:cNvPr id="58" name="Rectangle 57">
            <a:extLst>
              <a:ext uri="{FF2B5EF4-FFF2-40B4-BE49-F238E27FC236}">
                <a16:creationId xmlns:a16="http://schemas.microsoft.com/office/drawing/2014/main" id="{84086646-1064-4C94-BFDD-3D8C5003F287}"/>
              </a:ext>
            </a:extLst>
          </p:cNvPr>
          <p:cNvSpPr/>
          <p:nvPr/>
        </p:nvSpPr>
        <p:spPr>
          <a:xfrm>
            <a:off x="11067653" y="226300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10002812" y="230310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3420382" y="218759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6756980" y="220928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453433" y="223157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Christmas holidays</a:t>
            </a:r>
          </a:p>
        </p:txBody>
      </p:sp>
      <p:sp>
        <p:nvSpPr>
          <p:cNvPr id="63" name="Rectangle 62">
            <a:extLst>
              <a:ext uri="{FF2B5EF4-FFF2-40B4-BE49-F238E27FC236}">
                <a16:creationId xmlns:a16="http://schemas.microsoft.com/office/drawing/2014/main" id="{ACC5FABF-51E2-4F33-9313-F86DEA4C7F2C}"/>
              </a:ext>
            </a:extLst>
          </p:cNvPr>
          <p:cNvSpPr/>
          <p:nvPr/>
        </p:nvSpPr>
        <p:spPr>
          <a:xfrm>
            <a:off x="5682516" y="220928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928348" y="230310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0" name="Rectangle 19">
            <a:extLst>
              <a:ext uri="{FF2B5EF4-FFF2-40B4-BE49-F238E27FC236}">
                <a16:creationId xmlns:a16="http://schemas.microsoft.com/office/drawing/2014/main" id="{528FEB71-A01A-4C27-B81F-E2B65721B435}"/>
              </a:ext>
            </a:extLst>
          </p:cNvPr>
          <p:cNvSpPr/>
          <p:nvPr/>
        </p:nvSpPr>
        <p:spPr>
          <a:xfrm>
            <a:off x="2902816"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a:t>
            </a:r>
          </a:p>
          <a:p>
            <a:pPr algn="ctr"/>
            <a:r>
              <a:rPr lang="en-US" sz="1000" dirty="0">
                <a:solidFill>
                  <a:schemeClr val="tx1"/>
                </a:solidFill>
              </a:rPr>
              <a:t>Recent Conflict between managers</a:t>
            </a:r>
          </a:p>
        </p:txBody>
      </p:sp>
      <p:sp>
        <p:nvSpPr>
          <p:cNvPr id="22" name="Rectangle 21">
            <a:extLst>
              <a:ext uri="{FF2B5EF4-FFF2-40B4-BE49-F238E27FC236}">
                <a16:creationId xmlns:a16="http://schemas.microsoft.com/office/drawing/2014/main" id="{0B5F3A94-8C55-4FB1-92EC-F2D8C1FB6CBA}"/>
              </a:ext>
            </a:extLst>
          </p:cNvPr>
          <p:cNvSpPr/>
          <p:nvPr/>
        </p:nvSpPr>
        <p:spPr>
          <a:xfrm>
            <a:off x="1647413" y="55590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3" name="Rectangle 22">
            <a:extLst>
              <a:ext uri="{FF2B5EF4-FFF2-40B4-BE49-F238E27FC236}">
                <a16:creationId xmlns:a16="http://schemas.microsoft.com/office/drawing/2014/main" id="{9557E1C1-2EA8-442B-80D9-FB7724592565}"/>
              </a:ext>
            </a:extLst>
          </p:cNvPr>
          <p:cNvSpPr/>
          <p:nvPr/>
        </p:nvSpPr>
        <p:spPr>
          <a:xfrm>
            <a:off x="7745809"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4" name="Rectangle 23">
            <a:extLst>
              <a:ext uri="{FF2B5EF4-FFF2-40B4-BE49-F238E27FC236}">
                <a16:creationId xmlns:a16="http://schemas.microsoft.com/office/drawing/2014/main" id="{CE0410D8-A29F-4534-8CD3-6E19662388DD}"/>
              </a:ext>
            </a:extLst>
          </p:cNvPr>
          <p:cNvSpPr/>
          <p:nvPr/>
        </p:nvSpPr>
        <p:spPr>
          <a:xfrm>
            <a:off x="11063705"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5" name="Rectangle 24">
            <a:extLst>
              <a:ext uri="{FF2B5EF4-FFF2-40B4-BE49-F238E27FC236}">
                <a16:creationId xmlns:a16="http://schemas.microsoft.com/office/drawing/2014/main" id="{21ED4452-A7F4-4ADB-94AA-489EF5A554B5}"/>
              </a:ext>
            </a:extLst>
          </p:cNvPr>
          <p:cNvSpPr/>
          <p:nvPr/>
        </p:nvSpPr>
        <p:spPr>
          <a:xfrm>
            <a:off x="9917177"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0" name="Rectangle 29">
            <a:extLst>
              <a:ext uri="{FF2B5EF4-FFF2-40B4-BE49-F238E27FC236}">
                <a16:creationId xmlns:a16="http://schemas.microsoft.com/office/drawing/2014/main" id="{7018463C-4F4A-44EA-9B29-30A246672FED}"/>
              </a:ext>
            </a:extLst>
          </p:cNvPr>
          <p:cNvSpPr/>
          <p:nvPr/>
        </p:nvSpPr>
        <p:spPr>
          <a:xfrm>
            <a:off x="6627725"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568ECA1C-F30A-4C6E-B717-A92504F005F9}"/>
              </a:ext>
            </a:extLst>
          </p:cNvPr>
          <p:cNvSpPr/>
          <p:nvPr/>
        </p:nvSpPr>
        <p:spPr>
          <a:xfrm>
            <a:off x="5523184" y="5540602"/>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EB76401B-DEA1-4F7C-98AA-B36FA079A24F}"/>
              </a:ext>
            </a:extLst>
          </p:cNvPr>
          <p:cNvSpPr/>
          <p:nvPr/>
        </p:nvSpPr>
        <p:spPr>
          <a:xfrm>
            <a:off x="8831493"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pic>
        <p:nvPicPr>
          <p:cNvPr id="39" name="Graphique 38" descr="Arbre de Noël avec un remplissage uni">
            <a:extLst>
              <a:ext uri="{FF2B5EF4-FFF2-40B4-BE49-F238E27FC236}">
                <a16:creationId xmlns:a16="http://schemas.microsoft.com/office/drawing/2014/main" id="{4940053C-EA5F-46D4-88E9-C0A6D30402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3190" y="2728362"/>
            <a:ext cx="457200" cy="457200"/>
          </a:xfrm>
          <a:prstGeom prst="rect">
            <a:avLst/>
          </a:prstGeom>
        </p:spPr>
      </p:pic>
      <p:pic>
        <p:nvPicPr>
          <p:cNvPr id="40" name="Graphique 39" descr="Calendrier mensuel avec un remplissage uni">
            <a:extLst>
              <a:ext uri="{FF2B5EF4-FFF2-40B4-BE49-F238E27FC236}">
                <a16:creationId xmlns:a16="http://schemas.microsoft.com/office/drawing/2014/main" id="{8019EB62-A4AA-474D-9E48-76ABF60CF0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847" y="630208"/>
            <a:ext cx="339055" cy="339055"/>
          </a:xfrm>
          <a:prstGeom prst="rect">
            <a:avLst/>
          </a:prstGeom>
        </p:spPr>
      </p:pic>
      <p:pic>
        <p:nvPicPr>
          <p:cNvPr id="41" name="Graphique 40" descr="Explosion avec un remplissage uni">
            <a:extLst>
              <a:ext uri="{FF2B5EF4-FFF2-40B4-BE49-F238E27FC236}">
                <a16:creationId xmlns:a16="http://schemas.microsoft.com/office/drawing/2014/main" id="{64E2C4DA-8FB1-4B45-9E6E-AFD26E4443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846" y="957108"/>
            <a:ext cx="339056" cy="339056"/>
          </a:xfrm>
          <a:prstGeom prst="rect">
            <a:avLst/>
          </a:prstGeom>
        </p:spPr>
      </p:pic>
      <p:pic>
        <p:nvPicPr>
          <p:cNvPr id="42" name="Graphique 41" descr="Micro de radio avec un remplissage uni">
            <a:extLst>
              <a:ext uri="{FF2B5EF4-FFF2-40B4-BE49-F238E27FC236}">
                <a16:creationId xmlns:a16="http://schemas.microsoft.com/office/drawing/2014/main" id="{BA377D2A-35DD-47C0-AC31-18F915DD404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846" y="1440113"/>
            <a:ext cx="287672" cy="287672"/>
          </a:xfrm>
          <a:prstGeom prst="rect">
            <a:avLst/>
          </a:prstGeom>
        </p:spPr>
      </p:pic>
      <p:pic>
        <p:nvPicPr>
          <p:cNvPr id="43" name="Graphique 42" descr="Souriant avec un visage et des cœurs avec remplissage uni avec un remplissage uni">
            <a:extLst>
              <a:ext uri="{FF2B5EF4-FFF2-40B4-BE49-F238E27FC236}">
                <a16:creationId xmlns:a16="http://schemas.microsoft.com/office/drawing/2014/main" id="{DA3D21F1-A6F8-46D2-B8D1-0D741F3B910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66" y="1759083"/>
            <a:ext cx="287673" cy="287673"/>
          </a:xfrm>
          <a:prstGeom prst="rect">
            <a:avLst/>
          </a:prstGeom>
        </p:spPr>
      </p:pic>
      <p:pic>
        <p:nvPicPr>
          <p:cNvPr id="44" name="Graphique 43" descr="Guitare avec un remplissage uni">
            <a:extLst>
              <a:ext uri="{FF2B5EF4-FFF2-40B4-BE49-F238E27FC236}">
                <a16:creationId xmlns:a16="http://schemas.microsoft.com/office/drawing/2014/main" id="{EE943A91-116A-44A7-A079-41AC8E45EC4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845" y="2035104"/>
            <a:ext cx="339057" cy="339057"/>
          </a:xfrm>
          <a:prstGeom prst="rect">
            <a:avLst/>
          </a:prstGeom>
        </p:spPr>
      </p:pic>
      <p:pic>
        <p:nvPicPr>
          <p:cNvPr id="45" name="Graphique 44" descr="Explosion avec un remplissage uni">
            <a:extLst>
              <a:ext uri="{FF2B5EF4-FFF2-40B4-BE49-F238E27FC236}">
                <a16:creationId xmlns:a16="http://schemas.microsoft.com/office/drawing/2014/main" id="{DD8BC4E4-70F2-4B54-860D-B58286B29B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4959" y="6313539"/>
            <a:ext cx="339056" cy="339056"/>
          </a:xfrm>
          <a:prstGeom prst="rect">
            <a:avLst/>
          </a:prstGeom>
        </p:spPr>
      </p:pic>
      <p:sp>
        <p:nvSpPr>
          <p:cNvPr id="46" name="Rectangle 45">
            <a:extLst>
              <a:ext uri="{FF2B5EF4-FFF2-40B4-BE49-F238E27FC236}">
                <a16:creationId xmlns:a16="http://schemas.microsoft.com/office/drawing/2014/main" id="{5E119DAC-0486-4992-B4B5-5EA460B5E124}"/>
              </a:ext>
            </a:extLst>
          </p:cNvPr>
          <p:cNvSpPr/>
          <p:nvPr/>
        </p:nvSpPr>
        <p:spPr>
          <a:xfrm>
            <a:off x="4443006" y="3297211"/>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Organize a Christmas party</a:t>
            </a:r>
          </a:p>
        </p:txBody>
      </p:sp>
      <p:sp>
        <p:nvSpPr>
          <p:cNvPr id="47" name="Rectangle 46">
            <a:extLst>
              <a:ext uri="{FF2B5EF4-FFF2-40B4-BE49-F238E27FC236}">
                <a16:creationId xmlns:a16="http://schemas.microsoft.com/office/drawing/2014/main" id="{3919DF0D-5501-4088-86B9-08C40604B47A}"/>
              </a:ext>
            </a:extLst>
          </p:cNvPr>
          <p:cNvSpPr/>
          <p:nvPr/>
        </p:nvSpPr>
        <p:spPr>
          <a:xfrm>
            <a:off x="504703" y="3466672"/>
            <a:ext cx="1016714" cy="82850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HOW we can exploit this positive influence</a:t>
            </a:r>
          </a:p>
        </p:txBody>
      </p:sp>
      <p:sp>
        <p:nvSpPr>
          <p:cNvPr id="48" name="Rectangle 47">
            <a:extLst>
              <a:ext uri="{FF2B5EF4-FFF2-40B4-BE49-F238E27FC236}">
                <a16:creationId xmlns:a16="http://schemas.microsoft.com/office/drawing/2014/main" id="{5728880C-2EA6-4636-9568-AC30FFA4F234}"/>
              </a:ext>
            </a:extLst>
          </p:cNvPr>
          <p:cNvSpPr/>
          <p:nvPr/>
        </p:nvSpPr>
        <p:spPr>
          <a:xfrm>
            <a:off x="430902" y="448384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HOW we can compensate the negative influence</a:t>
            </a:r>
          </a:p>
        </p:txBody>
      </p:sp>
      <p:sp>
        <p:nvSpPr>
          <p:cNvPr id="49" name="Rectangle 48">
            <a:extLst>
              <a:ext uri="{FF2B5EF4-FFF2-40B4-BE49-F238E27FC236}">
                <a16:creationId xmlns:a16="http://schemas.microsoft.com/office/drawing/2014/main" id="{B9A87F42-6699-452F-A37F-C45075A42E23}"/>
              </a:ext>
            </a:extLst>
          </p:cNvPr>
          <p:cNvSpPr/>
          <p:nvPr/>
        </p:nvSpPr>
        <p:spPr>
          <a:xfrm>
            <a:off x="2902816" y="4568778"/>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Example : Mix teams from the two conflictual managers</a:t>
            </a:r>
          </a:p>
        </p:txBody>
      </p:sp>
      <p:sp>
        <p:nvSpPr>
          <p:cNvPr id="50" name="Rectangle 49">
            <a:extLst>
              <a:ext uri="{FF2B5EF4-FFF2-40B4-BE49-F238E27FC236}">
                <a16:creationId xmlns:a16="http://schemas.microsoft.com/office/drawing/2014/main" id="{97D5A985-7E64-493E-84C3-FEEE7F838AE7}"/>
              </a:ext>
            </a:extLst>
          </p:cNvPr>
          <p:cNvSpPr/>
          <p:nvPr/>
        </p:nvSpPr>
        <p:spPr>
          <a:xfrm>
            <a:off x="5340078" y="455489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1" name="Rectangle 50">
            <a:extLst>
              <a:ext uri="{FF2B5EF4-FFF2-40B4-BE49-F238E27FC236}">
                <a16:creationId xmlns:a16="http://schemas.microsoft.com/office/drawing/2014/main" id="{D6AB9ECA-2BD6-4E13-A54F-1302DA609654}"/>
              </a:ext>
            </a:extLst>
          </p:cNvPr>
          <p:cNvSpPr/>
          <p:nvPr/>
        </p:nvSpPr>
        <p:spPr>
          <a:xfrm>
            <a:off x="6602343" y="4524845"/>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2" name="Rectangle 51">
            <a:extLst>
              <a:ext uri="{FF2B5EF4-FFF2-40B4-BE49-F238E27FC236}">
                <a16:creationId xmlns:a16="http://schemas.microsoft.com/office/drawing/2014/main" id="{26CAA597-4AE8-4A95-9456-E29E5D4B5B35}"/>
              </a:ext>
            </a:extLst>
          </p:cNvPr>
          <p:cNvSpPr/>
          <p:nvPr/>
        </p:nvSpPr>
        <p:spPr>
          <a:xfrm>
            <a:off x="7762321" y="455489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7" name="Rectangle 56">
            <a:extLst>
              <a:ext uri="{FF2B5EF4-FFF2-40B4-BE49-F238E27FC236}">
                <a16:creationId xmlns:a16="http://schemas.microsoft.com/office/drawing/2014/main" id="{23763A9F-8BA2-497D-A016-2F669330DEFB}"/>
              </a:ext>
            </a:extLst>
          </p:cNvPr>
          <p:cNvSpPr/>
          <p:nvPr/>
        </p:nvSpPr>
        <p:spPr>
          <a:xfrm>
            <a:off x="8900463" y="4680403"/>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5" name="Rectangle 64">
            <a:extLst>
              <a:ext uri="{FF2B5EF4-FFF2-40B4-BE49-F238E27FC236}">
                <a16:creationId xmlns:a16="http://schemas.microsoft.com/office/drawing/2014/main" id="{6311EF3B-4A9E-4243-BC86-7BACBCF86D20}"/>
              </a:ext>
            </a:extLst>
          </p:cNvPr>
          <p:cNvSpPr/>
          <p:nvPr/>
        </p:nvSpPr>
        <p:spPr>
          <a:xfrm>
            <a:off x="10037144" y="456490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6" name="Rectangle 65">
            <a:extLst>
              <a:ext uri="{FF2B5EF4-FFF2-40B4-BE49-F238E27FC236}">
                <a16:creationId xmlns:a16="http://schemas.microsoft.com/office/drawing/2014/main" id="{03787CAF-BDE6-49B7-B9FC-C770A6D1EC01}"/>
              </a:ext>
            </a:extLst>
          </p:cNvPr>
          <p:cNvSpPr/>
          <p:nvPr/>
        </p:nvSpPr>
        <p:spPr>
          <a:xfrm>
            <a:off x="11175286" y="4690413"/>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7" name="Rectangle 66">
            <a:extLst>
              <a:ext uri="{FF2B5EF4-FFF2-40B4-BE49-F238E27FC236}">
                <a16:creationId xmlns:a16="http://schemas.microsoft.com/office/drawing/2014/main" id="{BC4C2237-9332-4083-8AE5-2FD8946F236E}"/>
              </a:ext>
            </a:extLst>
          </p:cNvPr>
          <p:cNvSpPr/>
          <p:nvPr/>
        </p:nvSpPr>
        <p:spPr>
          <a:xfrm>
            <a:off x="4243100"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8" name="Rectangle 67">
            <a:extLst>
              <a:ext uri="{FF2B5EF4-FFF2-40B4-BE49-F238E27FC236}">
                <a16:creationId xmlns:a16="http://schemas.microsoft.com/office/drawing/2014/main" id="{3C44CC34-3AE3-4248-A572-D7D79DA34F9A}"/>
              </a:ext>
            </a:extLst>
          </p:cNvPr>
          <p:cNvSpPr/>
          <p:nvPr/>
        </p:nvSpPr>
        <p:spPr>
          <a:xfrm>
            <a:off x="4059994" y="4601592"/>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9" name="Rectangle 68">
            <a:extLst>
              <a:ext uri="{FF2B5EF4-FFF2-40B4-BE49-F238E27FC236}">
                <a16:creationId xmlns:a16="http://schemas.microsoft.com/office/drawing/2014/main" id="{E85244F0-7F97-4D7B-B8D9-237B30281170}"/>
              </a:ext>
            </a:extLst>
          </p:cNvPr>
          <p:cNvSpPr/>
          <p:nvPr/>
        </p:nvSpPr>
        <p:spPr>
          <a:xfrm>
            <a:off x="5794802" y="33208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0" name="Rectangle 69">
            <a:extLst>
              <a:ext uri="{FF2B5EF4-FFF2-40B4-BE49-F238E27FC236}">
                <a16:creationId xmlns:a16="http://schemas.microsoft.com/office/drawing/2014/main" id="{C9AA5DA2-FBBA-4A51-A1B8-7F01A52032F1}"/>
              </a:ext>
            </a:extLst>
          </p:cNvPr>
          <p:cNvSpPr/>
          <p:nvPr/>
        </p:nvSpPr>
        <p:spPr>
          <a:xfrm>
            <a:off x="6992416" y="33984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1" name="Rectangle 70">
            <a:extLst>
              <a:ext uri="{FF2B5EF4-FFF2-40B4-BE49-F238E27FC236}">
                <a16:creationId xmlns:a16="http://schemas.microsoft.com/office/drawing/2014/main" id="{7BFEE8C9-3522-4490-A1DE-7C5DCACFF15B}"/>
              </a:ext>
            </a:extLst>
          </p:cNvPr>
          <p:cNvSpPr/>
          <p:nvPr/>
        </p:nvSpPr>
        <p:spPr>
          <a:xfrm>
            <a:off x="8132921" y="3375058"/>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2" name="Rectangle 71">
            <a:extLst>
              <a:ext uri="{FF2B5EF4-FFF2-40B4-BE49-F238E27FC236}">
                <a16:creationId xmlns:a16="http://schemas.microsoft.com/office/drawing/2014/main" id="{73A55558-F0B7-428B-A146-76C5B00E6759}"/>
              </a:ext>
            </a:extLst>
          </p:cNvPr>
          <p:cNvSpPr/>
          <p:nvPr/>
        </p:nvSpPr>
        <p:spPr>
          <a:xfrm>
            <a:off x="9330535" y="33984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3" name="Rectangle 72">
            <a:extLst>
              <a:ext uri="{FF2B5EF4-FFF2-40B4-BE49-F238E27FC236}">
                <a16:creationId xmlns:a16="http://schemas.microsoft.com/office/drawing/2014/main" id="{784C14B5-2CEE-4B66-9D83-2855D288D825}"/>
              </a:ext>
            </a:extLst>
          </p:cNvPr>
          <p:cNvSpPr/>
          <p:nvPr/>
        </p:nvSpPr>
        <p:spPr>
          <a:xfrm>
            <a:off x="10570009" y="3375058"/>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4" name="Rectangle 73">
            <a:extLst>
              <a:ext uri="{FF2B5EF4-FFF2-40B4-BE49-F238E27FC236}">
                <a16:creationId xmlns:a16="http://schemas.microsoft.com/office/drawing/2014/main" id="{9A085310-6616-4E37-B14D-FD77EFED4796}"/>
              </a:ext>
            </a:extLst>
          </p:cNvPr>
          <p:cNvSpPr/>
          <p:nvPr/>
        </p:nvSpPr>
        <p:spPr>
          <a:xfrm>
            <a:off x="1970687" y="3308605"/>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5" name="Rectangle 74">
            <a:extLst>
              <a:ext uri="{FF2B5EF4-FFF2-40B4-BE49-F238E27FC236}">
                <a16:creationId xmlns:a16="http://schemas.microsoft.com/office/drawing/2014/main" id="{CABF921C-3CDC-454D-A509-EFB0DB3382A2}"/>
              </a:ext>
            </a:extLst>
          </p:cNvPr>
          <p:cNvSpPr/>
          <p:nvPr/>
        </p:nvSpPr>
        <p:spPr>
          <a:xfrm>
            <a:off x="3168301" y="3386205"/>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6" name="Rectangle 75">
            <a:extLst>
              <a:ext uri="{FF2B5EF4-FFF2-40B4-BE49-F238E27FC236}">
                <a16:creationId xmlns:a16="http://schemas.microsoft.com/office/drawing/2014/main" id="{590341A3-6726-4E38-BC5F-D72D3BFBE712}"/>
              </a:ext>
            </a:extLst>
          </p:cNvPr>
          <p:cNvSpPr/>
          <p:nvPr/>
        </p:nvSpPr>
        <p:spPr>
          <a:xfrm>
            <a:off x="1730131" y="4554889"/>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856575240"/>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5932A13-426E-43CE-8284-126D47BF52A3}"/>
              </a:ext>
            </a:extLst>
          </p:cNvPr>
          <p:cNvSpPr>
            <a:spLocks noGrp="1"/>
          </p:cNvSpPr>
          <p:nvPr>
            <p:ph type="title"/>
          </p:nvPr>
        </p:nvSpPr>
        <p:spPr/>
        <p:txBody>
          <a:bodyPr/>
          <a:lstStyle/>
          <a:p>
            <a:r>
              <a:rPr lang="en-US" dirty="0"/>
              <a:t>Use case / Example Story</a:t>
            </a:r>
          </a:p>
        </p:txBody>
      </p:sp>
      <p:sp>
        <p:nvSpPr>
          <p:cNvPr id="6" name="Espace réservé du contenu 5">
            <a:extLst>
              <a:ext uri="{FF2B5EF4-FFF2-40B4-BE49-F238E27FC236}">
                <a16:creationId xmlns:a16="http://schemas.microsoft.com/office/drawing/2014/main" id="{7DFDA10B-8D1A-4A7B-8D19-3D6F9DA48068}"/>
              </a:ext>
            </a:extLst>
          </p:cNvPr>
          <p:cNvSpPr>
            <a:spLocks noGrp="1"/>
          </p:cNvSpPr>
          <p:nvPr>
            <p:ph idx="1"/>
          </p:nvPr>
        </p:nvSpPr>
        <p:spPr/>
        <p:txBody>
          <a:bodyPr/>
          <a:lstStyle/>
          <a:p>
            <a:pPr marL="0" indent="0">
              <a:buNone/>
            </a:pPr>
            <a:r>
              <a:rPr lang="en-US" dirty="0"/>
              <a:t> </a:t>
            </a:r>
          </a:p>
        </p:txBody>
      </p:sp>
      <p:pic>
        <p:nvPicPr>
          <p:cNvPr id="7" name="Graphique 6" descr="Personne confuse avec un remplissage uni">
            <a:extLst>
              <a:ext uri="{FF2B5EF4-FFF2-40B4-BE49-F238E27FC236}">
                <a16:creationId xmlns:a16="http://schemas.microsoft.com/office/drawing/2014/main" id="{41CFC00A-E9F2-4DBA-9683-4D401800A86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2055328" y="4889541"/>
            <a:ext cx="2876573" cy="1238575"/>
          </a:xfrm>
          <a:prstGeom prst="rect">
            <a:avLst/>
          </a:prstGeom>
        </p:spPr>
      </p:pic>
      <p:pic>
        <p:nvPicPr>
          <p:cNvPr id="9" name="Graphique 8" descr="Visage de diable avec remplissage solide avec un remplissage uni">
            <a:extLst>
              <a:ext uri="{FF2B5EF4-FFF2-40B4-BE49-F238E27FC236}">
                <a16:creationId xmlns:a16="http://schemas.microsoft.com/office/drawing/2014/main" id="{C88B2956-5F21-4F60-8C65-5F6C02F9D1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74489" y="3825040"/>
            <a:ext cx="1192686" cy="1192686"/>
          </a:xfrm>
          <a:prstGeom prst="rect">
            <a:avLst/>
          </a:prstGeom>
        </p:spPr>
      </p:pic>
      <p:sp>
        <p:nvSpPr>
          <p:cNvPr id="10" name="Bulle narrative : ronde 9">
            <a:extLst>
              <a:ext uri="{FF2B5EF4-FFF2-40B4-BE49-F238E27FC236}">
                <a16:creationId xmlns:a16="http://schemas.microsoft.com/office/drawing/2014/main" id="{CA2B3FEF-DDAB-4B1E-AAC2-A89F5F5CF005}"/>
              </a:ext>
            </a:extLst>
          </p:cNvPr>
          <p:cNvSpPr/>
          <p:nvPr/>
        </p:nvSpPr>
        <p:spPr>
          <a:xfrm>
            <a:off x="3789051" y="2611373"/>
            <a:ext cx="6797756" cy="1347017"/>
          </a:xfrm>
          <a:prstGeom prst="wedgeEllipseCallout">
            <a:avLst>
              <a:gd name="adj1" fmla="val -44297"/>
              <a:gd name="adj2" fmla="val 72029"/>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Now all the power is mine !!!</a:t>
            </a:r>
          </a:p>
        </p:txBody>
      </p:sp>
    </p:spTree>
    <p:extLst>
      <p:ext uri="{BB962C8B-B14F-4D97-AF65-F5344CB8AC3E}">
        <p14:creationId xmlns:p14="http://schemas.microsoft.com/office/powerpoint/2010/main" val="3028754848"/>
      </p:ext>
    </p:extLst>
  </p:cSld>
  <p:clrMapOvr>
    <a:masterClrMapping/>
  </p:clrMapOvr>
  <mc:AlternateContent xmlns:mc="http://schemas.openxmlformats.org/markup-compatibility/2006" xmlns:p14="http://schemas.microsoft.com/office/powerpoint/2010/main">
    <mc:Choice Requires="p14">
      <p:transition spd="slow" p14:dur="2000" advTm="17047"/>
    </mc:Choice>
    <mc:Fallback xmlns="">
      <p:transition spd="slow" advTm="17047"/>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D7050B0-422C-48A7-8954-4D30D476B84F}"/>
              </a:ext>
            </a:extLst>
          </p:cNvPr>
          <p:cNvSpPr>
            <a:spLocks noGrp="1"/>
          </p:cNvSpPr>
          <p:nvPr>
            <p:ph type="title"/>
          </p:nvPr>
        </p:nvSpPr>
        <p:spPr/>
        <p:txBody>
          <a:bodyPr>
            <a:normAutofit fontScale="90000"/>
          </a:bodyPr>
          <a:lstStyle/>
          <a:p>
            <a:r>
              <a:rPr lang="en-US" dirty="0"/>
              <a:t>Challenge P20</a:t>
            </a:r>
            <a:br>
              <a:rPr lang="en-US" dirty="0"/>
            </a:br>
            <a:r>
              <a:rPr lang="en-US" dirty="0"/>
              <a:t>Embrace Community Booster Ethics</a:t>
            </a:r>
          </a:p>
        </p:txBody>
      </p:sp>
      <p:sp>
        <p:nvSpPr>
          <p:cNvPr id="6" name="Espace réservé du contenu 5">
            <a:extLst>
              <a:ext uri="{FF2B5EF4-FFF2-40B4-BE49-F238E27FC236}">
                <a16:creationId xmlns:a16="http://schemas.microsoft.com/office/drawing/2014/main" id="{81AF919C-F9BF-45D9-B6A2-14783D642D33}"/>
              </a:ext>
            </a:extLst>
          </p:cNvPr>
          <p:cNvSpPr>
            <a:spLocks noGrp="1"/>
          </p:cNvSpPr>
          <p:nvPr>
            <p:ph idx="1"/>
          </p:nvPr>
        </p:nvSpPr>
        <p:spPr>
          <a:xfrm>
            <a:off x="1182243" y="2201798"/>
            <a:ext cx="8980932" cy="4408551"/>
          </a:xfrm>
        </p:spPr>
        <p:txBody>
          <a:bodyPr>
            <a:normAutofit fontScale="92500" lnSpcReduction="20000"/>
          </a:bodyPr>
          <a:lstStyle/>
          <a:p>
            <a:pPr marL="0" indent="0">
              <a:buNone/>
            </a:pPr>
            <a:r>
              <a:rPr lang="en-US" sz="2000" dirty="0"/>
              <a:t>With massive and growing power over attention, content, value, engagement and link, comes related responsibilities. Community Boosting ethics can involve many personal and collective topics, including : </a:t>
            </a:r>
          </a:p>
          <a:p>
            <a:pPr marL="0" indent="0">
              <a:buNone/>
            </a:pPr>
            <a:r>
              <a:rPr lang="en-US" sz="2000" dirty="0"/>
              <a:t>Privacy Concerns</a:t>
            </a:r>
          </a:p>
          <a:p>
            <a:pPr marL="0" indent="0">
              <a:buNone/>
            </a:pPr>
            <a:r>
              <a:rPr lang="en-US" sz="2000" dirty="0"/>
              <a:t>Conflicts of interests</a:t>
            </a:r>
          </a:p>
          <a:p>
            <a:pPr marL="0" indent="0">
              <a:buNone/>
            </a:pPr>
            <a:r>
              <a:rPr lang="en-US" sz="2000" dirty="0"/>
              <a:t>Boundaries between personal and professional links</a:t>
            </a:r>
          </a:p>
          <a:p>
            <a:pPr marL="0" indent="0">
              <a:buNone/>
            </a:pPr>
            <a:r>
              <a:rPr lang="en-US" sz="2000" dirty="0"/>
              <a:t>Free-will vs engagement mechanics</a:t>
            </a:r>
          </a:p>
          <a:p>
            <a:pPr marL="0" indent="0">
              <a:buNone/>
            </a:pPr>
            <a:r>
              <a:rPr lang="en-US" sz="2000" dirty="0"/>
              <a:t>Group thinking </a:t>
            </a:r>
          </a:p>
          <a:p>
            <a:pPr marL="0" indent="0">
              <a:buNone/>
            </a:pPr>
            <a:r>
              <a:rPr lang="en-US" sz="2000" dirty="0"/>
              <a:t>Exclusion effects due a to strong Community identity</a:t>
            </a:r>
          </a:p>
          <a:p>
            <a:pPr marL="0" indent="0">
              <a:buNone/>
            </a:pPr>
            <a:endParaRPr lang="en-US" sz="2000" dirty="0"/>
          </a:p>
          <a:p>
            <a:pPr marL="0" indent="0">
              <a:buNone/>
            </a:pPr>
            <a:r>
              <a:rPr lang="en-US" sz="2000" dirty="0"/>
              <a:t>These questions should be studied and considered by Community Boosters, from trainees to experts</a:t>
            </a:r>
          </a:p>
          <a:p>
            <a:pPr marL="0" indent="0">
              <a:buNone/>
            </a:pPr>
            <a:endParaRPr lang="en-US" sz="2000" dirty="0"/>
          </a:p>
          <a:p>
            <a:pPr marL="0" indent="0">
              <a:buNone/>
            </a:pPr>
            <a:endParaRPr lang="en-US" sz="2000" dirty="0"/>
          </a:p>
          <a:p>
            <a:pPr marL="0" indent="0">
              <a:buNone/>
            </a:pPr>
            <a:endParaRPr lang="en-US" sz="2000" dirty="0"/>
          </a:p>
        </p:txBody>
      </p:sp>
      <p:pic>
        <p:nvPicPr>
          <p:cNvPr id="8" name="Graphique 7" descr="Scanner oculaire avec un remplissage uni">
            <a:extLst>
              <a:ext uri="{FF2B5EF4-FFF2-40B4-BE49-F238E27FC236}">
                <a16:creationId xmlns:a16="http://schemas.microsoft.com/office/drawing/2014/main" id="{5EF0DD46-7C73-4308-8D69-70537084EC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894" y="2962276"/>
            <a:ext cx="514349" cy="514349"/>
          </a:xfrm>
          <a:prstGeom prst="rect">
            <a:avLst/>
          </a:prstGeom>
        </p:spPr>
      </p:pic>
      <p:pic>
        <p:nvPicPr>
          <p:cNvPr id="10" name="Graphique 9" descr="Balance de la justice avec un remplissage uni">
            <a:extLst>
              <a:ext uri="{FF2B5EF4-FFF2-40B4-BE49-F238E27FC236}">
                <a16:creationId xmlns:a16="http://schemas.microsoft.com/office/drawing/2014/main" id="{C949F688-E76F-470B-AC6D-ECC5417F10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5043" y="3429000"/>
            <a:ext cx="390525" cy="390525"/>
          </a:xfrm>
          <a:prstGeom prst="rect">
            <a:avLst/>
          </a:prstGeom>
        </p:spPr>
      </p:pic>
      <p:pic>
        <p:nvPicPr>
          <p:cNvPr id="12" name="Graphique 11" descr="Stop avec un remplissage uni">
            <a:extLst>
              <a:ext uri="{FF2B5EF4-FFF2-40B4-BE49-F238E27FC236}">
                <a16:creationId xmlns:a16="http://schemas.microsoft.com/office/drawing/2014/main" id="{CFFDB755-91BA-48A2-8549-F207CA1950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3619" y="3894203"/>
            <a:ext cx="342900" cy="342900"/>
          </a:xfrm>
          <a:prstGeom prst="rect">
            <a:avLst/>
          </a:prstGeom>
        </p:spPr>
      </p:pic>
      <p:pic>
        <p:nvPicPr>
          <p:cNvPr id="14" name="Graphique 13" descr="Panneau de signalisation avec un remplissage uni">
            <a:extLst>
              <a:ext uri="{FF2B5EF4-FFF2-40B4-BE49-F238E27FC236}">
                <a16:creationId xmlns:a16="http://schemas.microsoft.com/office/drawing/2014/main" id="{EAE88A3E-1E84-4EE2-B7D9-6B7D5888FD6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3143" y="4229860"/>
            <a:ext cx="352425" cy="352425"/>
          </a:xfrm>
          <a:prstGeom prst="rect">
            <a:avLst/>
          </a:prstGeom>
        </p:spPr>
      </p:pic>
      <p:pic>
        <p:nvPicPr>
          <p:cNvPr id="16" name="Graphique 15" descr="Vivats avec un remplissage uni">
            <a:extLst>
              <a:ext uri="{FF2B5EF4-FFF2-40B4-BE49-F238E27FC236}">
                <a16:creationId xmlns:a16="http://schemas.microsoft.com/office/drawing/2014/main" id="{6DE18FC3-1643-4307-9753-ABE9F4CF12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8368" y="4647438"/>
            <a:ext cx="457200" cy="457200"/>
          </a:xfrm>
          <a:prstGeom prst="rect">
            <a:avLst/>
          </a:prstGeom>
        </p:spPr>
      </p:pic>
      <p:pic>
        <p:nvPicPr>
          <p:cNvPr id="18" name="Graphique 17" descr="Cube avec un remplissage uni">
            <a:extLst>
              <a:ext uri="{FF2B5EF4-FFF2-40B4-BE49-F238E27FC236}">
                <a16:creationId xmlns:a16="http://schemas.microsoft.com/office/drawing/2014/main" id="{DD9C7B7B-3609-4606-A12E-E9EBFAF9128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637" y="5091307"/>
            <a:ext cx="514349" cy="514349"/>
          </a:xfrm>
          <a:prstGeom prst="rect">
            <a:avLst/>
          </a:prstGeom>
        </p:spPr>
      </p:pic>
    </p:spTree>
    <p:extLst>
      <p:ext uri="{BB962C8B-B14F-4D97-AF65-F5344CB8AC3E}">
        <p14:creationId xmlns:p14="http://schemas.microsoft.com/office/powerpoint/2010/main" val="1674458932"/>
      </p:ext>
    </p:extLst>
  </p:cSld>
  <p:clrMapOvr>
    <a:masterClrMapping/>
  </p:clrMapOvr>
  <mc:AlternateContent xmlns:mc="http://schemas.openxmlformats.org/markup-compatibility/2006" xmlns:p14="http://schemas.microsoft.com/office/powerpoint/2010/main">
    <mc:Choice Requires="p14">
      <p:transition spd="slow" p14:dur="2000" advTm="107139"/>
    </mc:Choice>
    <mc:Fallback xmlns="">
      <p:transition spd="slow" advTm="107139"/>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D30D94D-371B-464E-A5FC-BED8B6F4E518}"/>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p>
        </p:txBody>
      </p:sp>
      <p:sp>
        <p:nvSpPr>
          <p:cNvPr id="5" name="Espace réservé du contenu 4">
            <a:extLst>
              <a:ext uri="{FF2B5EF4-FFF2-40B4-BE49-F238E27FC236}">
                <a16:creationId xmlns:a16="http://schemas.microsoft.com/office/drawing/2014/main" id="{38714C53-F8F9-47DE-A0F3-D4EEFD6E0EFB}"/>
              </a:ext>
            </a:extLst>
          </p:cNvPr>
          <p:cNvSpPr>
            <a:spLocks noGrp="1"/>
          </p:cNvSpPr>
          <p:nvPr>
            <p:ph sz="half" idx="1"/>
          </p:nvPr>
        </p:nvSpPr>
        <p:spPr/>
        <p:txBody>
          <a:bodyPr>
            <a:normAutofit fontScale="92500" lnSpcReduction="10000"/>
          </a:bodyPr>
          <a:lstStyle/>
          <a:p>
            <a:pPr marL="0" indent="0">
              <a:buNone/>
            </a:pPr>
            <a:r>
              <a:rPr lang="en-US" dirty="0"/>
              <a:t> </a:t>
            </a:r>
          </a:p>
        </p:txBody>
      </p:sp>
      <p:sp>
        <p:nvSpPr>
          <p:cNvPr id="6" name="Espace réservé du contenu 5">
            <a:extLst>
              <a:ext uri="{FF2B5EF4-FFF2-40B4-BE49-F238E27FC236}">
                <a16:creationId xmlns:a16="http://schemas.microsoft.com/office/drawing/2014/main" id="{B0F0A988-3110-49E3-8AEF-675760ED6593}"/>
              </a:ext>
            </a:extLst>
          </p:cNvPr>
          <p:cNvSpPr>
            <a:spLocks noGrp="1"/>
          </p:cNvSpPr>
          <p:nvPr>
            <p:ph sz="half" idx="2"/>
          </p:nvPr>
        </p:nvSpPr>
        <p:spPr/>
        <p:txBody>
          <a:bodyPr>
            <a:normAutofit fontScale="92500" lnSpcReduction="10000"/>
          </a:bodyPr>
          <a:lstStyle/>
          <a:p>
            <a:r>
              <a:rPr lang="en-US" dirty="0"/>
              <a:t>As a Corporate Community Booster, What ethical topics are the most important to you ?</a:t>
            </a:r>
          </a:p>
          <a:p>
            <a:endParaRPr lang="en-US" dirty="0"/>
          </a:p>
          <a:p>
            <a:r>
              <a:rPr lang="en-US" dirty="0"/>
              <a:t>What actions do you do at your level about these topics ?</a:t>
            </a:r>
          </a:p>
        </p:txBody>
      </p:sp>
      <p:pic>
        <p:nvPicPr>
          <p:cNvPr id="7" name="Graphique 6" descr="Scanner oculaire avec un remplissage uni">
            <a:extLst>
              <a:ext uri="{FF2B5EF4-FFF2-40B4-BE49-F238E27FC236}">
                <a16:creationId xmlns:a16="http://schemas.microsoft.com/office/drawing/2014/main" id="{6ACF2EAD-6EDC-48AD-BB1E-BDEE2FCBD3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64313" y="2511115"/>
            <a:ext cx="1085963" cy="1085963"/>
          </a:xfrm>
          <a:prstGeom prst="rect">
            <a:avLst/>
          </a:prstGeom>
        </p:spPr>
      </p:pic>
      <p:pic>
        <p:nvPicPr>
          <p:cNvPr id="8" name="Graphique 7" descr="Balance de la justice avec un remplissage uni">
            <a:extLst>
              <a:ext uri="{FF2B5EF4-FFF2-40B4-BE49-F238E27FC236}">
                <a16:creationId xmlns:a16="http://schemas.microsoft.com/office/drawing/2014/main" id="{DDF9BA29-E1C0-4D7E-B144-07CA3E4A00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10893" y="3007418"/>
            <a:ext cx="824529" cy="824529"/>
          </a:xfrm>
          <a:prstGeom prst="rect">
            <a:avLst/>
          </a:prstGeom>
        </p:spPr>
      </p:pic>
      <p:pic>
        <p:nvPicPr>
          <p:cNvPr id="9" name="Graphique 8" descr="Stop avec un remplissage uni">
            <a:extLst>
              <a:ext uri="{FF2B5EF4-FFF2-40B4-BE49-F238E27FC236}">
                <a16:creationId xmlns:a16="http://schemas.microsoft.com/office/drawing/2014/main" id="{2D065816-FE4B-4B6F-A9C2-F6EA5BA50E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9167" y="3269457"/>
            <a:ext cx="723977" cy="723977"/>
          </a:xfrm>
          <a:prstGeom prst="rect">
            <a:avLst/>
          </a:prstGeom>
        </p:spPr>
      </p:pic>
      <p:pic>
        <p:nvPicPr>
          <p:cNvPr id="10" name="Graphique 9" descr="Panneau de signalisation avec un remplissage uni">
            <a:extLst>
              <a:ext uri="{FF2B5EF4-FFF2-40B4-BE49-F238E27FC236}">
                <a16:creationId xmlns:a16="http://schemas.microsoft.com/office/drawing/2014/main" id="{54A57B8B-7F3D-4C54-9AC4-C71DC050A73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60591" y="4309688"/>
            <a:ext cx="744087" cy="744087"/>
          </a:xfrm>
          <a:prstGeom prst="rect">
            <a:avLst/>
          </a:prstGeom>
        </p:spPr>
      </p:pic>
      <p:pic>
        <p:nvPicPr>
          <p:cNvPr id="11" name="Graphique 10" descr="Vivats avec un remplissage uni">
            <a:extLst>
              <a:ext uri="{FF2B5EF4-FFF2-40B4-BE49-F238E27FC236}">
                <a16:creationId xmlns:a16="http://schemas.microsoft.com/office/drawing/2014/main" id="{222A88E7-921D-45A5-B2B2-34BA274333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40969" y="4802393"/>
            <a:ext cx="965302" cy="965302"/>
          </a:xfrm>
          <a:prstGeom prst="rect">
            <a:avLst/>
          </a:prstGeom>
        </p:spPr>
      </p:pic>
      <p:pic>
        <p:nvPicPr>
          <p:cNvPr id="12" name="Graphique 11" descr="Cube avec un remplissage uni">
            <a:extLst>
              <a:ext uri="{FF2B5EF4-FFF2-40B4-BE49-F238E27FC236}">
                <a16:creationId xmlns:a16="http://schemas.microsoft.com/office/drawing/2014/main" id="{79EF122D-7345-41F0-910A-C5F3A0B9B8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62401" y="4372363"/>
            <a:ext cx="1085963" cy="1085963"/>
          </a:xfrm>
          <a:prstGeom prst="rect">
            <a:avLst/>
          </a:prstGeom>
        </p:spPr>
      </p:pic>
    </p:spTree>
    <p:extLst>
      <p:ext uri="{BB962C8B-B14F-4D97-AF65-F5344CB8AC3E}">
        <p14:creationId xmlns:p14="http://schemas.microsoft.com/office/powerpoint/2010/main" val="145481779"/>
      </p:ext>
    </p:extLst>
  </p:cSld>
  <p:clrMapOvr>
    <a:masterClrMapping/>
  </p:clrMapOvr>
  <mc:AlternateContent xmlns:mc="http://schemas.openxmlformats.org/markup-compatibility/2006" xmlns:p14="http://schemas.microsoft.com/office/powerpoint/2010/main">
    <mc:Choice Requires="p14">
      <p:transition spd="slow" p14:dur="2000" advTm="23983"/>
    </mc:Choice>
    <mc:Fallback xmlns="">
      <p:transition spd="slow" advTm="23983"/>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Autofit/>
          </a:bodyPr>
          <a:lstStyle/>
          <a:p>
            <a:r>
              <a:rPr lang="en-US" sz="2800" dirty="0"/>
              <a:t>Exercise P20</a:t>
            </a:r>
            <a:br>
              <a:rPr lang="en-US" sz="2800" dirty="0"/>
            </a:br>
            <a:r>
              <a:rPr lang="en-US" sz="2800" dirty="0"/>
              <a:t>Identify ethical questions and propose answers</a:t>
            </a:r>
          </a:p>
        </p:txBody>
      </p:sp>
      <p:sp>
        <p:nvSpPr>
          <p:cNvPr id="53" name="Rectangle 52">
            <a:extLst>
              <a:ext uri="{FF2B5EF4-FFF2-40B4-BE49-F238E27FC236}">
                <a16:creationId xmlns:a16="http://schemas.microsoft.com/office/drawing/2014/main" id="{DD3CDB51-D00C-4256-9ADC-AB0073EBCAF6}"/>
              </a:ext>
            </a:extLst>
          </p:cNvPr>
          <p:cNvSpPr/>
          <p:nvPr/>
        </p:nvSpPr>
        <p:spPr>
          <a:xfrm>
            <a:off x="504703" y="23497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Ethical question</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22769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How will we manage privacy ?</a:t>
            </a:r>
          </a:p>
        </p:txBody>
      </p:sp>
      <p:sp>
        <p:nvSpPr>
          <p:cNvPr id="56" name="Rectangle 55">
            <a:extLst>
              <a:ext uri="{FF2B5EF4-FFF2-40B4-BE49-F238E27FC236}">
                <a16:creationId xmlns:a16="http://schemas.microsoft.com/office/drawing/2014/main" id="{2D2FE93B-7398-478D-B573-7DD197905364}"/>
              </a:ext>
            </a:extLst>
          </p:cNvPr>
          <p:cNvSpPr/>
          <p:nvPr/>
        </p:nvSpPr>
        <p:spPr>
          <a:xfrm>
            <a:off x="392139" y="55189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Solution </a:t>
            </a:r>
          </a:p>
        </p:txBody>
      </p:sp>
      <p:sp>
        <p:nvSpPr>
          <p:cNvPr id="22" name="Rectangle 21">
            <a:extLst>
              <a:ext uri="{FF2B5EF4-FFF2-40B4-BE49-F238E27FC236}">
                <a16:creationId xmlns:a16="http://schemas.microsoft.com/office/drawing/2014/main" id="{0B5F3A94-8C55-4FB1-92EC-F2D8C1FB6CBA}"/>
              </a:ext>
            </a:extLst>
          </p:cNvPr>
          <p:cNvSpPr/>
          <p:nvPr/>
        </p:nvSpPr>
        <p:spPr>
          <a:xfrm>
            <a:off x="1782167" y="452095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000" dirty="0">
                <a:solidFill>
                  <a:schemeClr val="tx1"/>
                </a:solidFill>
              </a:rPr>
              <a:t>Example : </a:t>
            </a:r>
          </a:p>
          <a:p>
            <a:pPr algn="ctr"/>
            <a:endParaRPr lang="en-US" sz="1000" dirty="0">
              <a:solidFill>
                <a:schemeClr val="tx1"/>
              </a:solidFill>
            </a:endParaRPr>
          </a:p>
          <a:p>
            <a:pPr algn="ctr"/>
            <a:r>
              <a:rPr lang="en-US" sz="1000" dirty="0">
                <a:solidFill>
                  <a:schemeClr val="tx1"/>
                </a:solidFill>
              </a:rPr>
              <a:t>Idea : allow all users to delete their account, remind them</a:t>
            </a:r>
          </a:p>
        </p:txBody>
      </p:sp>
      <p:sp>
        <p:nvSpPr>
          <p:cNvPr id="77" name="Rectangle 76">
            <a:extLst>
              <a:ext uri="{FF2B5EF4-FFF2-40B4-BE49-F238E27FC236}">
                <a16:creationId xmlns:a16="http://schemas.microsoft.com/office/drawing/2014/main" id="{DA6E9BC9-C07D-45DB-B731-2B6AC3868F67}"/>
              </a:ext>
            </a:extLst>
          </p:cNvPr>
          <p:cNvSpPr/>
          <p:nvPr/>
        </p:nvSpPr>
        <p:spPr>
          <a:xfrm>
            <a:off x="7647098"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8" name="Rectangle 77">
            <a:extLst>
              <a:ext uri="{FF2B5EF4-FFF2-40B4-BE49-F238E27FC236}">
                <a16:creationId xmlns:a16="http://schemas.microsoft.com/office/drawing/2014/main" id="{697CC666-66F8-4199-94F2-E71BCAB344A1}"/>
              </a:ext>
            </a:extLst>
          </p:cNvPr>
          <p:cNvSpPr/>
          <p:nvPr/>
        </p:nvSpPr>
        <p:spPr>
          <a:xfrm>
            <a:off x="10964994"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9" name="Rectangle 78">
            <a:extLst>
              <a:ext uri="{FF2B5EF4-FFF2-40B4-BE49-F238E27FC236}">
                <a16:creationId xmlns:a16="http://schemas.microsoft.com/office/drawing/2014/main" id="{BC986993-793D-4505-B000-7D3EED2CEFBE}"/>
              </a:ext>
            </a:extLst>
          </p:cNvPr>
          <p:cNvSpPr/>
          <p:nvPr/>
        </p:nvSpPr>
        <p:spPr>
          <a:xfrm>
            <a:off x="9818466" y="581768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0" name="Rectangle 79">
            <a:extLst>
              <a:ext uri="{FF2B5EF4-FFF2-40B4-BE49-F238E27FC236}">
                <a16:creationId xmlns:a16="http://schemas.microsoft.com/office/drawing/2014/main" id="{C660B1FD-4449-4B84-AD65-851732BC19FB}"/>
              </a:ext>
            </a:extLst>
          </p:cNvPr>
          <p:cNvSpPr/>
          <p:nvPr/>
        </p:nvSpPr>
        <p:spPr>
          <a:xfrm>
            <a:off x="6529014"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1" name="Rectangle 80">
            <a:extLst>
              <a:ext uri="{FF2B5EF4-FFF2-40B4-BE49-F238E27FC236}">
                <a16:creationId xmlns:a16="http://schemas.microsoft.com/office/drawing/2014/main" id="{2AE4597B-4B66-4D44-B8B4-A2742FEDC1A1}"/>
              </a:ext>
            </a:extLst>
          </p:cNvPr>
          <p:cNvSpPr/>
          <p:nvPr/>
        </p:nvSpPr>
        <p:spPr>
          <a:xfrm>
            <a:off x="5424473" y="572386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2" name="Rectangle 81">
            <a:extLst>
              <a:ext uri="{FF2B5EF4-FFF2-40B4-BE49-F238E27FC236}">
                <a16:creationId xmlns:a16="http://schemas.microsoft.com/office/drawing/2014/main" id="{8C3012CE-5938-455C-9F46-9FC7D7B688CE}"/>
              </a:ext>
            </a:extLst>
          </p:cNvPr>
          <p:cNvSpPr/>
          <p:nvPr/>
        </p:nvSpPr>
        <p:spPr>
          <a:xfrm>
            <a:off x="8732782" y="581768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3" name="Rectangle 82">
            <a:extLst>
              <a:ext uri="{FF2B5EF4-FFF2-40B4-BE49-F238E27FC236}">
                <a16:creationId xmlns:a16="http://schemas.microsoft.com/office/drawing/2014/main" id="{FA65D5F0-39FE-4E71-9D71-36C0E730D110}"/>
              </a:ext>
            </a:extLst>
          </p:cNvPr>
          <p:cNvSpPr/>
          <p:nvPr/>
        </p:nvSpPr>
        <p:spPr>
          <a:xfrm>
            <a:off x="2876312" y="452095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Example : </a:t>
            </a:r>
          </a:p>
          <a:p>
            <a:pPr algn="ctr"/>
            <a:endParaRPr lang="en-US" sz="1000" dirty="0">
              <a:solidFill>
                <a:schemeClr val="tx1"/>
              </a:solidFill>
            </a:endParaRPr>
          </a:p>
          <a:p>
            <a:pPr algn="ctr"/>
            <a:r>
              <a:rPr lang="en-US" sz="1000" dirty="0">
                <a:solidFill>
                  <a:schemeClr val="tx1"/>
                </a:solidFill>
              </a:rPr>
              <a:t>Use nicknames instead of  real names</a:t>
            </a:r>
          </a:p>
        </p:txBody>
      </p:sp>
      <p:sp>
        <p:nvSpPr>
          <p:cNvPr id="84" name="Rectangle 83">
            <a:extLst>
              <a:ext uri="{FF2B5EF4-FFF2-40B4-BE49-F238E27FC236}">
                <a16:creationId xmlns:a16="http://schemas.microsoft.com/office/drawing/2014/main" id="{8E698183-558C-4A38-BCB1-0ECCBF231BD8}"/>
              </a:ext>
            </a:extLst>
          </p:cNvPr>
          <p:cNvSpPr/>
          <p:nvPr/>
        </p:nvSpPr>
        <p:spPr>
          <a:xfrm>
            <a:off x="7553906" y="243013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5" name="Rectangle 84">
            <a:extLst>
              <a:ext uri="{FF2B5EF4-FFF2-40B4-BE49-F238E27FC236}">
                <a16:creationId xmlns:a16="http://schemas.microsoft.com/office/drawing/2014/main" id="{4DBC74E0-91A4-4FCE-BE23-B14D4DCC42DC}"/>
              </a:ext>
            </a:extLst>
          </p:cNvPr>
          <p:cNvSpPr/>
          <p:nvPr/>
        </p:nvSpPr>
        <p:spPr>
          <a:xfrm>
            <a:off x="10778895" y="248475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6" name="Rectangle 85">
            <a:extLst>
              <a:ext uri="{FF2B5EF4-FFF2-40B4-BE49-F238E27FC236}">
                <a16:creationId xmlns:a16="http://schemas.microsoft.com/office/drawing/2014/main" id="{69799E5A-2204-49C1-86A3-D7C0A668A10E}"/>
              </a:ext>
            </a:extLst>
          </p:cNvPr>
          <p:cNvSpPr/>
          <p:nvPr/>
        </p:nvSpPr>
        <p:spPr>
          <a:xfrm>
            <a:off x="9714054" y="252485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7" name="Rectangle 86">
            <a:extLst>
              <a:ext uri="{FF2B5EF4-FFF2-40B4-BE49-F238E27FC236}">
                <a16:creationId xmlns:a16="http://schemas.microsoft.com/office/drawing/2014/main" id="{2AFA76D6-608D-4C84-A106-E85BBC4590DA}"/>
              </a:ext>
            </a:extLst>
          </p:cNvPr>
          <p:cNvSpPr/>
          <p:nvPr/>
        </p:nvSpPr>
        <p:spPr>
          <a:xfrm>
            <a:off x="6468222" y="24310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8" name="Rectangle 87">
            <a:extLst>
              <a:ext uri="{FF2B5EF4-FFF2-40B4-BE49-F238E27FC236}">
                <a16:creationId xmlns:a16="http://schemas.microsoft.com/office/drawing/2014/main" id="{0C3BCACA-BF2A-483B-B0C4-BD5E1A04BC4E}"/>
              </a:ext>
            </a:extLst>
          </p:cNvPr>
          <p:cNvSpPr/>
          <p:nvPr/>
        </p:nvSpPr>
        <p:spPr>
          <a:xfrm>
            <a:off x="5393758" y="24310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9" name="Rectangle 88">
            <a:extLst>
              <a:ext uri="{FF2B5EF4-FFF2-40B4-BE49-F238E27FC236}">
                <a16:creationId xmlns:a16="http://schemas.microsoft.com/office/drawing/2014/main" id="{A1F4B596-3ED6-4A9E-A44B-52CE774CF8F5}"/>
              </a:ext>
            </a:extLst>
          </p:cNvPr>
          <p:cNvSpPr/>
          <p:nvPr/>
        </p:nvSpPr>
        <p:spPr>
          <a:xfrm>
            <a:off x="8639590" y="252485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0" name="Rectangle 89">
            <a:extLst>
              <a:ext uri="{FF2B5EF4-FFF2-40B4-BE49-F238E27FC236}">
                <a16:creationId xmlns:a16="http://schemas.microsoft.com/office/drawing/2014/main" id="{B492F888-5B69-4235-8F03-A21B6F56B9EC}"/>
              </a:ext>
            </a:extLst>
          </p:cNvPr>
          <p:cNvSpPr/>
          <p:nvPr/>
        </p:nvSpPr>
        <p:spPr>
          <a:xfrm>
            <a:off x="6723291" y="349513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1" name="Rectangle 90">
            <a:extLst>
              <a:ext uri="{FF2B5EF4-FFF2-40B4-BE49-F238E27FC236}">
                <a16:creationId xmlns:a16="http://schemas.microsoft.com/office/drawing/2014/main" id="{6083B102-1D5E-4194-93FE-1AC9720045AF}"/>
              </a:ext>
            </a:extLst>
          </p:cNvPr>
          <p:cNvSpPr/>
          <p:nvPr/>
        </p:nvSpPr>
        <p:spPr>
          <a:xfrm>
            <a:off x="9948280" y="354975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2" name="Rectangle 91">
            <a:extLst>
              <a:ext uri="{FF2B5EF4-FFF2-40B4-BE49-F238E27FC236}">
                <a16:creationId xmlns:a16="http://schemas.microsoft.com/office/drawing/2014/main" id="{03C2B812-C4B5-42B3-9C9B-ED2CB678B739}"/>
              </a:ext>
            </a:extLst>
          </p:cNvPr>
          <p:cNvSpPr/>
          <p:nvPr/>
        </p:nvSpPr>
        <p:spPr>
          <a:xfrm>
            <a:off x="8883439" y="35898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3" name="Rectangle 92">
            <a:extLst>
              <a:ext uri="{FF2B5EF4-FFF2-40B4-BE49-F238E27FC236}">
                <a16:creationId xmlns:a16="http://schemas.microsoft.com/office/drawing/2014/main" id="{A1E267F3-E697-45C4-AA83-C145221840DF}"/>
              </a:ext>
            </a:extLst>
          </p:cNvPr>
          <p:cNvSpPr/>
          <p:nvPr/>
        </p:nvSpPr>
        <p:spPr>
          <a:xfrm>
            <a:off x="5637607" y="34960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4" name="Rectangle 93">
            <a:extLst>
              <a:ext uri="{FF2B5EF4-FFF2-40B4-BE49-F238E27FC236}">
                <a16:creationId xmlns:a16="http://schemas.microsoft.com/office/drawing/2014/main" id="{E2610A1B-40A7-4876-8EE0-8DC4873F4B9A}"/>
              </a:ext>
            </a:extLst>
          </p:cNvPr>
          <p:cNvSpPr/>
          <p:nvPr/>
        </p:nvSpPr>
        <p:spPr>
          <a:xfrm>
            <a:off x="4563143" y="34960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5" name="Rectangle 94">
            <a:extLst>
              <a:ext uri="{FF2B5EF4-FFF2-40B4-BE49-F238E27FC236}">
                <a16:creationId xmlns:a16="http://schemas.microsoft.com/office/drawing/2014/main" id="{041976D6-F5B1-4547-B729-4C96B0677096}"/>
              </a:ext>
            </a:extLst>
          </p:cNvPr>
          <p:cNvSpPr/>
          <p:nvPr/>
        </p:nvSpPr>
        <p:spPr>
          <a:xfrm>
            <a:off x="7808975" y="35898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6" name="Rectangle 95">
            <a:extLst>
              <a:ext uri="{FF2B5EF4-FFF2-40B4-BE49-F238E27FC236}">
                <a16:creationId xmlns:a16="http://schemas.microsoft.com/office/drawing/2014/main" id="{6084C97A-EDCB-4C3C-8D2D-07679D13AFD1}"/>
              </a:ext>
            </a:extLst>
          </p:cNvPr>
          <p:cNvSpPr/>
          <p:nvPr/>
        </p:nvSpPr>
        <p:spPr>
          <a:xfrm>
            <a:off x="6847130"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7" name="Rectangle 96">
            <a:extLst>
              <a:ext uri="{FF2B5EF4-FFF2-40B4-BE49-F238E27FC236}">
                <a16:creationId xmlns:a16="http://schemas.microsoft.com/office/drawing/2014/main" id="{679735C9-8727-4D5F-8D5E-2507B127E1BF}"/>
              </a:ext>
            </a:extLst>
          </p:cNvPr>
          <p:cNvSpPr/>
          <p:nvPr/>
        </p:nvSpPr>
        <p:spPr>
          <a:xfrm>
            <a:off x="10165026"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8" name="Rectangle 97">
            <a:extLst>
              <a:ext uri="{FF2B5EF4-FFF2-40B4-BE49-F238E27FC236}">
                <a16:creationId xmlns:a16="http://schemas.microsoft.com/office/drawing/2014/main" id="{BCE57F40-EA4A-44B9-979E-5A060731D648}"/>
              </a:ext>
            </a:extLst>
          </p:cNvPr>
          <p:cNvSpPr/>
          <p:nvPr/>
        </p:nvSpPr>
        <p:spPr>
          <a:xfrm>
            <a:off x="9018498" y="466036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9" name="Rectangle 98">
            <a:extLst>
              <a:ext uri="{FF2B5EF4-FFF2-40B4-BE49-F238E27FC236}">
                <a16:creationId xmlns:a16="http://schemas.microsoft.com/office/drawing/2014/main" id="{C895D0B0-4C49-4090-BA60-FDA6097A9C4B}"/>
              </a:ext>
            </a:extLst>
          </p:cNvPr>
          <p:cNvSpPr/>
          <p:nvPr/>
        </p:nvSpPr>
        <p:spPr>
          <a:xfrm>
            <a:off x="5729046"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100" name="Rectangle 99">
            <a:extLst>
              <a:ext uri="{FF2B5EF4-FFF2-40B4-BE49-F238E27FC236}">
                <a16:creationId xmlns:a16="http://schemas.microsoft.com/office/drawing/2014/main" id="{09C334F5-D7DE-4AE4-A76E-118533130EF1}"/>
              </a:ext>
            </a:extLst>
          </p:cNvPr>
          <p:cNvSpPr/>
          <p:nvPr/>
        </p:nvSpPr>
        <p:spPr>
          <a:xfrm>
            <a:off x="4624505" y="4566553"/>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101" name="Rectangle 100">
            <a:extLst>
              <a:ext uri="{FF2B5EF4-FFF2-40B4-BE49-F238E27FC236}">
                <a16:creationId xmlns:a16="http://schemas.microsoft.com/office/drawing/2014/main" id="{9AE8A1FE-5922-467F-90D4-AC2CB2799C5B}"/>
              </a:ext>
            </a:extLst>
          </p:cNvPr>
          <p:cNvSpPr/>
          <p:nvPr/>
        </p:nvSpPr>
        <p:spPr>
          <a:xfrm>
            <a:off x="7932814" y="466036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4211869983"/>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D394831-DF93-46A4-A449-B5143943734E}"/>
              </a:ext>
            </a:extLst>
          </p:cNvPr>
          <p:cNvSpPr>
            <a:spLocks noGrp="1"/>
          </p:cNvSpPr>
          <p:nvPr>
            <p:ph type="ctrTitle"/>
          </p:nvPr>
        </p:nvSpPr>
        <p:spPr>
          <a:xfrm>
            <a:off x="371094" y="1161288"/>
            <a:ext cx="3809020" cy="1239012"/>
          </a:xfrm>
        </p:spPr>
        <p:txBody>
          <a:bodyPr vert="horz" lIns="91440" tIns="45720" rIns="91440" bIns="45720" rtlCol="0" anchor="ctr">
            <a:normAutofit/>
          </a:bodyPr>
          <a:lstStyle/>
          <a:p>
            <a:r>
              <a:rPr lang="en-US" sz="2800"/>
              <a:t>End of Course</a:t>
            </a:r>
          </a:p>
        </p:txBody>
      </p:sp>
      <p:sp>
        <p:nvSpPr>
          <p:cNvPr id="5" name="Sous-titre 4">
            <a:extLst>
              <a:ext uri="{FF2B5EF4-FFF2-40B4-BE49-F238E27FC236}">
                <a16:creationId xmlns:a16="http://schemas.microsoft.com/office/drawing/2014/main" id="{36B5E41D-7A12-412D-B2B4-21467B4881FB}"/>
              </a:ext>
            </a:extLst>
          </p:cNvPr>
          <p:cNvSpPr>
            <a:spLocks noGrp="1"/>
          </p:cNvSpPr>
          <p:nvPr>
            <p:ph type="subTitle" idx="1"/>
          </p:nvPr>
        </p:nvSpPr>
        <p:spPr>
          <a:xfrm>
            <a:off x="576072" y="2890982"/>
            <a:ext cx="3233166" cy="3317794"/>
          </a:xfrm>
        </p:spPr>
        <p:txBody>
          <a:bodyPr vert="horz" lIns="91440" tIns="45720" rIns="91440" bIns="45720" rtlCol="0" anchor="t">
            <a:normAutofit lnSpcReduction="10000"/>
          </a:bodyPr>
          <a:lstStyle/>
          <a:p>
            <a:pPr marL="514350" indent="-514350">
              <a:buFont typeface="+mj-lt"/>
              <a:buAutoNum type="arabicPeriod"/>
            </a:pPr>
            <a:r>
              <a:rPr lang="en-US" dirty="0"/>
              <a:t>Summary</a:t>
            </a:r>
          </a:p>
          <a:p>
            <a:pPr marL="514350" indent="-514350">
              <a:buFont typeface="+mj-lt"/>
              <a:buAutoNum type="arabicPeriod"/>
            </a:pPr>
            <a:r>
              <a:rPr lang="en-US" dirty="0"/>
              <a:t>Take-aways</a:t>
            </a:r>
          </a:p>
          <a:p>
            <a:pPr marL="514350" indent="-514350">
              <a:buFont typeface="+mj-lt"/>
              <a:buAutoNum type="arabicPeriod"/>
            </a:pPr>
            <a:r>
              <a:rPr lang="en-US" dirty="0"/>
              <a:t>Limits of the models</a:t>
            </a:r>
          </a:p>
          <a:p>
            <a:pPr marL="514350" indent="-514350">
              <a:buFont typeface="+mj-lt"/>
              <a:buAutoNum type="arabicPeriod"/>
            </a:pPr>
            <a:r>
              <a:rPr lang="en-US" dirty="0"/>
              <a:t>Exercises</a:t>
            </a:r>
          </a:p>
          <a:p>
            <a:pPr marL="514350" indent="-514350">
              <a:buFont typeface="+mj-lt"/>
              <a:buAutoNum type="arabicPeriod"/>
            </a:pPr>
            <a:r>
              <a:rPr lang="en-US" dirty="0"/>
              <a:t>Going further</a:t>
            </a:r>
          </a:p>
        </p:txBody>
      </p:sp>
      <p:grpSp>
        <p:nvGrpSpPr>
          <p:cNvPr id="2" name="Groupe 1">
            <a:extLst>
              <a:ext uri="{FF2B5EF4-FFF2-40B4-BE49-F238E27FC236}">
                <a16:creationId xmlns:a16="http://schemas.microsoft.com/office/drawing/2014/main" id="{6A194855-3269-4300-8A6C-E4BE727D8FC6}"/>
              </a:ext>
            </a:extLst>
          </p:cNvPr>
          <p:cNvGrpSpPr/>
          <p:nvPr/>
        </p:nvGrpSpPr>
        <p:grpSpPr>
          <a:xfrm>
            <a:off x="4901184" y="1501051"/>
            <a:ext cx="6922006" cy="3956484"/>
            <a:chOff x="906464" y="1595695"/>
            <a:chExt cx="9398847" cy="5372195"/>
          </a:xfrm>
        </p:grpSpPr>
        <p:pic>
          <p:nvPicPr>
            <p:cNvPr id="17" name="Graphique 16" descr="Personne confuse avec un remplissage uni">
              <a:extLst>
                <a:ext uri="{FF2B5EF4-FFF2-40B4-BE49-F238E27FC236}">
                  <a16:creationId xmlns:a16="http://schemas.microsoft.com/office/drawing/2014/main" id="{FBD72E6B-F47C-4E58-858E-919A4B173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863799" y="3451227"/>
              <a:ext cx="1983159" cy="1417285"/>
            </a:xfrm>
            <a:prstGeom prst="rect">
              <a:avLst/>
            </a:prstGeom>
          </p:spPr>
        </p:pic>
        <p:pic>
          <p:nvPicPr>
            <p:cNvPr id="18" name="Graphique 17" descr="Employé de bureau avec un remplissage uni">
              <a:extLst>
                <a:ext uri="{FF2B5EF4-FFF2-40B4-BE49-F238E27FC236}">
                  <a16:creationId xmlns:a16="http://schemas.microsoft.com/office/drawing/2014/main" id="{B4406935-1C88-4862-88CF-6FA8525B80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76511" y="1931679"/>
              <a:ext cx="914400" cy="914400"/>
            </a:xfrm>
            <a:prstGeom prst="rect">
              <a:avLst/>
            </a:prstGeom>
          </p:spPr>
        </p:pic>
        <p:pic>
          <p:nvPicPr>
            <p:cNvPr id="19" name="Graphique 18" descr="Employée de bureau avec un remplissage uni">
              <a:extLst>
                <a:ext uri="{FF2B5EF4-FFF2-40B4-BE49-F238E27FC236}">
                  <a16:creationId xmlns:a16="http://schemas.microsoft.com/office/drawing/2014/main" id="{D5F18A33-BA0E-489D-BF86-EBF9F86777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20" name="Graphique 19" descr="Écolière avec un remplissage uni">
              <a:extLst>
                <a:ext uri="{FF2B5EF4-FFF2-40B4-BE49-F238E27FC236}">
                  <a16:creationId xmlns:a16="http://schemas.microsoft.com/office/drawing/2014/main" id="{63A5187A-E918-40D0-9CF9-AD8657938B4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05817" y="5943600"/>
              <a:ext cx="914400" cy="914400"/>
            </a:xfrm>
            <a:prstGeom prst="rect">
              <a:avLst/>
            </a:prstGeom>
          </p:spPr>
        </p:pic>
        <p:pic>
          <p:nvPicPr>
            <p:cNvPr id="21" name="Graphique 20" descr="Personne avec une idée avec un remplissage uni">
              <a:extLst>
                <a:ext uri="{FF2B5EF4-FFF2-40B4-BE49-F238E27FC236}">
                  <a16:creationId xmlns:a16="http://schemas.microsoft.com/office/drawing/2014/main" id="{90538391-5D4B-451D-B36F-0A09F3B6D74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6464" y="3963942"/>
              <a:ext cx="1102794" cy="1102794"/>
            </a:xfrm>
            <a:prstGeom prst="rect">
              <a:avLst/>
            </a:prstGeom>
          </p:spPr>
        </p:pic>
        <p:pic>
          <p:nvPicPr>
            <p:cNvPr id="22" name="Graphique 21" descr="Couronne d'utilisateur féminine avec un remplissage uni">
              <a:extLst>
                <a:ext uri="{FF2B5EF4-FFF2-40B4-BE49-F238E27FC236}">
                  <a16:creationId xmlns:a16="http://schemas.microsoft.com/office/drawing/2014/main" id="{B3533015-606A-48DA-BDC4-E4FE24EEB44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98179" y="1595695"/>
              <a:ext cx="914400" cy="914400"/>
            </a:xfrm>
            <a:prstGeom prst="rect">
              <a:avLst/>
            </a:prstGeom>
          </p:spPr>
        </p:pic>
        <p:pic>
          <p:nvPicPr>
            <p:cNvPr id="23" name="Graphique 22" descr="Enseignant avec un remplissage uni">
              <a:extLst>
                <a:ext uri="{FF2B5EF4-FFF2-40B4-BE49-F238E27FC236}">
                  <a16:creationId xmlns:a16="http://schemas.microsoft.com/office/drawing/2014/main" id="{57E5F715-8F9F-4B38-99A0-FE0D580196A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72431" y="6053490"/>
              <a:ext cx="914400" cy="914400"/>
            </a:xfrm>
            <a:prstGeom prst="rect">
              <a:avLst/>
            </a:prstGeom>
          </p:spPr>
        </p:pic>
        <p:pic>
          <p:nvPicPr>
            <p:cNvPr id="24" name="Graphique 23" descr="Centre d’appels avec un remplissage uni">
              <a:extLst>
                <a:ext uri="{FF2B5EF4-FFF2-40B4-BE49-F238E27FC236}">
                  <a16:creationId xmlns:a16="http://schemas.microsoft.com/office/drawing/2014/main" id="{ED4630E0-87ED-4C8F-A0B7-05E6516B098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90911" y="3963942"/>
              <a:ext cx="914400" cy="914400"/>
            </a:xfrm>
            <a:prstGeom prst="rect">
              <a:avLst/>
            </a:prstGeom>
          </p:spPr>
        </p:pic>
      </p:grpSp>
    </p:spTree>
    <p:extLst>
      <p:ext uri="{BB962C8B-B14F-4D97-AF65-F5344CB8AC3E}">
        <p14:creationId xmlns:p14="http://schemas.microsoft.com/office/powerpoint/2010/main" val="257901448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lstStyle/>
          <a:p>
            <a:r>
              <a:rPr lang="en-US"/>
              <a:t>Summary</a:t>
            </a:r>
          </a:p>
        </p:txBody>
      </p:sp>
      <p:sp>
        <p:nvSpPr>
          <p:cNvPr id="8" name="Espace réservé du contenu 7">
            <a:extLst>
              <a:ext uri="{FF2B5EF4-FFF2-40B4-BE49-F238E27FC236}">
                <a16:creationId xmlns:a16="http://schemas.microsoft.com/office/drawing/2014/main" id="{C29D6B43-F461-4862-9A39-0FB52C623136}"/>
              </a:ext>
            </a:extLst>
          </p:cNvPr>
          <p:cNvSpPr>
            <a:spLocks noGrp="1"/>
          </p:cNvSpPr>
          <p:nvPr>
            <p:ph idx="1"/>
          </p:nvPr>
        </p:nvSpPr>
        <p:spPr>
          <a:xfrm>
            <a:off x="1011936" y="2147317"/>
            <a:ext cx="10168128" cy="4510658"/>
          </a:xfrm>
        </p:spPr>
        <p:txBody>
          <a:bodyPr>
            <a:normAutofit fontScale="55000" lnSpcReduction="20000"/>
          </a:bodyPr>
          <a:lstStyle/>
          <a:p>
            <a:pPr marL="0" indent="0">
              <a:buNone/>
            </a:pPr>
            <a:r>
              <a:rPr lang="en-US"/>
              <a:t>Corporate Community Boosting encompasses many functions, including managing </a:t>
            </a:r>
            <a:r>
              <a:rPr lang="en-US" b="1"/>
              <a:t>value, content and people</a:t>
            </a:r>
            <a:r>
              <a:rPr lang="en-US"/>
              <a:t>. </a:t>
            </a:r>
          </a:p>
          <a:p>
            <a:pPr marL="0" indent="0">
              <a:buNone/>
            </a:pPr>
            <a:r>
              <a:rPr lang="en-US"/>
              <a:t>There is a strong competition in catching attention. Such condition invites CCBs to select the right format according to scalability or undivided attention, balance actions between </a:t>
            </a:r>
            <a:r>
              <a:rPr lang="en-US" b="1">
                <a:solidFill>
                  <a:srgbClr val="EC7B2B"/>
                </a:solidFill>
              </a:rPr>
              <a:t>reach strategy </a:t>
            </a:r>
            <a:r>
              <a:rPr lang="en-US"/>
              <a:t>and </a:t>
            </a:r>
            <a:r>
              <a:rPr lang="en-US" b="1">
                <a:solidFill>
                  <a:srgbClr val="3494BA"/>
                </a:solidFill>
              </a:rPr>
              <a:t>engagement strategy</a:t>
            </a:r>
            <a:r>
              <a:rPr lang="en-US"/>
              <a:t>, and select when to curate and when to create.</a:t>
            </a:r>
          </a:p>
          <a:p>
            <a:pPr marL="0" indent="0">
              <a:buNone/>
            </a:pPr>
            <a:r>
              <a:rPr lang="en-US"/>
              <a:t>A community must deliver value, and it is better done when target value is identified, when </a:t>
            </a:r>
            <a:r>
              <a:rPr lang="en-US" b="1"/>
              <a:t>value momentum </a:t>
            </a:r>
            <a:r>
              <a:rPr lang="en-US"/>
              <a:t>is exploited, and  when value delivery is made compatible with whatever already exists in the Corporation, like other communities.</a:t>
            </a:r>
          </a:p>
          <a:p>
            <a:pPr marL="0" indent="0">
              <a:buNone/>
            </a:pPr>
            <a:r>
              <a:rPr lang="en-US"/>
              <a:t>As far as people are concerned, CCBs must manage the </a:t>
            </a:r>
            <a:r>
              <a:rPr lang="en-US" b="1">
                <a:solidFill>
                  <a:srgbClr val="EC7B2B"/>
                </a:solidFill>
              </a:rPr>
              <a:t>stakeholders' expectations</a:t>
            </a:r>
            <a:r>
              <a:rPr lang="en-US"/>
              <a:t>. One target for resilient growth is to set up a Golden Engagement virtuous circle, which requires understanding of engagement pros and cons for Community Members. </a:t>
            </a:r>
            <a:r>
              <a:rPr lang="en-US" b="1">
                <a:solidFill>
                  <a:srgbClr val="3494BA"/>
                </a:solidFill>
              </a:rPr>
              <a:t>Levels of engagement </a:t>
            </a:r>
            <a:r>
              <a:rPr lang="en-US"/>
              <a:t>can be outlined, in order to better understand members’ time investment profiles, expectations and propose the right level of opportunities to everyone, keeping them in the </a:t>
            </a:r>
            <a:r>
              <a:rPr lang="en-US" b="1">
                <a:solidFill>
                  <a:srgbClr val="3494BA"/>
                </a:solidFill>
              </a:rPr>
              <a:t>Engagement flow</a:t>
            </a:r>
            <a:r>
              <a:rPr lang="en-US"/>
              <a:t>.  These levels of engagement also help in defining a </a:t>
            </a:r>
            <a:r>
              <a:rPr lang="en-US" b="1">
                <a:solidFill>
                  <a:srgbClr val="3494BA"/>
                </a:solidFill>
              </a:rPr>
              <a:t>Community Engagement target </a:t>
            </a:r>
            <a:r>
              <a:rPr lang="en-US"/>
              <a:t>and help in clarifying what blocks or accelerate Engagement dynamics (walls and jumps).</a:t>
            </a:r>
          </a:p>
          <a:p>
            <a:pPr marL="0" indent="0">
              <a:buNone/>
            </a:pPr>
            <a:r>
              <a:rPr lang="en-US"/>
              <a:t>Engagement level can also depend on the level of </a:t>
            </a:r>
            <a:r>
              <a:rPr lang="en-US" b="1">
                <a:solidFill>
                  <a:srgbClr val="EC7B2B"/>
                </a:solidFill>
              </a:rPr>
              <a:t>link between members</a:t>
            </a:r>
            <a:r>
              <a:rPr lang="en-US"/>
              <a:t>, which can be defined using various dimensions, measured, and fostered, especially when members become numerous. Link architecture and dynamics are also to be considered when deciding a strategy.</a:t>
            </a:r>
          </a:p>
          <a:p>
            <a:pPr marL="0" indent="0">
              <a:buNone/>
            </a:pPr>
            <a:r>
              <a:rPr lang="en-US"/>
              <a:t>The power given to Community Boosters comes with responsibilities, and Community Booster should consider ethical questions about their activities.</a:t>
            </a:r>
          </a:p>
        </p:txBody>
      </p:sp>
    </p:spTree>
    <p:extLst>
      <p:ext uri="{BB962C8B-B14F-4D97-AF65-F5344CB8AC3E}">
        <p14:creationId xmlns:p14="http://schemas.microsoft.com/office/powerpoint/2010/main" val="53873353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lstStyle/>
          <a:p>
            <a:r>
              <a:rPr lang="en-US"/>
              <a:t>Take-aways</a:t>
            </a:r>
          </a:p>
        </p:txBody>
      </p:sp>
      <p:graphicFrame>
        <p:nvGraphicFramePr>
          <p:cNvPr id="2" name="Espace réservé du contenu 1">
            <a:extLst>
              <a:ext uri="{FF2B5EF4-FFF2-40B4-BE49-F238E27FC236}">
                <a16:creationId xmlns:a16="http://schemas.microsoft.com/office/drawing/2014/main" id="{DE268E3C-9507-42D4-A969-1A6FA3B892BB}"/>
              </a:ext>
            </a:extLst>
          </p:cNvPr>
          <p:cNvGraphicFramePr>
            <a:graphicFrameLocks noGrp="1"/>
          </p:cNvGraphicFramePr>
          <p:nvPr>
            <p:ph idx="1"/>
          </p:nvPr>
        </p:nvGraphicFramePr>
        <p:xfrm>
          <a:off x="1116013" y="2478088"/>
          <a:ext cx="10167937" cy="369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58909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normAutofit fontScale="90000"/>
          </a:bodyPr>
          <a:lstStyle/>
          <a:p>
            <a:r>
              <a:rPr lang="en-US"/>
              <a:t>Summary : </a:t>
            </a:r>
            <a:br>
              <a:rPr lang="en-US"/>
            </a:br>
            <a:r>
              <a:rPr lang="en-US"/>
              <a:t>List of Corporate Community Challenges 1/2</a:t>
            </a:r>
          </a:p>
        </p:txBody>
      </p:sp>
      <p:graphicFrame>
        <p:nvGraphicFramePr>
          <p:cNvPr id="2" name="Espace réservé du contenu 1">
            <a:extLst>
              <a:ext uri="{FF2B5EF4-FFF2-40B4-BE49-F238E27FC236}">
                <a16:creationId xmlns:a16="http://schemas.microsoft.com/office/drawing/2014/main" id="{DE268E3C-9507-42D4-A969-1A6FA3B892BB}"/>
              </a:ext>
            </a:extLst>
          </p:cNvPr>
          <p:cNvGraphicFramePr>
            <a:graphicFrameLocks noGrp="1"/>
          </p:cNvGraphicFramePr>
          <p:nvPr>
            <p:ph idx="1"/>
          </p:nvPr>
        </p:nvGraphicFramePr>
        <p:xfrm>
          <a:off x="1115568" y="2971248"/>
          <a:ext cx="10167937" cy="3694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Graphique 3" descr="Signe pouce en haut avec un remplissage uni">
            <a:extLst>
              <a:ext uri="{FF2B5EF4-FFF2-40B4-BE49-F238E27FC236}">
                <a16:creationId xmlns:a16="http://schemas.microsoft.com/office/drawing/2014/main" id="{2890D0D1-3F1C-4E38-A42E-48436689B55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91337" y="1791672"/>
            <a:ext cx="1179576" cy="1179576"/>
          </a:xfrm>
          <a:prstGeom prst="rect">
            <a:avLst/>
          </a:prstGeom>
        </p:spPr>
      </p:pic>
      <p:pic>
        <p:nvPicPr>
          <p:cNvPr id="5" name="Graphique 4" descr="Base de données avec un remplissage uni">
            <a:extLst>
              <a:ext uri="{FF2B5EF4-FFF2-40B4-BE49-F238E27FC236}">
                <a16:creationId xmlns:a16="http://schemas.microsoft.com/office/drawing/2014/main" id="{7C1CB564-B1EE-4A20-93E1-C056F4C00CB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05834" y="1574980"/>
            <a:ext cx="1549505" cy="1549505"/>
          </a:xfrm>
          <a:prstGeom prst="rect">
            <a:avLst/>
          </a:prstGeom>
        </p:spPr>
      </p:pic>
    </p:spTree>
    <p:extLst>
      <p:ext uri="{BB962C8B-B14F-4D97-AF65-F5344CB8AC3E}">
        <p14:creationId xmlns:p14="http://schemas.microsoft.com/office/powerpoint/2010/main" val="54452503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normAutofit fontScale="90000"/>
          </a:bodyPr>
          <a:lstStyle/>
          <a:p>
            <a:r>
              <a:rPr lang="en-US"/>
              <a:t>Summary</a:t>
            </a:r>
            <a:br>
              <a:rPr lang="en-US"/>
            </a:br>
            <a:r>
              <a:rPr lang="en-US"/>
              <a:t>List of Corporate Community Challenges 2/2</a:t>
            </a:r>
          </a:p>
        </p:txBody>
      </p:sp>
      <p:graphicFrame>
        <p:nvGraphicFramePr>
          <p:cNvPr id="2" name="Espace réservé du contenu 1">
            <a:extLst>
              <a:ext uri="{FF2B5EF4-FFF2-40B4-BE49-F238E27FC236}">
                <a16:creationId xmlns:a16="http://schemas.microsoft.com/office/drawing/2014/main" id="{DE268E3C-9507-42D4-A969-1A6FA3B892BB}"/>
              </a:ext>
            </a:extLst>
          </p:cNvPr>
          <p:cNvGraphicFramePr>
            <a:graphicFrameLocks noGrp="1"/>
          </p:cNvGraphicFramePr>
          <p:nvPr>
            <p:ph idx="1"/>
          </p:nvPr>
        </p:nvGraphicFramePr>
        <p:xfrm>
          <a:off x="1116013" y="2478088"/>
          <a:ext cx="10167937" cy="3694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Graphique 3" descr="En haut avec un remplissage uni">
            <a:extLst>
              <a:ext uri="{FF2B5EF4-FFF2-40B4-BE49-F238E27FC236}">
                <a16:creationId xmlns:a16="http://schemas.microsoft.com/office/drawing/2014/main" id="{AF6CEC43-8FDC-43C3-ADF4-CC3CEF919F6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56707" y="1852504"/>
            <a:ext cx="914400" cy="914400"/>
          </a:xfrm>
          <a:prstGeom prst="rect">
            <a:avLst/>
          </a:prstGeom>
        </p:spPr>
      </p:pic>
      <p:pic>
        <p:nvPicPr>
          <p:cNvPr id="6" name="Graphique 5" descr="Réseaux sociaux avec un remplissage uni">
            <a:extLst>
              <a:ext uri="{FF2B5EF4-FFF2-40B4-BE49-F238E27FC236}">
                <a16:creationId xmlns:a16="http://schemas.microsoft.com/office/drawing/2014/main" id="{C86B76A3-9F90-4469-8F90-B24A41DF04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638800" y="1819213"/>
            <a:ext cx="914400" cy="914400"/>
          </a:xfrm>
          <a:prstGeom prst="rect">
            <a:avLst/>
          </a:prstGeom>
        </p:spPr>
      </p:pic>
      <p:pic>
        <p:nvPicPr>
          <p:cNvPr id="9" name="Graphique 8" descr="Balance de la justice avec un remplissage uni">
            <a:extLst>
              <a:ext uri="{FF2B5EF4-FFF2-40B4-BE49-F238E27FC236}">
                <a16:creationId xmlns:a16="http://schemas.microsoft.com/office/drawing/2014/main" id="{5CC93549-329D-4459-9A4A-F80761DB20C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45984" y="1852504"/>
            <a:ext cx="914400" cy="914400"/>
          </a:xfrm>
          <a:prstGeom prst="rect">
            <a:avLst/>
          </a:prstGeom>
        </p:spPr>
      </p:pic>
      <p:pic>
        <p:nvPicPr>
          <p:cNvPr id="11" name="Graphique 10" descr="Tribunal avec un remplissage uni">
            <a:extLst>
              <a:ext uri="{FF2B5EF4-FFF2-40B4-BE49-F238E27FC236}">
                <a16:creationId xmlns:a16="http://schemas.microsoft.com/office/drawing/2014/main" id="{B469B767-FFF3-4DFC-85D0-9F282778085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60384" y="1845240"/>
            <a:ext cx="914400" cy="914400"/>
          </a:xfrm>
          <a:prstGeom prst="rect">
            <a:avLst/>
          </a:prstGeom>
        </p:spPr>
      </p:pic>
    </p:spTree>
    <p:extLst>
      <p:ext uri="{BB962C8B-B14F-4D97-AF65-F5344CB8AC3E}">
        <p14:creationId xmlns:p14="http://schemas.microsoft.com/office/powerpoint/2010/main" val="5581848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D11A468-6415-4C34-8C5F-39D3C1AFF2D6}"/>
              </a:ext>
            </a:extLst>
          </p:cNvPr>
          <p:cNvSpPr>
            <a:spLocks noGrp="1"/>
          </p:cNvSpPr>
          <p:nvPr>
            <p:ph type="title"/>
          </p:nvPr>
        </p:nvSpPr>
        <p:spPr/>
        <p:txBody>
          <a:bodyPr/>
          <a:lstStyle/>
          <a:p>
            <a:r>
              <a:rPr lang="en-US"/>
              <a:t>Limits </a:t>
            </a:r>
          </a:p>
        </p:txBody>
      </p:sp>
      <p:sp>
        <p:nvSpPr>
          <p:cNvPr id="8" name="Espace réservé du contenu 7">
            <a:extLst>
              <a:ext uri="{FF2B5EF4-FFF2-40B4-BE49-F238E27FC236}">
                <a16:creationId xmlns:a16="http://schemas.microsoft.com/office/drawing/2014/main" id="{C29D6B43-F461-4862-9A39-0FB52C623136}"/>
              </a:ext>
            </a:extLst>
          </p:cNvPr>
          <p:cNvSpPr>
            <a:spLocks noGrp="1"/>
          </p:cNvSpPr>
          <p:nvPr>
            <p:ph idx="1"/>
          </p:nvPr>
        </p:nvSpPr>
        <p:spPr>
          <a:xfrm>
            <a:off x="1115568" y="2095469"/>
            <a:ext cx="10168128" cy="1179576"/>
          </a:xfrm>
        </p:spPr>
        <p:txBody>
          <a:bodyPr>
            <a:normAutofit/>
          </a:bodyPr>
          <a:lstStyle/>
          <a:p>
            <a:pPr marL="0" indent="0">
              <a:buNone/>
            </a:pPr>
            <a:r>
              <a:rPr lang="en-US" sz="1400"/>
              <a:t>Every course, every model, no matter how powerful and adaptive, has its limits. It is important for learners to identify some unanswered questions, some assumptions that could be challenged, some development paths. </a:t>
            </a:r>
          </a:p>
          <a:p>
            <a:pPr marL="0" indent="0">
              <a:buNone/>
            </a:pPr>
            <a:r>
              <a:rPr lang="en-US" sz="1400"/>
              <a:t>We hope that listing a first set of limits of this course will encourage learners to keep being curious, to keep upgrading the course, and keep learning beyond.</a:t>
            </a:r>
          </a:p>
        </p:txBody>
      </p:sp>
      <p:graphicFrame>
        <p:nvGraphicFramePr>
          <p:cNvPr id="2" name="Tableau 2">
            <a:extLst>
              <a:ext uri="{FF2B5EF4-FFF2-40B4-BE49-F238E27FC236}">
                <a16:creationId xmlns:a16="http://schemas.microsoft.com/office/drawing/2014/main" id="{08A7F4AC-86BB-47F3-A671-A511C03D5EF3}"/>
              </a:ext>
            </a:extLst>
          </p:cNvPr>
          <p:cNvGraphicFramePr>
            <a:graphicFrameLocks noGrp="1"/>
          </p:cNvGraphicFramePr>
          <p:nvPr/>
        </p:nvGraphicFramePr>
        <p:xfrm>
          <a:off x="427134" y="3429000"/>
          <a:ext cx="3892673" cy="2529840"/>
        </p:xfrm>
        <a:graphic>
          <a:graphicData uri="http://schemas.openxmlformats.org/drawingml/2006/table">
            <a:tbl>
              <a:tblPr firstRow="1" bandRow="1">
                <a:tableStyleId>{5C22544A-7EE6-4342-B048-85BDC9FD1C3A}</a:tableStyleId>
              </a:tblPr>
              <a:tblGrid>
                <a:gridCol w="3892673">
                  <a:extLst>
                    <a:ext uri="{9D8B030D-6E8A-4147-A177-3AD203B41FA5}">
                      <a16:colId xmlns:a16="http://schemas.microsoft.com/office/drawing/2014/main" val="2030084406"/>
                    </a:ext>
                  </a:extLst>
                </a:gridCol>
              </a:tblGrid>
              <a:tr h="370840">
                <a:tc>
                  <a:txBody>
                    <a:bodyPr/>
                    <a:lstStyle/>
                    <a:p>
                      <a:pPr algn="ctr"/>
                      <a:r>
                        <a:rPr lang="en-US" sz="1400"/>
                        <a:t>Short and non exhaustive list of interesting, yet  unanswered, questions</a:t>
                      </a:r>
                    </a:p>
                  </a:txBody>
                  <a:tcPr/>
                </a:tc>
                <a:extLst>
                  <a:ext uri="{0D108BD9-81ED-4DB2-BD59-A6C34878D82A}">
                    <a16:rowId xmlns:a16="http://schemas.microsoft.com/office/drawing/2014/main" val="810798500"/>
                  </a:ext>
                </a:extLst>
              </a:tr>
              <a:tr h="370840">
                <a:tc>
                  <a:txBody>
                    <a:bodyPr/>
                    <a:lstStyle/>
                    <a:p>
                      <a:pPr marL="285750" indent="-285750">
                        <a:buFontTx/>
                        <a:buChar char="-"/>
                      </a:pPr>
                      <a:r>
                        <a:rPr lang="en-US" sz="1400"/>
                        <a:t>How to manage User Generated Content ?</a:t>
                      </a:r>
                    </a:p>
                    <a:p>
                      <a:pPr marL="285750" indent="-285750">
                        <a:buFontTx/>
                        <a:buChar char="-"/>
                      </a:pPr>
                      <a:r>
                        <a:rPr lang="en-US" sz="1400"/>
                        <a:t>How to manage conflicting expectations ?</a:t>
                      </a:r>
                    </a:p>
                    <a:p>
                      <a:pPr marL="285750" indent="-285750">
                        <a:buFontTx/>
                        <a:buChar char="-"/>
                      </a:pPr>
                      <a:r>
                        <a:rPr lang="en-US" sz="1400"/>
                        <a:t>How to create sub-communities or join a super community ?</a:t>
                      </a:r>
                    </a:p>
                    <a:p>
                      <a:pPr marL="285750" indent="-285750">
                        <a:buFontTx/>
                        <a:buChar char="-"/>
                      </a:pPr>
                      <a:r>
                        <a:rPr lang="en-US" sz="1400"/>
                        <a:t>How to balance sense of belonging, loss of involvement ?</a:t>
                      </a:r>
                    </a:p>
                    <a:p>
                      <a:pPr marL="285750" indent="-285750">
                        <a:buFontTx/>
                        <a:buChar char="-"/>
                      </a:pPr>
                      <a:r>
                        <a:rPr lang="en-US" sz="1400"/>
                        <a:t>How to manage Community organic generation of culture ?</a:t>
                      </a:r>
                    </a:p>
                  </a:txBody>
                  <a:tcPr/>
                </a:tc>
                <a:extLst>
                  <a:ext uri="{0D108BD9-81ED-4DB2-BD59-A6C34878D82A}">
                    <a16:rowId xmlns:a16="http://schemas.microsoft.com/office/drawing/2014/main" val="1684894706"/>
                  </a:ext>
                </a:extLst>
              </a:tr>
            </a:tbl>
          </a:graphicData>
        </a:graphic>
      </p:graphicFrame>
      <p:graphicFrame>
        <p:nvGraphicFramePr>
          <p:cNvPr id="6" name="Tableau 2">
            <a:extLst>
              <a:ext uri="{FF2B5EF4-FFF2-40B4-BE49-F238E27FC236}">
                <a16:creationId xmlns:a16="http://schemas.microsoft.com/office/drawing/2014/main" id="{F386AB43-8C3C-4981-94D0-056534BC7360}"/>
              </a:ext>
            </a:extLst>
          </p:cNvPr>
          <p:cNvGraphicFramePr>
            <a:graphicFrameLocks noGrp="1"/>
          </p:cNvGraphicFramePr>
          <p:nvPr/>
        </p:nvGraphicFramePr>
        <p:xfrm>
          <a:off x="4515116" y="3429000"/>
          <a:ext cx="3570142" cy="2316480"/>
        </p:xfrm>
        <a:graphic>
          <a:graphicData uri="http://schemas.openxmlformats.org/drawingml/2006/table">
            <a:tbl>
              <a:tblPr firstRow="1" bandRow="1">
                <a:tableStyleId>{5C22544A-7EE6-4342-B048-85BDC9FD1C3A}</a:tableStyleId>
              </a:tblPr>
              <a:tblGrid>
                <a:gridCol w="3570142">
                  <a:extLst>
                    <a:ext uri="{9D8B030D-6E8A-4147-A177-3AD203B41FA5}">
                      <a16:colId xmlns:a16="http://schemas.microsoft.com/office/drawing/2014/main" val="2030084406"/>
                    </a:ext>
                  </a:extLst>
                </a:gridCol>
              </a:tblGrid>
              <a:tr h="370840">
                <a:tc>
                  <a:txBody>
                    <a:bodyPr/>
                    <a:lstStyle/>
                    <a:p>
                      <a:pPr algn="ctr"/>
                      <a:r>
                        <a:rPr lang="en-US" sz="1400"/>
                        <a:t>Short and non exhaustive list of assumptions that could be challenged </a:t>
                      </a:r>
                    </a:p>
                  </a:txBody>
                  <a:tcPr/>
                </a:tc>
                <a:extLst>
                  <a:ext uri="{0D108BD9-81ED-4DB2-BD59-A6C34878D82A}">
                    <a16:rowId xmlns:a16="http://schemas.microsoft.com/office/drawing/2014/main" val="810798500"/>
                  </a:ext>
                </a:extLst>
              </a:tr>
              <a:tr h="370840">
                <a:tc>
                  <a:txBody>
                    <a:bodyPr/>
                    <a:lstStyle/>
                    <a:p>
                      <a:pPr marL="285750" indent="-285750">
                        <a:buFontTx/>
                        <a:buChar char="-"/>
                      </a:pPr>
                      <a:r>
                        <a:rPr lang="en-US" sz="1400"/>
                        <a:t>Communities rely on content</a:t>
                      </a:r>
                    </a:p>
                    <a:p>
                      <a:pPr marL="285750" indent="-285750">
                        <a:buFontTx/>
                        <a:buChar char="-"/>
                      </a:pPr>
                      <a:r>
                        <a:rPr lang="en-US" sz="1400"/>
                        <a:t>Engagement follows the interpretative framework of reference “7 levels”</a:t>
                      </a:r>
                    </a:p>
                    <a:p>
                      <a:pPr marL="285750" indent="-285750">
                        <a:buFontTx/>
                        <a:buChar char="-"/>
                      </a:pPr>
                      <a:r>
                        <a:rPr lang="en-US" sz="1400"/>
                        <a:t>Engagement persists</a:t>
                      </a:r>
                    </a:p>
                    <a:p>
                      <a:pPr marL="285750" indent="-285750">
                        <a:buFontTx/>
                        <a:buChar char="-"/>
                      </a:pPr>
                      <a:r>
                        <a:rPr lang="en-US" sz="1400"/>
                        <a:t>Catching attention is difficult</a:t>
                      </a:r>
                    </a:p>
                    <a:p>
                      <a:pPr marL="285750" indent="-285750">
                        <a:buFontTx/>
                        <a:buChar char="-"/>
                      </a:pPr>
                      <a:r>
                        <a:rPr lang="en-US" sz="1400"/>
                        <a:t>Engagement can be broken down into pieces and put in a linear model </a:t>
                      </a:r>
                    </a:p>
                    <a:p>
                      <a:pPr marL="285750" indent="-285750">
                        <a:buFontTx/>
                        <a:buChar char="-"/>
                      </a:pPr>
                      <a:endParaRPr lang="en-US" sz="1400"/>
                    </a:p>
                  </a:txBody>
                  <a:tcPr/>
                </a:tc>
                <a:extLst>
                  <a:ext uri="{0D108BD9-81ED-4DB2-BD59-A6C34878D82A}">
                    <a16:rowId xmlns:a16="http://schemas.microsoft.com/office/drawing/2014/main" val="1684894706"/>
                  </a:ext>
                </a:extLst>
              </a:tr>
            </a:tbl>
          </a:graphicData>
        </a:graphic>
      </p:graphicFrame>
      <p:graphicFrame>
        <p:nvGraphicFramePr>
          <p:cNvPr id="10" name="Tableau 2">
            <a:extLst>
              <a:ext uri="{FF2B5EF4-FFF2-40B4-BE49-F238E27FC236}">
                <a16:creationId xmlns:a16="http://schemas.microsoft.com/office/drawing/2014/main" id="{0D7EC1B8-2D06-40FB-8E30-E6EC783A0253}"/>
              </a:ext>
            </a:extLst>
          </p:cNvPr>
          <p:cNvGraphicFramePr>
            <a:graphicFrameLocks noGrp="1"/>
          </p:cNvGraphicFramePr>
          <p:nvPr/>
        </p:nvGraphicFramePr>
        <p:xfrm>
          <a:off x="8280567" y="3429000"/>
          <a:ext cx="3859771" cy="1249680"/>
        </p:xfrm>
        <a:graphic>
          <a:graphicData uri="http://schemas.openxmlformats.org/drawingml/2006/table">
            <a:tbl>
              <a:tblPr firstRow="1" bandRow="1">
                <a:tableStyleId>{5C22544A-7EE6-4342-B048-85BDC9FD1C3A}</a:tableStyleId>
              </a:tblPr>
              <a:tblGrid>
                <a:gridCol w="3859771">
                  <a:extLst>
                    <a:ext uri="{9D8B030D-6E8A-4147-A177-3AD203B41FA5}">
                      <a16:colId xmlns:a16="http://schemas.microsoft.com/office/drawing/2014/main" val="2030084406"/>
                    </a:ext>
                  </a:extLst>
                </a:gridCol>
              </a:tblGrid>
              <a:tr h="370840">
                <a:tc>
                  <a:txBody>
                    <a:bodyPr/>
                    <a:lstStyle/>
                    <a:p>
                      <a:pPr algn="ctr"/>
                      <a:r>
                        <a:rPr lang="en-US" sz="1400"/>
                        <a:t>Short and non exhaustive list of further development paths for this course</a:t>
                      </a:r>
                    </a:p>
                  </a:txBody>
                  <a:tcPr/>
                </a:tc>
                <a:extLst>
                  <a:ext uri="{0D108BD9-81ED-4DB2-BD59-A6C34878D82A}">
                    <a16:rowId xmlns:a16="http://schemas.microsoft.com/office/drawing/2014/main" val="810798500"/>
                  </a:ext>
                </a:extLst>
              </a:tr>
              <a:tr h="370840">
                <a:tc>
                  <a:txBody>
                    <a:bodyPr/>
                    <a:lstStyle/>
                    <a:p>
                      <a:pPr marL="285750" indent="-285750">
                        <a:buFontTx/>
                        <a:buChar char="-"/>
                      </a:pPr>
                      <a:r>
                        <a:rPr lang="en-US" sz="1400"/>
                        <a:t>Frame of reference for Engagement Walls and Jumps</a:t>
                      </a:r>
                    </a:p>
                    <a:p>
                      <a:pPr marL="285750" indent="-285750">
                        <a:buFontTx/>
                        <a:buChar char="-"/>
                      </a:pPr>
                      <a:endParaRPr lang="en-US" sz="1400"/>
                    </a:p>
                  </a:txBody>
                  <a:tcPr/>
                </a:tc>
                <a:extLst>
                  <a:ext uri="{0D108BD9-81ED-4DB2-BD59-A6C34878D82A}">
                    <a16:rowId xmlns:a16="http://schemas.microsoft.com/office/drawing/2014/main" val="1684894706"/>
                  </a:ext>
                </a:extLst>
              </a:tr>
            </a:tbl>
          </a:graphicData>
        </a:graphic>
      </p:graphicFrame>
    </p:spTree>
    <p:extLst>
      <p:ext uri="{BB962C8B-B14F-4D97-AF65-F5344CB8AC3E}">
        <p14:creationId xmlns:p14="http://schemas.microsoft.com/office/powerpoint/2010/main" val="196588909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oach's whistle">
            <a:extLst>
              <a:ext uri="{FF2B5EF4-FFF2-40B4-BE49-F238E27FC236}">
                <a16:creationId xmlns:a16="http://schemas.microsoft.com/office/drawing/2014/main" id="{8ED6922F-C139-4237-ABFD-ED68F505C215}"/>
              </a:ext>
            </a:extLst>
          </p:cNvPr>
          <p:cNvPicPr>
            <a:picLocks noChangeAspect="1"/>
          </p:cNvPicPr>
          <p:nvPr/>
        </p:nvPicPr>
        <p:blipFill rotWithShape="1">
          <a:blip r:embed="rId2"/>
          <a:srcRect t="13293" b="2438"/>
          <a:stretch/>
        </p:blipFill>
        <p:spPr>
          <a:xfrm>
            <a:off x="20" y="10"/>
            <a:ext cx="12191981" cy="6857990"/>
          </a:xfrm>
          <a:prstGeom prst="rect">
            <a:avLst/>
          </a:prstGeom>
        </p:spPr>
      </p:pic>
      <p:sp>
        <p:nvSpPr>
          <p:cNvPr id="4" name="Titre 3">
            <a:extLst>
              <a:ext uri="{FF2B5EF4-FFF2-40B4-BE49-F238E27FC236}">
                <a16:creationId xmlns:a16="http://schemas.microsoft.com/office/drawing/2014/main" id="{72F4396A-4419-44CA-BB33-E1AA5706F02A}"/>
              </a:ext>
            </a:extLst>
          </p:cNvPr>
          <p:cNvSpPr>
            <a:spLocks noGrp="1"/>
          </p:cNvSpPr>
          <p:nvPr>
            <p:ph type="ctrTitle"/>
          </p:nvPr>
        </p:nvSpPr>
        <p:spPr>
          <a:xfrm>
            <a:off x="404553" y="3091928"/>
            <a:ext cx="9078562" cy="2387600"/>
          </a:xfrm>
        </p:spPr>
        <p:txBody>
          <a:bodyPr>
            <a:normAutofit/>
          </a:bodyPr>
          <a:lstStyle/>
          <a:p>
            <a:r>
              <a:rPr lang="fr-FR" sz="6600">
                <a:solidFill>
                  <a:schemeClr val="bg1"/>
                </a:solidFill>
              </a:rPr>
              <a:t>Exercises</a:t>
            </a:r>
          </a:p>
        </p:txBody>
      </p:sp>
      <p:sp>
        <p:nvSpPr>
          <p:cNvPr id="5" name="Sous-titre 4">
            <a:extLst>
              <a:ext uri="{FF2B5EF4-FFF2-40B4-BE49-F238E27FC236}">
                <a16:creationId xmlns:a16="http://schemas.microsoft.com/office/drawing/2014/main" id="{3C9C4CA9-A75D-47EA-8F50-AD06103C96AB}"/>
              </a:ext>
            </a:extLst>
          </p:cNvPr>
          <p:cNvSpPr>
            <a:spLocks noGrp="1"/>
          </p:cNvSpPr>
          <p:nvPr>
            <p:ph type="subTitle" idx="1"/>
          </p:nvPr>
        </p:nvSpPr>
        <p:spPr>
          <a:xfrm>
            <a:off x="404553" y="5551469"/>
            <a:ext cx="9078562" cy="592975"/>
          </a:xfrm>
        </p:spPr>
        <p:txBody>
          <a:bodyPr anchor="ctr">
            <a:normAutofit/>
          </a:bodyPr>
          <a:lstStyle/>
          <a:p>
            <a:r>
              <a:rPr lang="fr-FR" dirty="0">
                <a:solidFill>
                  <a:schemeClr val="bg1"/>
                </a:solidFill>
              </a:rPr>
              <a:t>Tackle </a:t>
            </a:r>
            <a:r>
              <a:rPr lang="fr-FR" dirty="0" err="1">
                <a:solidFill>
                  <a:schemeClr val="bg1"/>
                </a:solidFill>
              </a:rPr>
              <a:t>with</a:t>
            </a:r>
            <a:r>
              <a:rPr lang="fr-FR" dirty="0">
                <a:solidFill>
                  <a:schemeClr val="bg1"/>
                </a:solidFill>
              </a:rPr>
              <a:t> </a:t>
            </a:r>
            <a:r>
              <a:rPr lang="fr-FR" dirty="0" err="1">
                <a:solidFill>
                  <a:schemeClr val="bg1"/>
                </a:solidFill>
              </a:rPr>
              <a:t>your</a:t>
            </a:r>
            <a:r>
              <a:rPr lang="fr-FR" dirty="0">
                <a:solidFill>
                  <a:schemeClr val="bg1"/>
                </a:solidFill>
              </a:rPr>
              <a:t> Community Booster Challenges </a:t>
            </a:r>
            <a:r>
              <a:rPr lang="fr-FR" dirty="0" err="1">
                <a:solidFill>
                  <a:schemeClr val="bg1"/>
                </a:solidFill>
              </a:rPr>
              <a:t>now</a:t>
            </a:r>
            <a:r>
              <a:rPr lang="fr-FR" dirty="0">
                <a:solidFill>
                  <a:schemeClr val="bg1"/>
                </a:solidFill>
              </a:rPr>
              <a:t> !</a:t>
            </a:r>
          </a:p>
        </p:txBody>
      </p:sp>
    </p:spTree>
    <p:extLst>
      <p:ext uri="{BB962C8B-B14F-4D97-AF65-F5344CB8AC3E}">
        <p14:creationId xmlns:p14="http://schemas.microsoft.com/office/powerpoint/2010/main" val="378016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re 1">
            <a:extLst>
              <a:ext uri="{FF2B5EF4-FFF2-40B4-BE49-F238E27FC236}">
                <a16:creationId xmlns:a16="http://schemas.microsoft.com/office/drawing/2014/main" id="{9F21E29C-4041-4813-ACF7-932009078EFE}"/>
              </a:ext>
            </a:extLst>
          </p:cNvPr>
          <p:cNvSpPr txBox="1">
            <a:spLocks/>
          </p:cNvSpPr>
          <p:nvPr/>
        </p:nvSpPr>
        <p:spPr>
          <a:xfrm>
            <a:off x="1123320" y="-5850"/>
            <a:ext cx="10168128" cy="16483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en-US" sz="2400" dirty="0"/>
              <a:t>Exercise #1 : </a:t>
            </a:r>
            <a:br>
              <a:rPr lang="en-US" sz="2400" dirty="0"/>
            </a:br>
            <a:r>
              <a:rPr lang="en-US" sz="2400" dirty="0"/>
              <a:t>Write down REAL expectations of your Current corporate Community Stakeholders &amp; identities (real people) as example profiles</a:t>
            </a:r>
          </a:p>
        </p:txBody>
      </p:sp>
      <p:pic>
        <p:nvPicPr>
          <p:cNvPr id="5" name="Graphique 4" descr="Personne confuse avec un remplissage uni">
            <a:extLst>
              <a:ext uri="{FF2B5EF4-FFF2-40B4-BE49-F238E27FC236}">
                <a16:creationId xmlns:a16="http://schemas.microsoft.com/office/drawing/2014/main" id="{5F289E08-ACF9-40D9-AE37-47D3045E567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863799" y="3451227"/>
            <a:ext cx="1983159" cy="1417285"/>
          </a:xfrm>
          <a:prstGeom prst="rect">
            <a:avLst/>
          </a:prstGeom>
        </p:spPr>
      </p:pic>
      <p:pic>
        <p:nvPicPr>
          <p:cNvPr id="8" name="Graphique 7" descr="Visage étourdi avec un remplissage uni avec un remplissage uni">
            <a:extLst>
              <a:ext uri="{FF2B5EF4-FFF2-40B4-BE49-F238E27FC236}">
                <a16:creationId xmlns:a16="http://schemas.microsoft.com/office/drawing/2014/main" id="{38988291-9DF3-43A4-AC79-531A1D9A36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13588" y="3451227"/>
            <a:ext cx="674641" cy="674641"/>
          </a:xfrm>
          <a:prstGeom prst="rect">
            <a:avLst/>
          </a:prstGeom>
        </p:spPr>
      </p:pic>
      <p:grpSp>
        <p:nvGrpSpPr>
          <p:cNvPr id="4" name="Groupe 3">
            <a:extLst>
              <a:ext uri="{FF2B5EF4-FFF2-40B4-BE49-F238E27FC236}">
                <a16:creationId xmlns:a16="http://schemas.microsoft.com/office/drawing/2014/main" id="{10D8CA9F-1B2B-4082-8308-5E48B6B50F8B}"/>
              </a:ext>
            </a:extLst>
          </p:cNvPr>
          <p:cNvGrpSpPr/>
          <p:nvPr/>
        </p:nvGrpSpPr>
        <p:grpSpPr>
          <a:xfrm>
            <a:off x="4308501" y="1595695"/>
            <a:ext cx="3414349" cy="1698896"/>
            <a:chOff x="4308501" y="1595695"/>
            <a:chExt cx="3414349" cy="1698896"/>
          </a:xfrm>
        </p:grpSpPr>
        <p:pic>
          <p:nvPicPr>
            <p:cNvPr id="18" name="Graphique 17" descr="Couronne d'utilisateur féminine avec un remplissage uni">
              <a:extLst>
                <a:ext uri="{FF2B5EF4-FFF2-40B4-BE49-F238E27FC236}">
                  <a16:creationId xmlns:a16="http://schemas.microsoft.com/office/drawing/2014/main" id="{A0CBF91E-EC74-4910-8194-9EDDCC53A46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98179" y="1595695"/>
              <a:ext cx="914400" cy="914400"/>
            </a:xfrm>
            <a:prstGeom prst="rect">
              <a:avLst/>
            </a:prstGeom>
          </p:spPr>
        </p:pic>
        <p:sp>
          <p:nvSpPr>
            <p:cNvPr id="27" name="Bulle narrative : ronde 26">
              <a:extLst>
                <a:ext uri="{FF2B5EF4-FFF2-40B4-BE49-F238E27FC236}">
                  <a16:creationId xmlns:a16="http://schemas.microsoft.com/office/drawing/2014/main" id="{26E23D74-B574-4D25-BE46-3CA9EF8B63A7}"/>
                </a:ext>
              </a:extLst>
            </p:cNvPr>
            <p:cNvSpPr/>
            <p:nvPr/>
          </p:nvSpPr>
          <p:spPr>
            <a:xfrm>
              <a:off x="4308501" y="2287478"/>
              <a:ext cx="3015810" cy="1007113"/>
            </a:xfrm>
            <a:prstGeom prst="wedgeEllipseCallout">
              <a:avLst>
                <a:gd name="adj1" fmla="val 1580"/>
                <a:gd name="adj2" fmla="val -6696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0" name="ZoneTexte 29">
              <a:extLst>
                <a:ext uri="{FF2B5EF4-FFF2-40B4-BE49-F238E27FC236}">
                  <a16:creationId xmlns:a16="http://schemas.microsoft.com/office/drawing/2014/main" id="{1510FC4D-245B-443C-8AAF-F8C55BBD879F}"/>
                </a:ext>
              </a:extLst>
            </p:cNvPr>
            <p:cNvSpPr txBox="1"/>
            <p:nvPr/>
          </p:nvSpPr>
          <p:spPr>
            <a:xfrm>
              <a:off x="6006500" y="1728216"/>
              <a:ext cx="1716350" cy="261610"/>
            </a:xfrm>
            <a:prstGeom prst="rect">
              <a:avLst/>
            </a:prstGeom>
            <a:noFill/>
          </p:spPr>
          <p:txBody>
            <a:bodyPr wrap="square" rtlCol="0">
              <a:spAutoFit/>
            </a:bodyPr>
            <a:lstStyle/>
            <a:p>
              <a:r>
                <a:rPr lang="en-US" sz="1100" b="1"/>
                <a:t>Top Management</a:t>
              </a:r>
            </a:p>
          </p:txBody>
        </p:sp>
      </p:grpSp>
      <p:grpSp>
        <p:nvGrpSpPr>
          <p:cNvPr id="6" name="Groupe 5">
            <a:extLst>
              <a:ext uri="{FF2B5EF4-FFF2-40B4-BE49-F238E27FC236}">
                <a16:creationId xmlns:a16="http://schemas.microsoft.com/office/drawing/2014/main" id="{E09ECD83-9857-4C7C-8A47-316BCBB02159}"/>
              </a:ext>
            </a:extLst>
          </p:cNvPr>
          <p:cNvGrpSpPr/>
          <p:nvPr/>
        </p:nvGrpSpPr>
        <p:grpSpPr>
          <a:xfrm>
            <a:off x="6864674" y="1931679"/>
            <a:ext cx="4064494" cy="2086643"/>
            <a:chOff x="6864674" y="1931679"/>
            <a:chExt cx="4064494" cy="2086643"/>
          </a:xfrm>
        </p:grpSpPr>
        <p:pic>
          <p:nvPicPr>
            <p:cNvPr id="10" name="Graphique 9" descr="Employé de bureau avec un remplissage uni">
              <a:extLst>
                <a:ext uri="{FF2B5EF4-FFF2-40B4-BE49-F238E27FC236}">
                  <a16:creationId xmlns:a16="http://schemas.microsoft.com/office/drawing/2014/main" id="{1873378A-7F70-462C-B33E-04028AD4252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76511" y="1931679"/>
              <a:ext cx="914400" cy="914400"/>
            </a:xfrm>
            <a:prstGeom prst="rect">
              <a:avLst/>
            </a:prstGeom>
          </p:spPr>
        </p:pic>
        <p:sp>
          <p:nvSpPr>
            <p:cNvPr id="24" name="Bulle narrative : ronde 23">
              <a:extLst>
                <a:ext uri="{FF2B5EF4-FFF2-40B4-BE49-F238E27FC236}">
                  <a16:creationId xmlns:a16="http://schemas.microsoft.com/office/drawing/2014/main" id="{D75FCC8E-3218-415C-83BE-FAB05157B2F9}"/>
                </a:ext>
              </a:extLst>
            </p:cNvPr>
            <p:cNvSpPr/>
            <p:nvPr/>
          </p:nvSpPr>
          <p:spPr>
            <a:xfrm>
              <a:off x="6864674" y="2894058"/>
              <a:ext cx="2927395" cy="1124264"/>
            </a:xfrm>
            <a:prstGeom prst="wedgeEllipseCallout">
              <a:avLst>
                <a:gd name="adj1" fmla="val 18194"/>
                <a:gd name="adj2" fmla="val -81863"/>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1" name="ZoneTexte 30">
              <a:extLst>
                <a:ext uri="{FF2B5EF4-FFF2-40B4-BE49-F238E27FC236}">
                  <a16:creationId xmlns:a16="http://schemas.microsoft.com/office/drawing/2014/main" id="{ED22D590-DEE6-4E39-B7AF-9ADD426FBB6C}"/>
                </a:ext>
              </a:extLst>
            </p:cNvPr>
            <p:cNvSpPr txBox="1"/>
            <p:nvPr/>
          </p:nvSpPr>
          <p:spPr>
            <a:xfrm>
              <a:off x="9212818" y="2226499"/>
              <a:ext cx="1716350" cy="430887"/>
            </a:xfrm>
            <a:prstGeom prst="rect">
              <a:avLst/>
            </a:prstGeom>
            <a:noFill/>
          </p:spPr>
          <p:txBody>
            <a:bodyPr wrap="square" rtlCol="0">
              <a:spAutoFit/>
            </a:bodyPr>
            <a:lstStyle/>
            <a:p>
              <a:r>
                <a:rPr lang="en-US" sz="1100" b="1"/>
                <a:t>Non-sponsoring Hierarchy</a:t>
              </a:r>
            </a:p>
          </p:txBody>
        </p:sp>
      </p:grpSp>
      <p:grpSp>
        <p:nvGrpSpPr>
          <p:cNvPr id="15" name="Groupe 14">
            <a:extLst>
              <a:ext uri="{FF2B5EF4-FFF2-40B4-BE49-F238E27FC236}">
                <a16:creationId xmlns:a16="http://schemas.microsoft.com/office/drawing/2014/main" id="{2195ABEB-A47A-476F-BD5A-36D1F8F0DDD7}"/>
              </a:ext>
            </a:extLst>
          </p:cNvPr>
          <p:cNvGrpSpPr/>
          <p:nvPr/>
        </p:nvGrpSpPr>
        <p:grpSpPr>
          <a:xfrm>
            <a:off x="6864675" y="3963942"/>
            <a:ext cx="4370599" cy="1251591"/>
            <a:chOff x="6864675" y="3963942"/>
            <a:chExt cx="4370599" cy="1251591"/>
          </a:xfrm>
        </p:grpSpPr>
        <p:pic>
          <p:nvPicPr>
            <p:cNvPr id="22" name="Graphique 21" descr="Centre d’appels avec un remplissage uni">
              <a:extLst>
                <a:ext uri="{FF2B5EF4-FFF2-40B4-BE49-F238E27FC236}">
                  <a16:creationId xmlns:a16="http://schemas.microsoft.com/office/drawing/2014/main" id="{B9FD2C1C-1D83-4757-955C-206644A9417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390911" y="3963942"/>
              <a:ext cx="914400" cy="914400"/>
            </a:xfrm>
            <a:prstGeom prst="rect">
              <a:avLst/>
            </a:prstGeom>
          </p:spPr>
        </p:pic>
        <p:sp>
          <p:nvSpPr>
            <p:cNvPr id="25" name="Bulle narrative : ronde 24">
              <a:extLst>
                <a:ext uri="{FF2B5EF4-FFF2-40B4-BE49-F238E27FC236}">
                  <a16:creationId xmlns:a16="http://schemas.microsoft.com/office/drawing/2014/main" id="{D0608C4C-05D2-4758-93D3-0D1FF4329D94}"/>
                </a:ext>
              </a:extLst>
            </p:cNvPr>
            <p:cNvSpPr/>
            <p:nvPr/>
          </p:nvSpPr>
          <p:spPr>
            <a:xfrm>
              <a:off x="6864675" y="4149057"/>
              <a:ext cx="2854894" cy="1066476"/>
            </a:xfrm>
            <a:prstGeom prst="wedgeEllipseCallout">
              <a:avLst>
                <a:gd name="adj1" fmla="val 50534"/>
                <a:gd name="adj2" fmla="val -290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3" name="ZoneTexte 32">
              <a:extLst>
                <a:ext uri="{FF2B5EF4-FFF2-40B4-BE49-F238E27FC236}">
                  <a16:creationId xmlns:a16="http://schemas.microsoft.com/office/drawing/2014/main" id="{8CFFA553-0601-4FFF-BBC8-CD85B3EB638A}"/>
                </a:ext>
              </a:extLst>
            </p:cNvPr>
            <p:cNvSpPr txBox="1"/>
            <p:nvPr/>
          </p:nvSpPr>
          <p:spPr>
            <a:xfrm>
              <a:off x="10111525" y="4251408"/>
              <a:ext cx="1123749" cy="769441"/>
            </a:xfrm>
            <a:prstGeom prst="rect">
              <a:avLst/>
            </a:prstGeom>
            <a:noFill/>
          </p:spPr>
          <p:txBody>
            <a:bodyPr wrap="square" rtlCol="0">
              <a:spAutoFit/>
            </a:bodyPr>
            <a:lstStyle/>
            <a:p>
              <a:r>
                <a:rPr lang="en-US" sz="1100" b="1"/>
                <a:t>Non-active members (passive consumers)</a:t>
              </a:r>
            </a:p>
          </p:txBody>
        </p:sp>
      </p:grpSp>
      <p:grpSp>
        <p:nvGrpSpPr>
          <p:cNvPr id="9" name="Groupe 8">
            <a:extLst>
              <a:ext uri="{FF2B5EF4-FFF2-40B4-BE49-F238E27FC236}">
                <a16:creationId xmlns:a16="http://schemas.microsoft.com/office/drawing/2014/main" id="{53C35C32-24B5-416A-A2FB-01E6E75CE72A}"/>
              </a:ext>
            </a:extLst>
          </p:cNvPr>
          <p:cNvGrpSpPr/>
          <p:nvPr/>
        </p:nvGrpSpPr>
        <p:grpSpPr>
          <a:xfrm>
            <a:off x="5855379" y="5346268"/>
            <a:ext cx="4449932" cy="1511732"/>
            <a:chOff x="5855379" y="5346268"/>
            <a:chExt cx="4449932" cy="1511732"/>
          </a:xfrm>
        </p:grpSpPr>
        <p:pic>
          <p:nvPicPr>
            <p:cNvPr id="14" name="Graphique 13" descr="Écolière avec un remplissage uni">
              <a:extLst>
                <a:ext uri="{FF2B5EF4-FFF2-40B4-BE49-F238E27FC236}">
                  <a16:creationId xmlns:a16="http://schemas.microsoft.com/office/drawing/2014/main" id="{FDEEA02B-36F7-4143-8074-7784E28E4CE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05817" y="5943600"/>
              <a:ext cx="914400" cy="914400"/>
            </a:xfrm>
            <a:prstGeom prst="rect">
              <a:avLst/>
            </a:prstGeom>
          </p:spPr>
        </p:pic>
        <p:sp>
          <p:nvSpPr>
            <p:cNvPr id="28" name="Bulle narrative : ronde 27">
              <a:extLst>
                <a:ext uri="{FF2B5EF4-FFF2-40B4-BE49-F238E27FC236}">
                  <a16:creationId xmlns:a16="http://schemas.microsoft.com/office/drawing/2014/main" id="{D768A063-CF71-4020-9886-E8D4EF1EF753}"/>
                </a:ext>
              </a:extLst>
            </p:cNvPr>
            <p:cNvSpPr/>
            <p:nvPr/>
          </p:nvSpPr>
          <p:spPr>
            <a:xfrm>
              <a:off x="5855379" y="5346268"/>
              <a:ext cx="2854894" cy="1149857"/>
            </a:xfrm>
            <a:prstGeom prst="wedgeEllipseCallout">
              <a:avLst>
                <a:gd name="adj1" fmla="val 54168"/>
                <a:gd name="adj2" fmla="val 284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4" name="ZoneTexte 33">
              <a:extLst>
                <a:ext uri="{FF2B5EF4-FFF2-40B4-BE49-F238E27FC236}">
                  <a16:creationId xmlns:a16="http://schemas.microsoft.com/office/drawing/2014/main" id="{F78E7F57-B55C-43AD-AE6F-FF29C803B6EB}"/>
                </a:ext>
              </a:extLst>
            </p:cNvPr>
            <p:cNvSpPr txBox="1"/>
            <p:nvPr/>
          </p:nvSpPr>
          <p:spPr>
            <a:xfrm>
              <a:off x="9181562" y="6102060"/>
              <a:ext cx="1123749" cy="430887"/>
            </a:xfrm>
            <a:prstGeom prst="rect">
              <a:avLst/>
            </a:prstGeom>
            <a:noFill/>
          </p:spPr>
          <p:txBody>
            <a:bodyPr wrap="square" rtlCol="0">
              <a:spAutoFit/>
            </a:bodyPr>
            <a:lstStyle/>
            <a:p>
              <a:r>
                <a:rPr lang="en-US" sz="1100" b="1"/>
                <a:t>New members</a:t>
              </a:r>
            </a:p>
          </p:txBody>
        </p:sp>
      </p:grpSp>
      <p:grpSp>
        <p:nvGrpSpPr>
          <p:cNvPr id="7" name="Groupe 6">
            <a:extLst>
              <a:ext uri="{FF2B5EF4-FFF2-40B4-BE49-F238E27FC236}">
                <a16:creationId xmlns:a16="http://schemas.microsoft.com/office/drawing/2014/main" id="{7D9A6974-BAF1-421C-9626-F71120AD5115}"/>
              </a:ext>
            </a:extLst>
          </p:cNvPr>
          <p:cNvGrpSpPr/>
          <p:nvPr/>
        </p:nvGrpSpPr>
        <p:grpSpPr>
          <a:xfrm>
            <a:off x="1457861" y="5304208"/>
            <a:ext cx="4253194" cy="1663682"/>
            <a:chOff x="1457861" y="5304208"/>
            <a:chExt cx="4253194" cy="1663682"/>
          </a:xfrm>
        </p:grpSpPr>
        <p:pic>
          <p:nvPicPr>
            <p:cNvPr id="20" name="Graphique 19" descr="Enseignant avec un remplissage uni">
              <a:extLst>
                <a:ext uri="{FF2B5EF4-FFF2-40B4-BE49-F238E27FC236}">
                  <a16:creationId xmlns:a16="http://schemas.microsoft.com/office/drawing/2014/main" id="{0F4CD3F7-D239-4496-8623-9C3505348C1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472431" y="6053490"/>
              <a:ext cx="914400" cy="914400"/>
            </a:xfrm>
            <a:prstGeom prst="rect">
              <a:avLst/>
            </a:prstGeom>
          </p:spPr>
        </p:pic>
        <p:sp>
          <p:nvSpPr>
            <p:cNvPr id="29" name="Bulle narrative : ronde 28">
              <a:extLst>
                <a:ext uri="{FF2B5EF4-FFF2-40B4-BE49-F238E27FC236}">
                  <a16:creationId xmlns:a16="http://schemas.microsoft.com/office/drawing/2014/main" id="{236CDA45-9E98-41B3-A52F-DEB25458C0CA}"/>
                </a:ext>
              </a:extLst>
            </p:cNvPr>
            <p:cNvSpPr/>
            <p:nvPr/>
          </p:nvSpPr>
          <p:spPr>
            <a:xfrm>
              <a:off x="2856161" y="5304208"/>
              <a:ext cx="2854894" cy="1149858"/>
            </a:xfrm>
            <a:prstGeom prst="wedgeEllipseCallout">
              <a:avLst>
                <a:gd name="adj1" fmla="val -42445"/>
                <a:gd name="adj2" fmla="val 4532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5" name="ZoneTexte 34">
              <a:extLst>
                <a:ext uri="{FF2B5EF4-FFF2-40B4-BE49-F238E27FC236}">
                  <a16:creationId xmlns:a16="http://schemas.microsoft.com/office/drawing/2014/main" id="{F8D44F00-547B-439F-86B8-C7796942D2B6}"/>
                </a:ext>
              </a:extLst>
            </p:cNvPr>
            <p:cNvSpPr txBox="1"/>
            <p:nvPr/>
          </p:nvSpPr>
          <p:spPr>
            <a:xfrm>
              <a:off x="1457861" y="6174334"/>
              <a:ext cx="1123749" cy="430887"/>
            </a:xfrm>
            <a:prstGeom prst="rect">
              <a:avLst/>
            </a:prstGeom>
            <a:noFill/>
          </p:spPr>
          <p:txBody>
            <a:bodyPr wrap="square" rtlCol="0">
              <a:spAutoFit/>
            </a:bodyPr>
            <a:lstStyle/>
            <a:p>
              <a:pPr algn="r"/>
              <a:r>
                <a:rPr lang="en-US" sz="1100" b="1"/>
                <a:t>Potential members</a:t>
              </a:r>
            </a:p>
          </p:txBody>
        </p:sp>
      </p:grpSp>
      <p:grpSp>
        <p:nvGrpSpPr>
          <p:cNvPr id="17" name="Groupe 16">
            <a:extLst>
              <a:ext uri="{FF2B5EF4-FFF2-40B4-BE49-F238E27FC236}">
                <a16:creationId xmlns:a16="http://schemas.microsoft.com/office/drawing/2014/main" id="{B85BBF98-A08E-4704-84B3-F62842AFA2CE}"/>
              </a:ext>
            </a:extLst>
          </p:cNvPr>
          <p:cNvGrpSpPr/>
          <p:nvPr/>
        </p:nvGrpSpPr>
        <p:grpSpPr>
          <a:xfrm>
            <a:off x="235074" y="3963942"/>
            <a:ext cx="4464491" cy="1110328"/>
            <a:chOff x="235074" y="3963942"/>
            <a:chExt cx="4464491" cy="1110328"/>
          </a:xfrm>
        </p:grpSpPr>
        <p:pic>
          <p:nvPicPr>
            <p:cNvPr id="16" name="Graphique 15" descr="Personne avec une idée avec un remplissage uni">
              <a:extLst>
                <a:ext uri="{FF2B5EF4-FFF2-40B4-BE49-F238E27FC236}">
                  <a16:creationId xmlns:a16="http://schemas.microsoft.com/office/drawing/2014/main" id="{D43A6A5C-7A82-49BC-8BD9-35C2B29F811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06464" y="3963942"/>
              <a:ext cx="1102794" cy="1102794"/>
            </a:xfrm>
            <a:prstGeom prst="rect">
              <a:avLst/>
            </a:prstGeom>
          </p:spPr>
        </p:pic>
        <p:sp>
          <p:nvSpPr>
            <p:cNvPr id="26" name="Bulle narrative : ronde 25">
              <a:extLst>
                <a:ext uri="{FF2B5EF4-FFF2-40B4-BE49-F238E27FC236}">
                  <a16:creationId xmlns:a16="http://schemas.microsoft.com/office/drawing/2014/main" id="{D5DF8230-B871-4BF3-B438-E6AAF81611B9}"/>
                </a:ext>
              </a:extLst>
            </p:cNvPr>
            <p:cNvSpPr/>
            <p:nvPr/>
          </p:nvSpPr>
          <p:spPr>
            <a:xfrm>
              <a:off x="1844671" y="4159870"/>
              <a:ext cx="2854894" cy="914400"/>
            </a:xfrm>
            <a:prstGeom prst="wedgeEllipseCallout">
              <a:avLst>
                <a:gd name="adj1" fmla="val -61102"/>
                <a:gd name="adj2" fmla="val 6487"/>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6" name="ZoneTexte 35">
              <a:extLst>
                <a:ext uri="{FF2B5EF4-FFF2-40B4-BE49-F238E27FC236}">
                  <a16:creationId xmlns:a16="http://schemas.microsoft.com/office/drawing/2014/main" id="{C2D08447-B3DC-4EE7-8FC9-8EF2CD9F26B9}"/>
                </a:ext>
              </a:extLst>
            </p:cNvPr>
            <p:cNvSpPr txBox="1"/>
            <p:nvPr/>
          </p:nvSpPr>
          <p:spPr>
            <a:xfrm>
              <a:off x="235074" y="4515339"/>
              <a:ext cx="867747" cy="430887"/>
            </a:xfrm>
            <a:prstGeom prst="rect">
              <a:avLst/>
            </a:prstGeom>
            <a:noFill/>
          </p:spPr>
          <p:txBody>
            <a:bodyPr wrap="square" rtlCol="0">
              <a:spAutoFit/>
            </a:bodyPr>
            <a:lstStyle/>
            <a:p>
              <a:pPr algn="r"/>
              <a:r>
                <a:rPr lang="en-US" sz="1100" b="1"/>
                <a:t>Active members</a:t>
              </a:r>
            </a:p>
          </p:txBody>
        </p:sp>
      </p:grpSp>
      <p:grpSp>
        <p:nvGrpSpPr>
          <p:cNvPr id="19" name="Groupe 18">
            <a:extLst>
              <a:ext uri="{FF2B5EF4-FFF2-40B4-BE49-F238E27FC236}">
                <a16:creationId xmlns:a16="http://schemas.microsoft.com/office/drawing/2014/main" id="{06DE4EE9-966B-44D0-B18A-FC567D7389B4}"/>
              </a:ext>
            </a:extLst>
          </p:cNvPr>
          <p:cNvGrpSpPr/>
          <p:nvPr/>
        </p:nvGrpSpPr>
        <p:grpSpPr>
          <a:xfrm>
            <a:off x="6205945" y="3823518"/>
            <a:ext cx="809720" cy="682202"/>
            <a:chOff x="6205945" y="3823518"/>
            <a:chExt cx="809720" cy="682202"/>
          </a:xfrm>
        </p:grpSpPr>
        <p:pic>
          <p:nvPicPr>
            <p:cNvPr id="38" name="Graphique 37" descr="Base de données avec un remplissage uni">
              <a:extLst>
                <a:ext uri="{FF2B5EF4-FFF2-40B4-BE49-F238E27FC236}">
                  <a16:creationId xmlns:a16="http://schemas.microsoft.com/office/drawing/2014/main" id="{412F7192-DE4A-4A52-BFFB-91CBC46BF50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373299" y="4013039"/>
              <a:ext cx="492681" cy="492681"/>
            </a:xfrm>
            <a:prstGeom prst="rect">
              <a:avLst/>
            </a:prstGeom>
          </p:spPr>
        </p:pic>
        <p:sp>
          <p:nvSpPr>
            <p:cNvPr id="42" name="ZoneTexte 41">
              <a:extLst>
                <a:ext uri="{FF2B5EF4-FFF2-40B4-BE49-F238E27FC236}">
                  <a16:creationId xmlns:a16="http://schemas.microsoft.com/office/drawing/2014/main" id="{07C534C9-D0DD-4B1F-A3A4-84F2465CBB95}"/>
                </a:ext>
              </a:extLst>
            </p:cNvPr>
            <p:cNvSpPr txBox="1"/>
            <p:nvPr/>
          </p:nvSpPr>
          <p:spPr>
            <a:xfrm>
              <a:off x="6205945" y="3823518"/>
              <a:ext cx="809720" cy="261610"/>
            </a:xfrm>
            <a:prstGeom prst="rect">
              <a:avLst/>
            </a:prstGeom>
            <a:noFill/>
          </p:spPr>
          <p:txBody>
            <a:bodyPr wrap="square" rtlCol="0">
              <a:spAutoFit/>
            </a:bodyPr>
            <a:lstStyle/>
            <a:p>
              <a:pPr algn="ctr"/>
              <a:r>
                <a:rPr lang="en-US" sz="1100" b="1">
                  <a:solidFill>
                    <a:schemeClr val="accent1"/>
                  </a:solidFill>
                </a:rPr>
                <a:t>Content</a:t>
              </a:r>
            </a:p>
          </p:txBody>
        </p:sp>
      </p:grpSp>
      <p:grpSp>
        <p:nvGrpSpPr>
          <p:cNvPr id="3" name="Groupe 2">
            <a:extLst>
              <a:ext uri="{FF2B5EF4-FFF2-40B4-BE49-F238E27FC236}">
                <a16:creationId xmlns:a16="http://schemas.microsoft.com/office/drawing/2014/main" id="{3D39019E-7BD6-4CBA-8320-531F10195AC4}"/>
              </a:ext>
            </a:extLst>
          </p:cNvPr>
          <p:cNvGrpSpPr/>
          <p:nvPr/>
        </p:nvGrpSpPr>
        <p:grpSpPr>
          <a:xfrm>
            <a:off x="1102821" y="1922090"/>
            <a:ext cx="3648482" cy="1980066"/>
            <a:chOff x="1102821" y="1922090"/>
            <a:chExt cx="3648482" cy="1980066"/>
          </a:xfrm>
        </p:grpSpPr>
        <p:sp>
          <p:nvSpPr>
            <p:cNvPr id="23" name="Bulle narrative : ronde 22">
              <a:extLst>
                <a:ext uri="{FF2B5EF4-FFF2-40B4-BE49-F238E27FC236}">
                  <a16:creationId xmlns:a16="http://schemas.microsoft.com/office/drawing/2014/main" id="{F668F72A-4083-4823-B527-DDE8D41848D5}"/>
                </a:ext>
              </a:extLst>
            </p:cNvPr>
            <p:cNvSpPr/>
            <p:nvPr/>
          </p:nvSpPr>
          <p:spPr>
            <a:xfrm>
              <a:off x="1896409" y="2878422"/>
              <a:ext cx="2854894" cy="1023734"/>
            </a:xfrm>
            <a:prstGeom prst="wedgeEllipseCallout">
              <a:avLst>
                <a:gd name="adj1" fmla="val -21610"/>
                <a:gd name="adj2" fmla="val -62926"/>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32" name="ZoneTexte 31">
              <a:extLst>
                <a:ext uri="{FF2B5EF4-FFF2-40B4-BE49-F238E27FC236}">
                  <a16:creationId xmlns:a16="http://schemas.microsoft.com/office/drawing/2014/main" id="{ADDCE6CC-3E65-478D-9FC4-360B4B0F9CBF}"/>
                </a:ext>
              </a:extLst>
            </p:cNvPr>
            <p:cNvSpPr txBox="1"/>
            <p:nvPr/>
          </p:nvSpPr>
          <p:spPr>
            <a:xfrm>
              <a:off x="1102821" y="2379290"/>
              <a:ext cx="1369610" cy="261610"/>
            </a:xfrm>
            <a:prstGeom prst="rect">
              <a:avLst/>
            </a:prstGeom>
            <a:noFill/>
          </p:spPr>
          <p:txBody>
            <a:bodyPr wrap="square" rtlCol="0">
              <a:spAutoFit/>
            </a:bodyPr>
            <a:lstStyle/>
            <a:p>
              <a:pPr algn="r"/>
              <a:r>
                <a:rPr lang="en-US" sz="1100" b="1"/>
                <a:t>Sponsors</a:t>
              </a:r>
            </a:p>
          </p:txBody>
        </p:sp>
        <p:grpSp>
          <p:nvGrpSpPr>
            <p:cNvPr id="13" name="Groupe 12">
              <a:extLst>
                <a:ext uri="{FF2B5EF4-FFF2-40B4-BE49-F238E27FC236}">
                  <a16:creationId xmlns:a16="http://schemas.microsoft.com/office/drawing/2014/main" id="{E31B2484-2D63-4DEF-8CC8-0DD23D7AD9E9}"/>
                </a:ext>
              </a:extLst>
            </p:cNvPr>
            <p:cNvGrpSpPr/>
            <p:nvPr/>
          </p:nvGrpSpPr>
          <p:grpSpPr>
            <a:xfrm>
              <a:off x="2282977" y="1922090"/>
              <a:ext cx="914400" cy="914400"/>
              <a:chOff x="2472431" y="1931679"/>
              <a:chExt cx="914400" cy="914400"/>
            </a:xfrm>
          </p:grpSpPr>
          <p:pic>
            <p:nvPicPr>
              <p:cNvPr id="12" name="Graphique 11" descr="Employée de bureau avec un remplissage uni">
                <a:extLst>
                  <a:ext uri="{FF2B5EF4-FFF2-40B4-BE49-F238E27FC236}">
                    <a16:creationId xmlns:a16="http://schemas.microsoft.com/office/drawing/2014/main" id="{DEA9B1B1-6F76-4301-98B6-BA43279B42F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2A0CC82B-6AE0-4760-B994-AF99B13B466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37714" y="2492740"/>
                <a:ext cx="167927" cy="167927"/>
              </a:xfrm>
              <a:prstGeom prst="rect">
                <a:avLst/>
              </a:prstGeom>
            </p:spPr>
          </p:pic>
        </p:grpSp>
      </p:grpSp>
      <p:grpSp>
        <p:nvGrpSpPr>
          <p:cNvPr id="21" name="Groupe 20">
            <a:extLst>
              <a:ext uri="{FF2B5EF4-FFF2-40B4-BE49-F238E27FC236}">
                <a16:creationId xmlns:a16="http://schemas.microsoft.com/office/drawing/2014/main" id="{A71DF05B-E9AD-4737-B058-565F5B36B76D}"/>
              </a:ext>
            </a:extLst>
          </p:cNvPr>
          <p:cNvGrpSpPr/>
          <p:nvPr/>
        </p:nvGrpSpPr>
        <p:grpSpPr>
          <a:xfrm>
            <a:off x="4672813" y="3817432"/>
            <a:ext cx="721543" cy="670233"/>
            <a:chOff x="4672813" y="3817432"/>
            <a:chExt cx="721543" cy="670233"/>
          </a:xfrm>
        </p:grpSpPr>
        <p:sp>
          <p:nvSpPr>
            <p:cNvPr id="41" name="ZoneTexte 40">
              <a:extLst>
                <a:ext uri="{FF2B5EF4-FFF2-40B4-BE49-F238E27FC236}">
                  <a16:creationId xmlns:a16="http://schemas.microsoft.com/office/drawing/2014/main" id="{AF150199-8856-40CC-B8CD-73C8E9CFEB74}"/>
                </a:ext>
              </a:extLst>
            </p:cNvPr>
            <p:cNvSpPr txBox="1"/>
            <p:nvPr/>
          </p:nvSpPr>
          <p:spPr>
            <a:xfrm>
              <a:off x="4672813" y="3817432"/>
              <a:ext cx="721543" cy="261610"/>
            </a:xfrm>
            <a:prstGeom prst="rect">
              <a:avLst/>
            </a:prstGeom>
            <a:noFill/>
          </p:spPr>
          <p:txBody>
            <a:bodyPr wrap="square" rtlCol="0">
              <a:spAutoFit/>
            </a:bodyPr>
            <a:lstStyle/>
            <a:p>
              <a:pPr algn="ctr"/>
              <a:r>
                <a:rPr lang="en-US" sz="1100" b="1">
                  <a:solidFill>
                    <a:schemeClr val="accent1"/>
                  </a:solidFill>
                </a:rPr>
                <a:t>Value</a:t>
              </a:r>
            </a:p>
          </p:txBody>
        </p:sp>
        <p:pic>
          <p:nvPicPr>
            <p:cNvPr id="37" name="Graphique 36" descr="Signe pouce en haut avec un remplissage uni">
              <a:extLst>
                <a:ext uri="{FF2B5EF4-FFF2-40B4-BE49-F238E27FC236}">
                  <a16:creationId xmlns:a16="http://schemas.microsoft.com/office/drawing/2014/main" id="{2A18EFB6-2815-4C2E-AB11-3C8DDE64ACC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25631" y="3963942"/>
              <a:ext cx="523723" cy="523723"/>
            </a:xfrm>
            <a:prstGeom prst="rect">
              <a:avLst/>
            </a:prstGeom>
          </p:spPr>
        </p:pic>
      </p:grpSp>
      <p:sp>
        <p:nvSpPr>
          <p:cNvPr id="39" name="ZoneTexte 38">
            <a:extLst>
              <a:ext uri="{FF2B5EF4-FFF2-40B4-BE49-F238E27FC236}">
                <a16:creationId xmlns:a16="http://schemas.microsoft.com/office/drawing/2014/main" id="{5358D46D-0BA3-4B78-8870-E800E8FC2978}"/>
              </a:ext>
            </a:extLst>
          </p:cNvPr>
          <p:cNvSpPr txBox="1"/>
          <p:nvPr/>
        </p:nvSpPr>
        <p:spPr>
          <a:xfrm>
            <a:off x="4992733" y="4878342"/>
            <a:ext cx="1716350" cy="430887"/>
          </a:xfrm>
          <a:prstGeom prst="rect">
            <a:avLst/>
          </a:prstGeom>
          <a:noFill/>
        </p:spPr>
        <p:txBody>
          <a:bodyPr wrap="square" rtlCol="0">
            <a:spAutoFit/>
          </a:bodyPr>
          <a:lstStyle/>
          <a:p>
            <a:pPr algn="ctr"/>
            <a:r>
              <a:rPr lang="en-US" sz="1100" b="1">
                <a:solidFill>
                  <a:schemeClr val="accent1"/>
                </a:solidFill>
              </a:rPr>
              <a:t>Corporate Community Booster</a:t>
            </a:r>
          </a:p>
        </p:txBody>
      </p:sp>
      <p:sp>
        <p:nvSpPr>
          <p:cNvPr id="44" name="Rectangle 43">
            <a:extLst>
              <a:ext uri="{FF2B5EF4-FFF2-40B4-BE49-F238E27FC236}">
                <a16:creationId xmlns:a16="http://schemas.microsoft.com/office/drawing/2014/main" id="{D9DCABE2-BE94-4EA4-9F10-E1E6A1CA04E7}"/>
              </a:ext>
            </a:extLst>
          </p:cNvPr>
          <p:cNvSpPr/>
          <p:nvPr/>
        </p:nvSpPr>
        <p:spPr>
          <a:xfrm>
            <a:off x="2228340" y="3140376"/>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5" name="Rectangle 44">
            <a:extLst>
              <a:ext uri="{FF2B5EF4-FFF2-40B4-BE49-F238E27FC236}">
                <a16:creationId xmlns:a16="http://schemas.microsoft.com/office/drawing/2014/main" id="{FA02316C-EF58-45F1-8A8A-00BDA22CC112}"/>
              </a:ext>
            </a:extLst>
          </p:cNvPr>
          <p:cNvSpPr/>
          <p:nvPr/>
        </p:nvSpPr>
        <p:spPr>
          <a:xfrm>
            <a:off x="2778831" y="3156464"/>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6" name="Rectangle 45">
            <a:extLst>
              <a:ext uri="{FF2B5EF4-FFF2-40B4-BE49-F238E27FC236}">
                <a16:creationId xmlns:a16="http://schemas.microsoft.com/office/drawing/2014/main" id="{CC369F2F-AF18-4266-90E0-0BC51AFC5E2D}"/>
              </a:ext>
            </a:extLst>
          </p:cNvPr>
          <p:cNvSpPr/>
          <p:nvPr/>
        </p:nvSpPr>
        <p:spPr>
          <a:xfrm>
            <a:off x="3117593" y="2186610"/>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47" name="Rectangle 46">
            <a:extLst>
              <a:ext uri="{FF2B5EF4-FFF2-40B4-BE49-F238E27FC236}">
                <a16:creationId xmlns:a16="http://schemas.microsoft.com/office/drawing/2014/main" id="{0167950B-52A3-4297-9CCD-54234D73DD2A}"/>
              </a:ext>
            </a:extLst>
          </p:cNvPr>
          <p:cNvSpPr/>
          <p:nvPr/>
        </p:nvSpPr>
        <p:spPr>
          <a:xfrm>
            <a:off x="8185150" y="2256735"/>
            <a:ext cx="442254" cy="43409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custDataLst>
      <p:tags r:id="rId1"/>
    </p:custDataLst>
    <p:extLst>
      <p:ext uri="{BB962C8B-B14F-4D97-AF65-F5344CB8AC3E}">
        <p14:creationId xmlns:p14="http://schemas.microsoft.com/office/powerpoint/2010/main" val="3327503097"/>
      </p:ext>
    </p:extLst>
  </p:cSld>
  <p:clrMapOvr>
    <a:masterClrMapping/>
  </p:clrMapOvr>
  <mc:AlternateContent xmlns:mc="http://schemas.openxmlformats.org/markup-compatibility/2006" xmlns:p14="http://schemas.microsoft.com/office/powerpoint/2010/main">
    <mc:Choice Requires="p14">
      <p:transition spd="slow" p14:dur="2000" advTm="178777"/>
    </mc:Choice>
    <mc:Fallback xmlns="">
      <p:transition spd="slow" advTm="17877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Exercise #C2</a:t>
            </a:r>
            <a:br>
              <a:rPr lang="en-US" dirty="0"/>
            </a:br>
            <a:r>
              <a:rPr lang="en-US" dirty="0"/>
              <a:t>Brainstorm ideas on how you would get clicks on your Community content</a:t>
            </a:r>
          </a:p>
        </p:txBody>
      </p:sp>
      <p:sp>
        <p:nvSpPr>
          <p:cNvPr id="5" name="Espace réservé du contenu 2">
            <a:extLst>
              <a:ext uri="{FF2B5EF4-FFF2-40B4-BE49-F238E27FC236}">
                <a16:creationId xmlns:a16="http://schemas.microsoft.com/office/drawing/2014/main" id="{79527B8B-5DE6-4081-81CB-4EA3E707D6B3}"/>
              </a:ext>
            </a:extLst>
          </p:cNvPr>
          <p:cNvSpPr txBox="1">
            <a:spLocks/>
          </p:cNvSpPr>
          <p:nvPr/>
        </p:nvSpPr>
        <p:spPr>
          <a:xfrm>
            <a:off x="6836022" y="2426350"/>
            <a:ext cx="4429704" cy="403300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dirty="0">
                <a:solidFill>
                  <a:schemeClr val="accent1"/>
                </a:solidFill>
              </a:rPr>
              <a:t>Catchy titles</a:t>
            </a:r>
          </a:p>
          <a:p>
            <a:pPr marL="0" indent="0" algn="ctr">
              <a:buFont typeface="Arial" panose="020B0604020202020204" pitchFamily="34" charset="0"/>
              <a:buNone/>
            </a:pPr>
            <a:endParaRPr lang="en-US" sz="800" dirty="0"/>
          </a:p>
        </p:txBody>
      </p:sp>
      <p:grpSp>
        <p:nvGrpSpPr>
          <p:cNvPr id="9" name="Groupe 8">
            <a:extLst>
              <a:ext uri="{FF2B5EF4-FFF2-40B4-BE49-F238E27FC236}">
                <a16:creationId xmlns:a16="http://schemas.microsoft.com/office/drawing/2014/main" id="{7C3B9C45-30FA-4A36-96C2-0BB2FF0F2C21}"/>
              </a:ext>
            </a:extLst>
          </p:cNvPr>
          <p:cNvGrpSpPr/>
          <p:nvPr/>
        </p:nvGrpSpPr>
        <p:grpSpPr>
          <a:xfrm>
            <a:off x="84637" y="2891204"/>
            <a:ext cx="2298307" cy="1179576"/>
            <a:chOff x="92908" y="2465509"/>
            <a:chExt cx="2298307" cy="1179576"/>
          </a:xfrm>
        </p:grpSpPr>
        <p:sp>
          <p:nvSpPr>
            <p:cNvPr id="13" name="Rectangle 12">
              <a:extLst>
                <a:ext uri="{FF2B5EF4-FFF2-40B4-BE49-F238E27FC236}">
                  <a16:creationId xmlns:a16="http://schemas.microsoft.com/office/drawing/2014/main" id="{0BBCFE1A-DEBB-4A8A-A027-1D700F02B891}"/>
                </a:ext>
              </a:extLst>
            </p:cNvPr>
            <p:cNvSpPr/>
            <p:nvPr/>
          </p:nvSpPr>
          <p:spPr>
            <a:xfrm>
              <a:off x="180664" y="2465509"/>
              <a:ext cx="2210551" cy="1179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pic>
          <p:nvPicPr>
            <p:cNvPr id="11" name="Graphique 10" descr="Visage surpris à remplissage uni avec un remplissage uni">
              <a:extLst>
                <a:ext uri="{FF2B5EF4-FFF2-40B4-BE49-F238E27FC236}">
                  <a16:creationId xmlns:a16="http://schemas.microsoft.com/office/drawing/2014/main" id="{30746904-BE74-40F0-9937-C36015A67E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08" y="2616317"/>
              <a:ext cx="922749" cy="922749"/>
            </a:xfrm>
            <a:prstGeom prst="rect">
              <a:avLst/>
            </a:prstGeom>
          </p:spPr>
        </p:pic>
      </p:grpSp>
      <p:sp>
        <p:nvSpPr>
          <p:cNvPr id="20" name="Rectangle 19">
            <a:extLst>
              <a:ext uri="{FF2B5EF4-FFF2-40B4-BE49-F238E27FC236}">
                <a16:creationId xmlns:a16="http://schemas.microsoft.com/office/drawing/2014/main" id="{A3D76D48-D299-45BE-B361-0468D98640A0}"/>
              </a:ext>
            </a:extLst>
          </p:cNvPr>
          <p:cNvSpPr/>
          <p:nvPr/>
        </p:nvSpPr>
        <p:spPr>
          <a:xfrm>
            <a:off x="7077100" y="2891204"/>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62500" lnSpcReduction="20000"/>
          </a:bodyPr>
          <a:lstStyle/>
          <a:p>
            <a:pPr algn="ctr"/>
            <a:r>
              <a:rPr lang="en-US" sz="1100" dirty="0">
                <a:solidFill>
                  <a:schemeClr val="tx1"/>
                </a:solidFill>
              </a:rPr>
              <a:t>Example :</a:t>
            </a:r>
          </a:p>
          <a:p>
            <a:pPr algn="ctr"/>
            <a:endParaRPr lang="en-US" sz="1100" dirty="0">
              <a:solidFill>
                <a:schemeClr val="tx1"/>
              </a:solidFill>
            </a:endParaRPr>
          </a:p>
          <a:p>
            <a:pPr algn="ctr"/>
            <a:r>
              <a:rPr lang="en-US" sz="1100" dirty="0">
                <a:solidFill>
                  <a:schemeClr val="tx1"/>
                </a:solidFill>
              </a:rPr>
              <a:t> Everything you need to know about our Community in 5 minutes</a:t>
            </a:r>
          </a:p>
        </p:txBody>
      </p:sp>
      <p:sp>
        <p:nvSpPr>
          <p:cNvPr id="21" name="Rectangle 20">
            <a:extLst>
              <a:ext uri="{FF2B5EF4-FFF2-40B4-BE49-F238E27FC236}">
                <a16:creationId xmlns:a16="http://schemas.microsoft.com/office/drawing/2014/main" id="{2F22B5B9-ADB8-4D9F-935D-3B404B4CC7FA}"/>
              </a:ext>
            </a:extLst>
          </p:cNvPr>
          <p:cNvSpPr/>
          <p:nvPr/>
        </p:nvSpPr>
        <p:spPr>
          <a:xfrm>
            <a:off x="2470700" y="3042012"/>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85000" lnSpcReduction="10000"/>
          </a:bodyPr>
          <a:lstStyle/>
          <a:p>
            <a:pPr algn="ctr"/>
            <a:r>
              <a:rPr lang="en-US" sz="1100" dirty="0">
                <a:solidFill>
                  <a:schemeClr val="tx1"/>
                </a:solidFill>
              </a:rPr>
              <a:t>Example : </a:t>
            </a:r>
          </a:p>
          <a:p>
            <a:pPr algn="ctr"/>
            <a:r>
              <a:rPr lang="en-US" sz="1100" dirty="0">
                <a:solidFill>
                  <a:schemeClr val="tx1"/>
                </a:solidFill>
              </a:rPr>
              <a:t>Add John’s image in the thumbnails (people love John)</a:t>
            </a:r>
          </a:p>
        </p:txBody>
      </p:sp>
      <p:sp>
        <p:nvSpPr>
          <p:cNvPr id="24" name="Rectangle 23">
            <a:extLst>
              <a:ext uri="{FF2B5EF4-FFF2-40B4-BE49-F238E27FC236}">
                <a16:creationId xmlns:a16="http://schemas.microsoft.com/office/drawing/2014/main" id="{870E40A5-06CF-4DC5-A616-FC0363BE5B75}"/>
              </a:ext>
            </a:extLst>
          </p:cNvPr>
          <p:cNvSpPr/>
          <p:nvPr/>
        </p:nvSpPr>
        <p:spPr>
          <a:xfrm>
            <a:off x="1193057" y="4178587"/>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5" name="Rectangle 24">
            <a:extLst>
              <a:ext uri="{FF2B5EF4-FFF2-40B4-BE49-F238E27FC236}">
                <a16:creationId xmlns:a16="http://schemas.microsoft.com/office/drawing/2014/main" id="{9019415C-2C5D-4694-A7FD-00C0B367E9FC}"/>
              </a:ext>
            </a:extLst>
          </p:cNvPr>
          <p:cNvSpPr/>
          <p:nvPr/>
        </p:nvSpPr>
        <p:spPr>
          <a:xfrm>
            <a:off x="2259857" y="4178587"/>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6" name="Rectangle 25">
            <a:extLst>
              <a:ext uri="{FF2B5EF4-FFF2-40B4-BE49-F238E27FC236}">
                <a16:creationId xmlns:a16="http://schemas.microsoft.com/office/drawing/2014/main" id="{1E656CCA-6B96-4413-9391-F1DE38C70715}"/>
              </a:ext>
            </a:extLst>
          </p:cNvPr>
          <p:cNvSpPr/>
          <p:nvPr/>
        </p:nvSpPr>
        <p:spPr>
          <a:xfrm>
            <a:off x="1379377" y="5233768"/>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7" name="Rectangle 26">
            <a:extLst>
              <a:ext uri="{FF2B5EF4-FFF2-40B4-BE49-F238E27FC236}">
                <a16:creationId xmlns:a16="http://schemas.microsoft.com/office/drawing/2014/main" id="{96D2C744-0C0D-426F-9E0F-37D584DCF68D}"/>
              </a:ext>
            </a:extLst>
          </p:cNvPr>
          <p:cNvSpPr/>
          <p:nvPr/>
        </p:nvSpPr>
        <p:spPr>
          <a:xfrm>
            <a:off x="2470700" y="526746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8" name="Rectangle 27">
            <a:extLst>
              <a:ext uri="{FF2B5EF4-FFF2-40B4-BE49-F238E27FC236}">
                <a16:creationId xmlns:a16="http://schemas.microsoft.com/office/drawing/2014/main" id="{7156390D-FF9C-435B-A1E9-92026BD7F1E9}"/>
              </a:ext>
            </a:extLst>
          </p:cNvPr>
          <p:cNvSpPr/>
          <p:nvPr/>
        </p:nvSpPr>
        <p:spPr>
          <a:xfrm>
            <a:off x="3537500" y="526746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9" name="Rectangle 28">
            <a:extLst>
              <a:ext uri="{FF2B5EF4-FFF2-40B4-BE49-F238E27FC236}">
                <a16:creationId xmlns:a16="http://schemas.microsoft.com/office/drawing/2014/main" id="{CB1C5538-0AA4-4B83-94DA-4C1BC2BCCD0D}"/>
              </a:ext>
            </a:extLst>
          </p:cNvPr>
          <p:cNvSpPr/>
          <p:nvPr/>
        </p:nvSpPr>
        <p:spPr>
          <a:xfrm>
            <a:off x="3382048" y="4265542"/>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113944638"/>
      </p:ext>
    </p:extLst>
  </p:cSld>
  <p:clrMapOvr>
    <a:masterClrMapping/>
  </p:clrMapOvr>
  <mc:AlternateContent xmlns:mc="http://schemas.openxmlformats.org/markup-compatibility/2006" xmlns:p14="http://schemas.microsoft.com/office/powerpoint/2010/main">
    <mc:Choice Requires="p14">
      <p:transition spd="slow" p14:dur="2000" advTm="116662"/>
    </mc:Choice>
    <mc:Fallback xmlns="">
      <p:transition spd="slow" advTm="116662"/>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2357BD2-72C0-4203-8FDA-027D9FEDA855}"/>
              </a:ext>
            </a:extLst>
          </p:cNvPr>
          <p:cNvSpPr>
            <a:spLocks noGrp="1"/>
          </p:cNvSpPr>
          <p:nvPr>
            <p:ph type="title"/>
          </p:nvPr>
        </p:nvSpPr>
        <p:spPr/>
        <p:txBody>
          <a:bodyPr>
            <a:noAutofit/>
          </a:bodyPr>
          <a:lstStyle/>
          <a:p>
            <a:r>
              <a:rPr lang="en-US" sz="2800" dirty="0"/>
              <a:t>Exercise #C4</a:t>
            </a:r>
            <a:br>
              <a:rPr lang="en-US" sz="2800" dirty="0"/>
            </a:br>
            <a:r>
              <a:rPr lang="en-US" sz="2000" dirty="0"/>
              <a:t>Define or select content format for your Community Content, include next moves</a:t>
            </a:r>
            <a:endParaRPr lang="en-US" sz="2800" dirty="0"/>
          </a:p>
        </p:txBody>
      </p:sp>
      <p:cxnSp>
        <p:nvCxnSpPr>
          <p:cNvPr id="8" name="Connecteur droit avec flèche 7">
            <a:extLst>
              <a:ext uri="{FF2B5EF4-FFF2-40B4-BE49-F238E27FC236}">
                <a16:creationId xmlns:a16="http://schemas.microsoft.com/office/drawing/2014/main" id="{3DC5DC14-5DBE-472A-86FF-6A7D428B7A0E}"/>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DE580959-8841-4762-9552-A5948576CD0A}"/>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CF017A52-0B37-4F06-9A70-2BFCADB4B64A}"/>
              </a:ext>
            </a:extLst>
          </p:cNvPr>
          <p:cNvSpPr txBox="1"/>
          <p:nvPr/>
        </p:nvSpPr>
        <p:spPr>
          <a:xfrm>
            <a:off x="10043604" y="6074447"/>
            <a:ext cx="1944207" cy="276999"/>
          </a:xfrm>
          <a:prstGeom prst="rect">
            <a:avLst/>
          </a:prstGeom>
          <a:noFill/>
        </p:spPr>
        <p:txBody>
          <a:bodyPr wrap="square" rtlCol="0">
            <a:spAutoFit/>
          </a:bodyPr>
          <a:lstStyle/>
          <a:p>
            <a:pPr algn="ctr"/>
            <a:r>
              <a:rPr lang="en-US" sz="1200" dirty="0"/>
              <a:t>Undivided attention</a:t>
            </a:r>
          </a:p>
        </p:txBody>
      </p:sp>
      <p:sp>
        <p:nvSpPr>
          <p:cNvPr id="13" name="ZoneTexte 12">
            <a:extLst>
              <a:ext uri="{FF2B5EF4-FFF2-40B4-BE49-F238E27FC236}">
                <a16:creationId xmlns:a16="http://schemas.microsoft.com/office/drawing/2014/main" id="{537C6108-A155-4C3E-B6AF-07A0C4917038}"/>
              </a:ext>
            </a:extLst>
          </p:cNvPr>
          <p:cNvSpPr txBox="1"/>
          <p:nvPr/>
        </p:nvSpPr>
        <p:spPr>
          <a:xfrm>
            <a:off x="42170" y="2077583"/>
            <a:ext cx="1262839" cy="1015663"/>
          </a:xfrm>
          <a:prstGeom prst="rect">
            <a:avLst/>
          </a:prstGeom>
          <a:noFill/>
        </p:spPr>
        <p:txBody>
          <a:bodyPr wrap="square" rtlCol="0">
            <a:spAutoFit/>
          </a:bodyPr>
          <a:lstStyle/>
          <a:p>
            <a:pPr algn="ctr"/>
            <a:r>
              <a:rPr lang="en-US" sz="1200" dirty="0"/>
              <a:t>Scalability (easiness of consumption by many people)</a:t>
            </a:r>
          </a:p>
        </p:txBody>
      </p:sp>
    </p:spTree>
    <p:extLst>
      <p:ext uri="{BB962C8B-B14F-4D97-AF65-F5344CB8AC3E}">
        <p14:creationId xmlns:p14="http://schemas.microsoft.com/office/powerpoint/2010/main" val="1000744842"/>
      </p:ext>
    </p:extLst>
  </p:cSld>
  <p:clrMapOvr>
    <a:masterClrMapping/>
  </p:clrMapOvr>
  <mc:AlternateContent xmlns:mc="http://schemas.openxmlformats.org/markup-compatibility/2006" xmlns:p14="http://schemas.microsoft.com/office/powerpoint/2010/main">
    <mc:Choice Requires="p14">
      <p:transition spd="slow" p14:dur="2000" advTm="108564"/>
    </mc:Choice>
    <mc:Fallback xmlns="">
      <p:transition spd="slow" advTm="108564"/>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904B001-EEA1-4EAC-B74A-75CD479363A2}"/>
              </a:ext>
            </a:extLst>
          </p:cNvPr>
          <p:cNvSpPr>
            <a:spLocks noGrp="1"/>
          </p:cNvSpPr>
          <p:nvPr>
            <p:ph type="title"/>
          </p:nvPr>
        </p:nvSpPr>
        <p:spPr/>
        <p:txBody>
          <a:bodyPr>
            <a:normAutofit fontScale="90000"/>
          </a:bodyPr>
          <a:lstStyle/>
          <a:p>
            <a:r>
              <a:rPr lang="en-US" dirty="0"/>
              <a:t>Exercise #C5</a:t>
            </a:r>
            <a:br>
              <a:rPr lang="en-US" dirty="0"/>
            </a:br>
            <a:r>
              <a:rPr lang="en-US" sz="3100" dirty="0"/>
              <a:t>Brainstorm actions for reach or for engagement in your current Community</a:t>
            </a:r>
            <a:endParaRPr lang="en-US" dirty="0"/>
          </a:p>
        </p:txBody>
      </p:sp>
      <p:sp>
        <p:nvSpPr>
          <p:cNvPr id="32" name="ZoneTexte 31">
            <a:extLst>
              <a:ext uri="{FF2B5EF4-FFF2-40B4-BE49-F238E27FC236}">
                <a16:creationId xmlns:a16="http://schemas.microsoft.com/office/drawing/2014/main" id="{C3CA301D-ED39-42C2-A85F-8773B66A3690}"/>
              </a:ext>
            </a:extLst>
          </p:cNvPr>
          <p:cNvSpPr txBox="1"/>
          <p:nvPr/>
        </p:nvSpPr>
        <p:spPr>
          <a:xfrm>
            <a:off x="94994" y="2070008"/>
            <a:ext cx="2188721" cy="923330"/>
          </a:xfrm>
          <a:prstGeom prst="rect">
            <a:avLst/>
          </a:prstGeom>
          <a:noFill/>
        </p:spPr>
        <p:txBody>
          <a:bodyPr wrap="square" rtlCol="0">
            <a:spAutoFit/>
          </a:bodyPr>
          <a:lstStyle/>
          <a:p>
            <a:pPr algn="ctr"/>
            <a:r>
              <a:rPr lang="en-US" b="1" dirty="0">
                <a:solidFill>
                  <a:schemeClr val="accent1"/>
                </a:solidFill>
              </a:rPr>
              <a:t>Increase reach : </a:t>
            </a:r>
          </a:p>
          <a:p>
            <a:pPr algn="ctr"/>
            <a:r>
              <a:rPr lang="en-US" b="1" dirty="0">
                <a:solidFill>
                  <a:schemeClr val="accent1"/>
                </a:solidFill>
              </a:rPr>
              <a:t>Target more people</a:t>
            </a:r>
          </a:p>
        </p:txBody>
      </p:sp>
      <p:grpSp>
        <p:nvGrpSpPr>
          <p:cNvPr id="58" name="Groupe 57">
            <a:extLst>
              <a:ext uri="{FF2B5EF4-FFF2-40B4-BE49-F238E27FC236}">
                <a16:creationId xmlns:a16="http://schemas.microsoft.com/office/drawing/2014/main" id="{CE97DE6F-98C3-4003-84C2-2ADD8340F0FE}"/>
              </a:ext>
            </a:extLst>
          </p:cNvPr>
          <p:cNvGrpSpPr/>
          <p:nvPr/>
        </p:nvGrpSpPr>
        <p:grpSpPr>
          <a:xfrm>
            <a:off x="868193" y="2593621"/>
            <a:ext cx="11166232" cy="4255744"/>
            <a:chOff x="868193" y="2593621"/>
            <a:chExt cx="11166232" cy="4255744"/>
          </a:xfrm>
        </p:grpSpPr>
        <p:grpSp>
          <p:nvGrpSpPr>
            <p:cNvPr id="17" name="Groupe 16">
              <a:extLst>
                <a:ext uri="{FF2B5EF4-FFF2-40B4-BE49-F238E27FC236}">
                  <a16:creationId xmlns:a16="http://schemas.microsoft.com/office/drawing/2014/main" id="{FCFD7A5A-B1CE-46D4-A389-AB4B6F856600}"/>
                </a:ext>
              </a:extLst>
            </p:cNvPr>
            <p:cNvGrpSpPr/>
            <p:nvPr/>
          </p:nvGrpSpPr>
          <p:grpSpPr>
            <a:xfrm>
              <a:off x="1670556" y="2593621"/>
              <a:ext cx="8572959" cy="3449817"/>
              <a:chOff x="1724927" y="2500604"/>
              <a:chExt cx="8572959" cy="3449817"/>
            </a:xfrm>
          </p:grpSpPr>
          <p:cxnSp>
            <p:nvCxnSpPr>
              <p:cNvPr id="10" name="Connecteur droit avec flèche 9">
                <a:extLst>
                  <a:ext uri="{FF2B5EF4-FFF2-40B4-BE49-F238E27FC236}">
                    <a16:creationId xmlns:a16="http://schemas.microsoft.com/office/drawing/2014/main" id="{A2956BFC-54C3-4547-8B5C-7DA985BE4186}"/>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C7C717CB-FBC1-4752-BB44-D1235B479A88}"/>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77E1A519-883E-4BBA-9276-FF7FAF245FBE}"/>
                </a:ext>
              </a:extLst>
            </p:cNvPr>
            <p:cNvGrpSpPr/>
            <p:nvPr/>
          </p:nvGrpSpPr>
          <p:grpSpPr>
            <a:xfrm>
              <a:off x="868193" y="3041780"/>
              <a:ext cx="554235" cy="2957709"/>
              <a:chOff x="849531" y="2033139"/>
              <a:chExt cx="797442" cy="4255599"/>
            </a:xfrm>
          </p:grpSpPr>
          <p:pic>
            <p:nvPicPr>
              <p:cNvPr id="19" name="Graphique 18" descr="Groupe de personnes avec un remplissage uni">
                <a:extLst>
                  <a:ext uri="{FF2B5EF4-FFF2-40B4-BE49-F238E27FC236}">
                    <a16:creationId xmlns:a16="http://schemas.microsoft.com/office/drawing/2014/main" id="{64146C5C-F781-45C8-9580-0E55E786D2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531" y="2033139"/>
                <a:ext cx="797442" cy="797442"/>
              </a:xfrm>
              <a:prstGeom prst="rect">
                <a:avLst/>
              </a:prstGeom>
            </p:spPr>
          </p:pic>
          <p:pic>
            <p:nvPicPr>
              <p:cNvPr id="21" name="Graphique 20" descr="Groupe de personnes contour">
                <a:extLst>
                  <a:ext uri="{FF2B5EF4-FFF2-40B4-BE49-F238E27FC236}">
                    <a16:creationId xmlns:a16="http://schemas.microsoft.com/office/drawing/2014/main" id="{DF1300D2-8F76-4131-9655-7FE6AEA97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532" y="2889294"/>
                <a:ext cx="797441" cy="797441"/>
              </a:xfrm>
              <a:prstGeom prst="rect">
                <a:avLst/>
              </a:prstGeom>
            </p:spPr>
          </p:pic>
          <p:pic>
            <p:nvPicPr>
              <p:cNvPr id="23" name="Graphique 22" descr="Groupe avec un remplissage uni">
                <a:extLst>
                  <a:ext uri="{FF2B5EF4-FFF2-40B4-BE49-F238E27FC236}">
                    <a16:creationId xmlns:a16="http://schemas.microsoft.com/office/drawing/2014/main" id="{53A40E74-2464-48F5-900D-9706BE6A04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14" y="3709355"/>
                <a:ext cx="625395" cy="625395"/>
              </a:xfrm>
              <a:prstGeom prst="rect">
                <a:avLst/>
              </a:prstGeom>
            </p:spPr>
          </p:pic>
          <p:pic>
            <p:nvPicPr>
              <p:cNvPr id="25" name="Graphique 24" descr="Groupe de femmes avec un remplissage uni">
                <a:extLst>
                  <a:ext uri="{FF2B5EF4-FFF2-40B4-BE49-F238E27FC236}">
                    <a16:creationId xmlns:a16="http://schemas.microsoft.com/office/drawing/2014/main" id="{481D1941-9E54-4E96-9FCE-AA0BA59B7E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10746" y="4450702"/>
                <a:ext cx="415446" cy="415446"/>
              </a:xfrm>
              <a:prstGeom prst="rect">
                <a:avLst/>
              </a:prstGeom>
            </p:spPr>
          </p:pic>
          <p:pic>
            <p:nvPicPr>
              <p:cNvPr id="27" name="Graphique 26" descr="Deux femmes avec un remplissage uni">
                <a:extLst>
                  <a:ext uri="{FF2B5EF4-FFF2-40B4-BE49-F238E27FC236}">
                    <a16:creationId xmlns:a16="http://schemas.microsoft.com/office/drawing/2014/main" id="{A2F724DC-2192-4267-B441-796FFD4EEE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9939" y="5060059"/>
                <a:ext cx="503370" cy="503370"/>
              </a:xfrm>
              <a:prstGeom prst="rect">
                <a:avLst/>
              </a:prstGeom>
            </p:spPr>
          </p:pic>
          <p:pic>
            <p:nvPicPr>
              <p:cNvPr id="30" name="Graphique 29" descr="Homme avec un remplissage uni">
                <a:extLst>
                  <a:ext uri="{FF2B5EF4-FFF2-40B4-BE49-F238E27FC236}">
                    <a16:creationId xmlns:a16="http://schemas.microsoft.com/office/drawing/2014/main" id="{1D2368E6-CA8C-4ACE-846A-04B613BCA3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648" y="5663343"/>
                <a:ext cx="625395" cy="625395"/>
              </a:xfrm>
              <a:prstGeom prst="rect">
                <a:avLst/>
              </a:prstGeom>
            </p:spPr>
          </p:pic>
        </p:grpSp>
        <p:sp>
          <p:nvSpPr>
            <p:cNvPr id="33" name="ZoneTexte 32">
              <a:extLst>
                <a:ext uri="{FF2B5EF4-FFF2-40B4-BE49-F238E27FC236}">
                  <a16:creationId xmlns:a16="http://schemas.microsoft.com/office/drawing/2014/main" id="{0214BBEE-09CD-4225-83A8-59B9F64724CE}"/>
                </a:ext>
              </a:extLst>
            </p:cNvPr>
            <p:cNvSpPr txBox="1"/>
            <p:nvPr/>
          </p:nvSpPr>
          <p:spPr>
            <a:xfrm>
              <a:off x="9845704" y="4660129"/>
              <a:ext cx="2188721" cy="1200329"/>
            </a:xfrm>
            <a:prstGeom prst="rect">
              <a:avLst/>
            </a:prstGeom>
            <a:noFill/>
          </p:spPr>
          <p:txBody>
            <a:bodyPr wrap="square" rtlCol="0">
              <a:spAutoFit/>
            </a:bodyPr>
            <a:lstStyle/>
            <a:p>
              <a:pPr algn="ctr"/>
              <a:r>
                <a:rPr lang="en-US" b="1" dirty="0">
                  <a:solidFill>
                    <a:schemeClr val="accent1"/>
                  </a:solidFill>
                </a:rPr>
                <a:t>Increase engagement : </a:t>
              </a:r>
            </a:p>
            <a:p>
              <a:pPr algn="ctr"/>
              <a:r>
                <a:rPr lang="en-US" b="1" dirty="0">
                  <a:solidFill>
                    <a:schemeClr val="accent1"/>
                  </a:solidFill>
                </a:rPr>
                <a:t>Target further engagement</a:t>
              </a:r>
            </a:p>
          </p:txBody>
        </p:sp>
        <p:pic>
          <p:nvPicPr>
            <p:cNvPr id="35" name="Graphique 34" descr="Cœur avec un remplissage uni">
              <a:extLst>
                <a:ext uri="{FF2B5EF4-FFF2-40B4-BE49-F238E27FC236}">
                  <a16:creationId xmlns:a16="http://schemas.microsoft.com/office/drawing/2014/main" id="{E52289C5-E864-4540-BFE6-5ED7AAF888A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75805" y="6176864"/>
              <a:ext cx="324915" cy="324915"/>
            </a:xfrm>
            <a:prstGeom prst="rect">
              <a:avLst/>
            </a:prstGeom>
          </p:spPr>
        </p:pic>
        <p:pic>
          <p:nvPicPr>
            <p:cNvPr id="36" name="Graphique 35" descr="Cœur avec un remplissage uni">
              <a:extLst>
                <a:ext uri="{FF2B5EF4-FFF2-40B4-BE49-F238E27FC236}">
                  <a16:creationId xmlns:a16="http://schemas.microsoft.com/office/drawing/2014/main" id="{34DA2D20-B615-4877-BFD2-8C7A44D772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23944" y="6146902"/>
              <a:ext cx="324915" cy="324915"/>
            </a:xfrm>
            <a:prstGeom prst="rect">
              <a:avLst/>
            </a:prstGeom>
          </p:spPr>
        </p:pic>
        <p:pic>
          <p:nvPicPr>
            <p:cNvPr id="37" name="Graphique 36" descr="Cœur avec un remplissage uni">
              <a:extLst>
                <a:ext uri="{FF2B5EF4-FFF2-40B4-BE49-F238E27FC236}">
                  <a16:creationId xmlns:a16="http://schemas.microsoft.com/office/drawing/2014/main" id="{1DB7035E-0B46-46EB-AD4C-053BE5E70F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8859" y="6146902"/>
              <a:ext cx="324915" cy="324915"/>
            </a:xfrm>
            <a:prstGeom prst="rect">
              <a:avLst/>
            </a:prstGeom>
          </p:spPr>
        </p:pic>
        <p:pic>
          <p:nvPicPr>
            <p:cNvPr id="38" name="Graphique 37" descr="Cœur avec un remplissage uni">
              <a:extLst>
                <a:ext uri="{FF2B5EF4-FFF2-40B4-BE49-F238E27FC236}">
                  <a16:creationId xmlns:a16="http://schemas.microsoft.com/office/drawing/2014/main" id="{6A5B9A09-61D2-46C2-AB01-F0B1709D852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90727" y="6146902"/>
              <a:ext cx="324915" cy="324915"/>
            </a:xfrm>
            <a:prstGeom prst="rect">
              <a:avLst/>
            </a:prstGeom>
          </p:spPr>
        </p:pic>
        <p:pic>
          <p:nvPicPr>
            <p:cNvPr id="39" name="Graphique 38" descr="Cœur avec un remplissage uni">
              <a:extLst>
                <a:ext uri="{FF2B5EF4-FFF2-40B4-BE49-F238E27FC236}">
                  <a16:creationId xmlns:a16="http://schemas.microsoft.com/office/drawing/2014/main" id="{82D7D484-8E1E-45FD-8621-153B120B41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15642" y="6146902"/>
              <a:ext cx="324915" cy="324915"/>
            </a:xfrm>
            <a:prstGeom prst="rect">
              <a:avLst/>
            </a:prstGeom>
          </p:spPr>
        </p:pic>
        <p:pic>
          <p:nvPicPr>
            <p:cNvPr id="40" name="Graphique 39" descr="Cœur avec un remplissage uni">
              <a:extLst>
                <a:ext uri="{FF2B5EF4-FFF2-40B4-BE49-F238E27FC236}">
                  <a16:creationId xmlns:a16="http://schemas.microsoft.com/office/drawing/2014/main" id="{4961F9C2-111D-4B37-8F26-AA269DE850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53184" y="6382260"/>
              <a:ext cx="324915" cy="324915"/>
            </a:xfrm>
            <a:prstGeom prst="rect">
              <a:avLst/>
            </a:prstGeom>
          </p:spPr>
        </p:pic>
        <p:pic>
          <p:nvPicPr>
            <p:cNvPr id="41" name="Graphique 40" descr="Cœur avec un remplissage uni">
              <a:extLst>
                <a:ext uri="{FF2B5EF4-FFF2-40B4-BE49-F238E27FC236}">
                  <a16:creationId xmlns:a16="http://schemas.microsoft.com/office/drawing/2014/main" id="{17A765C5-8BAE-48B8-A4DD-5B054EFE6EF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152605"/>
              <a:ext cx="324915" cy="324915"/>
            </a:xfrm>
            <a:prstGeom prst="rect">
              <a:avLst/>
            </a:prstGeom>
          </p:spPr>
        </p:pic>
        <p:pic>
          <p:nvPicPr>
            <p:cNvPr id="42" name="Graphique 41" descr="Cœur avec un remplissage uni">
              <a:extLst>
                <a:ext uri="{FF2B5EF4-FFF2-40B4-BE49-F238E27FC236}">
                  <a16:creationId xmlns:a16="http://schemas.microsoft.com/office/drawing/2014/main" id="{5F44ACAD-3E00-4803-86AC-141697F7123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6" y="6152605"/>
              <a:ext cx="324915" cy="324915"/>
            </a:xfrm>
            <a:prstGeom prst="rect">
              <a:avLst/>
            </a:prstGeom>
          </p:spPr>
        </p:pic>
        <p:pic>
          <p:nvPicPr>
            <p:cNvPr id="43" name="Graphique 42" descr="Cœur avec un remplissage uni">
              <a:extLst>
                <a:ext uri="{FF2B5EF4-FFF2-40B4-BE49-F238E27FC236}">
                  <a16:creationId xmlns:a16="http://schemas.microsoft.com/office/drawing/2014/main" id="{3D61C4DE-BD1F-4E2D-9F69-01A92A0DC2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382260"/>
              <a:ext cx="324915" cy="324915"/>
            </a:xfrm>
            <a:prstGeom prst="rect">
              <a:avLst/>
            </a:prstGeom>
          </p:spPr>
        </p:pic>
        <p:pic>
          <p:nvPicPr>
            <p:cNvPr id="44" name="Graphique 43" descr="Cœur avec un remplissage uni">
              <a:extLst>
                <a:ext uri="{FF2B5EF4-FFF2-40B4-BE49-F238E27FC236}">
                  <a16:creationId xmlns:a16="http://schemas.microsoft.com/office/drawing/2014/main" id="{32E4054B-4053-4F39-8BF9-18BC524D4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5" y="6391881"/>
              <a:ext cx="324915" cy="324915"/>
            </a:xfrm>
            <a:prstGeom prst="rect">
              <a:avLst/>
            </a:prstGeom>
          </p:spPr>
        </p:pic>
        <p:pic>
          <p:nvPicPr>
            <p:cNvPr id="45" name="Graphique 44" descr="Cœur avec un remplissage uni">
              <a:extLst>
                <a:ext uri="{FF2B5EF4-FFF2-40B4-BE49-F238E27FC236}">
                  <a16:creationId xmlns:a16="http://schemas.microsoft.com/office/drawing/2014/main" id="{E771AB82-B92F-4C3B-9F78-C9D6F10E1B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1" y="6146902"/>
              <a:ext cx="324915" cy="324915"/>
            </a:xfrm>
            <a:prstGeom prst="rect">
              <a:avLst/>
            </a:prstGeom>
          </p:spPr>
        </p:pic>
        <p:pic>
          <p:nvPicPr>
            <p:cNvPr id="46" name="Graphique 45" descr="Cœur avec un remplissage uni">
              <a:extLst>
                <a:ext uri="{FF2B5EF4-FFF2-40B4-BE49-F238E27FC236}">
                  <a16:creationId xmlns:a16="http://schemas.microsoft.com/office/drawing/2014/main" id="{224876CD-3EA5-478A-B7EA-FA5B6EAF19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6" y="6146902"/>
              <a:ext cx="324915" cy="324915"/>
            </a:xfrm>
            <a:prstGeom prst="rect">
              <a:avLst/>
            </a:prstGeom>
          </p:spPr>
        </p:pic>
        <p:pic>
          <p:nvPicPr>
            <p:cNvPr id="47" name="Graphique 46" descr="Cœur avec un remplissage uni">
              <a:extLst>
                <a:ext uri="{FF2B5EF4-FFF2-40B4-BE49-F238E27FC236}">
                  <a16:creationId xmlns:a16="http://schemas.microsoft.com/office/drawing/2014/main" id="{2C6B0EDB-3F28-4053-A198-24E6FE6D060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0" y="6481460"/>
              <a:ext cx="324915" cy="324915"/>
            </a:xfrm>
            <a:prstGeom prst="rect">
              <a:avLst/>
            </a:prstGeom>
          </p:spPr>
        </p:pic>
        <p:pic>
          <p:nvPicPr>
            <p:cNvPr id="48" name="Graphique 47" descr="Cœur avec un remplissage uni">
              <a:extLst>
                <a:ext uri="{FF2B5EF4-FFF2-40B4-BE49-F238E27FC236}">
                  <a16:creationId xmlns:a16="http://schemas.microsoft.com/office/drawing/2014/main" id="{B46894D5-7D7C-40C1-AFAF-746B74DD2B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5" y="6469015"/>
              <a:ext cx="324915" cy="324915"/>
            </a:xfrm>
            <a:prstGeom prst="rect">
              <a:avLst/>
            </a:prstGeom>
          </p:spPr>
        </p:pic>
        <p:pic>
          <p:nvPicPr>
            <p:cNvPr id="49" name="Graphique 48" descr="Cœur avec un remplissage uni">
              <a:extLst>
                <a:ext uri="{FF2B5EF4-FFF2-40B4-BE49-F238E27FC236}">
                  <a16:creationId xmlns:a16="http://schemas.microsoft.com/office/drawing/2014/main" id="{5C15A28E-873A-4416-A558-31B9F297992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68105" y="6315062"/>
              <a:ext cx="324915" cy="324915"/>
            </a:xfrm>
            <a:prstGeom prst="rect">
              <a:avLst/>
            </a:prstGeom>
          </p:spPr>
        </p:pic>
        <p:pic>
          <p:nvPicPr>
            <p:cNvPr id="50" name="Graphique 49" descr="Cœur avec un remplissage uni">
              <a:extLst>
                <a:ext uri="{FF2B5EF4-FFF2-40B4-BE49-F238E27FC236}">
                  <a16:creationId xmlns:a16="http://schemas.microsoft.com/office/drawing/2014/main" id="{C5B8D6B4-065F-4B8D-8212-979B36CEDF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066966"/>
              <a:ext cx="324915" cy="324915"/>
            </a:xfrm>
            <a:prstGeom prst="rect">
              <a:avLst/>
            </a:prstGeom>
          </p:spPr>
        </p:pic>
        <p:pic>
          <p:nvPicPr>
            <p:cNvPr id="51" name="Graphique 50" descr="Cœur avec un remplissage uni">
              <a:extLst>
                <a:ext uri="{FF2B5EF4-FFF2-40B4-BE49-F238E27FC236}">
                  <a16:creationId xmlns:a16="http://schemas.microsoft.com/office/drawing/2014/main" id="{492B17F6-4B6F-4B2B-90CC-03E38230C5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3" y="6066966"/>
              <a:ext cx="324915" cy="324915"/>
            </a:xfrm>
            <a:prstGeom prst="rect">
              <a:avLst/>
            </a:prstGeom>
          </p:spPr>
        </p:pic>
        <p:pic>
          <p:nvPicPr>
            <p:cNvPr id="52" name="Graphique 51" descr="Cœur avec un remplissage uni">
              <a:extLst>
                <a:ext uri="{FF2B5EF4-FFF2-40B4-BE49-F238E27FC236}">
                  <a16:creationId xmlns:a16="http://schemas.microsoft.com/office/drawing/2014/main" id="{7550F03D-6D9B-4EDE-9090-1E338637E6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296621"/>
              <a:ext cx="324915" cy="324915"/>
            </a:xfrm>
            <a:prstGeom prst="rect">
              <a:avLst/>
            </a:prstGeom>
          </p:spPr>
        </p:pic>
        <p:pic>
          <p:nvPicPr>
            <p:cNvPr id="53" name="Graphique 52" descr="Cœur avec un remplissage uni">
              <a:extLst>
                <a:ext uri="{FF2B5EF4-FFF2-40B4-BE49-F238E27FC236}">
                  <a16:creationId xmlns:a16="http://schemas.microsoft.com/office/drawing/2014/main" id="{9F0313E1-D9F9-4FB9-A6A5-27DD6A25D8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287580"/>
              <a:ext cx="324915" cy="324915"/>
            </a:xfrm>
            <a:prstGeom prst="rect">
              <a:avLst/>
            </a:prstGeom>
          </p:spPr>
        </p:pic>
        <p:pic>
          <p:nvPicPr>
            <p:cNvPr id="54" name="Graphique 53" descr="Cœur avec un remplissage uni">
              <a:extLst>
                <a:ext uri="{FF2B5EF4-FFF2-40B4-BE49-F238E27FC236}">
                  <a16:creationId xmlns:a16="http://schemas.microsoft.com/office/drawing/2014/main" id="{E8068A87-3545-40DA-8DD5-FF58D0FAD2F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524450"/>
              <a:ext cx="324915" cy="324915"/>
            </a:xfrm>
            <a:prstGeom prst="rect">
              <a:avLst/>
            </a:prstGeom>
          </p:spPr>
        </p:pic>
        <p:pic>
          <p:nvPicPr>
            <p:cNvPr id="55" name="Graphique 54" descr="Cœur avec un remplissage uni">
              <a:extLst>
                <a:ext uri="{FF2B5EF4-FFF2-40B4-BE49-F238E27FC236}">
                  <a16:creationId xmlns:a16="http://schemas.microsoft.com/office/drawing/2014/main" id="{62CF5280-B4A9-4DAF-9AEE-F3B11687CD2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505702"/>
              <a:ext cx="324915" cy="324915"/>
            </a:xfrm>
            <a:prstGeom prst="rect">
              <a:avLst/>
            </a:prstGeom>
          </p:spPr>
        </p:pic>
      </p:grpSp>
      <p:sp>
        <p:nvSpPr>
          <p:cNvPr id="2" name="Flèche : haut 1">
            <a:extLst>
              <a:ext uri="{FF2B5EF4-FFF2-40B4-BE49-F238E27FC236}">
                <a16:creationId xmlns:a16="http://schemas.microsoft.com/office/drawing/2014/main" id="{0AF4CC87-60B6-425C-BD2A-57FEB3669DF6}"/>
              </a:ext>
            </a:extLst>
          </p:cNvPr>
          <p:cNvSpPr/>
          <p:nvPr/>
        </p:nvSpPr>
        <p:spPr>
          <a:xfrm>
            <a:off x="1826321" y="4119418"/>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3" name="Flèche : haut 62">
            <a:extLst>
              <a:ext uri="{FF2B5EF4-FFF2-40B4-BE49-F238E27FC236}">
                <a16:creationId xmlns:a16="http://schemas.microsoft.com/office/drawing/2014/main" id="{F42743FE-32A4-4979-A570-FCF4067E6047}"/>
              </a:ext>
            </a:extLst>
          </p:cNvPr>
          <p:cNvSpPr/>
          <p:nvPr/>
        </p:nvSpPr>
        <p:spPr>
          <a:xfrm>
            <a:off x="2714231" y="4119418"/>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4" name="Flèche : haut 63">
            <a:extLst>
              <a:ext uri="{FF2B5EF4-FFF2-40B4-BE49-F238E27FC236}">
                <a16:creationId xmlns:a16="http://schemas.microsoft.com/office/drawing/2014/main" id="{5899C225-F1B9-4A1E-A26F-EE33E944D106}"/>
              </a:ext>
            </a:extLst>
          </p:cNvPr>
          <p:cNvSpPr/>
          <p:nvPr/>
        </p:nvSpPr>
        <p:spPr>
          <a:xfrm>
            <a:off x="2138262" y="4830324"/>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5" name="Flèche : haut 64">
            <a:extLst>
              <a:ext uri="{FF2B5EF4-FFF2-40B4-BE49-F238E27FC236}">
                <a16:creationId xmlns:a16="http://schemas.microsoft.com/office/drawing/2014/main" id="{FE2F66C0-90DE-48EC-B806-807A902B1C9D}"/>
              </a:ext>
            </a:extLst>
          </p:cNvPr>
          <p:cNvSpPr/>
          <p:nvPr/>
        </p:nvSpPr>
        <p:spPr>
          <a:xfrm>
            <a:off x="4774484" y="2094081"/>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dirty="0">
              <a:solidFill>
                <a:schemeClr val="tx1"/>
              </a:solidFill>
            </a:endParaRPr>
          </a:p>
        </p:txBody>
      </p:sp>
      <p:sp>
        <p:nvSpPr>
          <p:cNvPr id="3" name="Flèche : droite 2">
            <a:extLst>
              <a:ext uri="{FF2B5EF4-FFF2-40B4-BE49-F238E27FC236}">
                <a16:creationId xmlns:a16="http://schemas.microsoft.com/office/drawing/2014/main" id="{2CA16050-1A14-487E-AF40-3ED564C3468E}"/>
              </a:ext>
            </a:extLst>
          </p:cNvPr>
          <p:cNvSpPr/>
          <p:nvPr/>
        </p:nvSpPr>
        <p:spPr>
          <a:xfrm>
            <a:off x="3738388" y="4937978"/>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7" name="Flèche : droite 66">
            <a:extLst>
              <a:ext uri="{FF2B5EF4-FFF2-40B4-BE49-F238E27FC236}">
                <a16:creationId xmlns:a16="http://schemas.microsoft.com/office/drawing/2014/main" id="{A9012893-97AC-401E-89C5-09B1C11249C9}"/>
              </a:ext>
            </a:extLst>
          </p:cNvPr>
          <p:cNvSpPr/>
          <p:nvPr/>
        </p:nvSpPr>
        <p:spPr>
          <a:xfrm>
            <a:off x="3772003" y="4073647"/>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8" name="Flèche : droite 67">
            <a:extLst>
              <a:ext uri="{FF2B5EF4-FFF2-40B4-BE49-F238E27FC236}">
                <a16:creationId xmlns:a16="http://schemas.microsoft.com/office/drawing/2014/main" id="{86302D82-4C21-4D4E-9F4D-5F0D59520680}"/>
              </a:ext>
            </a:extLst>
          </p:cNvPr>
          <p:cNvSpPr/>
          <p:nvPr/>
        </p:nvSpPr>
        <p:spPr>
          <a:xfrm>
            <a:off x="4774484" y="4311614"/>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9" name="Flèche : droite 68">
            <a:extLst>
              <a:ext uri="{FF2B5EF4-FFF2-40B4-BE49-F238E27FC236}">
                <a16:creationId xmlns:a16="http://schemas.microsoft.com/office/drawing/2014/main" id="{557D730F-F08A-46B7-B090-53103EE665A6}"/>
              </a:ext>
            </a:extLst>
          </p:cNvPr>
          <p:cNvSpPr/>
          <p:nvPr/>
        </p:nvSpPr>
        <p:spPr>
          <a:xfrm>
            <a:off x="2938325" y="5125715"/>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70" name="Flèche : droite 69">
            <a:extLst>
              <a:ext uri="{FF2B5EF4-FFF2-40B4-BE49-F238E27FC236}">
                <a16:creationId xmlns:a16="http://schemas.microsoft.com/office/drawing/2014/main" id="{98C02D15-C709-4DE6-B338-250808FEE5F0}"/>
              </a:ext>
            </a:extLst>
          </p:cNvPr>
          <p:cNvSpPr/>
          <p:nvPr/>
        </p:nvSpPr>
        <p:spPr>
          <a:xfrm>
            <a:off x="4517697" y="3658187"/>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Tree>
    <p:extLst>
      <p:ext uri="{BB962C8B-B14F-4D97-AF65-F5344CB8AC3E}">
        <p14:creationId xmlns:p14="http://schemas.microsoft.com/office/powerpoint/2010/main" val="1366818551"/>
      </p:ext>
    </p:extLst>
  </p:cSld>
  <p:clrMapOvr>
    <a:masterClrMapping/>
  </p:clrMapOvr>
  <mc:AlternateContent xmlns:mc="http://schemas.openxmlformats.org/markup-compatibility/2006" xmlns:p14="http://schemas.microsoft.com/office/powerpoint/2010/main">
    <mc:Choice Requires="p14">
      <p:transition spd="slow" p14:dur="2000" advTm="47935"/>
    </mc:Choice>
    <mc:Fallback xmlns="">
      <p:transition spd="slow" advTm="47935"/>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xfrm>
            <a:off x="1115568" y="242596"/>
            <a:ext cx="8824962" cy="1584648"/>
          </a:xfrm>
        </p:spPr>
        <p:txBody>
          <a:bodyPr>
            <a:normAutofit fontScale="90000"/>
          </a:bodyPr>
          <a:lstStyle/>
          <a:p>
            <a:r>
              <a:rPr lang="en-US" dirty="0"/>
              <a:t>Exercise #C6 : </a:t>
            </a:r>
            <a:br>
              <a:rPr lang="en-US" dirty="0"/>
            </a:br>
            <a:r>
              <a:rPr lang="en-US" dirty="0"/>
              <a:t>Identify content walls, current stop points</a:t>
            </a:r>
          </a:p>
        </p:txBody>
      </p:sp>
      <p:graphicFrame>
        <p:nvGraphicFramePr>
          <p:cNvPr id="6" name="Espace réservé du contenu 5">
            <a:extLst>
              <a:ext uri="{FF2B5EF4-FFF2-40B4-BE49-F238E27FC236}">
                <a16:creationId xmlns:a16="http://schemas.microsoft.com/office/drawing/2014/main" id="{2BCC2943-6196-4448-BFCD-D9A2589735FF}"/>
              </a:ext>
            </a:extLst>
          </p:cNvPr>
          <p:cNvGraphicFramePr>
            <a:graphicFrameLocks noGrp="1"/>
          </p:cNvGraphicFramePr>
          <p:nvPr>
            <p:ph idx="1"/>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Graphique 8" descr="Point d’exclamation avec un remplissage uni">
            <a:extLst>
              <a:ext uri="{FF2B5EF4-FFF2-40B4-BE49-F238E27FC236}">
                <a16:creationId xmlns:a16="http://schemas.microsoft.com/office/drawing/2014/main" id="{4C5A1775-16C0-42FD-9C87-BDD857B44D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17" name="Graphique 16" descr="Bulle de discussion avec un remplissage uni">
            <a:extLst>
              <a:ext uri="{FF2B5EF4-FFF2-40B4-BE49-F238E27FC236}">
                <a16:creationId xmlns:a16="http://schemas.microsoft.com/office/drawing/2014/main" id="{BF459345-5584-489F-B7A2-F7CA7AAFEA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19" name="Graphique 18" descr="Partager avec un remplissage uni">
            <a:extLst>
              <a:ext uri="{FF2B5EF4-FFF2-40B4-BE49-F238E27FC236}">
                <a16:creationId xmlns:a16="http://schemas.microsoft.com/office/drawing/2014/main" id="{4825D223-73CB-444B-A57C-D71ED715E9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21" name="Graphique 20" descr="Viral avec un remplissage uni">
            <a:extLst>
              <a:ext uri="{FF2B5EF4-FFF2-40B4-BE49-F238E27FC236}">
                <a16:creationId xmlns:a16="http://schemas.microsoft.com/office/drawing/2014/main" id="{81A1350E-DBBA-4D02-A3CD-31CF016E4EA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23" name="Graphique 22" descr="Citations avec un remplissage uni">
            <a:extLst>
              <a:ext uri="{FF2B5EF4-FFF2-40B4-BE49-F238E27FC236}">
                <a16:creationId xmlns:a16="http://schemas.microsoft.com/office/drawing/2014/main" id="{47B43DF5-BE5A-46DD-B833-AC17EF7519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25" name="Graphique 24" descr="Réussite du groupe avec un remplissage uni">
            <a:extLst>
              <a:ext uri="{FF2B5EF4-FFF2-40B4-BE49-F238E27FC236}">
                <a16:creationId xmlns:a16="http://schemas.microsoft.com/office/drawing/2014/main" id="{FE87EC61-4C53-4B4A-8AA2-40E36D757C5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27" name="Graphique 26" descr="Curseur avec un remplissage uni">
            <a:extLst>
              <a:ext uri="{FF2B5EF4-FFF2-40B4-BE49-F238E27FC236}">
                <a16:creationId xmlns:a16="http://schemas.microsoft.com/office/drawing/2014/main" id="{47A30E9B-2EAD-41C6-B194-E5BF61D1FF9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nvGrpSpPr>
          <p:cNvPr id="41" name="Groupe 40">
            <a:extLst>
              <a:ext uri="{FF2B5EF4-FFF2-40B4-BE49-F238E27FC236}">
                <a16:creationId xmlns:a16="http://schemas.microsoft.com/office/drawing/2014/main" id="{C5A50F35-BC5A-4860-83F8-87788DD42221}"/>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92E5386A-3AFA-431C-B319-FEB034D8C707}"/>
                </a:ext>
              </a:extLst>
            </p:cNvPr>
            <p:cNvCxnSpPr>
              <a:cxnSpLocks/>
              <a:stCxn id="37" idx="2"/>
            </p:cNvCxnSpPr>
            <p:nvPr/>
          </p:nvCxnSpPr>
          <p:spPr>
            <a:xfrm>
              <a:off x="3513918" y="3825142"/>
              <a:ext cx="0" cy="216339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50E560E5-E7E9-4F41-B440-5988841038A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grpSp>
        <p:nvGrpSpPr>
          <p:cNvPr id="42" name="Groupe 41">
            <a:extLst>
              <a:ext uri="{FF2B5EF4-FFF2-40B4-BE49-F238E27FC236}">
                <a16:creationId xmlns:a16="http://schemas.microsoft.com/office/drawing/2014/main" id="{140A9354-F9A7-4D35-BD7B-2FD13F3557D3}"/>
              </a:ext>
            </a:extLst>
          </p:cNvPr>
          <p:cNvGrpSpPr/>
          <p:nvPr/>
        </p:nvGrpSpPr>
        <p:grpSpPr>
          <a:xfrm>
            <a:off x="6489723" y="2535638"/>
            <a:ext cx="914400" cy="3323624"/>
            <a:chOff x="6489723" y="2466814"/>
            <a:chExt cx="914400" cy="3323624"/>
          </a:xfrm>
          <a:solidFill>
            <a:schemeClr val="tx1"/>
          </a:solidFill>
        </p:grpSpPr>
        <p:cxnSp>
          <p:nvCxnSpPr>
            <p:cNvPr id="38" name="Connecteur droit 37">
              <a:extLst>
                <a:ext uri="{FF2B5EF4-FFF2-40B4-BE49-F238E27FC236}">
                  <a16:creationId xmlns:a16="http://schemas.microsoft.com/office/drawing/2014/main" id="{01EB9374-5F0A-472B-89B1-352808DFBE16}"/>
                </a:ext>
              </a:extLst>
            </p:cNvPr>
            <p:cNvCxnSpPr>
              <a:cxnSpLocks/>
              <a:stCxn id="39" idx="2"/>
            </p:cNvCxnSpPr>
            <p:nvPr/>
          </p:nvCxnSpPr>
          <p:spPr>
            <a:xfrm flipH="1">
              <a:off x="6946185" y="3381214"/>
              <a:ext cx="738" cy="2409224"/>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9" name="Graphique 38" descr="Mur de briques avec un remplissage uni">
              <a:extLst>
                <a:ext uri="{FF2B5EF4-FFF2-40B4-BE49-F238E27FC236}">
                  <a16:creationId xmlns:a16="http://schemas.microsoft.com/office/drawing/2014/main" id="{AEB05090-B7BE-4CC2-BAE7-B70511475D3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489723" y="2466814"/>
              <a:ext cx="914400" cy="914400"/>
            </a:xfrm>
            <a:prstGeom prst="rect">
              <a:avLst/>
            </a:prstGeom>
          </p:spPr>
        </p:pic>
      </p:grpSp>
      <p:grpSp>
        <p:nvGrpSpPr>
          <p:cNvPr id="4" name="Groupe 3">
            <a:extLst>
              <a:ext uri="{FF2B5EF4-FFF2-40B4-BE49-F238E27FC236}">
                <a16:creationId xmlns:a16="http://schemas.microsoft.com/office/drawing/2014/main" id="{3BB0EE4D-4B9C-44DA-A29D-F08541A8632A}"/>
              </a:ext>
            </a:extLst>
          </p:cNvPr>
          <p:cNvGrpSpPr/>
          <p:nvPr/>
        </p:nvGrpSpPr>
        <p:grpSpPr>
          <a:xfrm>
            <a:off x="9940530" y="2023114"/>
            <a:ext cx="914400" cy="3669762"/>
            <a:chOff x="9940530" y="2023114"/>
            <a:chExt cx="914400" cy="3669762"/>
          </a:xfrm>
        </p:grpSpPr>
        <p:cxnSp>
          <p:nvCxnSpPr>
            <p:cNvPr id="43" name="Connecteur droit 42">
              <a:extLst>
                <a:ext uri="{FF2B5EF4-FFF2-40B4-BE49-F238E27FC236}">
                  <a16:creationId xmlns:a16="http://schemas.microsoft.com/office/drawing/2014/main" id="{F4663EE4-5E13-4702-A351-6AE59ADCAD0E}"/>
                </a:ext>
              </a:extLst>
            </p:cNvPr>
            <p:cNvCxnSpPr>
              <a:cxnSpLocks/>
              <a:stCxn id="48" idx="2"/>
            </p:cNvCxnSpPr>
            <p:nvPr/>
          </p:nvCxnSpPr>
          <p:spPr>
            <a:xfrm>
              <a:off x="10397730" y="2937514"/>
              <a:ext cx="0" cy="275536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8" name="Graphique 47" descr="Mur de briques avec un remplissage uni">
              <a:extLst>
                <a:ext uri="{FF2B5EF4-FFF2-40B4-BE49-F238E27FC236}">
                  <a16:creationId xmlns:a16="http://schemas.microsoft.com/office/drawing/2014/main" id="{59FD1827-F7B7-4915-8A6F-CCFEF5CE1E3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940530" y="2023114"/>
              <a:ext cx="914400" cy="914400"/>
            </a:xfrm>
            <a:prstGeom prst="rect">
              <a:avLst/>
            </a:prstGeom>
          </p:spPr>
        </p:pic>
      </p:grpSp>
      <p:sp>
        <p:nvSpPr>
          <p:cNvPr id="26" name="Rectangle 25">
            <a:extLst>
              <a:ext uri="{FF2B5EF4-FFF2-40B4-BE49-F238E27FC236}">
                <a16:creationId xmlns:a16="http://schemas.microsoft.com/office/drawing/2014/main" id="{3FF00712-DA31-4FD1-AC94-827D25DA489F}"/>
              </a:ext>
            </a:extLst>
          </p:cNvPr>
          <p:cNvSpPr/>
          <p:nvPr/>
        </p:nvSpPr>
        <p:spPr>
          <a:xfrm>
            <a:off x="2924952" y="2875355"/>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62500" lnSpcReduction="20000"/>
          </a:bodyPr>
          <a:lstStyle/>
          <a:p>
            <a:pPr algn="ctr"/>
            <a:r>
              <a:rPr lang="en-US" sz="1100" dirty="0">
                <a:solidFill>
                  <a:schemeClr val="tx1"/>
                </a:solidFill>
              </a:rPr>
              <a:t>Example : People need to login to give a like</a:t>
            </a:r>
          </a:p>
        </p:txBody>
      </p:sp>
      <p:sp>
        <p:nvSpPr>
          <p:cNvPr id="28" name="Rectangle 27">
            <a:extLst>
              <a:ext uri="{FF2B5EF4-FFF2-40B4-BE49-F238E27FC236}">
                <a16:creationId xmlns:a16="http://schemas.microsoft.com/office/drawing/2014/main" id="{8EF51FE2-6FB2-45EA-BF14-8E94629E77F1}"/>
              </a:ext>
            </a:extLst>
          </p:cNvPr>
          <p:cNvSpPr/>
          <p:nvPr/>
        </p:nvSpPr>
        <p:spPr>
          <a:xfrm>
            <a:off x="6146298" y="5864309"/>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Example : 30% stop here</a:t>
            </a:r>
          </a:p>
        </p:txBody>
      </p:sp>
      <p:sp>
        <p:nvSpPr>
          <p:cNvPr id="29" name="Rectangle 28">
            <a:extLst>
              <a:ext uri="{FF2B5EF4-FFF2-40B4-BE49-F238E27FC236}">
                <a16:creationId xmlns:a16="http://schemas.microsoft.com/office/drawing/2014/main" id="{738A341D-F3A5-419A-82FF-FECA2EC6FB58}"/>
              </a:ext>
            </a:extLst>
          </p:cNvPr>
          <p:cNvSpPr/>
          <p:nvPr/>
        </p:nvSpPr>
        <p:spPr>
          <a:xfrm>
            <a:off x="6499443" y="201051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30" name="Rectangle 29">
            <a:extLst>
              <a:ext uri="{FF2B5EF4-FFF2-40B4-BE49-F238E27FC236}">
                <a16:creationId xmlns:a16="http://schemas.microsoft.com/office/drawing/2014/main" id="{4C803A4B-1751-4AB5-A250-D2E2D424D898}"/>
              </a:ext>
            </a:extLst>
          </p:cNvPr>
          <p:cNvSpPr/>
          <p:nvPr/>
        </p:nvSpPr>
        <p:spPr>
          <a:xfrm>
            <a:off x="4681703" y="2992838"/>
            <a:ext cx="889088" cy="8726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Example wall : No comment engine in our content platform</a:t>
            </a:r>
          </a:p>
        </p:txBody>
      </p:sp>
    </p:spTree>
    <p:custDataLst>
      <p:tags r:id="rId1"/>
    </p:custDataLst>
    <p:extLst>
      <p:ext uri="{BB962C8B-B14F-4D97-AF65-F5344CB8AC3E}">
        <p14:creationId xmlns:p14="http://schemas.microsoft.com/office/powerpoint/2010/main" val="670188927"/>
      </p:ext>
    </p:extLst>
  </p:cSld>
  <p:clrMapOvr>
    <a:masterClrMapping/>
  </p:clrMapOvr>
  <mc:AlternateContent xmlns:mc="http://schemas.openxmlformats.org/markup-compatibility/2006" xmlns:p14="http://schemas.microsoft.com/office/powerpoint/2010/main">
    <mc:Choice Requires="p14">
      <p:transition spd="slow" p14:dur="2000" advTm="251918"/>
    </mc:Choice>
    <mc:Fallback xmlns="">
      <p:transition spd="slow" advTm="25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FC54635E-1CFA-4F93-B566-34FFF4B7EE1B}"/>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947B5681-D30C-4F71-A448-A9816BB4E2C7}"/>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BC883E41-7CC3-49C8-AACB-D2DFC31D2A81}"/>
                                            </p:graphic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C4049009-0DF7-4B56-8EE8-A235AC9147E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6EE647C3-EE94-495B-A1BC-2BD31E7FB28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3C232351-2668-409A-900D-BAAD4244B760}"/>
                                            </p:graphic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6BD65D1B-AC3F-463A-9044-842725D46E17}"/>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graphicEl>
                                              <a:dgm id="{FDF54EAE-F346-4C3A-BE66-A827058CB01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41FFB49D-2989-4461-B425-3CC078C84917}"/>
                                            </p:graphic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621BC79D-194B-46C2-8CE4-368724AC50EB}"/>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graphicEl>
                                              <a:dgm id="{14B1C58C-96FC-4CBB-980F-3435E1A56BE8}"/>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graphicEl>
                                              <a:dgm id="{BCB6E0A9-6E0F-4A27-BF17-10F454A714DD}"/>
                                            </p:graphic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graphicEl>
                                              <a:dgm id="{8231CA90-10E3-46A6-A5BB-B62FA5752189}"/>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graphicEl>
                                              <a:dgm id="{D47D2D30-ADE3-4244-896A-D208A438408A}"/>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graphicEl>
                                              <a:dgm id="{5CF119C6-ABFB-4CDD-9B69-E69F67B6F6FB}"/>
                                            </p:graphic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graphicEl>
                                              <a:dgm id="{35E4B48D-612C-4074-B656-1246F02FB0FA}"/>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graphicEl>
                                              <a:dgm id="{FC5DBB8E-B43D-443A-BEBF-B02BF77B99C3}"/>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graphicEl>
                                              <a:dgm id="{19F16169-C9BF-47E2-8CB1-3EE9195EB957}"/>
                                            </p:graphic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graphicEl>
                                              <a:dgm id="{6F889921-57BB-4603-AA76-C547E1BF8E5F}"/>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graphicEl>
                                              <a:dgm id="{DB180237-7383-4D07-BB36-8A77B59B6D7F}"/>
                                            </p:graphic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solidFill>
            <a:schemeClr val="bg1"/>
          </a:solidFill>
        </p:spPr>
        <p:txBody>
          <a:bodyPr>
            <a:normAutofit fontScale="90000"/>
          </a:bodyPr>
          <a:lstStyle/>
          <a:p>
            <a:r>
              <a:rPr lang="en-US" dirty="0"/>
              <a:t>Exercise #C8</a:t>
            </a:r>
            <a:br>
              <a:rPr lang="en-US" dirty="0"/>
            </a:br>
            <a:r>
              <a:rPr lang="en-US" dirty="0"/>
              <a:t>List what you will create and what you will curate</a:t>
            </a:r>
          </a:p>
        </p:txBody>
      </p:sp>
      <p:sp>
        <p:nvSpPr>
          <p:cNvPr id="2" name="Espace réservé du texte 1">
            <a:extLst>
              <a:ext uri="{FF2B5EF4-FFF2-40B4-BE49-F238E27FC236}">
                <a16:creationId xmlns:a16="http://schemas.microsoft.com/office/drawing/2014/main" id="{FE201A8B-750E-412A-9B87-9F4E89E188CD}"/>
              </a:ext>
            </a:extLst>
          </p:cNvPr>
          <p:cNvSpPr>
            <a:spLocks noGrp="1"/>
          </p:cNvSpPr>
          <p:nvPr>
            <p:ph type="body" idx="1"/>
          </p:nvPr>
        </p:nvSpPr>
        <p:spPr>
          <a:xfrm>
            <a:off x="1984241" y="2372648"/>
            <a:ext cx="2802363" cy="823912"/>
          </a:xfrm>
        </p:spPr>
        <p:txBody>
          <a:bodyPr>
            <a:normAutofit/>
          </a:bodyPr>
          <a:lstStyle/>
          <a:p>
            <a:r>
              <a:rPr lang="en-US" sz="1800" dirty="0"/>
              <a:t>What we will create</a:t>
            </a:r>
          </a:p>
        </p:txBody>
      </p:sp>
      <p:sp>
        <p:nvSpPr>
          <p:cNvPr id="4" name="Espace réservé du texte 3">
            <a:extLst>
              <a:ext uri="{FF2B5EF4-FFF2-40B4-BE49-F238E27FC236}">
                <a16:creationId xmlns:a16="http://schemas.microsoft.com/office/drawing/2014/main" id="{0BA8D470-8EDE-4F27-9778-CFF20472BBDD}"/>
              </a:ext>
            </a:extLst>
          </p:cNvPr>
          <p:cNvSpPr>
            <a:spLocks noGrp="1"/>
          </p:cNvSpPr>
          <p:nvPr>
            <p:ph type="body" sz="quarter" idx="3"/>
          </p:nvPr>
        </p:nvSpPr>
        <p:spPr>
          <a:xfrm>
            <a:off x="6408202" y="2372648"/>
            <a:ext cx="3580384" cy="823912"/>
          </a:xfrm>
        </p:spPr>
        <p:txBody>
          <a:bodyPr>
            <a:normAutofit/>
          </a:bodyPr>
          <a:lstStyle/>
          <a:p>
            <a:pPr algn="r"/>
            <a:r>
              <a:rPr lang="en-US" sz="1800" dirty="0"/>
              <a:t>What we will curate</a:t>
            </a:r>
          </a:p>
        </p:txBody>
      </p:sp>
      <p:pic>
        <p:nvPicPr>
          <p:cNvPr id="7" name="Graphique 6" descr="Liste avec un remplissage uni">
            <a:extLst>
              <a:ext uri="{FF2B5EF4-FFF2-40B4-BE49-F238E27FC236}">
                <a16:creationId xmlns:a16="http://schemas.microsoft.com/office/drawing/2014/main" id="{975A3346-3390-414E-885A-B620128AD1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34162" y="5064640"/>
            <a:ext cx="914400" cy="914400"/>
          </a:xfrm>
          <a:prstGeom prst="rect">
            <a:avLst/>
          </a:prstGeom>
        </p:spPr>
      </p:pic>
      <p:pic>
        <p:nvPicPr>
          <p:cNvPr id="10" name="Graphique 9" descr="Livres avec un remplissage uni">
            <a:extLst>
              <a:ext uri="{FF2B5EF4-FFF2-40B4-BE49-F238E27FC236}">
                <a16:creationId xmlns:a16="http://schemas.microsoft.com/office/drawing/2014/main" id="{3863D7CE-47CA-48DC-AE65-A0E4477734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19768" y="3059812"/>
            <a:ext cx="914400" cy="914400"/>
          </a:xfrm>
          <a:prstGeom prst="rect">
            <a:avLst/>
          </a:prstGeom>
        </p:spPr>
      </p:pic>
      <p:pic>
        <p:nvPicPr>
          <p:cNvPr id="12" name="Graphique 11" descr="Priorités avec un remplissage uni">
            <a:extLst>
              <a:ext uri="{FF2B5EF4-FFF2-40B4-BE49-F238E27FC236}">
                <a16:creationId xmlns:a16="http://schemas.microsoft.com/office/drawing/2014/main" id="{55FD2553-15BE-4BCD-A1E4-5F24E0B0B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34162" y="4062226"/>
            <a:ext cx="914400" cy="914400"/>
          </a:xfrm>
          <a:prstGeom prst="rect">
            <a:avLst/>
          </a:prstGeom>
        </p:spPr>
      </p:pic>
      <p:pic>
        <p:nvPicPr>
          <p:cNvPr id="14" name="Graphique 13" descr="Usine avec un remplissage uni">
            <a:extLst>
              <a:ext uri="{FF2B5EF4-FFF2-40B4-BE49-F238E27FC236}">
                <a16:creationId xmlns:a16="http://schemas.microsoft.com/office/drawing/2014/main" id="{9AE7CF58-4C32-447D-86B5-A0F5F4E78A0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2190" y="3974212"/>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40BD395C-D5A9-4352-BAC7-65971F2E669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1016" y="2971798"/>
            <a:ext cx="914400" cy="914400"/>
          </a:xfrm>
          <a:prstGeom prst="rect">
            <a:avLst/>
          </a:prstGeom>
        </p:spPr>
      </p:pic>
      <p:pic>
        <p:nvPicPr>
          <p:cNvPr id="18" name="Graphique 17" descr="Pièces de puzzle avec un remplissage uni">
            <a:extLst>
              <a:ext uri="{FF2B5EF4-FFF2-40B4-BE49-F238E27FC236}">
                <a16:creationId xmlns:a16="http://schemas.microsoft.com/office/drawing/2014/main" id="{D222AF71-F448-4FC7-A558-85AA3233438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1015" y="4888612"/>
            <a:ext cx="914400" cy="914400"/>
          </a:xfrm>
          <a:prstGeom prst="rect">
            <a:avLst/>
          </a:prstGeom>
        </p:spPr>
      </p:pic>
      <p:sp>
        <p:nvSpPr>
          <p:cNvPr id="15" name="Rectangle 14">
            <a:extLst>
              <a:ext uri="{FF2B5EF4-FFF2-40B4-BE49-F238E27FC236}">
                <a16:creationId xmlns:a16="http://schemas.microsoft.com/office/drawing/2014/main" id="{18F016A4-7471-406A-9B14-E79F4C334242}"/>
              </a:ext>
            </a:extLst>
          </p:cNvPr>
          <p:cNvSpPr/>
          <p:nvPr/>
        </p:nvSpPr>
        <p:spPr>
          <a:xfrm>
            <a:off x="1966052" y="3377950"/>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7" name="Rectangle 16">
            <a:extLst>
              <a:ext uri="{FF2B5EF4-FFF2-40B4-BE49-F238E27FC236}">
                <a16:creationId xmlns:a16="http://schemas.microsoft.com/office/drawing/2014/main" id="{A0B65C3B-A768-41F9-9A15-0AF497AEC72D}"/>
              </a:ext>
            </a:extLst>
          </p:cNvPr>
          <p:cNvSpPr/>
          <p:nvPr/>
        </p:nvSpPr>
        <p:spPr>
          <a:xfrm>
            <a:off x="1976732" y="417728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9" name="Rectangle 18">
            <a:extLst>
              <a:ext uri="{FF2B5EF4-FFF2-40B4-BE49-F238E27FC236}">
                <a16:creationId xmlns:a16="http://schemas.microsoft.com/office/drawing/2014/main" id="{60D8239E-DA2C-40FA-929E-A59566EF6FB8}"/>
              </a:ext>
            </a:extLst>
          </p:cNvPr>
          <p:cNvSpPr/>
          <p:nvPr/>
        </p:nvSpPr>
        <p:spPr>
          <a:xfrm>
            <a:off x="1977772" y="497662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0" name="Espace réservé du texte 1">
            <a:extLst>
              <a:ext uri="{FF2B5EF4-FFF2-40B4-BE49-F238E27FC236}">
                <a16:creationId xmlns:a16="http://schemas.microsoft.com/office/drawing/2014/main" id="{590FC5D7-D189-4D03-9C98-954A4146D4F5}"/>
              </a:ext>
            </a:extLst>
          </p:cNvPr>
          <p:cNvSpPr txBox="1">
            <a:spLocks/>
          </p:cNvSpPr>
          <p:nvPr/>
        </p:nvSpPr>
        <p:spPr>
          <a:xfrm>
            <a:off x="4694818" y="2372648"/>
            <a:ext cx="2802363" cy="823912"/>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400" b="1" kern="1200" cap="none" baseline="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800" dirty="0"/>
              <a:t>Both</a:t>
            </a:r>
          </a:p>
        </p:txBody>
      </p:sp>
      <p:sp>
        <p:nvSpPr>
          <p:cNvPr id="21" name="Rectangle 20">
            <a:extLst>
              <a:ext uri="{FF2B5EF4-FFF2-40B4-BE49-F238E27FC236}">
                <a16:creationId xmlns:a16="http://schemas.microsoft.com/office/drawing/2014/main" id="{030D8C8E-8556-4B42-B772-DAEE3F9CEA54}"/>
              </a:ext>
            </a:extLst>
          </p:cNvPr>
          <p:cNvSpPr/>
          <p:nvPr/>
        </p:nvSpPr>
        <p:spPr>
          <a:xfrm>
            <a:off x="8886544" y="328993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70000" lnSpcReduction="20000"/>
          </a:bodyPr>
          <a:lstStyle/>
          <a:p>
            <a:pPr algn="ctr"/>
            <a:r>
              <a:rPr lang="en-US" sz="1100" dirty="0">
                <a:solidFill>
                  <a:schemeClr val="tx1"/>
                </a:solidFill>
              </a:rPr>
              <a:t>Example : Articles about …</a:t>
            </a:r>
          </a:p>
        </p:txBody>
      </p:sp>
      <p:sp>
        <p:nvSpPr>
          <p:cNvPr id="22" name="Rectangle 21">
            <a:extLst>
              <a:ext uri="{FF2B5EF4-FFF2-40B4-BE49-F238E27FC236}">
                <a16:creationId xmlns:a16="http://schemas.microsoft.com/office/drawing/2014/main" id="{DFB0B132-1C83-4E37-9966-DC48674C631B}"/>
              </a:ext>
            </a:extLst>
          </p:cNvPr>
          <p:cNvSpPr/>
          <p:nvPr/>
        </p:nvSpPr>
        <p:spPr>
          <a:xfrm>
            <a:off x="8897224" y="4089274"/>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3" name="Rectangle 22">
            <a:extLst>
              <a:ext uri="{FF2B5EF4-FFF2-40B4-BE49-F238E27FC236}">
                <a16:creationId xmlns:a16="http://schemas.microsoft.com/office/drawing/2014/main" id="{6B360B4B-D5C0-41F7-9E4A-E36F648F7E1D}"/>
              </a:ext>
            </a:extLst>
          </p:cNvPr>
          <p:cNvSpPr/>
          <p:nvPr/>
        </p:nvSpPr>
        <p:spPr>
          <a:xfrm>
            <a:off x="8898264" y="4888612"/>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4" name="Rectangle 23">
            <a:extLst>
              <a:ext uri="{FF2B5EF4-FFF2-40B4-BE49-F238E27FC236}">
                <a16:creationId xmlns:a16="http://schemas.microsoft.com/office/drawing/2014/main" id="{309DEB82-6B0F-497B-9B58-0A309B98D4F6}"/>
              </a:ext>
            </a:extLst>
          </p:cNvPr>
          <p:cNvSpPr/>
          <p:nvPr/>
        </p:nvSpPr>
        <p:spPr>
          <a:xfrm>
            <a:off x="5691391" y="3377950"/>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5" name="Rectangle 24">
            <a:extLst>
              <a:ext uri="{FF2B5EF4-FFF2-40B4-BE49-F238E27FC236}">
                <a16:creationId xmlns:a16="http://schemas.microsoft.com/office/drawing/2014/main" id="{C1746492-49AD-40F9-9D44-D96D6B41F75C}"/>
              </a:ext>
            </a:extLst>
          </p:cNvPr>
          <p:cNvSpPr/>
          <p:nvPr/>
        </p:nvSpPr>
        <p:spPr>
          <a:xfrm>
            <a:off x="5702071" y="417728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6" name="Rectangle 25">
            <a:extLst>
              <a:ext uri="{FF2B5EF4-FFF2-40B4-BE49-F238E27FC236}">
                <a16:creationId xmlns:a16="http://schemas.microsoft.com/office/drawing/2014/main" id="{6AB118AD-8732-4437-A71B-DFA9BD81E922}"/>
              </a:ext>
            </a:extLst>
          </p:cNvPr>
          <p:cNvSpPr/>
          <p:nvPr/>
        </p:nvSpPr>
        <p:spPr>
          <a:xfrm>
            <a:off x="5703111" y="497662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2656127614"/>
      </p:ext>
    </p:extLst>
  </p:cSld>
  <p:clrMapOvr>
    <a:masterClrMapping/>
  </p:clrMapOvr>
  <mc:AlternateContent xmlns:mc="http://schemas.openxmlformats.org/markup-compatibility/2006" xmlns:p14="http://schemas.microsoft.com/office/powerpoint/2010/main">
    <mc:Choice Requires="p14">
      <p:transition spd="slow" p14:dur="2000" advTm="111721"/>
    </mc:Choice>
    <mc:Fallback xmlns="">
      <p:transition spd="slow" advTm="111721"/>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a:xfrm>
            <a:off x="1088935" y="115751"/>
            <a:ext cx="10168128" cy="1179576"/>
          </a:xfrm>
        </p:spPr>
        <p:txBody>
          <a:bodyPr>
            <a:noAutofit/>
          </a:bodyPr>
          <a:lstStyle/>
          <a:p>
            <a:r>
              <a:rPr lang="en-US" sz="2800" dirty="0"/>
              <a:t>Exercise #V1</a:t>
            </a:r>
            <a:br>
              <a:rPr lang="en-US" sz="2800" dirty="0"/>
            </a:br>
            <a:r>
              <a:rPr lang="en-US" sz="2800" dirty="0"/>
              <a:t>Locate the value of your Corporate community</a:t>
            </a:r>
            <a:br>
              <a:rPr lang="en-US" sz="2800" dirty="0"/>
            </a:br>
            <a:r>
              <a:rPr lang="en-US" sz="2800" dirty="0"/>
              <a:t>Write down your Community activities in each quadrant </a:t>
            </a:r>
          </a:p>
        </p:txBody>
      </p:sp>
      <p:graphicFrame>
        <p:nvGraphicFramePr>
          <p:cNvPr id="14" name="Diagramme 13">
            <a:extLst>
              <a:ext uri="{FF2B5EF4-FFF2-40B4-BE49-F238E27FC236}">
                <a16:creationId xmlns:a16="http://schemas.microsoft.com/office/drawing/2014/main" id="{83633B46-D11C-43F3-9B21-3B617788A212}"/>
              </a:ext>
            </a:extLst>
          </p:cNvPr>
          <p:cNvGraphicFramePr/>
          <p:nvPr/>
        </p:nvGraphicFramePr>
        <p:xfrm>
          <a:off x="3571575" y="1966744"/>
          <a:ext cx="5048849" cy="45054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 name="ZoneTexte 28">
            <a:extLst>
              <a:ext uri="{FF2B5EF4-FFF2-40B4-BE49-F238E27FC236}">
                <a16:creationId xmlns:a16="http://schemas.microsoft.com/office/drawing/2014/main" id="{CBB50324-226E-4B8A-9AF9-96E3C335CCCD}"/>
              </a:ext>
            </a:extLst>
          </p:cNvPr>
          <p:cNvSpPr txBox="1"/>
          <p:nvPr/>
        </p:nvSpPr>
        <p:spPr>
          <a:xfrm>
            <a:off x="4669970" y="1597412"/>
            <a:ext cx="2852057" cy="369332"/>
          </a:xfrm>
          <a:prstGeom prst="rect">
            <a:avLst/>
          </a:prstGeom>
          <a:noFill/>
        </p:spPr>
        <p:txBody>
          <a:bodyPr wrap="square">
            <a:spAutoFit/>
          </a:bodyPr>
          <a:lstStyle/>
          <a:p>
            <a:pPr lvl="0" algn="ctr"/>
            <a:r>
              <a:rPr lang="en-US" dirty="0"/>
              <a:t>Direct business value</a:t>
            </a:r>
          </a:p>
        </p:txBody>
      </p:sp>
      <p:sp>
        <p:nvSpPr>
          <p:cNvPr id="30" name="ZoneTexte 29">
            <a:extLst>
              <a:ext uri="{FF2B5EF4-FFF2-40B4-BE49-F238E27FC236}">
                <a16:creationId xmlns:a16="http://schemas.microsoft.com/office/drawing/2014/main" id="{B6C16B1D-FA36-4119-B1CD-371D0C97DDD2}"/>
              </a:ext>
            </a:extLst>
          </p:cNvPr>
          <p:cNvSpPr txBox="1"/>
          <p:nvPr/>
        </p:nvSpPr>
        <p:spPr>
          <a:xfrm>
            <a:off x="4589219" y="6404903"/>
            <a:ext cx="2852057" cy="369332"/>
          </a:xfrm>
          <a:prstGeom prst="rect">
            <a:avLst/>
          </a:prstGeom>
          <a:noFill/>
        </p:spPr>
        <p:txBody>
          <a:bodyPr wrap="square">
            <a:spAutoFit/>
          </a:bodyPr>
          <a:lstStyle/>
          <a:p>
            <a:pPr lvl="0" algn="ctr"/>
            <a:r>
              <a:rPr lang="en-US" dirty="0"/>
              <a:t>Indirect business value</a:t>
            </a:r>
          </a:p>
        </p:txBody>
      </p:sp>
      <p:sp>
        <p:nvSpPr>
          <p:cNvPr id="31" name="ZoneTexte 30">
            <a:extLst>
              <a:ext uri="{FF2B5EF4-FFF2-40B4-BE49-F238E27FC236}">
                <a16:creationId xmlns:a16="http://schemas.microsoft.com/office/drawing/2014/main" id="{0C628DBD-0EB1-4A75-9284-82CA232A7E65}"/>
              </a:ext>
            </a:extLst>
          </p:cNvPr>
          <p:cNvSpPr txBox="1"/>
          <p:nvPr/>
        </p:nvSpPr>
        <p:spPr>
          <a:xfrm>
            <a:off x="6308489" y="4034781"/>
            <a:ext cx="5717607" cy="369332"/>
          </a:xfrm>
          <a:prstGeom prst="rect">
            <a:avLst/>
          </a:prstGeom>
          <a:noFill/>
        </p:spPr>
        <p:txBody>
          <a:bodyPr wrap="square">
            <a:spAutoFit/>
          </a:bodyPr>
          <a:lstStyle/>
          <a:p>
            <a:pPr lvl="0" algn="r"/>
            <a:r>
              <a:rPr lang="en-US" dirty="0"/>
              <a:t>Value is for members and nonmembers</a:t>
            </a:r>
          </a:p>
        </p:txBody>
      </p:sp>
      <p:sp>
        <p:nvSpPr>
          <p:cNvPr id="32" name="ZoneTexte 31">
            <a:extLst>
              <a:ext uri="{FF2B5EF4-FFF2-40B4-BE49-F238E27FC236}">
                <a16:creationId xmlns:a16="http://schemas.microsoft.com/office/drawing/2014/main" id="{F52BBE30-A0C8-4495-88A5-2E5EC0449CE9}"/>
              </a:ext>
            </a:extLst>
          </p:cNvPr>
          <p:cNvSpPr txBox="1"/>
          <p:nvPr/>
        </p:nvSpPr>
        <p:spPr>
          <a:xfrm>
            <a:off x="712771" y="4001158"/>
            <a:ext cx="5717607" cy="369332"/>
          </a:xfrm>
          <a:prstGeom prst="rect">
            <a:avLst/>
          </a:prstGeom>
          <a:noFill/>
        </p:spPr>
        <p:txBody>
          <a:bodyPr wrap="square">
            <a:spAutoFit/>
          </a:bodyPr>
          <a:lstStyle/>
          <a:p>
            <a:pPr lvl="0"/>
            <a:r>
              <a:rPr lang="en-US" dirty="0"/>
              <a:t>Value is mostly for members</a:t>
            </a:r>
          </a:p>
        </p:txBody>
      </p:sp>
    </p:spTree>
    <p:extLst>
      <p:ext uri="{BB962C8B-B14F-4D97-AF65-F5344CB8AC3E}">
        <p14:creationId xmlns:p14="http://schemas.microsoft.com/office/powerpoint/2010/main" val="1099230186"/>
      </p:ext>
    </p:extLst>
  </p:cSld>
  <p:clrMapOvr>
    <a:masterClrMapping/>
  </p:clrMapOvr>
  <mc:AlternateContent xmlns:mc="http://schemas.openxmlformats.org/markup-compatibility/2006" xmlns:p14="http://schemas.microsoft.com/office/powerpoint/2010/main">
    <mc:Choice Requires="p14">
      <p:transition spd="slow" p14:dur="2000" advTm="53124"/>
    </mc:Choice>
    <mc:Fallback xmlns="">
      <p:transition spd="slow" advTm="53124"/>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p:txBody>
          <a:bodyPr>
            <a:normAutofit fontScale="90000"/>
          </a:bodyPr>
          <a:lstStyle/>
          <a:p>
            <a:r>
              <a:rPr lang="en-US" dirty="0"/>
              <a:t>Exercise #V2</a:t>
            </a:r>
            <a:br>
              <a:rPr lang="en-US" dirty="0"/>
            </a:br>
            <a:r>
              <a:rPr lang="en-US" dirty="0"/>
              <a:t>Write down how you would exploit the momentum of key value you create</a:t>
            </a:r>
          </a:p>
        </p:txBody>
      </p:sp>
      <p:grpSp>
        <p:nvGrpSpPr>
          <p:cNvPr id="9" name="Groupe 8">
            <a:extLst>
              <a:ext uri="{FF2B5EF4-FFF2-40B4-BE49-F238E27FC236}">
                <a16:creationId xmlns:a16="http://schemas.microsoft.com/office/drawing/2014/main" id="{E0055EFF-E607-405E-AFE0-4986DB1AE613}"/>
              </a:ext>
            </a:extLst>
          </p:cNvPr>
          <p:cNvGrpSpPr/>
          <p:nvPr/>
        </p:nvGrpSpPr>
        <p:grpSpPr>
          <a:xfrm>
            <a:off x="1115568" y="3328963"/>
            <a:ext cx="2188025" cy="1179576"/>
            <a:chOff x="194320" y="3310509"/>
            <a:chExt cx="3911186" cy="2108541"/>
          </a:xfrm>
        </p:grpSpPr>
        <p:pic>
          <p:nvPicPr>
            <p:cNvPr id="6" name="Graphique 5" descr="Signe pouce en haut avec un remplissage uni">
              <a:extLst>
                <a:ext uri="{FF2B5EF4-FFF2-40B4-BE49-F238E27FC236}">
                  <a16:creationId xmlns:a16="http://schemas.microsoft.com/office/drawing/2014/main" id="{7DCE7977-26BD-413E-A59A-0B35AD0185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8" name="Flèche : droite 7">
              <a:extLst>
                <a:ext uri="{FF2B5EF4-FFF2-40B4-BE49-F238E27FC236}">
                  <a16:creationId xmlns:a16="http://schemas.microsoft.com/office/drawing/2014/main" id="{A5AE8DEC-0A02-47CE-A044-208C7C5BBE72}"/>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e 12">
              <a:extLst>
                <a:ext uri="{FF2B5EF4-FFF2-40B4-BE49-F238E27FC236}">
                  <a16:creationId xmlns:a16="http://schemas.microsoft.com/office/drawing/2014/main" id="{D79EDEB1-7BE9-4627-9813-06D1AC514076}"/>
                </a:ext>
              </a:extLst>
            </p:cNvPr>
            <p:cNvGrpSpPr/>
            <p:nvPr/>
          </p:nvGrpSpPr>
          <p:grpSpPr>
            <a:xfrm>
              <a:off x="2876640" y="3310509"/>
              <a:ext cx="1228866" cy="1228866"/>
              <a:chOff x="3728897" y="2897155"/>
              <a:chExt cx="914400" cy="914400"/>
            </a:xfrm>
          </p:grpSpPr>
          <p:pic>
            <p:nvPicPr>
              <p:cNvPr id="10" name="Graphique 9" descr="Ne plus suivre avec un remplissage uni">
                <a:extLst>
                  <a:ext uri="{FF2B5EF4-FFF2-40B4-BE49-F238E27FC236}">
                    <a16:creationId xmlns:a16="http://schemas.microsoft.com/office/drawing/2014/main" id="{46FF9056-AB1F-42AE-9983-93CB241900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12" name="Signe Plus 11">
                <a:extLst>
                  <a:ext uri="{FF2B5EF4-FFF2-40B4-BE49-F238E27FC236}">
                    <a16:creationId xmlns:a16="http://schemas.microsoft.com/office/drawing/2014/main" id="{2EAA5DED-D45E-4413-BE7D-1D641C688BEE}"/>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Graphique 20" descr="Bras musclé avec un remplissage uni">
              <a:extLst>
                <a:ext uri="{FF2B5EF4-FFF2-40B4-BE49-F238E27FC236}">
                  <a16:creationId xmlns:a16="http://schemas.microsoft.com/office/drawing/2014/main" id="{52C9B460-7416-4131-AE69-8891E3D1F44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sp>
        <p:nvSpPr>
          <p:cNvPr id="11" name="Rectangle 10">
            <a:extLst>
              <a:ext uri="{FF2B5EF4-FFF2-40B4-BE49-F238E27FC236}">
                <a16:creationId xmlns:a16="http://schemas.microsoft.com/office/drawing/2014/main" id="{23E94917-4670-48D5-B2E7-35382857FD0F}"/>
              </a:ext>
            </a:extLst>
          </p:cNvPr>
          <p:cNvSpPr/>
          <p:nvPr/>
        </p:nvSpPr>
        <p:spPr>
          <a:xfrm>
            <a:off x="3287304" y="2808451"/>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100" dirty="0">
                <a:solidFill>
                  <a:schemeClr val="tx1"/>
                </a:solidFill>
              </a:rPr>
              <a:t>Send a mail and invite people to join the Community</a:t>
            </a:r>
          </a:p>
        </p:txBody>
      </p:sp>
      <p:sp>
        <p:nvSpPr>
          <p:cNvPr id="23" name="Rectangle 22">
            <a:extLst>
              <a:ext uri="{FF2B5EF4-FFF2-40B4-BE49-F238E27FC236}">
                <a16:creationId xmlns:a16="http://schemas.microsoft.com/office/drawing/2014/main" id="{C286DB96-992B-4854-AC2E-9BCA698D448E}"/>
              </a:ext>
            </a:extLst>
          </p:cNvPr>
          <p:cNvSpPr/>
          <p:nvPr/>
        </p:nvSpPr>
        <p:spPr>
          <a:xfrm>
            <a:off x="963825" y="2737448"/>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100" dirty="0">
                <a:solidFill>
                  <a:schemeClr val="tx1"/>
                </a:solidFill>
              </a:rPr>
              <a:t>Every time we have a successful event</a:t>
            </a:r>
          </a:p>
        </p:txBody>
      </p:sp>
      <p:sp>
        <p:nvSpPr>
          <p:cNvPr id="24" name="Rectangle 23">
            <a:extLst>
              <a:ext uri="{FF2B5EF4-FFF2-40B4-BE49-F238E27FC236}">
                <a16:creationId xmlns:a16="http://schemas.microsoft.com/office/drawing/2014/main" id="{F5E66425-677B-4D0B-9848-47DF7560BBEE}"/>
              </a:ext>
            </a:extLst>
          </p:cNvPr>
          <p:cNvSpPr/>
          <p:nvPr/>
        </p:nvSpPr>
        <p:spPr>
          <a:xfrm>
            <a:off x="3182324" y="409668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Ask members to post the picture of them in the event </a:t>
            </a:r>
          </a:p>
        </p:txBody>
      </p:sp>
      <p:sp>
        <p:nvSpPr>
          <p:cNvPr id="25" name="Rectangle 24">
            <a:extLst>
              <a:ext uri="{FF2B5EF4-FFF2-40B4-BE49-F238E27FC236}">
                <a16:creationId xmlns:a16="http://schemas.microsoft.com/office/drawing/2014/main" id="{3382F00C-E2D4-437D-B6F8-D815E920B367}"/>
              </a:ext>
            </a:extLst>
          </p:cNvPr>
          <p:cNvSpPr/>
          <p:nvPr/>
        </p:nvSpPr>
        <p:spPr>
          <a:xfrm>
            <a:off x="542726" y="2268598"/>
            <a:ext cx="1145683" cy="35017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100" dirty="0">
                <a:solidFill>
                  <a:schemeClr val="tx1"/>
                </a:solidFill>
              </a:rPr>
              <a:t>Example</a:t>
            </a:r>
          </a:p>
        </p:txBody>
      </p:sp>
      <p:grpSp>
        <p:nvGrpSpPr>
          <p:cNvPr id="26" name="Groupe 25">
            <a:extLst>
              <a:ext uri="{FF2B5EF4-FFF2-40B4-BE49-F238E27FC236}">
                <a16:creationId xmlns:a16="http://schemas.microsoft.com/office/drawing/2014/main" id="{751E709A-2A15-46C2-A599-FC69E37BC13D}"/>
              </a:ext>
            </a:extLst>
          </p:cNvPr>
          <p:cNvGrpSpPr/>
          <p:nvPr/>
        </p:nvGrpSpPr>
        <p:grpSpPr>
          <a:xfrm>
            <a:off x="5595790" y="2808451"/>
            <a:ext cx="2188025" cy="1179576"/>
            <a:chOff x="194320" y="3310509"/>
            <a:chExt cx="3911186" cy="2108541"/>
          </a:xfrm>
        </p:grpSpPr>
        <p:pic>
          <p:nvPicPr>
            <p:cNvPr id="27" name="Graphique 26" descr="Signe pouce en haut avec un remplissage uni">
              <a:extLst>
                <a:ext uri="{FF2B5EF4-FFF2-40B4-BE49-F238E27FC236}">
                  <a16:creationId xmlns:a16="http://schemas.microsoft.com/office/drawing/2014/main" id="{7FD8F3FC-E8A7-45BD-9BCF-DD7810C264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28" name="Flèche : droite 27">
              <a:extLst>
                <a:ext uri="{FF2B5EF4-FFF2-40B4-BE49-F238E27FC236}">
                  <a16:creationId xmlns:a16="http://schemas.microsoft.com/office/drawing/2014/main" id="{48AD7F8C-F753-4B39-AB85-185B04825FA7}"/>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e 28">
              <a:extLst>
                <a:ext uri="{FF2B5EF4-FFF2-40B4-BE49-F238E27FC236}">
                  <a16:creationId xmlns:a16="http://schemas.microsoft.com/office/drawing/2014/main" id="{ABD892B8-923F-48A6-82D3-11A080870DE4}"/>
                </a:ext>
              </a:extLst>
            </p:cNvPr>
            <p:cNvGrpSpPr/>
            <p:nvPr/>
          </p:nvGrpSpPr>
          <p:grpSpPr>
            <a:xfrm>
              <a:off x="2876640" y="3310509"/>
              <a:ext cx="1228866" cy="1228866"/>
              <a:chOff x="3728897" y="2897155"/>
              <a:chExt cx="914400" cy="914400"/>
            </a:xfrm>
          </p:grpSpPr>
          <p:pic>
            <p:nvPicPr>
              <p:cNvPr id="31" name="Graphique 30" descr="Ne plus suivre avec un remplissage uni">
                <a:extLst>
                  <a:ext uri="{FF2B5EF4-FFF2-40B4-BE49-F238E27FC236}">
                    <a16:creationId xmlns:a16="http://schemas.microsoft.com/office/drawing/2014/main" id="{301385F1-B09C-465E-9616-C9BBB06D85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32" name="Signe Plus 31">
                <a:extLst>
                  <a:ext uri="{FF2B5EF4-FFF2-40B4-BE49-F238E27FC236}">
                    <a16:creationId xmlns:a16="http://schemas.microsoft.com/office/drawing/2014/main" id="{6D1338B1-7C41-4898-8E93-F2ED0D7FB721}"/>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Graphique 29" descr="Bras musclé avec un remplissage uni">
              <a:extLst>
                <a:ext uri="{FF2B5EF4-FFF2-40B4-BE49-F238E27FC236}">
                  <a16:creationId xmlns:a16="http://schemas.microsoft.com/office/drawing/2014/main" id="{2D83AEBC-5721-43BF-906F-3B6BDC3B58E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33" name="Groupe 32">
            <a:extLst>
              <a:ext uri="{FF2B5EF4-FFF2-40B4-BE49-F238E27FC236}">
                <a16:creationId xmlns:a16="http://schemas.microsoft.com/office/drawing/2014/main" id="{A05F3B7C-561E-4B7D-8749-6618DBBF3634}"/>
              </a:ext>
            </a:extLst>
          </p:cNvPr>
          <p:cNvGrpSpPr/>
          <p:nvPr/>
        </p:nvGrpSpPr>
        <p:grpSpPr>
          <a:xfrm>
            <a:off x="5658420" y="5024530"/>
            <a:ext cx="2188025" cy="1179576"/>
            <a:chOff x="194320" y="3310509"/>
            <a:chExt cx="3911186" cy="2108541"/>
          </a:xfrm>
        </p:grpSpPr>
        <p:pic>
          <p:nvPicPr>
            <p:cNvPr id="34" name="Graphique 33" descr="Signe pouce en haut avec un remplissage uni">
              <a:extLst>
                <a:ext uri="{FF2B5EF4-FFF2-40B4-BE49-F238E27FC236}">
                  <a16:creationId xmlns:a16="http://schemas.microsoft.com/office/drawing/2014/main" id="{029A9E8E-3AD5-4289-B85D-49A54DD0FE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35" name="Flèche : droite 34">
              <a:extLst>
                <a:ext uri="{FF2B5EF4-FFF2-40B4-BE49-F238E27FC236}">
                  <a16:creationId xmlns:a16="http://schemas.microsoft.com/office/drawing/2014/main" id="{9A1D6587-D9EB-4491-AF79-233E38AFA0A8}"/>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e 35">
              <a:extLst>
                <a:ext uri="{FF2B5EF4-FFF2-40B4-BE49-F238E27FC236}">
                  <a16:creationId xmlns:a16="http://schemas.microsoft.com/office/drawing/2014/main" id="{D5D032DD-846D-4C68-A06B-0787981C515D}"/>
                </a:ext>
              </a:extLst>
            </p:cNvPr>
            <p:cNvGrpSpPr/>
            <p:nvPr/>
          </p:nvGrpSpPr>
          <p:grpSpPr>
            <a:xfrm>
              <a:off x="2876640" y="3310509"/>
              <a:ext cx="1228866" cy="1228866"/>
              <a:chOff x="3728897" y="2897155"/>
              <a:chExt cx="914400" cy="914400"/>
            </a:xfrm>
          </p:grpSpPr>
          <p:pic>
            <p:nvPicPr>
              <p:cNvPr id="38" name="Graphique 37" descr="Ne plus suivre avec un remplissage uni">
                <a:extLst>
                  <a:ext uri="{FF2B5EF4-FFF2-40B4-BE49-F238E27FC236}">
                    <a16:creationId xmlns:a16="http://schemas.microsoft.com/office/drawing/2014/main" id="{0D2EA7D8-2A98-4E53-BFE5-4379EAD158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39" name="Signe Plus 38">
                <a:extLst>
                  <a:ext uri="{FF2B5EF4-FFF2-40B4-BE49-F238E27FC236}">
                    <a16:creationId xmlns:a16="http://schemas.microsoft.com/office/drawing/2014/main" id="{CCF66ECE-E58A-4044-AA35-BC19EFBD0417}"/>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7" name="Graphique 36" descr="Bras musclé avec un remplissage uni">
              <a:extLst>
                <a:ext uri="{FF2B5EF4-FFF2-40B4-BE49-F238E27FC236}">
                  <a16:creationId xmlns:a16="http://schemas.microsoft.com/office/drawing/2014/main" id="{F7E93BBF-E005-41DE-BB28-ABCBA31A25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40" name="Groupe 39">
            <a:extLst>
              <a:ext uri="{FF2B5EF4-FFF2-40B4-BE49-F238E27FC236}">
                <a16:creationId xmlns:a16="http://schemas.microsoft.com/office/drawing/2014/main" id="{80901DBD-1D06-4A23-A433-4E975412BC7F}"/>
              </a:ext>
            </a:extLst>
          </p:cNvPr>
          <p:cNvGrpSpPr/>
          <p:nvPr/>
        </p:nvGrpSpPr>
        <p:grpSpPr>
          <a:xfrm>
            <a:off x="9303069" y="2727139"/>
            <a:ext cx="2188025" cy="1179576"/>
            <a:chOff x="194320" y="3310509"/>
            <a:chExt cx="3911186" cy="2108541"/>
          </a:xfrm>
        </p:grpSpPr>
        <p:pic>
          <p:nvPicPr>
            <p:cNvPr id="41" name="Graphique 40" descr="Signe pouce en haut avec un remplissage uni">
              <a:extLst>
                <a:ext uri="{FF2B5EF4-FFF2-40B4-BE49-F238E27FC236}">
                  <a16:creationId xmlns:a16="http://schemas.microsoft.com/office/drawing/2014/main" id="{99895A3F-2EB5-4F91-B83D-FEF0542070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42" name="Flèche : droite 41">
              <a:extLst>
                <a:ext uri="{FF2B5EF4-FFF2-40B4-BE49-F238E27FC236}">
                  <a16:creationId xmlns:a16="http://schemas.microsoft.com/office/drawing/2014/main" id="{5C23512B-014E-4EEC-9415-2FEA69C2E381}"/>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e 42">
              <a:extLst>
                <a:ext uri="{FF2B5EF4-FFF2-40B4-BE49-F238E27FC236}">
                  <a16:creationId xmlns:a16="http://schemas.microsoft.com/office/drawing/2014/main" id="{8B161AC2-2116-41F3-B7C2-90F5D42E076D}"/>
                </a:ext>
              </a:extLst>
            </p:cNvPr>
            <p:cNvGrpSpPr/>
            <p:nvPr/>
          </p:nvGrpSpPr>
          <p:grpSpPr>
            <a:xfrm>
              <a:off x="2876640" y="3310509"/>
              <a:ext cx="1228866" cy="1228866"/>
              <a:chOff x="3728897" y="2897155"/>
              <a:chExt cx="914400" cy="914400"/>
            </a:xfrm>
          </p:grpSpPr>
          <p:pic>
            <p:nvPicPr>
              <p:cNvPr id="45" name="Graphique 44" descr="Ne plus suivre avec un remplissage uni">
                <a:extLst>
                  <a:ext uri="{FF2B5EF4-FFF2-40B4-BE49-F238E27FC236}">
                    <a16:creationId xmlns:a16="http://schemas.microsoft.com/office/drawing/2014/main" id="{B580D112-78BF-4E19-AA4A-6A6EFD1847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46" name="Signe Plus 45">
                <a:extLst>
                  <a:ext uri="{FF2B5EF4-FFF2-40B4-BE49-F238E27FC236}">
                    <a16:creationId xmlns:a16="http://schemas.microsoft.com/office/drawing/2014/main" id="{F3F8E44E-7EFB-4BA6-B8EC-BCFD89E0CCF0}"/>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Graphique 43" descr="Bras musclé avec un remplissage uni">
              <a:extLst>
                <a:ext uri="{FF2B5EF4-FFF2-40B4-BE49-F238E27FC236}">
                  <a16:creationId xmlns:a16="http://schemas.microsoft.com/office/drawing/2014/main" id="{7C9EBDE1-4C5D-4BC5-8429-D4DD14D65FD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grpSp>
        <p:nvGrpSpPr>
          <p:cNvPr id="47" name="Groupe 46">
            <a:extLst>
              <a:ext uri="{FF2B5EF4-FFF2-40B4-BE49-F238E27FC236}">
                <a16:creationId xmlns:a16="http://schemas.microsoft.com/office/drawing/2014/main" id="{B2C5FFE0-38FD-4338-8575-0E1926B6D66F}"/>
              </a:ext>
            </a:extLst>
          </p:cNvPr>
          <p:cNvGrpSpPr/>
          <p:nvPr/>
        </p:nvGrpSpPr>
        <p:grpSpPr>
          <a:xfrm>
            <a:off x="9365699" y="5129785"/>
            <a:ext cx="2188025" cy="1179576"/>
            <a:chOff x="194320" y="3310509"/>
            <a:chExt cx="3911186" cy="2108541"/>
          </a:xfrm>
        </p:grpSpPr>
        <p:pic>
          <p:nvPicPr>
            <p:cNvPr id="48" name="Graphique 47" descr="Signe pouce en haut avec un remplissage uni">
              <a:extLst>
                <a:ext uri="{FF2B5EF4-FFF2-40B4-BE49-F238E27FC236}">
                  <a16:creationId xmlns:a16="http://schemas.microsoft.com/office/drawing/2014/main" id="{B8B08E85-DB30-4545-80E9-A22C2D8D26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320" y="3632917"/>
              <a:ext cx="1496868" cy="1496868"/>
            </a:xfrm>
            <a:prstGeom prst="rect">
              <a:avLst/>
            </a:prstGeom>
          </p:spPr>
        </p:pic>
        <p:sp>
          <p:nvSpPr>
            <p:cNvPr id="49" name="Flèche : droite 48">
              <a:extLst>
                <a:ext uri="{FF2B5EF4-FFF2-40B4-BE49-F238E27FC236}">
                  <a16:creationId xmlns:a16="http://schemas.microsoft.com/office/drawing/2014/main" id="{C90C1730-337E-492B-9414-FEFB5827AA7F}"/>
                </a:ext>
              </a:extLst>
            </p:cNvPr>
            <p:cNvSpPr/>
            <p:nvPr/>
          </p:nvSpPr>
          <p:spPr>
            <a:xfrm>
              <a:off x="1863870" y="4293309"/>
              <a:ext cx="795997" cy="49213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e 49">
              <a:extLst>
                <a:ext uri="{FF2B5EF4-FFF2-40B4-BE49-F238E27FC236}">
                  <a16:creationId xmlns:a16="http://schemas.microsoft.com/office/drawing/2014/main" id="{93B30490-36DB-4338-BD26-682476A5B98C}"/>
                </a:ext>
              </a:extLst>
            </p:cNvPr>
            <p:cNvGrpSpPr/>
            <p:nvPr/>
          </p:nvGrpSpPr>
          <p:grpSpPr>
            <a:xfrm>
              <a:off x="2876640" y="3310509"/>
              <a:ext cx="1228866" cy="1228866"/>
              <a:chOff x="3728897" y="2897155"/>
              <a:chExt cx="914400" cy="914400"/>
            </a:xfrm>
          </p:grpSpPr>
          <p:pic>
            <p:nvPicPr>
              <p:cNvPr id="52" name="Graphique 51" descr="Ne plus suivre avec un remplissage uni">
                <a:extLst>
                  <a:ext uri="{FF2B5EF4-FFF2-40B4-BE49-F238E27FC236}">
                    <a16:creationId xmlns:a16="http://schemas.microsoft.com/office/drawing/2014/main" id="{A2C91337-1C04-4DF0-8BD3-9541C99DD0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8897" y="2897155"/>
                <a:ext cx="914400" cy="914400"/>
              </a:xfrm>
              <a:prstGeom prst="rect">
                <a:avLst/>
              </a:prstGeom>
            </p:spPr>
          </p:pic>
          <p:sp>
            <p:nvSpPr>
              <p:cNvPr id="53" name="Signe Plus 52">
                <a:extLst>
                  <a:ext uri="{FF2B5EF4-FFF2-40B4-BE49-F238E27FC236}">
                    <a16:creationId xmlns:a16="http://schemas.microsoft.com/office/drawing/2014/main" id="{A5D6F33E-5652-4B19-8FA0-CE32505F9C79}"/>
                  </a:ext>
                </a:extLst>
              </p:cNvPr>
              <p:cNvSpPr/>
              <p:nvPr/>
            </p:nvSpPr>
            <p:spPr>
              <a:xfrm>
                <a:off x="4281347" y="3470317"/>
                <a:ext cx="200649" cy="206334"/>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1" name="Graphique 50" descr="Bras musclé avec un remplissage uni">
              <a:extLst>
                <a:ext uri="{FF2B5EF4-FFF2-40B4-BE49-F238E27FC236}">
                  <a16:creationId xmlns:a16="http://schemas.microsoft.com/office/drawing/2014/main" id="{A3654C0E-E2D6-45B8-9008-7FB1A7A729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0609" y="4470926"/>
              <a:ext cx="948124" cy="948124"/>
            </a:xfrm>
            <a:prstGeom prst="rect">
              <a:avLst/>
            </a:prstGeom>
          </p:spPr>
        </p:pic>
      </p:grpSp>
    </p:spTree>
    <p:extLst>
      <p:ext uri="{BB962C8B-B14F-4D97-AF65-F5344CB8AC3E}">
        <p14:creationId xmlns:p14="http://schemas.microsoft.com/office/powerpoint/2010/main" val="2616834192"/>
      </p:ext>
    </p:extLst>
  </p:cSld>
  <p:clrMapOvr>
    <a:masterClrMapping/>
  </p:clrMapOvr>
  <mc:AlternateContent xmlns:mc="http://schemas.openxmlformats.org/markup-compatibility/2006" xmlns:p14="http://schemas.microsoft.com/office/powerpoint/2010/main">
    <mc:Choice Requires="p14">
      <p:transition spd="slow" p14:dur="2000" advTm="84344"/>
    </mc:Choice>
    <mc:Fallback xmlns="">
      <p:transition spd="slow" advTm="84344"/>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5B849-EE62-4335-B61E-A7F53A17AC47}"/>
              </a:ext>
            </a:extLst>
          </p:cNvPr>
          <p:cNvSpPr>
            <a:spLocks noGrp="1"/>
          </p:cNvSpPr>
          <p:nvPr>
            <p:ph type="title"/>
          </p:nvPr>
        </p:nvSpPr>
        <p:spPr>
          <a:xfrm>
            <a:off x="659907" y="408973"/>
            <a:ext cx="4613429" cy="1179576"/>
          </a:xfrm>
        </p:spPr>
        <p:txBody>
          <a:bodyPr>
            <a:normAutofit/>
          </a:bodyPr>
          <a:lstStyle/>
          <a:p>
            <a:r>
              <a:rPr lang="en-US" sz="1800" dirty="0"/>
              <a:t>Exercise #V3 </a:t>
            </a:r>
            <a:br>
              <a:rPr lang="en-US" sz="1800" dirty="0"/>
            </a:br>
            <a:r>
              <a:rPr lang="en-US" sz="1800" dirty="0"/>
              <a:t>Identify another Community with which you have borders.</a:t>
            </a:r>
            <a:br>
              <a:rPr lang="en-US" sz="1800" dirty="0"/>
            </a:br>
            <a:r>
              <a:rPr lang="en-US" sz="1800" dirty="0"/>
              <a:t>Write down your possibilities </a:t>
            </a:r>
          </a:p>
        </p:txBody>
      </p:sp>
      <p:graphicFrame>
        <p:nvGraphicFramePr>
          <p:cNvPr id="11" name="Espace réservé du contenu 10">
            <a:extLst>
              <a:ext uri="{FF2B5EF4-FFF2-40B4-BE49-F238E27FC236}">
                <a16:creationId xmlns:a16="http://schemas.microsoft.com/office/drawing/2014/main" id="{DF17A83F-9D92-4CA0-A381-5222DC1DEEAA}"/>
              </a:ext>
            </a:extLst>
          </p:cNvPr>
          <p:cNvGraphicFramePr>
            <a:graphicFrameLocks noGrp="1"/>
          </p:cNvGraphicFramePr>
          <p:nvPr>
            <p:ph sz="half" idx="1"/>
          </p:nvPr>
        </p:nvGraphicFramePr>
        <p:xfrm>
          <a:off x="153732" y="4350864"/>
          <a:ext cx="3355562" cy="27265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Diagramme 14">
            <a:extLst>
              <a:ext uri="{FF2B5EF4-FFF2-40B4-BE49-F238E27FC236}">
                <a16:creationId xmlns:a16="http://schemas.microsoft.com/office/drawing/2014/main" id="{4AA1C04E-A804-4884-A15C-28C8F7F597D8}"/>
              </a:ext>
            </a:extLst>
          </p:cNvPr>
          <p:cNvGraphicFramePr/>
          <p:nvPr/>
        </p:nvGraphicFramePr>
        <p:xfrm>
          <a:off x="2363246" y="1855701"/>
          <a:ext cx="5820180" cy="499032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1" name="Graphique 20" descr="Ligne fléchée : incurvée sens des aiguilles d’une montre avec un remplissage uni">
            <a:extLst>
              <a:ext uri="{FF2B5EF4-FFF2-40B4-BE49-F238E27FC236}">
                <a16:creationId xmlns:a16="http://schemas.microsoft.com/office/drawing/2014/main" id="{D635AC4F-8F08-4372-9915-9CEF17930BC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5126868">
            <a:off x="1566750" y="3703902"/>
            <a:ext cx="1936448" cy="1936448"/>
          </a:xfrm>
          <a:prstGeom prst="rect">
            <a:avLst/>
          </a:prstGeom>
        </p:spPr>
      </p:pic>
    </p:spTree>
    <p:extLst>
      <p:ext uri="{BB962C8B-B14F-4D97-AF65-F5344CB8AC3E}">
        <p14:creationId xmlns:p14="http://schemas.microsoft.com/office/powerpoint/2010/main" val="419373497"/>
      </p:ext>
    </p:extLst>
  </p:cSld>
  <p:clrMapOvr>
    <a:masterClrMapping/>
  </p:clrMapOvr>
  <mc:AlternateContent xmlns:mc="http://schemas.openxmlformats.org/markup-compatibility/2006" xmlns:p14="http://schemas.microsoft.com/office/powerpoint/2010/main">
    <mc:Choice Requires="p14">
      <p:transition spd="slow" p14:dur="2000" advTm="99098"/>
    </mc:Choice>
    <mc:Fallback xmlns="">
      <p:transition spd="slow" advTm="99098"/>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#P1</a:t>
            </a:r>
            <a:br>
              <a:rPr lang="en-US" dirty="0"/>
            </a:br>
            <a:r>
              <a:rPr lang="en-US" dirty="0"/>
              <a:t>Identify expectations</a:t>
            </a:r>
          </a:p>
        </p:txBody>
      </p:sp>
      <p:pic>
        <p:nvPicPr>
          <p:cNvPr id="7" name="Graphique 6" descr="Employé de bureau avec un remplissage uni">
            <a:extLst>
              <a:ext uri="{FF2B5EF4-FFF2-40B4-BE49-F238E27FC236}">
                <a16:creationId xmlns:a16="http://schemas.microsoft.com/office/drawing/2014/main" id="{9FA0DE79-B493-4C80-88EF-8C8A64C2DD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23738" y="5765273"/>
            <a:ext cx="914400" cy="914400"/>
          </a:xfrm>
          <a:prstGeom prst="rect">
            <a:avLst/>
          </a:prstGeom>
        </p:spPr>
      </p:pic>
      <p:pic>
        <p:nvPicPr>
          <p:cNvPr id="8" name="Graphique 7" descr="Couronne d'utilisateur féminine avec un remplissage uni">
            <a:extLst>
              <a:ext uri="{FF2B5EF4-FFF2-40B4-BE49-F238E27FC236}">
                <a16:creationId xmlns:a16="http://schemas.microsoft.com/office/drawing/2014/main" id="{D5B46B19-A83F-41DE-85A4-BE65316076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62674" y="1970551"/>
            <a:ext cx="914400" cy="914400"/>
          </a:xfrm>
          <a:prstGeom prst="rect">
            <a:avLst/>
          </a:prstGeom>
        </p:spPr>
      </p:pic>
      <p:grpSp>
        <p:nvGrpSpPr>
          <p:cNvPr id="9" name="Groupe 8">
            <a:extLst>
              <a:ext uri="{FF2B5EF4-FFF2-40B4-BE49-F238E27FC236}">
                <a16:creationId xmlns:a16="http://schemas.microsoft.com/office/drawing/2014/main" id="{C5251477-83C4-415A-A445-0FD7B3B770D0}"/>
              </a:ext>
            </a:extLst>
          </p:cNvPr>
          <p:cNvGrpSpPr/>
          <p:nvPr/>
        </p:nvGrpSpPr>
        <p:grpSpPr>
          <a:xfrm>
            <a:off x="1439740" y="5636065"/>
            <a:ext cx="914400" cy="914400"/>
            <a:chOff x="2472431" y="1931679"/>
            <a:chExt cx="914400" cy="914400"/>
          </a:xfrm>
        </p:grpSpPr>
        <p:pic>
          <p:nvPicPr>
            <p:cNvPr id="10" name="Graphique 9" descr="Employée de bureau avec un remplissage uni">
              <a:extLst>
                <a:ext uri="{FF2B5EF4-FFF2-40B4-BE49-F238E27FC236}">
                  <a16:creationId xmlns:a16="http://schemas.microsoft.com/office/drawing/2014/main" id="{98984932-77CA-4513-9BE0-B6E2EC3F39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4E276854-87E5-4E2B-9FA6-DC7338C0CC1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37714" y="2492740"/>
              <a:ext cx="167927" cy="167927"/>
            </a:xfrm>
            <a:prstGeom prst="rect">
              <a:avLst/>
            </a:prstGeom>
          </p:spPr>
        </p:pic>
      </p:grpSp>
      <p:graphicFrame>
        <p:nvGraphicFramePr>
          <p:cNvPr id="2" name="Diagramme 1">
            <a:extLst>
              <a:ext uri="{FF2B5EF4-FFF2-40B4-BE49-F238E27FC236}">
                <a16:creationId xmlns:a16="http://schemas.microsoft.com/office/drawing/2014/main" id="{F125A532-2574-4351-8B88-4154BA6FBD2C}"/>
              </a:ext>
            </a:extLst>
          </p:cNvPr>
          <p:cNvGraphicFramePr/>
          <p:nvPr/>
        </p:nvGraphicFramePr>
        <p:xfrm>
          <a:off x="737423" y="1728216"/>
          <a:ext cx="9203028" cy="526950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3" name="Rectangle 12">
            <a:extLst>
              <a:ext uri="{FF2B5EF4-FFF2-40B4-BE49-F238E27FC236}">
                <a16:creationId xmlns:a16="http://schemas.microsoft.com/office/drawing/2014/main" id="{0F095AE3-E9A9-4D11-A231-F529BCBBF77B}"/>
              </a:ext>
            </a:extLst>
          </p:cNvPr>
          <p:cNvSpPr/>
          <p:nvPr/>
        </p:nvSpPr>
        <p:spPr>
          <a:xfrm>
            <a:off x="4399744" y="4932218"/>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4" name="Rectangle 13">
            <a:extLst>
              <a:ext uri="{FF2B5EF4-FFF2-40B4-BE49-F238E27FC236}">
                <a16:creationId xmlns:a16="http://schemas.microsoft.com/office/drawing/2014/main" id="{AD317D61-ECA8-428A-A3AD-F2364DE91280}"/>
              </a:ext>
            </a:extLst>
          </p:cNvPr>
          <p:cNvSpPr/>
          <p:nvPr/>
        </p:nvSpPr>
        <p:spPr>
          <a:xfrm>
            <a:off x="4878571" y="5102444"/>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5" name="Rectangle 14">
            <a:extLst>
              <a:ext uri="{FF2B5EF4-FFF2-40B4-BE49-F238E27FC236}">
                <a16:creationId xmlns:a16="http://schemas.microsoft.com/office/drawing/2014/main" id="{E801B22B-07DE-4738-8792-E23ECE36B2A3}"/>
              </a:ext>
            </a:extLst>
          </p:cNvPr>
          <p:cNvSpPr/>
          <p:nvPr/>
        </p:nvSpPr>
        <p:spPr>
          <a:xfrm>
            <a:off x="5384541" y="5102443"/>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6" name="Rectangle 15">
            <a:extLst>
              <a:ext uri="{FF2B5EF4-FFF2-40B4-BE49-F238E27FC236}">
                <a16:creationId xmlns:a16="http://schemas.microsoft.com/office/drawing/2014/main" id="{3D190D8C-E65C-4E82-A8AE-5EA331E078B4}"/>
              </a:ext>
            </a:extLst>
          </p:cNvPr>
          <p:cNvSpPr/>
          <p:nvPr/>
        </p:nvSpPr>
        <p:spPr>
          <a:xfrm>
            <a:off x="4989160" y="4603679"/>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7" name="Rectangle 16">
            <a:extLst>
              <a:ext uri="{FF2B5EF4-FFF2-40B4-BE49-F238E27FC236}">
                <a16:creationId xmlns:a16="http://schemas.microsoft.com/office/drawing/2014/main" id="{0CB53C5F-2796-4EC8-B784-0A96331216E9}"/>
              </a:ext>
            </a:extLst>
          </p:cNvPr>
          <p:cNvSpPr/>
          <p:nvPr/>
        </p:nvSpPr>
        <p:spPr>
          <a:xfrm>
            <a:off x="4521027" y="4362970"/>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8" name="Rectangle 17">
            <a:extLst>
              <a:ext uri="{FF2B5EF4-FFF2-40B4-BE49-F238E27FC236}">
                <a16:creationId xmlns:a16="http://schemas.microsoft.com/office/drawing/2014/main" id="{8C4AA300-EB47-47E8-9B6E-7763BD1AB8A7}"/>
              </a:ext>
            </a:extLst>
          </p:cNvPr>
          <p:cNvSpPr/>
          <p:nvPr/>
        </p:nvSpPr>
        <p:spPr>
          <a:xfrm>
            <a:off x="3774551" y="4584412"/>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9" name="Rectangle 18">
            <a:extLst>
              <a:ext uri="{FF2B5EF4-FFF2-40B4-BE49-F238E27FC236}">
                <a16:creationId xmlns:a16="http://schemas.microsoft.com/office/drawing/2014/main" id="{AC253800-F484-4A14-80AB-F94F2817E47E}"/>
              </a:ext>
            </a:extLst>
          </p:cNvPr>
          <p:cNvSpPr/>
          <p:nvPr/>
        </p:nvSpPr>
        <p:spPr>
          <a:xfrm>
            <a:off x="6508585" y="5693265"/>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0" name="Rectangle 19">
            <a:extLst>
              <a:ext uri="{FF2B5EF4-FFF2-40B4-BE49-F238E27FC236}">
                <a16:creationId xmlns:a16="http://schemas.microsoft.com/office/drawing/2014/main" id="{08EA7E33-F973-444D-884D-7ABDD23D8C9B}"/>
              </a:ext>
            </a:extLst>
          </p:cNvPr>
          <p:cNvSpPr/>
          <p:nvPr/>
        </p:nvSpPr>
        <p:spPr>
          <a:xfrm>
            <a:off x="905163" y="2706323"/>
            <a:ext cx="770771" cy="756556"/>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Explicit expectation</a:t>
            </a:r>
          </a:p>
        </p:txBody>
      </p:sp>
      <p:sp>
        <p:nvSpPr>
          <p:cNvPr id="21" name="Rectangle 20">
            <a:extLst>
              <a:ext uri="{FF2B5EF4-FFF2-40B4-BE49-F238E27FC236}">
                <a16:creationId xmlns:a16="http://schemas.microsoft.com/office/drawing/2014/main" id="{3F2A41C4-5DC8-4FD9-A5F3-84757C1B48B4}"/>
              </a:ext>
            </a:extLst>
          </p:cNvPr>
          <p:cNvSpPr/>
          <p:nvPr/>
        </p:nvSpPr>
        <p:spPr>
          <a:xfrm>
            <a:off x="905163" y="3606414"/>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Implicit expectation</a:t>
            </a:r>
          </a:p>
        </p:txBody>
      </p:sp>
    </p:spTree>
    <p:extLst>
      <p:ext uri="{BB962C8B-B14F-4D97-AF65-F5344CB8AC3E}">
        <p14:creationId xmlns:p14="http://schemas.microsoft.com/office/powerpoint/2010/main" val="4075660249"/>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#P2</a:t>
            </a:r>
            <a:br>
              <a:rPr lang="en-US" dirty="0"/>
            </a:br>
            <a:r>
              <a:rPr lang="en-US" dirty="0"/>
              <a:t>Brainstorm Community performance indicators</a:t>
            </a:r>
          </a:p>
        </p:txBody>
      </p:sp>
      <p:pic>
        <p:nvPicPr>
          <p:cNvPr id="22" name="Graphique 21" descr="Base de données avec un remplissage uni">
            <a:extLst>
              <a:ext uri="{FF2B5EF4-FFF2-40B4-BE49-F238E27FC236}">
                <a16:creationId xmlns:a16="http://schemas.microsoft.com/office/drawing/2014/main" id="{1744ACE3-F41C-4ADE-A226-E6D461A95C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44219" y="1997311"/>
            <a:ext cx="1134424" cy="1134424"/>
          </a:xfrm>
          <a:prstGeom prst="rect">
            <a:avLst/>
          </a:prstGeom>
        </p:spPr>
      </p:pic>
      <p:pic>
        <p:nvPicPr>
          <p:cNvPr id="23" name="Graphique 22" descr="Signe pouce en haut avec un remplissage uni">
            <a:extLst>
              <a:ext uri="{FF2B5EF4-FFF2-40B4-BE49-F238E27FC236}">
                <a16:creationId xmlns:a16="http://schemas.microsoft.com/office/drawing/2014/main" id="{6FB9F748-1D2B-4E6C-BCE0-F2383C3B4A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2827" y="3200057"/>
            <a:ext cx="1001863" cy="1001863"/>
          </a:xfrm>
          <a:prstGeom prst="rect">
            <a:avLst/>
          </a:prstGeom>
        </p:spPr>
      </p:pic>
      <p:pic>
        <p:nvPicPr>
          <p:cNvPr id="24" name="Graphique 23" descr="Calendrier mensuel avec un remplissage uni">
            <a:extLst>
              <a:ext uri="{FF2B5EF4-FFF2-40B4-BE49-F238E27FC236}">
                <a16:creationId xmlns:a16="http://schemas.microsoft.com/office/drawing/2014/main" id="{9A4F0136-8274-467A-95AB-466DE45CA4C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9846" y="4476591"/>
            <a:ext cx="1134424" cy="1134424"/>
          </a:xfrm>
          <a:prstGeom prst="rect">
            <a:avLst/>
          </a:prstGeom>
        </p:spPr>
      </p:pic>
      <p:pic>
        <p:nvPicPr>
          <p:cNvPr id="25" name="Graphique 24" descr="Badge d'employé avec un remplissage uni">
            <a:extLst>
              <a:ext uri="{FF2B5EF4-FFF2-40B4-BE49-F238E27FC236}">
                <a16:creationId xmlns:a16="http://schemas.microsoft.com/office/drawing/2014/main" id="{0B0AD7B1-7706-4EFF-9052-8FED741F562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57930" y="5989293"/>
            <a:ext cx="484626" cy="484626"/>
          </a:xfrm>
          <a:prstGeom prst="rect">
            <a:avLst/>
          </a:prstGeom>
        </p:spPr>
      </p:pic>
      <p:pic>
        <p:nvPicPr>
          <p:cNvPr id="26" name="Graphique 25" descr="Badge d'employé avec un remplissage uni">
            <a:extLst>
              <a:ext uri="{FF2B5EF4-FFF2-40B4-BE49-F238E27FC236}">
                <a16:creationId xmlns:a16="http://schemas.microsoft.com/office/drawing/2014/main" id="{36AC946F-20AB-4744-BD2A-C6C4B25CCD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25894" y="5989293"/>
            <a:ext cx="484626" cy="484626"/>
          </a:xfrm>
          <a:prstGeom prst="rect">
            <a:avLst/>
          </a:prstGeom>
        </p:spPr>
      </p:pic>
      <p:pic>
        <p:nvPicPr>
          <p:cNvPr id="27" name="Graphique 26" descr="Badge d'employé avec un remplissage uni">
            <a:extLst>
              <a:ext uri="{FF2B5EF4-FFF2-40B4-BE49-F238E27FC236}">
                <a16:creationId xmlns:a16="http://schemas.microsoft.com/office/drawing/2014/main" id="{DF96BF0F-FD71-4E54-B2F3-E9C0001ABD9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80064" y="5989293"/>
            <a:ext cx="484626" cy="484626"/>
          </a:xfrm>
          <a:prstGeom prst="rect">
            <a:avLst/>
          </a:prstGeom>
        </p:spPr>
      </p:pic>
      <p:sp>
        <p:nvSpPr>
          <p:cNvPr id="28" name="Rectangle 27">
            <a:extLst>
              <a:ext uri="{FF2B5EF4-FFF2-40B4-BE49-F238E27FC236}">
                <a16:creationId xmlns:a16="http://schemas.microsoft.com/office/drawing/2014/main" id="{18F476D4-06A8-43F4-B7CC-4B475AAC7251}"/>
              </a:ext>
            </a:extLst>
          </p:cNvPr>
          <p:cNvSpPr/>
          <p:nvPr/>
        </p:nvSpPr>
        <p:spPr>
          <a:xfrm>
            <a:off x="2455667"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29" name="Rectangle 28">
            <a:extLst>
              <a:ext uri="{FF2B5EF4-FFF2-40B4-BE49-F238E27FC236}">
                <a16:creationId xmlns:a16="http://schemas.microsoft.com/office/drawing/2014/main" id="{93055D8E-A54B-4CF7-800C-812615E59973}"/>
              </a:ext>
            </a:extLst>
          </p:cNvPr>
          <p:cNvSpPr/>
          <p:nvPr/>
        </p:nvSpPr>
        <p:spPr>
          <a:xfrm>
            <a:off x="2455667"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0" name="Rectangle 29">
            <a:extLst>
              <a:ext uri="{FF2B5EF4-FFF2-40B4-BE49-F238E27FC236}">
                <a16:creationId xmlns:a16="http://schemas.microsoft.com/office/drawing/2014/main" id="{7052C8B6-E067-4C6C-BEDA-1815EC3D0120}"/>
              </a:ext>
            </a:extLst>
          </p:cNvPr>
          <p:cNvSpPr/>
          <p:nvPr/>
        </p:nvSpPr>
        <p:spPr>
          <a:xfrm>
            <a:off x="2455666"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1" name="Rectangle 30">
            <a:extLst>
              <a:ext uri="{FF2B5EF4-FFF2-40B4-BE49-F238E27FC236}">
                <a16:creationId xmlns:a16="http://schemas.microsoft.com/office/drawing/2014/main" id="{72A53D43-D3EC-48CA-AD04-9D2C4EC6A39B}"/>
              </a:ext>
            </a:extLst>
          </p:cNvPr>
          <p:cNvSpPr/>
          <p:nvPr/>
        </p:nvSpPr>
        <p:spPr>
          <a:xfrm>
            <a:off x="2455665"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2" name="Rectangle 31">
            <a:extLst>
              <a:ext uri="{FF2B5EF4-FFF2-40B4-BE49-F238E27FC236}">
                <a16:creationId xmlns:a16="http://schemas.microsoft.com/office/drawing/2014/main" id="{2E8496D7-EC56-4DF7-90F0-4C918E8ACA45}"/>
              </a:ext>
            </a:extLst>
          </p:cNvPr>
          <p:cNvSpPr/>
          <p:nvPr/>
        </p:nvSpPr>
        <p:spPr>
          <a:xfrm>
            <a:off x="3354011"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3" name="Rectangle 32">
            <a:extLst>
              <a:ext uri="{FF2B5EF4-FFF2-40B4-BE49-F238E27FC236}">
                <a16:creationId xmlns:a16="http://schemas.microsoft.com/office/drawing/2014/main" id="{EFCDBFEA-9E35-4256-8004-26035A2B7EBE}"/>
              </a:ext>
            </a:extLst>
          </p:cNvPr>
          <p:cNvSpPr/>
          <p:nvPr/>
        </p:nvSpPr>
        <p:spPr>
          <a:xfrm>
            <a:off x="3354011"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4" name="Rectangle 33">
            <a:extLst>
              <a:ext uri="{FF2B5EF4-FFF2-40B4-BE49-F238E27FC236}">
                <a16:creationId xmlns:a16="http://schemas.microsoft.com/office/drawing/2014/main" id="{1BDC2183-2787-453B-88E9-4868D7BF7E1E}"/>
              </a:ext>
            </a:extLst>
          </p:cNvPr>
          <p:cNvSpPr/>
          <p:nvPr/>
        </p:nvSpPr>
        <p:spPr>
          <a:xfrm>
            <a:off x="3354010"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5" name="Rectangle 34">
            <a:extLst>
              <a:ext uri="{FF2B5EF4-FFF2-40B4-BE49-F238E27FC236}">
                <a16:creationId xmlns:a16="http://schemas.microsoft.com/office/drawing/2014/main" id="{4F39B9FF-EBA7-43D8-86E4-E0DC7014CB9C}"/>
              </a:ext>
            </a:extLst>
          </p:cNvPr>
          <p:cNvSpPr/>
          <p:nvPr/>
        </p:nvSpPr>
        <p:spPr>
          <a:xfrm>
            <a:off x="3354009"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6" name="Rectangle 35">
            <a:extLst>
              <a:ext uri="{FF2B5EF4-FFF2-40B4-BE49-F238E27FC236}">
                <a16:creationId xmlns:a16="http://schemas.microsoft.com/office/drawing/2014/main" id="{A829191A-5EF5-4877-A848-7FEF0D9011F2}"/>
              </a:ext>
            </a:extLst>
          </p:cNvPr>
          <p:cNvSpPr/>
          <p:nvPr/>
        </p:nvSpPr>
        <p:spPr>
          <a:xfrm>
            <a:off x="4252353"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7" name="Rectangle 36">
            <a:extLst>
              <a:ext uri="{FF2B5EF4-FFF2-40B4-BE49-F238E27FC236}">
                <a16:creationId xmlns:a16="http://schemas.microsoft.com/office/drawing/2014/main" id="{7319F1F2-1B4A-421C-9E22-8DE0A8A4FE5D}"/>
              </a:ext>
            </a:extLst>
          </p:cNvPr>
          <p:cNvSpPr/>
          <p:nvPr/>
        </p:nvSpPr>
        <p:spPr>
          <a:xfrm>
            <a:off x="4252353"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8" name="Rectangle 37">
            <a:extLst>
              <a:ext uri="{FF2B5EF4-FFF2-40B4-BE49-F238E27FC236}">
                <a16:creationId xmlns:a16="http://schemas.microsoft.com/office/drawing/2014/main" id="{D3C1AB60-E271-4E25-AA97-34B7FE53606E}"/>
              </a:ext>
            </a:extLst>
          </p:cNvPr>
          <p:cNvSpPr/>
          <p:nvPr/>
        </p:nvSpPr>
        <p:spPr>
          <a:xfrm>
            <a:off x="4252352"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9" name="Rectangle 38">
            <a:extLst>
              <a:ext uri="{FF2B5EF4-FFF2-40B4-BE49-F238E27FC236}">
                <a16:creationId xmlns:a16="http://schemas.microsoft.com/office/drawing/2014/main" id="{7C6BD57F-A6E6-4D51-B886-ABB2633FE3E6}"/>
              </a:ext>
            </a:extLst>
          </p:cNvPr>
          <p:cNvSpPr/>
          <p:nvPr/>
        </p:nvSpPr>
        <p:spPr>
          <a:xfrm>
            <a:off x="4252351"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0" name="Rectangle 39">
            <a:extLst>
              <a:ext uri="{FF2B5EF4-FFF2-40B4-BE49-F238E27FC236}">
                <a16:creationId xmlns:a16="http://schemas.microsoft.com/office/drawing/2014/main" id="{FF79E316-D69E-427A-A638-7998A9A61C14}"/>
              </a:ext>
            </a:extLst>
          </p:cNvPr>
          <p:cNvSpPr/>
          <p:nvPr/>
        </p:nvSpPr>
        <p:spPr>
          <a:xfrm>
            <a:off x="5150695"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1" name="Rectangle 40">
            <a:extLst>
              <a:ext uri="{FF2B5EF4-FFF2-40B4-BE49-F238E27FC236}">
                <a16:creationId xmlns:a16="http://schemas.microsoft.com/office/drawing/2014/main" id="{647F3E95-85D8-43DD-9E1B-CB3A780234D0}"/>
              </a:ext>
            </a:extLst>
          </p:cNvPr>
          <p:cNvSpPr/>
          <p:nvPr/>
        </p:nvSpPr>
        <p:spPr>
          <a:xfrm>
            <a:off x="5150695"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2" name="Rectangle 41">
            <a:extLst>
              <a:ext uri="{FF2B5EF4-FFF2-40B4-BE49-F238E27FC236}">
                <a16:creationId xmlns:a16="http://schemas.microsoft.com/office/drawing/2014/main" id="{F0765EDE-ACD0-407A-83F7-9F318BF17A2E}"/>
              </a:ext>
            </a:extLst>
          </p:cNvPr>
          <p:cNvSpPr/>
          <p:nvPr/>
        </p:nvSpPr>
        <p:spPr>
          <a:xfrm>
            <a:off x="5150694"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3" name="Rectangle 42">
            <a:extLst>
              <a:ext uri="{FF2B5EF4-FFF2-40B4-BE49-F238E27FC236}">
                <a16:creationId xmlns:a16="http://schemas.microsoft.com/office/drawing/2014/main" id="{7BED54AE-FB49-4C6F-94EB-1E6522F2BC1A}"/>
              </a:ext>
            </a:extLst>
          </p:cNvPr>
          <p:cNvSpPr/>
          <p:nvPr/>
        </p:nvSpPr>
        <p:spPr>
          <a:xfrm>
            <a:off x="5150693"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753366937"/>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#P4</a:t>
            </a:r>
            <a:br>
              <a:rPr lang="en-US" dirty="0"/>
            </a:br>
            <a:r>
              <a:rPr lang="en-US" dirty="0"/>
              <a:t>List reasons for disengagement and ideas for engagement</a:t>
            </a:r>
          </a:p>
        </p:txBody>
      </p:sp>
      <p:grpSp>
        <p:nvGrpSpPr>
          <p:cNvPr id="44" name="Groupe 43">
            <a:extLst>
              <a:ext uri="{FF2B5EF4-FFF2-40B4-BE49-F238E27FC236}">
                <a16:creationId xmlns:a16="http://schemas.microsoft.com/office/drawing/2014/main" id="{B75AD456-6B0F-4AEC-84A8-1D0E9553CFED}"/>
              </a:ext>
            </a:extLst>
          </p:cNvPr>
          <p:cNvGrpSpPr/>
          <p:nvPr/>
        </p:nvGrpSpPr>
        <p:grpSpPr>
          <a:xfrm>
            <a:off x="3551242" y="2613991"/>
            <a:ext cx="4941068" cy="3975268"/>
            <a:chOff x="5797486" y="2017336"/>
            <a:chExt cx="5855636" cy="4711071"/>
          </a:xfrm>
        </p:grpSpPr>
        <p:graphicFrame>
          <p:nvGraphicFramePr>
            <p:cNvPr id="45" name="Diagramme 44">
              <a:extLst>
                <a:ext uri="{FF2B5EF4-FFF2-40B4-BE49-F238E27FC236}">
                  <a16:creationId xmlns:a16="http://schemas.microsoft.com/office/drawing/2014/main" id="{3878AE0F-AB94-4FEF-B73F-E9EF1604749A}"/>
                </a:ext>
              </a:extLst>
            </p:cNvPr>
            <p:cNvGraphicFramePr/>
            <p:nvPr/>
          </p:nvGraphicFramePr>
          <p:xfrm>
            <a:off x="5797486" y="2017336"/>
            <a:ext cx="5855636" cy="4711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6" name="Graphique 45" descr="Bébé avec un remplissage uni">
              <a:extLst>
                <a:ext uri="{FF2B5EF4-FFF2-40B4-BE49-F238E27FC236}">
                  <a16:creationId xmlns:a16="http://schemas.microsoft.com/office/drawing/2014/main" id="{587CB0C6-4F5D-40AC-948D-6BBCFFCB4E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1955" y="3208444"/>
              <a:ext cx="696013" cy="696013"/>
            </a:xfrm>
            <a:prstGeom prst="rect">
              <a:avLst/>
            </a:prstGeom>
          </p:spPr>
        </p:pic>
        <p:pic>
          <p:nvPicPr>
            <p:cNvPr id="47" name="Graphique 46" descr="Train avec un remplissage uni">
              <a:extLst>
                <a:ext uri="{FF2B5EF4-FFF2-40B4-BE49-F238E27FC236}">
                  <a16:creationId xmlns:a16="http://schemas.microsoft.com/office/drawing/2014/main" id="{541A6CBE-7AF9-402C-9012-0A4D4883F4A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01955" y="4145161"/>
              <a:ext cx="582891" cy="582891"/>
            </a:xfrm>
            <a:prstGeom prst="rect">
              <a:avLst/>
            </a:prstGeom>
          </p:spPr>
        </p:pic>
        <p:pic>
          <p:nvPicPr>
            <p:cNvPr id="48" name="Graphique 47" descr="Dossier ouvert avec un remplissage uni">
              <a:extLst>
                <a:ext uri="{FF2B5EF4-FFF2-40B4-BE49-F238E27FC236}">
                  <a16:creationId xmlns:a16="http://schemas.microsoft.com/office/drawing/2014/main" id="{B2DF3C1F-B876-4368-B471-5477B90CB3C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62" y="5017172"/>
              <a:ext cx="511479" cy="511479"/>
            </a:xfrm>
            <a:prstGeom prst="rect">
              <a:avLst/>
            </a:prstGeom>
          </p:spPr>
        </p:pic>
        <p:pic>
          <p:nvPicPr>
            <p:cNvPr id="49" name="Graphique 48" descr="Tendance à la hausse avec un remplissage uni">
              <a:extLst>
                <a:ext uri="{FF2B5EF4-FFF2-40B4-BE49-F238E27FC236}">
                  <a16:creationId xmlns:a16="http://schemas.microsoft.com/office/drawing/2014/main" id="{EB67598D-AFC7-44A1-9483-54396BB4485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07987" y="5017172"/>
              <a:ext cx="544880" cy="544880"/>
            </a:xfrm>
            <a:prstGeom prst="rect">
              <a:avLst/>
            </a:prstGeom>
          </p:spPr>
        </p:pic>
        <p:pic>
          <p:nvPicPr>
            <p:cNvPr id="50" name="Graphique 49" descr="Commentaire en cœur avec un remplissage uni">
              <a:extLst>
                <a:ext uri="{FF2B5EF4-FFF2-40B4-BE49-F238E27FC236}">
                  <a16:creationId xmlns:a16="http://schemas.microsoft.com/office/drawing/2014/main" id="{59CBA372-570E-43A8-A957-59FD1FB763B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6132420" y="3314089"/>
              <a:ext cx="696013" cy="696013"/>
            </a:xfrm>
            <a:prstGeom prst="rect">
              <a:avLst/>
            </a:prstGeom>
          </p:spPr>
        </p:pic>
        <p:pic>
          <p:nvPicPr>
            <p:cNvPr id="51" name="Graphique 50" descr="Chronomètre avec un remplissage uni">
              <a:extLst>
                <a:ext uri="{FF2B5EF4-FFF2-40B4-BE49-F238E27FC236}">
                  <a16:creationId xmlns:a16="http://schemas.microsoft.com/office/drawing/2014/main" id="{43ACF861-67B9-442D-91BF-29CA377747F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199632" y="4164166"/>
              <a:ext cx="544879" cy="544879"/>
            </a:xfrm>
            <a:prstGeom prst="rect">
              <a:avLst/>
            </a:prstGeom>
          </p:spPr>
        </p:pic>
      </p:grpSp>
      <p:sp>
        <p:nvSpPr>
          <p:cNvPr id="52" name="Rectangle 51">
            <a:extLst>
              <a:ext uri="{FF2B5EF4-FFF2-40B4-BE49-F238E27FC236}">
                <a16:creationId xmlns:a16="http://schemas.microsoft.com/office/drawing/2014/main" id="{DB6093E3-F4D7-4D32-8497-ACC7CDEDB777}"/>
              </a:ext>
            </a:extLst>
          </p:cNvPr>
          <p:cNvSpPr/>
          <p:nvPr/>
        </p:nvSpPr>
        <p:spPr>
          <a:xfrm>
            <a:off x="221663"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3" name="Rectangle 52">
            <a:extLst>
              <a:ext uri="{FF2B5EF4-FFF2-40B4-BE49-F238E27FC236}">
                <a16:creationId xmlns:a16="http://schemas.microsoft.com/office/drawing/2014/main" id="{49CB435A-225C-4BB5-AD44-0219987C72CC}"/>
              </a:ext>
            </a:extLst>
          </p:cNvPr>
          <p:cNvSpPr/>
          <p:nvPr/>
        </p:nvSpPr>
        <p:spPr>
          <a:xfrm>
            <a:off x="221663"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4" name="Rectangle 53">
            <a:extLst>
              <a:ext uri="{FF2B5EF4-FFF2-40B4-BE49-F238E27FC236}">
                <a16:creationId xmlns:a16="http://schemas.microsoft.com/office/drawing/2014/main" id="{5FBA71F2-BB26-44F6-AC59-0FA08B5AD438}"/>
              </a:ext>
            </a:extLst>
          </p:cNvPr>
          <p:cNvSpPr/>
          <p:nvPr/>
        </p:nvSpPr>
        <p:spPr>
          <a:xfrm>
            <a:off x="221662"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5" name="Rectangle 54">
            <a:extLst>
              <a:ext uri="{FF2B5EF4-FFF2-40B4-BE49-F238E27FC236}">
                <a16:creationId xmlns:a16="http://schemas.microsoft.com/office/drawing/2014/main" id="{2CE01127-6291-4E1E-93A5-9CF857A6892E}"/>
              </a:ext>
            </a:extLst>
          </p:cNvPr>
          <p:cNvSpPr/>
          <p:nvPr/>
        </p:nvSpPr>
        <p:spPr>
          <a:xfrm>
            <a:off x="1120007"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CF97221D-AACA-4C21-9D53-C2577C3E9EEB}"/>
              </a:ext>
            </a:extLst>
          </p:cNvPr>
          <p:cNvSpPr/>
          <p:nvPr/>
        </p:nvSpPr>
        <p:spPr>
          <a:xfrm>
            <a:off x="1120007"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7" name="Rectangle 56">
            <a:extLst>
              <a:ext uri="{FF2B5EF4-FFF2-40B4-BE49-F238E27FC236}">
                <a16:creationId xmlns:a16="http://schemas.microsoft.com/office/drawing/2014/main" id="{A91FD318-D09C-4B68-96F6-C7366CA3FF2D}"/>
              </a:ext>
            </a:extLst>
          </p:cNvPr>
          <p:cNvSpPr/>
          <p:nvPr/>
        </p:nvSpPr>
        <p:spPr>
          <a:xfrm>
            <a:off x="1120006"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8" name="Rectangle 57">
            <a:extLst>
              <a:ext uri="{FF2B5EF4-FFF2-40B4-BE49-F238E27FC236}">
                <a16:creationId xmlns:a16="http://schemas.microsoft.com/office/drawing/2014/main" id="{2664AAE1-F436-4D16-A4C5-D21C3B88C61E}"/>
              </a:ext>
            </a:extLst>
          </p:cNvPr>
          <p:cNvSpPr/>
          <p:nvPr/>
        </p:nvSpPr>
        <p:spPr>
          <a:xfrm>
            <a:off x="2018349"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9" name="Rectangle 58">
            <a:extLst>
              <a:ext uri="{FF2B5EF4-FFF2-40B4-BE49-F238E27FC236}">
                <a16:creationId xmlns:a16="http://schemas.microsoft.com/office/drawing/2014/main" id="{8EB4BEFA-B3D4-4FF0-BE9C-F119ADB68E2E}"/>
              </a:ext>
            </a:extLst>
          </p:cNvPr>
          <p:cNvSpPr/>
          <p:nvPr/>
        </p:nvSpPr>
        <p:spPr>
          <a:xfrm>
            <a:off x="2018349"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0" name="Rectangle 59">
            <a:extLst>
              <a:ext uri="{FF2B5EF4-FFF2-40B4-BE49-F238E27FC236}">
                <a16:creationId xmlns:a16="http://schemas.microsoft.com/office/drawing/2014/main" id="{71B830DF-0FE9-4840-B2FF-CC6231F1F1AD}"/>
              </a:ext>
            </a:extLst>
          </p:cNvPr>
          <p:cNvSpPr/>
          <p:nvPr/>
        </p:nvSpPr>
        <p:spPr>
          <a:xfrm>
            <a:off x="2018348"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1" name="Rectangle 60">
            <a:extLst>
              <a:ext uri="{FF2B5EF4-FFF2-40B4-BE49-F238E27FC236}">
                <a16:creationId xmlns:a16="http://schemas.microsoft.com/office/drawing/2014/main" id="{97746F59-125B-414E-BB18-87614F74B273}"/>
              </a:ext>
            </a:extLst>
          </p:cNvPr>
          <p:cNvSpPr/>
          <p:nvPr/>
        </p:nvSpPr>
        <p:spPr>
          <a:xfrm>
            <a:off x="2916691"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2" name="Rectangle 61">
            <a:extLst>
              <a:ext uri="{FF2B5EF4-FFF2-40B4-BE49-F238E27FC236}">
                <a16:creationId xmlns:a16="http://schemas.microsoft.com/office/drawing/2014/main" id="{9CE3ED25-357C-4762-9CCC-BBCE6BF066FE}"/>
              </a:ext>
            </a:extLst>
          </p:cNvPr>
          <p:cNvSpPr/>
          <p:nvPr/>
        </p:nvSpPr>
        <p:spPr>
          <a:xfrm>
            <a:off x="2916691"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3" name="Rectangle 62">
            <a:extLst>
              <a:ext uri="{FF2B5EF4-FFF2-40B4-BE49-F238E27FC236}">
                <a16:creationId xmlns:a16="http://schemas.microsoft.com/office/drawing/2014/main" id="{EC3D393E-888A-4AA3-B4D2-49A9647F2B79}"/>
              </a:ext>
            </a:extLst>
          </p:cNvPr>
          <p:cNvSpPr/>
          <p:nvPr/>
        </p:nvSpPr>
        <p:spPr>
          <a:xfrm>
            <a:off x="2916690"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4" name="Rectangle 63">
            <a:extLst>
              <a:ext uri="{FF2B5EF4-FFF2-40B4-BE49-F238E27FC236}">
                <a16:creationId xmlns:a16="http://schemas.microsoft.com/office/drawing/2014/main" id="{04EA10CF-C34E-4C91-A6E0-A99F65A26B3F}"/>
              </a:ext>
            </a:extLst>
          </p:cNvPr>
          <p:cNvSpPr/>
          <p:nvPr/>
        </p:nvSpPr>
        <p:spPr>
          <a:xfrm>
            <a:off x="7991579"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5" name="Rectangle 64">
            <a:extLst>
              <a:ext uri="{FF2B5EF4-FFF2-40B4-BE49-F238E27FC236}">
                <a16:creationId xmlns:a16="http://schemas.microsoft.com/office/drawing/2014/main" id="{F3B2724D-9B49-43A9-AD2D-B6410F5B9CF6}"/>
              </a:ext>
            </a:extLst>
          </p:cNvPr>
          <p:cNvSpPr/>
          <p:nvPr/>
        </p:nvSpPr>
        <p:spPr>
          <a:xfrm>
            <a:off x="7991579"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6" name="Rectangle 65">
            <a:extLst>
              <a:ext uri="{FF2B5EF4-FFF2-40B4-BE49-F238E27FC236}">
                <a16:creationId xmlns:a16="http://schemas.microsoft.com/office/drawing/2014/main" id="{D01C9E27-F2EA-46DB-9312-FA6BB787B502}"/>
              </a:ext>
            </a:extLst>
          </p:cNvPr>
          <p:cNvSpPr/>
          <p:nvPr/>
        </p:nvSpPr>
        <p:spPr>
          <a:xfrm>
            <a:off x="7991578"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7" name="Rectangle 66">
            <a:extLst>
              <a:ext uri="{FF2B5EF4-FFF2-40B4-BE49-F238E27FC236}">
                <a16:creationId xmlns:a16="http://schemas.microsoft.com/office/drawing/2014/main" id="{CABC395C-F9D9-43C2-A950-5A721CD0814E}"/>
              </a:ext>
            </a:extLst>
          </p:cNvPr>
          <p:cNvSpPr/>
          <p:nvPr/>
        </p:nvSpPr>
        <p:spPr>
          <a:xfrm>
            <a:off x="8889923"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8" name="Rectangle 67">
            <a:extLst>
              <a:ext uri="{FF2B5EF4-FFF2-40B4-BE49-F238E27FC236}">
                <a16:creationId xmlns:a16="http://schemas.microsoft.com/office/drawing/2014/main" id="{03A1692D-7CD2-4E15-9268-9AC9D1D9322C}"/>
              </a:ext>
            </a:extLst>
          </p:cNvPr>
          <p:cNvSpPr/>
          <p:nvPr/>
        </p:nvSpPr>
        <p:spPr>
          <a:xfrm>
            <a:off x="8889923"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9" name="Rectangle 68">
            <a:extLst>
              <a:ext uri="{FF2B5EF4-FFF2-40B4-BE49-F238E27FC236}">
                <a16:creationId xmlns:a16="http://schemas.microsoft.com/office/drawing/2014/main" id="{654D24DF-1A3D-4B5A-B52E-BB2B73133E7C}"/>
              </a:ext>
            </a:extLst>
          </p:cNvPr>
          <p:cNvSpPr/>
          <p:nvPr/>
        </p:nvSpPr>
        <p:spPr>
          <a:xfrm>
            <a:off x="8889922"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0" name="Rectangle 69">
            <a:extLst>
              <a:ext uri="{FF2B5EF4-FFF2-40B4-BE49-F238E27FC236}">
                <a16:creationId xmlns:a16="http://schemas.microsoft.com/office/drawing/2014/main" id="{26FF507E-4D83-4DA6-83AF-AFFF6395FCEC}"/>
              </a:ext>
            </a:extLst>
          </p:cNvPr>
          <p:cNvSpPr/>
          <p:nvPr/>
        </p:nvSpPr>
        <p:spPr>
          <a:xfrm>
            <a:off x="9788265"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1" name="Rectangle 70">
            <a:extLst>
              <a:ext uri="{FF2B5EF4-FFF2-40B4-BE49-F238E27FC236}">
                <a16:creationId xmlns:a16="http://schemas.microsoft.com/office/drawing/2014/main" id="{799DAD41-B434-4868-A115-E85C72F82D1F}"/>
              </a:ext>
            </a:extLst>
          </p:cNvPr>
          <p:cNvSpPr/>
          <p:nvPr/>
        </p:nvSpPr>
        <p:spPr>
          <a:xfrm>
            <a:off x="9788265"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2" name="Rectangle 71">
            <a:extLst>
              <a:ext uri="{FF2B5EF4-FFF2-40B4-BE49-F238E27FC236}">
                <a16:creationId xmlns:a16="http://schemas.microsoft.com/office/drawing/2014/main" id="{1008BA72-3122-4743-88E3-B08535933CD8}"/>
              </a:ext>
            </a:extLst>
          </p:cNvPr>
          <p:cNvSpPr/>
          <p:nvPr/>
        </p:nvSpPr>
        <p:spPr>
          <a:xfrm>
            <a:off x="9788264"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3" name="Rectangle 72">
            <a:extLst>
              <a:ext uri="{FF2B5EF4-FFF2-40B4-BE49-F238E27FC236}">
                <a16:creationId xmlns:a16="http://schemas.microsoft.com/office/drawing/2014/main" id="{E2DE84A3-5A78-4B64-B3C5-9CDBF00469AA}"/>
              </a:ext>
            </a:extLst>
          </p:cNvPr>
          <p:cNvSpPr/>
          <p:nvPr/>
        </p:nvSpPr>
        <p:spPr>
          <a:xfrm>
            <a:off x="10686607"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4" name="Rectangle 73">
            <a:extLst>
              <a:ext uri="{FF2B5EF4-FFF2-40B4-BE49-F238E27FC236}">
                <a16:creationId xmlns:a16="http://schemas.microsoft.com/office/drawing/2014/main" id="{98B0602C-16B0-47E8-BB36-1F23DF3B4ADA}"/>
              </a:ext>
            </a:extLst>
          </p:cNvPr>
          <p:cNvSpPr/>
          <p:nvPr/>
        </p:nvSpPr>
        <p:spPr>
          <a:xfrm>
            <a:off x="10686607"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5" name="Rectangle 74">
            <a:extLst>
              <a:ext uri="{FF2B5EF4-FFF2-40B4-BE49-F238E27FC236}">
                <a16:creationId xmlns:a16="http://schemas.microsoft.com/office/drawing/2014/main" id="{D73F945B-763E-44B3-9A07-0BDC9D4B20A6}"/>
              </a:ext>
            </a:extLst>
          </p:cNvPr>
          <p:cNvSpPr/>
          <p:nvPr/>
        </p:nvSpPr>
        <p:spPr>
          <a:xfrm>
            <a:off x="10686606"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3763460195"/>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Autofit/>
          </a:bodyPr>
          <a:lstStyle/>
          <a:p>
            <a:r>
              <a:rPr lang="en-US" sz="2400" dirty="0"/>
              <a:t>Exercise #P4, 5, 6</a:t>
            </a:r>
            <a:br>
              <a:rPr lang="en-US" sz="2400" dirty="0"/>
            </a:br>
            <a:r>
              <a:rPr lang="en-US" sz="2400" dirty="0"/>
              <a:t>Outline engagement levels, then time investment profiles, give &amp; take, activities and content for each level</a:t>
            </a:r>
          </a:p>
        </p:txBody>
      </p:sp>
      <p:sp>
        <p:nvSpPr>
          <p:cNvPr id="52" name="Rectangle 51">
            <a:extLst>
              <a:ext uri="{FF2B5EF4-FFF2-40B4-BE49-F238E27FC236}">
                <a16:creationId xmlns:a16="http://schemas.microsoft.com/office/drawing/2014/main" id="{DB6093E3-F4D7-4D32-8497-ACC7CDEDB777}"/>
              </a:ext>
            </a:extLst>
          </p:cNvPr>
          <p:cNvSpPr/>
          <p:nvPr/>
        </p:nvSpPr>
        <p:spPr>
          <a:xfrm>
            <a:off x="1115569" y="3022965"/>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Engagement level name</a:t>
            </a:r>
          </a:p>
        </p:txBody>
      </p:sp>
      <p:sp>
        <p:nvSpPr>
          <p:cNvPr id="53" name="Rectangle 52">
            <a:extLst>
              <a:ext uri="{FF2B5EF4-FFF2-40B4-BE49-F238E27FC236}">
                <a16:creationId xmlns:a16="http://schemas.microsoft.com/office/drawing/2014/main" id="{49CB435A-225C-4BB5-AD44-0219987C72CC}"/>
              </a:ext>
            </a:extLst>
          </p:cNvPr>
          <p:cNvSpPr/>
          <p:nvPr/>
        </p:nvSpPr>
        <p:spPr>
          <a:xfrm>
            <a:off x="1115568" y="3843973"/>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Time investment profile</a:t>
            </a:r>
          </a:p>
        </p:txBody>
      </p:sp>
      <p:sp>
        <p:nvSpPr>
          <p:cNvPr id="54" name="Rectangle 53">
            <a:extLst>
              <a:ext uri="{FF2B5EF4-FFF2-40B4-BE49-F238E27FC236}">
                <a16:creationId xmlns:a16="http://schemas.microsoft.com/office/drawing/2014/main" id="{5FBA71F2-BB26-44F6-AC59-0FA08B5AD438}"/>
              </a:ext>
            </a:extLst>
          </p:cNvPr>
          <p:cNvSpPr/>
          <p:nvPr/>
        </p:nvSpPr>
        <p:spPr>
          <a:xfrm>
            <a:off x="1115568" y="4664981"/>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What people are ready to give</a:t>
            </a:r>
          </a:p>
        </p:txBody>
      </p:sp>
      <p:sp>
        <p:nvSpPr>
          <p:cNvPr id="55" name="Rectangle 54">
            <a:extLst>
              <a:ext uri="{FF2B5EF4-FFF2-40B4-BE49-F238E27FC236}">
                <a16:creationId xmlns:a16="http://schemas.microsoft.com/office/drawing/2014/main" id="{2CE01127-6291-4E1E-93A5-9CF857A6892E}"/>
              </a:ext>
            </a:extLst>
          </p:cNvPr>
          <p:cNvSpPr/>
          <p:nvPr/>
        </p:nvSpPr>
        <p:spPr>
          <a:xfrm>
            <a:off x="2107345" y="310371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CF97221D-AACA-4C21-9D53-C2577C3E9EEB}"/>
              </a:ext>
            </a:extLst>
          </p:cNvPr>
          <p:cNvSpPr/>
          <p:nvPr/>
        </p:nvSpPr>
        <p:spPr>
          <a:xfrm>
            <a:off x="2107345" y="415712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7" name="Rectangle 56">
            <a:extLst>
              <a:ext uri="{FF2B5EF4-FFF2-40B4-BE49-F238E27FC236}">
                <a16:creationId xmlns:a16="http://schemas.microsoft.com/office/drawing/2014/main" id="{A91FD318-D09C-4B68-96F6-C7366CA3FF2D}"/>
              </a:ext>
            </a:extLst>
          </p:cNvPr>
          <p:cNvSpPr/>
          <p:nvPr/>
        </p:nvSpPr>
        <p:spPr>
          <a:xfrm>
            <a:off x="9288425" y="5129785"/>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9" name="Rectangle 58">
            <a:extLst>
              <a:ext uri="{FF2B5EF4-FFF2-40B4-BE49-F238E27FC236}">
                <a16:creationId xmlns:a16="http://schemas.microsoft.com/office/drawing/2014/main" id="{8EB4BEFA-B3D4-4FF0-BE9C-F119ADB68E2E}"/>
              </a:ext>
            </a:extLst>
          </p:cNvPr>
          <p:cNvSpPr/>
          <p:nvPr/>
        </p:nvSpPr>
        <p:spPr>
          <a:xfrm>
            <a:off x="8248272" y="302296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0" name="Rectangle 59">
            <a:extLst>
              <a:ext uri="{FF2B5EF4-FFF2-40B4-BE49-F238E27FC236}">
                <a16:creationId xmlns:a16="http://schemas.microsoft.com/office/drawing/2014/main" id="{71B830DF-0FE9-4840-B2FF-CC6231F1F1AD}"/>
              </a:ext>
            </a:extLst>
          </p:cNvPr>
          <p:cNvSpPr/>
          <p:nvPr/>
        </p:nvSpPr>
        <p:spPr>
          <a:xfrm>
            <a:off x="9386607" y="391594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1" name="Rectangle 60">
            <a:extLst>
              <a:ext uri="{FF2B5EF4-FFF2-40B4-BE49-F238E27FC236}">
                <a16:creationId xmlns:a16="http://schemas.microsoft.com/office/drawing/2014/main" id="{97746F59-125B-414E-BB18-87614F74B273}"/>
              </a:ext>
            </a:extLst>
          </p:cNvPr>
          <p:cNvSpPr/>
          <p:nvPr/>
        </p:nvSpPr>
        <p:spPr>
          <a:xfrm>
            <a:off x="4661023" y="309565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2" name="Rectangle 61">
            <a:extLst>
              <a:ext uri="{FF2B5EF4-FFF2-40B4-BE49-F238E27FC236}">
                <a16:creationId xmlns:a16="http://schemas.microsoft.com/office/drawing/2014/main" id="{9CE3ED25-357C-4762-9CCC-BBCE6BF066FE}"/>
              </a:ext>
            </a:extLst>
          </p:cNvPr>
          <p:cNvSpPr/>
          <p:nvPr/>
        </p:nvSpPr>
        <p:spPr>
          <a:xfrm>
            <a:off x="4661023" y="414906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3" name="Rectangle 62">
            <a:extLst>
              <a:ext uri="{FF2B5EF4-FFF2-40B4-BE49-F238E27FC236}">
                <a16:creationId xmlns:a16="http://schemas.microsoft.com/office/drawing/2014/main" id="{EC3D393E-888A-4AA3-B4D2-49A9647F2B79}"/>
              </a:ext>
            </a:extLst>
          </p:cNvPr>
          <p:cNvSpPr/>
          <p:nvPr/>
        </p:nvSpPr>
        <p:spPr>
          <a:xfrm>
            <a:off x="4661022" y="520247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grpSp>
        <p:nvGrpSpPr>
          <p:cNvPr id="35" name="Groupe 34">
            <a:extLst>
              <a:ext uri="{FF2B5EF4-FFF2-40B4-BE49-F238E27FC236}">
                <a16:creationId xmlns:a16="http://schemas.microsoft.com/office/drawing/2014/main" id="{AE6C7B51-4BA4-4808-ACFC-00D6ADB9C5AB}"/>
              </a:ext>
            </a:extLst>
          </p:cNvPr>
          <p:cNvGrpSpPr/>
          <p:nvPr/>
        </p:nvGrpSpPr>
        <p:grpSpPr>
          <a:xfrm>
            <a:off x="2013912" y="2067340"/>
            <a:ext cx="8244076" cy="874712"/>
            <a:chOff x="1384619" y="5139575"/>
            <a:chExt cx="4399658" cy="466812"/>
          </a:xfrm>
        </p:grpSpPr>
        <p:grpSp>
          <p:nvGrpSpPr>
            <p:cNvPr id="36" name="Groupe 35">
              <a:extLst>
                <a:ext uri="{FF2B5EF4-FFF2-40B4-BE49-F238E27FC236}">
                  <a16:creationId xmlns:a16="http://schemas.microsoft.com/office/drawing/2014/main" id="{E9B9FA2F-6351-424C-83EA-F6830D8AC147}"/>
                </a:ext>
              </a:extLst>
            </p:cNvPr>
            <p:cNvGrpSpPr/>
            <p:nvPr/>
          </p:nvGrpSpPr>
          <p:grpSpPr>
            <a:xfrm>
              <a:off x="1384619" y="5186263"/>
              <a:ext cx="4399658" cy="420124"/>
              <a:chOff x="1900629" y="1202922"/>
              <a:chExt cx="10542118" cy="1006668"/>
            </a:xfrm>
          </p:grpSpPr>
          <p:pic>
            <p:nvPicPr>
              <p:cNvPr id="38" name="Graphique 37" descr="Une artiste avec un remplissage uni">
                <a:extLst>
                  <a:ext uri="{FF2B5EF4-FFF2-40B4-BE49-F238E27FC236}">
                    <a16:creationId xmlns:a16="http://schemas.microsoft.com/office/drawing/2014/main" id="{91D1ACAD-B4BB-480D-9B09-11AEA8DEFF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39" name="Graphique 38" descr="Employée de bureau avec un remplissage uni">
                <a:extLst>
                  <a:ext uri="{FF2B5EF4-FFF2-40B4-BE49-F238E27FC236}">
                    <a16:creationId xmlns:a16="http://schemas.microsoft.com/office/drawing/2014/main" id="{22FD6910-3EA6-4532-830C-76C50B6284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40" name="Graphique 39" descr="Profil femelle avec un remplissage uni">
                <a:extLst>
                  <a:ext uri="{FF2B5EF4-FFF2-40B4-BE49-F238E27FC236}">
                    <a16:creationId xmlns:a16="http://schemas.microsoft.com/office/drawing/2014/main" id="{2E130215-F70E-4CC9-BD7D-D4FD607AC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41" name="Graphique 40" descr="Femme agricultrice avec un remplissage uni">
                <a:extLst>
                  <a:ext uri="{FF2B5EF4-FFF2-40B4-BE49-F238E27FC236}">
                    <a16:creationId xmlns:a16="http://schemas.microsoft.com/office/drawing/2014/main" id="{64E8830C-E1BB-4AEA-9FEA-3337A4DA4C9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42" name="Graphique 41" descr="Femme DJ avec un remplissage uni">
                <a:extLst>
                  <a:ext uri="{FF2B5EF4-FFF2-40B4-BE49-F238E27FC236}">
                    <a16:creationId xmlns:a16="http://schemas.microsoft.com/office/drawing/2014/main" id="{A51547AB-2F8B-416A-A406-EBC6F14958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78957" y="1295190"/>
                <a:ext cx="914400" cy="914400"/>
              </a:xfrm>
              <a:prstGeom prst="rect">
                <a:avLst/>
              </a:prstGeom>
            </p:spPr>
          </p:pic>
          <p:pic>
            <p:nvPicPr>
              <p:cNvPr id="43" name="Graphique 42" descr="Écolière avec un remplissage uni">
                <a:extLst>
                  <a:ext uri="{FF2B5EF4-FFF2-40B4-BE49-F238E27FC236}">
                    <a16:creationId xmlns:a16="http://schemas.microsoft.com/office/drawing/2014/main" id="{EE6976FB-E51D-45AC-B2D7-72B782A5ED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76" name="Graphique 75" descr="Héroïne avec un remplissage uni">
                <a:extLst>
                  <a:ext uri="{FF2B5EF4-FFF2-40B4-BE49-F238E27FC236}">
                    <a16:creationId xmlns:a16="http://schemas.microsoft.com/office/drawing/2014/main" id="{2E878252-85B9-4450-9376-6A0AE575F9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37" name="Graphique 36" descr="Deux cœurs avec un remplissage uni">
              <a:extLst>
                <a:ext uri="{FF2B5EF4-FFF2-40B4-BE49-F238E27FC236}">
                  <a16:creationId xmlns:a16="http://schemas.microsoft.com/office/drawing/2014/main" id="{A9B66C27-EAF2-4F1D-9652-65A702695E0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940553" y="5139575"/>
              <a:ext cx="188517" cy="188517"/>
            </a:xfrm>
            <a:prstGeom prst="rect">
              <a:avLst/>
            </a:prstGeom>
          </p:spPr>
        </p:pic>
      </p:grpSp>
      <p:sp>
        <p:nvSpPr>
          <p:cNvPr id="77" name="Rectangle 76">
            <a:extLst>
              <a:ext uri="{FF2B5EF4-FFF2-40B4-BE49-F238E27FC236}">
                <a16:creationId xmlns:a16="http://schemas.microsoft.com/office/drawing/2014/main" id="{C520C5A8-BA9C-4E8E-8A9B-94FCE04AAF62}"/>
              </a:ext>
            </a:extLst>
          </p:cNvPr>
          <p:cNvSpPr/>
          <p:nvPr/>
        </p:nvSpPr>
        <p:spPr>
          <a:xfrm>
            <a:off x="1115568" y="5425436"/>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What people expect</a:t>
            </a:r>
          </a:p>
        </p:txBody>
      </p:sp>
      <p:sp>
        <p:nvSpPr>
          <p:cNvPr id="78" name="Rectangle 77">
            <a:extLst>
              <a:ext uri="{FF2B5EF4-FFF2-40B4-BE49-F238E27FC236}">
                <a16:creationId xmlns:a16="http://schemas.microsoft.com/office/drawing/2014/main" id="{B6EBD810-1B16-4BA7-97A7-861155A604AA}"/>
              </a:ext>
            </a:extLst>
          </p:cNvPr>
          <p:cNvSpPr/>
          <p:nvPr/>
        </p:nvSpPr>
        <p:spPr>
          <a:xfrm>
            <a:off x="1103489" y="6185891"/>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800" dirty="0">
                <a:solidFill>
                  <a:schemeClr val="tx1"/>
                </a:solidFill>
              </a:rPr>
              <a:t>What your community can provide</a:t>
            </a:r>
          </a:p>
        </p:txBody>
      </p:sp>
    </p:spTree>
    <p:extLst>
      <p:ext uri="{BB962C8B-B14F-4D97-AF65-F5344CB8AC3E}">
        <p14:creationId xmlns:p14="http://schemas.microsoft.com/office/powerpoint/2010/main" val="866406455"/>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P9</a:t>
            </a:r>
            <a:br>
              <a:rPr lang="en-US" dirty="0"/>
            </a:br>
            <a:r>
              <a:rPr lang="en-US" dirty="0"/>
              <a:t>Represent your Engagement Target (copy paste for numbers)</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160" name="Groupe 159">
            <a:extLst>
              <a:ext uri="{FF2B5EF4-FFF2-40B4-BE49-F238E27FC236}">
                <a16:creationId xmlns:a16="http://schemas.microsoft.com/office/drawing/2014/main" id="{736C572B-567C-4397-A699-9FEA22E5E318}"/>
              </a:ext>
            </a:extLst>
          </p:cNvPr>
          <p:cNvGrpSpPr/>
          <p:nvPr/>
        </p:nvGrpSpPr>
        <p:grpSpPr>
          <a:xfrm>
            <a:off x="11004213" y="4521301"/>
            <a:ext cx="571654" cy="571654"/>
            <a:chOff x="9249702" y="4886325"/>
            <a:chExt cx="485775" cy="485775"/>
          </a:xfrm>
        </p:grpSpPr>
        <p:sp>
          <p:nvSpPr>
            <p:cNvPr id="161" name="Ellipse 160">
              <a:extLst>
                <a:ext uri="{FF2B5EF4-FFF2-40B4-BE49-F238E27FC236}">
                  <a16:creationId xmlns:a16="http://schemas.microsoft.com/office/drawing/2014/main" id="{A8D629A9-74B2-4C52-A084-67CF559186C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2" name="Graphique 161" descr="Utilisateur avec un remplissage uni">
              <a:extLst>
                <a:ext uri="{FF2B5EF4-FFF2-40B4-BE49-F238E27FC236}">
                  <a16:creationId xmlns:a16="http://schemas.microsoft.com/office/drawing/2014/main" id="{92B90842-4137-4F31-BEF0-DE16A8793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173" name="Accolade ouvrante 172">
            <a:extLst>
              <a:ext uri="{FF2B5EF4-FFF2-40B4-BE49-F238E27FC236}">
                <a16:creationId xmlns:a16="http://schemas.microsoft.com/office/drawing/2014/main" id="{ED7D45EC-65A1-496E-92B2-04F42E07EAA2}"/>
              </a:ext>
            </a:extLst>
          </p:cNvPr>
          <p:cNvSpPr/>
          <p:nvPr/>
        </p:nvSpPr>
        <p:spPr>
          <a:xfrm rot="16200000">
            <a:off x="10746718" y="5501142"/>
            <a:ext cx="400185" cy="16973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9" name="Groupe 78">
            <a:extLst>
              <a:ext uri="{FF2B5EF4-FFF2-40B4-BE49-F238E27FC236}">
                <a16:creationId xmlns:a16="http://schemas.microsoft.com/office/drawing/2014/main" id="{28919D13-2D1A-4F4C-AB18-02EE01875942}"/>
              </a:ext>
            </a:extLst>
          </p:cNvPr>
          <p:cNvGrpSpPr/>
          <p:nvPr/>
        </p:nvGrpSpPr>
        <p:grpSpPr>
          <a:xfrm>
            <a:off x="7228154" y="4404607"/>
            <a:ext cx="667207" cy="667207"/>
            <a:chOff x="9249702" y="4886325"/>
            <a:chExt cx="485775" cy="485775"/>
          </a:xfrm>
        </p:grpSpPr>
        <p:sp>
          <p:nvSpPr>
            <p:cNvPr id="80" name="Ellipse 79">
              <a:extLst>
                <a:ext uri="{FF2B5EF4-FFF2-40B4-BE49-F238E27FC236}">
                  <a16:creationId xmlns:a16="http://schemas.microsoft.com/office/drawing/2014/main" id="{D3F9B509-7714-47CE-938A-267BC04B2F94}"/>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1" name="Graphique 80" descr="Utilisateur avec un remplissage uni">
              <a:extLst>
                <a:ext uri="{FF2B5EF4-FFF2-40B4-BE49-F238E27FC236}">
                  <a16:creationId xmlns:a16="http://schemas.microsoft.com/office/drawing/2014/main" id="{813991A9-086C-4842-8C96-83239D5AA15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3" name="Groupe 142">
            <a:extLst>
              <a:ext uri="{FF2B5EF4-FFF2-40B4-BE49-F238E27FC236}">
                <a16:creationId xmlns:a16="http://schemas.microsoft.com/office/drawing/2014/main" id="{17903D87-9F1D-47F8-A7A4-FCF7C90D52F0}"/>
              </a:ext>
            </a:extLst>
          </p:cNvPr>
          <p:cNvGrpSpPr/>
          <p:nvPr/>
        </p:nvGrpSpPr>
        <p:grpSpPr>
          <a:xfrm>
            <a:off x="8567647" y="4174570"/>
            <a:ext cx="667207" cy="667207"/>
            <a:chOff x="9249702" y="4886325"/>
            <a:chExt cx="485775" cy="485775"/>
          </a:xfrm>
        </p:grpSpPr>
        <p:sp>
          <p:nvSpPr>
            <p:cNvPr id="144" name="Ellipse 143">
              <a:extLst>
                <a:ext uri="{FF2B5EF4-FFF2-40B4-BE49-F238E27FC236}">
                  <a16:creationId xmlns:a16="http://schemas.microsoft.com/office/drawing/2014/main" id="{089ABF08-1508-4245-B09D-ED805DF7BB1A}"/>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5" name="Graphique 144" descr="Utilisateur avec un remplissage uni">
              <a:extLst>
                <a:ext uri="{FF2B5EF4-FFF2-40B4-BE49-F238E27FC236}">
                  <a16:creationId xmlns:a16="http://schemas.microsoft.com/office/drawing/2014/main" id="{6FEFA08B-CACA-48CF-8285-BB77B8AFA94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2" name="Groupe 71">
            <a:extLst>
              <a:ext uri="{FF2B5EF4-FFF2-40B4-BE49-F238E27FC236}">
                <a16:creationId xmlns:a16="http://schemas.microsoft.com/office/drawing/2014/main" id="{6C945191-4796-4496-8A80-F6F1C0481EE2}"/>
              </a:ext>
            </a:extLst>
          </p:cNvPr>
          <p:cNvGrpSpPr/>
          <p:nvPr/>
        </p:nvGrpSpPr>
        <p:grpSpPr>
          <a:xfrm>
            <a:off x="5883740" y="4480335"/>
            <a:ext cx="667207" cy="667207"/>
            <a:chOff x="9249702" y="4886325"/>
            <a:chExt cx="485775" cy="485775"/>
          </a:xfrm>
        </p:grpSpPr>
        <p:sp>
          <p:nvSpPr>
            <p:cNvPr id="73" name="Ellipse 72">
              <a:extLst>
                <a:ext uri="{FF2B5EF4-FFF2-40B4-BE49-F238E27FC236}">
                  <a16:creationId xmlns:a16="http://schemas.microsoft.com/office/drawing/2014/main" id="{F76161CD-0012-41A1-83B0-239F53DFF7BA}"/>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Graphique 73" descr="Utilisateur avec un remplissage uni">
              <a:extLst>
                <a:ext uri="{FF2B5EF4-FFF2-40B4-BE49-F238E27FC236}">
                  <a16:creationId xmlns:a16="http://schemas.microsoft.com/office/drawing/2014/main" id="{E022C584-2F14-40B5-B50C-5EE1A53C71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75" name="Graphique 74" descr="Utilisateur avec un remplissage uni">
            <a:extLst>
              <a:ext uri="{FF2B5EF4-FFF2-40B4-BE49-F238E27FC236}">
                <a16:creationId xmlns:a16="http://schemas.microsoft.com/office/drawing/2014/main" id="{BA93C0D0-4AB0-413A-9B01-3872AD0BE46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63561" y="4488434"/>
            <a:ext cx="235652" cy="249776"/>
          </a:xfrm>
          <a:prstGeom prst="rect">
            <a:avLst/>
          </a:prstGeom>
        </p:spPr>
      </p:pic>
      <p:grpSp>
        <p:nvGrpSpPr>
          <p:cNvPr id="76" name="Groupe 75">
            <a:extLst>
              <a:ext uri="{FF2B5EF4-FFF2-40B4-BE49-F238E27FC236}">
                <a16:creationId xmlns:a16="http://schemas.microsoft.com/office/drawing/2014/main" id="{6768C3FF-8232-4BC1-B3D2-67331C642AAB}"/>
              </a:ext>
            </a:extLst>
          </p:cNvPr>
          <p:cNvGrpSpPr/>
          <p:nvPr/>
        </p:nvGrpSpPr>
        <p:grpSpPr>
          <a:xfrm>
            <a:off x="2501718" y="4408044"/>
            <a:ext cx="527245" cy="527245"/>
            <a:chOff x="9249702" y="4886325"/>
            <a:chExt cx="485775" cy="485775"/>
          </a:xfrm>
        </p:grpSpPr>
        <p:sp>
          <p:nvSpPr>
            <p:cNvPr id="77" name="Ellipse 76">
              <a:extLst>
                <a:ext uri="{FF2B5EF4-FFF2-40B4-BE49-F238E27FC236}">
                  <a16:creationId xmlns:a16="http://schemas.microsoft.com/office/drawing/2014/main" id="{0F81B047-DB3E-4B81-8064-1CA13D7CD486}"/>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Utilisateur avec un remplissage uni">
              <a:extLst>
                <a:ext uri="{FF2B5EF4-FFF2-40B4-BE49-F238E27FC236}">
                  <a16:creationId xmlns:a16="http://schemas.microsoft.com/office/drawing/2014/main" id="{88FCAD2E-C3B1-405A-A3D1-F81D24A2A3D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84" name="Groupe 83">
            <a:extLst>
              <a:ext uri="{FF2B5EF4-FFF2-40B4-BE49-F238E27FC236}">
                <a16:creationId xmlns:a16="http://schemas.microsoft.com/office/drawing/2014/main" id="{BAD731BE-A64C-45FF-B8C2-6F1B54CB1DCC}"/>
              </a:ext>
            </a:extLst>
          </p:cNvPr>
          <p:cNvGrpSpPr/>
          <p:nvPr/>
        </p:nvGrpSpPr>
        <p:grpSpPr>
          <a:xfrm>
            <a:off x="3698652" y="4455101"/>
            <a:ext cx="667207" cy="667207"/>
            <a:chOff x="9249702" y="4886325"/>
            <a:chExt cx="485775" cy="485775"/>
          </a:xfrm>
        </p:grpSpPr>
        <p:sp>
          <p:nvSpPr>
            <p:cNvPr id="85" name="Ellipse 84">
              <a:extLst>
                <a:ext uri="{FF2B5EF4-FFF2-40B4-BE49-F238E27FC236}">
                  <a16:creationId xmlns:a16="http://schemas.microsoft.com/office/drawing/2014/main" id="{459C006E-34DF-4506-A875-9BE8BB7CB3BB}"/>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6" name="Graphique 85" descr="Utilisateur avec un remplissage uni">
              <a:extLst>
                <a:ext uri="{FF2B5EF4-FFF2-40B4-BE49-F238E27FC236}">
                  <a16:creationId xmlns:a16="http://schemas.microsoft.com/office/drawing/2014/main" id="{6764742C-F594-4F2C-91AE-5EEF22D1EE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88" name="Rectangle 87">
            <a:extLst>
              <a:ext uri="{FF2B5EF4-FFF2-40B4-BE49-F238E27FC236}">
                <a16:creationId xmlns:a16="http://schemas.microsoft.com/office/drawing/2014/main" id="{952B5AC9-EFBA-4EB9-834B-2CAD577992E3}"/>
              </a:ext>
            </a:extLst>
          </p:cNvPr>
          <p:cNvSpPr/>
          <p:nvPr/>
        </p:nvSpPr>
        <p:spPr>
          <a:xfrm>
            <a:off x="1115567" y="215114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89" name="Rectangle 88">
            <a:extLst>
              <a:ext uri="{FF2B5EF4-FFF2-40B4-BE49-F238E27FC236}">
                <a16:creationId xmlns:a16="http://schemas.microsoft.com/office/drawing/2014/main" id="{B0B7B3B4-55D0-4737-B96D-B4E495E6CE73}"/>
              </a:ext>
            </a:extLst>
          </p:cNvPr>
          <p:cNvSpPr/>
          <p:nvPr/>
        </p:nvSpPr>
        <p:spPr>
          <a:xfrm>
            <a:off x="2605778" y="2160316"/>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0" name="Rectangle 89">
            <a:extLst>
              <a:ext uri="{FF2B5EF4-FFF2-40B4-BE49-F238E27FC236}">
                <a16:creationId xmlns:a16="http://schemas.microsoft.com/office/drawing/2014/main" id="{CD9A9035-AF06-4D0C-8FB2-A4FFE63947D5}"/>
              </a:ext>
            </a:extLst>
          </p:cNvPr>
          <p:cNvSpPr/>
          <p:nvPr/>
        </p:nvSpPr>
        <p:spPr>
          <a:xfrm>
            <a:off x="4315670" y="2129772"/>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1" name="Rectangle 90">
            <a:extLst>
              <a:ext uri="{FF2B5EF4-FFF2-40B4-BE49-F238E27FC236}">
                <a16:creationId xmlns:a16="http://schemas.microsoft.com/office/drawing/2014/main" id="{564490DD-E777-465F-93DC-D327BECAE195}"/>
              </a:ext>
            </a:extLst>
          </p:cNvPr>
          <p:cNvSpPr/>
          <p:nvPr/>
        </p:nvSpPr>
        <p:spPr>
          <a:xfrm>
            <a:off x="5805881" y="213893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2" name="Rectangle 91">
            <a:extLst>
              <a:ext uri="{FF2B5EF4-FFF2-40B4-BE49-F238E27FC236}">
                <a16:creationId xmlns:a16="http://schemas.microsoft.com/office/drawing/2014/main" id="{7FE4D590-BEF0-4524-B5CF-37A65830E898}"/>
              </a:ext>
            </a:extLst>
          </p:cNvPr>
          <p:cNvSpPr/>
          <p:nvPr/>
        </p:nvSpPr>
        <p:spPr>
          <a:xfrm>
            <a:off x="7461115" y="216410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3" name="Rectangle 92">
            <a:extLst>
              <a:ext uri="{FF2B5EF4-FFF2-40B4-BE49-F238E27FC236}">
                <a16:creationId xmlns:a16="http://schemas.microsoft.com/office/drawing/2014/main" id="{092C2208-07E0-49BC-BD7A-EBECECD4AFDE}"/>
              </a:ext>
            </a:extLst>
          </p:cNvPr>
          <p:cNvSpPr/>
          <p:nvPr/>
        </p:nvSpPr>
        <p:spPr>
          <a:xfrm>
            <a:off x="8951326" y="2173268"/>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4" name="Rectangle 93">
            <a:extLst>
              <a:ext uri="{FF2B5EF4-FFF2-40B4-BE49-F238E27FC236}">
                <a16:creationId xmlns:a16="http://schemas.microsoft.com/office/drawing/2014/main" id="{AEC08758-E9C3-4F04-A487-B011A401F3ED}"/>
              </a:ext>
            </a:extLst>
          </p:cNvPr>
          <p:cNvSpPr/>
          <p:nvPr/>
        </p:nvSpPr>
        <p:spPr>
          <a:xfrm>
            <a:off x="10661218" y="214272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6" name="Rectangle 95">
            <a:extLst>
              <a:ext uri="{FF2B5EF4-FFF2-40B4-BE49-F238E27FC236}">
                <a16:creationId xmlns:a16="http://schemas.microsoft.com/office/drawing/2014/main" id="{23F14420-3BA1-4CAF-B063-A16C7E4E7843}"/>
              </a:ext>
            </a:extLst>
          </p:cNvPr>
          <p:cNvSpPr/>
          <p:nvPr/>
        </p:nvSpPr>
        <p:spPr>
          <a:xfrm>
            <a:off x="10240613" y="6505628"/>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Range Name</a:t>
            </a:r>
          </a:p>
        </p:txBody>
      </p:sp>
    </p:spTree>
    <p:extLst>
      <p:ext uri="{BB962C8B-B14F-4D97-AF65-F5344CB8AC3E}">
        <p14:creationId xmlns:p14="http://schemas.microsoft.com/office/powerpoint/2010/main" val="4129325646"/>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P10</a:t>
            </a:r>
            <a:br>
              <a:rPr lang="en-US" dirty="0"/>
            </a:br>
            <a:r>
              <a:rPr lang="en-US" dirty="0"/>
              <a:t>Identify your engagement Rear walls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277267"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543054"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3940341"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374419"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833970"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413293"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8810580"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244658"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grpSp>
        <p:nvGrpSpPr>
          <p:cNvPr id="3" name="Groupe 2">
            <a:extLst>
              <a:ext uri="{FF2B5EF4-FFF2-40B4-BE49-F238E27FC236}">
                <a16:creationId xmlns:a16="http://schemas.microsoft.com/office/drawing/2014/main" id="{ECE46FCA-8A91-4BBE-8E8F-A600316BA41A}"/>
              </a:ext>
            </a:extLst>
          </p:cNvPr>
          <p:cNvGrpSpPr/>
          <p:nvPr/>
        </p:nvGrpSpPr>
        <p:grpSpPr>
          <a:xfrm>
            <a:off x="1646964" y="3687849"/>
            <a:ext cx="589432" cy="2207871"/>
            <a:chOff x="4549190" y="4633585"/>
            <a:chExt cx="589432" cy="2207871"/>
          </a:xfrm>
        </p:grpSpPr>
        <p:pic>
          <p:nvPicPr>
            <p:cNvPr id="40" name="Graphique 39" descr="Mur de briques avec un remplissage uni">
              <a:extLst>
                <a:ext uri="{FF2B5EF4-FFF2-40B4-BE49-F238E27FC236}">
                  <a16:creationId xmlns:a16="http://schemas.microsoft.com/office/drawing/2014/main" id="{FB2260F6-B4B1-4F1E-883E-EF27A1751B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2" name="Graphique 41" descr="Mur de briques avec un remplissage uni">
              <a:extLst>
                <a:ext uri="{FF2B5EF4-FFF2-40B4-BE49-F238E27FC236}">
                  <a16:creationId xmlns:a16="http://schemas.microsoft.com/office/drawing/2014/main" id="{A56ECE07-E4BC-4B80-81E0-92F5A82BE3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43" name="Graphique 42" descr="Mur de briques avec un remplissage uni">
              <a:extLst>
                <a:ext uri="{FF2B5EF4-FFF2-40B4-BE49-F238E27FC236}">
                  <a16:creationId xmlns:a16="http://schemas.microsoft.com/office/drawing/2014/main" id="{33A22896-BCFF-447D-8837-A2E4083D5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44" name="Graphique 43" descr="Mur de briques avec un remplissage uni">
              <a:extLst>
                <a:ext uri="{FF2B5EF4-FFF2-40B4-BE49-F238E27FC236}">
                  <a16:creationId xmlns:a16="http://schemas.microsoft.com/office/drawing/2014/main" id="{7C403915-B39C-4AA1-A28D-0D45A51882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45" name="Graphique 44" descr="Mur de briques avec un remplissage uni">
              <a:extLst>
                <a:ext uri="{FF2B5EF4-FFF2-40B4-BE49-F238E27FC236}">
                  <a16:creationId xmlns:a16="http://schemas.microsoft.com/office/drawing/2014/main" id="{343C5BF3-15F7-4426-8698-D15B25A61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46" name="Graphique 45" descr="Mur de briques avec un remplissage uni">
              <a:extLst>
                <a:ext uri="{FF2B5EF4-FFF2-40B4-BE49-F238E27FC236}">
                  <a16:creationId xmlns:a16="http://schemas.microsoft.com/office/drawing/2014/main" id="{F4B0E6F7-7CAF-4DD5-9EF5-27EC75E959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47" name="Groupe 46">
            <a:extLst>
              <a:ext uri="{FF2B5EF4-FFF2-40B4-BE49-F238E27FC236}">
                <a16:creationId xmlns:a16="http://schemas.microsoft.com/office/drawing/2014/main" id="{371670B8-4C8C-455C-B1AE-018430D4BFAF}"/>
              </a:ext>
            </a:extLst>
          </p:cNvPr>
          <p:cNvGrpSpPr/>
          <p:nvPr/>
        </p:nvGrpSpPr>
        <p:grpSpPr>
          <a:xfrm>
            <a:off x="3227418" y="3687849"/>
            <a:ext cx="589432" cy="2207871"/>
            <a:chOff x="4549190" y="4633585"/>
            <a:chExt cx="589432" cy="2207871"/>
          </a:xfrm>
        </p:grpSpPr>
        <p:pic>
          <p:nvPicPr>
            <p:cNvPr id="48" name="Graphique 47" descr="Mur de briques avec un remplissage uni">
              <a:extLst>
                <a:ext uri="{FF2B5EF4-FFF2-40B4-BE49-F238E27FC236}">
                  <a16:creationId xmlns:a16="http://schemas.microsoft.com/office/drawing/2014/main" id="{EF6BD225-6760-4128-B962-5A62288757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9" name="Graphique 48" descr="Mur de briques avec un remplissage uni">
              <a:extLst>
                <a:ext uri="{FF2B5EF4-FFF2-40B4-BE49-F238E27FC236}">
                  <a16:creationId xmlns:a16="http://schemas.microsoft.com/office/drawing/2014/main" id="{7A92BB50-3802-4E86-9911-7EEC04D312D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0" name="Graphique 49" descr="Mur de briques avec un remplissage uni">
              <a:extLst>
                <a:ext uri="{FF2B5EF4-FFF2-40B4-BE49-F238E27FC236}">
                  <a16:creationId xmlns:a16="http://schemas.microsoft.com/office/drawing/2014/main" id="{D3F5DA60-B1EF-476D-88A0-7A792F0989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1" name="Graphique 50" descr="Mur de briques avec un remplissage uni">
              <a:extLst>
                <a:ext uri="{FF2B5EF4-FFF2-40B4-BE49-F238E27FC236}">
                  <a16:creationId xmlns:a16="http://schemas.microsoft.com/office/drawing/2014/main" id="{BD603662-8A72-4C0C-A2EB-91F1455FBB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2" name="Graphique 51" descr="Mur de briques avec un remplissage uni">
              <a:extLst>
                <a:ext uri="{FF2B5EF4-FFF2-40B4-BE49-F238E27FC236}">
                  <a16:creationId xmlns:a16="http://schemas.microsoft.com/office/drawing/2014/main" id="{4999C97D-C509-45FF-9E30-52CC3021539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53" name="Graphique 52" descr="Mur de briques avec un remplissage uni">
              <a:extLst>
                <a:ext uri="{FF2B5EF4-FFF2-40B4-BE49-F238E27FC236}">
                  <a16:creationId xmlns:a16="http://schemas.microsoft.com/office/drawing/2014/main" id="{D91F80A9-ECD9-470B-9209-41B960A06E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54" name="Groupe 53">
            <a:extLst>
              <a:ext uri="{FF2B5EF4-FFF2-40B4-BE49-F238E27FC236}">
                <a16:creationId xmlns:a16="http://schemas.microsoft.com/office/drawing/2014/main" id="{3B872303-A1C2-4242-A4F9-76395DDE462E}"/>
              </a:ext>
            </a:extLst>
          </p:cNvPr>
          <p:cNvGrpSpPr/>
          <p:nvPr/>
        </p:nvGrpSpPr>
        <p:grpSpPr>
          <a:xfrm>
            <a:off x="4907717" y="3681411"/>
            <a:ext cx="589432" cy="2207871"/>
            <a:chOff x="4549190" y="4633585"/>
            <a:chExt cx="589432" cy="2207871"/>
          </a:xfrm>
        </p:grpSpPr>
        <p:pic>
          <p:nvPicPr>
            <p:cNvPr id="55" name="Graphique 54" descr="Mur de briques avec un remplissage uni">
              <a:extLst>
                <a:ext uri="{FF2B5EF4-FFF2-40B4-BE49-F238E27FC236}">
                  <a16:creationId xmlns:a16="http://schemas.microsoft.com/office/drawing/2014/main" id="{82C4ECB9-0BF7-447B-97D6-7E0E3BE100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56" name="Graphique 55" descr="Mur de briques avec un remplissage uni">
              <a:extLst>
                <a:ext uri="{FF2B5EF4-FFF2-40B4-BE49-F238E27FC236}">
                  <a16:creationId xmlns:a16="http://schemas.microsoft.com/office/drawing/2014/main" id="{62D948DE-7033-4C05-8C7B-CA9D070860E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7" name="Graphique 56" descr="Mur de briques avec un remplissage uni">
              <a:extLst>
                <a:ext uri="{FF2B5EF4-FFF2-40B4-BE49-F238E27FC236}">
                  <a16:creationId xmlns:a16="http://schemas.microsoft.com/office/drawing/2014/main" id="{B0B5D4DD-A40A-4C88-ACF0-E27EF9C2D6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8" name="Graphique 57" descr="Mur de briques avec un remplissage uni">
              <a:extLst>
                <a:ext uri="{FF2B5EF4-FFF2-40B4-BE49-F238E27FC236}">
                  <a16:creationId xmlns:a16="http://schemas.microsoft.com/office/drawing/2014/main" id="{4F5724BD-1CCF-40BD-A5ED-B646359FD3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9" name="Graphique 58" descr="Mur de briques avec un remplissage uni">
              <a:extLst>
                <a:ext uri="{FF2B5EF4-FFF2-40B4-BE49-F238E27FC236}">
                  <a16:creationId xmlns:a16="http://schemas.microsoft.com/office/drawing/2014/main" id="{8A1F6869-3F3F-4B8B-B5FF-7FB5D24520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0" name="Graphique 59" descr="Mur de briques avec un remplissage uni">
              <a:extLst>
                <a:ext uri="{FF2B5EF4-FFF2-40B4-BE49-F238E27FC236}">
                  <a16:creationId xmlns:a16="http://schemas.microsoft.com/office/drawing/2014/main" id="{F785B0F1-3C4E-4D8B-AC1C-D827F75CFA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1" name="Groupe 60">
            <a:extLst>
              <a:ext uri="{FF2B5EF4-FFF2-40B4-BE49-F238E27FC236}">
                <a16:creationId xmlns:a16="http://schemas.microsoft.com/office/drawing/2014/main" id="{0154EDE2-155E-47B1-8892-7557F100108C}"/>
              </a:ext>
            </a:extLst>
          </p:cNvPr>
          <p:cNvGrpSpPr/>
          <p:nvPr/>
        </p:nvGrpSpPr>
        <p:grpSpPr>
          <a:xfrm>
            <a:off x="6488171" y="3681411"/>
            <a:ext cx="589432" cy="2207871"/>
            <a:chOff x="4549190" y="4633585"/>
            <a:chExt cx="589432" cy="2207871"/>
          </a:xfrm>
        </p:grpSpPr>
        <p:pic>
          <p:nvPicPr>
            <p:cNvPr id="62" name="Graphique 61" descr="Mur de briques avec un remplissage uni">
              <a:extLst>
                <a:ext uri="{FF2B5EF4-FFF2-40B4-BE49-F238E27FC236}">
                  <a16:creationId xmlns:a16="http://schemas.microsoft.com/office/drawing/2014/main" id="{C29037B8-D8B3-4B98-A7F8-F57105A5E6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63" name="Graphique 62" descr="Mur de briques avec un remplissage uni">
              <a:extLst>
                <a:ext uri="{FF2B5EF4-FFF2-40B4-BE49-F238E27FC236}">
                  <a16:creationId xmlns:a16="http://schemas.microsoft.com/office/drawing/2014/main" id="{788DBC55-D097-41E6-AD50-EFDF8686876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64" name="Graphique 63" descr="Mur de briques avec un remplissage uni">
              <a:extLst>
                <a:ext uri="{FF2B5EF4-FFF2-40B4-BE49-F238E27FC236}">
                  <a16:creationId xmlns:a16="http://schemas.microsoft.com/office/drawing/2014/main" id="{4341252D-2729-4CD0-8FCE-116197D920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65" name="Graphique 64" descr="Mur de briques avec un remplissage uni">
              <a:extLst>
                <a:ext uri="{FF2B5EF4-FFF2-40B4-BE49-F238E27FC236}">
                  <a16:creationId xmlns:a16="http://schemas.microsoft.com/office/drawing/2014/main" id="{E91753ED-716B-458C-9E04-E9F356FB3B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66" name="Graphique 65" descr="Mur de briques avec un remplissage uni">
              <a:extLst>
                <a:ext uri="{FF2B5EF4-FFF2-40B4-BE49-F238E27FC236}">
                  <a16:creationId xmlns:a16="http://schemas.microsoft.com/office/drawing/2014/main" id="{2FA39551-9F78-4791-B3F5-559C2619C1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7" name="Graphique 66" descr="Mur de briques avec un remplissage uni">
              <a:extLst>
                <a:ext uri="{FF2B5EF4-FFF2-40B4-BE49-F238E27FC236}">
                  <a16:creationId xmlns:a16="http://schemas.microsoft.com/office/drawing/2014/main" id="{497736D9-EB61-4E0F-90FD-EBD3C7535E2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8" name="Groupe 67">
            <a:extLst>
              <a:ext uri="{FF2B5EF4-FFF2-40B4-BE49-F238E27FC236}">
                <a16:creationId xmlns:a16="http://schemas.microsoft.com/office/drawing/2014/main" id="{089B7CE2-8FB5-4507-9CC7-4DCD964AD42A}"/>
              </a:ext>
            </a:extLst>
          </p:cNvPr>
          <p:cNvGrpSpPr/>
          <p:nvPr/>
        </p:nvGrpSpPr>
        <p:grpSpPr>
          <a:xfrm>
            <a:off x="8168470" y="3672022"/>
            <a:ext cx="589432" cy="2207871"/>
            <a:chOff x="4549190" y="4633585"/>
            <a:chExt cx="589432" cy="2207871"/>
          </a:xfrm>
        </p:grpSpPr>
        <p:pic>
          <p:nvPicPr>
            <p:cNvPr id="69" name="Graphique 68" descr="Mur de briques avec un remplissage uni">
              <a:extLst>
                <a:ext uri="{FF2B5EF4-FFF2-40B4-BE49-F238E27FC236}">
                  <a16:creationId xmlns:a16="http://schemas.microsoft.com/office/drawing/2014/main" id="{AE3FEE25-158E-4CA9-BE95-304EC5AD06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70" name="Graphique 69" descr="Mur de briques avec un remplissage uni">
              <a:extLst>
                <a:ext uri="{FF2B5EF4-FFF2-40B4-BE49-F238E27FC236}">
                  <a16:creationId xmlns:a16="http://schemas.microsoft.com/office/drawing/2014/main" id="{6D19FBA9-B245-4F35-A2D5-B3C97BA9E3E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71" name="Graphique 70" descr="Mur de briques avec un remplissage uni">
              <a:extLst>
                <a:ext uri="{FF2B5EF4-FFF2-40B4-BE49-F238E27FC236}">
                  <a16:creationId xmlns:a16="http://schemas.microsoft.com/office/drawing/2014/main" id="{41609B30-A320-4C38-8492-93B83D278D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82" name="Graphique 81" descr="Mur de briques avec un remplissage uni">
              <a:extLst>
                <a:ext uri="{FF2B5EF4-FFF2-40B4-BE49-F238E27FC236}">
                  <a16:creationId xmlns:a16="http://schemas.microsoft.com/office/drawing/2014/main" id="{1AF3333C-1B2B-45DA-8654-934A7E0A983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83" name="Graphique 82" descr="Mur de briques avec un remplissage uni">
              <a:extLst>
                <a:ext uri="{FF2B5EF4-FFF2-40B4-BE49-F238E27FC236}">
                  <a16:creationId xmlns:a16="http://schemas.microsoft.com/office/drawing/2014/main" id="{343C2AAC-EBDA-4AA5-8A94-A7FF2E3A71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87" name="Graphique 86" descr="Mur de briques avec un remplissage uni">
              <a:extLst>
                <a:ext uri="{FF2B5EF4-FFF2-40B4-BE49-F238E27FC236}">
                  <a16:creationId xmlns:a16="http://schemas.microsoft.com/office/drawing/2014/main" id="{FBCE6C75-7D6E-4E4A-A1E9-CD53F3CFCE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95" name="Groupe 94">
            <a:extLst>
              <a:ext uri="{FF2B5EF4-FFF2-40B4-BE49-F238E27FC236}">
                <a16:creationId xmlns:a16="http://schemas.microsoft.com/office/drawing/2014/main" id="{0B37F3EC-EE38-4E1C-B180-C67CBDFD171B}"/>
              </a:ext>
            </a:extLst>
          </p:cNvPr>
          <p:cNvGrpSpPr/>
          <p:nvPr/>
        </p:nvGrpSpPr>
        <p:grpSpPr>
          <a:xfrm>
            <a:off x="9748924" y="3672022"/>
            <a:ext cx="589432" cy="2207871"/>
            <a:chOff x="4549190" y="4633585"/>
            <a:chExt cx="589432" cy="2207871"/>
          </a:xfrm>
        </p:grpSpPr>
        <p:pic>
          <p:nvPicPr>
            <p:cNvPr id="97" name="Graphique 96" descr="Mur de briques avec un remplissage uni">
              <a:extLst>
                <a:ext uri="{FF2B5EF4-FFF2-40B4-BE49-F238E27FC236}">
                  <a16:creationId xmlns:a16="http://schemas.microsoft.com/office/drawing/2014/main" id="{9822FAF0-1515-4DCE-8CE7-DBF72B2A7B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98" name="Graphique 97" descr="Mur de briques avec un remplissage uni">
              <a:extLst>
                <a:ext uri="{FF2B5EF4-FFF2-40B4-BE49-F238E27FC236}">
                  <a16:creationId xmlns:a16="http://schemas.microsoft.com/office/drawing/2014/main" id="{D35CA215-CA0E-4E77-836D-C2099C6171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99" name="Graphique 98" descr="Mur de briques avec un remplissage uni">
              <a:extLst>
                <a:ext uri="{FF2B5EF4-FFF2-40B4-BE49-F238E27FC236}">
                  <a16:creationId xmlns:a16="http://schemas.microsoft.com/office/drawing/2014/main" id="{405BFAC2-FA4F-40E7-A271-D15CDDFA2A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0" name="Graphique 99" descr="Mur de briques avec un remplissage uni">
              <a:extLst>
                <a:ext uri="{FF2B5EF4-FFF2-40B4-BE49-F238E27FC236}">
                  <a16:creationId xmlns:a16="http://schemas.microsoft.com/office/drawing/2014/main" id="{7B5CB492-4E6D-4AEF-89CA-616BC9187CA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1" name="Graphique 100" descr="Mur de briques avec un remplissage uni">
              <a:extLst>
                <a:ext uri="{FF2B5EF4-FFF2-40B4-BE49-F238E27FC236}">
                  <a16:creationId xmlns:a16="http://schemas.microsoft.com/office/drawing/2014/main" id="{D2D64D62-7BCB-4844-A29E-65B55F7285F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2" name="Graphique 101" descr="Mur de briques avec un remplissage uni">
              <a:extLst>
                <a:ext uri="{FF2B5EF4-FFF2-40B4-BE49-F238E27FC236}">
                  <a16:creationId xmlns:a16="http://schemas.microsoft.com/office/drawing/2014/main" id="{2277FE00-E442-4CF7-8C6B-09B55D5BFF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103" name="Groupe 102">
            <a:extLst>
              <a:ext uri="{FF2B5EF4-FFF2-40B4-BE49-F238E27FC236}">
                <a16:creationId xmlns:a16="http://schemas.microsoft.com/office/drawing/2014/main" id="{29D1985A-4456-48A0-AFB2-297F66DD9B87}"/>
              </a:ext>
            </a:extLst>
          </p:cNvPr>
          <p:cNvGrpSpPr/>
          <p:nvPr/>
        </p:nvGrpSpPr>
        <p:grpSpPr>
          <a:xfrm>
            <a:off x="16588" y="3692982"/>
            <a:ext cx="589432" cy="2207871"/>
            <a:chOff x="4549190" y="4633585"/>
            <a:chExt cx="589432" cy="2207871"/>
          </a:xfrm>
        </p:grpSpPr>
        <p:pic>
          <p:nvPicPr>
            <p:cNvPr id="104" name="Graphique 103" descr="Mur de briques avec un remplissage uni">
              <a:extLst>
                <a:ext uri="{FF2B5EF4-FFF2-40B4-BE49-F238E27FC236}">
                  <a16:creationId xmlns:a16="http://schemas.microsoft.com/office/drawing/2014/main" id="{613DAF50-95FD-4816-9D82-B915A285DC9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105" name="Graphique 104" descr="Mur de briques avec un remplissage uni">
              <a:extLst>
                <a:ext uri="{FF2B5EF4-FFF2-40B4-BE49-F238E27FC236}">
                  <a16:creationId xmlns:a16="http://schemas.microsoft.com/office/drawing/2014/main" id="{19B5DFD2-2C1B-437D-B7BA-95FA99854E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106" name="Graphique 105" descr="Mur de briques avec un remplissage uni">
              <a:extLst>
                <a:ext uri="{FF2B5EF4-FFF2-40B4-BE49-F238E27FC236}">
                  <a16:creationId xmlns:a16="http://schemas.microsoft.com/office/drawing/2014/main" id="{46EE626D-9CA9-4AA4-8799-981C3C14D7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7" name="Graphique 106" descr="Mur de briques avec un remplissage uni">
              <a:extLst>
                <a:ext uri="{FF2B5EF4-FFF2-40B4-BE49-F238E27FC236}">
                  <a16:creationId xmlns:a16="http://schemas.microsoft.com/office/drawing/2014/main" id="{4DFB16B2-C026-44BF-9832-52741AC9FF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8" name="Graphique 107" descr="Mur de briques avec un remplissage uni">
              <a:extLst>
                <a:ext uri="{FF2B5EF4-FFF2-40B4-BE49-F238E27FC236}">
                  <a16:creationId xmlns:a16="http://schemas.microsoft.com/office/drawing/2014/main" id="{C3687360-6A29-408E-8A86-198623C3D0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9" name="Graphique 108" descr="Mur de briques avec un remplissage uni">
              <a:extLst>
                <a:ext uri="{FF2B5EF4-FFF2-40B4-BE49-F238E27FC236}">
                  <a16:creationId xmlns:a16="http://schemas.microsoft.com/office/drawing/2014/main" id="{33EEFF45-7646-4077-8979-537DBCD18C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sp>
        <p:nvSpPr>
          <p:cNvPr id="114" name="Rectangle 113">
            <a:extLst>
              <a:ext uri="{FF2B5EF4-FFF2-40B4-BE49-F238E27FC236}">
                <a16:creationId xmlns:a16="http://schemas.microsoft.com/office/drawing/2014/main" id="{85F510F6-3E65-45EA-8636-39AE577A2A18}"/>
              </a:ext>
            </a:extLst>
          </p:cNvPr>
          <p:cNvSpPr/>
          <p:nvPr/>
        </p:nvSpPr>
        <p:spPr>
          <a:xfrm>
            <a:off x="218993" y="38700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218993" y="451076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224513" y="520894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1865970" y="386203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1865970" y="450274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871490" y="520092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428710" y="384620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428710" y="44869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434230" y="518509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111445" y="38401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111445" y="448083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5116965" y="51790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6684592" y="38346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6684592" y="44753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690112" y="51735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386668" y="38197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386668" y="44604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392188" y="515867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9973318" y="37951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9973318" y="44358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978838" y="51340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3414345827"/>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P10</a:t>
            </a:r>
            <a:br>
              <a:rPr lang="en-US" dirty="0"/>
            </a:br>
            <a:r>
              <a:rPr lang="en-US" dirty="0"/>
              <a:t>Identify your engagement Front walls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grpSp>
        <p:nvGrpSpPr>
          <p:cNvPr id="3" name="Groupe 2">
            <a:extLst>
              <a:ext uri="{FF2B5EF4-FFF2-40B4-BE49-F238E27FC236}">
                <a16:creationId xmlns:a16="http://schemas.microsoft.com/office/drawing/2014/main" id="{ECE46FCA-8A91-4BBE-8E8F-A600316BA41A}"/>
              </a:ext>
            </a:extLst>
          </p:cNvPr>
          <p:cNvGrpSpPr/>
          <p:nvPr/>
        </p:nvGrpSpPr>
        <p:grpSpPr>
          <a:xfrm>
            <a:off x="1994832" y="3687849"/>
            <a:ext cx="589432" cy="2207871"/>
            <a:chOff x="4549190" y="4633585"/>
            <a:chExt cx="589432" cy="2207871"/>
          </a:xfrm>
        </p:grpSpPr>
        <p:pic>
          <p:nvPicPr>
            <p:cNvPr id="40" name="Graphique 39" descr="Mur de briques avec un remplissage uni">
              <a:extLst>
                <a:ext uri="{FF2B5EF4-FFF2-40B4-BE49-F238E27FC236}">
                  <a16:creationId xmlns:a16="http://schemas.microsoft.com/office/drawing/2014/main" id="{FB2260F6-B4B1-4F1E-883E-EF27A1751B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2" name="Graphique 41" descr="Mur de briques avec un remplissage uni">
              <a:extLst>
                <a:ext uri="{FF2B5EF4-FFF2-40B4-BE49-F238E27FC236}">
                  <a16:creationId xmlns:a16="http://schemas.microsoft.com/office/drawing/2014/main" id="{A56ECE07-E4BC-4B80-81E0-92F5A82BE3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43" name="Graphique 42" descr="Mur de briques avec un remplissage uni">
              <a:extLst>
                <a:ext uri="{FF2B5EF4-FFF2-40B4-BE49-F238E27FC236}">
                  <a16:creationId xmlns:a16="http://schemas.microsoft.com/office/drawing/2014/main" id="{33A22896-BCFF-447D-8837-A2E4083D5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44" name="Graphique 43" descr="Mur de briques avec un remplissage uni">
              <a:extLst>
                <a:ext uri="{FF2B5EF4-FFF2-40B4-BE49-F238E27FC236}">
                  <a16:creationId xmlns:a16="http://schemas.microsoft.com/office/drawing/2014/main" id="{7C403915-B39C-4AA1-A28D-0D45A51882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45" name="Graphique 44" descr="Mur de briques avec un remplissage uni">
              <a:extLst>
                <a:ext uri="{FF2B5EF4-FFF2-40B4-BE49-F238E27FC236}">
                  <a16:creationId xmlns:a16="http://schemas.microsoft.com/office/drawing/2014/main" id="{343C5BF3-15F7-4426-8698-D15B25A61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46" name="Graphique 45" descr="Mur de briques avec un remplissage uni">
              <a:extLst>
                <a:ext uri="{FF2B5EF4-FFF2-40B4-BE49-F238E27FC236}">
                  <a16:creationId xmlns:a16="http://schemas.microsoft.com/office/drawing/2014/main" id="{F4B0E6F7-7CAF-4DD5-9EF5-27EC75E959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47" name="Groupe 46">
            <a:extLst>
              <a:ext uri="{FF2B5EF4-FFF2-40B4-BE49-F238E27FC236}">
                <a16:creationId xmlns:a16="http://schemas.microsoft.com/office/drawing/2014/main" id="{371670B8-4C8C-455C-B1AE-018430D4BFAF}"/>
              </a:ext>
            </a:extLst>
          </p:cNvPr>
          <p:cNvGrpSpPr/>
          <p:nvPr/>
        </p:nvGrpSpPr>
        <p:grpSpPr>
          <a:xfrm>
            <a:off x="3575286" y="3687849"/>
            <a:ext cx="589432" cy="2207871"/>
            <a:chOff x="4549190" y="4633585"/>
            <a:chExt cx="589432" cy="2207871"/>
          </a:xfrm>
        </p:grpSpPr>
        <p:pic>
          <p:nvPicPr>
            <p:cNvPr id="48" name="Graphique 47" descr="Mur de briques avec un remplissage uni">
              <a:extLst>
                <a:ext uri="{FF2B5EF4-FFF2-40B4-BE49-F238E27FC236}">
                  <a16:creationId xmlns:a16="http://schemas.microsoft.com/office/drawing/2014/main" id="{EF6BD225-6760-4128-B962-5A62288757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9" name="Graphique 48" descr="Mur de briques avec un remplissage uni">
              <a:extLst>
                <a:ext uri="{FF2B5EF4-FFF2-40B4-BE49-F238E27FC236}">
                  <a16:creationId xmlns:a16="http://schemas.microsoft.com/office/drawing/2014/main" id="{7A92BB50-3802-4E86-9911-7EEC04D312D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0" name="Graphique 49" descr="Mur de briques avec un remplissage uni">
              <a:extLst>
                <a:ext uri="{FF2B5EF4-FFF2-40B4-BE49-F238E27FC236}">
                  <a16:creationId xmlns:a16="http://schemas.microsoft.com/office/drawing/2014/main" id="{D3F5DA60-B1EF-476D-88A0-7A792F0989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1" name="Graphique 50" descr="Mur de briques avec un remplissage uni">
              <a:extLst>
                <a:ext uri="{FF2B5EF4-FFF2-40B4-BE49-F238E27FC236}">
                  <a16:creationId xmlns:a16="http://schemas.microsoft.com/office/drawing/2014/main" id="{BD603662-8A72-4C0C-A2EB-91F1455FBB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2" name="Graphique 51" descr="Mur de briques avec un remplissage uni">
              <a:extLst>
                <a:ext uri="{FF2B5EF4-FFF2-40B4-BE49-F238E27FC236}">
                  <a16:creationId xmlns:a16="http://schemas.microsoft.com/office/drawing/2014/main" id="{4999C97D-C509-45FF-9E30-52CC3021539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53" name="Graphique 52" descr="Mur de briques avec un remplissage uni">
              <a:extLst>
                <a:ext uri="{FF2B5EF4-FFF2-40B4-BE49-F238E27FC236}">
                  <a16:creationId xmlns:a16="http://schemas.microsoft.com/office/drawing/2014/main" id="{D91F80A9-ECD9-470B-9209-41B960A06E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54" name="Groupe 53">
            <a:extLst>
              <a:ext uri="{FF2B5EF4-FFF2-40B4-BE49-F238E27FC236}">
                <a16:creationId xmlns:a16="http://schemas.microsoft.com/office/drawing/2014/main" id="{3B872303-A1C2-4242-A4F9-76395DDE462E}"/>
              </a:ext>
            </a:extLst>
          </p:cNvPr>
          <p:cNvGrpSpPr/>
          <p:nvPr/>
        </p:nvGrpSpPr>
        <p:grpSpPr>
          <a:xfrm>
            <a:off x="5255585" y="3681411"/>
            <a:ext cx="589432" cy="2207871"/>
            <a:chOff x="4549190" y="4633585"/>
            <a:chExt cx="589432" cy="2207871"/>
          </a:xfrm>
        </p:grpSpPr>
        <p:pic>
          <p:nvPicPr>
            <p:cNvPr id="55" name="Graphique 54" descr="Mur de briques avec un remplissage uni">
              <a:extLst>
                <a:ext uri="{FF2B5EF4-FFF2-40B4-BE49-F238E27FC236}">
                  <a16:creationId xmlns:a16="http://schemas.microsoft.com/office/drawing/2014/main" id="{82C4ECB9-0BF7-447B-97D6-7E0E3BE100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56" name="Graphique 55" descr="Mur de briques avec un remplissage uni">
              <a:extLst>
                <a:ext uri="{FF2B5EF4-FFF2-40B4-BE49-F238E27FC236}">
                  <a16:creationId xmlns:a16="http://schemas.microsoft.com/office/drawing/2014/main" id="{62D948DE-7033-4C05-8C7B-CA9D070860E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7" name="Graphique 56" descr="Mur de briques avec un remplissage uni">
              <a:extLst>
                <a:ext uri="{FF2B5EF4-FFF2-40B4-BE49-F238E27FC236}">
                  <a16:creationId xmlns:a16="http://schemas.microsoft.com/office/drawing/2014/main" id="{B0B5D4DD-A40A-4C88-ACF0-E27EF9C2D6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8" name="Graphique 57" descr="Mur de briques avec un remplissage uni">
              <a:extLst>
                <a:ext uri="{FF2B5EF4-FFF2-40B4-BE49-F238E27FC236}">
                  <a16:creationId xmlns:a16="http://schemas.microsoft.com/office/drawing/2014/main" id="{4F5724BD-1CCF-40BD-A5ED-B646359FD3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9" name="Graphique 58" descr="Mur de briques avec un remplissage uni">
              <a:extLst>
                <a:ext uri="{FF2B5EF4-FFF2-40B4-BE49-F238E27FC236}">
                  <a16:creationId xmlns:a16="http://schemas.microsoft.com/office/drawing/2014/main" id="{8A1F6869-3F3F-4B8B-B5FF-7FB5D24520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0" name="Graphique 59" descr="Mur de briques avec un remplissage uni">
              <a:extLst>
                <a:ext uri="{FF2B5EF4-FFF2-40B4-BE49-F238E27FC236}">
                  <a16:creationId xmlns:a16="http://schemas.microsoft.com/office/drawing/2014/main" id="{F785B0F1-3C4E-4D8B-AC1C-D827F75CFA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1" name="Groupe 60">
            <a:extLst>
              <a:ext uri="{FF2B5EF4-FFF2-40B4-BE49-F238E27FC236}">
                <a16:creationId xmlns:a16="http://schemas.microsoft.com/office/drawing/2014/main" id="{0154EDE2-155E-47B1-8892-7557F100108C}"/>
              </a:ext>
            </a:extLst>
          </p:cNvPr>
          <p:cNvGrpSpPr/>
          <p:nvPr/>
        </p:nvGrpSpPr>
        <p:grpSpPr>
          <a:xfrm>
            <a:off x="6836039" y="3681411"/>
            <a:ext cx="589432" cy="2207871"/>
            <a:chOff x="4549190" y="4633585"/>
            <a:chExt cx="589432" cy="2207871"/>
          </a:xfrm>
        </p:grpSpPr>
        <p:pic>
          <p:nvPicPr>
            <p:cNvPr id="62" name="Graphique 61" descr="Mur de briques avec un remplissage uni">
              <a:extLst>
                <a:ext uri="{FF2B5EF4-FFF2-40B4-BE49-F238E27FC236}">
                  <a16:creationId xmlns:a16="http://schemas.microsoft.com/office/drawing/2014/main" id="{C29037B8-D8B3-4B98-A7F8-F57105A5E6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63" name="Graphique 62" descr="Mur de briques avec un remplissage uni">
              <a:extLst>
                <a:ext uri="{FF2B5EF4-FFF2-40B4-BE49-F238E27FC236}">
                  <a16:creationId xmlns:a16="http://schemas.microsoft.com/office/drawing/2014/main" id="{788DBC55-D097-41E6-AD50-EFDF8686876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64" name="Graphique 63" descr="Mur de briques avec un remplissage uni">
              <a:extLst>
                <a:ext uri="{FF2B5EF4-FFF2-40B4-BE49-F238E27FC236}">
                  <a16:creationId xmlns:a16="http://schemas.microsoft.com/office/drawing/2014/main" id="{4341252D-2729-4CD0-8FCE-116197D920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65" name="Graphique 64" descr="Mur de briques avec un remplissage uni">
              <a:extLst>
                <a:ext uri="{FF2B5EF4-FFF2-40B4-BE49-F238E27FC236}">
                  <a16:creationId xmlns:a16="http://schemas.microsoft.com/office/drawing/2014/main" id="{E91753ED-716B-458C-9E04-E9F356FB3B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66" name="Graphique 65" descr="Mur de briques avec un remplissage uni">
              <a:extLst>
                <a:ext uri="{FF2B5EF4-FFF2-40B4-BE49-F238E27FC236}">
                  <a16:creationId xmlns:a16="http://schemas.microsoft.com/office/drawing/2014/main" id="{2FA39551-9F78-4791-B3F5-559C2619C1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7" name="Graphique 66" descr="Mur de briques avec un remplissage uni">
              <a:extLst>
                <a:ext uri="{FF2B5EF4-FFF2-40B4-BE49-F238E27FC236}">
                  <a16:creationId xmlns:a16="http://schemas.microsoft.com/office/drawing/2014/main" id="{497736D9-EB61-4E0F-90FD-EBD3C7535E2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8" name="Groupe 67">
            <a:extLst>
              <a:ext uri="{FF2B5EF4-FFF2-40B4-BE49-F238E27FC236}">
                <a16:creationId xmlns:a16="http://schemas.microsoft.com/office/drawing/2014/main" id="{089B7CE2-8FB5-4507-9CC7-4DCD964AD42A}"/>
              </a:ext>
            </a:extLst>
          </p:cNvPr>
          <p:cNvGrpSpPr/>
          <p:nvPr/>
        </p:nvGrpSpPr>
        <p:grpSpPr>
          <a:xfrm>
            <a:off x="8516338" y="3672022"/>
            <a:ext cx="589432" cy="2207871"/>
            <a:chOff x="4549190" y="4633585"/>
            <a:chExt cx="589432" cy="2207871"/>
          </a:xfrm>
        </p:grpSpPr>
        <p:pic>
          <p:nvPicPr>
            <p:cNvPr id="69" name="Graphique 68" descr="Mur de briques avec un remplissage uni">
              <a:extLst>
                <a:ext uri="{FF2B5EF4-FFF2-40B4-BE49-F238E27FC236}">
                  <a16:creationId xmlns:a16="http://schemas.microsoft.com/office/drawing/2014/main" id="{AE3FEE25-158E-4CA9-BE95-304EC5AD06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70" name="Graphique 69" descr="Mur de briques avec un remplissage uni">
              <a:extLst>
                <a:ext uri="{FF2B5EF4-FFF2-40B4-BE49-F238E27FC236}">
                  <a16:creationId xmlns:a16="http://schemas.microsoft.com/office/drawing/2014/main" id="{6D19FBA9-B245-4F35-A2D5-B3C97BA9E3E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71" name="Graphique 70" descr="Mur de briques avec un remplissage uni">
              <a:extLst>
                <a:ext uri="{FF2B5EF4-FFF2-40B4-BE49-F238E27FC236}">
                  <a16:creationId xmlns:a16="http://schemas.microsoft.com/office/drawing/2014/main" id="{41609B30-A320-4C38-8492-93B83D278D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82" name="Graphique 81" descr="Mur de briques avec un remplissage uni">
              <a:extLst>
                <a:ext uri="{FF2B5EF4-FFF2-40B4-BE49-F238E27FC236}">
                  <a16:creationId xmlns:a16="http://schemas.microsoft.com/office/drawing/2014/main" id="{1AF3333C-1B2B-45DA-8654-934A7E0A983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83" name="Graphique 82" descr="Mur de briques avec un remplissage uni">
              <a:extLst>
                <a:ext uri="{FF2B5EF4-FFF2-40B4-BE49-F238E27FC236}">
                  <a16:creationId xmlns:a16="http://schemas.microsoft.com/office/drawing/2014/main" id="{343C2AAC-EBDA-4AA5-8A94-A7FF2E3A71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87" name="Graphique 86" descr="Mur de briques avec un remplissage uni">
              <a:extLst>
                <a:ext uri="{FF2B5EF4-FFF2-40B4-BE49-F238E27FC236}">
                  <a16:creationId xmlns:a16="http://schemas.microsoft.com/office/drawing/2014/main" id="{FBCE6C75-7D6E-4E4A-A1E9-CD53F3CFCE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95" name="Groupe 94">
            <a:extLst>
              <a:ext uri="{FF2B5EF4-FFF2-40B4-BE49-F238E27FC236}">
                <a16:creationId xmlns:a16="http://schemas.microsoft.com/office/drawing/2014/main" id="{0B37F3EC-EE38-4E1C-B180-C67CBDFD171B}"/>
              </a:ext>
            </a:extLst>
          </p:cNvPr>
          <p:cNvGrpSpPr/>
          <p:nvPr/>
        </p:nvGrpSpPr>
        <p:grpSpPr>
          <a:xfrm>
            <a:off x="10096792" y="3672022"/>
            <a:ext cx="589432" cy="2207871"/>
            <a:chOff x="4549190" y="4633585"/>
            <a:chExt cx="589432" cy="2207871"/>
          </a:xfrm>
        </p:grpSpPr>
        <p:pic>
          <p:nvPicPr>
            <p:cNvPr id="97" name="Graphique 96" descr="Mur de briques avec un remplissage uni">
              <a:extLst>
                <a:ext uri="{FF2B5EF4-FFF2-40B4-BE49-F238E27FC236}">
                  <a16:creationId xmlns:a16="http://schemas.microsoft.com/office/drawing/2014/main" id="{9822FAF0-1515-4DCE-8CE7-DBF72B2A7B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98" name="Graphique 97" descr="Mur de briques avec un remplissage uni">
              <a:extLst>
                <a:ext uri="{FF2B5EF4-FFF2-40B4-BE49-F238E27FC236}">
                  <a16:creationId xmlns:a16="http://schemas.microsoft.com/office/drawing/2014/main" id="{D35CA215-CA0E-4E77-836D-C2099C6171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99" name="Graphique 98" descr="Mur de briques avec un remplissage uni">
              <a:extLst>
                <a:ext uri="{FF2B5EF4-FFF2-40B4-BE49-F238E27FC236}">
                  <a16:creationId xmlns:a16="http://schemas.microsoft.com/office/drawing/2014/main" id="{405BFAC2-FA4F-40E7-A271-D15CDDFA2A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0" name="Graphique 99" descr="Mur de briques avec un remplissage uni">
              <a:extLst>
                <a:ext uri="{FF2B5EF4-FFF2-40B4-BE49-F238E27FC236}">
                  <a16:creationId xmlns:a16="http://schemas.microsoft.com/office/drawing/2014/main" id="{7B5CB492-4E6D-4AEF-89CA-616BC9187CA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1" name="Graphique 100" descr="Mur de briques avec un remplissage uni">
              <a:extLst>
                <a:ext uri="{FF2B5EF4-FFF2-40B4-BE49-F238E27FC236}">
                  <a16:creationId xmlns:a16="http://schemas.microsoft.com/office/drawing/2014/main" id="{D2D64D62-7BCB-4844-A29E-65B55F7285F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2" name="Graphique 101" descr="Mur de briques avec un remplissage uni">
              <a:extLst>
                <a:ext uri="{FF2B5EF4-FFF2-40B4-BE49-F238E27FC236}">
                  <a16:creationId xmlns:a16="http://schemas.microsoft.com/office/drawing/2014/main" id="{2277FE00-E442-4CF7-8C6B-09B55D5BFF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103" name="Groupe 102">
            <a:extLst>
              <a:ext uri="{FF2B5EF4-FFF2-40B4-BE49-F238E27FC236}">
                <a16:creationId xmlns:a16="http://schemas.microsoft.com/office/drawing/2014/main" id="{29D1985A-4456-48A0-AFB2-297F66DD9B87}"/>
              </a:ext>
            </a:extLst>
          </p:cNvPr>
          <p:cNvGrpSpPr/>
          <p:nvPr/>
        </p:nvGrpSpPr>
        <p:grpSpPr>
          <a:xfrm>
            <a:off x="364456" y="3692982"/>
            <a:ext cx="589432" cy="2207871"/>
            <a:chOff x="4549190" y="4633585"/>
            <a:chExt cx="589432" cy="2207871"/>
          </a:xfrm>
        </p:grpSpPr>
        <p:pic>
          <p:nvPicPr>
            <p:cNvPr id="104" name="Graphique 103" descr="Mur de briques avec un remplissage uni">
              <a:extLst>
                <a:ext uri="{FF2B5EF4-FFF2-40B4-BE49-F238E27FC236}">
                  <a16:creationId xmlns:a16="http://schemas.microsoft.com/office/drawing/2014/main" id="{613DAF50-95FD-4816-9D82-B915A285DC9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105" name="Graphique 104" descr="Mur de briques avec un remplissage uni">
              <a:extLst>
                <a:ext uri="{FF2B5EF4-FFF2-40B4-BE49-F238E27FC236}">
                  <a16:creationId xmlns:a16="http://schemas.microsoft.com/office/drawing/2014/main" id="{19B5DFD2-2C1B-437D-B7BA-95FA99854E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106" name="Graphique 105" descr="Mur de briques avec un remplissage uni">
              <a:extLst>
                <a:ext uri="{FF2B5EF4-FFF2-40B4-BE49-F238E27FC236}">
                  <a16:creationId xmlns:a16="http://schemas.microsoft.com/office/drawing/2014/main" id="{46EE626D-9CA9-4AA4-8799-981C3C14D7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7" name="Graphique 106" descr="Mur de briques avec un remplissage uni">
              <a:extLst>
                <a:ext uri="{FF2B5EF4-FFF2-40B4-BE49-F238E27FC236}">
                  <a16:creationId xmlns:a16="http://schemas.microsoft.com/office/drawing/2014/main" id="{4DFB16B2-C026-44BF-9832-52741AC9FF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8" name="Graphique 107" descr="Mur de briques avec un remplissage uni">
              <a:extLst>
                <a:ext uri="{FF2B5EF4-FFF2-40B4-BE49-F238E27FC236}">
                  <a16:creationId xmlns:a16="http://schemas.microsoft.com/office/drawing/2014/main" id="{C3687360-6A29-408E-8A86-198623C3D0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9" name="Graphique 108" descr="Mur de briques avec un remplissage uni">
              <a:extLst>
                <a:ext uri="{FF2B5EF4-FFF2-40B4-BE49-F238E27FC236}">
                  <a16:creationId xmlns:a16="http://schemas.microsoft.com/office/drawing/2014/main" id="{33EEFF45-7646-4077-8979-537DBCD18C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sp>
        <p:nvSpPr>
          <p:cNvPr id="114" name="Rectangle 113">
            <a:extLst>
              <a:ext uri="{FF2B5EF4-FFF2-40B4-BE49-F238E27FC236}">
                <a16:creationId xmlns:a16="http://schemas.microsoft.com/office/drawing/2014/main" id="{85F510F6-3E65-45EA-8636-39AE577A2A18}"/>
              </a:ext>
            </a:extLst>
          </p:cNvPr>
          <p:cNvSpPr/>
          <p:nvPr/>
        </p:nvSpPr>
        <p:spPr>
          <a:xfrm>
            <a:off x="189175" y="38700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189175" y="451076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194695" y="520894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1836152" y="386203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1836152" y="450274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841672" y="520092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398892" y="384620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398892" y="44869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404412" y="518509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081627" y="38401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081627" y="448083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5087147" y="51790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6654774" y="38346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6654774" y="44753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660294" y="51735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356850" y="38197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356850" y="44604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362370" y="515867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9943500" y="37951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9943500" y="44358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949020" y="51340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1449692817"/>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P11</a:t>
            </a:r>
            <a:br>
              <a:rPr lang="en-US" dirty="0"/>
            </a:br>
            <a:r>
              <a:rPr lang="en-US" dirty="0"/>
              <a:t>Identify ideas for Front Jumps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14" name="Rectangle 113">
            <a:extLst>
              <a:ext uri="{FF2B5EF4-FFF2-40B4-BE49-F238E27FC236}">
                <a16:creationId xmlns:a16="http://schemas.microsoft.com/office/drawing/2014/main" id="{85F510F6-3E65-45EA-8636-39AE577A2A18}"/>
              </a:ext>
            </a:extLst>
          </p:cNvPr>
          <p:cNvSpPr/>
          <p:nvPr/>
        </p:nvSpPr>
        <p:spPr>
          <a:xfrm>
            <a:off x="614776" y="367330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614776" y="431401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0" y="40334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2261753" y="36652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2261753" y="43059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639238" y="431038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824493" y="364945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824493" y="429016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225888" y="418420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507228" y="36433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507228" y="428408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4895120" y="41595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7080375" y="36379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7080375" y="427863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483802" y="400957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782451" y="36230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782451" y="42637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170343"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10369101" y="35983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10369101" y="42390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739684"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pic>
        <p:nvPicPr>
          <p:cNvPr id="81" name="Graphique 80" descr="Retour avec un remplissage uni">
            <a:extLst>
              <a:ext uri="{FF2B5EF4-FFF2-40B4-BE49-F238E27FC236}">
                <a16:creationId xmlns:a16="http://schemas.microsoft.com/office/drawing/2014/main" id="{4EB2A86F-A04F-4D36-8D0D-43B76848BA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1499041" y="4521339"/>
            <a:ext cx="1530819" cy="1530819"/>
          </a:xfrm>
          <a:prstGeom prst="rect">
            <a:avLst/>
          </a:prstGeom>
        </p:spPr>
      </p:pic>
      <p:pic>
        <p:nvPicPr>
          <p:cNvPr id="84" name="Graphique 83" descr="Retour avec un remplissage uni">
            <a:extLst>
              <a:ext uri="{FF2B5EF4-FFF2-40B4-BE49-F238E27FC236}">
                <a16:creationId xmlns:a16="http://schemas.microsoft.com/office/drawing/2014/main" id="{6BDE6BE5-82EE-4D31-A14B-62E25C9FC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3208882" y="4513446"/>
            <a:ext cx="1530819" cy="1530819"/>
          </a:xfrm>
          <a:prstGeom prst="rect">
            <a:avLst/>
          </a:prstGeom>
        </p:spPr>
      </p:pic>
      <p:pic>
        <p:nvPicPr>
          <p:cNvPr id="85" name="Graphique 84" descr="Retour avec un remplissage uni">
            <a:extLst>
              <a:ext uri="{FF2B5EF4-FFF2-40B4-BE49-F238E27FC236}">
                <a16:creationId xmlns:a16="http://schemas.microsoft.com/office/drawing/2014/main" id="{FE879A91-58D1-473E-BD07-4256D9D926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27081" y="4513446"/>
            <a:ext cx="1530819" cy="1530819"/>
          </a:xfrm>
          <a:prstGeom prst="rect">
            <a:avLst/>
          </a:prstGeom>
        </p:spPr>
      </p:pic>
      <p:pic>
        <p:nvPicPr>
          <p:cNvPr id="86" name="Graphique 85" descr="Retour avec un remplissage uni">
            <a:extLst>
              <a:ext uri="{FF2B5EF4-FFF2-40B4-BE49-F238E27FC236}">
                <a16:creationId xmlns:a16="http://schemas.microsoft.com/office/drawing/2014/main" id="{8CA42EA2-1BC9-4893-972C-A1759CED84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6337208" y="4537039"/>
            <a:ext cx="1530819" cy="1530819"/>
          </a:xfrm>
          <a:prstGeom prst="rect">
            <a:avLst/>
          </a:prstGeom>
        </p:spPr>
      </p:pic>
      <p:pic>
        <p:nvPicPr>
          <p:cNvPr id="88" name="Graphique 87" descr="Retour avec un remplissage uni">
            <a:extLst>
              <a:ext uri="{FF2B5EF4-FFF2-40B4-BE49-F238E27FC236}">
                <a16:creationId xmlns:a16="http://schemas.microsoft.com/office/drawing/2014/main" id="{0D698921-5EF6-4644-96AE-8D49EE2E39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8047049" y="4529146"/>
            <a:ext cx="1530819" cy="1530819"/>
          </a:xfrm>
          <a:prstGeom prst="rect">
            <a:avLst/>
          </a:prstGeom>
        </p:spPr>
      </p:pic>
      <p:pic>
        <p:nvPicPr>
          <p:cNvPr id="89" name="Graphique 88" descr="Retour avec un remplissage uni">
            <a:extLst>
              <a:ext uri="{FF2B5EF4-FFF2-40B4-BE49-F238E27FC236}">
                <a16:creationId xmlns:a16="http://schemas.microsoft.com/office/drawing/2014/main" id="{59C17064-B0F0-46B5-BFA0-280CE78FE3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4811086" y="4529146"/>
            <a:ext cx="1530819" cy="1530819"/>
          </a:xfrm>
          <a:prstGeom prst="rect">
            <a:avLst/>
          </a:prstGeom>
        </p:spPr>
      </p:pic>
      <p:pic>
        <p:nvPicPr>
          <p:cNvPr id="90" name="Graphique 89" descr="Retour avec un remplissage uni">
            <a:extLst>
              <a:ext uri="{FF2B5EF4-FFF2-40B4-BE49-F238E27FC236}">
                <a16:creationId xmlns:a16="http://schemas.microsoft.com/office/drawing/2014/main" id="{7222D05D-19E4-45C2-9C2C-F43FD0B6EB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9560487" y="4629519"/>
            <a:ext cx="1530819" cy="1530819"/>
          </a:xfrm>
          <a:prstGeom prst="rect">
            <a:avLst/>
          </a:prstGeom>
        </p:spPr>
      </p:pic>
    </p:spTree>
    <p:extLst>
      <p:ext uri="{BB962C8B-B14F-4D97-AF65-F5344CB8AC3E}">
        <p14:creationId xmlns:p14="http://schemas.microsoft.com/office/powerpoint/2010/main" val="1803176433"/>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Exercise P11</a:t>
            </a:r>
            <a:br>
              <a:rPr lang="en-US" dirty="0"/>
            </a:br>
            <a:r>
              <a:rPr lang="en-US" dirty="0"/>
              <a:t>Identify ideas for Rear Jumps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14" name="Rectangle 113">
            <a:extLst>
              <a:ext uri="{FF2B5EF4-FFF2-40B4-BE49-F238E27FC236}">
                <a16:creationId xmlns:a16="http://schemas.microsoft.com/office/drawing/2014/main" id="{85F510F6-3E65-45EA-8636-39AE577A2A18}"/>
              </a:ext>
            </a:extLst>
          </p:cNvPr>
          <p:cNvSpPr/>
          <p:nvPr/>
        </p:nvSpPr>
        <p:spPr>
          <a:xfrm>
            <a:off x="614776" y="367330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614776" y="431401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0" y="40334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2261753" y="36652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2261753" y="43059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639238" y="431038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824493" y="364945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824493" y="429016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225888" y="418420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507228" y="36433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507228" y="428408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4895120" y="41595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7080375" y="36379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7080375" y="427863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483802" y="400957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782451" y="36230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782451" y="42637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170343"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10369101" y="35983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10369101" y="42390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739684"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pic>
        <p:nvPicPr>
          <p:cNvPr id="40" name="Graphique 39" descr="Retour avec un remplissage uni">
            <a:extLst>
              <a:ext uri="{FF2B5EF4-FFF2-40B4-BE49-F238E27FC236}">
                <a16:creationId xmlns:a16="http://schemas.microsoft.com/office/drawing/2014/main" id="{021A4D40-BBDA-4105-9D3B-65183FFF84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1340224" y="4688210"/>
            <a:ext cx="1559753" cy="1559753"/>
          </a:xfrm>
          <a:prstGeom prst="rect">
            <a:avLst/>
          </a:prstGeom>
        </p:spPr>
      </p:pic>
      <p:pic>
        <p:nvPicPr>
          <p:cNvPr id="41" name="Graphique 40" descr="Retour avec un remplissage uni">
            <a:extLst>
              <a:ext uri="{FF2B5EF4-FFF2-40B4-BE49-F238E27FC236}">
                <a16:creationId xmlns:a16="http://schemas.microsoft.com/office/drawing/2014/main" id="{5B78E609-72CD-4E29-87EE-1EBBCA154A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2777819" y="4700846"/>
            <a:ext cx="1559753" cy="1559753"/>
          </a:xfrm>
          <a:prstGeom prst="rect">
            <a:avLst/>
          </a:prstGeom>
        </p:spPr>
      </p:pic>
      <p:pic>
        <p:nvPicPr>
          <p:cNvPr id="42" name="Graphique 41" descr="Retour avec un remplissage uni">
            <a:extLst>
              <a:ext uri="{FF2B5EF4-FFF2-40B4-BE49-F238E27FC236}">
                <a16:creationId xmlns:a16="http://schemas.microsoft.com/office/drawing/2014/main" id="{742B8323-23ED-43D1-ADEB-A524A98A7F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4346870" y="4693870"/>
            <a:ext cx="1559753" cy="1559753"/>
          </a:xfrm>
          <a:prstGeom prst="rect">
            <a:avLst/>
          </a:prstGeom>
        </p:spPr>
      </p:pic>
      <p:pic>
        <p:nvPicPr>
          <p:cNvPr id="43" name="Graphique 42" descr="Retour avec un remplissage uni">
            <a:extLst>
              <a:ext uri="{FF2B5EF4-FFF2-40B4-BE49-F238E27FC236}">
                <a16:creationId xmlns:a16="http://schemas.microsoft.com/office/drawing/2014/main" id="{30D2DEB9-B8B4-4CB6-9AEC-00B2893838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38504" y="4671223"/>
            <a:ext cx="1559753" cy="1559753"/>
          </a:xfrm>
          <a:prstGeom prst="rect">
            <a:avLst/>
          </a:prstGeom>
        </p:spPr>
      </p:pic>
      <p:pic>
        <p:nvPicPr>
          <p:cNvPr id="44" name="Graphique 43" descr="Retour avec un remplissage uni">
            <a:extLst>
              <a:ext uri="{FF2B5EF4-FFF2-40B4-BE49-F238E27FC236}">
                <a16:creationId xmlns:a16="http://schemas.microsoft.com/office/drawing/2014/main" id="{AD180A0F-0D11-414B-9CEA-667D7938F4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7468742" y="4701085"/>
            <a:ext cx="1559753" cy="1559753"/>
          </a:xfrm>
          <a:prstGeom prst="rect">
            <a:avLst/>
          </a:prstGeom>
        </p:spPr>
      </p:pic>
      <p:pic>
        <p:nvPicPr>
          <p:cNvPr id="45" name="Graphique 44" descr="Retour avec un remplissage uni">
            <a:extLst>
              <a:ext uri="{FF2B5EF4-FFF2-40B4-BE49-F238E27FC236}">
                <a16:creationId xmlns:a16="http://schemas.microsoft.com/office/drawing/2014/main" id="{5883B19B-998A-49F4-A61F-6C8E742EEB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8906337" y="4713721"/>
            <a:ext cx="1559753" cy="1559753"/>
          </a:xfrm>
          <a:prstGeom prst="rect">
            <a:avLst/>
          </a:prstGeom>
        </p:spPr>
      </p:pic>
      <p:pic>
        <p:nvPicPr>
          <p:cNvPr id="47" name="Graphique 46" descr="Retour avec un remplissage uni">
            <a:extLst>
              <a:ext uri="{FF2B5EF4-FFF2-40B4-BE49-F238E27FC236}">
                <a16:creationId xmlns:a16="http://schemas.microsoft.com/office/drawing/2014/main" id="{B2621E2B-E56A-4416-B76A-55A179D998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6090014" y="4684098"/>
            <a:ext cx="1559753" cy="1559753"/>
          </a:xfrm>
          <a:prstGeom prst="rect">
            <a:avLst/>
          </a:prstGeom>
        </p:spPr>
      </p:pic>
    </p:spTree>
    <p:extLst>
      <p:ext uri="{BB962C8B-B14F-4D97-AF65-F5344CB8AC3E}">
        <p14:creationId xmlns:p14="http://schemas.microsoft.com/office/powerpoint/2010/main" val="4208351443"/>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P12</a:t>
            </a:r>
            <a:br>
              <a:rPr lang="en-US" dirty="0"/>
            </a:br>
            <a:r>
              <a:rPr lang="en-US" dirty="0"/>
              <a:t>Identify reasons why Link is not important, and why it is</a:t>
            </a:r>
          </a:p>
        </p:txBody>
      </p:sp>
      <p:grpSp>
        <p:nvGrpSpPr>
          <p:cNvPr id="10" name="Groupe 9">
            <a:extLst>
              <a:ext uri="{FF2B5EF4-FFF2-40B4-BE49-F238E27FC236}">
                <a16:creationId xmlns:a16="http://schemas.microsoft.com/office/drawing/2014/main" id="{2EF88D1D-E0B2-4FF2-88EF-5B7E566D8D79}"/>
              </a:ext>
            </a:extLst>
          </p:cNvPr>
          <p:cNvGrpSpPr/>
          <p:nvPr/>
        </p:nvGrpSpPr>
        <p:grpSpPr>
          <a:xfrm>
            <a:off x="2908671" y="3047085"/>
            <a:ext cx="4093664" cy="3518598"/>
            <a:chOff x="7088786" y="2986125"/>
            <a:chExt cx="4093664" cy="3518598"/>
          </a:xfrm>
        </p:grpSpPr>
        <p:pic>
          <p:nvPicPr>
            <p:cNvPr id="13" name="Graphique 12" descr="Femme DJ avec un remplissage uni">
              <a:extLst>
                <a:ext uri="{FF2B5EF4-FFF2-40B4-BE49-F238E27FC236}">
                  <a16:creationId xmlns:a16="http://schemas.microsoft.com/office/drawing/2014/main" id="{224F2A37-ECEF-4C0D-ADB5-00AE870454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8786" y="4526690"/>
              <a:ext cx="750396" cy="750396"/>
            </a:xfrm>
            <a:prstGeom prst="rect">
              <a:avLst/>
            </a:prstGeom>
          </p:spPr>
        </p:pic>
        <p:pic>
          <p:nvPicPr>
            <p:cNvPr id="15" name="Graphique 14" descr="Femme DJ avec un remplissage uni">
              <a:extLst>
                <a:ext uri="{FF2B5EF4-FFF2-40B4-BE49-F238E27FC236}">
                  <a16:creationId xmlns:a16="http://schemas.microsoft.com/office/drawing/2014/main" id="{66851860-1873-4A5E-B724-672BBF1EE3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7780" y="5255962"/>
              <a:ext cx="750396" cy="750396"/>
            </a:xfrm>
            <a:prstGeom prst="rect">
              <a:avLst/>
            </a:prstGeom>
          </p:spPr>
        </p:pic>
        <p:pic>
          <p:nvPicPr>
            <p:cNvPr id="16" name="Graphique 15" descr="Femme DJ avec un remplissage uni">
              <a:extLst>
                <a:ext uri="{FF2B5EF4-FFF2-40B4-BE49-F238E27FC236}">
                  <a16:creationId xmlns:a16="http://schemas.microsoft.com/office/drawing/2014/main" id="{4158EEFB-A16D-4C12-9868-C51618E1FC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2243" y="5398088"/>
              <a:ext cx="750396" cy="750396"/>
            </a:xfrm>
            <a:prstGeom prst="rect">
              <a:avLst/>
            </a:prstGeom>
          </p:spPr>
        </p:pic>
        <p:pic>
          <p:nvPicPr>
            <p:cNvPr id="17" name="Graphique 16" descr="Femme DJ avec un remplissage uni">
              <a:extLst>
                <a:ext uri="{FF2B5EF4-FFF2-40B4-BE49-F238E27FC236}">
                  <a16:creationId xmlns:a16="http://schemas.microsoft.com/office/drawing/2014/main" id="{5BC227C2-D615-4F19-8A74-7D70C1B74D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7241" y="4685610"/>
              <a:ext cx="750396" cy="750396"/>
            </a:xfrm>
            <a:prstGeom prst="rect">
              <a:avLst/>
            </a:prstGeom>
          </p:spPr>
        </p:pic>
        <p:pic>
          <p:nvPicPr>
            <p:cNvPr id="18" name="Graphique 17" descr="Femme DJ avec un remplissage uni">
              <a:extLst>
                <a:ext uri="{FF2B5EF4-FFF2-40B4-BE49-F238E27FC236}">
                  <a16:creationId xmlns:a16="http://schemas.microsoft.com/office/drawing/2014/main" id="{D64FC978-8B8E-46FA-9A3F-9B5758D4C0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53733" y="5041849"/>
              <a:ext cx="750396" cy="750396"/>
            </a:xfrm>
            <a:prstGeom prst="rect">
              <a:avLst/>
            </a:prstGeom>
          </p:spPr>
        </p:pic>
        <p:pic>
          <p:nvPicPr>
            <p:cNvPr id="21" name="Graphique 20" descr="Femme DJ avec un remplissage uni">
              <a:extLst>
                <a:ext uri="{FF2B5EF4-FFF2-40B4-BE49-F238E27FC236}">
                  <a16:creationId xmlns:a16="http://schemas.microsoft.com/office/drawing/2014/main" id="{F27961AF-B500-4C0B-9986-95700F847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98531" y="5754327"/>
              <a:ext cx="750396" cy="750396"/>
            </a:xfrm>
            <a:prstGeom prst="rect">
              <a:avLst/>
            </a:prstGeom>
          </p:spPr>
        </p:pic>
        <p:pic>
          <p:nvPicPr>
            <p:cNvPr id="23" name="Graphique 22" descr="Retour avec un remplissage uni">
              <a:extLst>
                <a:ext uri="{FF2B5EF4-FFF2-40B4-BE49-F238E27FC236}">
                  <a16:creationId xmlns:a16="http://schemas.microsoft.com/office/drawing/2014/main" id="{F4EB7807-75F1-45C4-A607-7B65B19EC7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237069">
              <a:off x="7808957" y="4340927"/>
              <a:ext cx="1530819" cy="1530819"/>
            </a:xfrm>
            <a:prstGeom prst="rect">
              <a:avLst/>
            </a:prstGeom>
          </p:spPr>
        </p:pic>
        <p:pic>
          <p:nvPicPr>
            <p:cNvPr id="25" name="Graphique 24" descr="Retour avec un remplissage uni">
              <a:extLst>
                <a:ext uri="{FF2B5EF4-FFF2-40B4-BE49-F238E27FC236}">
                  <a16:creationId xmlns:a16="http://schemas.microsoft.com/office/drawing/2014/main" id="{5B6070F3-0577-4344-A850-8C52098FD2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370922">
              <a:off x="7599495" y="3313234"/>
              <a:ext cx="1570460" cy="1570460"/>
            </a:xfrm>
            <a:prstGeom prst="rect">
              <a:avLst/>
            </a:prstGeom>
          </p:spPr>
        </p:pic>
        <p:pic>
          <p:nvPicPr>
            <p:cNvPr id="3" name="Graphique 2" descr="Disque optique avec un remplissage uni">
              <a:extLst>
                <a:ext uri="{FF2B5EF4-FFF2-40B4-BE49-F238E27FC236}">
                  <a16:creationId xmlns:a16="http://schemas.microsoft.com/office/drawing/2014/main" id="{492B0994-C496-46EC-B194-75F1D5DFC2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50041" y="3200858"/>
              <a:ext cx="914400" cy="914400"/>
            </a:xfrm>
            <a:prstGeom prst="rect">
              <a:avLst/>
            </a:prstGeom>
          </p:spPr>
        </p:pic>
        <p:pic>
          <p:nvPicPr>
            <p:cNvPr id="8" name="Graphique 7" descr="Gramophone avec un remplissage uni">
              <a:extLst>
                <a:ext uri="{FF2B5EF4-FFF2-40B4-BE49-F238E27FC236}">
                  <a16:creationId xmlns:a16="http://schemas.microsoft.com/office/drawing/2014/main" id="{D7FF2A64-D19E-4D19-91BF-BC5946B30B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68050" y="2986125"/>
              <a:ext cx="914400" cy="914400"/>
            </a:xfrm>
            <a:prstGeom prst="rect">
              <a:avLst/>
            </a:prstGeom>
          </p:spPr>
        </p:pic>
      </p:grpSp>
      <p:sp>
        <p:nvSpPr>
          <p:cNvPr id="19" name="Rectangle 18">
            <a:extLst>
              <a:ext uri="{FF2B5EF4-FFF2-40B4-BE49-F238E27FC236}">
                <a16:creationId xmlns:a16="http://schemas.microsoft.com/office/drawing/2014/main" id="{457FBBC5-CB09-4463-A10C-0BDDE1BC2A15}"/>
              </a:ext>
            </a:extLst>
          </p:cNvPr>
          <p:cNvSpPr/>
          <p:nvPr/>
        </p:nvSpPr>
        <p:spPr>
          <a:xfrm>
            <a:off x="3386184" y="254810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0" name="Rectangle 19">
            <a:extLst>
              <a:ext uri="{FF2B5EF4-FFF2-40B4-BE49-F238E27FC236}">
                <a16:creationId xmlns:a16="http://schemas.microsoft.com/office/drawing/2014/main" id="{B2D51FA9-F21B-4C40-AC9C-672BE14C62F4}"/>
              </a:ext>
            </a:extLst>
          </p:cNvPr>
          <p:cNvSpPr/>
          <p:nvPr/>
        </p:nvSpPr>
        <p:spPr>
          <a:xfrm>
            <a:off x="2249404" y="322003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2" name="Rectangle 21">
            <a:extLst>
              <a:ext uri="{FF2B5EF4-FFF2-40B4-BE49-F238E27FC236}">
                <a16:creationId xmlns:a16="http://schemas.microsoft.com/office/drawing/2014/main" id="{7CADD6A9-74FE-410E-BBCE-447AC9D204D1}"/>
              </a:ext>
            </a:extLst>
          </p:cNvPr>
          <p:cNvSpPr/>
          <p:nvPr/>
        </p:nvSpPr>
        <p:spPr>
          <a:xfrm>
            <a:off x="4406149" y="230405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4" name="Rectangle 23">
            <a:extLst>
              <a:ext uri="{FF2B5EF4-FFF2-40B4-BE49-F238E27FC236}">
                <a16:creationId xmlns:a16="http://schemas.microsoft.com/office/drawing/2014/main" id="{3068BA8A-8455-4049-A454-29704DB16830}"/>
              </a:ext>
            </a:extLst>
          </p:cNvPr>
          <p:cNvSpPr/>
          <p:nvPr/>
        </p:nvSpPr>
        <p:spPr>
          <a:xfrm>
            <a:off x="2253244" y="214696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6" name="Rectangle 25">
            <a:extLst>
              <a:ext uri="{FF2B5EF4-FFF2-40B4-BE49-F238E27FC236}">
                <a16:creationId xmlns:a16="http://schemas.microsoft.com/office/drawing/2014/main" id="{E8A3DC57-8D67-4767-8DC9-897BEA822892}"/>
              </a:ext>
            </a:extLst>
          </p:cNvPr>
          <p:cNvSpPr/>
          <p:nvPr/>
        </p:nvSpPr>
        <p:spPr>
          <a:xfrm>
            <a:off x="3283869" y="54969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
        <p:nvSpPr>
          <p:cNvPr id="28" name="Rectangle 27">
            <a:extLst>
              <a:ext uri="{FF2B5EF4-FFF2-40B4-BE49-F238E27FC236}">
                <a16:creationId xmlns:a16="http://schemas.microsoft.com/office/drawing/2014/main" id="{ACE3B7D4-20F0-4B29-8C61-BCCCE0DEAC17}"/>
              </a:ext>
            </a:extLst>
          </p:cNvPr>
          <p:cNvSpPr/>
          <p:nvPr/>
        </p:nvSpPr>
        <p:spPr>
          <a:xfrm>
            <a:off x="2174544" y="567317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
        <p:nvSpPr>
          <p:cNvPr id="29" name="Rectangle 28">
            <a:extLst>
              <a:ext uri="{FF2B5EF4-FFF2-40B4-BE49-F238E27FC236}">
                <a16:creationId xmlns:a16="http://schemas.microsoft.com/office/drawing/2014/main" id="{5E64F268-F76C-4B6B-AAF5-09678CAB9F9B}"/>
              </a:ext>
            </a:extLst>
          </p:cNvPr>
          <p:cNvSpPr/>
          <p:nvPr/>
        </p:nvSpPr>
        <p:spPr>
          <a:xfrm>
            <a:off x="4222400" y="589550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Tree>
    <p:extLst>
      <p:ext uri="{BB962C8B-B14F-4D97-AF65-F5344CB8AC3E}">
        <p14:creationId xmlns:p14="http://schemas.microsoft.com/office/powerpoint/2010/main" val="2166454957"/>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P13</a:t>
            </a:r>
            <a:br>
              <a:rPr lang="en-US" dirty="0"/>
            </a:br>
            <a:r>
              <a:rPr lang="en-US" dirty="0"/>
              <a:t>Define what type of Links you want to foster, and key activities you prioritize</a:t>
            </a:r>
          </a:p>
        </p:txBody>
      </p:sp>
      <p:sp>
        <p:nvSpPr>
          <p:cNvPr id="19" name="Rectangle 18">
            <a:extLst>
              <a:ext uri="{FF2B5EF4-FFF2-40B4-BE49-F238E27FC236}">
                <a16:creationId xmlns:a16="http://schemas.microsoft.com/office/drawing/2014/main" id="{457FBBC5-CB09-4463-A10C-0BDDE1BC2A15}"/>
              </a:ext>
            </a:extLst>
          </p:cNvPr>
          <p:cNvSpPr/>
          <p:nvPr/>
        </p:nvSpPr>
        <p:spPr>
          <a:xfrm>
            <a:off x="370321" y="316991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in our community means…</a:t>
            </a:r>
          </a:p>
        </p:txBody>
      </p:sp>
      <p:sp>
        <p:nvSpPr>
          <p:cNvPr id="27" name="Rectangle 26">
            <a:extLst>
              <a:ext uri="{FF2B5EF4-FFF2-40B4-BE49-F238E27FC236}">
                <a16:creationId xmlns:a16="http://schemas.microsoft.com/office/drawing/2014/main" id="{42562FE6-B367-4E58-953B-87200BCD7A70}"/>
              </a:ext>
            </a:extLst>
          </p:cNvPr>
          <p:cNvSpPr/>
          <p:nvPr/>
        </p:nvSpPr>
        <p:spPr>
          <a:xfrm>
            <a:off x="1895392" y="376588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Sharing emotions and problems</a:t>
            </a:r>
          </a:p>
        </p:txBody>
      </p:sp>
      <p:sp>
        <p:nvSpPr>
          <p:cNvPr id="30" name="Rectangle 29">
            <a:extLst>
              <a:ext uri="{FF2B5EF4-FFF2-40B4-BE49-F238E27FC236}">
                <a16:creationId xmlns:a16="http://schemas.microsoft.com/office/drawing/2014/main" id="{2E859119-D940-4FF5-BB1B-5F459F257A2B}"/>
              </a:ext>
            </a:extLst>
          </p:cNvPr>
          <p:cNvSpPr/>
          <p:nvPr/>
        </p:nvSpPr>
        <p:spPr>
          <a:xfrm>
            <a:off x="3077695"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805F560D-AE68-48FA-8B32-94E23EE1D328}"/>
              </a:ext>
            </a:extLst>
          </p:cNvPr>
          <p:cNvSpPr/>
          <p:nvPr/>
        </p:nvSpPr>
        <p:spPr>
          <a:xfrm>
            <a:off x="4302171"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D17E7AEE-3CED-4D2D-981F-ED95100C6B07}"/>
              </a:ext>
            </a:extLst>
          </p:cNvPr>
          <p:cNvSpPr/>
          <p:nvPr/>
        </p:nvSpPr>
        <p:spPr>
          <a:xfrm>
            <a:off x="2260011"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3" name="Rectangle 32">
            <a:extLst>
              <a:ext uri="{FF2B5EF4-FFF2-40B4-BE49-F238E27FC236}">
                <a16:creationId xmlns:a16="http://schemas.microsoft.com/office/drawing/2014/main" id="{C9B829B2-101E-49D2-8272-679E8059AA77}"/>
              </a:ext>
            </a:extLst>
          </p:cNvPr>
          <p:cNvSpPr/>
          <p:nvPr/>
        </p:nvSpPr>
        <p:spPr>
          <a:xfrm>
            <a:off x="3481956" y="495781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4" name="Rectangle 33">
            <a:extLst>
              <a:ext uri="{FF2B5EF4-FFF2-40B4-BE49-F238E27FC236}">
                <a16:creationId xmlns:a16="http://schemas.microsoft.com/office/drawing/2014/main" id="{D2215949-EF81-43E5-8874-880E15E33567}"/>
              </a:ext>
            </a:extLst>
          </p:cNvPr>
          <p:cNvSpPr/>
          <p:nvPr/>
        </p:nvSpPr>
        <p:spPr>
          <a:xfrm>
            <a:off x="4664259"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5" name="Rectangle 34">
            <a:extLst>
              <a:ext uri="{FF2B5EF4-FFF2-40B4-BE49-F238E27FC236}">
                <a16:creationId xmlns:a16="http://schemas.microsoft.com/office/drawing/2014/main" id="{26AD0D1C-F051-44DF-86F9-590D9D5D3333}"/>
              </a:ext>
            </a:extLst>
          </p:cNvPr>
          <p:cNvSpPr/>
          <p:nvPr/>
        </p:nvSpPr>
        <p:spPr>
          <a:xfrm>
            <a:off x="5888735"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6" name="Rectangle 35">
            <a:extLst>
              <a:ext uri="{FF2B5EF4-FFF2-40B4-BE49-F238E27FC236}">
                <a16:creationId xmlns:a16="http://schemas.microsoft.com/office/drawing/2014/main" id="{EF4E5FB8-B087-4876-B522-DDE060D44A0F}"/>
              </a:ext>
            </a:extLst>
          </p:cNvPr>
          <p:cNvSpPr/>
          <p:nvPr/>
        </p:nvSpPr>
        <p:spPr>
          <a:xfrm>
            <a:off x="878678" y="56299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7" name="Rectangle 36">
            <a:extLst>
              <a:ext uri="{FF2B5EF4-FFF2-40B4-BE49-F238E27FC236}">
                <a16:creationId xmlns:a16="http://schemas.microsoft.com/office/drawing/2014/main" id="{E850C9AA-15B3-4F56-84E1-887717FBF177}"/>
              </a:ext>
            </a:extLst>
          </p:cNvPr>
          <p:cNvSpPr/>
          <p:nvPr/>
        </p:nvSpPr>
        <p:spPr>
          <a:xfrm>
            <a:off x="3590365" y="245276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8" name="Rectangle 37">
            <a:extLst>
              <a:ext uri="{FF2B5EF4-FFF2-40B4-BE49-F238E27FC236}">
                <a16:creationId xmlns:a16="http://schemas.microsoft.com/office/drawing/2014/main" id="{BB1E24A1-722B-4CC8-B3B1-8C061ADED8C9}"/>
              </a:ext>
            </a:extLst>
          </p:cNvPr>
          <p:cNvSpPr/>
          <p:nvPr/>
        </p:nvSpPr>
        <p:spPr>
          <a:xfrm>
            <a:off x="2260011" y="245276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9" name="Rectangle 38">
            <a:extLst>
              <a:ext uri="{FF2B5EF4-FFF2-40B4-BE49-F238E27FC236}">
                <a16:creationId xmlns:a16="http://schemas.microsoft.com/office/drawing/2014/main" id="{F0825111-8B01-4C16-B52F-83CF55086BBD}"/>
              </a:ext>
            </a:extLst>
          </p:cNvPr>
          <p:cNvSpPr/>
          <p:nvPr/>
        </p:nvSpPr>
        <p:spPr>
          <a:xfrm>
            <a:off x="4664259" y="26709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0" name="Rectangle 39">
            <a:extLst>
              <a:ext uri="{FF2B5EF4-FFF2-40B4-BE49-F238E27FC236}">
                <a16:creationId xmlns:a16="http://schemas.microsoft.com/office/drawing/2014/main" id="{AA568054-7DE9-4718-9808-048A80956695}"/>
              </a:ext>
            </a:extLst>
          </p:cNvPr>
          <p:cNvSpPr/>
          <p:nvPr/>
        </p:nvSpPr>
        <p:spPr>
          <a:xfrm>
            <a:off x="5658979"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pic>
        <p:nvPicPr>
          <p:cNvPr id="41" name="Graphique 40" descr="Arts martiaux avec un remplissage uni">
            <a:extLst>
              <a:ext uri="{FF2B5EF4-FFF2-40B4-BE49-F238E27FC236}">
                <a16:creationId xmlns:a16="http://schemas.microsoft.com/office/drawing/2014/main" id="{1B657AC1-1EEA-485E-863E-ECC4D6543C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32743" y="2237200"/>
            <a:ext cx="617428" cy="617428"/>
          </a:xfrm>
          <a:prstGeom prst="rect">
            <a:avLst/>
          </a:prstGeom>
        </p:spPr>
      </p:pic>
      <p:pic>
        <p:nvPicPr>
          <p:cNvPr id="42" name="Graphique 41" descr="Surf avec un remplissage uni">
            <a:extLst>
              <a:ext uri="{FF2B5EF4-FFF2-40B4-BE49-F238E27FC236}">
                <a16:creationId xmlns:a16="http://schemas.microsoft.com/office/drawing/2014/main" id="{435B8A9F-88B4-449D-A23A-32099DE803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66872" y="2545914"/>
            <a:ext cx="914400" cy="914400"/>
          </a:xfrm>
          <a:prstGeom prst="rect">
            <a:avLst/>
          </a:prstGeom>
        </p:spPr>
      </p:pic>
      <p:pic>
        <p:nvPicPr>
          <p:cNvPr id="43" name="Graphique 42" descr="Méditation avec un remplissage uni">
            <a:extLst>
              <a:ext uri="{FF2B5EF4-FFF2-40B4-BE49-F238E27FC236}">
                <a16:creationId xmlns:a16="http://schemas.microsoft.com/office/drawing/2014/main" id="{C36C685D-18C0-4BD2-92E9-309DDC88B6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06514" y="2059551"/>
            <a:ext cx="914400" cy="914400"/>
          </a:xfrm>
          <a:prstGeom prst="rect">
            <a:avLst/>
          </a:prstGeom>
        </p:spPr>
      </p:pic>
      <p:sp>
        <p:nvSpPr>
          <p:cNvPr id="44" name="Rectangle 43">
            <a:extLst>
              <a:ext uri="{FF2B5EF4-FFF2-40B4-BE49-F238E27FC236}">
                <a16:creationId xmlns:a16="http://schemas.microsoft.com/office/drawing/2014/main" id="{505A72F2-BADB-41D3-93D5-E03B02237B53}"/>
              </a:ext>
            </a:extLst>
          </p:cNvPr>
          <p:cNvSpPr/>
          <p:nvPr/>
        </p:nvSpPr>
        <p:spPr>
          <a:xfrm>
            <a:off x="7637488" y="342900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Therefore, we will focus more on …</a:t>
            </a:r>
          </a:p>
        </p:txBody>
      </p:sp>
      <p:sp>
        <p:nvSpPr>
          <p:cNvPr id="45" name="Rectangle 44">
            <a:extLst>
              <a:ext uri="{FF2B5EF4-FFF2-40B4-BE49-F238E27FC236}">
                <a16:creationId xmlns:a16="http://schemas.microsoft.com/office/drawing/2014/main" id="{38546695-3F08-484C-81E7-AB26D28656CF}"/>
              </a:ext>
            </a:extLst>
          </p:cNvPr>
          <p:cNvSpPr/>
          <p:nvPr/>
        </p:nvSpPr>
        <p:spPr>
          <a:xfrm>
            <a:off x="9035459" y="37885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Co-development sessions</a:t>
            </a:r>
          </a:p>
        </p:txBody>
      </p:sp>
      <p:sp>
        <p:nvSpPr>
          <p:cNvPr id="46" name="Rectangle 45">
            <a:extLst>
              <a:ext uri="{FF2B5EF4-FFF2-40B4-BE49-F238E27FC236}">
                <a16:creationId xmlns:a16="http://schemas.microsoft.com/office/drawing/2014/main" id="{7E83CB23-268C-421B-95F0-0CBE06141332}"/>
              </a:ext>
            </a:extLst>
          </p:cNvPr>
          <p:cNvSpPr/>
          <p:nvPr/>
        </p:nvSpPr>
        <p:spPr>
          <a:xfrm>
            <a:off x="10113666" y="366889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7" name="Rectangle 46">
            <a:extLst>
              <a:ext uri="{FF2B5EF4-FFF2-40B4-BE49-F238E27FC236}">
                <a16:creationId xmlns:a16="http://schemas.microsoft.com/office/drawing/2014/main" id="{323A1E41-E481-4955-AFE0-7E2B4B9F6A7C}"/>
              </a:ext>
            </a:extLst>
          </p:cNvPr>
          <p:cNvSpPr/>
          <p:nvPr/>
        </p:nvSpPr>
        <p:spPr>
          <a:xfrm>
            <a:off x="8863943" y="498248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8" name="Rectangle 47">
            <a:extLst>
              <a:ext uri="{FF2B5EF4-FFF2-40B4-BE49-F238E27FC236}">
                <a16:creationId xmlns:a16="http://schemas.microsoft.com/office/drawing/2014/main" id="{32DE377B-CBBE-4237-B503-CDCB1700428E}"/>
              </a:ext>
            </a:extLst>
          </p:cNvPr>
          <p:cNvSpPr/>
          <p:nvPr/>
        </p:nvSpPr>
        <p:spPr>
          <a:xfrm>
            <a:off x="10081272" y="47865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9" name="Rectangle 48">
            <a:extLst>
              <a:ext uri="{FF2B5EF4-FFF2-40B4-BE49-F238E27FC236}">
                <a16:creationId xmlns:a16="http://schemas.microsoft.com/office/drawing/2014/main" id="{6FEEE825-98E8-4F34-ADA0-46B8A149D800}"/>
              </a:ext>
            </a:extLst>
          </p:cNvPr>
          <p:cNvSpPr/>
          <p:nvPr/>
        </p:nvSpPr>
        <p:spPr>
          <a:xfrm>
            <a:off x="9994198" y="5819903"/>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0" name="Rectangle 49">
            <a:extLst>
              <a:ext uri="{FF2B5EF4-FFF2-40B4-BE49-F238E27FC236}">
                <a16:creationId xmlns:a16="http://schemas.microsoft.com/office/drawing/2014/main" id="{EC924D9A-3EA9-48AA-9BAB-424614EC71BD}"/>
              </a:ext>
            </a:extLst>
          </p:cNvPr>
          <p:cNvSpPr/>
          <p:nvPr/>
        </p:nvSpPr>
        <p:spPr>
          <a:xfrm>
            <a:off x="11124453" y="551068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2069106842"/>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P14</a:t>
            </a:r>
            <a:br>
              <a:rPr lang="en-US" dirty="0"/>
            </a:br>
            <a:r>
              <a:rPr lang="en-US" dirty="0"/>
              <a:t>Define how you will measure Link</a:t>
            </a:r>
          </a:p>
        </p:txBody>
      </p:sp>
      <p:pic>
        <p:nvPicPr>
          <p:cNvPr id="26" name="Graphique 25" descr="Liste contour">
            <a:extLst>
              <a:ext uri="{FF2B5EF4-FFF2-40B4-BE49-F238E27FC236}">
                <a16:creationId xmlns:a16="http://schemas.microsoft.com/office/drawing/2014/main" id="{7A82AD5B-F7F8-41F3-9CD7-B716B9504C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6761" y="5143811"/>
            <a:ext cx="472000" cy="472000"/>
          </a:xfrm>
          <a:prstGeom prst="rect">
            <a:avLst/>
          </a:prstGeom>
        </p:spPr>
      </p:pic>
      <p:pic>
        <p:nvPicPr>
          <p:cNvPr id="28" name="Graphique 27" descr="Calendrier mensuel avec un remplissage uni">
            <a:extLst>
              <a:ext uri="{FF2B5EF4-FFF2-40B4-BE49-F238E27FC236}">
                <a16:creationId xmlns:a16="http://schemas.microsoft.com/office/drawing/2014/main" id="{739AC029-C6F3-4973-B673-8DBB407E58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8204" y="4579345"/>
            <a:ext cx="565209" cy="565209"/>
          </a:xfrm>
          <a:prstGeom prst="rect">
            <a:avLst/>
          </a:prstGeom>
        </p:spPr>
      </p:pic>
      <p:pic>
        <p:nvPicPr>
          <p:cNvPr id="29" name="Graphique 28" descr="Chat avec un remplissage uni">
            <a:extLst>
              <a:ext uri="{FF2B5EF4-FFF2-40B4-BE49-F238E27FC236}">
                <a16:creationId xmlns:a16="http://schemas.microsoft.com/office/drawing/2014/main" id="{91D7F379-D11D-4276-B886-BC0D8DDC94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66506" y="4017089"/>
            <a:ext cx="652511" cy="652511"/>
          </a:xfrm>
          <a:prstGeom prst="rect">
            <a:avLst/>
          </a:prstGeom>
        </p:spPr>
      </p:pic>
      <p:pic>
        <p:nvPicPr>
          <p:cNvPr id="51" name="Graphique 50" descr="Réseaux sociaux avec un remplissage uni">
            <a:extLst>
              <a:ext uri="{FF2B5EF4-FFF2-40B4-BE49-F238E27FC236}">
                <a16:creationId xmlns:a16="http://schemas.microsoft.com/office/drawing/2014/main" id="{3509C81A-3A24-49CF-9E9F-26A4483717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28036" y="3361623"/>
            <a:ext cx="652512" cy="652512"/>
          </a:xfrm>
          <a:prstGeom prst="rect">
            <a:avLst/>
          </a:prstGeom>
        </p:spPr>
      </p:pic>
      <p:pic>
        <p:nvPicPr>
          <p:cNvPr id="52" name="Graphique 51" descr="Intelligence artificielle avec un remplissage uni">
            <a:extLst>
              <a:ext uri="{FF2B5EF4-FFF2-40B4-BE49-F238E27FC236}">
                <a16:creationId xmlns:a16="http://schemas.microsoft.com/office/drawing/2014/main" id="{267606F7-16DB-4865-ACE8-5DB399163F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15331" y="5638332"/>
            <a:ext cx="565217" cy="565217"/>
          </a:xfrm>
          <a:prstGeom prst="rect">
            <a:avLst/>
          </a:prstGeom>
        </p:spPr>
      </p:pic>
      <p:sp>
        <p:nvSpPr>
          <p:cNvPr id="53" name="Rectangle 52">
            <a:extLst>
              <a:ext uri="{FF2B5EF4-FFF2-40B4-BE49-F238E27FC236}">
                <a16:creationId xmlns:a16="http://schemas.microsoft.com/office/drawing/2014/main" id="{DD3CDB51-D00C-4256-9ADC-AB0073EBCAF6}"/>
              </a:ext>
            </a:extLst>
          </p:cNvPr>
          <p:cNvSpPr/>
          <p:nvPr/>
        </p:nvSpPr>
        <p:spPr>
          <a:xfrm>
            <a:off x="2728511" y="33999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000" dirty="0">
                <a:solidFill>
                  <a:schemeClr val="tx1"/>
                </a:solidFill>
              </a:rPr>
              <a:t>We will measure link in our community with the following indicators …</a:t>
            </a:r>
          </a:p>
        </p:txBody>
      </p:sp>
      <p:sp>
        <p:nvSpPr>
          <p:cNvPr id="54" name="Rectangle 53">
            <a:extLst>
              <a:ext uri="{FF2B5EF4-FFF2-40B4-BE49-F238E27FC236}">
                <a16:creationId xmlns:a16="http://schemas.microsoft.com/office/drawing/2014/main" id="{71505491-A196-465A-86E9-A3C0D1E4509E}"/>
              </a:ext>
            </a:extLst>
          </p:cNvPr>
          <p:cNvSpPr/>
          <p:nvPr/>
        </p:nvSpPr>
        <p:spPr>
          <a:xfrm>
            <a:off x="5435885"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6660361"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4618201"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7" name="Rectangle 56">
            <a:extLst>
              <a:ext uri="{FF2B5EF4-FFF2-40B4-BE49-F238E27FC236}">
                <a16:creationId xmlns:a16="http://schemas.microsoft.com/office/drawing/2014/main" id="{2F8EBB9C-D51B-42DA-BF1E-42A24443FCED}"/>
              </a:ext>
            </a:extLst>
          </p:cNvPr>
          <p:cNvSpPr/>
          <p:nvPr/>
        </p:nvSpPr>
        <p:spPr>
          <a:xfrm>
            <a:off x="5840146" y="518787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8" name="Rectangle 57">
            <a:extLst>
              <a:ext uri="{FF2B5EF4-FFF2-40B4-BE49-F238E27FC236}">
                <a16:creationId xmlns:a16="http://schemas.microsoft.com/office/drawing/2014/main" id="{84086646-1064-4C94-BFDD-3D8C5003F287}"/>
              </a:ext>
            </a:extLst>
          </p:cNvPr>
          <p:cNvSpPr/>
          <p:nvPr/>
        </p:nvSpPr>
        <p:spPr>
          <a:xfrm>
            <a:off x="7022449"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8246925"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4079077" y="399594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5948555" y="268282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618201" y="268282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3" name="Rectangle 62">
            <a:extLst>
              <a:ext uri="{FF2B5EF4-FFF2-40B4-BE49-F238E27FC236}">
                <a16:creationId xmlns:a16="http://schemas.microsoft.com/office/drawing/2014/main" id="{ACC5FABF-51E2-4F33-9313-F86DEA4C7F2C}"/>
              </a:ext>
            </a:extLst>
          </p:cNvPr>
          <p:cNvSpPr/>
          <p:nvPr/>
        </p:nvSpPr>
        <p:spPr>
          <a:xfrm>
            <a:off x="7022449" y="2901000"/>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017169"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2314710711"/>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Challenge P16</a:t>
            </a:r>
            <a:br>
              <a:rPr lang="en-US" dirty="0"/>
            </a:br>
            <a:r>
              <a:rPr lang="en-US" dirty="0"/>
              <a:t>Choose your artefacts and display them on a timeline</a:t>
            </a:r>
          </a:p>
        </p:txBody>
      </p:sp>
      <p:sp>
        <p:nvSpPr>
          <p:cNvPr id="53" name="Rectangle 52">
            <a:extLst>
              <a:ext uri="{FF2B5EF4-FFF2-40B4-BE49-F238E27FC236}">
                <a16:creationId xmlns:a16="http://schemas.microsoft.com/office/drawing/2014/main" id="{DD3CDB51-D00C-4256-9ADC-AB0073EBCAF6}"/>
              </a:ext>
            </a:extLst>
          </p:cNvPr>
          <p:cNvSpPr/>
          <p:nvPr/>
        </p:nvSpPr>
        <p:spPr>
          <a:xfrm>
            <a:off x="352852" y="262916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WHAT : </a:t>
            </a:r>
          </a:p>
          <a:p>
            <a:pPr algn="ctr"/>
            <a:r>
              <a:rPr lang="en-US" sz="1000" dirty="0">
                <a:solidFill>
                  <a:schemeClr val="tx1"/>
                </a:solidFill>
              </a:rPr>
              <a:t>We will define / co-create the following artifacts</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7804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7842664" y="27611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345984" y="513931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WHEN: </a:t>
            </a:r>
          </a:p>
          <a:p>
            <a:pPr algn="ctr"/>
            <a:r>
              <a:rPr lang="en-US" sz="1000" dirty="0">
                <a:solidFill>
                  <a:schemeClr val="tx1"/>
                </a:solidFill>
              </a:rPr>
              <a:t>These artifact will be used when…</a:t>
            </a:r>
          </a:p>
        </p:txBody>
      </p:sp>
      <p:sp>
        <p:nvSpPr>
          <p:cNvPr id="58" name="Rectangle 57">
            <a:extLst>
              <a:ext uri="{FF2B5EF4-FFF2-40B4-BE49-F238E27FC236}">
                <a16:creationId xmlns:a16="http://schemas.microsoft.com/office/drawing/2014/main" id="{84086646-1064-4C94-BFDD-3D8C5003F287}"/>
              </a:ext>
            </a:extLst>
          </p:cNvPr>
          <p:cNvSpPr/>
          <p:nvPr/>
        </p:nvSpPr>
        <p:spPr>
          <a:xfrm>
            <a:off x="11067653" y="281576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10002812" y="285586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3420382" y="274035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6756980" y="27620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453433" y="278433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Community Charter</a:t>
            </a:r>
          </a:p>
        </p:txBody>
      </p:sp>
      <p:sp>
        <p:nvSpPr>
          <p:cNvPr id="63" name="Rectangle 62">
            <a:extLst>
              <a:ext uri="{FF2B5EF4-FFF2-40B4-BE49-F238E27FC236}">
                <a16:creationId xmlns:a16="http://schemas.microsoft.com/office/drawing/2014/main" id="{ACC5FABF-51E2-4F33-9313-F86DEA4C7F2C}"/>
              </a:ext>
            </a:extLst>
          </p:cNvPr>
          <p:cNvSpPr/>
          <p:nvPr/>
        </p:nvSpPr>
        <p:spPr>
          <a:xfrm>
            <a:off x="5682516" y="27620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928348" y="285586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0" name="Rectangle 19">
            <a:extLst>
              <a:ext uri="{FF2B5EF4-FFF2-40B4-BE49-F238E27FC236}">
                <a16:creationId xmlns:a16="http://schemas.microsoft.com/office/drawing/2014/main" id="{528FEB71-A01A-4C27-B81F-E2B65721B435}"/>
              </a:ext>
            </a:extLst>
          </p:cNvPr>
          <p:cNvSpPr/>
          <p:nvPr/>
        </p:nvSpPr>
        <p:spPr>
          <a:xfrm>
            <a:off x="4177624" y="523373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a:t>
            </a:r>
          </a:p>
          <a:p>
            <a:pPr algn="ctr"/>
            <a:r>
              <a:rPr lang="en-US" sz="1000" dirty="0">
                <a:solidFill>
                  <a:schemeClr val="tx1"/>
                </a:solidFill>
              </a:rPr>
              <a:t>When we reach 50</a:t>
            </a:r>
          </a:p>
        </p:txBody>
      </p:sp>
      <p:sp>
        <p:nvSpPr>
          <p:cNvPr id="22" name="Rectangle 21">
            <a:extLst>
              <a:ext uri="{FF2B5EF4-FFF2-40B4-BE49-F238E27FC236}">
                <a16:creationId xmlns:a16="http://schemas.microsoft.com/office/drawing/2014/main" id="{0B5F3A94-8C55-4FB1-92EC-F2D8C1FB6CBA}"/>
              </a:ext>
            </a:extLst>
          </p:cNvPr>
          <p:cNvSpPr/>
          <p:nvPr/>
        </p:nvSpPr>
        <p:spPr>
          <a:xfrm>
            <a:off x="1651361" y="515445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3" name="Rectangle 22">
            <a:extLst>
              <a:ext uri="{FF2B5EF4-FFF2-40B4-BE49-F238E27FC236}">
                <a16:creationId xmlns:a16="http://schemas.microsoft.com/office/drawing/2014/main" id="{9557E1C1-2EA8-442B-80D9-FB7724592565}"/>
              </a:ext>
            </a:extLst>
          </p:cNvPr>
          <p:cNvSpPr/>
          <p:nvPr/>
        </p:nvSpPr>
        <p:spPr>
          <a:xfrm>
            <a:off x="7628512"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4" name="Rectangle 23">
            <a:extLst>
              <a:ext uri="{FF2B5EF4-FFF2-40B4-BE49-F238E27FC236}">
                <a16:creationId xmlns:a16="http://schemas.microsoft.com/office/drawing/2014/main" id="{CE0410D8-A29F-4534-8CD3-6E19662388DD}"/>
              </a:ext>
            </a:extLst>
          </p:cNvPr>
          <p:cNvSpPr/>
          <p:nvPr/>
        </p:nvSpPr>
        <p:spPr>
          <a:xfrm>
            <a:off x="11067653"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5" name="Rectangle 24">
            <a:extLst>
              <a:ext uri="{FF2B5EF4-FFF2-40B4-BE49-F238E27FC236}">
                <a16:creationId xmlns:a16="http://schemas.microsoft.com/office/drawing/2014/main" id="{21ED4452-A7F4-4ADB-94AA-489EF5A554B5}"/>
              </a:ext>
            </a:extLst>
          </p:cNvPr>
          <p:cNvSpPr/>
          <p:nvPr/>
        </p:nvSpPr>
        <p:spPr>
          <a:xfrm>
            <a:off x="9799880" y="522986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7" name="Rectangle 26">
            <a:extLst>
              <a:ext uri="{FF2B5EF4-FFF2-40B4-BE49-F238E27FC236}">
                <a16:creationId xmlns:a16="http://schemas.microsoft.com/office/drawing/2014/main" id="{2962342A-D353-4CA1-AB74-974744C11C9A}"/>
              </a:ext>
            </a:extLst>
          </p:cNvPr>
          <p:cNvSpPr/>
          <p:nvPr/>
        </p:nvSpPr>
        <p:spPr>
          <a:xfrm>
            <a:off x="3024142" y="511435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0" name="Rectangle 29">
            <a:extLst>
              <a:ext uri="{FF2B5EF4-FFF2-40B4-BE49-F238E27FC236}">
                <a16:creationId xmlns:a16="http://schemas.microsoft.com/office/drawing/2014/main" id="{7018463C-4F4A-44EA-9B29-30A246672FED}"/>
              </a:ext>
            </a:extLst>
          </p:cNvPr>
          <p:cNvSpPr/>
          <p:nvPr/>
        </p:nvSpPr>
        <p:spPr>
          <a:xfrm>
            <a:off x="6510428"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568ECA1C-F30A-4C6E-B717-A92504F005F9}"/>
              </a:ext>
            </a:extLst>
          </p:cNvPr>
          <p:cNvSpPr/>
          <p:nvPr/>
        </p:nvSpPr>
        <p:spPr>
          <a:xfrm>
            <a:off x="5344026" y="513604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EB76401B-DEA1-4F7C-98AA-B36FA079A24F}"/>
              </a:ext>
            </a:extLst>
          </p:cNvPr>
          <p:cNvSpPr/>
          <p:nvPr/>
        </p:nvSpPr>
        <p:spPr>
          <a:xfrm>
            <a:off x="8714196" y="522986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cxnSp>
        <p:nvCxnSpPr>
          <p:cNvPr id="3" name="Connecteur droit avec flèche 2">
            <a:extLst>
              <a:ext uri="{FF2B5EF4-FFF2-40B4-BE49-F238E27FC236}">
                <a16:creationId xmlns:a16="http://schemas.microsoft.com/office/drawing/2014/main" id="{9824880B-6B3E-4320-895E-25317EF4827D}"/>
              </a:ext>
            </a:extLst>
          </p:cNvPr>
          <p:cNvCxnSpPr>
            <a:cxnSpLocks/>
          </p:cNvCxnSpPr>
          <p:nvPr/>
        </p:nvCxnSpPr>
        <p:spPr>
          <a:xfrm>
            <a:off x="476902" y="4494998"/>
            <a:ext cx="1146368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3" name="Graphique 32" descr="Rose des vents avec un remplissage uni">
            <a:extLst>
              <a:ext uri="{FF2B5EF4-FFF2-40B4-BE49-F238E27FC236}">
                <a16:creationId xmlns:a16="http://schemas.microsoft.com/office/drawing/2014/main" id="{F488F6C8-AD7A-4530-B310-8AA8206826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265" y="1589567"/>
            <a:ext cx="288782" cy="288782"/>
          </a:xfrm>
          <a:prstGeom prst="rect">
            <a:avLst/>
          </a:prstGeom>
        </p:spPr>
      </p:pic>
      <p:pic>
        <p:nvPicPr>
          <p:cNvPr id="34" name="Graphique 33" descr="Carnet d'adresses avec un remplissage uni">
            <a:extLst>
              <a:ext uri="{FF2B5EF4-FFF2-40B4-BE49-F238E27FC236}">
                <a16:creationId xmlns:a16="http://schemas.microsoft.com/office/drawing/2014/main" id="{69599D7C-730D-45E1-BD7F-F57A9B347B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264" y="1087722"/>
            <a:ext cx="297103" cy="297103"/>
          </a:xfrm>
          <a:prstGeom prst="rect">
            <a:avLst/>
          </a:prstGeom>
        </p:spPr>
      </p:pic>
      <p:pic>
        <p:nvPicPr>
          <p:cNvPr id="35" name="Graphique 34" descr="Chiot avec un remplissage uni">
            <a:extLst>
              <a:ext uri="{FF2B5EF4-FFF2-40B4-BE49-F238E27FC236}">
                <a16:creationId xmlns:a16="http://schemas.microsoft.com/office/drawing/2014/main" id="{ED1667D0-483F-40A0-8440-26DD6BE67F7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498" y="1858542"/>
            <a:ext cx="395213" cy="395213"/>
          </a:xfrm>
          <a:prstGeom prst="rect">
            <a:avLst/>
          </a:prstGeom>
        </p:spPr>
      </p:pic>
      <p:pic>
        <p:nvPicPr>
          <p:cNvPr id="36" name="Graphique 35" descr="Faire défiler contour">
            <a:extLst>
              <a:ext uri="{FF2B5EF4-FFF2-40B4-BE49-F238E27FC236}">
                <a16:creationId xmlns:a16="http://schemas.microsoft.com/office/drawing/2014/main" id="{4016910D-D571-41B3-97D5-37F7C88680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6461" y="125226"/>
            <a:ext cx="247136" cy="247136"/>
          </a:xfrm>
          <a:prstGeom prst="rect">
            <a:avLst/>
          </a:prstGeom>
        </p:spPr>
      </p:pic>
      <p:pic>
        <p:nvPicPr>
          <p:cNvPr id="37" name="Graphique 36" descr="Pyramide avec un remplissage uni">
            <a:extLst>
              <a:ext uri="{FF2B5EF4-FFF2-40B4-BE49-F238E27FC236}">
                <a16:creationId xmlns:a16="http://schemas.microsoft.com/office/drawing/2014/main" id="{0A70F38E-759C-4042-8309-14CE6F9620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264" y="2198193"/>
            <a:ext cx="307746" cy="307746"/>
          </a:xfrm>
          <a:prstGeom prst="rect">
            <a:avLst/>
          </a:prstGeom>
        </p:spPr>
      </p:pic>
      <p:pic>
        <p:nvPicPr>
          <p:cNvPr id="38" name="Graphique 37" descr="Presse-papiers vérifié avec un remplissage uni">
            <a:extLst>
              <a:ext uri="{FF2B5EF4-FFF2-40B4-BE49-F238E27FC236}">
                <a16:creationId xmlns:a16="http://schemas.microsoft.com/office/drawing/2014/main" id="{2C73DFC3-F626-4F15-8794-D7395276BE0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0483" y="539115"/>
            <a:ext cx="257244" cy="257244"/>
          </a:xfrm>
          <a:prstGeom prst="rect">
            <a:avLst/>
          </a:prstGeom>
        </p:spPr>
      </p:pic>
    </p:spTree>
    <p:extLst>
      <p:ext uri="{BB962C8B-B14F-4D97-AF65-F5344CB8AC3E}">
        <p14:creationId xmlns:p14="http://schemas.microsoft.com/office/powerpoint/2010/main" val="3021383270"/>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Autofit/>
          </a:bodyPr>
          <a:lstStyle/>
          <a:p>
            <a:r>
              <a:rPr lang="en-US" sz="2800" dirty="0"/>
              <a:t>Exercise P19</a:t>
            </a:r>
            <a:br>
              <a:rPr lang="en-US" sz="2800" dirty="0"/>
            </a:br>
            <a:r>
              <a:rPr lang="en-US" sz="2800" dirty="0"/>
              <a:t>Identify elements that will influence Link in your Community</a:t>
            </a:r>
            <a:br>
              <a:rPr lang="en-US" sz="2800" dirty="0"/>
            </a:br>
            <a:r>
              <a:rPr lang="en-US" sz="2800" dirty="0"/>
              <a:t>Identify how you will exploit or compensate them</a:t>
            </a:r>
          </a:p>
        </p:txBody>
      </p:sp>
      <p:sp>
        <p:nvSpPr>
          <p:cNvPr id="53" name="Rectangle 52">
            <a:extLst>
              <a:ext uri="{FF2B5EF4-FFF2-40B4-BE49-F238E27FC236}">
                <a16:creationId xmlns:a16="http://schemas.microsoft.com/office/drawing/2014/main" id="{DD3CDB51-D00C-4256-9ADC-AB0073EBCAF6}"/>
              </a:ext>
            </a:extLst>
          </p:cNvPr>
          <p:cNvSpPr/>
          <p:nvPr/>
        </p:nvSpPr>
        <p:spPr>
          <a:xfrm>
            <a:off x="504703" y="23497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WHAT will increase Link no matter what we do as Community Boosters</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22769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7842664" y="220838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392139" y="55189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WHAT will decrease Link no matter what we do as Community Boosters</a:t>
            </a:r>
          </a:p>
        </p:txBody>
      </p:sp>
      <p:sp>
        <p:nvSpPr>
          <p:cNvPr id="58" name="Rectangle 57">
            <a:extLst>
              <a:ext uri="{FF2B5EF4-FFF2-40B4-BE49-F238E27FC236}">
                <a16:creationId xmlns:a16="http://schemas.microsoft.com/office/drawing/2014/main" id="{84086646-1064-4C94-BFDD-3D8C5003F287}"/>
              </a:ext>
            </a:extLst>
          </p:cNvPr>
          <p:cNvSpPr/>
          <p:nvPr/>
        </p:nvSpPr>
        <p:spPr>
          <a:xfrm>
            <a:off x="11067653" y="226300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10002812" y="230310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3420382" y="218759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6756980" y="220928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453433" y="223157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Christmas holidays</a:t>
            </a:r>
          </a:p>
        </p:txBody>
      </p:sp>
      <p:sp>
        <p:nvSpPr>
          <p:cNvPr id="63" name="Rectangle 62">
            <a:extLst>
              <a:ext uri="{FF2B5EF4-FFF2-40B4-BE49-F238E27FC236}">
                <a16:creationId xmlns:a16="http://schemas.microsoft.com/office/drawing/2014/main" id="{ACC5FABF-51E2-4F33-9313-F86DEA4C7F2C}"/>
              </a:ext>
            </a:extLst>
          </p:cNvPr>
          <p:cNvSpPr/>
          <p:nvPr/>
        </p:nvSpPr>
        <p:spPr>
          <a:xfrm>
            <a:off x="5682516" y="220928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928348" y="230310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0" name="Rectangle 19">
            <a:extLst>
              <a:ext uri="{FF2B5EF4-FFF2-40B4-BE49-F238E27FC236}">
                <a16:creationId xmlns:a16="http://schemas.microsoft.com/office/drawing/2014/main" id="{528FEB71-A01A-4C27-B81F-E2B65721B435}"/>
              </a:ext>
            </a:extLst>
          </p:cNvPr>
          <p:cNvSpPr/>
          <p:nvPr/>
        </p:nvSpPr>
        <p:spPr>
          <a:xfrm>
            <a:off x="2902816"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a:t>
            </a:r>
          </a:p>
          <a:p>
            <a:pPr algn="ctr"/>
            <a:r>
              <a:rPr lang="en-US" sz="1000" dirty="0">
                <a:solidFill>
                  <a:schemeClr val="tx1"/>
                </a:solidFill>
              </a:rPr>
              <a:t>Recent Conflict between managers</a:t>
            </a:r>
          </a:p>
        </p:txBody>
      </p:sp>
      <p:sp>
        <p:nvSpPr>
          <p:cNvPr id="22" name="Rectangle 21">
            <a:extLst>
              <a:ext uri="{FF2B5EF4-FFF2-40B4-BE49-F238E27FC236}">
                <a16:creationId xmlns:a16="http://schemas.microsoft.com/office/drawing/2014/main" id="{0B5F3A94-8C55-4FB1-92EC-F2D8C1FB6CBA}"/>
              </a:ext>
            </a:extLst>
          </p:cNvPr>
          <p:cNvSpPr/>
          <p:nvPr/>
        </p:nvSpPr>
        <p:spPr>
          <a:xfrm>
            <a:off x="1647413" y="55590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3" name="Rectangle 22">
            <a:extLst>
              <a:ext uri="{FF2B5EF4-FFF2-40B4-BE49-F238E27FC236}">
                <a16:creationId xmlns:a16="http://schemas.microsoft.com/office/drawing/2014/main" id="{9557E1C1-2EA8-442B-80D9-FB7724592565}"/>
              </a:ext>
            </a:extLst>
          </p:cNvPr>
          <p:cNvSpPr/>
          <p:nvPr/>
        </p:nvSpPr>
        <p:spPr>
          <a:xfrm>
            <a:off x="7624564"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4" name="Rectangle 23">
            <a:extLst>
              <a:ext uri="{FF2B5EF4-FFF2-40B4-BE49-F238E27FC236}">
                <a16:creationId xmlns:a16="http://schemas.microsoft.com/office/drawing/2014/main" id="{CE0410D8-A29F-4534-8CD3-6E19662388DD}"/>
              </a:ext>
            </a:extLst>
          </p:cNvPr>
          <p:cNvSpPr/>
          <p:nvPr/>
        </p:nvSpPr>
        <p:spPr>
          <a:xfrm>
            <a:off x="11063705"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5" name="Rectangle 24">
            <a:extLst>
              <a:ext uri="{FF2B5EF4-FFF2-40B4-BE49-F238E27FC236}">
                <a16:creationId xmlns:a16="http://schemas.microsoft.com/office/drawing/2014/main" id="{21ED4452-A7F4-4ADB-94AA-489EF5A554B5}"/>
              </a:ext>
            </a:extLst>
          </p:cNvPr>
          <p:cNvSpPr/>
          <p:nvPr/>
        </p:nvSpPr>
        <p:spPr>
          <a:xfrm>
            <a:off x="9795932"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0" name="Rectangle 29">
            <a:extLst>
              <a:ext uri="{FF2B5EF4-FFF2-40B4-BE49-F238E27FC236}">
                <a16:creationId xmlns:a16="http://schemas.microsoft.com/office/drawing/2014/main" id="{7018463C-4F4A-44EA-9B29-30A246672FED}"/>
              </a:ext>
            </a:extLst>
          </p:cNvPr>
          <p:cNvSpPr/>
          <p:nvPr/>
        </p:nvSpPr>
        <p:spPr>
          <a:xfrm>
            <a:off x="6506480"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568ECA1C-F30A-4C6E-B717-A92504F005F9}"/>
              </a:ext>
            </a:extLst>
          </p:cNvPr>
          <p:cNvSpPr/>
          <p:nvPr/>
        </p:nvSpPr>
        <p:spPr>
          <a:xfrm>
            <a:off x="5340078" y="5540602"/>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EB76401B-DEA1-4F7C-98AA-B36FA079A24F}"/>
              </a:ext>
            </a:extLst>
          </p:cNvPr>
          <p:cNvSpPr/>
          <p:nvPr/>
        </p:nvSpPr>
        <p:spPr>
          <a:xfrm>
            <a:off x="8710248"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pic>
        <p:nvPicPr>
          <p:cNvPr id="39" name="Graphique 38" descr="Arbre de Noël avec un remplissage uni">
            <a:extLst>
              <a:ext uri="{FF2B5EF4-FFF2-40B4-BE49-F238E27FC236}">
                <a16:creationId xmlns:a16="http://schemas.microsoft.com/office/drawing/2014/main" id="{4940053C-EA5F-46D4-88E9-C0A6D30402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3190" y="2728362"/>
            <a:ext cx="457200" cy="457200"/>
          </a:xfrm>
          <a:prstGeom prst="rect">
            <a:avLst/>
          </a:prstGeom>
        </p:spPr>
      </p:pic>
      <p:pic>
        <p:nvPicPr>
          <p:cNvPr id="40" name="Graphique 39" descr="Calendrier mensuel avec un remplissage uni">
            <a:extLst>
              <a:ext uri="{FF2B5EF4-FFF2-40B4-BE49-F238E27FC236}">
                <a16:creationId xmlns:a16="http://schemas.microsoft.com/office/drawing/2014/main" id="{8019EB62-A4AA-474D-9E48-76ABF60CF0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847" y="630208"/>
            <a:ext cx="339055" cy="339055"/>
          </a:xfrm>
          <a:prstGeom prst="rect">
            <a:avLst/>
          </a:prstGeom>
        </p:spPr>
      </p:pic>
      <p:pic>
        <p:nvPicPr>
          <p:cNvPr id="41" name="Graphique 40" descr="Explosion avec un remplissage uni">
            <a:extLst>
              <a:ext uri="{FF2B5EF4-FFF2-40B4-BE49-F238E27FC236}">
                <a16:creationId xmlns:a16="http://schemas.microsoft.com/office/drawing/2014/main" id="{64E2C4DA-8FB1-4B45-9E6E-AFD26E4443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846" y="957108"/>
            <a:ext cx="339056" cy="339056"/>
          </a:xfrm>
          <a:prstGeom prst="rect">
            <a:avLst/>
          </a:prstGeom>
        </p:spPr>
      </p:pic>
      <p:pic>
        <p:nvPicPr>
          <p:cNvPr id="42" name="Graphique 41" descr="Micro de radio avec un remplissage uni">
            <a:extLst>
              <a:ext uri="{FF2B5EF4-FFF2-40B4-BE49-F238E27FC236}">
                <a16:creationId xmlns:a16="http://schemas.microsoft.com/office/drawing/2014/main" id="{BA377D2A-35DD-47C0-AC31-18F915DD404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846" y="1440113"/>
            <a:ext cx="287672" cy="287672"/>
          </a:xfrm>
          <a:prstGeom prst="rect">
            <a:avLst/>
          </a:prstGeom>
        </p:spPr>
      </p:pic>
      <p:pic>
        <p:nvPicPr>
          <p:cNvPr id="43" name="Graphique 42" descr="Souriant avec un visage et des cœurs avec remplissage uni avec un remplissage uni">
            <a:extLst>
              <a:ext uri="{FF2B5EF4-FFF2-40B4-BE49-F238E27FC236}">
                <a16:creationId xmlns:a16="http://schemas.microsoft.com/office/drawing/2014/main" id="{DA3D21F1-A6F8-46D2-B8D1-0D741F3B910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66" y="1759083"/>
            <a:ext cx="287673" cy="287673"/>
          </a:xfrm>
          <a:prstGeom prst="rect">
            <a:avLst/>
          </a:prstGeom>
        </p:spPr>
      </p:pic>
      <p:pic>
        <p:nvPicPr>
          <p:cNvPr id="44" name="Graphique 43" descr="Guitare avec un remplissage uni">
            <a:extLst>
              <a:ext uri="{FF2B5EF4-FFF2-40B4-BE49-F238E27FC236}">
                <a16:creationId xmlns:a16="http://schemas.microsoft.com/office/drawing/2014/main" id="{EE943A91-116A-44A7-A079-41AC8E45EC4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845" y="2035104"/>
            <a:ext cx="339057" cy="339057"/>
          </a:xfrm>
          <a:prstGeom prst="rect">
            <a:avLst/>
          </a:prstGeom>
        </p:spPr>
      </p:pic>
      <p:pic>
        <p:nvPicPr>
          <p:cNvPr id="45" name="Graphique 44" descr="Explosion avec un remplissage uni">
            <a:extLst>
              <a:ext uri="{FF2B5EF4-FFF2-40B4-BE49-F238E27FC236}">
                <a16:creationId xmlns:a16="http://schemas.microsoft.com/office/drawing/2014/main" id="{DD8BC4E4-70F2-4B54-860D-B58286B29B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4959" y="6313539"/>
            <a:ext cx="339056" cy="339056"/>
          </a:xfrm>
          <a:prstGeom prst="rect">
            <a:avLst/>
          </a:prstGeom>
        </p:spPr>
      </p:pic>
      <p:sp>
        <p:nvSpPr>
          <p:cNvPr id="46" name="Rectangle 45">
            <a:extLst>
              <a:ext uri="{FF2B5EF4-FFF2-40B4-BE49-F238E27FC236}">
                <a16:creationId xmlns:a16="http://schemas.microsoft.com/office/drawing/2014/main" id="{5E119DAC-0486-4992-B4B5-5EA460B5E124}"/>
              </a:ext>
            </a:extLst>
          </p:cNvPr>
          <p:cNvSpPr/>
          <p:nvPr/>
        </p:nvSpPr>
        <p:spPr>
          <a:xfrm>
            <a:off x="4443006" y="3297211"/>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Organize a Christmas party</a:t>
            </a:r>
          </a:p>
        </p:txBody>
      </p:sp>
      <p:sp>
        <p:nvSpPr>
          <p:cNvPr id="47" name="Rectangle 46">
            <a:extLst>
              <a:ext uri="{FF2B5EF4-FFF2-40B4-BE49-F238E27FC236}">
                <a16:creationId xmlns:a16="http://schemas.microsoft.com/office/drawing/2014/main" id="{3919DF0D-5501-4088-86B9-08C40604B47A}"/>
              </a:ext>
            </a:extLst>
          </p:cNvPr>
          <p:cNvSpPr/>
          <p:nvPr/>
        </p:nvSpPr>
        <p:spPr>
          <a:xfrm>
            <a:off x="504703" y="3466672"/>
            <a:ext cx="1016714" cy="82850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HOW we can exploit this positive influence</a:t>
            </a:r>
          </a:p>
        </p:txBody>
      </p:sp>
      <p:sp>
        <p:nvSpPr>
          <p:cNvPr id="48" name="Rectangle 47">
            <a:extLst>
              <a:ext uri="{FF2B5EF4-FFF2-40B4-BE49-F238E27FC236}">
                <a16:creationId xmlns:a16="http://schemas.microsoft.com/office/drawing/2014/main" id="{5728880C-2EA6-4636-9568-AC30FFA4F234}"/>
              </a:ext>
            </a:extLst>
          </p:cNvPr>
          <p:cNvSpPr/>
          <p:nvPr/>
        </p:nvSpPr>
        <p:spPr>
          <a:xfrm>
            <a:off x="430902" y="448384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HOW we can compensate the negative influence</a:t>
            </a:r>
          </a:p>
        </p:txBody>
      </p:sp>
      <p:sp>
        <p:nvSpPr>
          <p:cNvPr id="49" name="Rectangle 48">
            <a:extLst>
              <a:ext uri="{FF2B5EF4-FFF2-40B4-BE49-F238E27FC236}">
                <a16:creationId xmlns:a16="http://schemas.microsoft.com/office/drawing/2014/main" id="{B9A87F42-6699-452F-A37F-C45075A42E23}"/>
              </a:ext>
            </a:extLst>
          </p:cNvPr>
          <p:cNvSpPr/>
          <p:nvPr/>
        </p:nvSpPr>
        <p:spPr>
          <a:xfrm>
            <a:off x="2902816" y="4568778"/>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Example : Mix teams from the two conflictual managers</a:t>
            </a:r>
          </a:p>
        </p:txBody>
      </p:sp>
      <p:sp>
        <p:nvSpPr>
          <p:cNvPr id="50" name="Rectangle 49">
            <a:extLst>
              <a:ext uri="{FF2B5EF4-FFF2-40B4-BE49-F238E27FC236}">
                <a16:creationId xmlns:a16="http://schemas.microsoft.com/office/drawing/2014/main" id="{97D5A985-7E64-493E-84C3-FEEE7F838AE7}"/>
              </a:ext>
            </a:extLst>
          </p:cNvPr>
          <p:cNvSpPr/>
          <p:nvPr/>
        </p:nvSpPr>
        <p:spPr>
          <a:xfrm>
            <a:off x="5340078" y="455489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1" name="Rectangle 50">
            <a:extLst>
              <a:ext uri="{FF2B5EF4-FFF2-40B4-BE49-F238E27FC236}">
                <a16:creationId xmlns:a16="http://schemas.microsoft.com/office/drawing/2014/main" id="{D6AB9ECA-2BD6-4E13-A54F-1302DA609654}"/>
              </a:ext>
            </a:extLst>
          </p:cNvPr>
          <p:cNvSpPr/>
          <p:nvPr/>
        </p:nvSpPr>
        <p:spPr>
          <a:xfrm>
            <a:off x="6602343" y="4524845"/>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2" name="Rectangle 51">
            <a:extLst>
              <a:ext uri="{FF2B5EF4-FFF2-40B4-BE49-F238E27FC236}">
                <a16:creationId xmlns:a16="http://schemas.microsoft.com/office/drawing/2014/main" id="{26CAA597-4AE8-4A95-9456-E29E5D4B5B35}"/>
              </a:ext>
            </a:extLst>
          </p:cNvPr>
          <p:cNvSpPr/>
          <p:nvPr/>
        </p:nvSpPr>
        <p:spPr>
          <a:xfrm>
            <a:off x="7762321" y="455489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7" name="Rectangle 56">
            <a:extLst>
              <a:ext uri="{FF2B5EF4-FFF2-40B4-BE49-F238E27FC236}">
                <a16:creationId xmlns:a16="http://schemas.microsoft.com/office/drawing/2014/main" id="{23763A9F-8BA2-497D-A016-2F669330DEFB}"/>
              </a:ext>
            </a:extLst>
          </p:cNvPr>
          <p:cNvSpPr/>
          <p:nvPr/>
        </p:nvSpPr>
        <p:spPr>
          <a:xfrm>
            <a:off x="8900463" y="4680403"/>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5" name="Rectangle 64">
            <a:extLst>
              <a:ext uri="{FF2B5EF4-FFF2-40B4-BE49-F238E27FC236}">
                <a16:creationId xmlns:a16="http://schemas.microsoft.com/office/drawing/2014/main" id="{6311EF3B-4A9E-4243-BC86-7BACBCF86D20}"/>
              </a:ext>
            </a:extLst>
          </p:cNvPr>
          <p:cNvSpPr/>
          <p:nvPr/>
        </p:nvSpPr>
        <p:spPr>
          <a:xfrm>
            <a:off x="10037144" y="456490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6" name="Rectangle 65">
            <a:extLst>
              <a:ext uri="{FF2B5EF4-FFF2-40B4-BE49-F238E27FC236}">
                <a16:creationId xmlns:a16="http://schemas.microsoft.com/office/drawing/2014/main" id="{03787CAF-BDE6-49B7-B9FC-C770A6D1EC01}"/>
              </a:ext>
            </a:extLst>
          </p:cNvPr>
          <p:cNvSpPr/>
          <p:nvPr/>
        </p:nvSpPr>
        <p:spPr>
          <a:xfrm>
            <a:off x="11175286" y="4690413"/>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7" name="Rectangle 66">
            <a:extLst>
              <a:ext uri="{FF2B5EF4-FFF2-40B4-BE49-F238E27FC236}">
                <a16:creationId xmlns:a16="http://schemas.microsoft.com/office/drawing/2014/main" id="{BC4C2237-9332-4083-8AE5-2FD8946F236E}"/>
              </a:ext>
            </a:extLst>
          </p:cNvPr>
          <p:cNvSpPr/>
          <p:nvPr/>
        </p:nvSpPr>
        <p:spPr>
          <a:xfrm>
            <a:off x="4059994"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8" name="Rectangle 67">
            <a:extLst>
              <a:ext uri="{FF2B5EF4-FFF2-40B4-BE49-F238E27FC236}">
                <a16:creationId xmlns:a16="http://schemas.microsoft.com/office/drawing/2014/main" id="{3C44CC34-3AE3-4248-A572-D7D79DA34F9A}"/>
              </a:ext>
            </a:extLst>
          </p:cNvPr>
          <p:cNvSpPr/>
          <p:nvPr/>
        </p:nvSpPr>
        <p:spPr>
          <a:xfrm>
            <a:off x="4059994" y="4601592"/>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9" name="Rectangle 68">
            <a:extLst>
              <a:ext uri="{FF2B5EF4-FFF2-40B4-BE49-F238E27FC236}">
                <a16:creationId xmlns:a16="http://schemas.microsoft.com/office/drawing/2014/main" id="{E85244F0-7F97-4D7B-B8D9-237B30281170}"/>
              </a:ext>
            </a:extLst>
          </p:cNvPr>
          <p:cNvSpPr/>
          <p:nvPr/>
        </p:nvSpPr>
        <p:spPr>
          <a:xfrm>
            <a:off x="5794802" y="33208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0" name="Rectangle 69">
            <a:extLst>
              <a:ext uri="{FF2B5EF4-FFF2-40B4-BE49-F238E27FC236}">
                <a16:creationId xmlns:a16="http://schemas.microsoft.com/office/drawing/2014/main" id="{C9AA5DA2-FBBA-4A51-A1B8-7F01A52032F1}"/>
              </a:ext>
            </a:extLst>
          </p:cNvPr>
          <p:cNvSpPr/>
          <p:nvPr/>
        </p:nvSpPr>
        <p:spPr>
          <a:xfrm>
            <a:off x="6992416" y="33984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1" name="Rectangle 70">
            <a:extLst>
              <a:ext uri="{FF2B5EF4-FFF2-40B4-BE49-F238E27FC236}">
                <a16:creationId xmlns:a16="http://schemas.microsoft.com/office/drawing/2014/main" id="{7BFEE8C9-3522-4490-A1DE-7C5DCACFF15B}"/>
              </a:ext>
            </a:extLst>
          </p:cNvPr>
          <p:cNvSpPr/>
          <p:nvPr/>
        </p:nvSpPr>
        <p:spPr>
          <a:xfrm>
            <a:off x="8132921" y="3375058"/>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2" name="Rectangle 71">
            <a:extLst>
              <a:ext uri="{FF2B5EF4-FFF2-40B4-BE49-F238E27FC236}">
                <a16:creationId xmlns:a16="http://schemas.microsoft.com/office/drawing/2014/main" id="{73A55558-F0B7-428B-A146-76C5B00E6759}"/>
              </a:ext>
            </a:extLst>
          </p:cNvPr>
          <p:cNvSpPr/>
          <p:nvPr/>
        </p:nvSpPr>
        <p:spPr>
          <a:xfrm>
            <a:off x="9330535" y="33984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3" name="Rectangle 72">
            <a:extLst>
              <a:ext uri="{FF2B5EF4-FFF2-40B4-BE49-F238E27FC236}">
                <a16:creationId xmlns:a16="http://schemas.microsoft.com/office/drawing/2014/main" id="{784C14B5-2CEE-4B66-9D83-2855D288D825}"/>
              </a:ext>
            </a:extLst>
          </p:cNvPr>
          <p:cNvSpPr/>
          <p:nvPr/>
        </p:nvSpPr>
        <p:spPr>
          <a:xfrm>
            <a:off x="10570009" y="3375058"/>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4" name="Rectangle 73">
            <a:extLst>
              <a:ext uri="{FF2B5EF4-FFF2-40B4-BE49-F238E27FC236}">
                <a16:creationId xmlns:a16="http://schemas.microsoft.com/office/drawing/2014/main" id="{9A085310-6616-4E37-B14D-FD77EFED4796}"/>
              </a:ext>
            </a:extLst>
          </p:cNvPr>
          <p:cNvSpPr/>
          <p:nvPr/>
        </p:nvSpPr>
        <p:spPr>
          <a:xfrm>
            <a:off x="1970687" y="3308605"/>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5" name="Rectangle 74">
            <a:extLst>
              <a:ext uri="{FF2B5EF4-FFF2-40B4-BE49-F238E27FC236}">
                <a16:creationId xmlns:a16="http://schemas.microsoft.com/office/drawing/2014/main" id="{CABF921C-3CDC-454D-A509-EFB0DB3382A2}"/>
              </a:ext>
            </a:extLst>
          </p:cNvPr>
          <p:cNvSpPr/>
          <p:nvPr/>
        </p:nvSpPr>
        <p:spPr>
          <a:xfrm>
            <a:off x="3168301" y="3386205"/>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6" name="Rectangle 75">
            <a:extLst>
              <a:ext uri="{FF2B5EF4-FFF2-40B4-BE49-F238E27FC236}">
                <a16:creationId xmlns:a16="http://schemas.microsoft.com/office/drawing/2014/main" id="{590341A3-6726-4E38-BC5F-D72D3BFBE712}"/>
              </a:ext>
            </a:extLst>
          </p:cNvPr>
          <p:cNvSpPr/>
          <p:nvPr/>
        </p:nvSpPr>
        <p:spPr>
          <a:xfrm>
            <a:off x="1730131" y="4554889"/>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2408910142"/>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Autofit/>
          </a:bodyPr>
          <a:lstStyle/>
          <a:p>
            <a:r>
              <a:rPr lang="en-US" sz="2800" dirty="0"/>
              <a:t>Exercise P20</a:t>
            </a:r>
            <a:br>
              <a:rPr lang="en-US" sz="2800" dirty="0"/>
            </a:br>
            <a:r>
              <a:rPr lang="en-US" sz="2800" dirty="0"/>
              <a:t>Identify ethical questions and propose answers</a:t>
            </a:r>
          </a:p>
        </p:txBody>
      </p:sp>
      <p:sp>
        <p:nvSpPr>
          <p:cNvPr id="53" name="Rectangle 52">
            <a:extLst>
              <a:ext uri="{FF2B5EF4-FFF2-40B4-BE49-F238E27FC236}">
                <a16:creationId xmlns:a16="http://schemas.microsoft.com/office/drawing/2014/main" id="{DD3CDB51-D00C-4256-9ADC-AB0073EBCAF6}"/>
              </a:ext>
            </a:extLst>
          </p:cNvPr>
          <p:cNvSpPr/>
          <p:nvPr/>
        </p:nvSpPr>
        <p:spPr>
          <a:xfrm>
            <a:off x="504703" y="23497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Ethical question</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22769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How will we manage privacy ?</a:t>
            </a:r>
          </a:p>
        </p:txBody>
      </p:sp>
      <p:sp>
        <p:nvSpPr>
          <p:cNvPr id="56" name="Rectangle 55">
            <a:extLst>
              <a:ext uri="{FF2B5EF4-FFF2-40B4-BE49-F238E27FC236}">
                <a16:creationId xmlns:a16="http://schemas.microsoft.com/office/drawing/2014/main" id="{2D2FE93B-7398-478D-B573-7DD197905364}"/>
              </a:ext>
            </a:extLst>
          </p:cNvPr>
          <p:cNvSpPr/>
          <p:nvPr/>
        </p:nvSpPr>
        <p:spPr>
          <a:xfrm>
            <a:off x="392139" y="55189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Solution </a:t>
            </a:r>
          </a:p>
        </p:txBody>
      </p:sp>
      <p:sp>
        <p:nvSpPr>
          <p:cNvPr id="22" name="Rectangle 21">
            <a:extLst>
              <a:ext uri="{FF2B5EF4-FFF2-40B4-BE49-F238E27FC236}">
                <a16:creationId xmlns:a16="http://schemas.microsoft.com/office/drawing/2014/main" id="{0B5F3A94-8C55-4FB1-92EC-F2D8C1FB6CBA}"/>
              </a:ext>
            </a:extLst>
          </p:cNvPr>
          <p:cNvSpPr/>
          <p:nvPr/>
        </p:nvSpPr>
        <p:spPr>
          <a:xfrm>
            <a:off x="1782167" y="452095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000" dirty="0">
                <a:solidFill>
                  <a:schemeClr val="tx1"/>
                </a:solidFill>
              </a:rPr>
              <a:t>Example : </a:t>
            </a:r>
          </a:p>
          <a:p>
            <a:pPr algn="ctr"/>
            <a:endParaRPr lang="en-US" sz="1000" dirty="0">
              <a:solidFill>
                <a:schemeClr val="tx1"/>
              </a:solidFill>
            </a:endParaRPr>
          </a:p>
          <a:p>
            <a:pPr algn="ctr"/>
            <a:r>
              <a:rPr lang="en-US" sz="1000" dirty="0">
                <a:solidFill>
                  <a:schemeClr val="tx1"/>
                </a:solidFill>
              </a:rPr>
              <a:t>Idea : allow all users to delete their account, remind them</a:t>
            </a:r>
          </a:p>
        </p:txBody>
      </p:sp>
      <p:sp>
        <p:nvSpPr>
          <p:cNvPr id="77" name="Rectangle 76">
            <a:extLst>
              <a:ext uri="{FF2B5EF4-FFF2-40B4-BE49-F238E27FC236}">
                <a16:creationId xmlns:a16="http://schemas.microsoft.com/office/drawing/2014/main" id="{DA6E9BC9-C07D-45DB-B731-2B6AC3868F67}"/>
              </a:ext>
            </a:extLst>
          </p:cNvPr>
          <p:cNvSpPr/>
          <p:nvPr/>
        </p:nvSpPr>
        <p:spPr>
          <a:xfrm>
            <a:off x="7647098"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8" name="Rectangle 77">
            <a:extLst>
              <a:ext uri="{FF2B5EF4-FFF2-40B4-BE49-F238E27FC236}">
                <a16:creationId xmlns:a16="http://schemas.microsoft.com/office/drawing/2014/main" id="{697CC666-66F8-4199-94F2-E71BCAB344A1}"/>
              </a:ext>
            </a:extLst>
          </p:cNvPr>
          <p:cNvSpPr/>
          <p:nvPr/>
        </p:nvSpPr>
        <p:spPr>
          <a:xfrm>
            <a:off x="10964994"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9" name="Rectangle 78">
            <a:extLst>
              <a:ext uri="{FF2B5EF4-FFF2-40B4-BE49-F238E27FC236}">
                <a16:creationId xmlns:a16="http://schemas.microsoft.com/office/drawing/2014/main" id="{BC986993-793D-4505-B000-7D3EED2CEFBE}"/>
              </a:ext>
            </a:extLst>
          </p:cNvPr>
          <p:cNvSpPr/>
          <p:nvPr/>
        </p:nvSpPr>
        <p:spPr>
          <a:xfrm>
            <a:off x="9818466" y="581768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0" name="Rectangle 79">
            <a:extLst>
              <a:ext uri="{FF2B5EF4-FFF2-40B4-BE49-F238E27FC236}">
                <a16:creationId xmlns:a16="http://schemas.microsoft.com/office/drawing/2014/main" id="{C660B1FD-4449-4B84-AD65-851732BC19FB}"/>
              </a:ext>
            </a:extLst>
          </p:cNvPr>
          <p:cNvSpPr/>
          <p:nvPr/>
        </p:nvSpPr>
        <p:spPr>
          <a:xfrm>
            <a:off x="6529014"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1" name="Rectangle 80">
            <a:extLst>
              <a:ext uri="{FF2B5EF4-FFF2-40B4-BE49-F238E27FC236}">
                <a16:creationId xmlns:a16="http://schemas.microsoft.com/office/drawing/2014/main" id="{2AE4597B-4B66-4D44-B8B4-A2742FEDC1A1}"/>
              </a:ext>
            </a:extLst>
          </p:cNvPr>
          <p:cNvSpPr/>
          <p:nvPr/>
        </p:nvSpPr>
        <p:spPr>
          <a:xfrm>
            <a:off x="5424473" y="572386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2" name="Rectangle 81">
            <a:extLst>
              <a:ext uri="{FF2B5EF4-FFF2-40B4-BE49-F238E27FC236}">
                <a16:creationId xmlns:a16="http://schemas.microsoft.com/office/drawing/2014/main" id="{8C3012CE-5938-455C-9F46-9FC7D7B688CE}"/>
              </a:ext>
            </a:extLst>
          </p:cNvPr>
          <p:cNvSpPr/>
          <p:nvPr/>
        </p:nvSpPr>
        <p:spPr>
          <a:xfrm>
            <a:off x="8732782" y="581768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3" name="Rectangle 82">
            <a:extLst>
              <a:ext uri="{FF2B5EF4-FFF2-40B4-BE49-F238E27FC236}">
                <a16:creationId xmlns:a16="http://schemas.microsoft.com/office/drawing/2014/main" id="{FA65D5F0-39FE-4E71-9D71-36C0E730D110}"/>
              </a:ext>
            </a:extLst>
          </p:cNvPr>
          <p:cNvSpPr/>
          <p:nvPr/>
        </p:nvSpPr>
        <p:spPr>
          <a:xfrm>
            <a:off x="2876312" y="452095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Example : </a:t>
            </a:r>
          </a:p>
          <a:p>
            <a:pPr algn="ctr"/>
            <a:endParaRPr lang="en-US" sz="1000" dirty="0">
              <a:solidFill>
                <a:schemeClr val="tx1"/>
              </a:solidFill>
            </a:endParaRPr>
          </a:p>
          <a:p>
            <a:pPr algn="ctr"/>
            <a:r>
              <a:rPr lang="en-US" sz="1000" dirty="0">
                <a:solidFill>
                  <a:schemeClr val="tx1"/>
                </a:solidFill>
              </a:rPr>
              <a:t>Use nicknames instead of  real names</a:t>
            </a:r>
          </a:p>
        </p:txBody>
      </p:sp>
      <p:sp>
        <p:nvSpPr>
          <p:cNvPr id="84" name="Rectangle 83">
            <a:extLst>
              <a:ext uri="{FF2B5EF4-FFF2-40B4-BE49-F238E27FC236}">
                <a16:creationId xmlns:a16="http://schemas.microsoft.com/office/drawing/2014/main" id="{8E698183-558C-4A38-BCB1-0ECCBF231BD8}"/>
              </a:ext>
            </a:extLst>
          </p:cNvPr>
          <p:cNvSpPr/>
          <p:nvPr/>
        </p:nvSpPr>
        <p:spPr>
          <a:xfrm>
            <a:off x="7553906" y="243013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5" name="Rectangle 84">
            <a:extLst>
              <a:ext uri="{FF2B5EF4-FFF2-40B4-BE49-F238E27FC236}">
                <a16:creationId xmlns:a16="http://schemas.microsoft.com/office/drawing/2014/main" id="{4DBC74E0-91A4-4FCE-BE23-B14D4DCC42DC}"/>
              </a:ext>
            </a:extLst>
          </p:cNvPr>
          <p:cNvSpPr/>
          <p:nvPr/>
        </p:nvSpPr>
        <p:spPr>
          <a:xfrm>
            <a:off x="10778895" y="248475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6" name="Rectangle 85">
            <a:extLst>
              <a:ext uri="{FF2B5EF4-FFF2-40B4-BE49-F238E27FC236}">
                <a16:creationId xmlns:a16="http://schemas.microsoft.com/office/drawing/2014/main" id="{69799E5A-2204-49C1-86A3-D7C0A668A10E}"/>
              </a:ext>
            </a:extLst>
          </p:cNvPr>
          <p:cNvSpPr/>
          <p:nvPr/>
        </p:nvSpPr>
        <p:spPr>
          <a:xfrm>
            <a:off x="9714054" y="252485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7" name="Rectangle 86">
            <a:extLst>
              <a:ext uri="{FF2B5EF4-FFF2-40B4-BE49-F238E27FC236}">
                <a16:creationId xmlns:a16="http://schemas.microsoft.com/office/drawing/2014/main" id="{2AFA76D6-608D-4C84-A106-E85BBC4590DA}"/>
              </a:ext>
            </a:extLst>
          </p:cNvPr>
          <p:cNvSpPr/>
          <p:nvPr/>
        </p:nvSpPr>
        <p:spPr>
          <a:xfrm>
            <a:off x="6468222" y="24310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8" name="Rectangle 87">
            <a:extLst>
              <a:ext uri="{FF2B5EF4-FFF2-40B4-BE49-F238E27FC236}">
                <a16:creationId xmlns:a16="http://schemas.microsoft.com/office/drawing/2014/main" id="{0C3BCACA-BF2A-483B-B0C4-BD5E1A04BC4E}"/>
              </a:ext>
            </a:extLst>
          </p:cNvPr>
          <p:cNvSpPr/>
          <p:nvPr/>
        </p:nvSpPr>
        <p:spPr>
          <a:xfrm>
            <a:off x="5393758" y="24310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9" name="Rectangle 88">
            <a:extLst>
              <a:ext uri="{FF2B5EF4-FFF2-40B4-BE49-F238E27FC236}">
                <a16:creationId xmlns:a16="http://schemas.microsoft.com/office/drawing/2014/main" id="{A1F4B596-3ED6-4A9E-A44B-52CE774CF8F5}"/>
              </a:ext>
            </a:extLst>
          </p:cNvPr>
          <p:cNvSpPr/>
          <p:nvPr/>
        </p:nvSpPr>
        <p:spPr>
          <a:xfrm>
            <a:off x="8639590" y="252485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0" name="Rectangle 89">
            <a:extLst>
              <a:ext uri="{FF2B5EF4-FFF2-40B4-BE49-F238E27FC236}">
                <a16:creationId xmlns:a16="http://schemas.microsoft.com/office/drawing/2014/main" id="{B492F888-5B69-4235-8F03-A21B6F56B9EC}"/>
              </a:ext>
            </a:extLst>
          </p:cNvPr>
          <p:cNvSpPr/>
          <p:nvPr/>
        </p:nvSpPr>
        <p:spPr>
          <a:xfrm>
            <a:off x="6723291" y="349513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1" name="Rectangle 90">
            <a:extLst>
              <a:ext uri="{FF2B5EF4-FFF2-40B4-BE49-F238E27FC236}">
                <a16:creationId xmlns:a16="http://schemas.microsoft.com/office/drawing/2014/main" id="{6083B102-1D5E-4194-93FE-1AC9720045AF}"/>
              </a:ext>
            </a:extLst>
          </p:cNvPr>
          <p:cNvSpPr/>
          <p:nvPr/>
        </p:nvSpPr>
        <p:spPr>
          <a:xfrm>
            <a:off x="9948280" y="354975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2" name="Rectangle 91">
            <a:extLst>
              <a:ext uri="{FF2B5EF4-FFF2-40B4-BE49-F238E27FC236}">
                <a16:creationId xmlns:a16="http://schemas.microsoft.com/office/drawing/2014/main" id="{03C2B812-C4B5-42B3-9C9B-ED2CB678B739}"/>
              </a:ext>
            </a:extLst>
          </p:cNvPr>
          <p:cNvSpPr/>
          <p:nvPr/>
        </p:nvSpPr>
        <p:spPr>
          <a:xfrm>
            <a:off x="8883439" y="35898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3" name="Rectangle 92">
            <a:extLst>
              <a:ext uri="{FF2B5EF4-FFF2-40B4-BE49-F238E27FC236}">
                <a16:creationId xmlns:a16="http://schemas.microsoft.com/office/drawing/2014/main" id="{A1E267F3-E697-45C4-AA83-C145221840DF}"/>
              </a:ext>
            </a:extLst>
          </p:cNvPr>
          <p:cNvSpPr/>
          <p:nvPr/>
        </p:nvSpPr>
        <p:spPr>
          <a:xfrm>
            <a:off x="5637607" y="34960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4" name="Rectangle 93">
            <a:extLst>
              <a:ext uri="{FF2B5EF4-FFF2-40B4-BE49-F238E27FC236}">
                <a16:creationId xmlns:a16="http://schemas.microsoft.com/office/drawing/2014/main" id="{E2610A1B-40A7-4876-8EE0-8DC4873F4B9A}"/>
              </a:ext>
            </a:extLst>
          </p:cNvPr>
          <p:cNvSpPr/>
          <p:nvPr/>
        </p:nvSpPr>
        <p:spPr>
          <a:xfrm>
            <a:off x="4563143" y="34960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5" name="Rectangle 94">
            <a:extLst>
              <a:ext uri="{FF2B5EF4-FFF2-40B4-BE49-F238E27FC236}">
                <a16:creationId xmlns:a16="http://schemas.microsoft.com/office/drawing/2014/main" id="{041976D6-F5B1-4547-B729-4C96B0677096}"/>
              </a:ext>
            </a:extLst>
          </p:cNvPr>
          <p:cNvSpPr/>
          <p:nvPr/>
        </p:nvSpPr>
        <p:spPr>
          <a:xfrm>
            <a:off x="7808975" y="35898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6" name="Rectangle 95">
            <a:extLst>
              <a:ext uri="{FF2B5EF4-FFF2-40B4-BE49-F238E27FC236}">
                <a16:creationId xmlns:a16="http://schemas.microsoft.com/office/drawing/2014/main" id="{6084C97A-EDCB-4C3C-8D2D-07679D13AFD1}"/>
              </a:ext>
            </a:extLst>
          </p:cNvPr>
          <p:cNvSpPr/>
          <p:nvPr/>
        </p:nvSpPr>
        <p:spPr>
          <a:xfrm>
            <a:off x="6847130"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7" name="Rectangle 96">
            <a:extLst>
              <a:ext uri="{FF2B5EF4-FFF2-40B4-BE49-F238E27FC236}">
                <a16:creationId xmlns:a16="http://schemas.microsoft.com/office/drawing/2014/main" id="{679735C9-8727-4D5F-8D5E-2507B127E1BF}"/>
              </a:ext>
            </a:extLst>
          </p:cNvPr>
          <p:cNvSpPr/>
          <p:nvPr/>
        </p:nvSpPr>
        <p:spPr>
          <a:xfrm>
            <a:off x="10165026"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8" name="Rectangle 97">
            <a:extLst>
              <a:ext uri="{FF2B5EF4-FFF2-40B4-BE49-F238E27FC236}">
                <a16:creationId xmlns:a16="http://schemas.microsoft.com/office/drawing/2014/main" id="{BCE57F40-EA4A-44B9-979E-5A060731D648}"/>
              </a:ext>
            </a:extLst>
          </p:cNvPr>
          <p:cNvSpPr/>
          <p:nvPr/>
        </p:nvSpPr>
        <p:spPr>
          <a:xfrm>
            <a:off x="9018498" y="466036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9" name="Rectangle 98">
            <a:extLst>
              <a:ext uri="{FF2B5EF4-FFF2-40B4-BE49-F238E27FC236}">
                <a16:creationId xmlns:a16="http://schemas.microsoft.com/office/drawing/2014/main" id="{C895D0B0-4C49-4090-BA60-FDA6097A9C4B}"/>
              </a:ext>
            </a:extLst>
          </p:cNvPr>
          <p:cNvSpPr/>
          <p:nvPr/>
        </p:nvSpPr>
        <p:spPr>
          <a:xfrm>
            <a:off x="5729046"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100" name="Rectangle 99">
            <a:extLst>
              <a:ext uri="{FF2B5EF4-FFF2-40B4-BE49-F238E27FC236}">
                <a16:creationId xmlns:a16="http://schemas.microsoft.com/office/drawing/2014/main" id="{09C334F5-D7DE-4AE4-A76E-118533130EF1}"/>
              </a:ext>
            </a:extLst>
          </p:cNvPr>
          <p:cNvSpPr/>
          <p:nvPr/>
        </p:nvSpPr>
        <p:spPr>
          <a:xfrm>
            <a:off x="4624505" y="4566553"/>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101" name="Rectangle 100">
            <a:extLst>
              <a:ext uri="{FF2B5EF4-FFF2-40B4-BE49-F238E27FC236}">
                <a16:creationId xmlns:a16="http://schemas.microsoft.com/office/drawing/2014/main" id="{9AE8A1FE-5922-467F-90D4-AC2CB2799C5B}"/>
              </a:ext>
            </a:extLst>
          </p:cNvPr>
          <p:cNvSpPr/>
          <p:nvPr/>
        </p:nvSpPr>
        <p:spPr>
          <a:xfrm>
            <a:off x="7932814" y="466036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4007419682"/>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Hot air balloons above the clouds">
            <a:extLst>
              <a:ext uri="{FF2B5EF4-FFF2-40B4-BE49-F238E27FC236}">
                <a16:creationId xmlns:a16="http://schemas.microsoft.com/office/drawing/2014/main" id="{FADB3AC0-9DB2-47AD-A057-993D13840BD3}"/>
              </a:ext>
            </a:extLst>
          </p:cNvPr>
          <p:cNvPicPr>
            <a:picLocks noChangeAspect="1"/>
          </p:cNvPicPr>
          <p:nvPr/>
        </p:nvPicPr>
        <p:blipFill rotWithShape="1">
          <a:blip r:embed="rId2"/>
          <a:srcRect t="15730"/>
          <a:stretch/>
        </p:blipFill>
        <p:spPr>
          <a:xfrm>
            <a:off x="20" y="10"/>
            <a:ext cx="12191981" cy="6857990"/>
          </a:xfrm>
          <a:prstGeom prst="rect">
            <a:avLst/>
          </a:prstGeom>
        </p:spPr>
      </p:pic>
      <p:sp>
        <p:nvSpPr>
          <p:cNvPr id="4" name="Titre 3">
            <a:extLst>
              <a:ext uri="{FF2B5EF4-FFF2-40B4-BE49-F238E27FC236}">
                <a16:creationId xmlns:a16="http://schemas.microsoft.com/office/drawing/2014/main" id="{708637B1-3A8B-482F-A37B-3197A6CA7FFB}"/>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a:solidFill>
                  <a:schemeClr val="bg1"/>
                </a:solidFill>
              </a:rPr>
              <a:t>Going further</a:t>
            </a:r>
          </a:p>
        </p:txBody>
      </p:sp>
      <p:sp>
        <p:nvSpPr>
          <p:cNvPr id="5" name="Espace réservé du texte 4">
            <a:extLst>
              <a:ext uri="{FF2B5EF4-FFF2-40B4-BE49-F238E27FC236}">
                <a16:creationId xmlns:a16="http://schemas.microsoft.com/office/drawing/2014/main" id="{D245C8CD-D54E-4C77-A3D9-E9BB082BE36E}"/>
              </a:ext>
            </a:extLst>
          </p:cNvPr>
          <p:cNvSpPr>
            <a:spLocks noGrp="1"/>
          </p:cNvSpPr>
          <p:nvPr>
            <p:ph type="body" idx="1"/>
          </p:nvPr>
        </p:nvSpPr>
        <p:spPr>
          <a:xfrm>
            <a:off x="404553" y="5551469"/>
            <a:ext cx="9078562" cy="592975"/>
          </a:xfrm>
        </p:spPr>
        <p:txBody>
          <a:bodyPr vert="horz" lIns="91440" tIns="45720" rIns="91440" bIns="45720" rtlCol="0" anchor="ctr">
            <a:normAutofit fontScale="92500"/>
          </a:bodyPr>
          <a:lstStyle/>
          <a:p>
            <a:r>
              <a:rPr lang="en-US" sz="2800" dirty="0">
                <a:solidFill>
                  <a:schemeClr val="bg1"/>
                </a:solidFill>
              </a:rPr>
              <a:t>To infinity and beyond current knowledge and know-how</a:t>
            </a:r>
          </a:p>
        </p:txBody>
      </p:sp>
    </p:spTree>
    <p:extLst>
      <p:ext uri="{BB962C8B-B14F-4D97-AF65-F5344CB8AC3E}">
        <p14:creationId xmlns:p14="http://schemas.microsoft.com/office/powerpoint/2010/main" val="168356505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BECCEF-CA1E-4A28-BF48-916766C3DCB0}"/>
              </a:ext>
            </a:extLst>
          </p:cNvPr>
          <p:cNvSpPr>
            <a:spLocks noGrp="1"/>
          </p:cNvSpPr>
          <p:nvPr>
            <p:ph type="title"/>
          </p:nvPr>
        </p:nvSpPr>
        <p:spPr/>
        <p:txBody>
          <a:bodyPr/>
          <a:lstStyle/>
          <a:p>
            <a:r>
              <a:rPr lang="en-US"/>
              <a:t>Going Further</a:t>
            </a:r>
          </a:p>
        </p:txBody>
      </p:sp>
      <p:sp>
        <p:nvSpPr>
          <p:cNvPr id="3" name="Espace réservé du contenu 2">
            <a:extLst>
              <a:ext uri="{FF2B5EF4-FFF2-40B4-BE49-F238E27FC236}">
                <a16:creationId xmlns:a16="http://schemas.microsoft.com/office/drawing/2014/main" id="{51C9C311-14E4-46AF-93B3-939309100315}"/>
              </a:ext>
            </a:extLst>
          </p:cNvPr>
          <p:cNvSpPr>
            <a:spLocks noGrp="1"/>
          </p:cNvSpPr>
          <p:nvPr>
            <p:ph idx="1"/>
          </p:nvPr>
        </p:nvSpPr>
        <p:spPr>
          <a:xfrm>
            <a:off x="1115568" y="2478024"/>
            <a:ext cx="7380362" cy="2972865"/>
          </a:xfrm>
        </p:spPr>
        <p:txBody>
          <a:bodyPr>
            <a:normAutofit/>
          </a:bodyPr>
          <a:lstStyle/>
          <a:p>
            <a:pPr marL="0" indent="0">
              <a:buNone/>
            </a:pPr>
            <a:r>
              <a:rPr lang="en-US" sz="2000"/>
              <a:t>Other courses</a:t>
            </a:r>
          </a:p>
          <a:p>
            <a:r>
              <a:rPr lang="en-US" sz="2000"/>
              <a:t>Viral Transformation Concepts : Understanding the Viral approach to learning and knowledge sharing</a:t>
            </a:r>
          </a:p>
          <a:p>
            <a:r>
              <a:rPr lang="en-US" sz="2000"/>
              <a:t>#OSG Method Basics : Overview of the #OSG method</a:t>
            </a:r>
          </a:p>
          <a:p>
            <a:r>
              <a:rPr lang="en-US" sz="2000"/>
              <a:t>Setting up #OSG method in your Community in 10 steps : How to Start #OSG for your Community !</a:t>
            </a:r>
          </a:p>
        </p:txBody>
      </p:sp>
    </p:spTree>
    <p:extLst>
      <p:ext uri="{BB962C8B-B14F-4D97-AF65-F5344CB8AC3E}">
        <p14:creationId xmlns:p14="http://schemas.microsoft.com/office/powerpoint/2010/main" val="273309734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Network connection abstract against a white background">
            <a:extLst>
              <a:ext uri="{FF2B5EF4-FFF2-40B4-BE49-F238E27FC236}">
                <a16:creationId xmlns:a16="http://schemas.microsoft.com/office/drawing/2014/main" id="{2AE5FF30-1F1F-4AFE-A7CB-D5209F386DA5}"/>
              </a:ext>
            </a:extLst>
          </p:cNvPr>
          <p:cNvPicPr>
            <a:picLocks noChangeAspect="1"/>
          </p:cNvPicPr>
          <p:nvPr/>
        </p:nvPicPr>
        <p:blipFill rotWithShape="1">
          <a:blip r:embed="rId2"/>
          <a:srcRect t="15730"/>
          <a:stretch/>
        </p:blipFill>
        <p:spPr>
          <a:xfrm>
            <a:off x="-3047" y="10"/>
            <a:ext cx="12191999" cy="6857990"/>
          </a:xfrm>
          <a:prstGeom prst="rect">
            <a:avLst/>
          </a:prstGeom>
        </p:spPr>
      </p:pic>
      <p:sp>
        <p:nvSpPr>
          <p:cNvPr id="4" name="Titre 3">
            <a:extLst>
              <a:ext uri="{FF2B5EF4-FFF2-40B4-BE49-F238E27FC236}">
                <a16:creationId xmlns:a16="http://schemas.microsoft.com/office/drawing/2014/main" id="{7B77F2C7-0AEA-4C62-93AE-41454A6B95D2}"/>
              </a:ext>
            </a:extLst>
          </p:cNvPr>
          <p:cNvSpPr>
            <a:spLocks noGrp="1"/>
          </p:cNvSpPr>
          <p:nvPr>
            <p:ph type="title"/>
          </p:nvPr>
        </p:nvSpPr>
        <p:spPr>
          <a:xfrm>
            <a:off x="565062" y="1509693"/>
            <a:ext cx="4576105" cy="3286242"/>
          </a:xfrm>
          <a:effectLst>
            <a:outerShdw blurRad="50800" dist="38100" dir="2700000" algn="tl" rotWithShape="0">
              <a:prstClr val="black">
                <a:alpha val="40000"/>
              </a:prstClr>
            </a:outerShdw>
          </a:effectLst>
        </p:spPr>
        <p:txBody>
          <a:bodyPr>
            <a:normAutofit/>
          </a:bodyPr>
          <a:lstStyle/>
          <a:p>
            <a:pPr algn="ctr"/>
            <a:r>
              <a:rPr lang="fr-FR" sz="8000">
                <a:solidFill>
                  <a:srgbClr val="EC7B2B"/>
                </a:solidFill>
              </a:rPr>
              <a:t>Viral</a:t>
            </a:r>
            <a:r>
              <a:rPr lang="fr-FR" sz="4400">
                <a:solidFill>
                  <a:srgbClr val="3494BA"/>
                </a:solidFill>
              </a:rPr>
              <a:t> Transformation</a:t>
            </a:r>
            <a:br>
              <a:rPr lang="fr-FR" sz="4400">
                <a:solidFill>
                  <a:srgbClr val="3494BA"/>
                </a:solidFill>
              </a:rPr>
            </a:br>
            <a:r>
              <a:rPr lang="fr-FR" sz="4400">
                <a:solidFill>
                  <a:srgbClr val="3494BA"/>
                </a:solidFill>
              </a:rPr>
              <a:t>Concepts</a:t>
            </a:r>
          </a:p>
        </p:txBody>
      </p:sp>
      <p:sp>
        <p:nvSpPr>
          <p:cNvPr id="5" name="Sous-titre 4">
            <a:extLst>
              <a:ext uri="{FF2B5EF4-FFF2-40B4-BE49-F238E27FC236}">
                <a16:creationId xmlns:a16="http://schemas.microsoft.com/office/drawing/2014/main" id="{CBD6BEA6-B40F-4B11-A1A9-6986684C0947}"/>
              </a:ext>
            </a:extLst>
          </p:cNvPr>
          <p:cNvSpPr>
            <a:spLocks noGrp="1"/>
          </p:cNvSpPr>
          <p:nvPr>
            <p:ph idx="1"/>
          </p:nvPr>
        </p:nvSpPr>
        <p:spPr>
          <a:xfrm>
            <a:off x="7427166" y="522515"/>
            <a:ext cx="4500341" cy="5612363"/>
          </a:xfrm>
          <a:solidFill>
            <a:srgbClr val="FFFFFF"/>
          </a:solidFill>
          <a:effectLst>
            <a:outerShdw blurRad="50800" dist="38100" dir="2700000" algn="tl" rotWithShape="0">
              <a:prstClr val="black">
                <a:alpha val="40000"/>
              </a:prstClr>
            </a:outerShdw>
          </a:effectLst>
        </p:spPr>
        <p:txBody>
          <a:bodyPr>
            <a:normAutofit/>
          </a:bodyPr>
          <a:lstStyle/>
          <a:p>
            <a:pPr marL="0" indent="0" algn="ctr">
              <a:buNone/>
            </a:pPr>
            <a:r>
              <a:rPr lang="en-US" sz="1800"/>
              <a:t>Course pitch and content summary</a:t>
            </a:r>
          </a:p>
          <a:p>
            <a:pPr marL="0" indent="0" algn="ctr">
              <a:buNone/>
            </a:pPr>
            <a:endParaRPr lang="en-US" sz="1800"/>
          </a:p>
          <a:p>
            <a:pPr marL="0" indent="0">
              <a:buNone/>
            </a:pPr>
            <a:r>
              <a:rPr lang="en-US" sz="1800"/>
              <a:t>Viral transformation is a new way of thinking large scale education and formal training. Discovers what are the big ideas, inspirations and concepts that you can adapt afterwards in your organization.</a:t>
            </a:r>
          </a:p>
          <a:p>
            <a:pPr marL="0" indent="0">
              <a:buNone/>
            </a:pPr>
            <a:endParaRPr lang="en-US" sz="1800"/>
          </a:p>
          <a:p>
            <a:pPr marL="0" indent="0">
              <a:buNone/>
            </a:pPr>
            <a:r>
              <a:rPr lang="en-US" sz="1800"/>
              <a:t>What is Viral Transformation ? </a:t>
            </a:r>
          </a:p>
          <a:p>
            <a:pPr marL="0" indent="0">
              <a:buNone/>
            </a:pPr>
            <a:r>
              <a:rPr lang="en-US" sz="1800"/>
              <a:t>Why foster Viral Transformation ?</a:t>
            </a:r>
          </a:p>
          <a:p>
            <a:pPr marL="0" indent="0">
              <a:buNone/>
            </a:pPr>
            <a:r>
              <a:rPr lang="en-US" sz="1800"/>
              <a:t>How do we foster Viral Transformation ?</a:t>
            </a:r>
          </a:p>
          <a:p>
            <a:pPr marL="0" indent="0">
              <a:buNone/>
            </a:pPr>
            <a:r>
              <a:rPr lang="en-US" sz="1800"/>
              <a:t>Models &amp; Examples</a:t>
            </a:r>
          </a:p>
          <a:p>
            <a:pPr marL="0" indent="0">
              <a:buNone/>
            </a:pPr>
            <a:r>
              <a:rPr lang="en-US" sz="1800"/>
              <a:t>Factors of Viral Transformation</a:t>
            </a:r>
          </a:p>
          <a:p>
            <a:pPr marL="0" indent="0">
              <a:buNone/>
            </a:pPr>
            <a:endParaRPr lang="en-US" sz="1800"/>
          </a:p>
        </p:txBody>
      </p:sp>
    </p:spTree>
    <p:extLst>
      <p:ext uri="{BB962C8B-B14F-4D97-AF65-F5344CB8AC3E}">
        <p14:creationId xmlns:p14="http://schemas.microsoft.com/office/powerpoint/2010/main" val="42065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e image contenant texte, intérieur, document&#10;&#10;Description générée automatiquement">
            <a:extLst>
              <a:ext uri="{FF2B5EF4-FFF2-40B4-BE49-F238E27FC236}">
                <a16:creationId xmlns:a16="http://schemas.microsoft.com/office/drawing/2014/main" id="{D18C6DDB-9C31-4722-9EE3-B337815E88C9}"/>
              </a:ext>
            </a:extLst>
          </p:cNvPr>
          <p:cNvPicPr>
            <a:picLocks noChangeAspect="1"/>
          </p:cNvPicPr>
          <p:nvPr/>
        </p:nvPicPr>
        <p:blipFill rotWithShape="1">
          <a:blip r:embed="rId2"/>
          <a:srcRect l="13604" r="17217"/>
          <a:stretch/>
        </p:blipFill>
        <p:spPr>
          <a:xfrm>
            <a:off x="-2" y="10"/>
            <a:ext cx="7134227" cy="6857990"/>
          </a:xfrm>
          <a:prstGeom prst="rect">
            <a:avLst/>
          </a:prstGeom>
        </p:spPr>
      </p:pic>
      <p:sp>
        <p:nvSpPr>
          <p:cNvPr id="2" name="Titre 1">
            <a:extLst>
              <a:ext uri="{FF2B5EF4-FFF2-40B4-BE49-F238E27FC236}">
                <a16:creationId xmlns:a16="http://schemas.microsoft.com/office/drawing/2014/main" id="{7DE47E97-0751-4CAA-B82A-CE4633370F17}"/>
              </a:ext>
            </a:extLst>
          </p:cNvPr>
          <p:cNvSpPr>
            <a:spLocks noGrp="1"/>
          </p:cNvSpPr>
          <p:nvPr>
            <p:ph type="ctrTitle"/>
          </p:nvPr>
        </p:nvSpPr>
        <p:spPr>
          <a:xfrm>
            <a:off x="7474998" y="1122363"/>
            <a:ext cx="4396962" cy="3204134"/>
          </a:xfrm>
        </p:spPr>
        <p:txBody>
          <a:bodyPr anchor="b">
            <a:normAutofit/>
          </a:bodyPr>
          <a:lstStyle/>
          <a:p>
            <a:r>
              <a:rPr lang="en-US" sz="3700" dirty="0"/>
              <a:t>#OSG Method for Viral Learning in your Community</a:t>
            </a:r>
          </a:p>
        </p:txBody>
      </p:sp>
      <p:sp>
        <p:nvSpPr>
          <p:cNvPr id="3" name="Sous-titre 2">
            <a:extLst>
              <a:ext uri="{FF2B5EF4-FFF2-40B4-BE49-F238E27FC236}">
                <a16:creationId xmlns:a16="http://schemas.microsoft.com/office/drawing/2014/main" id="{B1A56EAD-351E-4CD6-B0B6-CF28C2E4576F}"/>
              </a:ext>
            </a:extLst>
          </p:cNvPr>
          <p:cNvSpPr>
            <a:spLocks noGrp="1"/>
          </p:cNvSpPr>
          <p:nvPr>
            <p:ph type="subTitle" idx="1"/>
          </p:nvPr>
        </p:nvSpPr>
        <p:spPr>
          <a:xfrm>
            <a:off x="7848600" y="4872922"/>
            <a:ext cx="4023360" cy="1208141"/>
          </a:xfrm>
        </p:spPr>
        <p:txBody>
          <a:bodyPr>
            <a:normAutofit/>
          </a:bodyPr>
          <a:lstStyle/>
          <a:p>
            <a:r>
              <a:rPr lang="en-US" sz="2000"/>
              <a:t>Develop knowledge sharing in communities</a:t>
            </a:r>
          </a:p>
        </p:txBody>
      </p:sp>
    </p:spTree>
    <p:extLst>
      <p:ext uri="{BB962C8B-B14F-4D97-AF65-F5344CB8AC3E}">
        <p14:creationId xmlns:p14="http://schemas.microsoft.com/office/powerpoint/2010/main" val="76882739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218827-E9CA-4FD5-B165-C3DC6B3447ED}"/>
              </a:ext>
            </a:extLst>
          </p:cNvPr>
          <p:cNvSpPr>
            <a:spLocks noGrp="1"/>
          </p:cNvSpPr>
          <p:nvPr>
            <p:ph type="title"/>
          </p:nvPr>
        </p:nvSpPr>
        <p:spPr/>
        <p:txBody>
          <a:bodyPr>
            <a:normAutofit fontScale="90000"/>
          </a:bodyPr>
          <a:lstStyle/>
          <a:p>
            <a:r>
              <a:rPr lang="en-US" dirty="0"/>
              <a:t>The many realities behind ONE word : Community </a:t>
            </a:r>
          </a:p>
        </p:txBody>
      </p:sp>
      <p:grpSp>
        <p:nvGrpSpPr>
          <p:cNvPr id="4" name="Groupe 3">
            <a:extLst>
              <a:ext uri="{FF2B5EF4-FFF2-40B4-BE49-F238E27FC236}">
                <a16:creationId xmlns:a16="http://schemas.microsoft.com/office/drawing/2014/main" id="{8179FAF6-140F-473C-A4C9-EAC16EEF0449}"/>
              </a:ext>
            </a:extLst>
          </p:cNvPr>
          <p:cNvGrpSpPr/>
          <p:nvPr/>
        </p:nvGrpSpPr>
        <p:grpSpPr>
          <a:xfrm>
            <a:off x="793825" y="2305126"/>
            <a:ext cx="1588490" cy="1306864"/>
            <a:chOff x="5468385" y="2437161"/>
            <a:chExt cx="1588490" cy="1306864"/>
          </a:xfrm>
        </p:grpSpPr>
        <p:grpSp>
          <p:nvGrpSpPr>
            <p:cNvPr id="5" name="Groupe 4">
              <a:extLst>
                <a:ext uri="{FF2B5EF4-FFF2-40B4-BE49-F238E27FC236}">
                  <a16:creationId xmlns:a16="http://schemas.microsoft.com/office/drawing/2014/main" id="{E4FB29AD-F8E3-465A-9C9B-01E4919FF7A4}"/>
                </a:ext>
              </a:extLst>
            </p:cNvPr>
            <p:cNvGrpSpPr/>
            <p:nvPr/>
          </p:nvGrpSpPr>
          <p:grpSpPr>
            <a:xfrm>
              <a:off x="5958602" y="2814201"/>
              <a:ext cx="482060" cy="476703"/>
              <a:chOff x="5958602" y="2814201"/>
              <a:chExt cx="482060" cy="476703"/>
            </a:xfrm>
          </p:grpSpPr>
          <p:sp>
            <p:nvSpPr>
              <p:cNvPr id="40" name="Ellipse 39">
                <a:extLst>
                  <a:ext uri="{FF2B5EF4-FFF2-40B4-BE49-F238E27FC236}">
                    <a16:creationId xmlns:a16="http://schemas.microsoft.com/office/drawing/2014/main" id="{804BCC65-934F-4F94-9FF6-B4AE56391D8D}"/>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que 40" descr="Utilisateur avec un remplissage uni">
                <a:extLst>
                  <a:ext uri="{FF2B5EF4-FFF2-40B4-BE49-F238E27FC236}">
                    <a16:creationId xmlns:a16="http://schemas.microsoft.com/office/drawing/2014/main" id="{4E665CB4-F950-452A-8422-3984442C9F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8602" y="3001738"/>
                <a:ext cx="187537" cy="187537"/>
              </a:xfrm>
              <a:prstGeom prst="rect">
                <a:avLst/>
              </a:prstGeom>
            </p:spPr>
          </p:pic>
          <p:pic>
            <p:nvPicPr>
              <p:cNvPr id="42" name="Graphique 41" descr="Utilisateur avec un remplissage uni">
                <a:extLst>
                  <a:ext uri="{FF2B5EF4-FFF2-40B4-BE49-F238E27FC236}">
                    <a16:creationId xmlns:a16="http://schemas.microsoft.com/office/drawing/2014/main" id="{F72754C6-39F2-403C-9AD2-32C32B74DC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5754" y="2814201"/>
                <a:ext cx="187537" cy="187537"/>
              </a:xfrm>
              <a:prstGeom prst="rect">
                <a:avLst/>
              </a:prstGeom>
            </p:spPr>
          </p:pic>
          <p:pic>
            <p:nvPicPr>
              <p:cNvPr id="43" name="Graphique 42" descr="Utilisateur avec un remplissage uni">
                <a:extLst>
                  <a:ext uri="{FF2B5EF4-FFF2-40B4-BE49-F238E27FC236}">
                    <a16:creationId xmlns:a16="http://schemas.microsoft.com/office/drawing/2014/main" id="{B9EDB71D-D62F-471B-8FF4-E65AF70BE5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3125" y="3001738"/>
                <a:ext cx="187537" cy="187537"/>
              </a:xfrm>
              <a:prstGeom prst="rect">
                <a:avLst/>
              </a:prstGeom>
            </p:spPr>
          </p:pic>
          <p:cxnSp>
            <p:nvCxnSpPr>
              <p:cNvPr id="44" name="Connecteur droit 43">
                <a:extLst>
                  <a:ext uri="{FF2B5EF4-FFF2-40B4-BE49-F238E27FC236}">
                    <a16:creationId xmlns:a16="http://schemas.microsoft.com/office/drawing/2014/main" id="{42DD5453-85E7-49F9-8E0F-952F65024819}"/>
                  </a:ext>
                </a:extLst>
              </p:cNvPr>
              <p:cNvCxnSpPr>
                <a:cxnSpLocks/>
                <a:stCxn id="41" idx="3"/>
                <a:endCxn id="42"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3E282BF2-BA2D-4173-B1E1-1017006D3669}"/>
                  </a:ext>
                </a:extLst>
              </p:cNvPr>
              <p:cNvCxnSpPr>
                <a:cxnSpLocks/>
                <a:stCxn id="41" idx="3"/>
                <a:endCxn id="43"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D97581FD-3AB1-48C7-B3CC-11D9ABB22737}"/>
                  </a:ext>
                </a:extLst>
              </p:cNvPr>
              <p:cNvCxnSpPr>
                <a:cxnSpLocks/>
                <a:stCxn id="42" idx="2"/>
                <a:endCxn id="43"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6" name="Graphique 5" descr="Utilisateur avec un remplissage uni">
              <a:extLst>
                <a:ext uri="{FF2B5EF4-FFF2-40B4-BE49-F238E27FC236}">
                  <a16:creationId xmlns:a16="http://schemas.microsoft.com/office/drawing/2014/main" id="{16F907AE-7D09-4F15-9B36-21482A1EA14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6324" y="3376812"/>
              <a:ext cx="187537" cy="187537"/>
            </a:xfrm>
            <a:prstGeom prst="rect">
              <a:avLst/>
            </a:prstGeom>
          </p:spPr>
        </p:pic>
        <p:pic>
          <p:nvPicPr>
            <p:cNvPr id="7" name="Graphique 6" descr="Utilisateur avec un remplissage uni">
              <a:extLst>
                <a:ext uri="{FF2B5EF4-FFF2-40B4-BE49-F238E27FC236}">
                  <a16:creationId xmlns:a16="http://schemas.microsoft.com/office/drawing/2014/main" id="{4B9827BC-18AB-4305-A8AA-BBBDBDCCAE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53125" y="3556488"/>
              <a:ext cx="187537" cy="187537"/>
            </a:xfrm>
            <a:prstGeom prst="rect">
              <a:avLst/>
            </a:prstGeom>
          </p:spPr>
        </p:pic>
        <p:pic>
          <p:nvPicPr>
            <p:cNvPr id="8" name="Graphique 7" descr="Utilisateur avec un remplissage uni">
              <a:extLst>
                <a:ext uri="{FF2B5EF4-FFF2-40B4-BE49-F238E27FC236}">
                  <a16:creationId xmlns:a16="http://schemas.microsoft.com/office/drawing/2014/main" id="{E0AF250B-4475-40C8-931E-4CBB659218E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30815" y="3267322"/>
              <a:ext cx="187537" cy="187537"/>
            </a:xfrm>
            <a:prstGeom prst="rect">
              <a:avLst/>
            </a:prstGeom>
          </p:spPr>
        </p:pic>
        <p:pic>
          <p:nvPicPr>
            <p:cNvPr id="9" name="Graphique 8" descr="Utilisateur avec un remplissage uni">
              <a:extLst>
                <a:ext uri="{FF2B5EF4-FFF2-40B4-BE49-F238E27FC236}">
                  <a16:creationId xmlns:a16="http://schemas.microsoft.com/office/drawing/2014/main" id="{AB23030B-6E50-41B9-A978-9E274D3901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7616" y="3446998"/>
              <a:ext cx="187537" cy="187537"/>
            </a:xfrm>
            <a:prstGeom prst="rect">
              <a:avLst/>
            </a:prstGeom>
          </p:spPr>
        </p:pic>
        <p:pic>
          <p:nvPicPr>
            <p:cNvPr id="10" name="Graphique 9" descr="Utilisateur avec un remplissage uni">
              <a:extLst>
                <a:ext uri="{FF2B5EF4-FFF2-40B4-BE49-F238E27FC236}">
                  <a16:creationId xmlns:a16="http://schemas.microsoft.com/office/drawing/2014/main" id="{1701CD11-61E5-4810-A24B-BEDB4880C3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0662" y="3138461"/>
              <a:ext cx="187537" cy="187537"/>
            </a:xfrm>
            <a:prstGeom prst="rect">
              <a:avLst/>
            </a:prstGeom>
          </p:spPr>
        </p:pic>
        <p:pic>
          <p:nvPicPr>
            <p:cNvPr id="11" name="Graphique 10" descr="Utilisateur avec un remplissage uni">
              <a:extLst>
                <a:ext uri="{FF2B5EF4-FFF2-40B4-BE49-F238E27FC236}">
                  <a16:creationId xmlns:a16="http://schemas.microsoft.com/office/drawing/2014/main" id="{A0A7DC3B-8872-4FAC-9FF7-EED1C9BB448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7463" y="3318137"/>
              <a:ext cx="187537" cy="187537"/>
            </a:xfrm>
            <a:prstGeom prst="rect">
              <a:avLst/>
            </a:prstGeom>
          </p:spPr>
        </p:pic>
        <p:pic>
          <p:nvPicPr>
            <p:cNvPr id="12" name="Graphique 11" descr="Utilisateur avec un remplissage uni">
              <a:extLst>
                <a:ext uri="{FF2B5EF4-FFF2-40B4-BE49-F238E27FC236}">
                  <a16:creationId xmlns:a16="http://schemas.microsoft.com/office/drawing/2014/main" id="{A9398B10-B523-4A71-BC1D-B39061E669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1954" y="3208647"/>
              <a:ext cx="187537" cy="187537"/>
            </a:xfrm>
            <a:prstGeom prst="rect">
              <a:avLst/>
            </a:prstGeom>
          </p:spPr>
        </p:pic>
        <p:pic>
          <p:nvPicPr>
            <p:cNvPr id="13" name="Graphique 12" descr="Utilisateur avec un remplissage uni">
              <a:extLst>
                <a:ext uri="{FF2B5EF4-FFF2-40B4-BE49-F238E27FC236}">
                  <a16:creationId xmlns:a16="http://schemas.microsoft.com/office/drawing/2014/main" id="{93F41C53-F2ED-4A1A-8211-2BA245EFDA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2073" y="3358814"/>
              <a:ext cx="187537" cy="187537"/>
            </a:xfrm>
            <a:prstGeom prst="rect">
              <a:avLst/>
            </a:prstGeom>
          </p:spPr>
        </p:pic>
        <p:pic>
          <p:nvPicPr>
            <p:cNvPr id="14" name="Graphique 13" descr="Utilisateur avec un remplissage uni">
              <a:extLst>
                <a:ext uri="{FF2B5EF4-FFF2-40B4-BE49-F238E27FC236}">
                  <a16:creationId xmlns:a16="http://schemas.microsoft.com/office/drawing/2014/main" id="{B3CD38BA-6B7A-432D-B9C1-8987B708D4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63365" y="3429000"/>
              <a:ext cx="187537" cy="187537"/>
            </a:xfrm>
            <a:prstGeom prst="rect">
              <a:avLst/>
            </a:prstGeom>
          </p:spPr>
        </p:pic>
        <p:pic>
          <p:nvPicPr>
            <p:cNvPr id="15" name="Graphique 14" descr="Utilisateur avec un remplissage uni">
              <a:extLst>
                <a:ext uri="{FF2B5EF4-FFF2-40B4-BE49-F238E27FC236}">
                  <a16:creationId xmlns:a16="http://schemas.microsoft.com/office/drawing/2014/main" id="{102B10F4-0576-4B04-9DA3-E30DDE01AB1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73212" y="3300139"/>
              <a:ext cx="187537" cy="187537"/>
            </a:xfrm>
            <a:prstGeom prst="rect">
              <a:avLst/>
            </a:prstGeom>
          </p:spPr>
        </p:pic>
        <p:pic>
          <p:nvPicPr>
            <p:cNvPr id="16" name="Graphique 15" descr="Utilisateur avec un remplissage uni">
              <a:extLst>
                <a:ext uri="{FF2B5EF4-FFF2-40B4-BE49-F238E27FC236}">
                  <a16:creationId xmlns:a16="http://schemas.microsoft.com/office/drawing/2014/main" id="{E901767E-D7CE-4081-83D5-1844A995A3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7415" y="3272906"/>
              <a:ext cx="187537" cy="187537"/>
            </a:xfrm>
            <a:prstGeom prst="rect">
              <a:avLst/>
            </a:prstGeom>
          </p:spPr>
        </p:pic>
        <p:pic>
          <p:nvPicPr>
            <p:cNvPr id="17" name="Graphique 16" descr="Utilisateur avec un remplissage uni">
              <a:extLst>
                <a:ext uri="{FF2B5EF4-FFF2-40B4-BE49-F238E27FC236}">
                  <a16:creationId xmlns:a16="http://schemas.microsoft.com/office/drawing/2014/main" id="{2BD2DC5D-D9C4-4131-ADAF-C727B2B826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906" y="3163416"/>
              <a:ext cx="187537" cy="187537"/>
            </a:xfrm>
            <a:prstGeom prst="rect">
              <a:avLst/>
            </a:prstGeom>
          </p:spPr>
        </p:pic>
        <p:pic>
          <p:nvPicPr>
            <p:cNvPr id="18" name="Graphique 17" descr="Utilisateur avec un remplissage uni">
              <a:extLst>
                <a:ext uri="{FF2B5EF4-FFF2-40B4-BE49-F238E27FC236}">
                  <a16:creationId xmlns:a16="http://schemas.microsoft.com/office/drawing/2014/main" id="{02D4A833-6D19-4E4F-9F18-8553BB7639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1691" y="2987670"/>
              <a:ext cx="187537" cy="187537"/>
            </a:xfrm>
            <a:prstGeom prst="rect">
              <a:avLst/>
            </a:prstGeom>
          </p:spPr>
        </p:pic>
        <p:pic>
          <p:nvPicPr>
            <p:cNvPr id="19" name="Graphique 18" descr="Utilisateur avec un remplissage uni">
              <a:extLst>
                <a:ext uri="{FF2B5EF4-FFF2-40B4-BE49-F238E27FC236}">
                  <a16:creationId xmlns:a16="http://schemas.microsoft.com/office/drawing/2014/main" id="{58976F62-4448-47B1-B5C1-91A62D4D2B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88519" y="2808305"/>
              <a:ext cx="187537" cy="187537"/>
            </a:xfrm>
            <a:prstGeom prst="rect">
              <a:avLst/>
            </a:prstGeom>
          </p:spPr>
        </p:pic>
        <p:pic>
          <p:nvPicPr>
            <p:cNvPr id="20" name="Graphique 19" descr="Utilisateur avec un remplissage uni">
              <a:extLst>
                <a:ext uri="{FF2B5EF4-FFF2-40B4-BE49-F238E27FC236}">
                  <a16:creationId xmlns:a16="http://schemas.microsoft.com/office/drawing/2014/main" id="{40131467-434F-4D63-9FC5-F133B6E3C6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43861" y="2722397"/>
              <a:ext cx="187537" cy="187537"/>
            </a:xfrm>
            <a:prstGeom prst="rect">
              <a:avLst/>
            </a:prstGeom>
          </p:spPr>
        </p:pic>
        <p:pic>
          <p:nvPicPr>
            <p:cNvPr id="21" name="Graphique 20" descr="Utilisateur avec un remplissage uni">
              <a:extLst>
                <a:ext uri="{FF2B5EF4-FFF2-40B4-BE49-F238E27FC236}">
                  <a16:creationId xmlns:a16="http://schemas.microsoft.com/office/drawing/2014/main" id="{868EB4C7-E9A1-4DDA-AF29-8AC5949235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8352" y="2612907"/>
              <a:ext cx="187537" cy="187537"/>
            </a:xfrm>
            <a:prstGeom prst="rect">
              <a:avLst/>
            </a:prstGeom>
          </p:spPr>
        </p:pic>
        <p:pic>
          <p:nvPicPr>
            <p:cNvPr id="22" name="Graphique 21" descr="Utilisateur avec un remplissage uni">
              <a:extLst>
                <a:ext uri="{FF2B5EF4-FFF2-40B4-BE49-F238E27FC236}">
                  <a16:creationId xmlns:a16="http://schemas.microsoft.com/office/drawing/2014/main" id="{932D9A0D-FAA3-4F90-844D-2AFB9CFB3A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98137" y="2437161"/>
              <a:ext cx="187537" cy="187537"/>
            </a:xfrm>
            <a:prstGeom prst="rect">
              <a:avLst/>
            </a:prstGeom>
          </p:spPr>
        </p:pic>
        <p:pic>
          <p:nvPicPr>
            <p:cNvPr id="23" name="Graphique 22" descr="Utilisateur avec un remplissage uni">
              <a:extLst>
                <a:ext uri="{FF2B5EF4-FFF2-40B4-BE49-F238E27FC236}">
                  <a16:creationId xmlns:a16="http://schemas.microsoft.com/office/drawing/2014/main" id="{FD999F76-FB25-4500-A66D-48A49C1811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8826" y="2580060"/>
              <a:ext cx="187537" cy="187537"/>
            </a:xfrm>
            <a:prstGeom prst="rect">
              <a:avLst/>
            </a:prstGeom>
          </p:spPr>
        </p:pic>
        <p:pic>
          <p:nvPicPr>
            <p:cNvPr id="24" name="Graphique 23" descr="Utilisateur avec un remplissage uni">
              <a:extLst>
                <a:ext uri="{FF2B5EF4-FFF2-40B4-BE49-F238E27FC236}">
                  <a16:creationId xmlns:a16="http://schemas.microsoft.com/office/drawing/2014/main" id="{FF89EF43-B3B4-4C34-A715-FA4CD39049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317" y="2470570"/>
              <a:ext cx="187537" cy="187537"/>
            </a:xfrm>
            <a:prstGeom prst="rect">
              <a:avLst/>
            </a:prstGeom>
          </p:spPr>
        </p:pic>
        <p:pic>
          <p:nvPicPr>
            <p:cNvPr id="25" name="Graphique 24" descr="Utilisateur avec un remplissage uni">
              <a:extLst>
                <a:ext uri="{FF2B5EF4-FFF2-40B4-BE49-F238E27FC236}">
                  <a16:creationId xmlns:a16="http://schemas.microsoft.com/office/drawing/2014/main" id="{A51CB2F6-84EB-45FE-B0C7-56DD49D488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80118" y="2650246"/>
              <a:ext cx="187537" cy="187537"/>
            </a:xfrm>
            <a:prstGeom prst="rect">
              <a:avLst/>
            </a:prstGeom>
          </p:spPr>
        </p:pic>
        <p:pic>
          <p:nvPicPr>
            <p:cNvPr id="26" name="Graphique 25" descr="Utilisateur avec un remplissage uni">
              <a:extLst>
                <a:ext uri="{FF2B5EF4-FFF2-40B4-BE49-F238E27FC236}">
                  <a16:creationId xmlns:a16="http://schemas.microsoft.com/office/drawing/2014/main" id="{C8FC2FE0-9362-49AF-93C1-3ABFFFA5EC8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89965" y="2521385"/>
              <a:ext cx="187537" cy="187537"/>
            </a:xfrm>
            <a:prstGeom prst="rect">
              <a:avLst/>
            </a:prstGeom>
          </p:spPr>
        </p:pic>
        <p:pic>
          <p:nvPicPr>
            <p:cNvPr id="27" name="Graphique 26" descr="Utilisateur avec un remplissage uni">
              <a:extLst>
                <a:ext uri="{FF2B5EF4-FFF2-40B4-BE49-F238E27FC236}">
                  <a16:creationId xmlns:a16="http://schemas.microsoft.com/office/drawing/2014/main" id="{203EC2BB-2CE0-445A-83F9-3B701243B1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54575" y="2562062"/>
              <a:ext cx="187537" cy="187537"/>
            </a:xfrm>
            <a:prstGeom prst="rect">
              <a:avLst/>
            </a:prstGeom>
          </p:spPr>
        </p:pic>
        <p:pic>
          <p:nvPicPr>
            <p:cNvPr id="28" name="Graphique 27" descr="Utilisateur avec un remplissage uni">
              <a:extLst>
                <a:ext uri="{FF2B5EF4-FFF2-40B4-BE49-F238E27FC236}">
                  <a16:creationId xmlns:a16="http://schemas.microsoft.com/office/drawing/2014/main" id="{E6AF1F39-AA6D-425E-A33C-0F0C8DDEB3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85867" y="2632248"/>
              <a:ext cx="187537" cy="187537"/>
            </a:xfrm>
            <a:prstGeom prst="rect">
              <a:avLst/>
            </a:prstGeom>
          </p:spPr>
        </p:pic>
        <p:pic>
          <p:nvPicPr>
            <p:cNvPr id="29" name="Graphique 28" descr="Utilisateur avec un remplissage uni">
              <a:extLst>
                <a:ext uri="{FF2B5EF4-FFF2-40B4-BE49-F238E27FC236}">
                  <a16:creationId xmlns:a16="http://schemas.microsoft.com/office/drawing/2014/main" id="{BF9DBF74-BB16-4737-8B3D-D2ACF76D93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95714" y="2503387"/>
              <a:ext cx="187537" cy="187537"/>
            </a:xfrm>
            <a:prstGeom prst="rect">
              <a:avLst/>
            </a:prstGeom>
          </p:spPr>
        </p:pic>
        <p:pic>
          <p:nvPicPr>
            <p:cNvPr id="30" name="Graphique 29" descr="Utilisateur avec un remplissage uni">
              <a:extLst>
                <a:ext uri="{FF2B5EF4-FFF2-40B4-BE49-F238E27FC236}">
                  <a16:creationId xmlns:a16="http://schemas.microsoft.com/office/drawing/2014/main" id="{2914C0A9-A7B4-462A-836E-A7D2BD85E7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9917" y="2476154"/>
              <a:ext cx="187537" cy="187537"/>
            </a:xfrm>
            <a:prstGeom prst="rect">
              <a:avLst/>
            </a:prstGeom>
          </p:spPr>
        </p:pic>
        <p:pic>
          <p:nvPicPr>
            <p:cNvPr id="31" name="Graphique 30" descr="Utilisateur avec un remplissage uni">
              <a:extLst>
                <a:ext uri="{FF2B5EF4-FFF2-40B4-BE49-F238E27FC236}">
                  <a16:creationId xmlns:a16="http://schemas.microsoft.com/office/drawing/2014/main" id="{E08E012C-590A-43DD-B9EB-356F9375A3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28199" y="2984133"/>
              <a:ext cx="187537" cy="187537"/>
            </a:xfrm>
            <a:prstGeom prst="rect">
              <a:avLst/>
            </a:prstGeom>
          </p:spPr>
        </p:pic>
        <p:pic>
          <p:nvPicPr>
            <p:cNvPr id="32" name="Graphique 31" descr="Utilisateur avec un remplissage uni">
              <a:extLst>
                <a:ext uri="{FF2B5EF4-FFF2-40B4-BE49-F238E27FC236}">
                  <a16:creationId xmlns:a16="http://schemas.microsoft.com/office/drawing/2014/main" id="{5C4E2CB3-7B5C-4409-B32E-D99D21ED88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2690" y="2874643"/>
              <a:ext cx="187537" cy="187537"/>
            </a:xfrm>
            <a:prstGeom prst="rect">
              <a:avLst/>
            </a:prstGeom>
          </p:spPr>
        </p:pic>
        <p:pic>
          <p:nvPicPr>
            <p:cNvPr id="33" name="Graphique 32" descr="Utilisateur avec un remplissage uni">
              <a:extLst>
                <a:ext uri="{FF2B5EF4-FFF2-40B4-BE49-F238E27FC236}">
                  <a16:creationId xmlns:a16="http://schemas.microsoft.com/office/drawing/2014/main" id="{B0F265EE-AC40-404B-A100-F10EA471E5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59491" y="3054319"/>
              <a:ext cx="187537" cy="187537"/>
            </a:xfrm>
            <a:prstGeom prst="rect">
              <a:avLst/>
            </a:prstGeom>
          </p:spPr>
        </p:pic>
        <p:pic>
          <p:nvPicPr>
            <p:cNvPr id="34" name="Graphique 33" descr="Utilisateur avec un remplissage uni">
              <a:extLst>
                <a:ext uri="{FF2B5EF4-FFF2-40B4-BE49-F238E27FC236}">
                  <a16:creationId xmlns:a16="http://schemas.microsoft.com/office/drawing/2014/main" id="{88394F88-ACDF-425A-8A7C-8B73F6B0292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69338" y="2925458"/>
              <a:ext cx="187537" cy="187537"/>
            </a:xfrm>
            <a:prstGeom prst="rect">
              <a:avLst/>
            </a:prstGeom>
          </p:spPr>
        </p:pic>
        <p:pic>
          <p:nvPicPr>
            <p:cNvPr id="35" name="Graphique 34" descr="Utilisateur avec un remplissage uni">
              <a:extLst>
                <a:ext uri="{FF2B5EF4-FFF2-40B4-BE49-F238E27FC236}">
                  <a16:creationId xmlns:a16="http://schemas.microsoft.com/office/drawing/2014/main" id="{C3FC6B56-51B5-4417-9F84-53A5AE552B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6499" y="2960551"/>
              <a:ext cx="187537" cy="187537"/>
            </a:xfrm>
            <a:prstGeom prst="rect">
              <a:avLst/>
            </a:prstGeom>
          </p:spPr>
        </p:pic>
        <p:pic>
          <p:nvPicPr>
            <p:cNvPr id="36" name="Graphique 35" descr="Utilisateur avec un remplissage uni">
              <a:extLst>
                <a:ext uri="{FF2B5EF4-FFF2-40B4-BE49-F238E27FC236}">
                  <a16:creationId xmlns:a16="http://schemas.microsoft.com/office/drawing/2014/main" id="{14688186-34E5-4808-951D-367F30AF79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6346" y="2831690"/>
              <a:ext cx="187537" cy="187537"/>
            </a:xfrm>
            <a:prstGeom prst="rect">
              <a:avLst/>
            </a:prstGeom>
          </p:spPr>
        </p:pic>
        <p:pic>
          <p:nvPicPr>
            <p:cNvPr id="37" name="Graphique 36" descr="Utilisateur avec un remplissage uni">
              <a:extLst>
                <a:ext uri="{FF2B5EF4-FFF2-40B4-BE49-F238E27FC236}">
                  <a16:creationId xmlns:a16="http://schemas.microsoft.com/office/drawing/2014/main" id="{2377ECA3-B8CC-4A32-B54D-34D4832A66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68385" y="2867011"/>
              <a:ext cx="187537" cy="187537"/>
            </a:xfrm>
            <a:prstGeom prst="rect">
              <a:avLst/>
            </a:prstGeom>
          </p:spPr>
        </p:pic>
        <p:pic>
          <p:nvPicPr>
            <p:cNvPr id="38" name="Graphique 37" descr="Utilisateur avec un remplissage uni">
              <a:extLst>
                <a:ext uri="{FF2B5EF4-FFF2-40B4-BE49-F238E27FC236}">
                  <a16:creationId xmlns:a16="http://schemas.microsoft.com/office/drawing/2014/main" id="{AE3B337E-D327-4060-A45D-6C09427648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5186" y="3046687"/>
              <a:ext cx="187537" cy="187537"/>
            </a:xfrm>
            <a:prstGeom prst="rect">
              <a:avLst/>
            </a:prstGeom>
          </p:spPr>
        </p:pic>
        <p:pic>
          <p:nvPicPr>
            <p:cNvPr id="39" name="Graphique 38" descr="Utilisateur avec un remplissage uni">
              <a:extLst>
                <a:ext uri="{FF2B5EF4-FFF2-40B4-BE49-F238E27FC236}">
                  <a16:creationId xmlns:a16="http://schemas.microsoft.com/office/drawing/2014/main" id="{A468F67B-04C4-4CAA-84FD-1688516FFB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99677" y="2937197"/>
              <a:ext cx="187537" cy="187537"/>
            </a:xfrm>
            <a:prstGeom prst="rect">
              <a:avLst/>
            </a:prstGeom>
          </p:spPr>
        </p:pic>
      </p:grpSp>
      <p:grpSp>
        <p:nvGrpSpPr>
          <p:cNvPr id="47" name="Groupe 46">
            <a:extLst>
              <a:ext uri="{FF2B5EF4-FFF2-40B4-BE49-F238E27FC236}">
                <a16:creationId xmlns:a16="http://schemas.microsoft.com/office/drawing/2014/main" id="{8B617E8E-D8F4-4AF1-A28A-8FB8072A60A0}"/>
              </a:ext>
            </a:extLst>
          </p:cNvPr>
          <p:cNvGrpSpPr/>
          <p:nvPr/>
        </p:nvGrpSpPr>
        <p:grpSpPr>
          <a:xfrm>
            <a:off x="3528844" y="2328581"/>
            <a:ext cx="1858254" cy="1562480"/>
            <a:chOff x="5672245" y="3646729"/>
            <a:chExt cx="1858254" cy="1562480"/>
          </a:xfrm>
        </p:grpSpPr>
        <p:grpSp>
          <p:nvGrpSpPr>
            <p:cNvPr id="48" name="Groupe 47">
              <a:extLst>
                <a:ext uri="{FF2B5EF4-FFF2-40B4-BE49-F238E27FC236}">
                  <a16:creationId xmlns:a16="http://schemas.microsoft.com/office/drawing/2014/main" id="{9A2E7499-3043-44B3-A7FE-B085BEB42238}"/>
                </a:ext>
              </a:extLst>
            </p:cNvPr>
            <p:cNvGrpSpPr/>
            <p:nvPr/>
          </p:nvGrpSpPr>
          <p:grpSpPr>
            <a:xfrm>
              <a:off x="6396090" y="3646729"/>
              <a:ext cx="558608" cy="428625"/>
              <a:chOff x="6495179" y="4021931"/>
              <a:chExt cx="558608" cy="428625"/>
            </a:xfrm>
          </p:grpSpPr>
          <p:pic>
            <p:nvPicPr>
              <p:cNvPr id="105" name="Graphique 104" descr="Utilisateur avec un remplissage uni">
                <a:extLst>
                  <a:ext uri="{FF2B5EF4-FFF2-40B4-BE49-F238E27FC236}">
                    <a16:creationId xmlns:a16="http://schemas.microsoft.com/office/drawing/2014/main" id="{4E357D2C-C667-489E-8E44-BC871181504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95179" y="4222610"/>
                <a:ext cx="126206" cy="142875"/>
              </a:xfrm>
              <a:prstGeom prst="rect">
                <a:avLst/>
              </a:prstGeom>
            </p:spPr>
          </p:pic>
          <p:pic>
            <p:nvPicPr>
              <p:cNvPr id="106" name="Graphique 105" descr="Utilisateur avec un remplissage uni">
                <a:extLst>
                  <a:ext uri="{FF2B5EF4-FFF2-40B4-BE49-F238E27FC236}">
                    <a16:creationId xmlns:a16="http://schemas.microsoft.com/office/drawing/2014/main" id="{89F618EA-105F-4F47-83FB-180E490B298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27581" y="4164805"/>
                <a:ext cx="126206" cy="142875"/>
              </a:xfrm>
              <a:prstGeom prst="rect">
                <a:avLst/>
              </a:prstGeom>
            </p:spPr>
          </p:pic>
          <p:pic>
            <p:nvPicPr>
              <p:cNvPr id="107" name="Graphique 106" descr="Utilisateur avec un remplissage uni">
                <a:extLst>
                  <a:ext uri="{FF2B5EF4-FFF2-40B4-BE49-F238E27FC236}">
                    <a16:creationId xmlns:a16="http://schemas.microsoft.com/office/drawing/2014/main" id="{7C4C779C-8E3C-4320-822F-549798AED99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94952" y="4307681"/>
                <a:ext cx="126206" cy="142875"/>
              </a:xfrm>
              <a:prstGeom prst="rect">
                <a:avLst/>
              </a:prstGeom>
            </p:spPr>
          </p:pic>
          <p:pic>
            <p:nvPicPr>
              <p:cNvPr id="108" name="Graphique 107" descr="Utilisateur avec un remplissage uni">
                <a:extLst>
                  <a:ext uri="{FF2B5EF4-FFF2-40B4-BE49-F238E27FC236}">
                    <a16:creationId xmlns:a16="http://schemas.microsoft.com/office/drawing/2014/main" id="{04DC8F45-FE86-454E-88D9-7DEDF8A7A67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1375" y="4021931"/>
                <a:ext cx="126206" cy="142875"/>
              </a:xfrm>
              <a:prstGeom prst="rect">
                <a:avLst/>
              </a:prstGeom>
            </p:spPr>
          </p:pic>
          <p:cxnSp>
            <p:nvCxnSpPr>
              <p:cNvPr id="109" name="Connecteur droit 108">
                <a:extLst>
                  <a:ext uri="{FF2B5EF4-FFF2-40B4-BE49-F238E27FC236}">
                    <a16:creationId xmlns:a16="http://schemas.microsoft.com/office/drawing/2014/main" id="{EC1D5AB8-F8D7-4BBE-AC31-A6C72346002E}"/>
                  </a:ext>
                </a:extLst>
              </p:cNvPr>
              <p:cNvCxnSpPr>
                <a:stCxn id="108" idx="2"/>
                <a:endCxn id="107"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Connecteur droit 109">
                <a:extLst>
                  <a:ext uri="{FF2B5EF4-FFF2-40B4-BE49-F238E27FC236}">
                    <a16:creationId xmlns:a16="http://schemas.microsoft.com/office/drawing/2014/main" id="{55BE76FE-70BF-4415-97F6-071873918CBA}"/>
                  </a:ext>
                </a:extLst>
              </p:cNvPr>
              <p:cNvCxnSpPr>
                <a:cxnSpLocks/>
                <a:stCxn id="106" idx="1"/>
                <a:endCxn id="105"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Connecteur droit 110">
                <a:extLst>
                  <a:ext uri="{FF2B5EF4-FFF2-40B4-BE49-F238E27FC236}">
                    <a16:creationId xmlns:a16="http://schemas.microsoft.com/office/drawing/2014/main" id="{D0C8EAD7-758F-4620-820C-28432C823A02}"/>
                  </a:ext>
                </a:extLst>
              </p:cNvPr>
              <p:cNvCxnSpPr>
                <a:cxnSpLocks/>
                <a:stCxn id="108" idx="2"/>
                <a:endCxn id="106"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5A312331-DB78-4005-BDB2-849DB815C1B8}"/>
                  </a:ext>
                </a:extLst>
              </p:cNvPr>
              <p:cNvCxnSpPr>
                <a:cxnSpLocks/>
                <a:stCxn id="107" idx="0"/>
                <a:endCxn id="106"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Connecteur droit 112">
                <a:extLst>
                  <a:ext uri="{FF2B5EF4-FFF2-40B4-BE49-F238E27FC236}">
                    <a16:creationId xmlns:a16="http://schemas.microsoft.com/office/drawing/2014/main" id="{EB956930-0174-4075-ADCE-C6E1863926EF}"/>
                  </a:ext>
                </a:extLst>
              </p:cNvPr>
              <p:cNvCxnSpPr>
                <a:cxnSpLocks/>
                <a:stCxn id="107" idx="0"/>
                <a:endCxn id="105"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Connecteur droit 113">
                <a:extLst>
                  <a:ext uri="{FF2B5EF4-FFF2-40B4-BE49-F238E27FC236}">
                    <a16:creationId xmlns:a16="http://schemas.microsoft.com/office/drawing/2014/main" id="{04627CE1-B1BD-46C8-B649-DCEA1CE62EAE}"/>
                  </a:ext>
                </a:extLst>
              </p:cNvPr>
              <p:cNvCxnSpPr>
                <a:cxnSpLocks/>
                <a:stCxn id="108" idx="2"/>
                <a:endCxn id="105"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9" name="Groupe 48">
              <a:extLst>
                <a:ext uri="{FF2B5EF4-FFF2-40B4-BE49-F238E27FC236}">
                  <a16:creationId xmlns:a16="http://schemas.microsoft.com/office/drawing/2014/main" id="{BFA9F4D9-459F-4F2C-8494-5E8E7AECD41C}"/>
                </a:ext>
              </a:extLst>
            </p:cNvPr>
            <p:cNvGrpSpPr/>
            <p:nvPr/>
          </p:nvGrpSpPr>
          <p:grpSpPr>
            <a:xfrm>
              <a:off x="6928840" y="4396781"/>
              <a:ext cx="601659" cy="306706"/>
              <a:chOff x="6448876" y="5104829"/>
              <a:chExt cx="601659" cy="306706"/>
            </a:xfrm>
          </p:grpSpPr>
          <p:pic>
            <p:nvPicPr>
              <p:cNvPr id="99" name="Graphique 98" descr="Utilisateur avec un remplissage uni">
                <a:extLst>
                  <a:ext uri="{FF2B5EF4-FFF2-40B4-BE49-F238E27FC236}">
                    <a16:creationId xmlns:a16="http://schemas.microsoft.com/office/drawing/2014/main" id="{32405684-D50E-47E3-B313-FA9EFFF817E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48876" y="5104829"/>
                <a:ext cx="126206" cy="142875"/>
              </a:xfrm>
              <a:prstGeom prst="rect">
                <a:avLst/>
              </a:prstGeom>
            </p:spPr>
          </p:pic>
          <p:pic>
            <p:nvPicPr>
              <p:cNvPr id="100" name="Graphique 99" descr="Utilisateur avec un remplissage uni">
                <a:extLst>
                  <a:ext uri="{FF2B5EF4-FFF2-40B4-BE49-F238E27FC236}">
                    <a16:creationId xmlns:a16="http://schemas.microsoft.com/office/drawing/2014/main" id="{E4EAF2B1-FD24-406B-A2A0-95021E2AF9D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24329" y="5190444"/>
                <a:ext cx="126206" cy="142875"/>
              </a:xfrm>
              <a:prstGeom prst="rect">
                <a:avLst/>
              </a:prstGeom>
            </p:spPr>
          </p:pic>
          <p:pic>
            <p:nvPicPr>
              <p:cNvPr id="101" name="Graphique 100" descr="Utilisateur avec un remplissage uni">
                <a:extLst>
                  <a:ext uri="{FF2B5EF4-FFF2-40B4-BE49-F238E27FC236}">
                    <a16:creationId xmlns:a16="http://schemas.microsoft.com/office/drawing/2014/main" id="{E9B0D248-0745-4834-8271-E477A8858AA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21376" y="5268660"/>
                <a:ext cx="126206" cy="142875"/>
              </a:xfrm>
              <a:prstGeom prst="rect">
                <a:avLst/>
              </a:prstGeom>
            </p:spPr>
          </p:pic>
          <p:cxnSp>
            <p:nvCxnSpPr>
              <p:cNvPr id="102" name="Connecteur droit 101">
                <a:extLst>
                  <a:ext uri="{FF2B5EF4-FFF2-40B4-BE49-F238E27FC236}">
                    <a16:creationId xmlns:a16="http://schemas.microsoft.com/office/drawing/2014/main" id="{6E2476A0-3F0C-42A0-B893-FD9CE77327F0}"/>
                  </a:ext>
                </a:extLst>
              </p:cNvPr>
              <p:cNvCxnSpPr>
                <a:cxnSpLocks/>
                <a:stCxn id="100" idx="1"/>
                <a:endCxn id="99" idx="3"/>
              </p:cNvCxnSpPr>
              <p:nvPr/>
            </p:nvCxnSpPr>
            <p:spPr>
              <a:xfrm flipH="1" flipV="1">
                <a:off x="6575082" y="5176267"/>
                <a:ext cx="349247" cy="85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Connecteur droit 102">
                <a:extLst>
                  <a:ext uri="{FF2B5EF4-FFF2-40B4-BE49-F238E27FC236}">
                    <a16:creationId xmlns:a16="http://schemas.microsoft.com/office/drawing/2014/main" id="{92B742C6-F7C2-4309-A1B2-2F7A8BBCA674}"/>
                  </a:ext>
                </a:extLst>
              </p:cNvPr>
              <p:cNvCxnSpPr>
                <a:cxnSpLocks/>
                <a:stCxn id="101" idx="0"/>
                <a:endCxn id="100" idx="1"/>
              </p:cNvCxnSpPr>
              <p:nvPr/>
            </p:nvCxnSpPr>
            <p:spPr>
              <a:xfrm flipV="1">
                <a:off x="6784479" y="5261882"/>
                <a:ext cx="139850" cy="6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Connecteur droit 103">
                <a:extLst>
                  <a:ext uri="{FF2B5EF4-FFF2-40B4-BE49-F238E27FC236}">
                    <a16:creationId xmlns:a16="http://schemas.microsoft.com/office/drawing/2014/main" id="{22D579E0-6065-4ECE-97B7-9C405ADA49C4}"/>
                  </a:ext>
                </a:extLst>
              </p:cNvPr>
              <p:cNvCxnSpPr>
                <a:cxnSpLocks/>
                <a:stCxn id="101" idx="0"/>
                <a:endCxn id="99" idx="3"/>
              </p:cNvCxnSpPr>
              <p:nvPr/>
            </p:nvCxnSpPr>
            <p:spPr>
              <a:xfrm flipH="1" flipV="1">
                <a:off x="6575082" y="5176267"/>
                <a:ext cx="209397" cy="9239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0" name="Groupe 49">
              <a:extLst>
                <a:ext uri="{FF2B5EF4-FFF2-40B4-BE49-F238E27FC236}">
                  <a16:creationId xmlns:a16="http://schemas.microsoft.com/office/drawing/2014/main" id="{DD286688-F597-4408-ADAC-7DEAADFF0011}"/>
                </a:ext>
              </a:extLst>
            </p:cNvPr>
            <p:cNvGrpSpPr/>
            <p:nvPr/>
          </p:nvGrpSpPr>
          <p:grpSpPr>
            <a:xfrm>
              <a:off x="6843061" y="3949255"/>
              <a:ext cx="631706" cy="445842"/>
              <a:chOff x="6428428" y="4530096"/>
              <a:chExt cx="631706" cy="445842"/>
            </a:xfrm>
          </p:grpSpPr>
          <p:pic>
            <p:nvPicPr>
              <p:cNvPr id="84" name="Graphique 83" descr="Utilisateur avec un remplissage uni">
                <a:extLst>
                  <a:ext uri="{FF2B5EF4-FFF2-40B4-BE49-F238E27FC236}">
                    <a16:creationId xmlns:a16="http://schemas.microsoft.com/office/drawing/2014/main" id="{9AC632F0-5EA5-4E84-AD32-9B591552370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28428" y="4725905"/>
                <a:ext cx="126206" cy="142875"/>
              </a:xfrm>
              <a:prstGeom prst="rect">
                <a:avLst/>
              </a:prstGeom>
            </p:spPr>
          </p:pic>
          <p:pic>
            <p:nvPicPr>
              <p:cNvPr id="85" name="Graphique 84" descr="Utilisateur avec un remplissage uni">
                <a:extLst>
                  <a:ext uri="{FF2B5EF4-FFF2-40B4-BE49-F238E27FC236}">
                    <a16:creationId xmlns:a16="http://schemas.microsoft.com/office/drawing/2014/main" id="{4AD83378-A08A-42AE-A250-2135B7FE833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33928" y="4690187"/>
                <a:ext cx="126206" cy="142875"/>
              </a:xfrm>
              <a:prstGeom prst="rect">
                <a:avLst/>
              </a:prstGeom>
            </p:spPr>
          </p:pic>
          <p:pic>
            <p:nvPicPr>
              <p:cNvPr id="86" name="Graphique 85" descr="Utilisateur avec un remplissage uni">
                <a:extLst>
                  <a:ext uri="{FF2B5EF4-FFF2-40B4-BE49-F238E27FC236}">
                    <a16:creationId xmlns:a16="http://schemas.microsoft.com/office/drawing/2014/main" id="{EA028032-4869-42D4-A193-4867959727C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1299" y="4833063"/>
                <a:ext cx="126206" cy="142875"/>
              </a:xfrm>
              <a:prstGeom prst="rect">
                <a:avLst/>
              </a:prstGeom>
            </p:spPr>
          </p:pic>
          <p:pic>
            <p:nvPicPr>
              <p:cNvPr id="87" name="Graphique 86" descr="Utilisateur avec un remplissage uni">
                <a:extLst>
                  <a:ext uri="{FF2B5EF4-FFF2-40B4-BE49-F238E27FC236}">
                    <a16:creationId xmlns:a16="http://schemas.microsoft.com/office/drawing/2014/main" id="{0A37828D-9539-417D-A8AB-6A6F130BBB7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7722" y="4547313"/>
                <a:ext cx="126206" cy="142875"/>
              </a:xfrm>
              <a:prstGeom prst="rect">
                <a:avLst/>
              </a:prstGeom>
            </p:spPr>
          </p:pic>
          <p:cxnSp>
            <p:nvCxnSpPr>
              <p:cNvPr id="88" name="Connecteur droit 87">
                <a:extLst>
                  <a:ext uri="{FF2B5EF4-FFF2-40B4-BE49-F238E27FC236}">
                    <a16:creationId xmlns:a16="http://schemas.microsoft.com/office/drawing/2014/main" id="{694DBBE4-0C77-472B-A08F-674723FB9304}"/>
                  </a:ext>
                </a:extLst>
              </p:cNvPr>
              <p:cNvCxnSpPr>
                <a:stCxn id="87" idx="2"/>
                <a:endCxn id="86"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D07278F5-801A-4041-8D7F-BB30907DA228}"/>
                  </a:ext>
                </a:extLst>
              </p:cNvPr>
              <p:cNvCxnSpPr>
                <a:cxnSpLocks/>
                <a:stCxn id="85" idx="1"/>
                <a:endCxn id="84"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D870E7A0-955B-47C4-9A21-83CCE4632873}"/>
                  </a:ext>
                </a:extLst>
              </p:cNvPr>
              <p:cNvCxnSpPr>
                <a:cxnSpLocks/>
                <a:stCxn id="87" idx="2"/>
                <a:endCxn id="85"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42325A9A-8F61-4F64-A887-C8365E9FD5F3}"/>
                  </a:ext>
                </a:extLst>
              </p:cNvPr>
              <p:cNvCxnSpPr>
                <a:cxnSpLocks/>
                <a:stCxn id="86" idx="0"/>
                <a:endCxn id="85"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3A95A6C0-BB97-43AD-BB72-BC1FAE3CBBE1}"/>
                  </a:ext>
                </a:extLst>
              </p:cNvPr>
              <p:cNvCxnSpPr>
                <a:cxnSpLocks/>
                <a:stCxn id="86" idx="0"/>
                <a:endCxn id="84"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EF51EF41-C724-4015-9DF2-D715C10CA73A}"/>
                  </a:ext>
                </a:extLst>
              </p:cNvPr>
              <p:cNvCxnSpPr>
                <a:cxnSpLocks/>
                <a:stCxn id="87" idx="2"/>
                <a:endCxn id="84"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94" name="Graphique 93" descr="Utilisateur avec un remplissage uni">
                <a:extLst>
                  <a:ext uri="{FF2B5EF4-FFF2-40B4-BE49-F238E27FC236}">
                    <a16:creationId xmlns:a16="http://schemas.microsoft.com/office/drawing/2014/main" id="{C004063D-E2A9-40F5-8E88-388BE930A9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654461" y="4530096"/>
                <a:ext cx="126206" cy="142875"/>
              </a:xfrm>
              <a:prstGeom prst="rect">
                <a:avLst/>
              </a:prstGeom>
            </p:spPr>
          </p:pic>
          <p:cxnSp>
            <p:nvCxnSpPr>
              <p:cNvPr id="95" name="Connecteur droit 94">
                <a:extLst>
                  <a:ext uri="{FF2B5EF4-FFF2-40B4-BE49-F238E27FC236}">
                    <a16:creationId xmlns:a16="http://schemas.microsoft.com/office/drawing/2014/main" id="{27645FE9-D036-4F9D-9499-A989C4B44E19}"/>
                  </a:ext>
                </a:extLst>
              </p:cNvPr>
              <p:cNvCxnSpPr>
                <a:cxnSpLocks/>
                <a:stCxn id="94" idx="2"/>
                <a:endCxn id="84"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2246818D-C462-45BD-B8EA-F340713B4824}"/>
                  </a:ext>
                </a:extLst>
              </p:cNvPr>
              <p:cNvCxnSpPr>
                <a:cxnSpLocks/>
                <a:stCxn id="94" idx="2"/>
                <a:endCxn id="86"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00A4B116-7D2A-4807-9F65-EEB6B08F68A8}"/>
                  </a:ext>
                </a:extLst>
              </p:cNvPr>
              <p:cNvCxnSpPr>
                <a:cxnSpLocks/>
                <a:stCxn id="87" idx="2"/>
                <a:endCxn id="94"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211A8C05-BDB6-4E96-A40E-766E84BC649C}"/>
                  </a:ext>
                </a:extLst>
              </p:cNvPr>
              <p:cNvCxnSpPr>
                <a:cxnSpLocks/>
                <a:stCxn id="85" idx="1"/>
                <a:endCxn id="94"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51" name="Graphique 50" descr="Utilisateur avec un remplissage uni">
              <a:extLst>
                <a:ext uri="{FF2B5EF4-FFF2-40B4-BE49-F238E27FC236}">
                  <a16:creationId xmlns:a16="http://schemas.microsoft.com/office/drawing/2014/main" id="{5584ACAF-5905-475B-AEBE-65EA69CA9FE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81522" y="4216501"/>
              <a:ext cx="126206" cy="142875"/>
            </a:xfrm>
            <a:prstGeom prst="rect">
              <a:avLst/>
            </a:prstGeom>
          </p:spPr>
        </p:pic>
        <p:cxnSp>
          <p:nvCxnSpPr>
            <p:cNvPr id="52" name="Connecteur droit 51">
              <a:extLst>
                <a:ext uri="{FF2B5EF4-FFF2-40B4-BE49-F238E27FC236}">
                  <a16:creationId xmlns:a16="http://schemas.microsoft.com/office/drawing/2014/main" id="{F76CAF11-EEFD-4290-B22A-E61EFA189E21}"/>
                </a:ext>
              </a:extLst>
            </p:cNvPr>
            <p:cNvCxnSpPr>
              <a:cxnSpLocks/>
              <a:stCxn id="105" idx="1"/>
              <a:endCxn id="51" idx="3"/>
            </p:cNvCxnSpPr>
            <p:nvPr/>
          </p:nvCxnSpPr>
          <p:spPr>
            <a:xfrm>
              <a:off x="6396090" y="3918846"/>
              <a:ext cx="111638" cy="369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CA352CBC-1DDB-499D-B9A1-14489609DFF1}"/>
                </a:ext>
              </a:extLst>
            </p:cNvPr>
            <p:cNvCxnSpPr>
              <a:cxnSpLocks/>
              <a:stCxn id="84" idx="1"/>
              <a:endCxn id="51" idx="3"/>
            </p:cNvCxnSpPr>
            <p:nvPr/>
          </p:nvCxnSpPr>
          <p:spPr>
            <a:xfrm flipH="1">
              <a:off x="6507728" y="4216502"/>
              <a:ext cx="33533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9B43E549-455A-41CA-9BAC-5C44C23B6A6A}"/>
                </a:ext>
              </a:extLst>
            </p:cNvPr>
            <p:cNvCxnSpPr>
              <a:cxnSpLocks/>
              <a:stCxn id="99" idx="1"/>
              <a:endCxn id="51" idx="3"/>
            </p:cNvCxnSpPr>
            <p:nvPr/>
          </p:nvCxnSpPr>
          <p:spPr>
            <a:xfrm flipH="1" flipV="1">
              <a:off x="6507728" y="4287939"/>
              <a:ext cx="421112" cy="180280"/>
            </a:xfrm>
            <a:prstGeom prst="line">
              <a:avLst/>
            </a:prstGeom>
          </p:spPr>
          <p:style>
            <a:lnRef idx="1">
              <a:schemeClr val="accent1"/>
            </a:lnRef>
            <a:fillRef idx="0">
              <a:schemeClr val="accent1"/>
            </a:fillRef>
            <a:effectRef idx="0">
              <a:schemeClr val="accent1"/>
            </a:effectRef>
            <a:fontRef idx="minor">
              <a:schemeClr val="tx1"/>
            </a:fontRef>
          </p:style>
        </p:cxnSp>
        <p:pic>
          <p:nvPicPr>
            <p:cNvPr id="55" name="Graphique 54" descr="Utilisateur avec un remplissage uni">
              <a:extLst>
                <a:ext uri="{FF2B5EF4-FFF2-40B4-BE49-F238E27FC236}">
                  <a16:creationId xmlns:a16="http://schemas.microsoft.com/office/drawing/2014/main" id="{5C896BF3-5796-4DFA-A1D1-2DE0EF56582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89889" y="4524939"/>
              <a:ext cx="126206" cy="142875"/>
            </a:xfrm>
            <a:prstGeom prst="rect">
              <a:avLst/>
            </a:prstGeom>
          </p:spPr>
        </p:pic>
        <p:grpSp>
          <p:nvGrpSpPr>
            <p:cNvPr id="56" name="Groupe 55">
              <a:extLst>
                <a:ext uri="{FF2B5EF4-FFF2-40B4-BE49-F238E27FC236}">
                  <a16:creationId xmlns:a16="http://schemas.microsoft.com/office/drawing/2014/main" id="{DBEE1464-767A-41FB-A754-BA1C51CAAA01}"/>
                </a:ext>
              </a:extLst>
            </p:cNvPr>
            <p:cNvGrpSpPr/>
            <p:nvPr/>
          </p:nvGrpSpPr>
          <p:grpSpPr>
            <a:xfrm>
              <a:off x="6390010" y="4567872"/>
              <a:ext cx="390004" cy="294767"/>
              <a:chOff x="6448876" y="5033391"/>
              <a:chExt cx="390004" cy="294767"/>
            </a:xfrm>
          </p:grpSpPr>
          <p:pic>
            <p:nvPicPr>
              <p:cNvPr id="78" name="Graphique 77" descr="Utilisateur avec un remplissage uni">
                <a:extLst>
                  <a:ext uri="{FF2B5EF4-FFF2-40B4-BE49-F238E27FC236}">
                    <a16:creationId xmlns:a16="http://schemas.microsoft.com/office/drawing/2014/main" id="{0BC7AF13-35F0-4CCF-85AE-E047EF40BB8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48876" y="5104829"/>
                <a:ext cx="126206" cy="142875"/>
              </a:xfrm>
              <a:prstGeom prst="rect">
                <a:avLst/>
              </a:prstGeom>
            </p:spPr>
          </p:pic>
          <p:pic>
            <p:nvPicPr>
              <p:cNvPr id="79" name="Graphique 78" descr="Utilisateur avec un remplissage uni">
                <a:extLst>
                  <a:ext uri="{FF2B5EF4-FFF2-40B4-BE49-F238E27FC236}">
                    <a16:creationId xmlns:a16="http://schemas.microsoft.com/office/drawing/2014/main" id="{7352106E-86DB-493D-9B23-87257DDA793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685741" y="5033391"/>
                <a:ext cx="126206" cy="142875"/>
              </a:xfrm>
              <a:prstGeom prst="rect">
                <a:avLst/>
              </a:prstGeom>
            </p:spPr>
          </p:pic>
          <p:pic>
            <p:nvPicPr>
              <p:cNvPr id="80" name="Graphique 79" descr="Utilisateur avec un remplissage uni">
                <a:extLst>
                  <a:ext uri="{FF2B5EF4-FFF2-40B4-BE49-F238E27FC236}">
                    <a16:creationId xmlns:a16="http://schemas.microsoft.com/office/drawing/2014/main" id="{F5973D0F-9840-4140-A4B3-0B3C523C72A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12674" y="5185283"/>
                <a:ext cx="126206" cy="142875"/>
              </a:xfrm>
              <a:prstGeom prst="rect">
                <a:avLst/>
              </a:prstGeom>
            </p:spPr>
          </p:pic>
          <p:cxnSp>
            <p:nvCxnSpPr>
              <p:cNvPr id="81" name="Connecteur droit 80">
                <a:extLst>
                  <a:ext uri="{FF2B5EF4-FFF2-40B4-BE49-F238E27FC236}">
                    <a16:creationId xmlns:a16="http://schemas.microsoft.com/office/drawing/2014/main" id="{28B47199-36FE-46EC-B53A-4EDB1B59A480}"/>
                  </a:ext>
                </a:extLst>
              </p:cNvPr>
              <p:cNvCxnSpPr>
                <a:cxnSpLocks/>
                <a:stCxn id="79" idx="1"/>
                <a:endCxn id="78" idx="3"/>
              </p:cNvCxnSpPr>
              <p:nvPr/>
            </p:nvCxnSpPr>
            <p:spPr>
              <a:xfrm flipH="1">
                <a:off x="6575082" y="5104829"/>
                <a:ext cx="11065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1A60DDBF-8834-4075-8BCE-FAEA632A55FC}"/>
                  </a:ext>
                </a:extLst>
              </p:cNvPr>
              <p:cNvCxnSpPr>
                <a:cxnSpLocks/>
                <a:stCxn id="80" idx="0"/>
                <a:endCxn id="79" idx="1"/>
              </p:cNvCxnSpPr>
              <p:nvPr/>
            </p:nvCxnSpPr>
            <p:spPr>
              <a:xfrm flipH="1" flipV="1">
                <a:off x="6685741" y="5104829"/>
                <a:ext cx="90036" cy="80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E9964598-36A6-4A13-B709-DA7C4F5B71A0}"/>
                  </a:ext>
                </a:extLst>
              </p:cNvPr>
              <p:cNvCxnSpPr>
                <a:cxnSpLocks/>
                <a:stCxn id="80" idx="0"/>
                <a:endCxn id="78" idx="3"/>
              </p:cNvCxnSpPr>
              <p:nvPr/>
            </p:nvCxnSpPr>
            <p:spPr>
              <a:xfrm flipH="1" flipV="1">
                <a:off x="6575082" y="5176267"/>
                <a:ext cx="200695" cy="901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 name="Groupe 56">
              <a:extLst>
                <a:ext uri="{FF2B5EF4-FFF2-40B4-BE49-F238E27FC236}">
                  <a16:creationId xmlns:a16="http://schemas.microsoft.com/office/drawing/2014/main" id="{54876192-86C5-4896-A3FC-203D5DD87E12}"/>
                </a:ext>
              </a:extLst>
            </p:cNvPr>
            <p:cNvGrpSpPr/>
            <p:nvPr/>
          </p:nvGrpSpPr>
          <p:grpSpPr>
            <a:xfrm>
              <a:off x="6458221" y="4787629"/>
              <a:ext cx="759637" cy="421580"/>
              <a:chOff x="6495179" y="4093369"/>
              <a:chExt cx="759637" cy="421580"/>
            </a:xfrm>
          </p:grpSpPr>
          <p:pic>
            <p:nvPicPr>
              <p:cNvPr id="68" name="Graphique 67" descr="Utilisateur avec un remplissage uni">
                <a:extLst>
                  <a:ext uri="{FF2B5EF4-FFF2-40B4-BE49-F238E27FC236}">
                    <a16:creationId xmlns:a16="http://schemas.microsoft.com/office/drawing/2014/main" id="{BE1CAFC0-94BE-4E16-8CF4-B85A56143D7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95179" y="4222610"/>
                <a:ext cx="126206" cy="142875"/>
              </a:xfrm>
              <a:prstGeom prst="rect">
                <a:avLst/>
              </a:prstGeom>
            </p:spPr>
          </p:pic>
          <p:pic>
            <p:nvPicPr>
              <p:cNvPr id="69" name="Graphique 68" descr="Utilisateur avec un remplissage uni">
                <a:extLst>
                  <a:ext uri="{FF2B5EF4-FFF2-40B4-BE49-F238E27FC236}">
                    <a16:creationId xmlns:a16="http://schemas.microsoft.com/office/drawing/2014/main" id="{1318D568-C95B-440A-ACF3-C5B81D486CC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7128610" y="4270527"/>
                <a:ext cx="126206" cy="142875"/>
              </a:xfrm>
              <a:prstGeom prst="rect">
                <a:avLst/>
              </a:prstGeom>
            </p:spPr>
          </p:pic>
          <p:pic>
            <p:nvPicPr>
              <p:cNvPr id="70" name="Graphique 69" descr="Utilisateur avec un remplissage uni">
                <a:extLst>
                  <a:ext uri="{FF2B5EF4-FFF2-40B4-BE49-F238E27FC236}">
                    <a16:creationId xmlns:a16="http://schemas.microsoft.com/office/drawing/2014/main" id="{F6FFF8E4-E143-4034-BF64-1577AD70A0C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92147" y="4372074"/>
                <a:ext cx="126206" cy="142875"/>
              </a:xfrm>
              <a:prstGeom prst="rect">
                <a:avLst/>
              </a:prstGeom>
            </p:spPr>
          </p:pic>
          <p:pic>
            <p:nvPicPr>
              <p:cNvPr id="71" name="Graphique 70" descr="Utilisateur avec un remplissage uni">
                <a:extLst>
                  <a:ext uri="{FF2B5EF4-FFF2-40B4-BE49-F238E27FC236}">
                    <a16:creationId xmlns:a16="http://schemas.microsoft.com/office/drawing/2014/main" id="{5943490E-B445-4427-A444-B31FD723DCB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48219" y="4093369"/>
                <a:ext cx="126206" cy="142875"/>
              </a:xfrm>
              <a:prstGeom prst="rect">
                <a:avLst/>
              </a:prstGeom>
            </p:spPr>
          </p:pic>
          <p:cxnSp>
            <p:nvCxnSpPr>
              <p:cNvPr id="72" name="Connecteur droit 71">
                <a:extLst>
                  <a:ext uri="{FF2B5EF4-FFF2-40B4-BE49-F238E27FC236}">
                    <a16:creationId xmlns:a16="http://schemas.microsoft.com/office/drawing/2014/main" id="{D63CD32E-3620-4E1E-A34A-1EBBD663E340}"/>
                  </a:ext>
                </a:extLst>
              </p:cNvPr>
              <p:cNvCxnSpPr>
                <a:stCxn id="71" idx="2"/>
                <a:endCxn id="70" idx="0"/>
              </p:cNvCxnSpPr>
              <p:nvPr/>
            </p:nvCxnSpPr>
            <p:spPr>
              <a:xfrm flipH="1">
                <a:off x="6955250" y="4236244"/>
                <a:ext cx="56072" cy="135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2C465D45-1D81-4F35-A403-BB3F68866F71}"/>
                  </a:ext>
                </a:extLst>
              </p:cNvPr>
              <p:cNvCxnSpPr>
                <a:cxnSpLocks/>
                <a:stCxn id="69" idx="1"/>
                <a:endCxn id="68" idx="3"/>
              </p:cNvCxnSpPr>
              <p:nvPr/>
            </p:nvCxnSpPr>
            <p:spPr>
              <a:xfrm flipH="1" flipV="1">
                <a:off x="6621385" y="4294048"/>
                <a:ext cx="507225" cy="47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Connecteur droit 73">
                <a:extLst>
                  <a:ext uri="{FF2B5EF4-FFF2-40B4-BE49-F238E27FC236}">
                    <a16:creationId xmlns:a16="http://schemas.microsoft.com/office/drawing/2014/main" id="{20ACF2FB-95BC-4F82-A1B8-DAAB145C5E45}"/>
                  </a:ext>
                </a:extLst>
              </p:cNvPr>
              <p:cNvCxnSpPr>
                <a:cxnSpLocks/>
                <a:stCxn id="71" idx="2"/>
                <a:endCxn id="69" idx="1"/>
              </p:cNvCxnSpPr>
              <p:nvPr/>
            </p:nvCxnSpPr>
            <p:spPr>
              <a:xfrm>
                <a:off x="7011322" y="4236244"/>
                <a:ext cx="117288" cy="105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DB83A912-B484-48C8-A3D0-39E270976309}"/>
                  </a:ext>
                </a:extLst>
              </p:cNvPr>
              <p:cNvCxnSpPr>
                <a:cxnSpLocks/>
                <a:stCxn id="70" idx="0"/>
                <a:endCxn id="69" idx="1"/>
              </p:cNvCxnSpPr>
              <p:nvPr/>
            </p:nvCxnSpPr>
            <p:spPr>
              <a:xfrm flipV="1">
                <a:off x="6955250" y="4341965"/>
                <a:ext cx="173360" cy="3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79C76FF0-6B48-42FD-922D-110737A681C1}"/>
                  </a:ext>
                </a:extLst>
              </p:cNvPr>
              <p:cNvCxnSpPr>
                <a:cxnSpLocks/>
                <a:stCxn id="70" idx="0"/>
                <a:endCxn id="68" idx="3"/>
              </p:cNvCxnSpPr>
              <p:nvPr/>
            </p:nvCxnSpPr>
            <p:spPr>
              <a:xfrm flipH="1" flipV="1">
                <a:off x="6621385" y="4294048"/>
                <a:ext cx="333865" cy="7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EFF56318-B421-498F-B996-C07C7700EC08}"/>
                  </a:ext>
                </a:extLst>
              </p:cNvPr>
              <p:cNvCxnSpPr>
                <a:cxnSpLocks/>
                <a:stCxn id="71" idx="2"/>
                <a:endCxn id="68" idx="3"/>
              </p:cNvCxnSpPr>
              <p:nvPr/>
            </p:nvCxnSpPr>
            <p:spPr>
              <a:xfrm flipH="1">
                <a:off x="6621385" y="4236244"/>
                <a:ext cx="389937" cy="5780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8" name="Connecteur droit 57">
              <a:extLst>
                <a:ext uri="{FF2B5EF4-FFF2-40B4-BE49-F238E27FC236}">
                  <a16:creationId xmlns:a16="http://schemas.microsoft.com/office/drawing/2014/main" id="{D57E22FD-9CC4-49C4-B4C8-E1AC09505653}"/>
                </a:ext>
              </a:extLst>
            </p:cNvPr>
            <p:cNvCxnSpPr>
              <a:cxnSpLocks/>
              <a:stCxn id="99" idx="1"/>
              <a:endCxn id="84" idx="1"/>
            </p:cNvCxnSpPr>
            <p:nvPr/>
          </p:nvCxnSpPr>
          <p:spPr>
            <a:xfrm flipH="1" flipV="1">
              <a:off x="6843061" y="4216502"/>
              <a:ext cx="85779" cy="251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DA30FB40-C368-44EF-ACF9-EC4EBA64458D}"/>
                </a:ext>
              </a:extLst>
            </p:cNvPr>
            <p:cNvCxnSpPr>
              <a:cxnSpLocks/>
              <a:stCxn id="99" idx="1"/>
              <a:endCxn id="105" idx="1"/>
            </p:cNvCxnSpPr>
            <p:nvPr/>
          </p:nvCxnSpPr>
          <p:spPr>
            <a:xfrm flipH="1" flipV="1">
              <a:off x="6396090" y="3918846"/>
              <a:ext cx="532750" cy="549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Connecteur droit 59">
              <a:extLst>
                <a:ext uri="{FF2B5EF4-FFF2-40B4-BE49-F238E27FC236}">
                  <a16:creationId xmlns:a16="http://schemas.microsoft.com/office/drawing/2014/main" id="{1681D3FE-40AF-413E-81E0-33FBB6DEE942}"/>
                </a:ext>
              </a:extLst>
            </p:cNvPr>
            <p:cNvCxnSpPr>
              <a:cxnSpLocks/>
              <a:stCxn id="84" idx="1"/>
              <a:endCxn id="105" idx="1"/>
            </p:cNvCxnSpPr>
            <p:nvPr/>
          </p:nvCxnSpPr>
          <p:spPr>
            <a:xfrm flipH="1" flipV="1">
              <a:off x="6396090" y="3918846"/>
              <a:ext cx="446971" cy="297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207D2CF9-6B5F-491F-8BDC-E4CF59E55AF1}"/>
                </a:ext>
              </a:extLst>
            </p:cNvPr>
            <p:cNvCxnSpPr>
              <a:cxnSpLocks/>
              <a:stCxn id="68" idx="1"/>
              <a:endCxn id="78" idx="1"/>
            </p:cNvCxnSpPr>
            <p:nvPr/>
          </p:nvCxnSpPr>
          <p:spPr>
            <a:xfrm flipH="1" flipV="1">
              <a:off x="6390010" y="4710748"/>
              <a:ext cx="68211" cy="27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4A18B7E4-184D-4250-B0B7-1B5E7218AAEC}"/>
                </a:ext>
              </a:extLst>
            </p:cNvPr>
            <p:cNvCxnSpPr>
              <a:cxnSpLocks/>
              <a:stCxn id="68" idx="1"/>
              <a:endCxn id="55" idx="3"/>
            </p:cNvCxnSpPr>
            <p:nvPr/>
          </p:nvCxnSpPr>
          <p:spPr>
            <a:xfrm flipH="1" flipV="1">
              <a:off x="6216095" y="4596377"/>
              <a:ext cx="242126" cy="391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7EBAA8F2-D3F7-47BB-B125-0B8E3CE423B2}"/>
                </a:ext>
              </a:extLst>
            </p:cNvPr>
            <p:cNvCxnSpPr>
              <a:cxnSpLocks/>
              <a:stCxn id="78" idx="1"/>
              <a:endCxn id="55" idx="3"/>
            </p:cNvCxnSpPr>
            <p:nvPr/>
          </p:nvCxnSpPr>
          <p:spPr>
            <a:xfrm flipH="1" flipV="1">
              <a:off x="6216095" y="4596377"/>
              <a:ext cx="173915" cy="114371"/>
            </a:xfrm>
            <a:prstGeom prst="line">
              <a:avLst/>
            </a:prstGeom>
          </p:spPr>
          <p:style>
            <a:lnRef idx="1">
              <a:schemeClr val="accent1"/>
            </a:lnRef>
            <a:fillRef idx="0">
              <a:schemeClr val="accent1"/>
            </a:fillRef>
            <a:effectRef idx="0">
              <a:schemeClr val="accent1"/>
            </a:effectRef>
            <a:fontRef idx="minor">
              <a:schemeClr val="tx1"/>
            </a:fontRef>
          </p:style>
        </p:cxnSp>
        <p:pic>
          <p:nvPicPr>
            <p:cNvPr id="64" name="Graphique 63" descr="Utilisateur avec un remplissage uni">
              <a:extLst>
                <a:ext uri="{FF2B5EF4-FFF2-40B4-BE49-F238E27FC236}">
                  <a16:creationId xmlns:a16="http://schemas.microsoft.com/office/drawing/2014/main" id="{16044FFF-EFE0-4145-8901-6DF4848D7D7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7759" t="11596" r="14944" b="12219"/>
            <a:stretch/>
          </p:blipFill>
          <p:spPr>
            <a:xfrm>
              <a:off x="5672245" y="4378468"/>
              <a:ext cx="126206" cy="142875"/>
            </a:xfrm>
            <a:prstGeom prst="rect">
              <a:avLst/>
            </a:prstGeom>
          </p:spPr>
        </p:pic>
        <p:cxnSp>
          <p:nvCxnSpPr>
            <p:cNvPr id="65" name="Connecteur droit 64">
              <a:extLst>
                <a:ext uri="{FF2B5EF4-FFF2-40B4-BE49-F238E27FC236}">
                  <a16:creationId xmlns:a16="http://schemas.microsoft.com/office/drawing/2014/main" id="{F652B989-11A3-4AA6-B47E-6480D0EFE6F1}"/>
                </a:ext>
              </a:extLst>
            </p:cNvPr>
            <p:cNvCxnSpPr>
              <a:cxnSpLocks/>
              <a:stCxn id="64" idx="3"/>
              <a:endCxn id="51" idx="1"/>
            </p:cNvCxnSpPr>
            <p:nvPr/>
          </p:nvCxnSpPr>
          <p:spPr>
            <a:xfrm flipV="1">
              <a:off x="5798451" y="4287939"/>
              <a:ext cx="583071" cy="16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1FC1252D-CA89-4498-B0A1-EDB8B857F41E}"/>
                </a:ext>
              </a:extLst>
            </p:cNvPr>
            <p:cNvCxnSpPr>
              <a:cxnSpLocks/>
              <a:stCxn id="64" idx="3"/>
              <a:endCxn id="55" idx="1"/>
            </p:cNvCxnSpPr>
            <p:nvPr/>
          </p:nvCxnSpPr>
          <p:spPr>
            <a:xfrm>
              <a:off x="5798451" y="4449906"/>
              <a:ext cx="291438" cy="14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52430BB3-791E-4FFC-8480-44E4CF926B39}"/>
                </a:ext>
              </a:extLst>
            </p:cNvPr>
            <p:cNvCxnSpPr>
              <a:cxnSpLocks/>
              <a:stCxn id="51" idx="1"/>
              <a:endCxn id="55" idx="1"/>
            </p:cNvCxnSpPr>
            <p:nvPr/>
          </p:nvCxnSpPr>
          <p:spPr>
            <a:xfrm flipH="1">
              <a:off x="6089889" y="4287939"/>
              <a:ext cx="291633" cy="30843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5" name="Groupe 114">
            <a:extLst>
              <a:ext uri="{FF2B5EF4-FFF2-40B4-BE49-F238E27FC236}">
                <a16:creationId xmlns:a16="http://schemas.microsoft.com/office/drawing/2014/main" id="{44CA9E4B-D788-4E9E-B284-3F026F8A40BA}"/>
              </a:ext>
            </a:extLst>
          </p:cNvPr>
          <p:cNvGrpSpPr/>
          <p:nvPr/>
        </p:nvGrpSpPr>
        <p:grpSpPr>
          <a:xfrm>
            <a:off x="7070960" y="2438405"/>
            <a:ext cx="2013633" cy="1404932"/>
            <a:chOff x="5930169" y="5735666"/>
            <a:chExt cx="1310976" cy="914681"/>
          </a:xfrm>
        </p:grpSpPr>
        <p:pic>
          <p:nvPicPr>
            <p:cNvPr id="116" name="Graphique 115" descr="Utilisateur avec un remplissage uni">
              <a:extLst>
                <a:ext uri="{FF2B5EF4-FFF2-40B4-BE49-F238E27FC236}">
                  <a16:creationId xmlns:a16="http://schemas.microsoft.com/office/drawing/2014/main" id="{76A6F840-5EE9-4317-8D90-067CB0F671B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117" name="Graphique 116" descr="Utilisateur avec un remplissage uni">
              <a:extLst>
                <a:ext uri="{FF2B5EF4-FFF2-40B4-BE49-F238E27FC236}">
                  <a16:creationId xmlns:a16="http://schemas.microsoft.com/office/drawing/2014/main" id="{EB6641FE-F203-4D2A-BA2C-49D2A47DA96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118" name="Graphique 117" descr="Utilisateur avec un remplissage uni">
              <a:extLst>
                <a:ext uri="{FF2B5EF4-FFF2-40B4-BE49-F238E27FC236}">
                  <a16:creationId xmlns:a16="http://schemas.microsoft.com/office/drawing/2014/main" id="{3A1FCDD2-8F51-4601-A184-2F515FDC0E0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119" name="Graphique 118" descr="Utilisateur avec un remplissage uni">
              <a:extLst>
                <a:ext uri="{FF2B5EF4-FFF2-40B4-BE49-F238E27FC236}">
                  <a16:creationId xmlns:a16="http://schemas.microsoft.com/office/drawing/2014/main" id="{F91A6FF4-1F5C-4EB4-A10C-920EF8C0810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120" name="Graphique 119" descr="Utilisateur avec un remplissage uni">
              <a:extLst>
                <a:ext uri="{FF2B5EF4-FFF2-40B4-BE49-F238E27FC236}">
                  <a16:creationId xmlns:a16="http://schemas.microsoft.com/office/drawing/2014/main" id="{61CA871D-FFB8-4F70-89D7-14B3203CEB3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121" name="Graphique 120" descr="Utilisateur avec un remplissage uni">
              <a:extLst>
                <a:ext uri="{FF2B5EF4-FFF2-40B4-BE49-F238E27FC236}">
                  <a16:creationId xmlns:a16="http://schemas.microsoft.com/office/drawing/2014/main" id="{CAC675EF-2B44-426E-91CE-2AD9493AD22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122" name="Graphique 121" descr="Utilisateur avec un remplissage uni">
              <a:extLst>
                <a:ext uri="{FF2B5EF4-FFF2-40B4-BE49-F238E27FC236}">
                  <a16:creationId xmlns:a16="http://schemas.microsoft.com/office/drawing/2014/main" id="{1CE2053D-56A4-4024-A7AA-12360B1678F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123" name="Graphique 122" descr="Utilisateur avec un remplissage uni">
              <a:extLst>
                <a:ext uri="{FF2B5EF4-FFF2-40B4-BE49-F238E27FC236}">
                  <a16:creationId xmlns:a16="http://schemas.microsoft.com/office/drawing/2014/main" id="{AB7EC57E-0844-4BF0-BC51-2E2F5BFCAED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124" name="Graphique 123" descr="Utilisateur avec un remplissage uni">
              <a:extLst>
                <a:ext uri="{FF2B5EF4-FFF2-40B4-BE49-F238E27FC236}">
                  <a16:creationId xmlns:a16="http://schemas.microsoft.com/office/drawing/2014/main" id="{F19FFF0A-4713-4301-A7D0-0AD0BD77A79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125" name="Graphique 124" descr="Utilisateur avec un remplissage uni">
              <a:extLst>
                <a:ext uri="{FF2B5EF4-FFF2-40B4-BE49-F238E27FC236}">
                  <a16:creationId xmlns:a16="http://schemas.microsoft.com/office/drawing/2014/main" id="{CE1F6775-759C-470A-9854-F1233E6A97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126" name="Graphique 125" descr="Utilisateur avec un remplissage uni">
              <a:extLst>
                <a:ext uri="{FF2B5EF4-FFF2-40B4-BE49-F238E27FC236}">
                  <a16:creationId xmlns:a16="http://schemas.microsoft.com/office/drawing/2014/main" id="{E3F8F9F4-0263-4A42-A2B4-5B9BB71B303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127" name="Graphique 126" descr="Utilisateur avec un remplissage uni">
              <a:extLst>
                <a:ext uri="{FF2B5EF4-FFF2-40B4-BE49-F238E27FC236}">
                  <a16:creationId xmlns:a16="http://schemas.microsoft.com/office/drawing/2014/main" id="{66484A13-DFCA-47C1-B7B3-83E2762CA84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128" name="Graphique 127" descr="Utilisateur avec un remplissage uni">
              <a:extLst>
                <a:ext uri="{FF2B5EF4-FFF2-40B4-BE49-F238E27FC236}">
                  <a16:creationId xmlns:a16="http://schemas.microsoft.com/office/drawing/2014/main" id="{38D967FD-2512-4074-8A0E-9FCB4B3AA02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129" name="Graphique 128" descr="Utilisateur avec un remplissage uni">
              <a:extLst>
                <a:ext uri="{FF2B5EF4-FFF2-40B4-BE49-F238E27FC236}">
                  <a16:creationId xmlns:a16="http://schemas.microsoft.com/office/drawing/2014/main" id="{F619E339-D913-43B9-948A-77E64C3761B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130" name="Graphique 129" descr="Utilisateur avec un remplissage uni">
              <a:extLst>
                <a:ext uri="{FF2B5EF4-FFF2-40B4-BE49-F238E27FC236}">
                  <a16:creationId xmlns:a16="http://schemas.microsoft.com/office/drawing/2014/main" id="{D146CC56-46C1-41D4-94A6-5721C1A71B4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131" name="Graphique 130" descr="Utilisateur avec un remplissage uni">
              <a:extLst>
                <a:ext uri="{FF2B5EF4-FFF2-40B4-BE49-F238E27FC236}">
                  <a16:creationId xmlns:a16="http://schemas.microsoft.com/office/drawing/2014/main" id="{C97227CF-F556-4EAC-81C1-12AB83701D3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132" name="Graphique 131" descr="Utilisateur avec un remplissage uni">
              <a:extLst>
                <a:ext uri="{FF2B5EF4-FFF2-40B4-BE49-F238E27FC236}">
                  <a16:creationId xmlns:a16="http://schemas.microsoft.com/office/drawing/2014/main" id="{77715B06-1A3A-44F3-9727-BDEF8AC8514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133" name="Connecteur droit 132">
              <a:extLst>
                <a:ext uri="{FF2B5EF4-FFF2-40B4-BE49-F238E27FC236}">
                  <a16:creationId xmlns:a16="http://schemas.microsoft.com/office/drawing/2014/main" id="{92408DA5-D6F4-4458-90D8-36546146FF80}"/>
                </a:ext>
              </a:extLst>
            </p:cNvPr>
            <p:cNvCxnSpPr>
              <a:cxnSpLocks/>
              <a:stCxn id="122" idx="3"/>
              <a:endCxn id="130"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Connecteur droit 133">
              <a:extLst>
                <a:ext uri="{FF2B5EF4-FFF2-40B4-BE49-F238E27FC236}">
                  <a16:creationId xmlns:a16="http://schemas.microsoft.com/office/drawing/2014/main" id="{424E42A8-71C4-4FE3-8333-3C4CF2510C44}"/>
                </a:ext>
              </a:extLst>
            </p:cNvPr>
            <p:cNvCxnSpPr>
              <a:cxnSpLocks/>
              <a:stCxn id="122" idx="3"/>
              <a:endCxn id="123"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Connecteur droit 134">
              <a:extLst>
                <a:ext uri="{FF2B5EF4-FFF2-40B4-BE49-F238E27FC236}">
                  <a16:creationId xmlns:a16="http://schemas.microsoft.com/office/drawing/2014/main" id="{04DCECE4-F0F5-4AF3-84A7-2638B1F26D80}"/>
                </a:ext>
              </a:extLst>
            </p:cNvPr>
            <p:cNvCxnSpPr>
              <a:cxnSpLocks/>
              <a:stCxn id="130" idx="3"/>
              <a:endCxn id="131"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Connecteur droit 135">
              <a:extLst>
                <a:ext uri="{FF2B5EF4-FFF2-40B4-BE49-F238E27FC236}">
                  <a16:creationId xmlns:a16="http://schemas.microsoft.com/office/drawing/2014/main" id="{4376AAFB-A745-4958-BC33-8A3F7A6DF81C}"/>
                </a:ext>
              </a:extLst>
            </p:cNvPr>
            <p:cNvCxnSpPr>
              <a:cxnSpLocks/>
              <a:stCxn id="131" idx="3"/>
              <a:endCxn id="116"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7" name="Connecteur droit 136">
              <a:extLst>
                <a:ext uri="{FF2B5EF4-FFF2-40B4-BE49-F238E27FC236}">
                  <a16:creationId xmlns:a16="http://schemas.microsoft.com/office/drawing/2014/main" id="{E64BEEEF-EF60-4742-9884-B4FCE7DB509F}"/>
                </a:ext>
              </a:extLst>
            </p:cNvPr>
            <p:cNvCxnSpPr>
              <a:cxnSpLocks/>
              <a:stCxn id="117" idx="0"/>
              <a:endCxn id="116"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904A6E22-C7B4-4C10-98E8-051A0D64051B}"/>
                </a:ext>
              </a:extLst>
            </p:cNvPr>
            <p:cNvCxnSpPr>
              <a:cxnSpLocks/>
              <a:stCxn id="124" idx="3"/>
              <a:endCxn id="116"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9" name="Connecteur droit 138">
              <a:extLst>
                <a:ext uri="{FF2B5EF4-FFF2-40B4-BE49-F238E27FC236}">
                  <a16:creationId xmlns:a16="http://schemas.microsoft.com/office/drawing/2014/main" id="{429BD0BD-A20F-4F96-AC48-AB6B227D80AA}"/>
                </a:ext>
              </a:extLst>
            </p:cNvPr>
            <p:cNvCxnSpPr>
              <a:cxnSpLocks/>
              <a:stCxn id="124" idx="3"/>
              <a:endCxn id="117"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0" name="Connecteur droit 139">
              <a:extLst>
                <a:ext uri="{FF2B5EF4-FFF2-40B4-BE49-F238E27FC236}">
                  <a16:creationId xmlns:a16="http://schemas.microsoft.com/office/drawing/2014/main" id="{60A4E5AC-4775-49A5-BADF-CCA267C08B9C}"/>
                </a:ext>
              </a:extLst>
            </p:cNvPr>
            <p:cNvCxnSpPr>
              <a:cxnSpLocks/>
              <a:stCxn id="130" idx="3"/>
              <a:endCxn id="126"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Connecteur droit 140">
              <a:extLst>
                <a:ext uri="{FF2B5EF4-FFF2-40B4-BE49-F238E27FC236}">
                  <a16:creationId xmlns:a16="http://schemas.microsoft.com/office/drawing/2014/main" id="{7E86CF2C-1F6E-4BDA-948F-17051991D51C}"/>
                </a:ext>
              </a:extLst>
            </p:cNvPr>
            <p:cNvCxnSpPr>
              <a:cxnSpLocks/>
              <a:stCxn id="124" idx="0"/>
              <a:endCxn id="122"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35A4E3DF-C7CC-4EFB-84EF-DD76A9152F18}"/>
                </a:ext>
              </a:extLst>
            </p:cNvPr>
            <p:cNvCxnSpPr>
              <a:cxnSpLocks/>
              <a:stCxn id="130" idx="1"/>
              <a:endCxn id="124"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270E36C6-2356-47F2-BC33-18EBD26A3675}"/>
                </a:ext>
              </a:extLst>
            </p:cNvPr>
            <p:cNvCxnSpPr>
              <a:cxnSpLocks/>
              <a:stCxn id="130" idx="3"/>
              <a:endCxn id="116"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2C116832-94BC-4799-B1D7-A2BB228220BE}"/>
                </a:ext>
              </a:extLst>
            </p:cNvPr>
            <p:cNvCxnSpPr>
              <a:cxnSpLocks/>
              <a:stCxn id="120" idx="1"/>
              <a:endCxn id="132"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66CA7D1A-9C4D-4A3F-B82D-EA70D24C6759}"/>
                </a:ext>
              </a:extLst>
            </p:cNvPr>
            <p:cNvCxnSpPr>
              <a:cxnSpLocks/>
              <a:stCxn id="123" idx="1"/>
              <a:endCxn id="132"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67810076-B334-4986-B499-68F9BCF80137}"/>
                </a:ext>
              </a:extLst>
            </p:cNvPr>
            <p:cNvCxnSpPr>
              <a:cxnSpLocks/>
              <a:stCxn id="117" idx="1"/>
              <a:endCxn id="120"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7" name="Connecteur droit 146">
              <a:extLst>
                <a:ext uri="{FF2B5EF4-FFF2-40B4-BE49-F238E27FC236}">
                  <a16:creationId xmlns:a16="http://schemas.microsoft.com/office/drawing/2014/main" id="{D34DE534-6A81-4A20-89D3-D6BB0C4E3CFA}"/>
                </a:ext>
              </a:extLst>
            </p:cNvPr>
            <p:cNvCxnSpPr>
              <a:cxnSpLocks/>
              <a:stCxn id="117" idx="1"/>
              <a:endCxn id="132"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Connecteur droit 147">
              <a:extLst>
                <a:ext uri="{FF2B5EF4-FFF2-40B4-BE49-F238E27FC236}">
                  <a16:creationId xmlns:a16="http://schemas.microsoft.com/office/drawing/2014/main" id="{CD576FBD-C36B-4262-A252-AB3B23F5792C}"/>
                </a:ext>
              </a:extLst>
            </p:cNvPr>
            <p:cNvCxnSpPr>
              <a:cxnSpLocks/>
              <a:stCxn id="123" idx="3"/>
              <a:endCxn id="120"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9" name="Connecteur droit 148">
              <a:extLst>
                <a:ext uri="{FF2B5EF4-FFF2-40B4-BE49-F238E27FC236}">
                  <a16:creationId xmlns:a16="http://schemas.microsoft.com/office/drawing/2014/main" id="{BEB82CF6-1262-4332-A854-51384CCA9C09}"/>
                </a:ext>
              </a:extLst>
            </p:cNvPr>
            <p:cNvCxnSpPr>
              <a:cxnSpLocks/>
              <a:stCxn id="119" idx="2"/>
              <a:endCxn id="118"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0" name="Connecteur droit 149">
              <a:extLst>
                <a:ext uri="{FF2B5EF4-FFF2-40B4-BE49-F238E27FC236}">
                  <a16:creationId xmlns:a16="http://schemas.microsoft.com/office/drawing/2014/main" id="{D9CC4FB6-799A-498F-8DA1-7AB3ABA7EC06}"/>
                </a:ext>
              </a:extLst>
            </p:cNvPr>
            <p:cNvCxnSpPr>
              <a:cxnSpLocks/>
              <a:stCxn id="124" idx="3"/>
              <a:endCxn id="119"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1" name="Connecteur droit 150">
              <a:extLst>
                <a:ext uri="{FF2B5EF4-FFF2-40B4-BE49-F238E27FC236}">
                  <a16:creationId xmlns:a16="http://schemas.microsoft.com/office/drawing/2014/main" id="{E0543EF6-7A2A-4F38-A175-5B1942C4ECC9}"/>
                </a:ext>
              </a:extLst>
            </p:cNvPr>
            <p:cNvCxnSpPr>
              <a:cxnSpLocks/>
              <a:stCxn id="119" idx="3"/>
              <a:endCxn id="125"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2" name="Connecteur droit 151">
              <a:extLst>
                <a:ext uri="{FF2B5EF4-FFF2-40B4-BE49-F238E27FC236}">
                  <a16:creationId xmlns:a16="http://schemas.microsoft.com/office/drawing/2014/main" id="{0CB55D25-CBD2-4132-84A6-7073049149CE}"/>
                </a:ext>
              </a:extLst>
            </p:cNvPr>
            <p:cNvCxnSpPr>
              <a:cxnSpLocks/>
              <a:stCxn id="118" idx="0"/>
              <a:endCxn id="125"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F0E62C16-E941-40F1-9979-799399976F99}"/>
                </a:ext>
              </a:extLst>
            </p:cNvPr>
            <p:cNvCxnSpPr>
              <a:stCxn id="117" idx="3"/>
              <a:endCxn id="121"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FB50F6B5-766C-4A06-9E79-A80A55A8DB8C}"/>
                </a:ext>
              </a:extLst>
            </p:cNvPr>
            <p:cNvCxnSpPr>
              <a:cxnSpLocks/>
              <a:stCxn id="120" idx="3"/>
              <a:endCxn id="118"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5" name="Connecteur droit 154">
              <a:extLst>
                <a:ext uri="{FF2B5EF4-FFF2-40B4-BE49-F238E27FC236}">
                  <a16:creationId xmlns:a16="http://schemas.microsoft.com/office/drawing/2014/main" id="{0E1FE5D9-41A9-48F9-A014-5065F424EE25}"/>
                </a:ext>
              </a:extLst>
            </p:cNvPr>
            <p:cNvCxnSpPr>
              <a:cxnSpLocks/>
              <a:stCxn id="118" idx="1"/>
              <a:endCxn id="117"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Connecteur droit 155">
              <a:extLst>
                <a:ext uri="{FF2B5EF4-FFF2-40B4-BE49-F238E27FC236}">
                  <a16:creationId xmlns:a16="http://schemas.microsoft.com/office/drawing/2014/main" id="{1744D9B2-E108-4D88-A74F-70AFA0EF7874}"/>
                </a:ext>
              </a:extLst>
            </p:cNvPr>
            <p:cNvCxnSpPr>
              <a:cxnSpLocks/>
              <a:stCxn id="128" idx="2"/>
              <a:endCxn id="121"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Connecteur droit 156">
              <a:extLst>
                <a:ext uri="{FF2B5EF4-FFF2-40B4-BE49-F238E27FC236}">
                  <a16:creationId xmlns:a16="http://schemas.microsoft.com/office/drawing/2014/main" id="{37E50B31-1BEA-43AD-83A8-909DA3BDAB14}"/>
                </a:ext>
              </a:extLst>
            </p:cNvPr>
            <p:cNvCxnSpPr>
              <a:stCxn id="129" idx="0"/>
              <a:endCxn id="125"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8" name="Connecteur droit 157">
              <a:extLst>
                <a:ext uri="{FF2B5EF4-FFF2-40B4-BE49-F238E27FC236}">
                  <a16:creationId xmlns:a16="http://schemas.microsoft.com/office/drawing/2014/main" id="{0B7DB0C8-226B-413D-A3F8-7BA5DD44A10F}"/>
                </a:ext>
              </a:extLst>
            </p:cNvPr>
            <p:cNvCxnSpPr>
              <a:cxnSpLocks/>
              <a:stCxn id="125" idx="2"/>
              <a:endCxn id="127"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32A57B95-67A2-4C17-AF73-90C2CCE96244}"/>
                </a:ext>
              </a:extLst>
            </p:cNvPr>
            <p:cNvCxnSpPr>
              <a:cxnSpLocks/>
              <a:stCxn id="131" idx="2"/>
              <a:endCxn id="127"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0F2C727D-EDDC-4F89-B4C2-4D4F9F4E87F5}"/>
                </a:ext>
              </a:extLst>
            </p:cNvPr>
            <p:cNvCxnSpPr>
              <a:cxnSpLocks/>
              <a:stCxn id="127" idx="0"/>
              <a:endCxn id="129"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1E935728-CA71-4BF1-B8CD-79FEFCEA9335}"/>
                </a:ext>
              </a:extLst>
            </p:cNvPr>
            <p:cNvCxnSpPr>
              <a:cxnSpLocks/>
              <a:stCxn id="128" idx="2"/>
              <a:endCxn id="118"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11" name="Groupe 410">
            <a:extLst>
              <a:ext uri="{FF2B5EF4-FFF2-40B4-BE49-F238E27FC236}">
                <a16:creationId xmlns:a16="http://schemas.microsoft.com/office/drawing/2014/main" id="{EA98C0DB-EC53-47D3-B97A-A4EF2B9918F6}"/>
              </a:ext>
            </a:extLst>
          </p:cNvPr>
          <p:cNvGrpSpPr/>
          <p:nvPr/>
        </p:nvGrpSpPr>
        <p:grpSpPr>
          <a:xfrm>
            <a:off x="712952" y="4063519"/>
            <a:ext cx="1677623" cy="1061705"/>
            <a:chOff x="704692" y="3879273"/>
            <a:chExt cx="1800765" cy="1139637"/>
          </a:xfrm>
        </p:grpSpPr>
        <p:pic>
          <p:nvPicPr>
            <p:cNvPr id="339" name="Image 338">
              <a:extLst>
                <a:ext uri="{FF2B5EF4-FFF2-40B4-BE49-F238E27FC236}">
                  <a16:creationId xmlns:a16="http://schemas.microsoft.com/office/drawing/2014/main" id="{29271B20-273B-48D4-BAC5-EAB4B5F18E1B}"/>
                </a:ext>
              </a:extLst>
            </p:cNvPr>
            <p:cNvPicPr>
              <a:picLocks noChangeAspect="1"/>
            </p:cNvPicPr>
            <p:nvPr/>
          </p:nvPicPr>
          <p:blipFill>
            <a:blip r:embed="rId10"/>
            <a:stretch>
              <a:fillRect/>
            </a:stretch>
          </p:blipFill>
          <p:spPr>
            <a:xfrm>
              <a:off x="704692" y="3879273"/>
              <a:ext cx="1800765" cy="1139637"/>
            </a:xfrm>
            <a:prstGeom prst="rect">
              <a:avLst/>
            </a:prstGeom>
          </p:spPr>
        </p:pic>
        <p:sp>
          <p:nvSpPr>
            <p:cNvPr id="340" name="Rectangle 339">
              <a:extLst>
                <a:ext uri="{FF2B5EF4-FFF2-40B4-BE49-F238E27FC236}">
                  <a16:creationId xmlns:a16="http://schemas.microsoft.com/office/drawing/2014/main" id="{563A143A-B7A2-4A7F-A8A2-E4DBD68DAA0A}"/>
                </a:ext>
              </a:extLst>
            </p:cNvPr>
            <p:cNvSpPr/>
            <p:nvPr/>
          </p:nvSpPr>
          <p:spPr>
            <a:xfrm>
              <a:off x="1297768" y="4250517"/>
              <a:ext cx="358487" cy="1205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341" name="ZoneTexte 340">
            <a:extLst>
              <a:ext uri="{FF2B5EF4-FFF2-40B4-BE49-F238E27FC236}">
                <a16:creationId xmlns:a16="http://schemas.microsoft.com/office/drawing/2014/main" id="{45C53740-4D26-421A-B385-9D0897F925EB}"/>
              </a:ext>
            </a:extLst>
          </p:cNvPr>
          <p:cNvSpPr txBox="1"/>
          <p:nvPr/>
        </p:nvSpPr>
        <p:spPr>
          <a:xfrm>
            <a:off x="288194" y="5270892"/>
            <a:ext cx="2286000" cy="646331"/>
          </a:xfrm>
          <a:prstGeom prst="rect">
            <a:avLst/>
          </a:prstGeom>
          <a:noFill/>
        </p:spPr>
        <p:txBody>
          <a:bodyPr wrap="square" rtlCol="0">
            <a:spAutoFit/>
          </a:bodyPr>
          <a:lstStyle/>
          <a:p>
            <a:pPr algn="ctr"/>
            <a:r>
              <a:rPr lang="en-US" dirty="0"/>
              <a:t>Social media-like Community</a:t>
            </a:r>
          </a:p>
        </p:txBody>
      </p:sp>
      <p:sp>
        <p:nvSpPr>
          <p:cNvPr id="342" name="ZoneTexte 341">
            <a:extLst>
              <a:ext uri="{FF2B5EF4-FFF2-40B4-BE49-F238E27FC236}">
                <a16:creationId xmlns:a16="http://schemas.microsoft.com/office/drawing/2014/main" id="{E11447A2-B2D2-459C-B54F-EC3CF616DB8B}"/>
              </a:ext>
            </a:extLst>
          </p:cNvPr>
          <p:cNvSpPr txBox="1"/>
          <p:nvPr/>
        </p:nvSpPr>
        <p:spPr>
          <a:xfrm>
            <a:off x="6927477" y="5343965"/>
            <a:ext cx="2286000" cy="646331"/>
          </a:xfrm>
          <a:prstGeom prst="rect">
            <a:avLst/>
          </a:prstGeom>
          <a:noFill/>
        </p:spPr>
        <p:txBody>
          <a:bodyPr wrap="square" rtlCol="0">
            <a:spAutoFit/>
          </a:bodyPr>
          <a:lstStyle/>
          <a:p>
            <a:pPr algn="ctr"/>
            <a:r>
              <a:rPr lang="en-US" dirty="0"/>
              <a:t>Business Network like community</a:t>
            </a:r>
          </a:p>
        </p:txBody>
      </p:sp>
      <p:sp>
        <p:nvSpPr>
          <p:cNvPr id="343" name="ZoneTexte 342">
            <a:extLst>
              <a:ext uri="{FF2B5EF4-FFF2-40B4-BE49-F238E27FC236}">
                <a16:creationId xmlns:a16="http://schemas.microsoft.com/office/drawing/2014/main" id="{1C6D9A3C-3AC5-4FF4-B913-3B0292951FC0}"/>
              </a:ext>
            </a:extLst>
          </p:cNvPr>
          <p:cNvSpPr txBox="1"/>
          <p:nvPr/>
        </p:nvSpPr>
        <p:spPr>
          <a:xfrm>
            <a:off x="3492994" y="5343964"/>
            <a:ext cx="2286000" cy="646331"/>
          </a:xfrm>
          <a:prstGeom prst="rect">
            <a:avLst/>
          </a:prstGeom>
          <a:noFill/>
        </p:spPr>
        <p:txBody>
          <a:bodyPr wrap="square" rtlCol="0">
            <a:spAutoFit/>
          </a:bodyPr>
          <a:lstStyle/>
          <a:p>
            <a:pPr algn="ctr"/>
            <a:r>
              <a:rPr lang="en-US" dirty="0"/>
              <a:t>Corporation-like community</a:t>
            </a:r>
          </a:p>
        </p:txBody>
      </p:sp>
      <p:sp>
        <p:nvSpPr>
          <p:cNvPr id="344" name="ZoneTexte 343">
            <a:extLst>
              <a:ext uri="{FF2B5EF4-FFF2-40B4-BE49-F238E27FC236}">
                <a16:creationId xmlns:a16="http://schemas.microsoft.com/office/drawing/2014/main" id="{2BDD0E9A-D3D7-4C0A-BB39-D5DDEBCD4A0B}"/>
              </a:ext>
            </a:extLst>
          </p:cNvPr>
          <p:cNvSpPr txBox="1"/>
          <p:nvPr/>
        </p:nvSpPr>
        <p:spPr>
          <a:xfrm>
            <a:off x="9943326" y="5343965"/>
            <a:ext cx="2286000" cy="923330"/>
          </a:xfrm>
          <a:prstGeom prst="rect">
            <a:avLst/>
          </a:prstGeom>
          <a:noFill/>
        </p:spPr>
        <p:txBody>
          <a:bodyPr wrap="square" rtlCol="0">
            <a:spAutoFit/>
          </a:bodyPr>
          <a:lstStyle/>
          <a:p>
            <a:pPr algn="ctr"/>
            <a:r>
              <a:rPr lang="en-US" dirty="0"/>
              <a:t>Small circle of experts like Community</a:t>
            </a:r>
          </a:p>
        </p:txBody>
      </p:sp>
      <p:grpSp>
        <p:nvGrpSpPr>
          <p:cNvPr id="403" name="Groupe 402">
            <a:extLst>
              <a:ext uri="{FF2B5EF4-FFF2-40B4-BE49-F238E27FC236}">
                <a16:creationId xmlns:a16="http://schemas.microsoft.com/office/drawing/2014/main" id="{76E5A263-5421-43C8-9E92-75A955FAF25B}"/>
              </a:ext>
            </a:extLst>
          </p:cNvPr>
          <p:cNvGrpSpPr/>
          <p:nvPr/>
        </p:nvGrpSpPr>
        <p:grpSpPr>
          <a:xfrm>
            <a:off x="10323442" y="2349934"/>
            <a:ext cx="1400717" cy="1348556"/>
            <a:chOff x="10205909" y="2492666"/>
            <a:chExt cx="1400717" cy="1348556"/>
          </a:xfrm>
        </p:grpSpPr>
        <p:grpSp>
          <p:nvGrpSpPr>
            <p:cNvPr id="346" name="Groupe 345">
              <a:extLst>
                <a:ext uri="{FF2B5EF4-FFF2-40B4-BE49-F238E27FC236}">
                  <a16:creationId xmlns:a16="http://schemas.microsoft.com/office/drawing/2014/main" id="{C7352C03-0DE8-4011-AD49-3440E9C847CC}"/>
                </a:ext>
              </a:extLst>
            </p:cNvPr>
            <p:cNvGrpSpPr/>
            <p:nvPr/>
          </p:nvGrpSpPr>
          <p:grpSpPr>
            <a:xfrm>
              <a:off x="10205909" y="2492666"/>
              <a:ext cx="1382273" cy="1216510"/>
              <a:chOff x="5882851" y="2722176"/>
              <a:chExt cx="646223" cy="568728"/>
            </a:xfrm>
          </p:grpSpPr>
          <p:sp>
            <p:nvSpPr>
              <p:cNvPr id="381" name="Ellipse 380">
                <a:extLst>
                  <a:ext uri="{FF2B5EF4-FFF2-40B4-BE49-F238E27FC236}">
                    <a16:creationId xmlns:a16="http://schemas.microsoft.com/office/drawing/2014/main" id="{5F7AB71D-8A11-49D7-82EA-6670A1988AF1}"/>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2" name="Graphique 381" descr="Utilisateur avec un remplissage uni">
                <a:extLst>
                  <a:ext uri="{FF2B5EF4-FFF2-40B4-BE49-F238E27FC236}">
                    <a16:creationId xmlns:a16="http://schemas.microsoft.com/office/drawing/2014/main" id="{62A3CC27-5390-4747-A66C-15A239E519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82851" y="3028701"/>
                <a:ext cx="187537" cy="187537"/>
              </a:xfrm>
              <a:prstGeom prst="rect">
                <a:avLst/>
              </a:prstGeom>
            </p:spPr>
          </p:pic>
          <p:pic>
            <p:nvPicPr>
              <p:cNvPr id="383" name="Graphique 382" descr="Utilisateur avec un remplissage uni">
                <a:extLst>
                  <a:ext uri="{FF2B5EF4-FFF2-40B4-BE49-F238E27FC236}">
                    <a16:creationId xmlns:a16="http://schemas.microsoft.com/office/drawing/2014/main" id="{576240D3-3D17-408C-AF72-2B7E6BF23E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8335" y="2722176"/>
                <a:ext cx="187537" cy="187537"/>
              </a:xfrm>
              <a:prstGeom prst="rect">
                <a:avLst/>
              </a:prstGeom>
            </p:spPr>
          </p:pic>
          <p:pic>
            <p:nvPicPr>
              <p:cNvPr id="384" name="Graphique 383" descr="Utilisateur avec un remplissage uni">
                <a:extLst>
                  <a:ext uri="{FF2B5EF4-FFF2-40B4-BE49-F238E27FC236}">
                    <a16:creationId xmlns:a16="http://schemas.microsoft.com/office/drawing/2014/main" id="{6ED11CED-9914-407A-BA99-CDB4CF4E7E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1537" y="3034959"/>
                <a:ext cx="187537" cy="187537"/>
              </a:xfrm>
              <a:prstGeom prst="rect">
                <a:avLst/>
              </a:prstGeom>
            </p:spPr>
          </p:pic>
        </p:grpSp>
        <p:pic>
          <p:nvPicPr>
            <p:cNvPr id="396" name="Graphique 395" descr="Utilisateur avec un remplissage uni">
              <a:extLst>
                <a:ext uri="{FF2B5EF4-FFF2-40B4-BE49-F238E27FC236}">
                  <a16:creationId xmlns:a16="http://schemas.microsoft.com/office/drawing/2014/main" id="{179D14CB-3F53-4A8B-BD3B-DB84E416C2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2600697"/>
              <a:ext cx="401142" cy="401142"/>
            </a:xfrm>
            <a:prstGeom prst="rect">
              <a:avLst/>
            </a:prstGeom>
          </p:spPr>
        </p:pic>
        <p:pic>
          <p:nvPicPr>
            <p:cNvPr id="397" name="Graphique 396" descr="Utilisateur avec un remplissage uni">
              <a:extLst>
                <a:ext uri="{FF2B5EF4-FFF2-40B4-BE49-F238E27FC236}">
                  <a16:creationId xmlns:a16="http://schemas.microsoft.com/office/drawing/2014/main" id="{82ED8549-945D-40B9-9C7E-74DFB0CEF4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05484" y="2830772"/>
              <a:ext cx="401142" cy="401142"/>
            </a:xfrm>
            <a:prstGeom prst="rect">
              <a:avLst/>
            </a:prstGeom>
          </p:spPr>
        </p:pic>
        <p:pic>
          <p:nvPicPr>
            <p:cNvPr id="398" name="Graphique 397" descr="Utilisateur avec un remplissage uni">
              <a:extLst>
                <a:ext uri="{FF2B5EF4-FFF2-40B4-BE49-F238E27FC236}">
                  <a16:creationId xmlns:a16="http://schemas.microsoft.com/office/drawing/2014/main" id="{EF245F49-C966-4A76-83C2-AC04FE21F2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3403817"/>
              <a:ext cx="401142" cy="401142"/>
            </a:xfrm>
            <a:prstGeom prst="rect">
              <a:avLst/>
            </a:prstGeom>
          </p:spPr>
        </p:pic>
        <p:pic>
          <p:nvPicPr>
            <p:cNvPr id="399" name="Graphique 398" descr="Utilisateur avec un remplissage uni">
              <a:extLst>
                <a:ext uri="{FF2B5EF4-FFF2-40B4-BE49-F238E27FC236}">
                  <a16:creationId xmlns:a16="http://schemas.microsoft.com/office/drawing/2014/main" id="{5A08FCB1-9C9C-4292-B17B-E6D7B60C29D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65511" y="3383814"/>
              <a:ext cx="401142" cy="401142"/>
            </a:xfrm>
            <a:prstGeom prst="rect">
              <a:avLst/>
            </a:prstGeom>
          </p:spPr>
        </p:pic>
        <p:pic>
          <p:nvPicPr>
            <p:cNvPr id="400" name="Graphique 399" descr="Utilisateur avec un remplissage uni">
              <a:extLst>
                <a:ext uri="{FF2B5EF4-FFF2-40B4-BE49-F238E27FC236}">
                  <a16:creationId xmlns:a16="http://schemas.microsoft.com/office/drawing/2014/main" id="{4961A73E-FBAA-40CE-A908-05500019DA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0558" y="3440080"/>
              <a:ext cx="401142" cy="401142"/>
            </a:xfrm>
            <a:prstGeom prst="rect">
              <a:avLst/>
            </a:prstGeom>
          </p:spPr>
        </p:pic>
        <p:pic>
          <p:nvPicPr>
            <p:cNvPr id="401" name="Graphique 400" descr="Utilisateur avec un remplissage uni">
              <a:extLst>
                <a:ext uri="{FF2B5EF4-FFF2-40B4-BE49-F238E27FC236}">
                  <a16:creationId xmlns:a16="http://schemas.microsoft.com/office/drawing/2014/main" id="{DF71BD03-FED5-4622-9433-C6D2CD60E0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14952" y="2788041"/>
              <a:ext cx="401142" cy="401142"/>
            </a:xfrm>
            <a:prstGeom prst="rect">
              <a:avLst/>
            </a:prstGeom>
          </p:spPr>
        </p:pic>
        <p:pic>
          <p:nvPicPr>
            <p:cNvPr id="402" name="Graphique 401" descr="Utilisateur avec un remplissage uni">
              <a:extLst>
                <a:ext uri="{FF2B5EF4-FFF2-40B4-BE49-F238E27FC236}">
                  <a16:creationId xmlns:a16="http://schemas.microsoft.com/office/drawing/2014/main" id="{62C04F9D-D413-4D22-A08A-F3A7063CBB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79719" y="2509970"/>
              <a:ext cx="401142" cy="401142"/>
            </a:xfrm>
            <a:prstGeom prst="rect">
              <a:avLst/>
            </a:prstGeom>
          </p:spPr>
        </p:pic>
      </p:grpSp>
      <p:pic>
        <p:nvPicPr>
          <p:cNvPr id="407" name="Image 406" descr="Une image contenant texte, hall&#10;&#10;Description générée automatiquement">
            <a:extLst>
              <a:ext uri="{FF2B5EF4-FFF2-40B4-BE49-F238E27FC236}">
                <a16:creationId xmlns:a16="http://schemas.microsoft.com/office/drawing/2014/main" id="{8B950CB7-28CF-4924-AD54-C4B77CD2E1B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683254" y="4113309"/>
            <a:ext cx="2569436" cy="1007707"/>
          </a:xfrm>
          <a:prstGeom prst="rect">
            <a:avLst/>
          </a:prstGeom>
        </p:spPr>
      </p:pic>
      <p:grpSp>
        <p:nvGrpSpPr>
          <p:cNvPr id="421" name="Groupe 420">
            <a:extLst>
              <a:ext uri="{FF2B5EF4-FFF2-40B4-BE49-F238E27FC236}">
                <a16:creationId xmlns:a16="http://schemas.microsoft.com/office/drawing/2014/main" id="{D81AF03F-0E57-4845-97F4-A77F693C75B5}"/>
              </a:ext>
            </a:extLst>
          </p:cNvPr>
          <p:cNvGrpSpPr/>
          <p:nvPr/>
        </p:nvGrpSpPr>
        <p:grpSpPr>
          <a:xfrm>
            <a:off x="3396900" y="4095440"/>
            <a:ext cx="2280029" cy="1091472"/>
            <a:chOff x="3396900" y="4095440"/>
            <a:chExt cx="2280029" cy="1091472"/>
          </a:xfrm>
        </p:grpSpPr>
        <p:pic>
          <p:nvPicPr>
            <p:cNvPr id="414" name="Image 413">
              <a:extLst>
                <a:ext uri="{FF2B5EF4-FFF2-40B4-BE49-F238E27FC236}">
                  <a16:creationId xmlns:a16="http://schemas.microsoft.com/office/drawing/2014/main" id="{8DE70119-5644-47AA-980C-56F3432EFE95}"/>
                </a:ext>
              </a:extLst>
            </p:cNvPr>
            <p:cNvPicPr>
              <a:picLocks noChangeAspect="1"/>
            </p:cNvPicPr>
            <p:nvPr/>
          </p:nvPicPr>
          <p:blipFill>
            <a:blip r:embed="rId12"/>
            <a:stretch>
              <a:fillRect/>
            </a:stretch>
          </p:blipFill>
          <p:spPr>
            <a:xfrm>
              <a:off x="3396900" y="4095440"/>
              <a:ext cx="2280029" cy="1091472"/>
            </a:xfrm>
            <a:prstGeom prst="rect">
              <a:avLst/>
            </a:prstGeom>
          </p:spPr>
        </p:pic>
        <p:sp>
          <p:nvSpPr>
            <p:cNvPr id="415" name="Rectangle 414">
              <a:extLst>
                <a:ext uri="{FF2B5EF4-FFF2-40B4-BE49-F238E27FC236}">
                  <a16:creationId xmlns:a16="http://schemas.microsoft.com/office/drawing/2014/main" id="{2F056F11-F2D7-48AC-8F3E-0C8C382CF0D7}"/>
                </a:ext>
              </a:extLst>
            </p:cNvPr>
            <p:cNvSpPr/>
            <p:nvPr/>
          </p:nvSpPr>
          <p:spPr>
            <a:xfrm>
              <a:off x="3499969" y="4263399"/>
              <a:ext cx="247954" cy="833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EDC10E6D-7E56-4D59-B6F9-FB2E54F420A0}"/>
                </a:ext>
              </a:extLst>
            </p:cNvPr>
            <p:cNvSpPr/>
            <p:nvPr/>
          </p:nvSpPr>
          <p:spPr>
            <a:xfrm>
              <a:off x="3990167" y="4325989"/>
              <a:ext cx="247954" cy="833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FA4F9A51-2E94-4B68-B4DC-271FD93A30FA}"/>
                </a:ext>
              </a:extLst>
            </p:cNvPr>
            <p:cNvSpPr/>
            <p:nvPr/>
          </p:nvSpPr>
          <p:spPr>
            <a:xfrm>
              <a:off x="4402374" y="4209114"/>
              <a:ext cx="247954" cy="833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3AAE3548-2737-4F5F-814F-770CA432146A}"/>
                </a:ext>
              </a:extLst>
            </p:cNvPr>
            <p:cNvSpPr/>
            <p:nvPr/>
          </p:nvSpPr>
          <p:spPr>
            <a:xfrm>
              <a:off x="4802927" y="4357428"/>
              <a:ext cx="247954" cy="833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86ACE114-1FEE-42C2-8162-DCD4453CDE78}"/>
                </a:ext>
              </a:extLst>
            </p:cNvPr>
            <p:cNvSpPr/>
            <p:nvPr/>
          </p:nvSpPr>
          <p:spPr>
            <a:xfrm>
              <a:off x="5071994" y="4345357"/>
              <a:ext cx="247954" cy="833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EC262306-B3CC-469E-916A-5338B0E7CC2D}"/>
                </a:ext>
              </a:extLst>
            </p:cNvPr>
            <p:cNvSpPr/>
            <p:nvPr/>
          </p:nvSpPr>
          <p:spPr>
            <a:xfrm>
              <a:off x="5329390" y="4242602"/>
              <a:ext cx="247954" cy="833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423" name="Image 422" descr="Une image contenant arbre, personne, extérieur, gens&#10;&#10;Description générée automatiquement">
            <a:extLst>
              <a:ext uri="{FF2B5EF4-FFF2-40B4-BE49-F238E27FC236}">
                <a16:creationId xmlns:a16="http://schemas.microsoft.com/office/drawing/2014/main" id="{99F408EE-60F3-4AB9-BAE2-147D5E46DCC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62003" y="4069346"/>
            <a:ext cx="1677623" cy="1049713"/>
          </a:xfrm>
          <a:prstGeom prst="rect">
            <a:avLst/>
          </a:prstGeom>
        </p:spPr>
      </p:pic>
    </p:spTree>
    <p:extLst>
      <p:ext uri="{BB962C8B-B14F-4D97-AF65-F5344CB8AC3E}">
        <p14:creationId xmlns:p14="http://schemas.microsoft.com/office/powerpoint/2010/main" val="340891706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EC07D2-FE6E-48D7-B8AD-6FEF002FB514}"/>
              </a:ext>
            </a:extLst>
          </p:cNvPr>
          <p:cNvSpPr>
            <a:spLocks noGrp="1"/>
          </p:cNvSpPr>
          <p:nvPr>
            <p:ph type="title"/>
          </p:nvPr>
        </p:nvSpPr>
        <p:spPr/>
        <p:txBody>
          <a:bodyPr/>
          <a:lstStyle/>
          <a:p>
            <a:r>
              <a:rPr lang="en-US" dirty="0"/>
              <a:t>Corporate Community</a:t>
            </a:r>
          </a:p>
        </p:txBody>
      </p:sp>
      <p:sp>
        <p:nvSpPr>
          <p:cNvPr id="3" name="Espace réservé du contenu 2">
            <a:extLst>
              <a:ext uri="{FF2B5EF4-FFF2-40B4-BE49-F238E27FC236}">
                <a16:creationId xmlns:a16="http://schemas.microsoft.com/office/drawing/2014/main" id="{F83579F5-45DC-45D5-A645-9EEAD39E49C1}"/>
              </a:ext>
            </a:extLst>
          </p:cNvPr>
          <p:cNvSpPr>
            <a:spLocks noGrp="1"/>
          </p:cNvSpPr>
          <p:nvPr>
            <p:ph idx="1"/>
          </p:nvPr>
        </p:nvSpPr>
        <p:spPr>
          <a:xfrm>
            <a:off x="1115568" y="2478024"/>
            <a:ext cx="4796960" cy="3984920"/>
          </a:xfrm>
        </p:spPr>
        <p:txBody>
          <a:bodyPr>
            <a:normAutofit fontScale="40000" lnSpcReduction="20000"/>
          </a:bodyPr>
          <a:lstStyle/>
          <a:p>
            <a:pPr marL="0" indent="0">
              <a:buNone/>
            </a:pPr>
            <a:r>
              <a:rPr lang="en-US" dirty="0"/>
              <a:t>Community parameters : </a:t>
            </a:r>
          </a:p>
          <a:p>
            <a:pPr marL="0" indent="0">
              <a:buNone/>
            </a:pPr>
            <a:endParaRPr lang="en-US" dirty="0"/>
          </a:p>
          <a:p>
            <a:r>
              <a:rPr lang="en-US" dirty="0"/>
              <a:t>Community Objectives &amp; Purposes</a:t>
            </a:r>
          </a:p>
          <a:p>
            <a:r>
              <a:rPr lang="en-US" dirty="0"/>
              <a:t>Number of members</a:t>
            </a:r>
          </a:p>
          <a:p>
            <a:r>
              <a:rPr lang="en-US" dirty="0"/>
              <a:t>Membership rules</a:t>
            </a:r>
          </a:p>
          <a:p>
            <a:r>
              <a:rPr lang="en-US" dirty="0"/>
              <a:t>Community Content topic</a:t>
            </a:r>
          </a:p>
          <a:p>
            <a:r>
              <a:rPr lang="en-US" dirty="0"/>
              <a:t>Community Content format</a:t>
            </a:r>
          </a:p>
          <a:p>
            <a:r>
              <a:rPr lang="en-US" dirty="0"/>
              <a:t>Importance of Link</a:t>
            </a:r>
          </a:p>
          <a:p>
            <a:r>
              <a:rPr lang="en-US" dirty="0"/>
              <a:t>Type of link</a:t>
            </a:r>
          </a:p>
          <a:p>
            <a:r>
              <a:rPr lang="en-US" dirty="0"/>
              <a:t>Level of Link</a:t>
            </a:r>
          </a:p>
          <a:p>
            <a:r>
              <a:rPr lang="en-US" dirty="0"/>
              <a:t>Link architecture</a:t>
            </a:r>
          </a:p>
          <a:p>
            <a:r>
              <a:rPr lang="en-US" dirty="0"/>
              <a:t>Engagement levels</a:t>
            </a:r>
          </a:p>
          <a:p>
            <a:r>
              <a:rPr lang="en-US" dirty="0"/>
              <a:t>Engagement targets</a:t>
            </a:r>
          </a:p>
          <a:p>
            <a:r>
              <a:rPr lang="en-US" dirty="0"/>
              <a:t>….</a:t>
            </a:r>
          </a:p>
        </p:txBody>
      </p:sp>
      <p:sp>
        <p:nvSpPr>
          <p:cNvPr id="4" name="Espace réservé du contenu 2">
            <a:extLst>
              <a:ext uri="{FF2B5EF4-FFF2-40B4-BE49-F238E27FC236}">
                <a16:creationId xmlns:a16="http://schemas.microsoft.com/office/drawing/2014/main" id="{487C26F6-74EA-4297-8470-A58B8C64F7E0}"/>
              </a:ext>
            </a:extLst>
          </p:cNvPr>
          <p:cNvSpPr txBox="1">
            <a:spLocks/>
          </p:cNvSpPr>
          <p:nvPr/>
        </p:nvSpPr>
        <p:spPr>
          <a:xfrm>
            <a:off x="7553358" y="2390727"/>
            <a:ext cx="4006848" cy="3694176"/>
          </a:xfrm>
          <a:prstGeom prst="rect">
            <a:avLst/>
          </a:prstGeom>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What type of Communities are Corporate Communities ?</a:t>
            </a:r>
          </a:p>
        </p:txBody>
      </p:sp>
    </p:spTree>
    <p:extLst>
      <p:ext uri="{BB962C8B-B14F-4D97-AF65-F5344CB8AC3E}">
        <p14:creationId xmlns:p14="http://schemas.microsoft.com/office/powerpoint/2010/main" val="244718092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46BEA1-D438-406C-9E95-128AADA16205}"/>
              </a:ext>
            </a:extLst>
          </p:cNvPr>
          <p:cNvSpPr>
            <a:spLocks noGrp="1"/>
          </p:cNvSpPr>
          <p:nvPr>
            <p:ph type="title"/>
          </p:nvPr>
        </p:nvSpPr>
        <p:spPr/>
        <p:txBody>
          <a:bodyPr/>
          <a:lstStyle/>
          <a:p>
            <a:r>
              <a:rPr lang="en-US"/>
              <a:t>Challenges of Corporate Communities</a:t>
            </a:r>
          </a:p>
        </p:txBody>
      </p:sp>
      <p:sp>
        <p:nvSpPr>
          <p:cNvPr id="4" name="ZoneTexte 3">
            <a:extLst>
              <a:ext uri="{FF2B5EF4-FFF2-40B4-BE49-F238E27FC236}">
                <a16:creationId xmlns:a16="http://schemas.microsoft.com/office/drawing/2014/main" id="{F4115684-EA99-4D16-B717-8D19E816E829}"/>
              </a:ext>
            </a:extLst>
          </p:cNvPr>
          <p:cNvSpPr txBox="1"/>
          <p:nvPr/>
        </p:nvSpPr>
        <p:spPr>
          <a:xfrm>
            <a:off x="992336" y="5612129"/>
            <a:ext cx="2135387" cy="523220"/>
          </a:xfrm>
          <a:prstGeom prst="rect">
            <a:avLst/>
          </a:prstGeom>
          <a:noFill/>
        </p:spPr>
        <p:txBody>
          <a:bodyPr wrap="square" rtlCol="0">
            <a:spAutoFit/>
          </a:bodyPr>
          <a:lstStyle/>
          <a:p>
            <a:pPr algn="ctr"/>
            <a:r>
              <a:rPr lang="en-US" sz="1400" dirty="0"/>
              <a:t>How to make engagement last ?</a:t>
            </a:r>
          </a:p>
        </p:txBody>
      </p:sp>
      <p:sp>
        <p:nvSpPr>
          <p:cNvPr id="6" name="ZoneTexte 5">
            <a:extLst>
              <a:ext uri="{FF2B5EF4-FFF2-40B4-BE49-F238E27FC236}">
                <a16:creationId xmlns:a16="http://schemas.microsoft.com/office/drawing/2014/main" id="{DA422B26-45B1-4ACA-989B-56A5AD9C1A2C}"/>
              </a:ext>
            </a:extLst>
          </p:cNvPr>
          <p:cNvSpPr txBox="1"/>
          <p:nvPr/>
        </p:nvSpPr>
        <p:spPr>
          <a:xfrm>
            <a:off x="9321158" y="4712929"/>
            <a:ext cx="2092143" cy="830997"/>
          </a:xfrm>
          <a:prstGeom prst="rect">
            <a:avLst/>
          </a:prstGeom>
          <a:noFill/>
        </p:spPr>
        <p:txBody>
          <a:bodyPr wrap="square" rtlCol="0">
            <a:spAutoFit/>
          </a:bodyPr>
          <a:lstStyle/>
          <a:p>
            <a:pPr algn="ctr"/>
            <a:r>
              <a:rPr lang="en-US" sz="1200" dirty="0"/>
              <a:t>How to trigger natural growth (more members, more content) or retention ?</a:t>
            </a:r>
          </a:p>
        </p:txBody>
      </p:sp>
      <p:pic>
        <p:nvPicPr>
          <p:cNvPr id="8" name="Graphique 7" descr="Croissance de l'activité avec un remplissage uni">
            <a:extLst>
              <a:ext uri="{FF2B5EF4-FFF2-40B4-BE49-F238E27FC236}">
                <a16:creationId xmlns:a16="http://schemas.microsoft.com/office/drawing/2014/main" id="{9F6FCCC6-BE34-4956-B0DF-88D947AF91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26911" y="3204550"/>
            <a:ext cx="1471302" cy="1471302"/>
          </a:xfrm>
          <a:prstGeom prst="rect">
            <a:avLst/>
          </a:prstGeom>
        </p:spPr>
      </p:pic>
      <p:grpSp>
        <p:nvGrpSpPr>
          <p:cNvPr id="3" name="Groupe 2">
            <a:extLst>
              <a:ext uri="{FF2B5EF4-FFF2-40B4-BE49-F238E27FC236}">
                <a16:creationId xmlns:a16="http://schemas.microsoft.com/office/drawing/2014/main" id="{14861F64-F453-43EF-B346-4D493B2198E6}"/>
              </a:ext>
            </a:extLst>
          </p:cNvPr>
          <p:cNvGrpSpPr/>
          <p:nvPr/>
        </p:nvGrpSpPr>
        <p:grpSpPr>
          <a:xfrm>
            <a:off x="5544775" y="2530719"/>
            <a:ext cx="2856813" cy="3336289"/>
            <a:chOff x="4631017" y="2241102"/>
            <a:chExt cx="3782973" cy="4417892"/>
          </a:xfrm>
        </p:grpSpPr>
        <p:sp>
          <p:nvSpPr>
            <p:cNvPr id="5" name="ZoneTexte 4">
              <a:extLst>
                <a:ext uri="{FF2B5EF4-FFF2-40B4-BE49-F238E27FC236}">
                  <a16:creationId xmlns:a16="http://schemas.microsoft.com/office/drawing/2014/main" id="{B5296CEF-D5AE-4D74-96BA-7E1F4D724223}"/>
                </a:ext>
              </a:extLst>
            </p:cNvPr>
            <p:cNvSpPr txBox="1"/>
            <p:nvPr/>
          </p:nvSpPr>
          <p:spPr>
            <a:xfrm>
              <a:off x="4631017" y="5803127"/>
              <a:ext cx="3175893" cy="855867"/>
            </a:xfrm>
            <a:prstGeom prst="rect">
              <a:avLst/>
            </a:prstGeom>
            <a:noFill/>
          </p:spPr>
          <p:txBody>
            <a:bodyPr wrap="square" rtlCol="0">
              <a:spAutoFit/>
            </a:bodyPr>
            <a:lstStyle/>
            <a:p>
              <a:pPr algn="ctr"/>
              <a:r>
                <a:rPr lang="en-US" sz="1200"/>
                <a:t>How to increase average ENGAGEMENT and avoid 2-speeds community ? </a:t>
              </a:r>
            </a:p>
          </p:txBody>
        </p:sp>
        <p:pic>
          <p:nvPicPr>
            <p:cNvPr id="10" name="Graphique 9" descr="Personne s'alimentant avec un remplissage uni">
              <a:extLst>
                <a:ext uri="{FF2B5EF4-FFF2-40B4-BE49-F238E27FC236}">
                  <a16:creationId xmlns:a16="http://schemas.microsoft.com/office/drawing/2014/main" id="{54075F02-7BD8-4D1D-A953-698A95D7454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10908" y="5223068"/>
              <a:ext cx="518160" cy="518160"/>
            </a:xfrm>
            <a:prstGeom prst="rect">
              <a:avLst/>
            </a:prstGeom>
          </p:spPr>
        </p:pic>
        <p:pic>
          <p:nvPicPr>
            <p:cNvPr id="12" name="Graphique 11" descr="Héros avec un remplissage uni">
              <a:extLst>
                <a:ext uri="{FF2B5EF4-FFF2-40B4-BE49-F238E27FC236}">
                  <a16:creationId xmlns:a16="http://schemas.microsoft.com/office/drawing/2014/main" id="{CC1BB37B-C2A6-4217-B056-08A9369184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89894" y="2965988"/>
              <a:ext cx="838647" cy="838647"/>
            </a:xfrm>
            <a:prstGeom prst="rect">
              <a:avLst/>
            </a:prstGeom>
          </p:spPr>
        </p:pic>
        <p:pic>
          <p:nvPicPr>
            <p:cNvPr id="14" name="Graphique 13" descr="Personne s'alimentant avec un remplissage uni">
              <a:extLst>
                <a:ext uri="{FF2B5EF4-FFF2-40B4-BE49-F238E27FC236}">
                  <a16:creationId xmlns:a16="http://schemas.microsoft.com/office/drawing/2014/main" id="{CF8B406C-1131-49DA-862F-DC56E9B8D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5529" y="5234973"/>
              <a:ext cx="518160" cy="518160"/>
            </a:xfrm>
            <a:prstGeom prst="rect">
              <a:avLst/>
            </a:prstGeom>
          </p:spPr>
        </p:pic>
        <p:pic>
          <p:nvPicPr>
            <p:cNvPr id="15" name="Graphique 14" descr="Personne s'alimentant avec un remplissage uni">
              <a:extLst>
                <a:ext uri="{FF2B5EF4-FFF2-40B4-BE49-F238E27FC236}">
                  <a16:creationId xmlns:a16="http://schemas.microsoft.com/office/drawing/2014/main" id="{481F42F3-0D15-4B6F-B990-3CDE1DA93D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0362" y="5246878"/>
              <a:ext cx="518160" cy="518160"/>
            </a:xfrm>
            <a:prstGeom prst="rect">
              <a:avLst/>
            </a:prstGeom>
          </p:spPr>
        </p:pic>
        <p:pic>
          <p:nvPicPr>
            <p:cNvPr id="16" name="Graphique 15" descr="Personne s'alimentant avec un remplissage uni">
              <a:extLst>
                <a:ext uri="{FF2B5EF4-FFF2-40B4-BE49-F238E27FC236}">
                  <a16:creationId xmlns:a16="http://schemas.microsoft.com/office/drawing/2014/main" id="{41353F89-0E91-4D1D-8D12-6AE03605AA7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62553" y="5234973"/>
              <a:ext cx="518160" cy="518160"/>
            </a:xfrm>
            <a:prstGeom prst="rect">
              <a:avLst/>
            </a:prstGeom>
          </p:spPr>
        </p:pic>
        <p:pic>
          <p:nvPicPr>
            <p:cNvPr id="17" name="Graphique 16" descr="Personne s'alimentant avec un remplissage uni">
              <a:extLst>
                <a:ext uri="{FF2B5EF4-FFF2-40B4-BE49-F238E27FC236}">
                  <a16:creationId xmlns:a16="http://schemas.microsoft.com/office/drawing/2014/main" id="{00613C83-8921-4203-B1A6-43D0948DE7C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7174" y="5246878"/>
              <a:ext cx="518160" cy="518160"/>
            </a:xfrm>
            <a:prstGeom prst="rect">
              <a:avLst/>
            </a:prstGeom>
          </p:spPr>
        </p:pic>
        <p:pic>
          <p:nvPicPr>
            <p:cNvPr id="18" name="Graphique 17" descr="Personne s'alimentant avec un remplissage uni">
              <a:extLst>
                <a:ext uri="{FF2B5EF4-FFF2-40B4-BE49-F238E27FC236}">
                  <a16:creationId xmlns:a16="http://schemas.microsoft.com/office/drawing/2014/main" id="{DEF2ADB7-3D5A-4B9D-8B74-A8BCF3913A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2007" y="5258783"/>
              <a:ext cx="518160" cy="518160"/>
            </a:xfrm>
            <a:prstGeom prst="rect">
              <a:avLst/>
            </a:prstGeom>
          </p:spPr>
        </p:pic>
        <p:pic>
          <p:nvPicPr>
            <p:cNvPr id="19" name="Graphique 18" descr="Personne s'alimentant avec un remplissage uni">
              <a:extLst>
                <a:ext uri="{FF2B5EF4-FFF2-40B4-BE49-F238E27FC236}">
                  <a16:creationId xmlns:a16="http://schemas.microsoft.com/office/drawing/2014/main" id="{0E65647E-69E0-49EE-AEF0-11FC2BEDF8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56990" y="4827062"/>
              <a:ext cx="518160" cy="518160"/>
            </a:xfrm>
            <a:prstGeom prst="rect">
              <a:avLst/>
            </a:prstGeom>
          </p:spPr>
        </p:pic>
        <p:pic>
          <p:nvPicPr>
            <p:cNvPr id="20" name="Graphique 19" descr="Personne s'alimentant avec un remplissage uni">
              <a:extLst>
                <a:ext uri="{FF2B5EF4-FFF2-40B4-BE49-F238E27FC236}">
                  <a16:creationId xmlns:a16="http://schemas.microsoft.com/office/drawing/2014/main" id="{E602D001-C0C4-4C20-BA77-7A63CF82DBB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41611" y="4838967"/>
              <a:ext cx="518160" cy="518160"/>
            </a:xfrm>
            <a:prstGeom prst="rect">
              <a:avLst/>
            </a:prstGeom>
          </p:spPr>
        </p:pic>
        <p:pic>
          <p:nvPicPr>
            <p:cNvPr id="21" name="Graphique 20" descr="Personne s'alimentant avec un remplissage uni">
              <a:extLst>
                <a:ext uri="{FF2B5EF4-FFF2-40B4-BE49-F238E27FC236}">
                  <a16:creationId xmlns:a16="http://schemas.microsoft.com/office/drawing/2014/main" id="{25A56600-DC10-4EED-BD7A-C0E2E80535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76444" y="4850872"/>
              <a:ext cx="518160" cy="518160"/>
            </a:xfrm>
            <a:prstGeom prst="rect">
              <a:avLst/>
            </a:prstGeom>
          </p:spPr>
        </p:pic>
        <p:pic>
          <p:nvPicPr>
            <p:cNvPr id="22" name="Graphique 21" descr="Personne s'alimentant avec un remplissage uni">
              <a:extLst>
                <a:ext uri="{FF2B5EF4-FFF2-40B4-BE49-F238E27FC236}">
                  <a16:creationId xmlns:a16="http://schemas.microsoft.com/office/drawing/2014/main" id="{6BF2C7DC-409A-4F9D-8EB8-38C4CBEF323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08635" y="4838967"/>
              <a:ext cx="518160" cy="518160"/>
            </a:xfrm>
            <a:prstGeom prst="rect">
              <a:avLst/>
            </a:prstGeom>
          </p:spPr>
        </p:pic>
        <p:pic>
          <p:nvPicPr>
            <p:cNvPr id="23" name="Graphique 22" descr="Personne s'alimentant avec un remplissage uni">
              <a:extLst>
                <a:ext uri="{FF2B5EF4-FFF2-40B4-BE49-F238E27FC236}">
                  <a16:creationId xmlns:a16="http://schemas.microsoft.com/office/drawing/2014/main" id="{4925C2E8-AB4B-4ABE-9B05-846DC6D1CB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93256" y="4850872"/>
              <a:ext cx="518160" cy="518160"/>
            </a:xfrm>
            <a:prstGeom prst="rect">
              <a:avLst/>
            </a:prstGeom>
          </p:spPr>
        </p:pic>
        <p:pic>
          <p:nvPicPr>
            <p:cNvPr id="24" name="Graphique 23" descr="Personne s'alimentant avec un remplissage uni">
              <a:extLst>
                <a:ext uri="{FF2B5EF4-FFF2-40B4-BE49-F238E27FC236}">
                  <a16:creationId xmlns:a16="http://schemas.microsoft.com/office/drawing/2014/main" id="{754EC4B2-5A78-4728-A348-C1C13896ED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28089" y="4862777"/>
              <a:ext cx="518160" cy="518160"/>
            </a:xfrm>
            <a:prstGeom prst="rect">
              <a:avLst/>
            </a:prstGeom>
          </p:spPr>
        </p:pic>
        <p:sp>
          <p:nvSpPr>
            <p:cNvPr id="26" name="Bulle narrative : ronde 25">
              <a:extLst>
                <a:ext uri="{FF2B5EF4-FFF2-40B4-BE49-F238E27FC236}">
                  <a16:creationId xmlns:a16="http://schemas.microsoft.com/office/drawing/2014/main" id="{22183508-C148-4BF1-904F-5A04935E326D}"/>
                </a:ext>
              </a:extLst>
            </p:cNvPr>
            <p:cNvSpPr/>
            <p:nvPr/>
          </p:nvSpPr>
          <p:spPr>
            <a:xfrm>
              <a:off x="5046221" y="2241102"/>
              <a:ext cx="2247985" cy="609627"/>
            </a:xfrm>
            <a:prstGeom prst="wedgeEllipseCallout">
              <a:avLst>
                <a:gd name="adj1" fmla="val -18205"/>
                <a:gd name="adj2" fmla="val 6627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We do 90% of the job</a:t>
              </a:r>
            </a:p>
          </p:txBody>
        </p:sp>
        <p:pic>
          <p:nvPicPr>
            <p:cNvPr id="29" name="Graphique 28" descr="Héroïne avec un remplissage uni">
              <a:extLst>
                <a:ext uri="{FF2B5EF4-FFF2-40B4-BE49-F238E27FC236}">
                  <a16:creationId xmlns:a16="http://schemas.microsoft.com/office/drawing/2014/main" id="{76C74C3B-5860-409D-8409-FC81BC9689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43840" y="3022331"/>
              <a:ext cx="914400" cy="914400"/>
            </a:xfrm>
            <a:prstGeom prst="rect">
              <a:avLst/>
            </a:prstGeom>
          </p:spPr>
        </p:pic>
        <p:sp>
          <p:nvSpPr>
            <p:cNvPr id="30" name="Bulle narrative : ronde 29">
              <a:extLst>
                <a:ext uri="{FF2B5EF4-FFF2-40B4-BE49-F238E27FC236}">
                  <a16:creationId xmlns:a16="http://schemas.microsoft.com/office/drawing/2014/main" id="{9D1CE402-9122-46AE-A61D-0FD41B4915F8}"/>
                </a:ext>
              </a:extLst>
            </p:cNvPr>
            <p:cNvSpPr/>
            <p:nvPr/>
          </p:nvSpPr>
          <p:spPr>
            <a:xfrm>
              <a:off x="4743690" y="4109149"/>
              <a:ext cx="3670300" cy="609627"/>
            </a:xfrm>
            <a:prstGeom prst="wedgeEllipseCallout">
              <a:avLst>
                <a:gd name="adj1" fmla="val -18205"/>
                <a:gd name="adj2" fmla="val 6627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We are here only because there was free food</a:t>
              </a:r>
            </a:p>
          </p:txBody>
        </p:sp>
      </p:grpSp>
      <p:grpSp>
        <p:nvGrpSpPr>
          <p:cNvPr id="35" name="Groupe 34">
            <a:extLst>
              <a:ext uri="{FF2B5EF4-FFF2-40B4-BE49-F238E27FC236}">
                <a16:creationId xmlns:a16="http://schemas.microsoft.com/office/drawing/2014/main" id="{EA5539A0-18B9-43ED-83AF-225DEE279362}"/>
              </a:ext>
            </a:extLst>
          </p:cNvPr>
          <p:cNvGrpSpPr/>
          <p:nvPr/>
        </p:nvGrpSpPr>
        <p:grpSpPr>
          <a:xfrm>
            <a:off x="525348" y="2782093"/>
            <a:ext cx="3581400" cy="2584264"/>
            <a:chOff x="177800" y="2840827"/>
            <a:chExt cx="3581400" cy="2584264"/>
          </a:xfrm>
        </p:grpSpPr>
        <p:cxnSp>
          <p:nvCxnSpPr>
            <p:cNvPr id="32" name="Connecteur droit avec flèche 31">
              <a:extLst>
                <a:ext uri="{FF2B5EF4-FFF2-40B4-BE49-F238E27FC236}">
                  <a16:creationId xmlns:a16="http://schemas.microsoft.com/office/drawing/2014/main" id="{3F304688-949D-4BBA-B464-9A3DD6FE10D6}"/>
                </a:ext>
              </a:extLst>
            </p:cNvPr>
            <p:cNvCxnSpPr/>
            <p:nvPr/>
          </p:nvCxnSpPr>
          <p:spPr>
            <a:xfrm>
              <a:off x="177800" y="5272691"/>
              <a:ext cx="3581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8195194F-6E83-4776-83A3-2F45CEC11D82}"/>
                </a:ext>
              </a:extLst>
            </p:cNvPr>
            <p:cNvCxnSpPr>
              <a:cxnSpLocks/>
            </p:cNvCxnSpPr>
            <p:nvPr/>
          </p:nvCxnSpPr>
          <p:spPr>
            <a:xfrm flipV="1">
              <a:off x="330200" y="2840827"/>
              <a:ext cx="0" cy="2584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6" name="Forme libre : forme 35">
            <a:extLst>
              <a:ext uri="{FF2B5EF4-FFF2-40B4-BE49-F238E27FC236}">
                <a16:creationId xmlns:a16="http://schemas.microsoft.com/office/drawing/2014/main" id="{E29B03A3-629F-42B7-94EB-ADB90C9F3E81}"/>
              </a:ext>
            </a:extLst>
          </p:cNvPr>
          <p:cNvSpPr/>
          <p:nvPr/>
        </p:nvSpPr>
        <p:spPr>
          <a:xfrm>
            <a:off x="677748" y="3045617"/>
            <a:ext cx="3066634" cy="2165466"/>
          </a:xfrm>
          <a:custGeom>
            <a:avLst/>
            <a:gdLst>
              <a:gd name="connsiteX0" fmla="*/ 0 w 3276600"/>
              <a:gd name="connsiteY0" fmla="*/ 2313731 h 2313731"/>
              <a:gd name="connsiteX1" fmla="*/ 114300 w 3276600"/>
              <a:gd name="connsiteY1" fmla="*/ 2021631 h 2313731"/>
              <a:gd name="connsiteX2" fmla="*/ 139700 w 3276600"/>
              <a:gd name="connsiteY2" fmla="*/ 1653331 h 2313731"/>
              <a:gd name="connsiteX3" fmla="*/ 177800 w 3276600"/>
              <a:gd name="connsiteY3" fmla="*/ 1196131 h 2313731"/>
              <a:gd name="connsiteX4" fmla="*/ 203200 w 3276600"/>
              <a:gd name="connsiteY4" fmla="*/ 815131 h 2313731"/>
              <a:gd name="connsiteX5" fmla="*/ 241300 w 3276600"/>
              <a:gd name="connsiteY5" fmla="*/ 408731 h 2313731"/>
              <a:gd name="connsiteX6" fmla="*/ 292100 w 3276600"/>
              <a:gd name="connsiteY6" fmla="*/ 129331 h 2313731"/>
              <a:gd name="connsiteX7" fmla="*/ 495300 w 3276600"/>
              <a:gd name="connsiteY7" fmla="*/ 2331 h 2313731"/>
              <a:gd name="connsiteX8" fmla="*/ 736600 w 3276600"/>
              <a:gd name="connsiteY8" fmla="*/ 53131 h 2313731"/>
              <a:gd name="connsiteX9" fmla="*/ 800100 w 3276600"/>
              <a:gd name="connsiteY9" fmla="*/ 129331 h 2313731"/>
              <a:gd name="connsiteX10" fmla="*/ 863600 w 3276600"/>
              <a:gd name="connsiteY10" fmla="*/ 256331 h 2313731"/>
              <a:gd name="connsiteX11" fmla="*/ 914400 w 3276600"/>
              <a:gd name="connsiteY11" fmla="*/ 345231 h 2313731"/>
              <a:gd name="connsiteX12" fmla="*/ 1003300 w 3276600"/>
              <a:gd name="connsiteY12" fmla="*/ 459531 h 2313731"/>
              <a:gd name="connsiteX13" fmla="*/ 1168400 w 3276600"/>
              <a:gd name="connsiteY13" fmla="*/ 637331 h 2313731"/>
              <a:gd name="connsiteX14" fmla="*/ 1270000 w 3276600"/>
              <a:gd name="connsiteY14" fmla="*/ 726231 h 2313731"/>
              <a:gd name="connsiteX15" fmla="*/ 1384300 w 3276600"/>
              <a:gd name="connsiteY15" fmla="*/ 878631 h 2313731"/>
              <a:gd name="connsiteX16" fmla="*/ 1511300 w 3276600"/>
              <a:gd name="connsiteY16" fmla="*/ 1043731 h 2313731"/>
              <a:gd name="connsiteX17" fmla="*/ 1651000 w 3276600"/>
              <a:gd name="connsiteY17" fmla="*/ 1221531 h 2313731"/>
              <a:gd name="connsiteX18" fmla="*/ 1752600 w 3276600"/>
              <a:gd name="connsiteY18" fmla="*/ 1335831 h 2313731"/>
              <a:gd name="connsiteX19" fmla="*/ 1943100 w 3276600"/>
              <a:gd name="connsiteY19" fmla="*/ 1564431 h 2313731"/>
              <a:gd name="connsiteX20" fmla="*/ 2082800 w 3276600"/>
              <a:gd name="connsiteY20" fmla="*/ 1691431 h 2313731"/>
              <a:gd name="connsiteX21" fmla="*/ 2197100 w 3276600"/>
              <a:gd name="connsiteY21" fmla="*/ 1793031 h 2313731"/>
              <a:gd name="connsiteX22" fmla="*/ 2311400 w 3276600"/>
              <a:gd name="connsiteY22" fmla="*/ 1869231 h 2313731"/>
              <a:gd name="connsiteX23" fmla="*/ 2425700 w 3276600"/>
              <a:gd name="connsiteY23" fmla="*/ 1920031 h 2313731"/>
              <a:gd name="connsiteX24" fmla="*/ 2654300 w 3276600"/>
              <a:gd name="connsiteY24" fmla="*/ 2047031 h 2313731"/>
              <a:gd name="connsiteX25" fmla="*/ 2806700 w 3276600"/>
              <a:gd name="connsiteY25" fmla="*/ 2123231 h 2313731"/>
              <a:gd name="connsiteX26" fmla="*/ 2895600 w 3276600"/>
              <a:gd name="connsiteY26" fmla="*/ 2135931 h 2313731"/>
              <a:gd name="connsiteX27" fmla="*/ 3073400 w 3276600"/>
              <a:gd name="connsiteY27" fmla="*/ 2212131 h 2313731"/>
              <a:gd name="connsiteX28" fmla="*/ 3098800 w 3276600"/>
              <a:gd name="connsiteY28" fmla="*/ 2237531 h 2313731"/>
              <a:gd name="connsiteX29" fmla="*/ 3200400 w 3276600"/>
              <a:gd name="connsiteY29" fmla="*/ 2275631 h 2313731"/>
              <a:gd name="connsiteX30" fmla="*/ 3276600 w 3276600"/>
              <a:gd name="connsiteY30" fmla="*/ 2301031 h 231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276600" h="2313731">
                <a:moveTo>
                  <a:pt x="0" y="2313731"/>
                </a:moveTo>
                <a:cubicBezTo>
                  <a:pt x="45508" y="2222714"/>
                  <a:pt x="91017" y="2131698"/>
                  <a:pt x="114300" y="2021631"/>
                </a:cubicBezTo>
                <a:cubicBezTo>
                  <a:pt x="137583" y="1911564"/>
                  <a:pt x="129117" y="1790914"/>
                  <a:pt x="139700" y="1653331"/>
                </a:cubicBezTo>
                <a:cubicBezTo>
                  <a:pt x="150283" y="1515748"/>
                  <a:pt x="167217" y="1335831"/>
                  <a:pt x="177800" y="1196131"/>
                </a:cubicBezTo>
                <a:cubicBezTo>
                  <a:pt x="188383" y="1056431"/>
                  <a:pt x="192617" y="946364"/>
                  <a:pt x="203200" y="815131"/>
                </a:cubicBezTo>
                <a:cubicBezTo>
                  <a:pt x="213783" y="683898"/>
                  <a:pt x="226483" y="523031"/>
                  <a:pt x="241300" y="408731"/>
                </a:cubicBezTo>
                <a:cubicBezTo>
                  <a:pt x="256117" y="294431"/>
                  <a:pt x="249767" y="197064"/>
                  <a:pt x="292100" y="129331"/>
                </a:cubicBezTo>
                <a:cubicBezTo>
                  <a:pt x="334433" y="61598"/>
                  <a:pt x="421217" y="15031"/>
                  <a:pt x="495300" y="2331"/>
                </a:cubicBezTo>
                <a:cubicBezTo>
                  <a:pt x="569383" y="-10369"/>
                  <a:pt x="685800" y="31964"/>
                  <a:pt x="736600" y="53131"/>
                </a:cubicBezTo>
                <a:cubicBezTo>
                  <a:pt x="787400" y="74298"/>
                  <a:pt x="778933" y="95464"/>
                  <a:pt x="800100" y="129331"/>
                </a:cubicBezTo>
                <a:cubicBezTo>
                  <a:pt x="821267" y="163198"/>
                  <a:pt x="844550" y="220348"/>
                  <a:pt x="863600" y="256331"/>
                </a:cubicBezTo>
                <a:cubicBezTo>
                  <a:pt x="882650" y="292314"/>
                  <a:pt x="891117" y="311364"/>
                  <a:pt x="914400" y="345231"/>
                </a:cubicBezTo>
                <a:cubicBezTo>
                  <a:pt x="937683" y="379098"/>
                  <a:pt x="960967" y="410848"/>
                  <a:pt x="1003300" y="459531"/>
                </a:cubicBezTo>
                <a:cubicBezTo>
                  <a:pt x="1045633" y="508214"/>
                  <a:pt x="1123950" y="592881"/>
                  <a:pt x="1168400" y="637331"/>
                </a:cubicBezTo>
                <a:cubicBezTo>
                  <a:pt x="1212850" y="681781"/>
                  <a:pt x="1234017" y="686014"/>
                  <a:pt x="1270000" y="726231"/>
                </a:cubicBezTo>
                <a:cubicBezTo>
                  <a:pt x="1305983" y="766448"/>
                  <a:pt x="1344083" y="825714"/>
                  <a:pt x="1384300" y="878631"/>
                </a:cubicBezTo>
                <a:cubicBezTo>
                  <a:pt x="1424517" y="931548"/>
                  <a:pt x="1466850" y="986581"/>
                  <a:pt x="1511300" y="1043731"/>
                </a:cubicBezTo>
                <a:cubicBezTo>
                  <a:pt x="1555750" y="1100881"/>
                  <a:pt x="1610783" y="1172848"/>
                  <a:pt x="1651000" y="1221531"/>
                </a:cubicBezTo>
                <a:cubicBezTo>
                  <a:pt x="1691217" y="1270214"/>
                  <a:pt x="1703917" y="1278681"/>
                  <a:pt x="1752600" y="1335831"/>
                </a:cubicBezTo>
                <a:cubicBezTo>
                  <a:pt x="1801283" y="1392981"/>
                  <a:pt x="1888067" y="1505164"/>
                  <a:pt x="1943100" y="1564431"/>
                </a:cubicBezTo>
                <a:cubicBezTo>
                  <a:pt x="1998133" y="1623698"/>
                  <a:pt x="2040467" y="1653331"/>
                  <a:pt x="2082800" y="1691431"/>
                </a:cubicBezTo>
                <a:cubicBezTo>
                  <a:pt x="2125133" y="1729531"/>
                  <a:pt x="2159000" y="1763398"/>
                  <a:pt x="2197100" y="1793031"/>
                </a:cubicBezTo>
                <a:cubicBezTo>
                  <a:pt x="2235200" y="1822664"/>
                  <a:pt x="2273300" y="1848064"/>
                  <a:pt x="2311400" y="1869231"/>
                </a:cubicBezTo>
                <a:cubicBezTo>
                  <a:pt x="2349500" y="1890398"/>
                  <a:pt x="2368550" y="1890398"/>
                  <a:pt x="2425700" y="1920031"/>
                </a:cubicBezTo>
                <a:cubicBezTo>
                  <a:pt x="2482850" y="1949664"/>
                  <a:pt x="2590800" y="2013164"/>
                  <a:pt x="2654300" y="2047031"/>
                </a:cubicBezTo>
                <a:cubicBezTo>
                  <a:pt x="2717800" y="2080898"/>
                  <a:pt x="2766483" y="2108414"/>
                  <a:pt x="2806700" y="2123231"/>
                </a:cubicBezTo>
                <a:cubicBezTo>
                  <a:pt x="2846917" y="2138048"/>
                  <a:pt x="2851150" y="2121114"/>
                  <a:pt x="2895600" y="2135931"/>
                </a:cubicBezTo>
                <a:cubicBezTo>
                  <a:pt x="2940050" y="2150748"/>
                  <a:pt x="3039533" y="2195198"/>
                  <a:pt x="3073400" y="2212131"/>
                </a:cubicBezTo>
                <a:cubicBezTo>
                  <a:pt x="3107267" y="2229064"/>
                  <a:pt x="3098800" y="2237531"/>
                  <a:pt x="3098800" y="2237531"/>
                </a:cubicBezTo>
                <a:cubicBezTo>
                  <a:pt x="3119967" y="2248114"/>
                  <a:pt x="3170767" y="2265048"/>
                  <a:pt x="3200400" y="2275631"/>
                </a:cubicBezTo>
                <a:cubicBezTo>
                  <a:pt x="3230033" y="2286214"/>
                  <a:pt x="3253316" y="2293622"/>
                  <a:pt x="3276600" y="2301031"/>
                </a:cubicBezTo>
              </a:path>
            </a:pathLst>
          </a:custGeom>
          <a:noFill/>
          <a:ln>
            <a:solidFill>
              <a:srgbClr val="EC7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ZoneTexte 37">
            <a:extLst>
              <a:ext uri="{FF2B5EF4-FFF2-40B4-BE49-F238E27FC236}">
                <a16:creationId xmlns:a16="http://schemas.microsoft.com/office/drawing/2014/main" id="{949A992E-7B82-49E7-BEE9-31DD54AF9E41}"/>
              </a:ext>
            </a:extLst>
          </p:cNvPr>
          <p:cNvSpPr txBox="1"/>
          <p:nvPr/>
        </p:nvSpPr>
        <p:spPr>
          <a:xfrm>
            <a:off x="1362086" y="2696698"/>
            <a:ext cx="1062794" cy="461665"/>
          </a:xfrm>
          <a:prstGeom prst="rect">
            <a:avLst/>
          </a:prstGeom>
          <a:noFill/>
        </p:spPr>
        <p:txBody>
          <a:bodyPr wrap="square">
            <a:spAutoFit/>
          </a:bodyPr>
          <a:lstStyle/>
          <a:p>
            <a:r>
              <a:rPr lang="en-US" sz="1200" dirty="0">
                <a:solidFill>
                  <a:schemeClr val="tx1"/>
                </a:solidFill>
              </a:rPr>
              <a:t>Excitement of novelty</a:t>
            </a:r>
            <a:endParaRPr lang="en-US" sz="1200" dirty="0"/>
          </a:p>
        </p:txBody>
      </p:sp>
      <p:sp>
        <p:nvSpPr>
          <p:cNvPr id="39" name="ZoneTexte 38">
            <a:extLst>
              <a:ext uri="{FF2B5EF4-FFF2-40B4-BE49-F238E27FC236}">
                <a16:creationId xmlns:a16="http://schemas.microsoft.com/office/drawing/2014/main" id="{65FC6D64-D371-4EE6-8FED-82F3D23301F4}"/>
              </a:ext>
            </a:extLst>
          </p:cNvPr>
          <p:cNvSpPr txBox="1"/>
          <p:nvPr/>
        </p:nvSpPr>
        <p:spPr>
          <a:xfrm>
            <a:off x="2192383" y="3784561"/>
            <a:ext cx="1415021" cy="646331"/>
          </a:xfrm>
          <a:prstGeom prst="rect">
            <a:avLst/>
          </a:prstGeom>
          <a:noFill/>
        </p:spPr>
        <p:txBody>
          <a:bodyPr wrap="square">
            <a:spAutoFit/>
          </a:bodyPr>
          <a:lstStyle/>
          <a:p>
            <a:r>
              <a:rPr lang="en-US" sz="1200" dirty="0">
                <a:solidFill>
                  <a:schemeClr val="tx1"/>
                </a:solidFill>
              </a:rPr>
              <a:t>Understanding the upkeep cost &amp; effort</a:t>
            </a:r>
            <a:endParaRPr lang="en-US" sz="1200" dirty="0"/>
          </a:p>
        </p:txBody>
      </p:sp>
      <p:sp>
        <p:nvSpPr>
          <p:cNvPr id="40" name="ZoneTexte 39">
            <a:extLst>
              <a:ext uri="{FF2B5EF4-FFF2-40B4-BE49-F238E27FC236}">
                <a16:creationId xmlns:a16="http://schemas.microsoft.com/office/drawing/2014/main" id="{C6AB85DB-8070-42D3-ADD2-9B1CCA6E7644}"/>
              </a:ext>
            </a:extLst>
          </p:cNvPr>
          <p:cNvSpPr txBox="1"/>
          <p:nvPr/>
        </p:nvSpPr>
        <p:spPr>
          <a:xfrm>
            <a:off x="3452863" y="4734681"/>
            <a:ext cx="1415021" cy="461665"/>
          </a:xfrm>
          <a:prstGeom prst="rect">
            <a:avLst/>
          </a:prstGeom>
          <a:noFill/>
        </p:spPr>
        <p:txBody>
          <a:bodyPr wrap="square">
            <a:spAutoFit/>
          </a:bodyPr>
          <a:lstStyle/>
          <a:p>
            <a:r>
              <a:rPr lang="en-US" sz="1200" dirty="0">
                <a:solidFill>
                  <a:schemeClr val="tx1"/>
                </a:solidFill>
              </a:rPr>
              <a:t>Routine and boredom</a:t>
            </a:r>
            <a:endParaRPr lang="en-US" sz="1200" dirty="0"/>
          </a:p>
        </p:txBody>
      </p:sp>
      <p:sp>
        <p:nvSpPr>
          <p:cNvPr id="41" name="ZoneTexte 40">
            <a:extLst>
              <a:ext uri="{FF2B5EF4-FFF2-40B4-BE49-F238E27FC236}">
                <a16:creationId xmlns:a16="http://schemas.microsoft.com/office/drawing/2014/main" id="{2F99C1EF-506C-4B7A-9D4C-8DB3A6EAA229}"/>
              </a:ext>
            </a:extLst>
          </p:cNvPr>
          <p:cNvSpPr txBox="1"/>
          <p:nvPr/>
        </p:nvSpPr>
        <p:spPr>
          <a:xfrm rot="16200000">
            <a:off x="-82904" y="2623515"/>
            <a:ext cx="1216504" cy="276999"/>
          </a:xfrm>
          <a:prstGeom prst="rect">
            <a:avLst/>
          </a:prstGeom>
          <a:noFill/>
        </p:spPr>
        <p:txBody>
          <a:bodyPr wrap="square">
            <a:spAutoFit/>
          </a:bodyPr>
          <a:lstStyle/>
          <a:p>
            <a:r>
              <a:rPr lang="en-US" sz="1200" dirty="0"/>
              <a:t>Engagement</a:t>
            </a:r>
          </a:p>
        </p:txBody>
      </p:sp>
      <p:sp>
        <p:nvSpPr>
          <p:cNvPr id="42" name="ZoneTexte 41">
            <a:extLst>
              <a:ext uri="{FF2B5EF4-FFF2-40B4-BE49-F238E27FC236}">
                <a16:creationId xmlns:a16="http://schemas.microsoft.com/office/drawing/2014/main" id="{CBC2A6A4-30EB-4ECD-9F56-155DC6146CB2}"/>
              </a:ext>
            </a:extLst>
          </p:cNvPr>
          <p:cNvSpPr txBox="1"/>
          <p:nvPr/>
        </p:nvSpPr>
        <p:spPr>
          <a:xfrm>
            <a:off x="3038363" y="5247694"/>
            <a:ext cx="1216504" cy="276999"/>
          </a:xfrm>
          <a:prstGeom prst="rect">
            <a:avLst/>
          </a:prstGeom>
          <a:noFill/>
        </p:spPr>
        <p:txBody>
          <a:bodyPr wrap="square">
            <a:spAutoFit/>
          </a:bodyPr>
          <a:lstStyle/>
          <a:p>
            <a:r>
              <a:rPr lang="en-US" sz="1200" dirty="0"/>
              <a:t>Time</a:t>
            </a:r>
          </a:p>
        </p:txBody>
      </p:sp>
      <p:pic>
        <p:nvPicPr>
          <p:cNvPr id="44" name="Graphique 43" descr="Pétard contour">
            <a:extLst>
              <a:ext uri="{FF2B5EF4-FFF2-40B4-BE49-F238E27FC236}">
                <a16:creationId xmlns:a16="http://schemas.microsoft.com/office/drawing/2014/main" id="{3B9A89E9-ECF9-4957-9EB4-E8C5E70E4BF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20840" y="4417644"/>
            <a:ext cx="914400" cy="914400"/>
          </a:xfrm>
          <a:prstGeom prst="rect">
            <a:avLst/>
          </a:prstGeom>
        </p:spPr>
      </p:pic>
      <p:pic>
        <p:nvPicPr>
          <p:cNvPr id="46" name="Graphique 45" descr="Feux d’artifice avec un remplissage uni">
            <a:extLst>
              <a:ext uri="{FF2B5EF4-FFF2-40B4-BE49-F238E27FC236}">
                <a16:creationId xmlns:a16="http://schemas.microsoft.com/office/drawing/2014/main" id="{4E40DAE0-A68F-4ADB-9943-6F46268A56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45630" y="1933006"/>
            <a:ext cx="914400" cy="914400"/>
          </a:xfrm>
          <a:prstGeom prst="rect">
            <a:avLst/>
          </a:prstGeom>
        </p:spPr>
      </p:pic>
      <p:sp>
        <p:nvSpPr>
          <p:cNvPr id="47" name="ZoneTexte 46">
            <a:extLst>
              <a:ext uri="{FF2B5EF4-FFF2-40B4-BE49-F238E27FC236}">
                <a16:creationId xmlns:a16="http://schemas.microsoft.com/office/drawing/2014/main" id="{3E813403-FF98-4B86-862D-2B4C204ED18A}"/>
              </a:ext>
            </a:extLst>
          </p:cNvPr>
          <p:cNvSpPr txBox="1"/>
          <p:nvPr/>
        </p:nvSpPr>
        <p:spPr>
          <a:xfrm>
            <a:off x="715847" y="4198864"/>
            <a:ext cx="1062794" cy="276999"/>
          </a:xfrm>
          <a:prstGeom prst="rect">
            <a:avLst/>
          </a:prstGeom>
          <a:noFill/>
        </p:spPr>
        <p:txBody>
          <a:bodyPr wrap="square">
            <a:spAutoFit/>
          </a:bodyPr>
          <a:lstStyle/>
          <a:p>
            <a:r>
              <a:rPr lang="en-US" sz="1200" dirty="0">
                <a:solidFill>
                  <a:schemeClr val="tx1"/>
                </a:solidFill>
              </a:rPr>
              <a:t>Launch</a:t>
            </a:r>
            <a:endParaRPr lang="en-US" sz="1200" dirty="0"/>
          </a:p>
        </p:txBody>
      </p:sp>
      <p:pic>
        <p:nvPicPr>
          <p:cNvPr id="49" name="Graphique 48" descr="Visage surpris à remplissage uni avec un remplissage uni">
            <a:extLst>
              <a:ext uri="{FF2B5EF4-FFF2-40B4-BE49-F238E27FC236}">
                <a16:creationId xmlns:a16="http://schemas.microsoft.com/office/drawing/2014/main" id="{B539959C-33EA-4D72-87E0-C418C06D066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505000" y="3280488"/>
            <a:ext cx="591352" cy="591352"/>
          </a:xfrm>
          <a:prstGeom prst="rect">
            <a:avLst/>
          </a:prstGeom>
        </p:spPr>
      </p:pic>
      <p:pic>
        <p:nvPicPr>
          <p:cNvPr id="51" name="Graphique 50" descr="Visage sans expression avec remplissage uni avec un remplissage uni">
            <a:extLst>
              <a:ext uri="{FF2B5EF4-FFF2-40B4-BE49-F238E27FC236}">
                <a16:creationId xmlns:a16="http://schemas.microsoft.com/office/drawing/2014/main" id="{1168B412-DAB4-454F-BCC7-088FD2569C3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35752" y="4366060"/>
            <a:ext cx="437983" cy="437983"/>
          </a:xfrm>
          <a:prstGeom prst="rect">
            <a:avLst/>
          </a:prstGeom>
        </p:spPr>
      </p:pic>
      <p:pic>
        <p:nvPicPr>
          <p:cNvPr id="53" name="Graphique 52" descr="Souriant avec un visage et des cœurs avec remplissage uni avec un remplissage uni">
            <a:extLst>
              <a:ext uri="{FF2B5EF4-FFF2-40B4-BE49-F238E27FC236}">
                <a16:creationId xmlns:a16="http://schemas.microsoft.com/office/drawing/2014/main" id="{F6569107-D3DC-4F3A-9676-822762E62A5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79180" y="2208600"/>
            <a:ext cx="399034" cy="399034"/>
          </a:xfrm>
          <a:prstGeom prst="rect">
            <a:avLst/>
          </a:prstGeom>
        </p:spPr>
      </p:pic>
    </p:spTree>
    <p:extLst>
      <p:ext uri="{BB962C8B-B14F-4D97-AF65-F5344CB8AC3E}">
        <p14:creationId xmlns:p14="http://schemas.microsoft.com/office/powerpoint/2010/main" val="360530751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413AF1-05E3-475E-8951-274B8235419A}"/>
              </a:ext>
            </a:extLst>
          </p:cNvPr>
          <p:cNvSpPr>
            <a:spLocks noGrp="1"/>
          </p:cNvSpPr>
          <p:nvPr>
            <p:ph type="ctrTitle"/>
          </p:nvPr>
        </p:nvSpPr>
        <p:spPr/>
        <p:txBody>
          <a:bodyPr>
            <a:normAutofit fontScale="90000"/>
          </a:bodyPr>
          <a:lstStyle/>
          <a:p>
            <a:r>
              <a:rPr lang="en-US"/>
              <a:t>Why #OSG for Learning in your Community ?</a:t>
            </a:r>
          </a:p>
        </p:txBody>
      </p:sp>
      <p:sp>
        <p:nvSpPr>
          <p:cNvPr id="5" name="Sous-titre 4">
            <a:extLst>
              <a:ext uri="{FF2B5EF4-FFF2-40B4-BE49-F238E27FC236}">
                <a16:creationId xmlns:a16="http://schemas.microsoft.com/office/drawing/2014/main" id="{217E461B-2692-4E3C-8B5D-5D030E54DB7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0714778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13C993-667E-4345-AE20-BD5C32F1BFBF}"/>
              </a:ext>
            </a:extLst>
          </p:cNvPr>
          <p:cNvSpPr>
            <a:spLocks noGrp="1"/>
          </p:cNvSpPr>
          <p:nvPr>
            <p:ph type="title"/>
          </p:nvPr>
        </p:nvSpPr>
        <p:spPr/>
        <p:txBody>
          <a:bodyPr/>
          <a:lstStyle/>
          <a:p>
            <a:r>
              <a:rPr lang="en-US" dirty="0"/>
              <a:t>Broadcast vs Viral pattern</a:t>
            </a:r>
          </a:p>
        </p:txBody>
      </p:sp>
      <p:sp>
        <p:nvSpPr>
          <p:cNvPr id="177" name="ZoneTexte 176">
            <a:extLst>
              <a:ext uri="{FF2B5EF4-FFF2-40B4-BE49-F238E27FC236}">
                <a16:creationId xmlns:a16="http://schemas.microsoft.com/office/drawing/2014/main" id="{5F4CE7FC-9C38-4BB1-8B45-4871D295BE5A}"/>
              </a:ext>
            </a:extLst>
          </p:cNvPr>
          <p:cNvSpPr txBox="1"/>
          <p:nvPr/>
        </p:nvSpPr>
        <p:spPr>
          <a:xfrm>
            <a:off x="4230595" y="2514923"/>
            <a:ext cx="1442329" cy="2123658"/>
          </a:xfrm>
          <a:prstGeom prst="rect">
            <a:avLst/>
          </a:prstGeom>
          <a:noFill/>
        </p:spPr>
        <p:txBody>
          <a:bodyPr wrap="square" rtlCol="0">
            <a:spAutoFit/>
          </a:bodyPr>
          <a:lstStyle/>
          <a:p>
            <a:r>
              <a:rPr lang="en-US" sz="1200" b="1" dirty="0"/>
              <a:t>Broadcast pattern : </a:t>
            </a:r>
          </a:p>
          <a:p>
            <a:endParaRPr lang="en-US" sz="1200" b="1" dirty="0"/>
          </a:p>
          <a:p>
            <a:r>
              <a:rPr lang="en-US" sz="1200" dirty="0"/>
              <a:t>1 emitter</a:t>
            </a:r>
          </a:p>
          <a:p>
            <a:endParaRPr lang="en-US" sz="1200" dirty="0"/>
          </a:p>
          <a:p>
            <a:r>
              <a:rPr lang="en-US" sz="1200" dirty="0"/>
              <a:t>N-1 unrelated receivers</a:t>
            </a:r>
          </a:p>
          <a:p>
            <a:endParaRPr lang="en-US" sz="1200" dirty="0"/>
          </a:p>
          <a:p>
            <a:r>
              <a:rPr lang="en-US" sz="1200" dirty="0"/>
              <a:t>Centrally controlled messages</a:t>
            </a:r>
          </a:p>
        </p:txBody>
      </p:sp>
      <p:sp>
        <p:nvSpPr>
          <p:cNvPr id="178" name="ZoneTexte 177">
            <a:extLst>
              <a:ext uri="{FF2B5EF4-FFF2-40B4-BE49-F238E27FC236}">
                <a16:creationId xmlns:a16="http://schemas.microsoft.com/office/drawing/2014/main" id="{FC6790BB-0EC6-4D92-8A21-4D1C59C1115D}"/>
              </a:ext>
            </a:extLst>
          </p:cNvPr>
          <p:cNvSpPr txBox="1"/>
          <p:nvPr/>
        </p:nvSpPr>
        <p:spPr>
          <a:xfrm>
            <a:off x="128430" y="5052482"/>
            <a:ext cx="1645843" cy="646331"/>
          </a:xfrm>
          <a:prstGeom prst="rect">
            <a:avLst/>
          </a:prstGeom>
          <a:noFill/>
        </p:spPr>
        <p:txBody>
          <a:bodyPr wrap="square" rtlCol="0">
            <a:spAutoFit/>
          </a:bodyPr>
          <a:lstStyle/>
          <a:p>
            <a:r>
              <a:rPr lang="en-US" sz="1200" b="1" dirty="0"/>
              <a:t>Find this type of communities on products like  :</a:t>
            </a:r>
            <a:endParaRPr lang="en-US" sz="1200" dirty="0"/>
          </a:p>
        </p:txBody>
      </p:sp>
      <p:pic>
        <p:nvPicPr>
          <p:cNvPr id="179" name="Image 178">
            <a:extLst>
              <a:ext uri="{FF2B5EF4-FFF2-40B4-BE49-F238E27FC236}">
                <a16:creationId xmlns:a16="http://schemas.microsoft.com/office/drawing/2014/main" id="{E3C13CBE-1D67-4442-B970-15AE9A4EE7C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21513" y="6249414"/>
            <a:ext cx="298739" cy="362308"/>
          </a:xfrm>
          <a:prstGeom prst="rect">
            <a:avLst/>
          </a:prstGeom>
        </p:spPr>
      </p:pic>
      <p:pic>
        <p:nvPicPr>
          <p:cNvPr id="180" name="Image 179">
            <a:extLst>
              <a:ext uri="{FF2B5EF4-FFF2-40B4-BE49-F238E27FC236}">
                <a16:creationId xmlns:a16="http://schemas.microsoft.com/office/drawing/2014/main" id="{E057926A-AE60-4930-8816-2E98E41C86B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01109" y="5819181"/>
            <a:ext cx="328332" cy="328332"/>
          </a:xfrm>
          <a:prstGeom prst="rect">
            <a:avLst/>
          </a:prstGeom>
        </p:spPr>
      </p:pic>
      <p:pic>
        <p:nvPicPr>
          <p:cNvPr id="182" name="Image 181">
            <a:extLst>
              <a:ext uri="{FF2B5EF4-FFF2-40B4-BE49-F238E27FC236}">
                <a16:creationId xmlns:a16="http://schemas.microsoft.com/office/drawing/2014/main" id="{C1EF302B-6062-437D-A3C6-F2471A0CB6E0}"/>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5367" t="25200" r="15584" b="25200"/>
          <a:stretch/>
        </p:blipFill>
        <p:spPr>
          <a:xfrm>
            <a:off x="787236" y="6324555"/>
            <a:ext cx="328332" cy="235846"/>
          </a:xfrm>
          <a:prstGeom prst="rect">
            <a:avLst/>
          </a:prstGeom>
        </p:spPr>
      </p:pic>
      <p:sp>
        <p:nvSpPr>
          <p:cNvPr id="183" name="ZoneTexte 182">
            <a:extLst>
              <a:ext uri="{FF2B5EF4-FFF2-40B4-BE49-F238E27FC236}">
                <a16:creationId xmlns:a16="http://schemas.microsoft.com/office/drawing/2014/main" id="{4F8EB765-6507-4FBA-9709-A714ADB19E9F}"/>
              </a:ext>
            </a:extLst>
          </p:cNvPr>
          <p:cNvSpPr txBox="1"/>
          <p:nvPr/>
        </p:nvSpPr>
        <p:spPr>
          <a:xfrm>
            <a:off x="1987821" y="5163859"/>
            <a:ext cx="2072396" cy="276999"/>
          </a:xfrm>
          <a:prstGeom prst="rect">
            <a:avLst/>
          </a:prstGeom>
          <a:noFill/>
        </p:spPr>
        <p:txBody>
          <a:bodyPr wrap="square" rtlCol="0">
            <a:spAutoFit/>
          </a:bodyPr>
          <a:lstStyle/>
          <a:p>
            <a:r>
              <a:rPr lang="en-US" sz="1200" b="1" dirty="0"/>
              <a:t>Target Attention profile :</a:t>
            </a:r>
            <a:endParaRPr lang="en-US" sz="1200" dirty="0"/>
          </a:p>
        </p:txBody>
      </p:sp>
      <p:cxnSp>
        <p:nvCxnSpPr>
          <p:cNvPr id="185" name="Connecteur droit avec flèche 184">
            <a:extLst>
              <a:ext uri="{FF2B5EF4-FFF2-40B4-BE49-F238E27FC236}">
                <a16:creationId xmlns:a16="http://schemas.microsoft.com/office/drawing/2014/main" id="{72D5FE8E-A31B-4CCF-B19C-A4D7B67E48A6}"/>
              </a:ext>
            </a:extLst>
          </p:cNvPr>
          <p:cNvCxnSpPr/>
          <p:nvPr/>
        </p:nvCxnSpPr>
        <p:spPr>
          <a:xfrm flipV="1">
            <a:off x="2053083" y="5520592"/>
            <a:ext cx="0" cy="986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FA73DF95-5EFC-4F6D-9825-0A9B309E38A3}"/>
              </a:ext>
            </a:extLst>
          </p:cNvPr>
          <p:cNvCxnSpPr>
            <a:cxnSpLocks/>
          </p:cNvCxnSpPr>
          <p:nvPr/>
        </p:nvCxnSpPr>
        <p:spPr>
          <a:xfrm>
            <a:off x="2053083" y="6506947"/>
            <a:ext cx="199068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1" name="Forme libre : forme 190">
            <a:extLst>
              <a:ext uri="{FF2B5EF4-FFF2-40B4-BE49-F238E27FC236}">
                <a16:creationId xmlns:a16="http://schemas.microsoft.com/office/drawing/2014/main" id="{B3C26427-52E4-4985-9BA0-C94E9E48EBC2}"/>
              </a:ext>
            </a:extLst>
          </p:cNvPr>
          <p:cNvSpPr/>
          <p:nvPr/>
        </p:nvSpPr>
        <p:spPr>
          <a:xfrm>
            <a:off x="2053083" y="5598407"/>
            <a:ext cx="1829469" cy="870440"/>
          </a:xfrm>
          <a:custGeom>
            <a:avLst/>
            <a:gdLst>
              <a:gd name="connsiteX0" fmla="*/ 0 w 2043112"/>
              <a:gd name="connsiteY0" fmla="*/ 971550 h 972089"/>
              <a:gd name="connsiteX1" fmla="*/ 23812 w 2043112"/>
              <a:gd name="connsiteY1" fmla="*/ 952500 h 972089"/>
              <a:gd name="connsiteX2" fmla="*/ 28575 w 2043112"/>
              <a:gd name="connsiteY2" fmla="*/ 866775 h 972089"/>
              <a:gd name="connsiteX3" fmla="*/ 33337 w 2043112"/>
              <a:gd name="connsiteY3" fmla="*/ 838200 h 972089"/>
              <a:gd name="connsiteX4" fmla="*/ 42862 w 2043112"/>
              <a:gd name="connsiteY4" fmla="*/ 695325 h 972089"/>
              <a:gd name="connsiteX5" fmla="*/ 57150 w 2043112"/>
              <a:gd name="connsiteY5" fmla="*/ 614362 h 972089"/>
              <a:gd name="connsiteX6" fmla="*/ 71437 w 2043112"/>
              <a:gd name="connsiteY6" fmla="*/ 619125 h 972089"/>
              <a:gd name="connsiteX7" fmla="*/ 85725 w 2043112"/>
              <a:gd name="connsiteY7" fmla="*/ 671512 h 972089"/>
              <a:gd name="connsiteX8" fmla="*/ 90487 w 2043112"/>
              <a:gd name="connsiteY8" fmla="*/ 928687 h 972089"/>
              <a:gd name="connsiteX9" fmla="*/ 95250 w 2043112"/>
              <a:gd name="connsiteY9" fmla="*/ 942975 h 972089"/>
              <a:gd name="connsiteX10" fmla="*/ 138112 w 2043112"/>
              <a:gd name="connsiteY10" fmla="*/ 962025 h 972089"/>
              <a:gd name="connsiteX11" fmla="*/ 152400 w 2043112"/>
              <a:gd name="connsiteY11" fmla="*/ 966787 h 972089"/>
              <a:gd name="connsiteX12" fmla="*/ 242887 w 2043112"/>
              <a:gd name="connsiteY12" fmla="*/ 962025 h 972089"/>
              <a:gd name="connsiteX13" fmla="*/ 266700 w 2043112"/>
              <a:gd name="connsiteY13" fmla="*/ 938212 h 972089"/>
              <a:gd name="connsiteX14" fmla="*/ 280987 w 2043112"/>
              <a:gd name="connsiteY14" fmla="*/ 933450 h 972089"/>
              <a:gd name="connsiteX15" fmla="*/ 309562 w 2043112"/>
              <a:gd name="connsiteY15" fmla="*/ 909637 h 972089"/>
              <a:gd name="connsiteX16" fmla="*/ 323850 w 2043112"/>
              <a:gd name="connsiteY16" fmla="*/ 852487 h 972089"/>
              <a:gd name="connsiteX17" fmla="*/ 328612 w 2043112"/>
              <a:gd name="connsiteY17" fmla="*/ 838200 h 972089"/>
              <a:gd name="connsiteX18" fmla="*/ 333375 w 2043112"/>
              <a:gd name="connsiteY18" fmla="*/ 795337 h 972089"/>
              <a:gd name="connsiteX19" fmla="*/ 338137 w 2043112"/>
              <a:gd name="connsiteY19" fmla="*/ 771525 h 972089"/>
              <a:gd name="connsiteX20" fmla="*/ 347662 w 2043112"/>
              <a:gd name="connsiteY20" fmla="*/ 704850 h 972089"/>
              <a:gd name="connsiteX21" fmla="*/ 357187 w 2043112"/>
              <a:gd name="connsiteY21" fmla="*/ 576262 h 972089"/>
              <a:gd name="connsiteX22" fmla="*/ 366712 w 2043112"/>
              <a:gd name="connsiteY22" fmla="*/ 495300 h 972089"/>
              <a:gd name="connsiteX23" fmla="*/ 371475 w 2043112"/>
              <a:gd name="connsiteY23" fmla="*/ 457200 h 972089"/>
              <a:gd name="connsiteX24" fmla="*/ 385762 w 2043112"/>
              <a:gd name="connsiteY24" fmla="*/ 452437 h 972089"/>
              <a:gd name="connsiteX25" fmla="*/ 409575 w 2043112"/>
              <a:gd name="connsiteY25" fmla="*/ 485775 h 972089"/>
              <a:gd name="connsiteX26" fmla="*/ 414337 w 2043112"/>
              <a:gd name="connsiteY26" fmla="*/ 500062 h 972089"/>
              <a:gd name="connsiteX27" fmla="*/ 419100 w 2043112"/>
              <a:gd name="connsiteY27" fmla="*/ 557212 h 972089"/>
              <a:gd name="connsiteX28" fmla="*/ 428625 w 2043112"/>
              <a:gd name="connsiteY28" fmla="*/ 804862 h 972089"/>
              <a:gd name="connsiteX29" fmla="*/ 433387 w 2043112"/>
              <a:gd name="connsiteY29" fmla="*/ 847725 h 972089"/>
              <a:gd name="connsiteX30" fmla="*/ 438150 w 2043112"/>
              <a:gd name="connsiteY30" fmla="*/ 895350 h 972089"/>
              <a:gd name="connsiteX31" fmla="*/ 447675 w 2043112"/>
              <a:gd name="connsiteY31" fmla="*/ 928687 h 972089"/>
              <a:gd name="connsiteX32" fmla="*/ 476250 w 2043112"/>
              <a:gd name="connsiteY32" fmla="*/ 947737 h 972089"/>
              <a:gd name="connsiteX33" fmla="*/ 490537 w 2043112"/>
              <a:gd name="connsiteY33" fmla="*/ 957262 h 972089"/>
              <a:gd name="connsiteX34" fmla="*/ 504825 w 2043112"/>
              <a:gd name="connsiteY34" fmla="*/ 962025 h 972089"/>
              <a:gd name="connsiteX35" fmla="*/ 542925 w 2043112"/>
              <a:gd name="connsiteY35" fmla="*/ 971550 h 972089"/>
              <a:gd name="connsiteX36" fmla="*/ 661987 w 2043112"/>
              <a:gd name="connsiteY36" fmla="*/ 966787 h 972089"/>
              <a:gd name="connsiteX37" fmla="*/ 690562 w 2043112"/>
              <a:gd name="connsiteY37" fmla="*/ 909637 h 972089"/>
              <a:gd name="connsiteX38" fmla="*/ 700087 w 2043112"/>
              <a:gd name="connsiteY38" fmla="*/ 895350 h 972089"/>
              <a:gd name="connsiteX39" fmla="*/ 714375 w 2043112"/>
              <a:gd name="connsiteY39" fmla="*/ 847725 h 972089"/>
              <a:gd name="connsiteX40" fmla="*/ 719137 w 2043112"/>
              <a:gd name="connsiteY40" fmla="*/ 823912 h 972089"/>
              <a:gd name="connsiteX41" fmla="*/ 728662 w 2043112"/>
              <a:gd name="connsiteY41" fmla="*/ 790575 h 972089"/>
              <a:gd name="connsiteX42" fmla="*/ 733425 w 2043112"/>
              <a:gd name="connsiteY42" fmla="*/ 762000 h 972089"/>
              <a:gd name="connsiteX43" fmla="*/ 738187 w 2043112"/>
              <a:gd name="connsiteY43" fmla="*/ 704850 h 972089"/>
              <a:gd name="connsiteX44" fmla="*/ 742950 w 2043112"/>
              <a:gd name="connsiteY44" fmla="*/ 661987 h 972089"/>
              <a:gd name="connsiteX45" fmla="*/ 747712 w 2043112"/>
              <a:gd name="connsiteY45" fmla="*/ 328612 h 972089"/>
              <a:gd name="connsiteX46" fmla="*/ 766762 w 2043112"/>
              <a:gd name="connsiteY46" fmla="*/ 257175 h 972089"/>
              <a:gd name="connsiteX47" fmla="*/ 781050 w 2043112"/>
              <a:gd name="connsiteY47" fmla="*/ 261937 h 972089"/>
              <a:gd name="connsiteX48" fmla="*/ 800100 w 2043112"/>
              <a:gd name="connsiteY48" fmla="*/ 290512 h 972089"/>
              <a:gd name="connsiteX49" fmla="*/ 809625 w 2043112"/>
              <a:gd name="connsiteY49" fmla="*/ 342900 h 972089"/>
              <a:gd name="connsiteX50" fmla="*/ 814387 w 2043112"/>
              <a:gd name="connsiteY50" fmla="*/ 447675 h 972089"/>
              <a:gd name="connsiteX51" fmla="*/ 823912 w 2043112"/>
              <a:gd name="connsiteY51" fmla="*/ 561975 h 972089"/>
              <a:gd name="connsiteX52" fmla="*/ 838200 w 2043112"/>
              <a:gd name="connsiteY52" fmla="*/ 728662 h 972089"/>
              <a:gd name="connsiteX53" fmla="*/ 842962 w 2043112"/>
              <a:gd name="connsiteY53" fmla="*/ 776287 h 972089"/>
              <a:gd name="connsiteX54" fmla="*/ 847725 w 2043112"/>
              <a:gd name="connsiteY54" fmla="*/ 862012 h 972089"/>
              <a:gd name="connsiteX55" fmla="*/ 862012 w 2043112"/>
              <a:gd name="connsiteY55" fmla="*/ 919162 h 972089"/>
              <a:gd name="connsiteX56" fmla="*/ 876300 w 2043112"/>
              <a:gd name="connsiteY56" fmla="*/ 933450 h 972089"/>
              <a:gd name="connsiteX57" fmla="*/ 890587 w 2043112"/>
              <a:gd name="connsiteY57" fmla="*/ 942975 h 972089"/>
              <a:gd name="connsiteX58" fmla="*/ 919162 w 2043112"/>
              <a:gd name="connsiteY58" fmla="*/ 952500 h 972089"/>
              <a:gd name="connsiteX59" fmla="*/ 957262 w 2043112"/>
              <a:gd name="connsiteY59" fmla="*/ 962025 h 972089"/>
              <a:gd name="connsiteX60" fmla="*/ 1042987 w 2043112"/>
              <a:gd name="connsiteY60" fmla="*/ 952500 h 972089"/>
              <a:gd name="connsiteX61" fmla="*/ 1057275 w 2043112"/>
              <a:gd name="connsiteY61" fmla="*/ 942975 h 972089"/>
              <a:gd name="connsiteX62" fmla="*/ 1066800 w 2043112"/>
              <a:gd name="connsiteY62" fmla="*/ 928687 h 972089"/>
              <a:gd name="connsiteX63" fmla="*/ 1081087 w 2043112"/>
              <a:gd name="connsiteY63" fmla="*/ 923925 h 972089"/>
              <a:gd name="connsiteX64" fmla="*/ 1085850 w 2043112"/>
              <a:gd name="connsiteY64" fmla="*/ 909637 h 972089"/>
              <a:gd name="connsiteX65" fmla="*/ 1095375 w 2043112"/>
              <a:gd name="connsiteY65" fmla="*/ 895350 h 972089"/>
              <a:gd name="connsiteX66" fmla="*/ 1114425 w 2043112"/>
              <a:gd name="connsiteY66" fmla="*/ 852487 h 972089"/>
              <a:gd name="connsiteX67" fmla="*/ 1123950 w 2043112"/>
              <a:gd name="connsiteY67" fmla="*/ 819150 h 972089"/>
              <a:gd name="connsiteX68" fmla="*/ 1128712 w 2043112"/>
              <a:gd name="connsiteY68" fmla="*/ 776287 h 972089"/>
              <a:gd name="connsiteX69" fmla="*/ 1133475 w 2043112"/>
              <a:gd name="connsiteY69" fmla="*/ 747712 h 972089"/>
              <a:gd name="connsiteX70" fmla="*/ 1143000 w 2043112"/>
              <a:gd name="connsiteY70" fmla="*/ 347662 h 972089"/>
              <a:gd name="connsiteX71" fmla="*/ 1147762 w 2043112"/>
              <a:gd name="connsiteY71" fmla="*/ 157162 h 972089"/>
              <a:gd name="connsiteX72" fmla="*/ 1166812 w 2043112"/>
              <a:gd name="connsiteY72" fmla="*/ 138112 h 972089"/>
              <a:gd name="connsiteX73" fmla="*/ 1181100 w 2043112"/>
              <a:gd name="connsiteY73" fmla="*/ 142875 h 972089"/>
              <a:gd name="connsiteX74" fmla="*/ 1200150 w 2043112"/>
              <a:gd name="connsiteY74" fmla="*/ 185737 h 972089"/>
              <a:gd name="connsiteX75" fmla="*/ 1204912 w 2043112"/>
              <a:gd name="connsiteY75" fmla="*/ 200025 h 972089"/>
              <a:gd name="connsiteX76" fmla="*/ 1209675 w 2043112"/>
              <a:gd name="connsiteY76" fmla="*/ 214312 h 972089"/>
              <a:gd name="connsiteX77" fmla="*/ 1214437 w 2043112"/>
              <a:gd name="connsiteY77" fmla="*/ 238125 h 972089"/>
              <a:gd name="connsiteX78" fmla="*/ 1219200 w 2043112"/>
              <a:gd name="connsiteY78" fmla="*/ 257175 h 972089"/>
              <a:gd name="connsiteX79" fmla="*/ 1223962 w 2043112"/>
              <a:gd name="connsiteY79" fmla="*/ 285750 h 972089"/>
              <a:gd name="connsiteX80" fmla="*/ 1228725 w 2043112"/>
              <a:gd name="connsiteY80" fmla="*/ 300037 h 972089"/>
              <a:gd name="connsiteX81" fmla="*/ 1238250 w 2043112"/>
              <a:gd name="connsiteY81" fmla="*/ 366712 h 972089"/>
              <a:gd name="connsiteX82" fmla="*/ 1243012 w 2043112"/>
              <a:gd name="connsiteY82" fmla="*/ 423862 h 972089"/>
              <a:gd name="connsiteX83" fmla="*/ 1247775 w 2043112"/>
              <a:gd name="connsiteY83" fmla="*/ 457200 h 972089"/>
              <a:gd name="connsiteX84" fmla="*/ 1252537 w 2043112"/>
              <a:gd name="connsiteY84" fmla="*/ 495300 h 972089"/>
              <a:gd name="connsiteX85" fmla="*/ 1257300 w 2043112"/>
              <a:gd name="connsiteY85" fmla="*/ 600075 h 972089"/>
              <a:gd name="connsiteX86" fmla="*/ 1262062 w 2043112"/>
              <a:gd name="connsiteY86" fmla="*/ 647700 h 972089"/>
              <a:gd name="connsiteX87" fmla="*/ 1271587 w 2043112"/>
              <a:gd name="connsiteY87" fmla="*/ 723900 h 972089"/>
              <a:gd name="connsiteX88" fmla="*/ 1281112 w 2043112"/>
              <a:gd name="connsiteY88" fmla="*/ 781050 h 972089"/>
              <a:gd name="connsiteX89" fmla="*/ 1295400 w 2043112"/>
              <a:gd name="connsiteY89" fmla="*/ 881062 h 972089"/>
              <a:gd name="connsiteX90" fmla="*/ 1300162 w 2043112"/>
              <a:gd name="connsiteY90" fmla="*/ 895350 h 972089"/>
              <a:gd name="connsiteX91" fmla="*/ 1304925 w 2043112"/>
              <a:gd name="connsiteY91" fmla="*/ 914400 h 972089"/>
              <a:gd name="connsiteX92" fmla="*/ 1319212 w 2043112"/>
              <a:gd name="connsiteY92" fmla="*/ 923925 h 972089"/>
              <a:gd name="connsiteX93" fmla="*/ 1390650 w 2043112"/>
              <a:gd name="connsiteY93" fmla="*/ 938212 h 972089"/>
              <a:gd name="connsiteX94" fmla="*/ 1452562 w 2043112"/>
              <a:gd name="connsiteY94" fmla="*/ 942975 h 972089"/>
              <a:gd name="connsiteX95" fmla="*/ 1585912 w 2043112"/>
              <a:gd name="connsiteY95" fmla="*/ 938212 h 972089"/>
              <a:gd name="connsiteX96" fmla="*/ 1604962 w 2043112"/>
              <a:gd name="connsiteY96" fmla="*/ 909637 h 972089"/>
              <a:gd name="connsiteX97" fmla="*/ 1619250 w 2043112"/>
              <a:gd name="connsiteY97" fmla="*/ 900112 h 972089"/>
              <a:gd name="connsiteX98" fmla="*/ 1628775 w 2043112"/>
              <a:gd name="connsiteY98" fmla="*/ 871537 h 972089"/>
              <a:gd name="connsiteX99" fmla="*/ 1633537 w 2043112"/>
              <a:gd name="connsiteY99" fmla="*/ 857250 h 972089"/>
              <a:gd name="connsiteX100" fmla="*/ 1638300 w 2043112"/>
              <a:gd name="connsiteY100" fmla="*/ 838200 h 972089"/>
              <a:gd name="connsiteX101" fmla="*/ 1643062 w 2043112"/>
              <a:gd name="connsiteY101" fmla="*/ 814387 h 972089"/>
              <a:gd name="connsiteX102" fmla="*/ 1652587 w 2043112"/>
              <a:gd name="connsiteY102" fmla="*/ 785812 h 972089"/>
              <a:gd name="connsiteX103" fmla="*/ 1657350 w 2043112"/>
              <a:gd name="connsiteY103" fmla="*/ 752475 h 972089"/>
              <a:gd name="connsiteX104" fmla="*/ 1666875 w 2043112"/>
              <a:gd name="connsiteY104" fmla="*/ 619125 h 972089"/>
              <a:gd name="connsiteX105" fmla="*/ 1662112 w 2043112"/>
              <a:gd name="connsiteY105" fmla="*/ 247650 h 972089"/>
              <a:gd name="connsiteX106" fmla="*/ 1657350 w 2043112"/>
              <a:gd name="connsiteY106" fmla="*/ 219075 h 972089"/>
              <a:gd name="connsiteX107" fmla="*/ 1666875 w 2043112"/>
              <a:gd name="connsiteY107" fmla="*/ 19050 h 972089"/>
              <a:gd name="connsiteX108" fmla="*/ 1671637 w 2043112"/>
              <a:gd name="connsiteY108" fmla="*/ 0 h 972089"/>
              <a:gd name="connsiteX109" fmla="*/ 1685925 w 2043112"/>
              <a:gd name="connsiteY109" fmla="*/ 9525 h 972089"/>
              <a:gd name="connsiteX110" fmla="*/ 1700212 w 2043112"/>
              <a:gd name="connsiteY110" fmla="*/ 52387 h 972089"/>
              <a:gd name="connsiteX111" fmla="*/ 1709737 w 2043112"/>
              <a:gd name="connsiteY111" fmla="*/ 85725 h 972089"/>
              <a:gd name="connsiteX112" fmla="*/ 1714500 w 2043112"/>
              <a:gd name="connsiteY112" fmla="*/ 109537 h 972089"/>
              <a:gd name="connsiteX113" fmla="*/ 1724025 w 2043112"/>
              <a:gd name="connsiteY113" fmla="*/ 142875 h 972089"/>
              <a:gd name="connsiteX114" fmla="*/ 1728787 w 2043112"/>
              <a:gd name="connsiteY114" fmla="*/ 171450 h 972089"/>
              <a:gd name="connsiteX115" fmla="*/ 1733550 w 2043112"/>
              <a:gd name="connsiteY115" fmla="*/ 204787 h 972089"/>
              <a:gd name="connsiteX116" fmla="*/ 1738312 w 2043112"/>
              <a:gd name="connsiteY116" fmla="*/ 219075 h 972089"/>
              <a:gd name="connsiteX117" fmla="*/ 1747837 w 2043112"/>
              <a:gd name="connsiteY117" fmla="*/ 290512 h 972089"/>
              <a:gd name="connsiteX118" fmla="*/ 1752600 w 2043112"/>
              <a:gd name="connsiteY118" fmla="*/ 304800 h 972089"/>
              <a:gd name="connsiteX119" fmla="*/ 1757362 w 2043112"/>
              <a:gd name="connsiteY119" fmla="*/ 347662 h 972089"/>
              <a:gd name="connsiteX120" fmla="*/ 1762125 w 2043112"/>
              <a:gd name="connsiteY120" fmla="*/ 371475 h 972089"/>
              <a:gd name="connsiteX121" fmla="*/ 1771650 w 2043112"/>
              <a:gd name="connsiteY121" fmla="*/ 471487 h 972089"/>
              <a:gd name="connsiteX122" fmla="*/ 1776412 w 2043112"/>
              <a:gd name="connsiteY122" fmla="*/ 509587 h 972089"/>
              <a:gd name="connsiteX123" fmla="*/ 1781175 w 2043112"/>
              <a:gd name="connsiteY123" fmla="*/ 557212 h 972089"/>
              <a:gd name="connsiteX124" fmla="*/ 1785937 w 2043112"/>
              <a:gd name="connsiteY124" fmla="*/ 585787 h 972089"/>
              <a:gd name="connsiteX125" fmla="*/ 1795462 w 2043112"/>
              <a:gd name="connsiteY125" fmla="*/ 719137 h 972089"/>
              <a:gd name="connsiteX126" fmla="*/ 1800225 w 2043112"/>
              <a:gd name="connsiteY126" fmla="*/ 914400 h 972089"/>
              <a:gd name="connsiteX127" fmla="*/ 1828800 w 2043112"/>
              <a:gd name="connsiteY127" fmla="*/ 923925 h 972089"/>
              <a:gd name="connsiteX128" fmla="*/ 1857375 w 2043112"/>
              <a:gd name="connsiteY128" fmla="*/ 938212 h 972089"/>
              <a:gd name="connsiteX129" fmla="*/ 2000250 w 2043112"/>
              <a:gd name="connsiteY129" fmla="*/ 933450 h 972089"/>
              <a:gd name="connsiteX130" fmla="*/ 2014537 w 2043112"/>
              <a:gd name="connsiteY130" fmla="*/ 928687 h 972089"/>
              <a:gd name="connsiteX131" fmla="*/ 2043112 w 2043112"/>
              <a:gd name="connsiteY131" fmla="*/ 923925 h 97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2043112" h="972089">
                <a:moveTo>
                  <a:pt x="0" y="971550"/>
                </a:moveTo>
                <a:cubicBezTo>
                  <a:pt x="7937" y="965200"/>
                  <a:pt x="21137" y="962307"/>
                  <a:pt x="23812" y="952500"/>
                </a:cubicBezTo>
                <a:cubicBezTo>
                  <a:pt x="31342" y="924889"/>
                  <a:pt x="26198" y="895295"/>
                  <a:pt x="28575" y="866775"/>
                </a:cubicBezTo>
                <a:cubicBezTo>
                  <a:pt x="29377" y="857152"/>
                  <a:pt x="31750" y="847725"/>
                  <a:pt x="33337" y="838200"/>
                </a:cubicBezTo>
                <a:cubicBezTo>
                  <a:pt x="36512" y="790575"/>
                  <a:pt x="36112" y="742576"/>
                  <a:pt x="42862" y="695325"/>
                </a:cubicBezTo>
                <a:cubicBezTo>
                  <a:pt x="53097" y="623680"/>
                  <a:pt x="45287" y="649948"/>
                  <a:pt x="57150" y="614362"/>
                </a:cubicBezTo>
                <a:cubicBezTo>
                  <a:pt x="61912" y="615950"/>
                  <a:pt x="68519" y="615040"/>
                  <a:pt x="71437" y="619125"/>
                </a:cubicBezTo>
                <a:cubicBezTo>
                  <a:pt x="78150" y="628523"/>
                  <a:pt x="83324" y="659506"/>
                  <a:pt x="85725" y="671512"/>
                </a:cubicBezTo>
                <a:cubicBezTo>
                  <a:pt x="87312" y="757237"/>
                  <a:pt x="87480" y="843000"/>
                  <a:pt x="90487" y="928687"/>
                </a:cubicBezTo>
                <a:cubicBezTo>
                  <a:pt x="90663" y="933704"/>
                  <a:pt x="92114" y="939055"/>
                  <a:pt x="95250" y="942975"/>
                </a:cubicBezTo>
                <a:cubicBezTo>
                  <a:pt x="103483" y="953267"/>
                  <a:pt x="129380" y="959115"/>
                  <a:pt x="138112" y="962025"/>
                </a:cubicBezTo>
                <a:lnTo>
                  <a:pt x="152400" y="966787"/>
                </a:lnTo>
                <a:cubicBezTo>
                  <a:pt x="182562" y="965200"/>
                  <a:pt x="212960" y="966106"/>
                  <a:pt x="242887" y="962025"/>
                </a:cubicBezTo>
                <a:cubicBezTo>
                  <a:pt x="260112" y="959676"/>
                  <a:pt x="255826" y="946911"/>
                  <a:pt x="266700" y="938212"/>
                </a:cubicBezTo>
                <a:cubicBezTo>
                  <a:pt x="270620" y="935076"/>
                  <a:pt x="276225" y="935037"/>
                  <a:pt x="280987" y="933450"/>
                </a:cubicBezTo>
                <a:cubicBezTo>
                  <a:pt x="289881" y="927521"/>
                  <a:pt x="304168" y="919346"/>
                  <a:pt x="309562" y="909637"/>
                </a:cubicBezTo>
                <a:cubicBezTo>
                  <a:pt x="320254" y="890391"/>
                  <a:pt x="319251" y="873182"/>
                  <a:pt x="323850" y="852487"/>
                </a:cubicBezTo>
                <a:cubicBezTo>
                  <a:pt x="324939" y="847587"/>
                  <a:pt x="327025" y="842962"/>
                  <a:pt x="328612" y="838200"/>
                </a:cubicBezTo>
                <a:cubicBezTo>
                  <a:pt x="330200" y="823912"/>
                  <a:pt x="331342" y="809568"/>
                  <a:pt x="333375" y="795337"/>
                </a:cubicBezTo>
                <a:cubicBezTo>
                  <a:pt x="334520" y="787324"/>
                  <a:pt x="336992" y="779538"/>
                  <a:pt x="338137" y="771525"/>
                </a:cubicBezTo>
                <a:cubicBezTo>
                  <a:pt x="349450" y="692336"/>
                  <a:pt x="336896" y="758683"/>
                  <a:pt x="347662" y="704850"/>
                </a:cubicBezTo>
                <a:cubicBezTo>
                  <a:pt x="350837" y="661987"/>
                  <a:pt x="353890" y="619115"/>
                  <a:pt x="357187" y="576262"/>
                </a:cubicBezTo>
                <a:cubicBezTo>
                  <a:pt x="366422" y="456207"/>
                  <a:pt x="356592" y="561078"/>
                  <a:pt x="366712" y="495300"/>
                </a:cubicBezTo>
                <a:cubicBezTo>
                  <a:pt x="368658" y="482650"/>
                  <a:pt x="366277" y="468896"/>
                  <a:pt x="371475" y="457200"/>
                </a:cubicBezTo>
                <a:cubicBezTo>
                  <a:pt x="373514" y="452613"/>
                  <a:pt x="381000" y="454025"/>
                  <a:pt x="385762" y="452437"/>
                </a:cubicBezTo>
                <a:cubicBezTo>
                  <a:pt x="409575" y="460375"/>
                  <a:pt x="398463" y="452437"/>
                  <a:pt x="409575" y="485775"/>
                </a:cubicBezTo>
                <a:lnTo>
                  <a:pt x="414337" y="500062"/>
                </a:lnTo>
                <a:cubicBezTo>
                  <a:pt x="415925" y="519112"/>
                  <a:pt x="418474" y="538106"/>
                  <a:pt x="419100" y="557212"/>
                </a:cubicBezTo>
                <a:cubicBezTo>
                  <a:pt x="427238" y="805412"/>
                  <a:pt x="399044" y="716131"/>
                  <a:pt x="428625" y="804862"/>
                </a:cubicBezTo>
                <a:cubicBezTo>
                  <a:pt x="430212" y="819150"/>
                  <a:pt x="431882" y="833428"/>
                  <a:pt x="433387" y="847725"/>
                </a:cubicBezTo>
                <a:cubicBezTo>
                  <a:pt x="435057" y="863592"/>
                  <a:pt x="435894" y="879556"/>
                  <a:pt x="438150" y="895350"/>
                </a:cubicBezTo>
                <a:cubicBezTo>
                  <a:pt x="438171" y="895497"/>
                  <a:pt x="445412" y="926424"/>
                  <a:pt x="447675" y="928687"/>
                </a:cubicBezTo>
                <a:cubicBezTo>
                  <a:pt x="455770" y="936782"/>
                  <a:pt x="466725" y="941387"/>
                  <a:pt x="476250" y="947737"/>
                </a:cubicBezTo>
                <a:cubicBezTo>
                  <a:pt x="481012" y="950912"/>
                  <a:pt x="485107" y="955452"/>
                  <a:pt x="490537" y="957262"/>
                </a:cubicBezTo>
                <a:cubicBezTo>
                  <a:pt x="495300" y="958850"/>
                  <a:pt x="499955" y="960807"/>
                  <a:pt x="504825" y="962025"/>
                </a:cubicBezTo>
                <a:lnTo>
                  <a:pt x="542925" y="971550"/>
                </a:lnTo>
                <a:cubicBezTo>
                  <a:pt x="582612" y="969962"/>
                  <a:pt x="623377" y="976107"/>
                  <a:pt x="661987" y="966787"/>
                </a:cubicBezTo>
                <a:cubicBezTo>
                  <a:pt x="679849" y="962475"/>
                  <a:pt x="683343" y="920465"/>
                  <a:pt x="690562" y="909637"/>
                </a:cubicBezTo>
                <a:cubicBezTo>
                  <a:pt x="693737" y="904875"/>
                  <a:pt x="697762" y="900580"/>
                  <a:pt x="700087" y="895350"/>
                </a:cubicBezTo>
                <a:cubicBezTo>
                  <a:pt x="705361" y="883484"/>
                  <a:pt x="711297" y="861574"/>
                  <a:pt x="714375" y="847725"/>
                </a:cubicBezTo>
                <a:cubicBezTo>
                  <a:pt x="716131" y="839823"/>
                  <a:pt x="717174" y="831765"/>
                  <a:pt x="719137" y="823912"/>
                </a:cubicBezTo>
                <a:cubicBezTo>
                  <a:pt x="728222" y="787572"/>
                  <a:pt x="719746" y="835153"/>
                  <a:pt x="728662" y="790575"/>
                </a:cubicBezTo>
                <a:cubicBezTo>
                  <a:pt x="730556" y="781106"/>
                  <a:pt x="731837" y="771525"/>
                  <a:pt x="733425" y="762000"/>
                </a:cubicBezTo>
                <a:cubicBezTo>
                  <a:pt x="735012" y="742950"/>
                  <a:pt x="736375" y="723880"/>
                  <a:pt x="738187" y="704850"/>
                </a:cubicBezTo>
                <a:cubicBezTo>
                  <a:pt x="739550" y="690539"/>
                  <a:pt x="742586" y="676358"/>
                  <a:pt x="742950" y="661987"/>
                </a:cubicBezTo>
                <a:cubicBezTo>
                  <a:pt x="745763" y="550886"/>
                  <a:pt x="745035" y="439716"/>
                  <a:pt x="747712" y="328612"/>
                </a:cubicBezTo>
                <a:cubicBezTo>
                  <a:pt x="749283" y="263414"/>
                  <a:pt x="736257" y="277512"/>
                  <a:pt x="766762" y="257175"/>
                </a:cubicBezTo>
                <a:cubicBezTo>
                  <a:pt x="771525" y="258762"/>
                  <a:pt x="777500" y="258387"/>
                  <a:pt x="781050" y="261937"/>
                </a:cubicBezTo>
                <a:cubicBezTo>
                  <a:pt x="789145" y="270032"/>
                  <a:pt x="800100" y="290512"/>
                  <a:pt x="800100" y="290512"/>
                </a:cubicBezTo>
                <a:cubicBezTo>
                  <a:pt x="802214" y="301084"/>
                  <a:pt x="808949" y="333432"/>
                  <a:pt x="809625" y="342900"/>
                </a:cubicBezTo>
                <a:cubicBezTo>
                  <a:pt x="812116" y="377772"/>
                  <a:pt x="812112" y="412788"/>
                  <a:pt x="814387" y="447675"/>
                </a:cubicBezTo>
                <a:cubicBezTo>
                  <a:pt x="816875" y="485826"/>
                  <a:pt x="821369" y="523828"/>
                  <a:pt x="823912" y="561975"/>
                </a:cubicBezTo>
                <a:cubicBezTo>
                  <a:pt x="833975" y="712927"/>
                  <a:pt x="824075" y="658046"/>
                  <a:pt x="838200" y="728662"/>
                </a:cubicBezTo>
                <a:cubicBezTo>
                  <a:pt x="839787" y="744537"/>
                  <a:pt x="841825" y="760373"/>
                  <a:pt x="842962" y="776287"/>
                </a:cubicBezTo>
                <a:cubicBezTo>
                  <a:pt x="845001" y="804833"/>
                  <a:pt x="845348" y="833492"/>
                  <a:pt x="847725" y="862012"/>
                </a:cubicBezTo>
                <a:cubicBezTo>
                  <a:pt x="848441" y="870598"/>
                  <a:pt x="855357" y="912507"/>
                  <a:pt x="862012" y="919162"/>
                </a:cubicBezTo>
                <a:cubicBezTo>
                  <a:pt x="866775" y="923925"/>
                  <a:pt x="871126" y="929138"/>
                  <a:pt x="876300" y="933450"/>
                </a:cubicBezTo>
                <a:cubicBezTo>
                  <a:pt x="880697" y="937114"/>
                  <a:pt x="885357" y="940650"/>
                  <a:pt x="890587" y="942975"/>
                </a:cubicBezTo>
                <a:cubicBezTo>
                  <a:pt x="899762" y="947053"/>
                  <a:pt x="909637" y="949325"/>
                  <a:pt x="919162" y="952500"/>
                </a:cubicBezTo>
                <a:cubicBezTo>
                  <a:pt x="941124" y="959820"/>
                  <a:pt x="928536" y="956279"/>
                  <a:pt x="957262" y="962025"/>
                </a:cubicBezTo>
                <a:cubicBezTo>
                  <a:pt x="966179" y="961430"/>
                  <a:pt x="1020263" y="963861"/>
                  <a:pt x="1042987" y="952500"/>
                </a:cubicBezTo>
                <a:cubicBezTo>
                  <a:pt x="1048107" y="949940"/>
                  <a:pt x="1052512" y="946150"/>
                  <a:pt x="1057275" y="942975"/>
                </a:cubicBezTo>
                <a:cubicBezTo>
                  <a:pt x="1060450" y="938212"/>
                  <a:pt x="1062330" y="932263"/>
                  <a:pt x="1066800" y="928687"/>
                </a:cubicBezTo>
                <a:cubicBezTo>
                  <a:pt x="1070720" y="925551"/>
                  <a:pt x="1077537" y="927475"/>
                  <a:pt x="1081087" y="923925"/>
                </a:cubicBezTo>
                <a:cubicBezTo>
                  <a:pt x="1084637" y="920375"/>
                  <a:pt x="1083605" y="914127"/>
                  <a:pt x="1085850" y="909637"/>
                </a:cubicBezTo>
                <a:cubicBezTo>
                  <a:pt x="1088410" y="904518"/>
                  <a:pt x="1092200" y="900112"/>
                  <a:pt x="1095375" y="895350"/>
                </a:cubicBezTo>
                <a:cubicBezTo>
                  <a:pt x="1106710" y="861345"/>
                  <a:pt x="1099331" y="875129"/>
                  <a:pt x="1114425" y="852487"/>
                </a:cubicBezTo>
                <a:cubicBezTo>
                  <a:pt x="1117980" y="841822"/>
                  <a:pt x="1122242" y="830250"/>
                  <a:pt x="1123950" y="819150"/>
                </a:cubicBezTo>
                <a:cubicBezTo>
                  <a:pt x="1126136" y="804942"/>
                  <a:pt x="1126812" y="790536"/>
                  <a:pt x="1128712" y="776287"/>
                </a:cubicBezTo>
                <a:cubicBezTo>
                  <a:pt x="1129988" y="766715"/>
                  <a:pt x="1131887" y="757237"/>
                  <a:pt x="1133475" y="747712"/>
                </a:cubicBezTo>
                <a:cubicBezTo>
                  <a:pt x="1143029" y="222204"/>
                  <a:pt x="1133141" y="687789"/>
                  <a:pt x="1143000" y="347662"/>
                </a:cubicBezTo>
                <a:cubicBezTo>
                  <a:pt x="1144840" y="284169"/>
                  <a:pt x="1144811" y="220613"/>
                  <a:pt x="1147762" y="157162"/>
                </a:cubicBezTo>
                <a:cubicBezTo>
                  <a:pt x="1148562" y="139963"/>
                  <a:pt x="1153313" y="142612"/>
                  <a:pt x="1166812" y="138112"/>
                </a:cubicBezTo>
                <a:cubicBezTo>
                  <a:pt x="1171575" y="139700"/>
                  <a:pt x="1177180" y="139739"/>
                  <a:pt x="1181100" y="142875"/>
                </a:cubicBezTo>
                <a:cubicBezTo>
                  <a:pt x="1191392" y="151108"/>
                  <a:pt x="1197240" y="177005"/>
                  <a:pt x="1200150" y="185737"/>
                </a:cubicBezTo>
                <a:lnTo>
                  <a:pt x="1204912" y="200025"/>
                </a:lnTo>
                <a:cubicBezTo>
                  <a:pt x="1206499" y="204787"/>
                  <a:pt x="1208691" y="209389"/>
                  <a:pt x="1209675" y="214312"/>
                </a:cubicBezTo>
                <a:cubicBezTo>
                  <a:pt x="1211262" y="222250"/>
                  <a:pt x="1212681" y="230223"/>
                  <a:pt x="1214437" y="238125"/>
                </a:cubicBezTo>
                <a:cubicBezTo>
                  <a:pt x="1215857" y="244515"/>
                  <a:pt x="1217916" y="250757"/>
                  <a:pt x="1219200" y="257175"/>
                </a:cubicBezTo>
                <a:cubicBezTo>
                  <a:pt x="1221094" y="266644"/>
                  <a:pt x="1221867" y="276324"/>
                  <a:pt x="1223962" y="285750"/>
                </a:cubicBezTo>
                <a:cubicBezTo>
                  <a:pt x="1225051" y="290650"/>
                  <a:pt x="1227507" y="295167"/>
                  <a:pt x="1228725" y="300037"/>
                </a:cubicBezTo>
                <a:cubicBezTo>
                  <a:pt x="1234403" y="322750"/>
                  <a:pt x="1235972" y="342791"/>
                  <a:pt x="1238250" y="366712"/>
                </a:cubicBezTo>
                <a:cubicBezTo>
                  <a:pt x="1240062" y="385742"/>
                  <a:pt x="1241011" y="404851"/>
                  <a:pt x="1243012" y="423862"/>
                </a:cubicBezTo>
                <a:cubicBezTo>
                  <a:pt x="1244187" y="435026"/>
                  <a:pt x="1246291" y="446073"/>
                  <a:pt x="1247775" y="457200"/>
                </a:cubicBezTo>
                <a:cubicBezTo>
                  <a:pt x="1249467" y="469887"/>
                  <a:pt x="1250950" y="482600"/>
                  <a:pt x="1252537" y="495300"/>
                </a:cubicBezTo>
                <a:cubicBezTo>
                  <a:pt x="1254125" y="530225"/>
                  <a:pt x="1255119" y="565182"/>
                  <a:pt x="1257300" y="600075"/>
                </a:cubicBezTo>
                <a:cubicBezTo>
                  <a:pt x="1258295" y="615998"/>
                  <a:pt x="1260392" y="631834"/>
                  <a:pt x="1262062" y="647700"/>
                </a:cubicBezTo>
                <a:cubicBezTo>
                  <a:pt x="1268733" y="711074"/>
                  <a:pt x="1264270" y="669025"/>
                  <a:pt x="1271587" y="723900"/>
                </a:cubicBezTo>
                <a:cubicBezTo>
                  <a:pt x="1277957" y="771675"/>
                  <a:pt x="1272840" y="747957"/>
                  <a:pt x="1281112" y="781050"/>
                </a:cubicBezTo>
                <a:cubicBezTo>
                  <a:pt x="1283583" y="803287"/>
                  <a:pt x="1289456" y="863229"/>
                  <a:pt x="1295400" y="881062"/>
                </a:cubicBezTo>
                <a:cubicBezTo>
                  <a:pt x="1296987" y="885825"/>
                  <a:pt x="1298783" y="890523"/>
                  <a:pt x="1300162" y="895350"/>
                </a:cubicBezTo>
                <a:cubicBezTo>
                  <a:pt x="1301960" y="901644"/>
                  <a:pt x="1301294" y="908954"/>
                  <a:pt x="1304925" y="914400"/>
                </a:cubicBezTo>
                <a:cubicBezTo>
                  <a:pt x="1308100" y="919162"/>
                  <a:pt x="1313982" y="921600"/>
                  <a:pt x="1319212" y="923925"/>
                </a:cubicBezTo>
                <a:cubicBezTo>
                  <a:pt x="1346050" y="935853"/>
                  <a:pt x="1359822" y="935409"/>
                  <a:pt x="1390650" y="938212"/>
                </a:cubicBezTo>
                <a:cubicBezTo>
                  <a:pt x="1411263" y="940086"/>
                  <a:pt x="1431925" y="941387"/>
                  <a:pt x="1452562" y="942975"/>
                </a:cubicBezTo>
                <a:cubicBezTo>
                  <a:pt x="1497012" y="941387"/>
                  <a:pt x="1542461" y="947717"/>
                  <a:pt x="1585912" y="938212"/>
                </a:cubicBezTo>
                <a:cubicBezTo>
                  <a:pt x="1597095" y="935766"/>
                  <a:pt x="1595437" y="915987"/>
                  <a:pt x="1604962" y="909637"/>
                </a:cubicBezTo>
                <a:lnTo>
                  <a:pt x="1619250" y="900112"/>
                </a:lnTo>
                <a:lnTo>
                  <a:pt x="1628775" y="871537"/>
                </a:lnTo>
                <a:cubicBezTo>
                  <a:pt x="1630362" y="866775"/>
                  <a:pt x="1632319" y="862120"/>
                  <a:pt x="1633537" y="857250"/>
                </a:cubicBezTo>
                <a:cubicBezTo>
                  <a:pt x="1635125" y="850900"/>
                  <a:pt x="1636880" y="844590"/>
                  <a:pt x="1638300" y="838200"/>
                </a:cubicBezTo>
                <a:cubicBezTo>
                  <a:pt x="1640056" y="830298"/>
                  <a:pt x="1640932" y="822197"/>
                  <a:pt x="1643062" y="814387"/>
                </a:cubicBezTo>
                <a:cubicBezTo>
                  <a:pt x="1645704" y="804701"/>
                  <a:pt x="1652587" y="785812"/>
                  <a:pt x="1652587" y="785812"/>
                </a:cubicBezTo>
                <a:cubicBezTo>
                  <a:pt x="1654175" y="774700"/>
                  <a:pt x="1656175" y="763639"/>
                  <a:pt x="1657350" y="752475"/>
                </a:cubicBezTo>
                <a:cubicBezTo>
                  <a:pt x="1661579" y="712301"/>
                  <a:pt x="1664443" y="658039"/>
                  <a:pt x="1666875" y="619125"/>
                </a:cubicBezTo>
                <a:cubicBezTo>
                  <a:pt x="1665287" y="495300"/>
                  <a:pt x="1665060" y="371450"/>
                  <a:pt x="1662112" y="247650"/>
                </a:cubicBezTo>
                <a:cubicBezTo>
                  <a:pt x="1661882" y="237996"/>
                  <a:pt x="1657350" y="228731"/>
                  <a:pt x="1657350" y="219075"/>
                </a:cubicBezTo>
                <a:cubicBezTo>
                  <a:pt x="1657350" y="162846"/>
                  <a:pt x="1655277" y="82841"/>
                  <a:pt x="1666875" y="19050"/>
                </a:cubicBezTo>
                <a:cubicBezTo>
                  <a:pt x="1668046" y="12610"/>
                  <a:pt x="1670050" y="6350"/>
                  <a:pt x="1671637" y="0"/>
                </a:cubicBezTo>
                <a:cubicBezTo>
                  <a:pt x="1676400" y="3175"/>
                  <a:pt x="1682891" y="4671"/>
                  <a:pt x="1685925" y="9525"/>
                </a:cubicBezTo>
                <a:cubicBezTo>
                  <a:pt x="1685927" y="9529"/>
                  <a:pt x="1697830" y="45241"/>
                  <a:pt x="1700212" y="52387"/>
                </a:cubicBezTo>
                <a:cubicBezTo>
                  <a:pt x="1705519" y="68307"/>
                  <a:pt x="1705748" y="67773"/>
                  <a:pt x="1709737" y="85725"/>
                </a:cubicBezTo>
                <a:cubicBezTo>
                  <a:pt x="1711493" y="93627"/>
                  <a:pt x="1712537" y="101684"/>
                  <a:pt x="1714500" y="109537"/>
                </a:cubicBezTo>
                <a:cubicBezTo>
                  <a:pt x="1723571" y="145822"/>
                  <a:pt x="1715124" y="98370"/>
                  <a:pt x="1724025" y="142875"/>
                </a:cubicBezTo>
                <a:cubicBezTo>
                  <a:pt x="1725919" y="152344"/>
                  <a:pt x="1727319" y="161906"/>
                  <a:pt x="1728787" y="171450"/>
                </a:cubicBezTo>
                <a:cubicBezTo>
                  <a:pt x="1730494" y="182545"/>
                  <a:pt x="1731349" y="193780"/>
                  <a:pt x="1733550" y="204787"/>
                </a:cubicBezTo>
                <a:cubicBezTo>
                  <a:pt x="1734535" y="209710"/>
                  <a:pt x="1736725" y="214312"/>
                  <a:pt x="1738312" y="219075"/>
                </a:cubicBezTo>
                <a:cubicBezTo>
                  <a:pt x="1739469" y="228330"/>
                  <a:pt x="1745649" y="279572"/>
                  <a:pt x="1747837" y="290512"/>
                </a:cubicBezTo>
                <a:cubicBezTo>
                  <a:pt x="1748822" y="295435"/>
                  <a:pt x="1751012" y="300037"/>
                  <a:pt x="1752600" y="304800"/>
                </a:cubicBezTo>
                <a:cubicBezTo>
                  <a:pt x="1754187" y="319087"/>
                  <a:pt x="1755329" y="333431"/>
                  <a:pt x="1757362" y="347662"/>
                </a:cubicBezTo>
                <a:cubicBezTo>
                  <a:pt x="1758507" y="355676"/>
                  <a:pt x="1760980" y="363461"/>
                  <a:pt x="1762125" y="371475"/>
                </a:cubicBezTo>
                <a:cubicBezTo>
                  <a:pt x="1767399" y="408390"/>
                  <a:pt x="1767820" y="433185"/>
                  <a:pt x="1771650" y="471487"/>
                </a:cubicBezTo>
                <a:cubicBezTo>
                  <a:pt x="1772924" y="484222"/>
                  <a:pt x="1774999" y="496866"/>
                  <a:pt x="1776412" y="509587"/>
                </a:cubicBezTo>
                <a:cubicBezTo>
                  <a:pt x="1778174" y="525444"/>
                  <a:pt x="1779196" y="541381"/>
                  <a:pt x="1781175" y="557212"/>
                </a:cubicBezTo>
                <a:cubicBezTo>
                  <a:pt x="1782373" y="566794"/>
                  <a:pt x="1784871" y="576190"/>
                  <a:pt x="1785937" y="585787"/>
                </a:cubicBezTo>
                <a:cubicBezTo>
                  <a:pt x="1789868" y="621170"/>
                  <a:pt x="1793429" y="686601"/>
                  <a:pt x="1795462" y="719137"/>
                </a:cubicBezTo>
                <a:cubicBezTo>
                  <a:pt x="1797050" y="784225"/>
                  <a:pt x="1789764" y="850139"/>
                  <a:pt x="1800225" y="914400"/>
                </a:cubicBezTo>
                <a:cubicBezTo>
                  <a:pt x="1801838" y="924310"/>
                  <a:pt x="1820446" y="918356"/>
                  <a:pt x="1828800" y="923925"/>
                </a:cubicBezTo>
                <a:cubicBezTo>
                  <a:pt x="1847264" y="936235"/>
                  <a:pt x="1837657" y="931640"/>
                  <a:pt x="1857375" y="938212"/>
                </a:cubicBezTo>
                <a:cubicBezTo>
                  <a:pt x="1905000" y="936625"/>
                  <a:pt x="1952686" y="936333"/>
                  <a:pt x="2000250" y="933450"/>
                </a:cubicBezTo>
                <a:cubicBezTo>
                  <a:pt x="2005261" y="933146"/>
                  <a:pt x="2009667" y="929905"/>
                  <a:pt x="2014537" y="928687"/>
                </a:cubicBezTo>
                <a:cubicBezTo>
                  <a:pt x="2034830" y="923614"/>
                  <a:pt x="2031251" y="923925"/>
                  <a:pt x="2043112" y="923925"/>
                </a:cubicBezTo>
              </a:path>
            </a:pathLst>
          </a:custGeom>
          <a:noFill/>
          <a:ln>
            <a:solidFill>
              <a:srgbClr val="EC7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2" name="Image 191">
            <a:extLst>
              <a:ext uri="{FF2B5EF4-FFF2-40B4-BE49-F238E27FC236}">
                <a16:creationId xmlns:a16="http://schemas.microsoft.com/office/drawing/2014/main" id="{A420D74B-1915-43FF-A417-0F5F9555EB72}"/>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885315" y="6333211"/>
            <a:ext cx="168343" cy="105264"/>
          </a:xfrm>
          <a:prstGeom prst="rect">
            <a:avLst/>
          </a:prstGeom>
        </p:spPr>
      </p:pic>
      <p:pic>
        <p:nvPicPr>
          <p:cNvPr id="193" name="Image 192">
            <a:extLst>
              <a:ext uri="{FF2B5EF4-FFF2-40B4-BE49-F238E27FC236}">
                <a16:creationId xmlns:a16="http://schemas.microsoft.com/office/drawing/2014/main" id="{27BBA5C7-2F4B-487E-A3D8-D997AB8F5010}"/>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2254033" y="6264046"/>
            <a:ext cx="168343" cy="105264"/>
          </a:xfrm>
          <a:prstGeom prst="rect">
            <a:avLst/>
          </a:prstGeom>
        </p:spPr>
      </p:pic>
      <p:pic>
        <p:nvPicPr>
          <p:cNvPr id="194" name="Image 193">
            <a:extLst>
              <a:ext uri="{FF2B5EF4-FFF2-40B4-BE49-F238E27FC236}">
                <a16:creationId xmlns:a16="http://schemas.microsoft.com/office/drawing/2014/main" id="{DDCB926F-68D7-43EE-92C9-AD7EA43D997B}"/>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2597846" y="6235493"/>
            <a:ext cx="168343" cy="105264"/>
          </a:xfrm>
          <a:prstGeom prst="rect">
            <a:avLst/>
          </a:prstGeom>
        </p:spPr>
      </p:pic>
      <p:pic>
        <p:nvPicPr>
          <p:cNvPr id="195" name="Image 194">
            <a:extLst>
              <a:ext uri="{FF2B5EF4-FFF2-40B4-BE49-F238E27FC236}">
                <a16:creationId xmlns:a16="http://schemas.microsoft.com/office/drawing/2014/main" id="{BE3D2319-F5B9-4C27-8318-7DAF2EFEB3A8}"/>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2939848" y="6249414"/>
            <a:ext cx="168343" cy="105264"/>
          </a:xfrm>
          <a:prstGeom prst="rect">
            <a:avLst/>
          </a:prstGeom>
        </p:spPr>
      </p:pic>
      <p:pic>
        <p:nvPicPr>
          <p:cNvPr id="196" name="Image 195">
            <a:extLst>
              <a:ext uri="{FF2B5EF4-FFF2-40B4-BE49-F238E27FC236}">
                <a16:creationId xmlns:a16="http://schemas.microsoft.com/office/drawing/2014/main" id="{F1ECE0BD-2215-49A1-972D-9D59A0C65680}"/>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3391942" y="6219291"/>
            <a:ext cx="168343" cy="105264"/>
          </a:xfrm>
          <a:prstGeom prst="rect">
            <a:avLst/>
          </a:prstGeom>
        </p:spPr>
      </p:pic>
      <p:cxnSp>
        <p:nvCxnSpPr>
          <p:cNvPr id="205" name="Connecteur droit avec flèche 204">
            <a:extLst>
              <a:ext uri="{FF2B5EF4-FFF2-40B4-BE49-F238E27FC236}">
                <a16:creationId xmlns:a16="http://schemas.microsoft.com/office/drawing/2014/main" id="{334FAC30-556D-4B3B-A899-BB5164197B08}"/>
              </a:ext>
            </a:extLst>
          </p:cNvPr>
          <p:cNvCxnSpPr/>
          <p:nvPr/>
        </p:nvCxnSpPr>
        <p:spPr>
          <a:xfrm flipV="1">
            <a:off x="9817250" y="5511976"/>
            <a:ext cx="0" cy="986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 name="Connecteur droit avec flèche 205">
            <a:extLst>
              <a:ext uri="{FF2B5EF4-FFF2-40B4-BE49-F238E27FC236}">
                <a16:creationId xmlns:a16="http://schemas.microsoft.com/office/drawing/2014/main" id="{FEDD3C38-6B1C-497A-B305-0C697EA69C19}"/>
              </a:ext>
            </a:extLst>
          </p:cNvPr>
          <p:cNvCxnSpPr>
            <a:cxnSpLocks/>
          </p:cNvCxnSpPr>
          <p:nvPr/>
        </p:nvCxnSpPr>
        <p:spPr>
          <a:xfrm>
            <a:off x="9817250" y="6498331"/>
            <a:ext cx="199068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8" name="Image 207">
            <a:extLst>
              <a:ext uri="{FF2B5EF4-FFF2-40B4-BE49-F238E27FC236}">
                <a16:creationId xmlns:a16="http://schemas.microsoft.com/office/drawing/2014/main" id="{F1FD3238-2429-42F5-8674-BE22FB3762FB}"/>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9676887" y="6370166"/>
            <a:ext cx="168343" cy="105264"/>
          </a:xfrm>
          <a:prstGeom prst="rect">
            <a:avLst/>
          </a:prstGeom>
        </p:spPr>
      </p:pic>
      <p:pic>
        <p:nvPicPr>
          <p:cNvPr id="209" name="Image 208">
            <a:extLst>
              <a:ext uri="{FF2B5EF4-FFF2-40B4-BE49-F238E27FC236}">
                <a16:creationId xmlns:a16="http://schemas.microsoft.com/office/drawing/2014/main" id="{538A5DA5-2A0E-489E-9B3D-E07AD4A2933F}"/>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0561823" y="6120988"/>
            <a:ext cx="168343" cy="105264"/>
          </a:xfrm>
          <a:prstGeom prst="rect">
            <a:avLst/>
          </a:prstGeom>
        </p:spPr>
      </p:pic>
      <p:pic>
        <p:nvPicPr>
          <p:cNvPr id="210" name="Image 209">
            <a:extLst>
              <a:ext uri="{FF2B5EF4-FFF2-40B4-BE49-F238E27FC236}">
                <a16:creationId xmlns:a16="http://schemas.microsoft.com/office/drawing/2014/main" id="{C79CFB35-E060-4CF8-BCEF-2402FE234EE3}"/>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0118138" y="6178064"/>
            <a:ext cx="168343" cy="105264"/>
          </a:xfrm>
          <a:prstGeom prst="rect">
            <a:avLst/>
          </a:prstGeom>
        </p:spPr>
      </p:pic>
      <p:pic>
        <p:nvPicPr>
          <p:cNvPr id="211" name="Image 210">
            <a:extLst>
              <a:ext uri="{FF2B5EF4-FFF2-40B4-BE49-F238E27FC236}">
                <a16:creationId xmlns:a16="http://schemas.microsoft.com/office/drawing/2014/main" id="{9F71C8EF-4AD2-4211-BD0B-42527F0C7D18}"/>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0118138" y="6288125"/>
            <a:ext cx="168343" cy="105264"/>
          </a:xfrm>
          <a:prstGeom prst="rect">
            <a:avLst/>
          </a:prstGeom>
        </p:spPr>
      </p:pic>
      <p:pic>
        <p:nvPicPr>
          <p:cNvPr id="214" name="Image 213">
            <a:extLst>
              <a:ext uri="{FF2B5EF4-FFF2-40B4-BE49-F238E27FC236}">
                <a16:creationId xmlns:a16="http://schemas.microsoft.com/office/drawing/2014/main" id="{543FCAAC-3C2E-4686-BE51-330D47E069FD}"/>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0609952" y="6005153"/>
            <a:ext cx="168343" cy="105264"/>
          </a:xfrm>
          <a:prstGeom prst="rect">
            <a:avLst/>
          </a:prstGeom>
        </p:spPr>
      </p:pic>
      <p:pic>
        <p:nvPicPr>
          <p:cNvPr id="215" name="Image 214">
            <a:extLst>
              <a:ext uri="{FF2B5EF4-FFF2-40B4-BE49-F238E27FC236}">
                <a16:creationId xmlns:a16="http://schemas.microsoft.com/office/drawing/2014/main" id="{F11D459A-CC8F-428B-8D84-2C165EE03BEB}"/>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0358866" y="6125432"/>
            <a:ext cx="168343" cy="105264"/>
          </a:xfrm>
          <a:prstGeom prst="rect">
            <a:avLst/>
          </a:prstGeom>
        </p:spPr>
      </p:pic>
      <p:pic>
        <p:nvPicPr>
          <p:cNvPr id="217" name="Image 216">
            <a:extLst>
              <a:ext uri="{FF2B5EF4-FFF2-40B4-BE49-F238E27FC236}">
                <a16:creationId xmlns:a16="http://schemas.microsoft.com/office/drawing/2014/main" id="{8CC68C2E-78CA-44BB-89CC-3368E9499B42}"/>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1087910" y="5885871"/>
            <a:ext cx="168343" cy="105264"/>
          </a:xfrm>
          <a:prstGeom prst="rect">
            <a:avLst/>
          </a:prstGeom>
        </p:spPr>
      </p:pic>
      <p:pic>
        <p:nvPicPr>
          <p:cNvPr id="218" name="Image 217">
            <a:extLst>
              <a:ext uri="{FF2B5EF4-FFF2-40B4-BE49-F238E27FC236}">
                <a16:creationId xmlns:a16="http://schemas.microsoft.com/office/drawing/2014/main" id="{E19EF8BF-7946-4C26-9085-4B9A1803B93A}"/>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1283695" y="5455864"/>
            <a:ext cx="168343" cy="105264"/>
          </a:xfrm>
          <a:prstGeom prst="rect">
            <a:avLst/>
          </a:prstGeom>
        </p:spPr>
      </p:pic>
      <p:pic>
        <p:nvPicPr>
          <p:cNvPr id="219" name="Image 218">
            <a:extLst>
              <a:ext uri="{FF2B5EF4-FFF2-40B4-BE49-F238E27FC236}">
                <a16:creationId xmlns:a16="http://schemas.microsoft.com/office/drawing/2014/main" id="{8D90C252-711E-42F3-8C86-48FF77026A7D}"/>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1115353" y="5570285"/>
            <a:ext cx="168343" cy="105264"/>
          </a:xfrm>
          <a:prstGeom prst="rect">
            <a:avLst/>
          </a:prstGeom>
        </p:spPr>
      </p:pic>
      <p:pic>
        <p:nvPicPr>
          <p:cNvPr id="220" name="Image 219">
            <a:extLst>
              <a:ext uri="{FF2B5EF4-FFF2-40B4-BE49-F238E27FC236}">
                <a16:creationId xmlns:a16="http://schemas.microsoft.com/office/drawing/2014/main" id="{0AC12F80-A1BE-4E12-93C8-FC7D700E95F2}"/>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0886090" y="5866377"/>
            <a:ext cx="168343" cy="105264"/>
          </a:xfrm>
          <a:prstGeom prst="rect">
            <a:avLst/>
          </a:prstGeom>
        </p:spPr>
      </p:pic>
      <p:pic>
        <p:nvPicPr>
          <p:cNvPr id="221" name="Image 220">
            <a:extLst>
              <a:ext uri="{FF2B5EF4-FFF2-40B4-BE49-F238E27FC236}">
                <a16:creationId xmlns:a16="http://schemas.microsoft.com/office/drawing/2014/main" id="{2AF1B71A-F962-4CBB-8EDF-37809E490696}"/>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1199524" y="5663613"/>
            <a:ext cx="168343" cy="105264"/>
          </a:xfrm>
          <a:prstGeom prst="rect">
            <a:avLst/>
          </a:prstGeom>
        </p:spPr>
      </p:pic>
      <p:pic>
        <p:nvPicPr>
          <p:cNvPr id="222" name="Image 221">
            <a:extLst>
              <a:ext uri="{FF2B5EF4-FFF2-40B4-BE49-F238E27FC236}">
                <a16:creationId xmlns:a16="http://schemas.microsoft.com/office/drawing/2014/main" id="{0E57BABD-62CD-4C5B-9CF4-C4E6F68FA311}"/>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11084893" y="5766549"/>
            <a:ext cx="168343" cy="105264"/>
          </a:xfrm>
          <a:prstGeom prst="rect">
            <a:avLst/>
          </a:prstGeom>
        </p:spPr>
      </p:pic>
      <p:sp>
        <p:nvSpPr>
          <p:cNvPr id="223" name="Forme libre : forme 222">
            <a:extLst>
              <a:ext uri="{FF2B5EF4-FFF2-40B4-BE49-F238E27FC236}">
                <a16:creationId xmlns:a16="http://schemas.microsoft.com/office/drawing/2014/main" id="{20A34456-643F-49F1-B7E1-C5E845B980A2}"/>
              </a:ext>
            </a:extLst>
          </p:cNvPr>
          <p:cNvSpPr/>
          <p:nvPr/>
        </p:nvSpPr>
        <p:spPr>
          <a:xfrm>
            <a:off x="9819295" y="5485490"/>
            <a:ext cx="1930399" cy="1022609"/>
          </a:xfrm>
          <a:custGeom>
            <a:avLst/>
            <a:gdLst>
              <a:gd name="connsiteX0" fmla="*/ 0 w 1724025"/>
              <a:gd name="connsiteY0" fmla="*/ 1022609 h 1022609"/>
              <a:gd name="connsiteX1" fmla="*/ 3175 w 1724025"/>
              <a:gd name="connsiteY1" fmla="*/ 994034 h 1022609"/>
              <a:gd name="connsiteX2" fmla="*/ 6350 w 1724025"/>
              <a:gd name="connsiteY2" fmla="*/ 984509 h 1022609"/>
              <a:gd name="connsiteX3" fmla="*/ 15875 w 1724025"/>
              <a:gd name="connsiteY3" fmla="*/ 974984 h 1022609"/>
              <a:gd name="connsiteX4" fmla="*/ 25400 w 1724025"/>
              <a:gd name="connsiteY4" fmla="*/ 968634 h 1022609"/>
              <a:gd name="connsiteX5" fmla="*/ 34925 w 1724025"/>
              <a:gd name="connsiteY5" fmla="*/ 965459 h 1022609"/>
              <a:gd name="connsiteX6" fmla="*/ 117475 w 1724025"/>
              <a:gd name="connsiteY6" fmla="*/ 962284 h 1022609"/>
              <a:gd name="connsiteX7" fmla="*/ 304800 w 1724025"/>
              <a:gd name="connsiteY7" fmla="*/ 959109 h 1022609"/>
              <a:gd name="connsiteX8" fmla="*/ 371475 w 1724025"/>
              <a:gd name="connsiteY8" fmla="*/ 949584 h 1022609"/>
              <a:gd name="connsiteX9" fmla="*/ 390525 w 1724025"/>
              <a:gd name="connsiteY9" fmla="*/ 943234 h 1022609"/>
              <a:gd name="connsiteX10" fmla="*/ 400050 w 1724025"/>
              <a:gd name="connsiteY10" fmla="*/ 936884 h 1022609"/>
              <a:gd name="connsiteX11" fmla="*/ 409575 w 1724025"/>
              <a:gd name="connsiteY11" fmla="*/ 927359 h 1022609"/>
              <a:gd name="connsiteX12" fmla="*/ 419100 w 1724025"/>
              <a:gd name="connsiteY12" fmla="*/ 924184 h 1022609"/>
              <a:gd name="connsiteX13" fmla="*/ 431800 w 1724025"/>
              <a:gd name="connsiteY13" fmla="*/ 905134 h 1022609"/>
              <a:gd name="connsiteX14" fmla="*/ 434975 w 1724025"/>
              <a:gd name="connsiteY14" fmla="*/ 895609 h 1022609"/>
              <a:gd name="connsiteX15" fmla="*/ 454025 w 1724025"/>
              <a:gd name="connsiteY15" fmla="*/ 867034 h 1022609"/>
              <a:gd name="connsiteX16" fmla="*/ 460375 w 1724025"/>
              <a:gd name="connsiteY16" fmla="*/ 857509 h 1022609"/>
              <a:gd name="connsiteX17" fmla="*/ 473075 w 1724025"/>
              <a:gd name="connsiteY17" fmla="*/ 819409 h 1022609"/>
              <a:gd name="connsiteX18" fmla="*/ 476250 w 1724025"/>
              <a:gd name="connsiteY18" fmla="*/ 809884 h 1022609"/>
              <a:gd name="connsiteX19" fmla="*/ 488950 w 1724025"/>
              <a:gd name="connsiteY19" fmla="*/ 790834 h 1022609"/>
              <a:gd name="connsiteX20" fmla="*/ 492125 w 1724025"/>
              <a:gd name="connsiteY20" fmla="*/ 781309 h 1022609"/>
              <a:gd name="connsiteX21" fmla="*/ 511175 w 1724025"/>
              <a:gd name="connsiteY21" fmla="*/ 765434 h 1022609"/>
              <a:gd name="connsiteX22" fmla="*/ 530225 w 1724025"/>
              <a:gd name="connsiteY22" fmla="*/ 759084 h 1022609"/>
              <a:gd name="connsiteX23" fmla="*/ 539750 w 1724025"/>
              <a:gd name="connsiteY23" fmla="*/ 755909 h 1022609"/>
              <a:gd name="connsiteX24" fmla="*/ 628650 w 1724025"/>
              <a:gd name="connsiteY24" fmla="*/ 759084 h 1022609"/>
              <a:gd name="connsiteX25" fmla="*/ 647700 w 1724025"/>
              <a:gd name="connsiteY25" fmla="*/ 765434 h 1022609"/>
              <a:gd name="connsiteX26" fmla="*/ 657225 w 1724025"/>
              <a:gd name="connsiteY26" fmla="*/ 768609 h 1022609"/>
              <a:gd name="connsiteX27" fmla="*/ 666750 w 1724025"/>
              <a:gd name="connsiteY27" fmla="*/ 774959 h 1022609"/>
              <a:gd name="connsiteX28" fmla="*/ 685800 w 1724025"/>
              <a:gd name="connsiteY28" fmla="*/ 781309 h 1022609"/>
              <a:gd name="connsiteX29" fmla="*/ 695325 w 1724025"/>
              <a:gd name="connsiteY29" fmla="*/ 784484 h 1022609"/>
              <a:gd name="connsiteX30" fmla="*/ 704850 w 1724025"/>
              <a:gd name="connsiteY30" fmla="*/ 787659 h 1022609"/>
              <a:gd name="connsiteX31" fmla="*/ 746125 w 1724025"/>
              <a:gd name="connsiteY31" fmla="*/ 794009 h 1022609"/>
              <a:gd name="connsiteX32" fmla="*/ 784225 w 1724025"/>
              <a:gd name="connsiteY32" fmla="*/ 790834 h 1022609"/>
              <a:gd name="connsiteX33" fmla="*/ 803275 w 1724025"/>
              <a:gd name="connsiteY33" fmla="*/ 778134 h 1022609"/>
              <a:gd name="connsiteX34" fmla="*/ 822325 w 1724025"/>
              <a:gd name="connsiteY34" fmla="*/ 746384 h 1022609"/>
              <a:gd name="connsiteX35" fmla="*/ 828675 w 1724025"/>
              <a:gd name="connsiteY35" fmla="*/ 736859 h 1022609"/>
              <a:gd name="connsiteX36" fmla="*/ 835025 w 1724025"/>
              <a:gd name="connsiteY36" fmla="*/ 724159 h 1022609"/>
              <a:gd name="connsiteX37" fmla="*/ 841375 w 1724025"/>
              <a:gd name="connsiteY37" fmla="*/ 714634 h 1022609"/>
              <a:gd name="connsiteX38" fmla="*/ 847725 w 1724025"/>
              <a:gd name="connsiteY38" fmla="*/ 692409 h 1022609"/>
              <a:gd name="connsiteX39" fmla="*/ 850900 w 1724025"/>
              <a:gd name="connsiteY39" fmla="*/ 682884 h 1022609"/>
              <a:gd name="connsiteX40" fmla="*/ 854075 w 1724025"/>
              <a:gd name="connsiteY40" fmla="*/ 670184 h 1022609"/>
              <a:gd name="connsiteX41" fmla="*/ 857250 w 1724025"/>
              <a:gd name="connsiteY41" fmla="*/ 660659 h 1022609"/>
              <a:gd name="connsiteX42" fmla="*/ 860425 w 1724025"/>
              <a:gd name="connsiteY42" fmla="*/ 647959 h 1022609"/>
              <a:gd name="connsiteX43" fmla="*/ 863600 w 1724025"/>
              <a:gd name="connsiteY43" fmla="*/ 628909 h 1022609"/>
              <a:gd name="connsiteX44" fmla="*/ 869950 w 1724025"/>
              <a:gd name="connsiteY44" fmla="*/ 613034 h 1022609"/>
              <a:gd name="connsiteX45" fmla="*/ 882650 w 1724025"/>
              <a:gd name="connsiteY45" fmla="*/ 578109 h 1022609"/>
              <a:gd name="connsiteX46" fmla="*/ 889000 w 1724025"/>
              <a:gd name="connsiteY46" fmla="*/ 555884 h 1022609"/>
              <a:gd name="connsiteX47" fmla="*/ 892175 w 1724025"/>
              <a:gd name="connsiteY47" fmla="*/ 543184 h 1022609"/>
              <a:gd name="connsiteX48" fmla="*/ 898525 w 1724025"/>
              <a:gd name="connsiteY48" fmla="*/ 530484 h 1022609"/>
              <a:gd name="connsiteX49" fmla="*/ 901700 w 1724025"/>
              <a:gd name="connsiteY49" fmla="*/ 520959 h 1022609"/>
              <a:gd name="connsiteX50" fmla="*/ 923925 w 1724025"/>
              <a:gd name="connsiteY50" fmla="*/ 495559 h 1022609"/>
              <a:gd name="connsiteX51" fmla="*/ 933450 w 1724025"/>
              <a:gd name="connsiteY51" fmla="*/ 492384 h 1022609"/>
              <a:gd name="connsiteX52" fmla="*/ 981075 w 1724025"/>
              <a:gd name="connsiteY52" fmla="*/ 495559 h 1022609"/>
              <a:gd name="connsiteX53" fmla="*/ 1000125 w 1724025"/>
              <a:gd name="connsiteY53" fmla="*/ 501909 h 1022609"/>
              <a:gd name="connsiteX54" fmla="*/ 1009650 w 1724025"/>
              <a:gd name="connsiteY54" fmla="*/ 505084 h 1022609"/>
              <a:gd name="connsiteX55" fmla="*/ 1035050 w 1724025"/>
              <a:gd name="connsiteY55" fmla="*/ 511434 h 1022609"/>
              <a:gd name="connsiteX56" fmla="*/ 1060450 w 1724025"/>
              <a:gd name="connsiteY56" fmla="*/ 517784 h 1022609"/>
              <a:gd name="connsiteX57" fmla="*/ 1111250 w 1724025"/>
              <a:gd name="connsiteY57" fmla="*/ 520959 h 1022609"/>
              <a:gd name="connsiteX58" fmla="*/ 1152525 w 1724025"/>
              <a:gd name="connsiteY58" fmla="*/ 527309 h 1022609"/>
              <a:gd name="connsiteX59" fmla="*/ 1298575 w 1724025"/>
              <a:gd name="connsiteY59" fmla="*/ 524134 h 1022609"/>
              <a:gd name="connsiteX60" fmla="*/ 1320800 w 1724025"/>
              <a:gd name="connsiteY60" fmla="*/ 517784 h 1022609"/>
              <a:gd name="connsiteX61" fmla="*/ 1330325 w 1724025"/>
              <a:gd name="connsiteY61" fmla="*/ 511434 h 1022609"/>
              <a:gd name="connsiteX62" fmla="*/ 1336675 w 1724025"/>
              <a:gd name="connsiteY62" fmla="*/ 501909 h 1022609"/>
              <a:gd name="connsiteX63" fmla="*/ 1355725 w 1724025"/>
              <a:gd name="connsiteY63" fmla="*/ 486034 h 1022609"/>
              <a:gd name="connsiteX64" fmla="*/ 1368425 w 1724025"/>
              <a:gd name="connsiteY64" fmla="*/ 466984 h 1022609"/>
              <a:gd name="connsiteX65" fmla="*/ 1374775 w 1724025"/>
              <a:gd name="connsiteY65" fmla="*/ 457459 h 1022609"/>
              <a:gd name="connsiteX66" fmla="*/ 1377950 w 1724025"/>
              <a:gd name="connsiteY66" fmla="*/ 447934 h 1022609"/>
              <a:gd name="connsiteX67" fmla="*/ 1384300 w 1724025"/>
              <a:gd name="connsiteY67" fmla="*/ 438409 h 1022609"/>
              <a:gd name="connsiteX68" fmla="*/ 1387475 w 1724025"/>
              <a:gd name="connsiteY68" fmla="*/ 428884 h 1022609"/>
              <a:gd name="connsiteX69" fmla="*/ 1393825 w 1724025"/>
              <a:gd name="connsiteY69" fmla="*/ 419359 h 1022609"/>
              <a:gd name="connsiteX70" fmla="*/ 1397000 w 1724025"/>
              <a:gd name="connsiteY70" fmla="*/ 409834 h 1022609"/>
              <a:gd name="connsiteX71" fmla="*/ 1406525 w 1724025"/>
              <a:gd name="connsiteY71" fmla="*/ 384434 h 1022609"/>
              <a:gd name="connsiteX72" fmla="*/ 1412875 w 1724025"/>
              <a:gd name="connsiteY72" fmla="*/ 365384 h 1022609"/>
              <a:gd name="connsiteX73" fmla="*/ 1409700 w 1724025"/>
              <a:gd name="connsiteY73" fmla="*/ 251084 h 1022609"/>
              <a:gd name="connsiteX74" fmla="*/ 1406525 w 1724025"/>
              <a:gd name="connsiteY74" fmla="*/ 235209 h 1022609"/>
              <a:gd name="connsiteX75" fmla="*/ 1403350 w 1724025"/>
              <a:gd name="connsiteY75" fmla="*/ 181234 h 1022609"/>
              <a:gd name="connsiteX76" fmla="*/ 1406525 w 1724025"/>
              <a:gd name="connsiteY76" fmla="*/ 101859 h 1022609"/>
              <a:gd name="connsiteX77" fmla="*/ 1409700 w 1724025"/>
              <a:gd name="connsiteY77" fmla="*/ 92334 h 1022609"/>
              <a:gd name="connsiteX78" fmla="*/ 1419225 w 1724025"/>
              <a:gd name="connsiteY78" fmla="*/ 85984 h 1022609"/>
              <a:gd name="connsiteX79" fmla="*/ 1435100 w 1724025"/>
              <a:gd name="connsiteY79" fmla="*/ 66934 h 1022609"/>
              <a:gd name="connsiteX80" fmla="*/ 1444625 w 1724025"/>
              <a:gd name="connsiteY80" fmla="*/ 63759 h 1022609"/>
              <a:gd name="connsiteX81" fmla="*/ 1454150 w 1724025"/>
              <a:gd name="connsiteY81" fmla="*/ 57409 h 1022609"/>
              <a:gd name="connsiteX82" fmla="*/ 1473200 w 1724025"/>
              <a:gd name="connsiteY82" fmla="*/ 51059 h 1022609"/>
              <a:gd name="connsiteX83" fmla="*/ 1492250 w 1724025"/>
              <a:gd name="connsiteY83" fmla="*/ 44709 h 1022609"/>
              <a:gd name="connsiteX84" fmla="*/ 1501775 w 1724025"/>
              <a:gd name="connsiteY84" fmla="*/ 41534 h 1022609"/>
              <a:gd name="connsiteX85" fmla="*/ 1600200 w 1724025"/>
              <a:gd name="connsiteY85" fmla="*/ 41534 h 1022609"/>
              <a:gd name="connsiteX86" fmla="*/ 1619250 w 1724025"/>
              <a:gd name="connsiteY86" fmla="*/ 32009 h 1022609"/>
              <a:gd name="connsiteX87" fmla="*/ 1638300 w 1724025"/>
              <a:gd name="connsiteY87" fmla="*/ 25659 h 1022609"/>
              <a:gd name="connsiteX88" fmla="*/ 1647825 w 1724025"/>
              <a:gd name="connsiteY88" fmla="*/ 19309 h 1022609"/>
              <a:gd name="connsiteX89" fmla="*/ 1666875 w 1724025"/>
              <a:gd name="connsiteY89" fmla="*/ 12959 h 1022609"/>
              <a:gd name="connsiteX90" fmla="*/ 1676400 w 1724025"/>
              <a:gd name="connsiteY90" fmla="*/ 9784 h 1022609"/>
              <a:gd name="connsiteX91" fmla="*/ 1685925 w 1724025"/>
              <a:gd name="connsiteY91" fmla="*/ 6609 h 1022609"/>
              <a:gd name="connsiteX92" fmla="*/ 1695450 w 1724025"/>
              <a:gd name="connsiteY92" fmla="*/ 3434 h 1022609"/>
              <a:gd name="connsiteX93" fmla="*/ 1708150 w 1724025"/>
              <a:gd name="connsiteY93" fmla="*/ 259 h 1022609"/>
              <a:gd name="connsiteX94" fmla="*/ 1724025 w 1724025"/>
              <a:gd name="connsiteY94" fmla="*/ 259 h 10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724025" h="1022609">
                <a:moveTo>
                  <a:pt x="0" y="1022609"/>
                </a:moveTo>
                <a:cubicBezTo>
                  <a:pt x="1058" y="1013084"/>
                  <a:pt x="1599" y="1003487"/>
                  <a:pt x="3175" y="994034"/>
                </a:cubicBezTo>
                <a:cubicBezTo>
                  <a:pt x="3725" y="990733"/>
                  <a:pt x="4494" y="987294"/>
                  <a:pt x="6350" y="984509"/>
                </a:cubicBezTo>
                <a:cubicBezTo>
                  <a:pt x="8841" y="980773"/>
                  <a:pt x="12426" y="977859"/>
                  <a:pt x="15875" y="974984"/>
                </a:cubicBezTo>
                <a:cubicBezTo>
                  <a:pt x="18806" y="972541"/>
                  <a:pt x="21987" y="970341"/>
                  <a:pt x="25400" y="968634"/>
                </a:cubicBezTo>
                <a:cubicBezTo>
                  <a:pt x="28393" y="967137"/>
                  <a:pt x="31586" y="965689"/>
                  <a:pt x="34925" y="965459"/>
                </a:cubicBezTo>
                <a:cubicBezTo>
                  <a:pt x="62397" y="963564"/>
                  <a:pt x="89946" y="962932"/>
                  <a:pt x="117475" y="962284"/>
                </a:cubicBezTo>
                <a:lnTo>
                  <a:pt x="304800" y="959109"/>
                </a:lnTo>
                <a:cubicBezTo>
                  <a:pt x="310189" y="958435"/>
                  <a:pt x="354920" y="954099"/>
                  <a:pt x="371475" y="949584"/>
                </a:cubicBezTo>
                <a:cubicBezTo>
                  <a:pt x="377933" y="947823"/>
                  <a:pt x="384956" y="946947"/>
                  <a:pt x="390525" y="943234"/>
                </a:cubicBezTo>
                <a:cubicBezTo>
                  <a:pt x="393700" y="941117"/>
                  <a:pt x="397119" y="939327"/>
                  <a:pt x="400050" y="936884"/>
                </a:cubicBezTo>
                <a:cubicBezTo>
                  <a:pt x="403499" y="934009"/>
                  <a:pt x="405839" y="929850"/>
                  <a:pt x="409575" y="927359"/>
                </a:cubicBezTo>
                <a:cubicBezTo>
                  <a:pt x="412360" y="925503"/>
                  <a:pt x="415925" y="925242"/>
                  <a:pt x="419100" y="924184"/>
                </a:cubicBezTo>
                <a:cubicBezTo>
                  <a:pt x="423333" y="917834"/>
                  <a:pt x="429387" y="912374"/>
                  <a:pt x="431800" y="905134"/>
                </a:cubicBezTo>
                <a:cubicBezTo>
                  <a:pt x="432858" y="901959"/>
                  <a:pt x="433350" y="898535"/>
                  <a:pt x="434975" y="895609"/>
                </a:cubicBezTo>
                <a:lnTo>
                  <a:pt x="454025" y="867034"/>
                </a:lnTo>
                <a:cubicBezTo>
                  <a:pt x="456142" y="863859"/>
                  <a:pt x="459168" y="861129"/>
                  <a:pt x="460375" y="857509"/>
                </a:cubicBezTo>
                <a:lnTo>
                  <a:pt x="473075" y="819409"/>
                </a:lnTo>
                <a:cubicBezTo>
                  <a:pt x="474133" y="816234"/>
                  <a:pt x="474394" y="812669"/>
                  <a:pt x="476250" y="809884"/>
                </a:cubicBezTo>
                <a:cubicBezTo>
                  <a:pt x="480483" y="803534"/>
                  <a:pt x="486537" y="798074"/>
                  <a:pt x="488950" y="790834"/>
                </a:cubicBezTo>
                <a:cubicBezTo>
                  <a:pt x="490008" y="787659"/>
                  <a:pt x="490269" y="784094"/>
                  <a:pt x="492125" y="781309"/>
                </a:cubicBezTo>
                <a:cubicBezTo>
                  <a:pt x="495273" y="776587"/>
                  <a:pt x="505626" y="767900"/>
                  <a:pt x="511175" y="765434"/>
                </a:cubicBezTo>
                <a:cubicBezTo>
                  <a:pt x="517292" y="762716"/>
                  <a:pt x="523875" y="761201"/>
                  <a:pt x="530225" y="759084"/>
                </a:cubicBezTo>
                <a:lnTo>
                  <a:pt x="539750" y="755909"/>
                </a:lnTo>
                <a:cubicBezTo>
                  <a:pt x="569383" y="756967"/>
                  <a:pt x="599113" y="756478"/>
                  <a:pt x="628650" y="759084"/>
                </a:cubicBezTo>
                <a:cubicBezTo>
                  <a:pt x="635318" y="759672"/>
                  <a:pt x="641350" y="763317"/>
                  <a:pt x="647700" y="765434"/>
                </a:cubicBezTo>
                <a:cubicBezTo>
                  <a:pt x="650875" y="766492"/>
                  <a:pt x="654440" y="766753"/>
                  <a:pt x="657225" y="768609"/>
                </a:cubicBezTo>
                <a:cubicBezTo>
                  <a:pt x="660400" y="770726"/>
                  <a:pt x="663263" y="773409"/>
                  <a:pt x="666750" y="774959"/>
                </a:cubicBezTo>
                <a:cubicBezTo>
                  <a:pt x="672867" y="777677"/>
                  <a:pt x="679450" y="779192"/>
                  <a:pt x="685800" y="781309"/>
                </a:cubicBezTo>
                <a:lnTo>
                  <a:pt x="695325" y="784484"/>
                </a:lnTo>
                <a:cubicBezTo>
                  <a:pt x="698500" y="785542"/>
                  <a:pt x="701549" y="787109"/>
                  <a:pt x="704850" y="787659"/>
                </a:cubicBezTo>
                <a:cubicBezTo>
                  <a:pt x="731282" y="792064"/>
                  <a:pt x="717527" y="789924"/>
                  <a:pt x="746125" y="794009"/>
                </a:cubicBezTo>
                <a:cubicBezTo>
                  <a:pt x="758825" y="792951"/>
                  <a:pt x="771946" y="794245"/>
                  <a:pt x="784225" y="790834"/>
                </a:cubicBezTo>
                <a:cubicBezTo>
                  <a:pt x="791578" y="788791"/>
                  <a:pt x="803275" y="778134"/>
                  <a:pt x="803275" y="778134"/>
                </a:cubicBezTo>
                <a:cubicBezTo>
                  <a:pt x="834343" y="731532"/>
                  <a:pt x="802799" y="780555"/>
                  <a:pt x="822325" y="746384"/>
                </a:cubicBezTo>
                <a:cubicBezTo>
                  <a:pt x="824218" y="743071"/>
                  <a:pt x="826782" y="740172"/>
                  <a:pt x="828675" y="736859"/>
                </a:cubicBezTo>
                <a:cubicBezTo>
                  <a:pt x="831023" y="732750"/>
                  <a:pt x="832677" y="728268"/>
                  <a:pt x="835025" y="724159"/>
                </a:cubicBezTo>
                <a:cubicBezTo>
                  <a:pt x="836918" y="720846"/>
                  <a:pt x="839668" y="718047"/>
                  <a:pt x="841375" y="714634"/>
                </a:cubicBezTo>
                <a:cubicBezTo>
                  <a:pt x="843913" y="709559"/>
                  <a:pt x="846369" y="697156"/>
                  <a:pt x="847725" y="692409"/>
                </a:cubicBezTo>
                <a:cubicBezTo>
                  <a:pt x="848644" y="689191"/>
                  <a:pt x="849981" y="686102"/>
                  <a:pt x="850900" y="682884"/>
                </a:cubicBezTo>
                <a:cubicBezTo>
                  <a:pt x="852099" y="678688"/>
                  <a:pt x="852876" y="674380"/>
                  <a:pt x="854075" y="670184"/>
                </a:cubicBezTo>
                <a:cubicBezTo>
                  <a:pt x="854994" y="666966"/>
                  <a:pt x="856331" y="663877"/>
                  <a:pt x="857250" y="660659"/>
                </a:cubicBezTo>
                <a:cubicBezTo>
                  <a:pt x="858449" y="656463"/>
                  <a:pt x="859569" y="652238"/>
                  <a:pt x="860425" y="647959"/>
                </a:cubicBezTo>
                <a:cubicBezTo>
                  <a:pt x="861688" y="641646"/>
                  <a:pt x="861906" y="635120"/>
                  <a:pt x="863600" y="628909"/>
                </a:cubicBezTo>
                <a:cubicBezTo>
                  <a:pt x="865100" y="623411"/>
                  <a:pt x="868274" y="618481"/>
                  <a:pt x="869950" y="613034"/>
                </a:cubicBezTo>
                <a:cubicBezTo>
                  <a:pt x="880344" y="579255"/>
                  <a:pt x="870096" y="596941"/>
                  <a:pt x="882650" y="578109"/>
                </a:cubicBezTo>
                <a:cubicBezTo>
                  <a:pt x="892576" y="538407"/>
                  <a:pt x="879890" y="587768"/>
                  <a:pt x="889000" y="555884"/>
                </a:cubicBezTo>
                <a:cubicBezTo>
                  <a:pt x="890199" y="551688"/>
                  <a:pt x="890643" y="547270"/>
                  <a:pt x="892175" y="543184"/>
                </a:cubicBezTo>
                <a:cubicBezTo>
                  <a:pt x="893837" y="538752"/>
                  <a:pt x="896661" y="534834"/>
                  <a:pt x="898525" y="530484"/>
                </a:cubicBezTo>
                <a:cubicBezTo>
                  <a:pt x="899843" y="527408"/>
                  <a:pt x="900075" y="523885"/>
                  <a:pt x="901700" y="520959"/>
                </a:cubicBezTo>
                <a:cubicBezTo>
                  <a:pt x="909027" y="507771"/>
                  <a:pt x="911795" y="501624"/>
                  <a:pt x="923925" y="495559"/>
                </a:cubicBezTo>
                <a:cubicBezTo>
                  <a:pt x="926918" y="494062"/>
                  <a:pt x="930275" y="493442"/>
                  <a:pt x="933450" y="492384"/>
                </a:cubicBezTo>
                <a:cubicBezTo>
                  <a:pt x="949325" y="493442"/>
                  <a:pt x="965325" y="493309"/>
                  <a:pt x="981075" y="495559"/>
                </a:cubicBezTo>
                <a:cubicBezTo>
                  <a:pt x="987701" y="496506"/>
                  <a:pt x="993775" y="499792"/>
                  <a:pt x="1000125" y="501909"/>
                </a:cubicBezTo>
                <a:cubicBezTo>
                  <a:pt x="1003300" y="502967"/>
                  <a:pt x="1006403" y="504272"/>
                  <a:pt x="1009650" y="505084"/>
                </a:cubicBezTo>
                <a:cubicBezTo>
                  <a:pt x="1018117" y="507201"/>
                  <a:pt x="1026771" y="508674"/>
                  <a:pt x="1035050" y="511434"/>
                </a:cubicBezTo>
                <a:cubicBezTo>
                  <a:pt x="1044467" y="514573"/>
                  <a:pt x="1049722" y="516762"/>
                  <a:pt x="1060450" y="517784"/>
                </a:cubicBezTo>
                <a:cubicBezTo>
                  <a:pt x="1077340" y="519393"/>
                  <a:pt x="1094342" y="519550"/>
                  <a:pt x="1111250" y="520959"/>
                </a:cubicBezTo>
                <a:cubicBezTo>
                  <a:pt x="1131021" y="522607"/>
                  <a:pt x="1135230" y="523850"/>
                  <a:pt x="1152525" y="527309"/>
                </a:cubicBezTo>
                <a:lnTo>
                  <a:pt x="1298575" y="524134"/>
                </a:lnTo>
                <a:cubicBezTo>
                  <a:pt x="1300786" y="524046"/>
                  <a:pt x="1317670" y="519349"/>
                  <a:pt x="1320800" y="517784"/>
                </a:cubicBezTo>
                <a:cubicBezTo>
                  <a:pt x="1324213" y="516077"/>
                  <a:pt x="1327150" y="513551"/>
                  <a:pt x="1330325" y="511434"/>
                </a:cubicBezTo>
                <a:cubicBezTo>
                  <a:pt x="1332442" y="508259"/>
                  <a:pt x="1333977" y="504607"/>
                  <a:pt x="1336675" y="501909"/>
                </a:cubicBezTo>
                <a:cubicBezTo>
                  <a:pt x="1355019" y="483565"/>
                  <a:pt x="1337520" y="509440"/>
                  <a:pt x="1355725" y="486034"/>
                </a:cubicBezTo>
                <a:cubicBezTo>
                  <a:pt x="1360410" y="480010"/>
                  <a:pt x="1364192" y="473334"/>
                  <a:pt x="1368425" y="466984"/>
                </a:cubicBezTo>
                <a:cubicBezTo>
                  <a:pt x="1370542" y="463809"/>
                  <a:pt x="1373568" y="461079"/>
                  <a:pt x="1374775" y="457459"/>
                </a:cubicBezTo>
                <a:cubicBezTo>
                  <a:pt x="1375833" y="454284"/>
                  <a:pt x="1376453" y="450927"/>
                  <a:pt x="1377950" y="447934"/>
                </a:cubicBezTo>
                <a:cubicBezTo>
                  <a:pt x="1379657" y="444521"/>
                  <a:pt x="1382593" y="441822"/>
                  <a:pt x="1384300" y="438409"/>
                </a:cubicBezTo>
                <a:cubicBezTo>
                  <a:pt x="1385797" y="435416"/>
                  <a:pt x="1385978" y="431877"/>
                  <a:pt x="1387475" y="428884"/>
                </a:cubicBezTo>
                <a:cubicBezTo>
                  <a:pt x="1389182" y="425471"/>
                  <a:pt x="1392118" y="422772"/>
                  <a:pt x="1393825" y="419359"/>
                </a:cubicBezTo>
                <a:cubicBezTo>
                  <a:pt x="1395322" y="416366"/>
                  <a:pt x="1395682" y="412910"/>
                  <a:pt x="1397000" y="409834"/>
                </a:cubicBezTo>
                <a:cubicBezTo>
                  <a:pt x="1411195" y="376713"/>
                  <a:pt x="1396769" y="416954"/>
                  <a:pt x="1406525" y="384434"/>
                </a:cubicBezTo>
                <a:cubicBezTo>
                  <a:pt x="1408448" y="378023"/>
                  <a:pt x="1412875" y="365384"/>
                  <a:pt x="1412875" y="365384"/>
                </a:cubicBezTo>
                <a:cubicBezTo>
                  <a:pt x="1411817" y="327284"/>
                  <a:pt x="1411557" y="289153"/>
                  <a:pt x="1409700" y="251084"/>
                </a:cubicBezTo>
                <a:cubicBezTo>
                  <a:pt x="1409437" y="245694"/>
                  <a:pt x="1407014" y="240583"/>
                  <a:pt x="1406525" y="235209"/>
                </a:cubicBezTo>
                <a:cubicBezTo>
                  <a:pt x="1404893" y="217260"/>
                  <a:pt x="1404408" y="199226"/>
                  <a:pt x="1403350" y="181234"/>
                </a:cubicBezTo>
                <a:cubicBezTo>
                  <a:pt x="1404408" y="154776"/>
                  <a:pt x="1404638" y="128271"/>
                  <a:pt x="1406525" y="101859"/>
                </a:cubicBezTo>
                <a:cubicBezTo>
                  <a:pt x="1406763" y="98521"/>
                  <a:pt x="1407609" y="94947"/>
                  <a:pt x="1409700" y="92334"/>
                </a:cubicBezTo>
                <a:cubicBezTo>
                  <a:pt x="1412084" y="89354"/>
                  <a:pt x="1416050" y="88101"/>
                  <a:pt x="1419225" y="85984"/>
                </a:cubicBezTo>
                <a:cubicBezTo>
                  <a:pt x="1423911" y="78956"/>
                  <a:pt x="1427766" y="71823"/>
                  <a:pt x="1435100" y="66934"/>
                </a:cubicBezTo>
                <a:cubicBezTo>
                  <a:pt x="1437885" y="65078"/>
                  <a:pt x="1441632" y="65256"/>
                  <a:pt x="1444625" y="63759"/>
                </a:cubicBezTo>
                <a:cubicBezTo>
                  <a:pt x="1448038" y="62052"/>
                  <a:pt x="1450663" y="58959"/>
                  <a:pt x="1454150" y="57409"/>
                </a:cubicBezTo>
                <a:cubicBezTo>
                  <a:pt x="1460267" y="54691"/>
                  <a:pt x="1466850" y="53176"/>
                  <a:pt x="1473200" y="51059"/>
                </a:cubicBezTo>
                <a:lnTo>
                  <a:pt x="1492250" y="44709"/>
                </a:lnTo>
                <a:lnTo>
                  <a:pt x="1501775" y="41534"/>
                </a:lnTo>
                <a:cubicBezTo>
                  <a:pt x="1549191" y="45845"/>
                  <a:pt x="1540645" y="46713"/>
                  <a:pt x="1600200" y="41534"/>
                </a:cubicBezTo>
                <a:cubicBezTo>
                  <a:pt x="1610997" y="40595"/>
                  <a:pt x="1609618" y="36290"/>
                  <a:pt x="1619250" y="32009"/>
                </a:cubicBezTo>
                <a:cubicBezTo>
                  <a:pt x="1625367" y="29291"/>
                  <a:pt x="1632731" y="29372"/>
                  <a:pt x="1638300" y="25659"/>
                </a:cubicBezTo>
                <a:cubicBezTo>
                  <a:pt x="1641475" y="23542"/>
                  <a:pt x="1644338" y="20859"/>
                  <a:pt x="1647825" y="19309"/>
                </a:cubicBezTo>
                <a:cubicBezTo>
                  <a:pt x="1653942" y="16591"/>
                  <a:pt x="1660525" y="15076"/>
                  <a:pt x="1666875" y="12959"/>
                </a:cubicBezTo>
                <a:lnTo>
                  <a:pt x="1676400" y="9784"/>
                </a:lnTo>
                <a:lnTo>
                  <a:pt x="1685925" y="6609"/>
                </a:lnTo>
                <a:cubicBezTo>
                  <a:pt x="1689100" y="5551"/>
                  <a:pt x="1692203" y="4246"/>
                  <a:pt x="1695450" y="3434"/>
                </a:cubicBezTo>
                <a:cubicBezTo>
                  <a:pt x="1699683" y="2376"/>
                  <a:pt x="1703813" y="741"/>
                  <a:pt x="1708150" y="259"/>
                </a:cubicBezTo>
                <a:cubicBezTo>
                  <a:pt x="1713409" y="-325"/>
                  <a:pt x="1718733" y="259"/>
                  <a:pt x="1724025" y="2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ZoneTexte 223">
            <a:extLst>
              <a:ext uri="{FF2B5EF4-FFF2-40B4-BE49-F238E27FC236}">
                <a16:creationId xmlns:a16="http://schemas.microsoft.com/office/drawing/2014/main" id="{753E43C0-DECE-4B1E-9AD3-3E25917260F1}"/>
              </a:ext>
            </a:extLst>
          </p:cNvPr>
          <p:cNvSpPr txBox="1"/>
          <p:nvPr/>
        </p:nvSpPr>
        <p:spPr>
          <a:xfrm>
            <a:off x="9738902" y="5107718"/>
            <a:ext cx="2069028" cy="276999"/>
          </a:xfrm>
          <a:prstGeom prst="rect">
            <a:avLst/>
          </a:prstGeom>
          <a:noFill/>
        </p:spPr>
        <p:txBody>
          <a:bodyPr wrap="square" rtlCol="0">
            <a:spAutoFit/>
          </a:bodyPr>
          <a:lstStyle/>
          <a:p>
            <a:r>
              <a:rPr lang="en-US" sz="1200" b="1" dirty="0"/>
              <a:t>Target Attention profile :</a:t>
            </a:r>
            <a:endParaRPr lang="en-US" sz="1200" dirty="0"/>
          </a:p>
        </p:txBody>
      </p:sp>
      <p:sp>
        <p:nvSpPr>
          <p:cNvPr id="225" name="ZoneTexte 224">
            <a:extLst>
              <a:ext uri="{FF2B5EF4-FFF2-40B4-BE49-F238E27FC236}">
                <a16:creationId xmlns:a16="http://schemas.microsoft.com/office/drawing/2014/main" id="{D27FB6C1-F234-45C4-8B83-140BEFCC06F2}"/>
              </a:ext>
            </a:extLst>
          </p:cNvPr>
          <p:cNvSpPr txBox="1"/>
          <p:nvPr/>
        </p:nvSpPr>
        <p:spPr>
          <a:xfrm>
            <a:off x="7258050" y="5066197"/>
            <a:ext cx="2072397" cy="646331"/>
          </a:xfrm>
          <a:prstGeom prst="rect">
            <a:avLst/>
          </a:prstGeom>
          <a:noFill/>
        </p:spPr>
        <p:txBody>
          <a:bodyPr wrap="square" rtlCol="0">
            <a:spAutoFit/>
          </a:bodyPr>
          <a:lstStyle/>
          <a:p>
            <a:r>
              <a:rPr lang="en-US" sz="1200" b="1" dirty="0"/>
              <a:t>Find this type of communities with products like :</a:t>
            </a:r>
            <a:endParaRPr lang="en-US" sz="1200" dirty="0"/>
          </a:p>
        </p:txBody>
      </p:sp>
      <p:pic>
        <p:nvPicPr>
          <p:cNvPr id="227" name="Image 226">
            <a:extLst>
              <a:ext uri="{FF2B5EF4-FFF2-40B4-BE49-F238E27FC236}">
                <a16:creationId xmlns:a16="http://schemas.microsoft.com/office/drawing/2014/main" id="{5D6A9BD7-2FD8-41AB-9A78-79DB36221ED2}"/>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7632265" y="6275058"/>
            <a:ext cx="763110" cy="560220"/>
          </a:xfrm>
          <a:prstGeom prst="rect">
            <a:avLst/>
          </a:prstGeom>
        </p:spPr>
      </p:pic>
      <p:sp>
        <p:nvSpPr>
          <p:cNvPr id="229" name="ZoneTexte 228">
            <a:extLst>
              <a:ext uri="{FF2B5EF4-FFF2-40B4-BE49-F238E27FC236}">
                <a16:creationId xmlns:a16="http://schemas.microsoft.com/office/drawing/2014/main" id="{C7FC20B7-097C-4FE1-9461-9CA1DFAD1260}"/>
              </a:ext>
            </a:extLst>
          </p:cNvPr>
          <p:cNvSpPr txBox="1"/>
          <p:nvPr/>
        </p:nvSpPr>
        <p:spPr>
          <a:xfrm>
            <a:off x="5909851" y="2498179"/>
            <a:ext cx="1442329" cy="2308324"/>
          </a:xfrm>
          <a:prstGeom prst="rect">
            <a:avLst/>
          </a:prstGeom>
          <a:noFill/>
        </p:spPr>
        <p:txBody>
          <a:bodyPr wrap="square" rtlCol="0">
            <a:spAutoFit/>
          </a:bodyPr>
          <a:lstStyle/>
          <a:p>
            <a:pPr algn="r"/>
            <a:r>
              <a:rPr lang="en-US" sz="1200" b="1" dirty="0"/>
              <a:t>Viral Pattern : </a:t>
            </a:r>
          </a:p>
          <a:p>
            <a:pPr algn="r"/>
            <a:endParaRPr lang="en-US" sz="1200" b="1" dirty="0"/>
          </a:p>
          <a:p>
            <a:pPr algn="r"/>
            <a:r>
              <a:rPr lang="en-US" sz="1200" dirty="0"/>
              <a:t>One, then more and more emitters</a:t>
            </a:r>
          </a:p>
          <a:p>
            <a:pPr algn="r"/>
            <a:endParaRPr lang="en-US" sz="1200" dirty="0"/>
          </a:p>
          <a:p>
            <a:pPr algn="r"/>
            <a:r>
              <a:rPr lang="en-US" sz="1200" dirty="0"/>
              <a:t>Few then more and more related receivers</a:t>
            </a:r>
          </a:p>
          <a:p>
            <a:pPr algn="r"/>
            <a:endParaRPr lang="en-US" sz="1200" dirty="0"/>
          </a:p>
          <a:p>
            <a:pPr algn="r"/>
            <a:r>
              <a:rPr lang="en-US" sz="1200" dirty="0"/>
              <a:t>Distributed messages</a:t>
            </a:r>
          </a:p>
        </p:txBody>
      </p:sp>
      <p:pic>
        <p:nvPicPr>
          <p:cNvPr id="231" name="Image 230" descr="Une image contenant personne, homme, complet, mur&#10;&#10;Description générée automatiquement">
            <a:extLst>
              <a:ext uri="{FF2B5EF4-FFF2-40B4-BE49-F238E27FC236}">
                <a16:creationId xmlns:a16="http://schemas.microsoft.com/office/drawing/2014/main" id="{3ACA0478-C2FD-4662-85F2-C28EB51D38AE}"/>
              </a:ext>
            </a:extLst>
          </p:cNvPr>
          <p:cNvPicPr>
            <a:picLocks noChangeAspect="1"/>
          </p:cNvPicPr>
          <p:nvPr/>
        </p:nvPicPr>
        <p:blipFill>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tretch>
            <a:fillRect/>
          </a:stretch>
        </p:blipFill>
        <p:spPr>
          <a:xfrm>
            <a:off x="8377836" y="6259984"/>
            <a:ext cx="524958" cy="549695"/>
          </a:xfrm>
          <a:prstGeom prst="rect">
            <a:avLst/>
          </a:prstGeom>
        </p:spPr>
      </p:pic>
      <p:pic>
        <p:nvPicPr>
          <p:cNvPr id="1026" name="Picture 2" descr="▷ Comment utiliser Clubhouse | Le guide complet d'un early-adopter 👋">
            <a:extLst>
              <a:ext uri="{FF2B5EF4-FFF2-40B4-BE49-F238E27FC236}">
                <a16:creationId xmlns:a16="http://schemas.microsoft.com/office/drawing/2014/main" id="{B4DB2198-97F1-49BF-8E4D-AE02A89B372D}"/>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7456" t="16127" r="74741" b="20385"/>
          <a:stretch/>
        </p:blipFill>
        <p:spPr bwMode="auto">
          <a:xfrm>
            <a:off x="8515230" y="5627091"/>
            <a:ext cx="524957" cy="599161"/>
          </a:xfrm>
          <a:prstGeom prst="rect">
            <a:avLst/>
          </a:prstGeom>
          <a:noFill/>
          <a:extLst>
            <a:ext uri="{909E8E84-426E-40DD-AFC4-6F175D3DCCD1}">
              <a14:hiddenFill xmlns:a14="http://schemas.microsoft.com/office/drawing/2010/main">
                <a:solidFill>
                  <a:srgbClr val="FFFFFF"/>
                </a:solidFill>
              </a14:hiddenFill>
            </a:ext>
          </a:extLst>
        </p:spPr>
      </p:pic>
      <p:pic>
        <p:nvPicPr>
          <p:cNvPr id="234" name="Graphique 233" descr="Radio avec un remplissage uni">
            <a:extLst>
              <a:ext uri="{FF2B5EF4-FFF2-40B4-BE49-F238E27FC236}">
                <a16:creationId xmlns:a16="http://schemas.microsoft.com/office/drawing/2014/main" id="{8568A3B8-F6B1-430F-9BC7-4C94C8A3947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87956" y="5742484"/>
            <a:ext cx="392037" cy="392037"/>
          </a:xfrm>
          <a:prstGeom prst="rect">
            <a:avLst/>
          </a:prstGeom>
        </p:spPr>
      </p:pic>
      <p:pic>
        <p:nvPicPr>
          <p:cNvPr id="237" name="Graphique 236" descr="Note musicale avec un remplissage uni">
            <a:extLst>
              <a:ext uri="{FF2B5EF4-FFF2-40B4-BE49-F238E27FC236}">
                <a16:creationId xmlns:a16="http://schemas.microsoft.com/office/drawing/2014/main" id="{79949BF7-AA80-422A-A5F7-0E7B7B14E27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810031" y="5485490"/>
            <a:ext cx="914400" cy="914400"/>
          </a:xfrm>
          <a:prstGeom prst="rect">
            <a:avLst/>
          </a:prstGeom>
        </p:spPr>
      </p:pic>
      <p:pic>
        <p:nvPicPr>
          <p:cNvPr id="239" name="Graphique 238" descr="Gâteau avec un remplissage uni">
            <a:extLst>
              <a:ext uri="{FF2B5EF4-FFF2-40B4-BE49-F238E27FC236}">
                <a16:creationId xmlns:a16="http://schemas.microsoft.com/office/drawing/2014/main" id="{B7623DE4-7954-4C1A-B669-BF0AA53799C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57491" y="5701994"/>
            <a:ext cx="524955" cy="524955"/>
          </a:xfrm>
          <a:prstGeom prst="rect">
            <a:avLst/>
          </a:prstGeom>
        </p:spPr>
      </p:pic>
      <p:pic>
        <p:nvPicPr>
          <p:cNvPr id="4" name="Image 3">
            <a:extLst>
              <a:ext uri="{FF2B5EF4-FFF2-40B4-BE49-F238E27FC236}">
                <a16:creationId xmlns:a16="http://schemas.microsoft.com/office/drawing/2014/main" id="{0950330A-A2F1-4753-97B6-9B32C2651FB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578605" y="2167005"/>
            <a:ext cx="2651990" cy="2651990"/>
          </a:xfrm>
          <a:prstGeom prst="rect">
            <a:avLst/>
          </a:prstGeom>
        </p:spPr>
      </p:pic>
      <p:pic>
        <p:nvPicPr>
          <p:cNvPr id="75" name="Image 74" descr="Une image contenant flèche&#10;&#10;Description générée automatiquement">
            <a:extLst>
              <a:ext uri="{FF2B5EF4-FFF2-40B4-BE49-F238E27FC236}">
                <a16:creationId xmlns:a16="http://schemas.microsoft.com/office/drawing/2014/main" id="{6906BF7F-7F13-4C5F-84D1-6619F097D1FE}"/>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7302455" y="1935614"/>
            <a:ext cx="3200677" cy="2975106"/>
          </a:xfrm>
          <a:prstGeom prst="rect">
            <a:avLst/>
          </a:prstGeom>
        </p:spPr>
      </p:pic>
    </p:spTree>
    <p:extLst>
      <p:ext uri="{BB962C8B-B14F-4D97-AF65-F5344CB8AC3E}">
        <p14:creationId xmlns:p14="http://schemas.microsoft.com/office/powerpoint/2010/main" val="348944895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13C993-667E-4345-AE20-BD5C32F1BFBF}"/>
              </a:ext>
            </a:extLst>
          </p:cNvPr>
          <p:cNvSpPr>
            <a:spLocks noGrp="1"/>
          </p:cNvSpPr>
          <p:nvPr>
            <p:ph type="title"/>
          </p:nvPr>
        </p:nvSpPr>
        <p:spPr/>
        <p:txBody>
          <a:bodyPr/>
          <a:lstStyle/>
          <a:p>
            <a:r>
              <a:rPr lang="en-US"/>
              <a:t>Broadcast vs Viral</a:t>
            </a:r>
          </a:p>
        </p:txBody>
      </p:sp>
      <p:sp>
        <p:nvSpPr>
          <p:cNvPr id="229" name="ZoneTexte 228">
            <a:extLst>
              <a:ext uri="{FF2B5EF4-FFF2-40B4-BE49-F238E27FC236}">
                <a16:creationId xmlns:a16="http://schemas.microsoft.com/office/drawing/2014/main" id="{C7FC20B7-097C-4FE1-9461-9CA1DFAD1260}"/>
              </a:ext>
            </a:extLst>
          </p:cNvPr>
          <p:cNvSpPr txBox="1"/>
          <p:nvPr/>
        </p:nvSpPr>
        <p:spPr>
          <a:xfrm>
            <a:off x="8775882" y="5048374"/>
            <a:ext cx="2806518" cy="1569660"/>
          </a:xfrm>
          <a:prstGeom prst="rect">
            <a:avLst/>
          </a:prstGeom>
          <a:noFill/>
        </p:spPr>
        <p:txBody>
          <a:bodyPr wrap="square" rtlCol="0">
            <a:spAutoFit/>
          </a:bodyPr>
          <a:lstStyle/>
          <a:p>
            <a:r>
              <a:rPr lang="en-US" sz="1200" b="1" dirty="0"/>
              <a:t>💡Usual tactics:</a:t>
            </a:r>
          </a:p>
          <a:p>
            <a:pPr marL="171450" indent="-171450">
              <a:buFontTx/>
              <a:buChar char="-"/>
            </a:pPr>
            <a:r>
              <a:rPr lang="en-US" sz="1200" dirty="0"/>
              <a:t>“Bring your friend”</a:t>
            </a:r>
          </a:p>
          <a:p>
            <a:pPr marL="171450" indent="-171450">
              <a:buFontTx/>
              <a:buChar char="-"/>
            </a:pPr>
            <a:r>
              <a:rPr lang="en-US" sz="1200" dirty="0"/>
              <a:t>Sharing made easy</a:t>
            </a:r>
          </a:p>
          <a:p>
            <a:pPr marL="171450" indent="-171450">
              <a:buFontTx/>
              <a:buChar char="-"/>
            </a:pPr>
            <a:r>
              <a:rPr lang="en-US" sz="1200" dirty="0"/>
              <a:t>User empowerment</a:t>
            </a:r>
          </a:p>
          <a:p>
            <a:pPr marL="171450" indent="-171450">
              <a:buFontTx/>
              <a:buChar char="-"/>
            </a:pPr>
            <a:r>
              <a:rPr lang="en-US" sz="1200" dirty="0"/>
              <a:t>Anchor the message for as long as possible</a:t>
            </a:r>
          </a:p>
          <a:p>
            <a:pPr marL="171450" indent="-171450">
              <a:buFontTx/>
              <a:buChar char="-"/>
            </a:pPr>
            <a:r>
              <a:rPr lang="en-US" sz="1200" dirty="0"/>
              <a:t>Message Adaptiveness (to fit the various parts of the graph)</a:t>
            </a:r>
          </a:p>
        </p:txBody>
      </p:sp>
      <p:sp>
        <p:nvSpPr>
          <p:cNvPr id="154" name="ZoneTexte 153">
            <a:extLst>
              <a:ext uri="{FF2B5EF4-FFF2-40B4-BE49-F238E27FC236}">
                <a16:creationId xmlns:a16="http://schemas.microsoft.com/office/drawing/2014/main" id="{0B0C2861-F79E-486E-A934-52468C31F0D7}"/>
              </a:ext>
            </a:extLst>
          </p:cNvPr>
          <p:cNvSpPr txBox="1"/>
          <p:nvPr/>
        </p:nvSpPr>
        <p:spPr>
          <a:xfrm>
            <a:off x="6345207" y="5071826"/>
            <a:ext cx="2426664" cy="1384995"/>
          </a:xfrm>
          <a:prstGeom prst="rect">
            <a:avLst/>
          </a:prstGeom>
          <a:noFill/>
        </p:spPr>
        <p:txBody>
          <a:bodyPr wrap="square" rtlCol="0">
            <a:spAutoFit/>
          </a:bodyPr>
          <a:lstStyle/>
          <a:p>
            <a:r>
              <a:rPr lang="en-US" sz="1200" b="1" dirty="0"/>
              <a:t>🎯Challenges : </a:t>
            </a:r>
          </a:p>
          <a:p>
            <a:pPr marL="171450" indent="-171450">
              <a:buFontTx/>
              <a:buChar char="-"/>
            </a:pPr>
            <a:r>
              <a:rPr lang="en-US" sz="1200" dirty="0"/>
              <a:t>Unwillingness to share (fear, lack of legitimacy, difficult logistics)</a:t>
            </a:r>
          </a:p>
          <a:p>
            <a:pPr marL="171450" indent="-171450">
              <a:buFontTx/>
              <a:buChar char="-"/>
            </a:pPr>
            <a:r>
              <a:rPr lang="en-US" sz="1200" dirty="0"/>
              <a:t>Unidentified sharers</a:t>
            </a:r>
          </a:p>
          <a:p>
            <a:pPr marL="171450" indent="-171450">
              <a:buFontTx/>
              <a:buChar char="-"/>
            </a:pPr>
            <a:r>
              <a:rPr lang="en-US" sz="1200" dirty="0"/>
              <a:t>Risk of Message variation</a:t>
            </a:r>
          </a:p>
          <a:p>
            <a:pPr marL="171450" indent="-171450">
              <a:buFontTx/>
              <a:buChar char="-"/>
            </a:pPr>
            <a:r>
              <a:rPr lang="en-US" sz="1200" dirty="0"/>
              <a:t>Forgetfulness</a:t>
            </a:r>
          </a:p>
        </p:txBody>
      </p:sp>
      <p:sp>
        <p:nvSpPr>
          <p:cNvPr id="155" name="ZoneTexte 154">
            <a:extLst>
              <a:ext uri="{FF2B5EF4-FFF2-40B4-BE49-F238E27FC236}">
                <a16:creationId xmlns:a16="http://schemas.microsoft.com/office/drawing/2014/main" id="{67772D4F-4A98-4ED7-BBB5-2338A03FBDEF}"/>
              </a:ext>
            </a:extLst>
          </p:cNvPr>
          <p:cNvSpPr txBox="1"/>
          <p:nvPr/>
        </p:nvSpPr>
        <p:spPr>
          <a:xfrm>
            <a:off x="2298348" y="1430709"/>
            <a:ext cx="1442329" cy="461665"/>
          </a:xfrm>
          <a:prstGeom prst="rect">
            <a:avLst/>
          </a:prstGeom>
          <a:noFill/>
        </p:spPr>
        <p:txBody>
          <a:bodyPr wrap="square" rtlCol="0">
            <a:spAutoFit/>
          </a:bodyPr>
          <a:lstStyle/>
          <a:p>
            <a:pPr algn="ctr"/>
            <a:r>
              <a:rPr lang="en-US" sz="1200" b="1" dirty="0"/>
              <a:t>Broadcast pattern</a:t>
            </a:r>
          </a:p>
        </p:txBody>
      </p:sp>
      <p:sp>
        <p:nvSpPr>
          <p:cNvPr id="156" name="ZoneTexte 155">
            <a:extLst>
              <a:ext uri="{FF2B5EF4-FFF2-40B4-BE49-F238E27FC236}">
                <a16:creationId xmlns:a16="http://schemas.microsoft.com/office/drawing/2014/main" id="{34C430FB-A583-4880-B316-AF4D2FB9515B}"/>
              </a:ext>
            </a:extLst>
          </p:cNvPr>
          <p:cNvSpPr txBox="1"/>
          <p:nvPr/>
        </p:nvSpPr>
        <p:spPr>
          <a:xfrm>
            <a:off x="8939282" y="1373862"/>
            <a:ext cx="1023157" cy="461665"/>
          </a:xfrm>
          <a:prstGeom prst="rect">
            <a:avLst/>
          </a:prstGeom>
          <a:noFill/>
        </p:spPr>
        <p:txBody>
          <a:bodyPr wrap="square" rtlCol="0">
            <a:spAutoFit/>
          </a:bodyPr>
          <a:lstStyle/>
          <a:p>
            <a:pPr algn="ctr"/>
            <a:r>
              <a:rPr lang="en-US" sz="1200" b="1" dirty="0"/>
              <a:t>Viral Pattern</a:t>
            </a:r>
          </a:p>
        </p:txBody>
      </p:sp>
      <p:sp>
        <p:nvSpPr>
          <p:cNvPr id="157" name="ZoneTexte 156">
            <a:extLst>
              <a:ext uri="{FF2B5EF4-FFF2-40B4-BE49-F238E27FC236}">
                <a16:creationId xmlns:a16="http://schemas.microsoft.com/office/drawing/2014/main" id="{E9F63C6C-16A2-4DCB-9050-D6A24D7CC288}"/>
              </a:ext>
            </a:extLst>
          </p:cNvPr>
          <p:cNvSpPr txBox="1"/>
          <p:nvPr/>
        </p:nvSpPr>
        <p:spPr>
          <a:xfrm>
            <a:off x="3078154" y="5065779"/>
            <a:ext cx="2448943" cy="1384995"/>
          </a:xfrm>
          <a:prstGeom prst="rect">
            <a:avLst/>
          </a:prstGeom>
          <a:noFill/>
        </p:spPr>
        <p:txBody>
          <a:bodyPr wrap="square" rtlCol="0">
            <a:spAutoFit/>
          </a:bodyPr>
          <a:lstStyle/>
          <a:p>
            <a:r>
              <a:rPr lang="en-US" sz="1200" b="1" dirty="0"/>
              <a:t>💡Usual tactics:</a:t>
            </a:r>
          </a:p>
          <a:p>
            <a:pPr marL="171450" indent="-171450">
              <a:buFontTx/>
              <a:buChar char="-"/>
            </a:pPr>
            <a:r>
              <a:rPr lang="en-US" sz="1200" dirty="0"/>
              <a:t>Catch attention at all costs</a:t>
            </a:r>
          </a:p>
          <a:p>
            <a:pPr marL="171450" indent="-171450">
              <a:buFontTx/>
              <a:buChar char="-"/>
            </a:pPr>
            <a:r>
              <a:rPr lang="en-US" sz="1200" dirty="0"/>
              <a:t>One size fits all and good message-audience fit</a:t>
            </a:r>
          </a:p>
          <a:p>
            <a:pPr marL="171450" indent="-171450">
              <a:buFontTx/>
              <a:buChar char="-"/>
            </a:pPr>
            <a:r>
              <a:rPr lang="en-US" sz="1200" dirty="0"/>
              <a:t>Mass events and communication (mailing, etc.)</a:t>
            </a:r>
          </a:p>
          <a:p>
            <a:pPr marL="171450" indent="-171450">
              <a:buFontTx/>
              <a:buChar char="-"/>
            </a:pPr>
            <a:r>
              <a:rPr lang="en-US" sz="1200" dirty="0"/>
              <a:t>Like and Subscribe</a:t>
            </a:r>
          </a:p>
        </p:txBody>
      </p:sp>
      <p:sp>
        <p:nvSpPr>
          <p:cNvPr id="158" name="ZoneTexte 157">
            <a:extLst>
              <a:ext uri="{FF2B5EF4-FFF2-40B4-BE49-F238E27FC236}">
                <a16:creationId xmlns:a16="http://schemas.microsoft.com/office/drawing/2014/main" id="{687257BA-5145-4C32-86B5-7FF6E1C39063}"/>
              </a:ext>
            </a:extLst>
          </p:cNvPr>
          <p:cNvSpPr txBox="1"/>
          <p:nvPr/>
        </p:nvSpPr>
        <p:spPr>
          <a:xfrm>
            <a:off x="319160" y="5061835"/>
            <a:ext cx="2283959" cy="1569660"/>
          </a:xfrm>
          <a:prstGeom prst="rect">
            <a:avLst/>
          </a:prstGeom>
          <a:noFill/>
        </p:spPr>
        <p:txBody>
          <a:bodyPr wrap="square" rtlCol="0">
            <a:spAutoFit/>
          </a:bodyPr>
          <a:lstStyle/>
          <a:p>
            <a:r>
              <a:rPr lang="en-US" sz="1200" b="1" dirty="0"/>
              <a:t>🎯Challenges :</a:t>
            </a:r>
          </a:p>
          <a:p>
            <a:pPr marL="171450" indent="-171450">
              <a:buFontTx/>
              <a:buChar char="-"/>
            </a:pPr>
            <a:r>
              <a:rPr lang="en-US" sz="1200" dirty="0"/>
              <a:t>Competition for attention</a:t>
            </a:r>
          </a:p>
          <a:p>
            <a:pPr marL="171450" indent="-171450">
              <a:buFontTx/>
              <a:buChar char="-"/>
            </a:pPr>
            <a:r>
              <a:rPr lang="en-US" sz="1200" dirty="0"/>
              <a:t>Reach the largest possible audience</a:t>
            </a:r>
          </a:p>
          <a:p>
            <a:pPr marL="171450" indent="-171450">
              <a:buFontTx/>
              <a:buChar char="-"/>
            </a:pPr>
            <a:r>
              <a:rPr lang="en-US" sz="1200" dirty="0"/>
              <a:t>Regular production</a:t>
            </a:r>
          </a:p>
          <a:p>
            <a:pPr marL="171450" indent="-171450">
              <a:buFontTx/>
              <a:buChar char="-"/>
            </a:pPr>
            <a:endParaRPr lang="en-US" sz="1200" dirty="0"/>
          </a:p>
          <a:p>
            <a:pPr marL="171450" indent="-171450">
              <a:buFontTx/>
              <a:buChar char="-"/>
            </a:pPr>
            <a:endParaRPr lang="en-US" sz="1200" dirty="0"/>
          </a:p>
          <a:p>
            <a:endParaRPr lang="en-US" sz="1200" dirty="0"/>
          </a:p>
        </p:txBody>
      </p:sp>
      <p:pic>
        <p:nvPicPr>
          <p:cNvPr id="126" name="Image 125">
            <a:extLst>
              <a:ext uri="{FF2B5EF4-FFF2-40B4-BE49-F238E27FC236}">
                <a16:creationId xmlns:a16="http://schemas.microsoft.com/office/drawing/2014/main" id="{492D5ED1-BEC2-4A6E-8C00-3AF0C77394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8605" y="2167005"/>
            <a:ext cx="2651990" cy="2651990"/>
          </a:xfrm>
          <a:prstGeom prst="rect">
            <a:avLst/>
          </a:prstGeom>
        </p:spPr>
      </p:pic>
      <p:pic>
        <p:nvPicPr>
          <p:cNvPr id="127" name="Image 126" descr="Une image contenant flèche&#10;&#10;Description générée automatiquement">
            <a:extLst>
              <a:ext uri="{FF2B5EF4-FFF2-40B4-BE49-F238E27FC236}">
                <a16:creationId xmlns:a16="http://schemas.microsoft.com/office/drawing/2014/main" id="{5B270A08-5DD0-499B-996B-504D075A7132}"/>
              </a:ext>
            </a:extLst>
          </p:cNvPr>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302455" y="1935614"/>
            <a:ext cx="3200677" cy="2975106"/>
          </a:xfrm>
          <a:prstGeom prst="rect">
            <a:avLst/>
          </a:prstGeom>
        </p:spPr>
      </p:pic>
    </p:spTree>
    <p:extLst>
      <p:ext uri="{BB962C8B-B14F-4D97-AF65-F5344CB8AC3E}">
        <p14:creationId xmlns:p14="http://schemas.microsoft.com/office/powerpoint/2010/main" val="182951310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13C993-667E-4345-AE20-BD5C32F1BFBF}"/>
              </a:ext>
            </a:extLst>
          </p:cNvPr>
          <p:cNvSpPr>
            <a:spLocks noGrp="1"/>
          </p:cNvSpPr>
          <p:nvPr>
            <p:ph type="title"/>
          </p:nvPr>
        </p:nvSpPr>
        <p:spPr/>
        <p:txBody>
          <a:bodyPr/>
          <a:lstStyle/>
          <a:p>
            <a:r>
              <a:rPr lang="en-US" dirty="0"/>
              <a:t>Broadcast Learning vs Viral Learning</a:t>
            </a:r>
          </a:p>
        </p:txBody>
      </p:sp>
      <p:sp>
        <p:nvSpPr>
          <p:cNvPr id="229" name="ZoneTexte 228">
            <a:extLst>
              <a:ext uri="{FF2B5EF4-FFF2-40B4-BE49-F238E27FC236}">
                <a16:creationId xmlns:a16="http://schemas.microsoft.com/office/drawing/2014/main" id="{C7FC20B7-097C-4FE1-9461-9CA1DFAD1260}"/>
              </a:ext>
            </a:extLst>
          </p:cNvPr>
          <p:cNvSpPr txBox="1"/>
          <p:nvPr/>
        </p:nvSpPr>
        <p:spPr>
          <a:xfrm>
            <a:off x="7113294" y="5035056"/>
            <a:ext cx="2414925" cy="1384995"/>
          </a:xfrm>
          <a:prstGeom prst="rect">
            <a:avLst/>
          </a:prstGeom>
          <a:noFill/>
        </p:spPr>
        <p:txBody>
          <a:bodyPr wrap="square" rtlCol="0">
            <a:spAutoFit/>
          </a:bodyPr>
          <a:lstStyle/>
          <a:p>
            <a:r>
              <a:rPr lang="en-US" sz="1200" b="1" dirty="0"/>
              <a:t>🛠️Usual tools:</a:t>
            </a:r>
          </a:p>
          <a:p>
            <a:pPr marL="171450" indent="-171450">
              <a:buFontTx/>
              <a:buChar char="-"/>
            </a:pPr>
            <a:r>
              <a:rPr lang="en-US" sz="1200" dirty="0"/>
              <a:t>Workshops</a:t>
            </a:r>
          </a:p>
          <a:p>
            <a:pPr marL="171450" indent="-171450">
              <a:buFontTx/>
              <a:buChar char="-"/>
            </a:pPr>
            <a:r>
              <a:rPr lang="en-US" sz="1200" dirty="0"/>
              <a:t>Events</a:t>
            </a:r>
          </a:p>
          <a:p>
            <a:pPr marL="171450" indent="-171450">
              <a:buFontTx/>
              <a:buChar char="-"/>
            </a:pPr>
            <a:r>
              <a:rPr lang="en-US" sz="1200" dirty="0"/>
              <a:t>Live Serious Games</a:t>
            </a:r>
          </a:p>
          <a:p>
            <a:pPr marL="171450" indent="-171450">
              <a:buFontTx/>
              <a:buChar char="-"/>
            </a:pPr>
            <a:r>
              <a:rPr lang="en-US" sz="1200" dirty="0"/>
              <a:t>Peer-to-peer </a:t>
            </a:r>
          </a:p>
          <a:p>
            <a:pPr marL="171450" indent="-171450">
              <a:buFontTx/>
              <a:buChar char="-"/>
            </a:pPr>
            <a:r>
              <a:rPr lang="en-US" sz="1200" dirty="0"/>
              <a:t>Mentoring</a:t>
            </a:r>
          </a:p>
          <a:p>
            <a:pPr marL="171450" indent="-171450">
              <a:buFontTx/>
              <a:buChar char="-"/>
            </a:pPr>
            <a:endParaRPr lang="en-US" sz="1200" dirty="0"/>
          </a:p>
        </p:txBody>
      </p:sp>
      <p:sp>
        <p:nvSpPr>
          <p:cNvPr id="154" name="ZoneTexte 153">
            <a:extLst>
              <a:ext uri="{FF2B5EF4-FFF2-40B4-BE49-F238E27FC236}">
                <a16:creationId xmlns:a16="http://schemas.microsoft.com/office/drawing/2014/main" id="{0B0C2861-F79E-486E-A934-52468C31F0D7}"/>
              </a:ext>
            </a:extLst>
          </p:cNvPr>
          <p:cNvSpPr txBox="1"/>
          <p:nvPr/>
        </p:nvSpPr>
        <p:spPr>
          <a:xfrm>
            <a:off x="9345461" y="5040619"/>
            <a:ext cx="2027390" cy="1384995"/>
          </a:xfrm>
          <a:prstGeom prst="rect">
            <a:avLst/>
          </a:prstGeom>
          <a:noFill/>
        </p:spPr>
        <p:txBody>
          <a:bodyPr wrap="square" rtlCol="0">
            <a:spAutoFit/>
          </a:bodyPr>
          <a:lstStyle/>
          <a:p>
            <a:r>
              <a:rPr lang="en-US" sz="1200" b="1" dirty="0"/>
              <a:t>👍Advantages : </a:t>
            </a:r>
          </a:p>
          <a:p>
            <a:pPr marL="171450" indent="-171450">
              <a:buFontTx/>
              <a:buChar char="-"/>
            </a:pPr>
            <a:r>
              <a:rPr lang="en-US" sz="1200" dirty="0"/>
              <a:t>Empowerment</a:t>
            </a:r>
          </a:p>
          <a:p>
            <a:pPr marL="171450" indent="-171450">
              <a:buFontTx/>
              <a:buChar char="-"/>
            </a:pPr>
            <a:r>
              <a:rPr lang="en-US" sz="1200" dirty="0"/>
              <a:t>Social Link between Learners and Sharers</a:t>
            </a:r>
          </a:p>
          <a:p>
            <a:pPr marL="171450" indent="-171450">
              <a:buFontTx/>
              <a:buChar char="-"/>
            </a:pPr>
            <a:r>
              <a:rPr lang="en-US" sz="1200" dirty="0"/>
              <a:t>Knowledge Resilience</a:t>
            </a:r>
          </a:p>
          <a:p>
            <a:pPr marL="171450" indent="-171450">
              <a:buFontTx/>
              <a:buChar char="-"/>
            </a:pPr>
            <a:r>
              <a:rPr lang="en-US" sz="1200" dirty="0"/>
              <a:t>Adaptiveness</a:t>
            </a:r>
          </a:p>
          <a:p>
            <a:pPr marL="171450" indent="-171450">
              <a:buFontTx/>
              <a:buChar char="-"/>
            </a:pPr>
            <a:endParaRPr lang="en-US" sz="1200" dirty="0"/>
          </a:p>
        </p:txBody>
      </p:sp>
      <p:sp>
        <p:nvSpPr>
          <p:cNvPr id="157" name="ZoneTexte 156">
            <a:extLst>
              <a:ext uri="{FF2B5EF4-FFF2-40B4-BE49-F238E27FC236}">
                <a16:creationId xmlns:a16="http://schemas.microsoft.com/office/drawing/2014/main" id="{E9F63C6C-16A2-4DCB-9050-D6A24D7CC288}"/>
              </a:ext>
            </a:extLst>
          </p:cNvPr>
          <p:cNvSpPr txBox="1"/>
          <p:nvPr/>
        </p:nvSpPr>
        <p:spPr>
          <a:xfrm>
            <a:off x="3084477" y="5006323"/>
            <a:ext cx="2448943" cy="1384995"/>
          </a:xfrm>
          <a:prstGeom prst="rect">
            <a:avLst/>
          </a:prstGeom>
          <a:noFill/>
        </p:spPr>
        <p:txBody>
          <a:bodyPr wrap="square" rtlCol="0">
            <a:spAutoFit/>
          </a:bodyPr>
          <a:lstStyle/>
          <a:p>
            <a:r>
              <a:rPr lang="en-US" sz="1200" b="1" dirty="0"/>
              <a:t>🛠️Usual Tools :</a:t>
            </a:r>
          </a:p>
          <a:p>
            <a:pPr marL="171450" indent="-171450">
              <a:buFontTx/>
              <a:buChar char="-"/>
            </a:pPr>
            <a:r>
              <a:rPr lang="en-US" sz="1200" dirty="0"/>
              <a:t>LMS</a:t>
            </a:r>
          </a:p>
          <a:p>
            <a:pPr marL="171450" indent="-171450">
              <a:buFontTx/>
              <a:buChar char="-"/>
            </a:pPr>
            <a:r>
              <a:rPr lang="en-US" sz="1200" dirty="0"/>
              <a:t>Articles</a:t>
            </a:r>
          </a:p>
          <a:p>
            <a:pPr marL="171450" indent="-171450">
              <a:buFontTx/>
              <a:buChar char="-"/>
            </a:pPr>
            <a:r>
              <a:rPr lang="en-US" sz="1200" dirty="0"/>
              <a:t>Videos</a:t>
            </a:r>
          </a:p>
          <a:p>
            <a:pPr marL="171450" indent="-171450">
              <a:buFontTx/>
              <a:buChar char="-"/>
            </a:pPr>
            <a:r>
              <a:rPr lang="en-US" sz="1200" dirty="0"/>
              <a:t>Lectures</a:t>
            </a:r>
          </a:p>
          <a:p>
            <a:pPr marL="171450" indent="-171450">
              <a:buFontTx/>
              <a:buChar char="-"/>
            </a:pPr>
            <a:r>
              <a:rPr lang="en-US" sz="1200" dirty="0"/>
              <a:t>Digital Serious Games</a:t>
            </a:r>
          </a:p>
          <a:p>
            <a:pPr marL="171450" indent="-171450">
              <a:buFontTx/>
              <a:buChar char="-"/>
            </a:pPr>
            <a:endParaRPr lang="en-US" sz="1200" dirty="0"/>
          </a:p>
        </p:txBody>
      </p:sp>
      <p:sp>
        <p:nvSpPr>
          <p:cNvPr id="158" name="ZoneTexte 157">
            <a:extLst>
              <a:ext uri="{FF2B5EF4-FFF2-40B4-BE49-F238E27FC236}">
                <a16:creationId xmlns:a16="http://schemas.microsoft.com/office/drawing/2014/main" id="{687257BA-5145-4C32-86B5-7FF6E1C39063}"/>
              </a:ext>
            </a:extLst>
          </p:cNvPr>
          <p:cNvSpPr txBox="1"/>
          <p:nvPr/>
        </p:nvSpPr>
        <p:spPr>
          <a:xfrm>
            <a:off x="340702" y="5048351"/>
            <a:ext cx="2283959" cy="1569660"/>
          </a:xfrm>
          <a:prstGeom prst="rect">
            <a:avLst/>
          </a:prstGeom>
          <a:noFill/>
        </p:spPr>
        <p:txBody>
          <a:bodyPr wrap="square" rtlCol="0">
            <a:spAutoFit/>
          </a:bodyPr>
          <a:lstStyle/>
          <a:p>
            <a:r>
              <a:rPr lang="en-US" sz="1200" b="1" dirty="0"/>
              <a:t>👍Advantages :</a:t>
            </a:r>
          </a:p>
          <a:p>
            <a:pPr marL="171450" indent="-171450">
              <a:buFontTx/>
              <a:buChar char="-"/>
            </a:pPr>
            <a:r>
              <a:rPr lang="en-US" sz="1200" dirty="0"/>
              <a:t>Speed</a:t>
            </a:r>
          </a:p>
          <a:p>
            <a:pPr marL="171450" indent="-171450">
              <a:buFontTx/>
              <a:buChar char="-"/>
            </a:pPr>
            <a:r>
              <a:rPr lang="en-US" sz="1200" dirty="0"/>
              <a:t>Content Consistency</a:t>
            </a:r>
          </a:p>
          <a:p>
            <a:pPr marL="171450" indent="-171450">
              <a:buFontTx/>
              <a:buChar char="-"/>
            </a:pPr>
            <a:r>
              <a:rPr lang="en-US" sz="1200" dirty="0"/>
              <a:t>Low marginal cost</a:t>
            </a:r>
          </a:p>
          <a:p>
            <a:pPr marL="171450" indent="-171450">
              <a:buFontTx/>
              <a:buChar char="-"/>
            </a:pPr>
            <a:endParaRPr lang="en-US" sz="1200" dirty="0"/>
          </a:p>
          <a:p>
            <a:pPr marL="171450" indent="-171450">
              <a:buFontTx/>
              <a:buChar char="-"/>
            </a:pPr>
            <a:endParaRPr lang="en-US" sz="1200" dirty="0"/>
          </a:p>
          <a:p>
            <a:pPr marL="171450" indent="-171450">
              <a:buFontTx/>
              <a:buChar char="-"/>
            </a:pPr>
            <a:endParaRPr lang="en-US" sz="1200" dirty="0"/>
          </a:p>
          <a:p>
            <a:endParaRPr lang="en-US" sz="1200" dirty="0"/>
          </a:p>
        </p:txBody>
      </p:sp>
      <p:pic>
        <p:nvPicPr>
          <p:cNvPr id="80" name="Image 79">
            <a:extLst>
              <a:ext uri="{FF2B5EF4-FFF2-40B4-BE49-F238E27FC236}">
                <a16:creationId xmlns:a16="http://schemas.microsoft.com/office/drawing/2014/main" id="{714E2F97-DBF6-49AC-AAE5-9034A84F89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681" y="2060329"/>
            <a:ext cx="2651990" cy="2737341"/>
          </a:xfrm>
          <a:prstGeom prst="rect">
            <a:avLst/>
          </a:prstGeom>
        </p:spPr>
      </p:pic>
      <p:pic>
        <p:nvPicPr>
          <p:cNvPr id="101" name="Image 100">
            <a:extLst>
              <a:ext uri="{FF2B5EF4-FFF2-40B4-BE49-F238E27FC236}">
                <a16:creationId xmlns:a16="http://schemas.microsoft.com/office/drawing/2014/main" id="{133BD6CF-A526-4CB4-91E2-2DD33F703E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0084" y="1880292"/>
            <a:ext cx="3200677" cy="3036071"/>
          </a:xfrm>
          <a:prstGeom prst="rect">
            <a:avLst/>
          </a:prstGeom>
        </p:spPr>
      </p:pic>
    </p:spTree>
    <p:extLst>
      <p:ext uri="{BB962C8B-B14F-4D97-AF65-F5344CB8AC3E}">
        <p14:creationId xmlns:p14="http://schemas.microsoft.com/office/powerpoint/2010/main" val="391396732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FA352B-79A4-41A0-B1A3-79D3CE73C2F5}"/>
              </a:ext>
            </a:extLst>
          </p:cNvPr>
          <p:cNvSpPr>
            <a:spLocks noGrp="1"/>
          </p:cNvSpPr>
          <p:nvPr>
            <p:ph type="title"/>
          </p:nvPr>
        </p:nvSpPr>
        <p:spPr>
          <a:xfrm>
            <a:off x="1115568" y="548640"/>
            <a:ext cx="10168128" cy="885836"/>
          </a:xfrm>
        </p:spPr>
        <p:txBody>
          <a:bodyPr>
            <a:normAutofit/>
          </a:bodyPr>
          <a:lstStyle/>
          <a:p>
            <a:r>
              <a:rPr lang="en-US" sz="2400" dirty="0"/>
              <a:t>#OpenSeriousFilters</a:t>
            </a:r>
            <a:br>
              <a:rPr lang="en-US" sz="2400" dirty="0"/>
            </a:br>
            <a:r>
              <a:rPr lang="en-US" sz="2400" dirty="0"/>
              <a:t>NOT all type Content fit viral learning</a:t>
            </a:r>
          </a:p>
        </p:txBody>
      </p:sp>
      <p:pic>
        <p:nvPicPr>
          <p:cNvPr id="9" name="Image 8">
            <a:extLst>
              <a:ext uri="{FF2B5EF4-FFF2-40B4-BE49-F238E27FC236}">
                <a16:creationId xmlns:a16="http://schemas.microsoft.com/office/drawing/2014/main" id="{8487E52A-F604-472D-9B2B-70C0FA9AE49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459269" y="3402403"/>
            <a:ext cx="1201883" cy="808689"/>
          </a:xfrm>
          <a:prstGeom prst="rect">
            <a:avLst/>
          </a:prstGeom>
        </p:spPr>
      </p:pic>
      <p:pic>
        <p:nvPicPr>
          <p:cNvPr id="15" name="Image 14" descr="Une image contenant personne, homme&#10;&#10;Description générée automatiquement">
            <a:extLst>
              <a:ext uri="{FF2B5EF4-FFF2-40B4-BE49-F238E27FC236}">
                <a16:creationId xmlns:a16="http://schemas.microsoft.com/office/drawing/2014/main" id="{2231CF96-BCBF-4756-8133-7171993F378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619086" y="3410684"/>
            <a:ext cx="953828" cy="724909"/>
          </a:xfrm>
          <a:prstGeom prst="rect">
            <a:avLst/>
          </a:prstGeom>
        </p:spPr>
      </p:pic>
      <p:sp>
        <p:nvSpPr>
          <p:cNvPr id="16" name="Flèche : double flèche verticale 15">
            <a:extLst>
              <a:ext uri="{FF2B5EF4-FFF2-40B4-BE49-F238E27FC236}">
                <a16:creationId xmlns:a16="http://schemas.microsoft.com/office/drawing/2014/main" id="{92DCDC47-0B51-4ADE-B98A-286DC9C9E690}"/>
              </a:ext>
            </a:extLst>
          </p:cNvPr>
          <p:cNvSpPr/>
          <p:nvPr/>
        </p:nvSpPr>
        <p:spPr>
          <a:xfrm rot="5400000">
            <a:off x="5978450" y="-1512557"/>
            <a:ext cx="541538" cy="9436740"/>
          </a:xfrm>
          <a:prstGeom prst="upDownArrow">
            <a:avLst/>
          </a:prstGeom>
          <a:gradFill>
            <a:gsLst>
              <a:gs pos="68129">
                <a:srgbClr val="EC7B2B"/>
              </a:gs>
              <a:gs pos="31900">
                <a:srgbClr val="3494BA"/>
              </a:gs>
              <a:gs pos="0">
                <a:srgbClr val="3494BA"/>
              </a:gs>
              <a:gs pos="100000">
                <a:srgbClr val="EC7B2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ZoneTexte 16">
            <a:extLst>
              <a:ext uri="{FF2B5EF4-FFF2-40B4-BE49-F238E27FC236}">
                <a16:creationId xmlns:a16="http://schemas.microsoft.com/office/drawing/2014/main" id="{47FB2160-5A05-41E2-A1BE-3FFCD3D1FEF9}"/>
              </a:ext>
            </a:extLst>
          </p:cNvPr>
          <p:cNvSpPr txBox="1"/>
          <p:nvPr/>
        </p:nvSpPr>
        <p:spPr>
          <a:xfrm>
            <a:off x="10967587" y="2969939"/>
            <a:ext cx="1201883" cy="923330"/>
          </a:xfrm>
          <a:prstGeom prst="rect">
            <a:avLst/>
          </a:prstGeom>
          <a:noFill/>
        </p:spPr>
        <p:txBody>
          <a:bodyPr wrap="square" rtlCol="0">
            <a:spAutoFit/>
          </a:bodyPr>
          <a:lstStyle/>
          <a:p>
            <a:r>
              <a:rPr lang="en-US" dirty="0"/>
              <a:t>Better fit for Viral Learning</a:t>
            </a:r>
          </a:p>
        </p:txBody>
      </p:sp>
      <p:sp>
        <p:nvSpPr>
          <p:cNvPr id="18" name="ZoneTexte 17">
            <a:extLst>
              <a:ext uri="{FF2B5EF4-FFF2-40B4-BE49-F238E27FC236}">
                <a16:creationId xmlns:a16="http://schemas.microsoft.com/office/drawing/2014/main" id="{B35459F3-8636-49CF-A794-A7CCB79BB3B5}"/>
              </a:ext>
            </a:extLst>
          </p:cNvPr>
          <p:cNvSpPr txBox="1"/>
          <p:nvPr/>
        </p:nvSpPr>
        <p:spPr>
          <a:xfrm>
            <a:off x="151195" y="3014917"/>
            <a:ext cx="1280329" cy="1200329"/>
          </a:xfrm>
          <a:prstGeom prst="rect">
            <a:avLst/>
          </a:prstGeom>
          <a:noFill/>
        </p:spPr>
        <p:txBody>
          <a:bodyPr wrap="square" rtlCol="0">
            <a:spAutoFit/>
          </a:bodyPr>
          <a:lstStyle/>
          <a:p>
            <a:r>
              <a:rPr lang="en-US" dirty="0"/>
              <a:t>Better fit for broadcast learning</a:t>
            </a:r>
          </a:p>
        </p:txBody>
      </p:sp>
      <p:pic>
        <p:nvPicPr>
          <p:cNvPr id="20" name="Image 19" descr="Une image contenant personne, femme, dame&#10;&#10;Description générée automatiquement">
            <a:extLst>
              <a:ext uri="{FF2B5EF4-FFF2-40B4-BE49-F238E27FC236}">
                <a16:creationId xmlns:a16="http://schemas.microsoft.com/office/drawing/2014/main" id="{8A71C872-F3B6-438A-BE74-94DE5A15C0FA}"/>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665107" y="3524552"/>
            <a:ext cx="1029810" cy="686540"/>
          </a:xfrm>
          <a:prstGeom prst="rect">
            <a:avLst/>
          </a:prstGeom>
        </p:spPr>
      </p:pic>
      <p:pic>
        <p:nvPicPr>
          <p:cNvPr id="10" name="Image 9">
            <a:extLst>
              <a:ext uri="{FF2B5EF4-FFF2-40B4-BE49-F238E27FC236}">
                <a16:creationId xmlns:a16="http://schemas.microsoft.com/office/drawing/2014/main" id="{4B7F5F37-E6AA-400F-9B7A-6A21DE142CE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84879" y="1546740"/>
            <a:ext cx="1345016" cy="1388303"/>
          </a:xfrm>
          <a:prstGeom prst="rect">
            <a:avLst/>
          </a:prstGeom>
        </p:spPr>
      </p:pic>
      <p:pic>
        <p:nvPicPr>
          <p:cNvPr id="11" name="Image 10">
            <a:extLst>
              <a:ext uri="{FF2B5EF4-FFF2-40B4-BE49-F238E27FC236}">
                <a16:creationId xmlns:a16="http://schemas.microsoft.com/office/drawing/2014/main" id="{BF49D39A-2DC7-465A-868D-CB31A828C21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44001" y="1482446"/>
            <a:ext cx="1517152" cy="1439128"/>
          </a:xfrm>
          <a:prstGeom prst="rect">
            <a:avLst/>
          </a:prstGeom>
        </p:spPr>
      </p:pic>
      <p:pic>
        <p:nvPicPr>
          <p:cNvPr id="12" name="Image 11">
            <a:extLst>
              <a:ext uri="{FF2B5EF4-FFF2-40B4-BE49-F238E27FC236}">
                <a16:creationId xmlns:a16="http://schemas.microsoft.com/office/drawing/2014/main" id="{E9DFC8D5-32A3-4BD1-9B85-6B2D86DA87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68631" y="2036618"/>
            <a:ext cx="908173" cy="937401"/>
          </a:xfrm>
          <a:prstGeom prst="rect">
            <a:avLst/>
          </a:prstGeom>
        </p:spPr>
      </p:pic>
      <p:pic>
        <p:nvPicPr>
          <p:cNvPr id="13" name="Image 12">
            <a:extLst>
              <a:ext uri="{FF2B5EF4-FFF2-40B4-BE49-F238E27FC236}">
                <a16:creationId xmlns:a16="http://schemas.microsoft.com/office/drawing/2014/main" id="{648F508E-1469-43BA-B68A-7A3BD22858E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50111" y="2001103"/>
            <a:ext cx="1052870" cy="998724"/>
          </a:xfrm>
          <a:prstGeom prst="rect">
            <a:avLst/>
          </a:prstGeom>
        </p:spPr>
      </p:pic>
      <p:sp>
        <p:nvSpPr>
          <p:cNvPr id="19" name="ZoneTexte 18">
            <a:extLst>
              <a:ext uri="{FF2B5EF4-FFF2-40B4-BE49-F238E27FC236}">
                <a16:creationId xmlns:a16="http://schemas.microsoft.com/office/drawing/2014/main" id="{6FBAF092-177C-4620-A3E2-2E1DF823AFCE}"/>
              </a:ext>
            </a:extLst>
          </p:cNvPr>
          <p:cNvSpPr txBox="1"/>
          <p:nvPr/>
        </p:nvSpPr>
        <p:spPr>
          <a:xfrm>
            <a:off x="9144001" y="4281178"/>
            <a:ext cx="2784475" cy="1477328"/>
          </a:xfrm>
          <a:prstGeom prst="rect">
            <a:avLst/>
          </a:prstGeom>
          <a:noFill/>
        </p:spPr>
        <p:txBody>
          <a:bodyPr wrap="square">
            <a:spAutoFit/>
          </a:bodyPr>
          <a:lstStyle/>
          <a:p>
            <a:r>
              <a:rPr lang="en-US" sz="1800" noProof="0" dirty="0"/>
              <a:t>Explicit knowledge : Rules, Frameworks</a:t>
            </a:r>
          </a:p>
          <a:p>
            <a:r>
              <a:rPr lang="en-US" sz="1800" noProof="0" dirty="0"/>
              <a:t>Structured methods</a:t>
            </a:r>
          </a:p>
          <a:p>
            <a:r>
              <a:rPr lang="en-US" sz="1800" noProof="0" dirty="0"/>
              <a:t>Standardized frames of reference</a:t>
            </a:r>
          </a:p>
        </p:txBody>
      </p:sp>
      <p:sp>
        <p:nvSpPr>
          <p:cNvPr id="21" name="ZoneTexte 20">
            <a:extLst>
              <a:ext uri="{FF2B5EF4-FFF2-40B4-BE49-F238E27FC236}">
                <a16:creationId xmlns:a16="http://schemas.microsoft.com/office/drawing/2014/main" id="{2A9DF0D2-EA0D-4C7A-BC40-91856E7C927B}"/>
              </a:ext>
            </a:extLst>
          </p:cNvPr>
          <p:cNvSpPr txBox="1"/>
          <p:nvPr/>
        </p:nvSpPr>
        <p:spPr>
          <a:xfrm>
            <a:off x="6335713" y="4249460"/>
            <a:ext cx="2022475" cy="646331"/>
          </a:xfrm>
          <a:prstGeom prst="rect">
            <a:avLst/>
          </a:prstGeom>
          <a:noFill/>
        </p:spPr>
        <p:txBody>
          <a:bodyPr wrap="square">
            <a:spAutoFit/>
          </a:bodyPr>
          <a:lstStyle/>
          <a:p>
            <a:r>
              <a:rPr lang="en-US" sz="1800" noProof="0" dirty="0"/>
              <a:t>Tips and Tricks</a:t>
            </a:r>
          </a:p>
          <a:p>
            <a:r>
              <a:rPr lang="en-US" sz="1800" noProof="0" dirty="0"/>
              <a:t>Best Practices</a:t>
            </a:r>
          </a:p>
        </p:txBody>
      </p:sp>
      <p:sp>
        <p:nvSpPr>
          <p:cNvPr id="22" name="ZoneTexte 21">
            <a:extLst>
              <a:ext uri="{FF2B5EF4-FFF2-40B4-BE49-F238E27FC236}">
                <a16:creationId xmlns:a16="http://schemas.microsoft.com/office/drawing/2014/main" id="{76CC22A2-C68F-4D45-872D-532E9CEDD1C3}"/>
              </a:ext>
            </a:extLst>
          </p:cNvPr>
          <p:cNvSpPr txBox="1"/>
          <p:nvPr/>
        </p:nvSpPr>
        <p:spPr>
          <a:xfrm>
            <a:off x="4230688" y="4232139"/>
            <a:ext cx="2339975"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noProof="0" dirty="0"/>
              <a:t>Testimonials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noProof="0" dirty="0"/>
              <a:t>Context-related Short Stories</a:t>
            </a:r>
          </a:p>
        </p:txBody>
      </p:sp>
      <p:sp>
        <p:nvSpPr>
          <p:cNvPr id="23" name="ZoneTexte 22">
            <a:extLst>
              <a:ext uri="{FF2B5EF4-FFF2-40B4-BE49-F238E27FC236}">
                <a16:creationId xmlns:a16="http://schemas.microsoft.com/office/drawing/2014/main" id="{40932863-6B61-43A6-8F4D-891BD7590B12}"/>
              </a:ext>
            </a:extLst>
          </p:cNvPr>
          <p:cNvSpPr txBox="1"/>
          <p:nvPr/>
        </p:nvSpPr>
        <p:spPr>
          <a:xfrm>
            <a:off x="1422400" y="4315741"/>
            <a:ext cx="2339975"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noProof="0" dirty="0"/>
              <a:t>Tacit Knowledge</a:t>
            </a:r>
          </a:p>
          <a:p>
            <a:r>
              <a:rPr lang="en-US" sz="1800" noProof="0" dirty="0"/>
              <a:t>Personal experiences</a:t>
            </a:r>
          </a:p>
        </p:txBody>
      </p:sp>
    </p:spTree>
    <p:extLst>
      <p:ext uri="{BB962C8B-B14F-4D97-AF65-F5344CB8AC3E}">
        <p14:creationId xmlns:p14="http://schemas.microsoft.com/office/powerpoint/2010/main" val="23513764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3F7B15-056D-46E0-9A91-6463FFD4D29D}"/>
              </a:ext>
            </a:extLst>
          </p:cNvPr>
          <p:cNvSpPr>
            <a:spLocks noGrp="1"/>
          </p:cNvSpPr>
          <p:nvPr>
            <p:ph type="title"/>
          </p:nvPr>
        </p:nvSpPr>
        <p:spPr/>
        <p:txBody>
          <a:bodyPr/>
          <a:lstStyle/>
          <a:p>
            <a:r>
              <a:rPr lang="en-US" dirty="0"/>
              <a:t>CONTENT Conditions for Viral Learning</a:t>
            </a:r>
          </a:p>
        </p:txBody>
      </p:sp>
      <p:grpSp>
        <p:nvGrpSpPr>
          <p:cNvPr id="36" name="Groupe 35">
            <a:extLst>
              <a:ext uri="{FF2B5EF4-FFF2-40B4-BE49-F238E27FC236}">
                <a16:creationId xmlns:a16="http://schemas.microsoft.com/office/drawing/2014/main" id="{0FECCD25-5451-4AC5-BB2D-379A84E5B856}"/>
              </a:ext>
            </a:extLst>
          </p:cNvPr>
          <p:cNvGrpSpPr/>
          <p:nvPr/>
        </p:nvGrpSpPr>
        <p:grpSpPr>
          <a:xfrm>
            <a:off x="4793342" y="2795091"/>
            <a:ext cx="1792246" cy="2050888"/>
            <a:chOff x="1004588" y="2198979"/>
            <a:chExt cx="2266698" cy="2593809"/>
          </a:xfrm>
        </p:grpSpPr>
        <p:pic>
          <p:nvPicPr>
            <p:cNvPr id="7" name="Graphique 6" descr="Visage souriant à remplissage solide avec un remplissage uni">
              <a:extLst>
                <a:ext uri="{FF2B5EF4-FFF2-40B4-BE49-F238E27FC236}">
                  <a16:creationId xmlns:a16="http://schemas.microsoft.com/office/drawing/2014/main" id="{903D356E-7984-4818-9C8E-0013F8D912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16682" y="2704735"/>
              <a:ext cx="415712" cy="415712"/>
            </a:xfrm>
            <a:prstGeom prst="rect">
              <a:avLst/>
            </a:prstGeom>
          </p:spPr>
        </p:pic>
        <p:pic>
          <p:nvPicPr>
            <p:cNvPr id="8" name="Graphique 7" descr="Visage souriant à remplissage solide avec un remplissage uni">
              <a:extLst>
                <a:ext uri="{FF2B5EF4-FFF2-40B4-BE49-F238E27FC236}">
                  <a16:creationId xmlns:a16="http://schemas.microsoft.com/office/drawing/2014/main" id="{CF48BE56-9495-4E96-B3DC-9F468DB8AC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62601" y="3508636"/>
              <a:ext cx="415712" cy="415712"/>
            </a:xfrm>
            <a:prstGeom prst="rect">
              <a:avLst/>
            </a:prstGeom>
          </p:spPr>
        </p:pic>
        <p:pic>
          <p:nvPicPr>
            <p:cNvPr id="9" name="Graphique 8" descr="Visage souriant à remplissage solide avec un remplissage uni">
              <a:extLst>
                <a:ext uri="{FF2B5EF4-FFF2-40B4-BE49-F238E27FC236}">
                  <a16:creationId xmlns:a16="http://schemas.microsoft.com/office/drawing/2014/main" id="{F3BE7163-22AB-445D-BABD-10E4BAECEE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83141" y="2258881"/>
              <a:ext cx="415712" cy="415712"/>
            </a:xfrm>
            <a:prstGeom prst="rect">
              <a:avLst/>
            </a:prstGeom>
          </p:spPr>
        </p:pic>
        <p:pic>
          <p:nvPicPr>
            <p:cNvPr id="10" name="Graphique 9" descr="Contour de visage en colère avec un remplissage uni">
              <a:extLst>
                <a:ext uri="{FF2B5EF4-FFF2-40B4-BE49-F238E27FC236}">
                  <a16:creationId xmlns:a16="http://schemas.microsoft.com/office/drawing/2014/main" id="{21A10583-0D1A-41F6-A18F-88827E28B96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29281" y="3473049"/>
              <a:ext cx="415712" cy="415712"/>
            </a:xfrm>
            <a:prstGeom prst="rect">
              <a:avLst/>
            </a:prstGeom>
          </p:spPr>
        </p:pic>
        <p:cxnSp>
          <p:nvCxnSpPr>
            <p:cNvPr id="11" name="Connecteur droit 10">
              <a:extLst>
                <a:ext uri="{FF2B5EF4-FFF2-40B4-BE49-F238E27FC236}">
                  <a16:creationId xmlns:a16="http://schemas.microsoft.com/office/drawing/2014/main" id="{7009C239-4624-4B84-9A86-83B64A7990BD}"/>
                </a:ext>
              </a:extLst>
            </p:cNvPr>
            <p:cNvCxnSpPr>
              <a:cxnSpLocks/>
              <a:stCxn id="32" idx="3"/>
              <a:endCxn id="7" idx="1"/>
            </p:cNvCxnSpPr>
            <p:nvPr/>
          </p:nvCxnSpPr>
          <p:spPr>
            <a:xfrm flipV="1">
              <a:off x="1420300" y="2912591"/>
              <a:ext cx="396382" cy="659073"/>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E5C2BCC-89B1-4EE2-8D66-625DA74E43E4}"/>
                </a:ext>
              </a:extLst>
            </p:cNvPr>
            <p:cNvCxnSpPr>
              <a:cxnSpLocks/>
              <a:stCxn id="32" idx="3"/>
              <a:endCxn id="8" idx="1"/>
            </p:cNvCxnSpPr>
            <p:nvPr/>
          </p:nvCxnSpPr>
          <p:spPr>
            <a:xfrm>
              <a:off x="1420300" y="3571664"/>
              <a:ext cx="342301" cy="14482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5B9A280D-2BF4-48F7-96A6-2A10458253DB}"/>
                </a:ext>
              </a:extLst>
            </p:cNvPr>
            <p:cNvCxnSpPr>
              <a:cxnSpLocks/>
              <a:stCxn id="32" idx="3"/>
              <a:endCxn id="17" idx="1"/>
            </p:cNvCxnSpPr>
            <p:nvPr/>
          </p:nvCxnSpPr>
          <p:spPr>
            <a:xfrm>
              <a:off x="1420300" y="3571664"/>
              <a:ext cx="341872" cy="101326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753116B1-8EC6-4EFE-81B8-923F5E880FFC}"/>
                </a:ext>
              </a:extLst>
            </p:cNvPr>
            <p:cNvCxnSpPr>
              <a:cxnSpLocks/>
              <a:stCxn id="7" idx="3"/>
              <a:endCxn id="9" idx="1"/>
            </p:cNvCxnSpPr>
            <p:nvPr/>
          </p:nvCxnSpPr>
          <p:spPr>
            <a:xfrm flipV="1">
              <a:off x="2232395" y="2466737"/>
              <a:ext cx="350746" cy="445854"/>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A722466-57DB-4AD6-9CCC-DFF953D778BF}"/>
                </a:ext>
              </a:extLst>
            </p:cNvPr>
            <p:cNvCxnSpPr>
              <a:cxnSpLocks/>
              <a:stCxn id="7" idx="3"/>
              <a:endCxn id="26" idx="1"/>
            </p:cNvCxnSpPr>
            <p:nvPr/>
          </p:nvCxnSpPr>
          <p:spPr>
            <a:xfrm>
              <a:off x="2232395" y="2912591"/>
              <a:ext cx="371516" cy="124684"/>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973997D3-ED4E-48B0-8482-0796E6637EB5}"/>
                </a:ext>
              </a:extLst>
            </p:cNvPr>
            <p:cNvCxnSpPr>
              <a:cxnSpLocks/>
              <a:stCxn id="8" idx="3"/>
              <a:endCxn id="10" idx="1"/>
            </p:cNvCxnSpPr>
            <p:nvPr/>
          </p:nvCxnSpPr>
          <p:spPr>
            <a:xfrm flipV="1">
              <a:off x="2178313" y="3680905"/>
              <a:ext cx="350968" cy="35587"/>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pic>
          <p:nvPicPr>
            <p:cNvPr id="17" name="Graphique 16" descr="Contour de visage en colère avec un remplissage uni">
              <a:extLst>
                <a:ext uri="{FF2B5EF4-FFF2-40B4-BE49-F238E27FC236}">
                  <a16:creationId xmlns:a16="http://schemas.microsoft.com/office/drawing/2014/main" id="{81EE04CF-A099-402A-8DBF-C010D710C1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62172" y="4377076"/>
              <a:ext cx="415712" cy="415712"/>
            </a:xfrm>
            <a:prstGeom prst="rect">
              <a:avLst/>
            </a:prstGeom>
          </p:spPr>
        </p:pic>
        <p:pic>
          <p:nvPicPr>
            <p:cNvPr id="18" name="Graphique 17" descr="Visage souriant à remplissage solide avec un remplissage uni">
              <a:extLst>
                <a:ext uri="{FF2B5EF4-FFF2-40B4-BE49-F238E27FC236}">
                  <a16:creationId xmlns:a16="http://schemas.microsoft.com/office/drawing/2014/main" id="{C1E0FC44-D732-4CD3-9945-EBA096142E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71008" y="3961364"/>
              <a:ext cx="415712" cy="415712"/>
            </a:xfrm>
            <a:prstGeom prst="rect">
              <a:avLst/>
            </a:prstGeom>
          </p:spPr>
        </p:pic>
        <p:cxnSp>
          <p:nvCxnSpPr>
            <p:cNvPr id="19" name="Connecteur droit 18">
              <a:extLst>
                <a:ext uri="{FF2B5EF4-FFF2-40B4-BE49-F238E27FC236}">
                  <a16:creationId xmlns:a16="http://schemas.microsoft.com/office/drawing/2014/main" id="{252046DC-A2F9-4BF5-85E8-091272CA5E3D}"/>
                </a:ext>
              </a:extLst>
            </p:cNvPr>
            <p:cNvCxnSpPr>
              <a:cxnSpLocks/>
              <a:stCxn id="8" idx="3"/>
              <a:endCxn id="18" idx="1"/>
            </p:cNvCxnSpPr>
            <p:nvPr/>
          </p:nvCxnSpPr>
          <p:spPr>
            <a:xfrm>
              <a:off x="2178313" y="3716492"/>
              <a:ext cx="292695" cy="45272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794C2AA3-ADD3-4496-873F-05AAACA6E95B}"/>
                </a:ext>
              </a:extLst>
            </p:cNvPr>
            <p:cNvCxnSpPr>
              <a:cxnSpLocks/>
              <a:endCxn id="9" idx="3"/>
            </p:cNvCxnSpPr>
            <p:nvPr/>
          </p:nvCxnSpPr>
          <p:spPr>
            <a:xfrm flipH="1">
              <a:off x="2998853" y="2198979"/>
              <a:ext cx="222852" cy="26775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D55CA8FD-A8D1-46A0-95F8-006CA6DAC93F}"/>
                </a:ext>
              </a:extLst>
            </p:cNvPr>
            <p:cNvCxnSpPr>
              <a:cxnSpLocks/>
              <a:endCxn id="9" idx="3"/>
            </p:cNvCxnSpPr>
            <p:nvPr/>
          </p:nvCxnSpPr>
          <p:spPr>
            <a:xfrm flipH="1">
              <a:off x="2998853" y="2382798"/>
              <a:ext cx="272433" cy="8393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F695158D-19B3-4D0C-86C7-96EDA69A1A47}"/>
                </a:ext>
              </a:extLst>
            </p:cNvPr>
            <p:cNvCxnSpPr>
              <a:cxnSpLocks/>
              <a:endCxn id="9" idx="3"/>
            </p:cNvCxnSpPr>
            <p:nvPr/>
          </p:nvCxnSpPr>
          <p:spPr>
            <a:xfrm flipH="1" flipV="1">
              <a:off x="2998853" y="2466737"/>
              <a:ext cx="222852" cy="174014"/>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D5A49D15-CBF4-41A1-B7BA-1994CC841001}"/>
                </a:ext>
              </a:extLst>
            </p:cNvPr>
            <p:cNvCxnSpPr>
              <a:cxnSpLocks/>
            </p:cNvCxnSpPr>
            <p:nvPr/>
          </p:nvCxnSpPr>
          <p:spPr>
            <a:xfrm flipH="1">
              <a:off x="3013979" y="3037275"/>
              <a:ext cx="135263"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B1D59C37-7F7B-4762-8E10-66C664FC3E73}"/>
                </a:ext>
              </a:extLst>
            </p:cNvPr>
            <p:cNvCxnSpPr>
              <a:cxnSpLocks/>
              <a:endCxn id="18" idx="3"/>
            </p:cNvCxnSpPr>
            <p:nvPr/>
          </p:nvCxnSpPr>
          <p:spPr>
            <a:xfrm flipH="1">
              <a:off x="2886720" y="4049461"/>
              <a:ext cx="231122" cy="119759"/>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D81F5C18-9C51-436E-8379-21698B4B37B2}"/>
                </a:ext>
              </a:extLst>
            </p:cNvPr>
            <p:cNvCxnSpPr>
              <a:cxnSpLocks/>
              <a:endCxn id="18" idx="3"/>
            </p:cNvCxnSpPr>
            <p:nvPr/>
          </p:nvCxnSpPr>
          <p:spPr>
            <a:xfrm flipH="1" flipV="1">
              <a:off x="2886720" y="4169220"/>
              <a:ext cx="231122" cy="72602"/>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pic>
          <p:nvPicPr>
            <p:cNvPr id="26" name="Graphique 25" descr="Visage neutre avec remplissage solide avec un remplissage uni">
              <a:extLst>
                <a:ext uri="{FF2B5EF4-FFF2-40B4-BE49-F238E27FC236}">
                  <a16:creationId xmlns:a16="http://schemas.microsoft.com/office/drawing/2014/main" id="{E16A5FB1-99FF-4F74-BFF1-B737F27E0C7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03911" y="2829419"/>
              <a:ext cx="415712" cy="415712"/>
            </a:xfrm>
            <a:prstGeom prst="rect">
              <a:avLst/>
            </a:prstGeom>
          </p:spPr>
        </p:pic>
        <p:pic>
          <p:nvPicPr>
            <p:cNvPr id="27" name="Image 26">
              <a:extLst>
                <a:ext uri="{FF2B5EF4-FFF2-40B4-BE49-F238E27FC236}">
                  <a16:creationId xmlns:a16="http://schemas.microsoft.com/office/drawing/2014/main" id="{A83F7B5A-8D43-4055-BD53-7A116A15A706}"/>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154745" y="2729362"/>
              <a:ext cx="160016" cy="100057"/>
            </a:xfrm>
            <a:prstGeom prst="rect">
              <a:avLst/>
            </a:prstGeom>
          </p:spPr>
        </p:pic>
        <p:pic>
          <p:nvPicPr>
            <p:cNvPr id="28" name="Image 27">
              <a:extLst>
                <a:ext uri="{FF2B5EF4-FFF2-40B4-BE49-F238E27FC236}">
                  <a16:creationId xmlns:a16="http://schemas.microsoft.com/office/drawing/2014/main" id="{E831F1E5-7340-4409-A0A4-EE5AAF427E38}"/>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933971" y="2289929"/>
              <a:ext cx="160016" cy="100057"/>
            </a:xfrm>
            <a:prstGeom prst="rect">
              <a:avLst/>
            </a:prstGeom>
          </p:spPr>
        </p:pic>
        <p:pic>
          <p:nvPicPr>
            <p:cNvPr id="29" name="Image 28">
              <a:extLst>
                <a:ext uri="{FF2B5EF4-FFF2-40B4-BE49-F238E27FC236}">
                  <a16:creationId xmlns:a16="http://schemas.microsoft.com/office/drawing/2014/main" id="{167B88BA-0DE4-44D1-88F8-979FAD76C109}"/>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146146" y="3598642"/>
              <a:ext cx="160016" cy="100057"/>
            </a:xfrm>
            <a:prstGeom prst="rect">
              <a:avLst/>
            </a:prstGeom>
          </p:spPr>
        </p:pic>
        <p:pic>
          <p:nvPicPr>
            <p:cNvPr id="30" name="Image 29">
              <a:extLst>
                <a:ext uri="{FF2B5EF4-FFF2-40B4-BE49-F238E27FC236}">
                  <a16:creationId xmlns:a16="http://schemas.microsoft.com/office/drawing/2014/main" id="{BDD88EFA-ACA6-44C3-A5D5-D8BA95270425}"/>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838838" y="4033966"/>
              <a:ext cx="160016" cy="100057"/>
            </a:xfrm>
            <a:prstGeom prst="rect">
              <a:avLst/>
            </a:prstGeom>
          </p:spPr>
        </p:pic>
        <p:pic>
          <p:nvPicPr>
            <p:cNvPr id="32" name="Graphique 31" descr="Visage souriant à remplissage solide avec un remplissage uni">
              <a:extLst>
                <a:ext uri="{FF2B5EF4-FFF2-40B4-BE49-F238E27FC236}">
                  <a16:creationId xmlns:a16="http://schemas.microsoft.com/office/drawing/2014/main" id="{9E2D7D4F-4255-4D6A-A9F9-4EBFBB4C68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4588" y="3363808"/>
              <a:ext cx="415712" cy="415712"/>
            </a:xfrm>
            <a:prstGeom prst="rect">
              <a:avLst/>
            </a:prstGeom>
          </p:spPr>
        </p:pic>
      </p:grpSp>
      <p:sp>
        <p:nvSpPr>
          <p:cNvPr id="37" name="ZoneTexte 36">
            <a:extLst>
              <a:ext uri="{FF2B5EF4-FFF2-40B4-BE49-F238E27FC236}">
                <a16:creationId xmlns:a16="http://schemas.microsoft.com/office/drawing/2014/main" id="{DCAD5E0B-03D1-4D04-B1DF-D5A576888C7B}"/>
              </a:ext>
            </a:extLst>
          </p:cNvPr>
          <p:cNvSpPr txBox="1"/>
          <p:nvPr/>
        </p:nvSpPr>
        <p:spPr>
          <a:xfrm>
            <a:off x="4726730" y="5165985"/>
            <a:ext cx="2266824" cy="1277273"/>
          </a:xfrm>
          <a:prstGeom prst="rect">
            <a:avLst/>
          </a:prstGeom>
          <a:noFill/>
        </p:spPr>
        <p:txBody>
          <a:bodyPr wrap="square" rtlCol="0">
            <a:spAutoFit/>
          </a:bodyPr>
          <a:lstStyle/>
          <a:p>
            <a:pPr algn="ctr"/>
            <a:r>
              <a:rPr lang="en-US" sz="1100" dirty="0"/>
              <a:t>Virus content must be </a:t>
            </a:r>
            <a:r>
              <a:rPr lang="en-US" sz="1100" b="1" dirty="0"/>
              <a:t>VALUABLE </a:t>
            </a:r>
            <a:r>
              <a:rPr lang="en-US" sz="1100" dirty="0"/>
              <a:t>enough to be shared. </a:t>
            </a:r>
          </a:p>
          <a:p>
            <a:pPr algn="ctr"/>
            <a:endParaRPr lang="en-US" sz="1100" dirty="0"/>
          </a:p>
          <a:p>
            <a:pPr algn="ctr"/>
            <a:r>
              <a:rPr lang="en-US" sz="1100" dirty="0"/>
              <a:t>If the content is not valuable, Virus will be rejected and will stop its spreading</a:t>
            </a:r>
          </a:p>
        </p:txBody>
      </p:sp>
      <p:sp>
        <p:nvSpPr>
          <p:cNvPr id="39" name="ZoneTexte 38">
            <a:extLst>
              <a:ext uri="{FF2B5EF4-FFF2-40B4-BE49-F238E27FC236}">
                <a16:creationId xmlns:a16="http://schemas.microsoft.com/office/drawing/2014/main" id="{4A4B977F-4605-4737-BCA9-39B3A5BD71C5}"/>
              </a:ext>
            </a:extLst>
          </p:cNvPr>
          <p:cNvSpPr txBox="1"/>
          <p:nvPr/>
        </p:nvSpPr>
        <p:spPr>
          <a:xfrm>
            <a:off x="7730910" y="5162647"/>
            <a:ext cx="2266824" cy="769441"/>
          </a:xfrm>
          <a:prstGeom prst="rect">
            <a:avLst/>
          </a:prstGeom>
          <a:noFill/>
        </p:spPr>
        <p:txBody>
          <a:bodyPr wrap="square" rtlCol="0">
            <a:spAutoFit/>
          </a:bodyPr>
          <a:lstStyle/>
          <a:p>
            <a:pPr algn="ctr"/>
            <a:r>
              <a:rPr lang="en-US" sz="1100" dirty="0"/>
              <a:t>Virus content must be </a:t>
            </a:r>
            <a:r>
              <a:rPr lang="en-US" sz="1100" b="1" dirty="0"/>
              <a:t>SMALL</a:t>
            </a:r>
            <a:r>
              <a:rPr lang="en-US" sz="1100" dirty="0"/>
              <a:t> enough to be memorized and spread with at least the SAME level of QUALITY </a:t>
            </a:r>
          </a:p>
        </p:txBody>
      </p:sp>
      <p:sp>
        <p:nvSpPr>
          <p:cNvPr id="41" name="ZoneTexte 40">
            <a:extLst>
              <a:ext uri="{FF2B5EF4-FFF2-40B4-BE49-F238E27FC236}">
                <a16:creationId xmlns:a16="http://schemas.microsoft.com/office/drawing/2014/main" id="{BB38C550-4B1C-4CD8-8207-4E9560680213}"/>
              </a:ext>
            </a:extLst>
          </p:cNvPr>
          <p:cNvSpPr txBox="1"/>
          <p:nvPr/>
        </p:nvSpPr>
        <p:spPr>
          <a:xfrm>
            <a:off x="1285104" y="5126382"/>
            <a:ext cx="2704270" cy="1107996"/>
          </a:xfrm>
          <a:prstGeom prst="rect">
            <a:avLst/>
          </a:prstGeom>
          <a:noFill/>
        </p:spPr>
        <p:txBody>
          <a:bodyPr wrap="square" rtlCol="0">
            <a:spAutoFit/>
          </a:bodyPr>
          <a:lstStyle/>
          <a:p>
            <a:pPr algn="ctr"/>
            <a:r>
              <a:rPr lang="en-US" sz="1100" dirty="0"/>
              <a:t>Virus content must be </a:t>
            </a:r>
            <a:r>
              <a:rPr lang="en-US" sz="1100" b="1" dirty="0"/>
              <a:t>COMPATIBLE</a:t>
            </a:r>
            <a:r>
              <a:rPr lang="en-US" sz="1100" dirty="0"/>
              <a:t> with the </a:t>
            </a:r>
            <a:r>
              <a:rPr lang="en-US" sz="1100" b="1" dirty="0"/>
              <a:t>TYPE OF LINK</a:t>
            </a:r>
            <a:r>
              <a:rPr lang="en-US" sz="1100" dirty="0"/>
              <a:t> within the Community. </a:t>
            </a:r>
          </a:p>
          <a:p>
            <a:pPr algn="ctr"/>
            <a:endParaRPr lang="en-US" sz="1100" dirty="0"/>
          </a:p>
          <a:p>
            <a:pPr algn="ctr"/>
            <a:r>
              <a:rPr lang="en-US" sz="1100" dirty="0" err="1"/>
              <a:t>Eg</a:t>
            </a:r>
            <a:r>
              <a:rPr lang="en-US" sz="1100" dirty="0"/>
              <a:t> : Professional content in a professional community</a:t>
            </a:r>
          </a:p>
        </p:txBody>
      </p:sp>
      <p:grpSp>
        <p:nvGrpSpPr>
          <p:cNvPr id="128" name="Groupe 127">
            <a:extLst>
              <a:ext uri="{FF2B5EF4-FFF2-40B4-BE49-F238E27FC236}">
                <a16:creationId xmlns:a16="http://schemas.microsoft.com/office/drawing/2014/main" id="{38C0887E-4FC4-4EE8-ACC1-8BE05F2F06C7}"/>
              </a:ext>
            </a:extLst>
          </p:cNvPr>
          <p:cNvGrpSpPr/>
          <p:nvPr/>
        </p:nvGrpSpPr>
        <p:grpSpPr>
          <a:xfrm>
            <a:off x="7535509" y="2708595"/>
            <a:ext cx="2926210" cy="972780"/>
            <a:chOff x="4374872" y="686194"/>
            <a:chExt cx="7963112" cy="2647232"/>
          </a:xfrm>
        </p:grpSpPr>
        <p:pic>
          <p:nvPicPr>
            <p:cNvPr id="112" name="Graphique 111" descr="Homme avec un remplissage uni">
              <a:extLst>
                <a:ext uri="{FF2B5EF4-FFF2-40B4-BE49-F238E27FC236}">
                  <a16:creationId xmlns:a16="http://schemas.microsoft.com/office/drawing/2014/main" id="{99A1032F-0B8A-47B7-BFF0-412A041A529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61023" y="2419026"/>
              <a:ext cx="914399" cy="914399"/>
            </a:xfrm>
            <a:prstGeom prst="rect">
              <a:avLst/>
            </a:prstGeom>
          </p:spPr>
        </p:pic>
        <p:cxnSp>
          <p:nvCxnSpPr>
            <p:cNvPr id="114" name="Connecteur droit 113">
              <a:extLst>
                <a:ext uri="{FF2B5EF4-FFF2-40B4-BE49-F238E27FC236}">
                  <a16:creationId xmlns:a16="http://schemas.microsoft.com/office/drawing/2014/main" id="{02351EE0-C668-4F4D-87C9-A72AFC88D62B}"/>
                </a:ext>
              </a:extLst>
            </p:cNvPr>
            <p:cNvCxnSpPr>
              <a:cxnSpLocks/>
              <a:stCxn id="112" idx="3"/>
              <a:endCxn id="115" idx="1"/>
            </p:cNvCxnSpPr>
            <p:nvPr/>
          </p:nvCxnSpPr>
          <p:spPr>
            <a:xfrm>
              <a:off x="5875422" y="2876226"/>
              <a:ext cx="606112" cy="0"/>
            </a:xfrm>
            <a:prstGeom prst="line">
              <a:avLst/>
            </a:prstGeom>
            <a:ln w="28575">
              <a:solidFill>
                <a:schemeClr val="accent3">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Graphique 114" descr="Femme avec un remplissage uni">
              <a:extLst>
                <a:ext uri="{FF2B5EF4-FFF2-40B4-BE49-F238E27FC236}">
                  <a16:creationId xmlns:a16="http://schemas.microsoft.com/office/drawing/2014/main" id="{36105958-B68A-4E97-A1EF-6EC8524021C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81534" y="2419026"/>
              <a:ext cx="914400" cy="914400"/>
            </a:xfrm>
            <a:prstGeom prst="rect">
              <a:avLst/>
            </a:prstGeom>
          </p:spPr>
        </p:pic>
        <p:pic>
          <p:nvPicPr>
            <p:cNvPr id="116" name="Graphique 115" descr="Homme avec un remplissage uni">
              <a:extLst>
                <a:ext uri="{FF2B5EF4-FFF2-40B4-BE49-F238E27FC236}">
                  <a16:creationId xmlns:a16="http://schemas.microsoft.com/office/drawing/2014/main" id="{AB913A61-B057-4B84-ADBA-809866FDE0E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801761" y="2419026"/>
              <a:ext cx="914400" cy="914400"/>
            </a:xfrm>
            <a:prstGeom prst="rect">
              <a:avLst/>
            </a:prstGeom>
          </p:spPr>
        </p:pic>
        <p:cxnSp>
          <p:nvCxnSpPr>
            <p:cNvPr id="117" name="Connecteur droit 116">
              <a:extLst>
                <a:ext uri="{FF2B5EF4-FFF2-40B4-BE49-F238E27FC236}">
                  <a16:creationId xmlns:a16="http://schemas.microsoft.com/office/drawing/2014/main" id="{29230991-31A2-4554-AAE8-E9519BF67C43}"/>
                </a:ext>
              </a:extLst>
            </p:cNvPr>
            <p:cNvCxnSpPr>
              <a:cxnSpLocks/>
              <a:stCxn id="116" idx="1"/>
              <a:endCxn id="115" idx="3"/>
            </p:cNvCxnSpPr>
            <p:nvPr/>
          </p:nvCxnSpPr>
          <p:spPr>
            <a:xfrm flipH="1">
              <a:off x="7395934" y="2876226"/>
              <a:ext cx="405827" cy="0"/>
            </a:xfrm>
            <a:prstGeom prst="line">
              <a:avLst/>
            </a:prstGeom>
            <a:ln w="28575">
              <a:solidFill>
                <a:schemeClr val="accent4">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8" name="Graphique 117" descr="Femme avec un remplissage uni">
              <a:extLst>
                <a:ext uri="{FF2B5EF4-FFF2-40B4-BE49-F238E27FC236}">
                  <a16:creationId xmlns:a16="http://schemas.microsoft.com/office/drawing/2014/main" id="{26BE5995-CB48-43D3-B715-8BAB5CDA879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29871" y="2413499"/>
              <a:ext cx="914400" cy="914400"/>
            </a:xfrm>
            <a:prstGeom prst="rect">
              <a:avLst/>
            </a:prstGeom>
          </p:spPr>
        </p:pic>
        <p:cxnSp>
          <p:nvCxnSpPr>
            <p:cNvPr id="119" name="Connecteur droit 118">
              <a:extLst>
                <a:ext uri="{FF2B5EF4-FFF2-40B4-BE49-F238E27FC236}">
                  <a16:creationId xmlns:a16="http://schemas.microsoft.com/office/drawing/2014/main" id="{A6C5C34E-DB84-4781-9B82-0DB1A3099F78}"/>
                </a:ext>
              </a:extLst>
            </p:cNvPr>
            <p:cNvCxnSpPr>
              <a:cxnSpLocks/>
              <a:stCxn id="116" idx="3"/>
              <a:endCxn id="118" idx="1"/>
            </p:cNvCxnSpPr>
            <p:nvPr/>
          </p:nvCxnSpPr>
          <p:spPr>
            <a:xfrm flipV="1">
              <a:off x="8716161" y="2870699"/>
              <a:ext cx="613710" cy="5527"/>
            </a:xfrm>
            <a:prstGeom prst="line">
              <a:avLst/>
            </a:prstGeom>
            <a:ln w="28575">
              <a:solidFill>
                <a:schemeClr val="accent4"/>
              </a:solidFill>
              <a:prstDash val="dash"/>
            </a:ln>
          </p:spPr>
          <p:style>
            <a:lnRef idx="1">
              <a:schemeClr val="accent1"/>
            </a:lnRef>
            <a:fillRef idx="0">
              <a:schemeClr val="accent1"/>
            </a:fillRef>
            <a:effectRef idx="0">
              <a:schemeClr val="accent1"/>
            </a:effectRef>
            <a:fontRef idx="minor">
              <a:schemeClr val="tx1"/>
            </a:fontRef>
          </p:style>
        </p:cxnSp>
        <p:pic>
          <p:nvPicPr>
            <p:cNvPr id="123" name="Image 122">
              <a:extLst>
                <a:ext uri="{FF2B5EF4-FFF2-40B4-BE49-F238E27FC236}">
                  <a16:creationId xmlns:a16="http://schemas.microsoft.com/office/drawing/2014/main" id="{2C702D8C-EEB8-4DE5-AA3B-7E1115EAD658}"/>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8498627" y="2667699"/>
              <a:ext cx="148461" cy="92832"/>
            </a:xfrm>
            <a:prstGeom prst="rect">
              <a:avLst/>
            </a:prstGeom>
          </p:spPr>
        </p:pic>
        <p:sp>
          <p:nvSpPr>
            <p:cNvPr id="124" name="Bulle narrative : ronde 123">
              <a:extLst>
                <a:ext uri="{FF2B5EF4-FFF2-40B4-BE49-F238E27FC236}">
                  <a16:creationId xmlns:a16="http://schemas.microsoft.com/office/drawing/2014/main" id="{56303AFB-0370-4578-8A1E-8C6BAB2D93DE}"/>
                </a:ext>
              </a:extLst>
            </p:cNvPr>
            <p:cNvSpPr/>
            <p:nvPr/>
          </p:nvSpPr>
          <p:spPr>
            <a:xfrm>
              <a:off x="4374872" y="686194"/>
              <a:ext cx="1961310" cy="1278663"/>
            </a:xfrm>
            <a:prstGeom prst="wedgeEllipseCallout">
              <a:avLst>
                <a:gd name="adj1" fmla="val 2059"/>
                <a:gd name="adj2" fmla="val 75737"/>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125" name="Bulle narrative : ronde 124">
              <a:extLst>
                <a:ext uri="{FF2B5EF4-FFF2-40B4-BE49-F238E27FC236}">
                  <a16:creationId xmlns:a16="http://schemas.microsoft.com/office/drawing/2014/main" id="{FCD75BAA-4C99-4E1C-BF3D-10C63A2320A7}"/>
                </a:ext>
              </a:extLst>
            </p:cNvPr>
            <p:cNvSpPr/>
            <p:nvPr/>
          </p:nvSpPr>
          <p:spPr>
            <a:xfrm>
              <a:off x="6447359" y="1569142"/>
              <a:ext cx="1375463" cy="534387"/>
            </a:xfrm>
            <a:prstGeom prst="wedgeEllipseCallout">
              <a:avLst>
                <a:gd name="adj1" fmla="val -13903"/>
                <a:gd name="adj2" fmla="val 99258"/>
              </a:avLst>
            </a:prstGeom>
            <a:solidFill>
              <a:schemeClr val="accent3">
                <a:lumMod val="75000"/>
              </a:schemeClr>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126" name="Bulle narrative : ronde 125">
              <a:extLst>
                <a:ext uri="{FF2B5EF4-FFF2-40B4-BE49-F238E27FC236}">
                  <a16:creationId xmlns:a16="http://schemas.microsoft.com/office/drawing/2014/main" id="{599B4FE4-257D-4A11-BB53-1338309A289A}"/>
                </a:ext>
              </a:extLst>
            </p:cNvPr>
            <p:cNvSpPr/>
            <p:nvPr/>
          </p:nvSpPr>
          <p:spPr>
            <a:xfrm>
              <a:off x="8081427" y="1863268"/>
              <a:ext cx="941588" cy="308142"/>
            </a:xfrm>
            <a:prstGeom prst="wedgeEllipseCallout">
              <a:avLst>
                <a:gd name="adj1" fmla="val -13903"/>
                <a:gd name="adj2" fmla="val 99258"/>
              </a:avLst>
            </a:prstGeom>
            <a:solidFill>
              <a:schemeClr val="accent3">
                <a:lumMod val="60000"/>
                <a:lumOff val="40000"/>
              </a:schemeClr>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solidFill>
                  <a:schemeClr val="tx1"/>
                </a:solidFill>
              </a:endParaRPr>
            </a:p>
          </p:txBody>
        </p:sp>
        <p:sp>
          <p:nvSpPr>
            <p:cNvPr id="127" name="Phylactère : pensées 126">
              <a:extLst>
                <a:ext uri="{FF2B5EF4-FFF2-40B4-BE49-F238E27FC236}">
                  <a16:creationId xmlns:a16="http://schemas.microsoft.com/office/drawing/2014/main" id="{3F13C55C-6E9A-40F0-9EC1-126F752F36C5}"/>
                </a:ext>
              </a:extLst>
            </p:cNvPr>
            <p:cNvSpPr/>
            <p:nvPr/>
          </p:nvSpPr>
          <p:spPr>
            <a:xfrm>
              <a:off x="10376674" y="1340744"/>
              <a:ext cx="1961310" cy="911566"/>
            </a:xfrm>
            <a:prstGeom prst="cloudCallout">
              <a:avLst>
                <a:gd name="adj1" fmla="val -70169"/>
                <a:gd name="adj2" fmla="val 6817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t>??????</a:t>
              </a:r>
            </a:p>
          </p:txBody>
        </p:sp>
      </p:grpSp>
      <p:grpSp>
        <p:nvGrpSpPr>
          <p:cNvPr id="161" name="Groupe 160">
            <a:extLst>
              <a:ext uri="{FF2B5EF4-FFF2-40B4-BE49-F238E27FC236}">
                <a16:creationId xmlns:a16="http://schemas.microsoft.com/office/drawing/2014/main" id="{C57DAEA3-DE3D-4680-80D0-42AF3FE48C5C}"/>
              </a:ext>
            </a:extLst>
          </p:cNvPr>
          <p:cNvGrpSpPr/>
          <p:nvPr/>
        </p:nvGrpSpPr>
        <p:grpSpPr>
          <a:xfrm>
            <a:off x="7802284" y="4161531"/>
            <a:ext cx="1925468" cy="528130"/>
            <a:chOff x="9494462" y="3853423"/>
            <a:chExt cx="1925468" cy="528130"/>
          </a:xfrm>
        </p:grpSpPr>
        <p:pic>
          <p:nvPicPr>
            <p:cNvPr id="134" name="Graphique 133" descr="Homme avec un remplissage uni">
              <a:extLst>
                <a:ext uri="{FF2B5EF4-FFF2-40B4-BE49-F238E27FC236}">
                  <a16:creationId xmlns:a16="http://schemas.microsoft.com/office/drawing/2014/main" id="{5382B801-3361-4775-A128-3BCA6ADEDC6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494462" y="4045538"/>
              <a:ext cx="336015" cy="336015"/>
            </a:xfrm>
            <a:prstGeom prst="rect">
              <a:avLst/>
            </a:prstGeom>
          </p:spPr>
        </p:pic>
        <p:sp>
          <p:nvSpPr>
            <p:cNvPr id="135" name="Bulle narrative : ronde 134">
              <a:extLst>
                <a:ext uri="{FF2B5EF4-FFF2-40B4-BE49-F238E27FC236}">
                  <a16:creationId xmlns:a16="http://schemas.microsoft.com/office/drawing/2014/main" id="{9ACD3425-C8C4-4AF4-B554-8EC776EC3FCD}"/>
                </a:ext>
              </a:extLst>
            </p:cNvPr>
            <p:cNvSpPr/>
            <p:nvPr/>
          </p:nvSpPr>
          <p:spPr>
            <a:xfrm>
              <a:off x="9567437" y="3877532"/>
              <a:ext cx="263040" cy="108283"/>
            </a:xfrm>
            <a:prstGeom prst="wedgeEllipseCallout">
              <a:avLst>
                <a:gd name="adj1" fmla="val -9868"/>
                <a:gd name="adj2" fmla="val 9899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cxnSp>
          <p:nvCxnSpPr>
            <p:cNvPr id="136" name="Connecteur droit 135">
              <a:extLst>
                <a:ext uri="{FF2B5EF4-FFF2-40B4-BE49-F238E27FC236}">
                  <a16:creationId xmlns:a16="http://schemas.microsoft.com/office/drawing/2014/main" id="{5D5B046E-9425-47D7-A6C8-FDB65AE32D87}"/>
                </a:ext>
              </a:extLst>
            </p:cNvPr>
            <p:cNvCxnSpPr>
              <a:cxnSpLocks/>
              <a:stCxn id="134" idx="3"/>
            </p:cNvCxnSpPr>
            <p:nvPr/>
          </p:nvCxnSpPr>
          <p:spPr>
            <a:xfrm flipV="1">
              <a:off x="9830477" y="4213545"/>
              <a:ext cx="247240" cy="1"/>
            </a:xfrm>
            <a:prstGeom prst="line">
              <a:avLst/>
            </a:prstGeom>
            <a:ln w="28575">
              <a:solidFill>
                <a:schemeClr val="accent3">
                  <a:lumMod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139" name="Graphique 138" descr="Homme avec un remplissage uni">
              <a:extLst>
                <a:ext uri="{FF2B5EF4-FFF2-40B4-BE49-F238E27FC236}">
                  <a16:creationId xmlns:a16="http://schemas.microsoft.com/office/drawing/2014/main" id="{3D077476-C8CF-4574-9456-E3EA307CE81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25481" y="4045538"/>
              <a:ext cx="336015" cy="336015"/>
            </a:xfrm>
            <a:prstGeom prst="rect">
              <a:avLst/>
            </a:prstGeom>
          </p:spPr>
        </p:pic>
        <p:pic>
          <p:nvPicPr>
            <p:cNvPr id="140" name="Graphique 139" descr="Homme avec un remplissage uni">
              <a:extLst>
                <a:ext uri="{FF2B5EF4-FFF2-40B4-BE49-F238E27FC236}">
                  <a16:creationId xmlns:a16="http://schemas.microsoft.com/office/drawing/2014/main" id="{E20CE5BB-8E14-4F1D-A2A9-C519341F826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556500" y="4042514"/>
              <a:ext cx="336015" cy="336015"/>
            </a:xfrm>
            <a:prstGeom prst="rect">
              <a:avLst/>
            </a:prstGeom>
          </p:spPr>
        </p:pic>
        <p:pic>
          <p:nvPicPr>
            <p:cNvPr id="141" name="Graphique 140" descr="Homme avec un remplissage uni">
              <a:extLst>
                <a:ext uri="{FF2B5EF4-FFF2-40B4-BE49-F238E27FC236}">
                  <a16:creationId xmlns:a16="http://schemas.microsoft.com/office/drawing/2014/main" id="{2742EBF7-A42B-4F0B-964D-E964097E7DD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065434" y="4042514"/>
              <a:ext cx="336015" cy="336015"/>
            </a:xfrm>
            <a:prstGeom prst="rect">
              <a:avLst/>
            </a:prstGeom>
          </p:spPr>
        </p:pic>
        <p:cxnSp>
          <p:nvCxnSpPr>
            <p:cNvPr id="142" name="Connecteur droit 141">
              <a:extLst>
                <a:ext uri="{FF2B5EF4-FFF2-40B4-BE49-F238E27FC236}">
                  <a16:creationId xmlns:a16="http://schemas.microsoft.com/office/drawing/2014/main" id="{7C771D15-9AB9-41B1-A3DC-C70A174C7680}"/>
                </a:ext>
              </a:extLst>
            </p:cNvPr>
            <p:cNvCxnSpPr>
              <a:cxnSpLocks/>
              <a:stCxn id="140" idx="1"/>
              <a:endCxn id="139" idx="3"/>
            </p:cNvCxnSpPr>
            <p:nvPr/>
          </p:nvCxnSpPr>
          <p:spPr>
            <a:xfrm flipH="1">
              <a:off x="10361496" y="4210522"/>
              <a:ext cx="195004" cy="3024"/>
            </a:xfrm>
            <a:prstGeom prst="line">
              <a:avLst/>
            </a:prstGeom>
            <a:ln w="28575">
              <a:solidFill>
                <a:schemeClr val="accent3">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DAF7A8DC-75CF-4E47-A0B7-C2D33342318E}"/>
                </a:ext>
              </a:extLst>
            </p:cNvPr>
            <p:cNvCxnSpPr>
              <a:cxnSpLocks/>
              <a:stCxn id="141" idx="1"/>
              <a:endCxn id="140" idx="3"/>
            </p:cNvCxnSpPr>
            <p:nvPr/>
          </p:nvCxnSpPr>
          <p:spPr>
            <a:xfrm flipH="1">
              <a:off x="10892515" y="4210522"/>
              <a:ext cx="172919" cy="0"/>
            </a:xfrm>
            <a:prstGeom prst="line">
              <a:avLst/>
            </a:prstGeom>
            <a:ln w="28575">
              <a:solidFill>
                <a:schemeClr val="accent3">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48" name="Bulle narrative : ronde 147">
              <a:extLst>
                <a:ext uri="{FF2B5EF4-FFF2-40B4-BE49-F238E27FC236}">
                  <a16:creationId xmlns:a16="http://schemas.microsoft.com/office/drawing/2014/main" id="{EAA4A6A3-0C0E-45DF-87CF-58E1E05DAA8A}"/>
                </a:ext>
              </a:extLst>
            </p:cNvPr>
            <p:cNvSpPr/>
            <p:nvPr/>
          </p:nvSpPr>
          <p:spPr>
            <a:xfrm>
              <a:off x="10098456" y="3869223"/>
              <a:ext cx="263040" cy="108283"/>
            </a:xfrm>
            <a:prstGeom prst="wedgeEllipseCallout">
              <a:avLst>
                <a:gd name="adj1" fmla="val -9868"/>
                <a:gd name="adj2" fmla="val 9899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149" name="Bulle narrative : ronde 148">
              <a:extLst>
                <a:ext uri="{FF2B5EF4-FFF2-40B4-BE49-F238E27FC236}">
                  <a16:creationId xmlns:a16="http://schemas.microsoft.com/office/drawing/2014/main" id="{6DC7616A-E415-44A0-8A14-14EC7158DDC3}"/>
                </a:ext>
              </a:extLst>
            </p:cNvPr>
            <p:cNvSpPr/>
            <p:nvPr/>
          </p:nvSpPr>
          <p:spPr>
            <a:xfrm>
              <a:off x="10654976" y="3859330"/>
              <a:ext cx="263040" cy="108283"/>
            </a:xfrm>
            <a:prstGeom prst="wedgeEllipseCallout">
              <a:avLst>
                <a:gd name="adj1" fmla="val -9868"/>
                <a:gd name="adj2" fmla="val 9899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150" name="Bulle narrative : ronde 149">
              <a:extLst>
                <a:ext uri="{FF2B5EF4-FFF2-40B4-BE49-F238E27FC236}">
                  <a16:creationId xmlns:a16="http://schemas.microsoft.com/office/drawing/2014/main" id="{6E92CE48-5B3A-4A04-A011-9CBD23B27CBE}"/>
                </a:ext>
              </a:extLst>
            </p:cNvPr>
            <p:cNvSpPr/>
            <p:nvPr/>
          </p:nvSpPr>
          <p:spPr>
            <a:xfrm>
              <a:off x="11156890" y="3853423"/>
              <a:ext cx="263040" cy="108283"/>
            </a:xfrm>
            <a:prstGeom prst="wedgeEllipseCallout">
              <a:avLst>
                <a:gd name="adj1" fmla="val -9868"/>
                <a:gd name="adj2" fmla="val 9899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grpSp>
      <p:pic>
        <p:nvPicPr>
          <p:cNvPr id="256" name="Graphique 255" descr="Surf avec un remplissage uni">
            <a:extLst>
              <a:ext uri="{FF2B5EF4-FFF2-40B4-BE49-F238E27FC236}">
                <a16:creationId xmlns:a16="http://schemas.microsoft.com/office/drawing/2014/main" id="{EC5D219D-3201-4B3C-8E61-B3773126C20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884968" y="2752033"/>
            <a:ext cx="568650" cy="568650"/>
          </a:xfrm>
          <a:prstGeom prst="rect">
            <a:avLst/>
          </a:prstGeom>
        </p:spPr>
      </p:pic>
      <p:pic>
        <p:nvPicPr>
          <p:cNvPr id="258" name="Graphique 257" descr="Surf avec un remplissage uni">
            <a:extLst>
              <a:ext uri="{FF2B5EF4-FFF2-40B4-BE49-F238E27FC236}">
                <a16:creationId xmlns:a16="http://schemas.microsoft.com/office/drawing/2014/main" id="{43374ED3-18D5-4BF5-B0E5-14DE7511B83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18501" y="3088038"/>
            <a:ext cx="411080" cy="411080"/>
          </a:xfrm>
          <a:prstGeom prst="rect">
            <a:avLst/>
          </a:prstGeom>
        </p:spPr>
      </p:pic>
      <p:pic>
        <p:nvPicPr>
          <p:cNvPr id="259" name="Graphique 258" descr="Surf avec un remplissage uni">
            <a:extLst>
              <a:ext uri="{FF2B5EF4-FFF2-40B4-BE49-F238E27FC236}">
                <a16:creationId xmlns:a16="http://schemas.microsoft.com/office/drawing/2014/main" id="{188B2385-6042-4C44-8DC1-8375B0F9A37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864666" y="2458671"/>
            <a:ext cx="411080" cy="411080"/>
          </a:xfrm>
          <a:prstGeom prst="rect">
            <a:avLst/>
          </a:prstGeom>
        </p:spPr>
      </p:pic>
      <p:pic>
        <p:nvPicPr>
          <p:cNvPr id="260" name="Graphique 259" descr="Surf avec un remplissage uni">
            <a:extLst>
              <a:ext uri="{FF2B5EF4-FFF2-40B4-BE49-F238E27FC236}">
                <a16:creationId xmlns:a16="http://schemas.microsoft.com/office/drawing/2014/main" id="{51A2609F-1AC3-4219-B19C-E4376683713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389376" y="2196632"/>
            <a:ext cx="262039" cy="262039"/>
          </a:xfrm>
          <a:prstGeom prst="rect">
            <a:avLst/>
          </a:prstGeom>
        </p:spPr>
      </p:pic>
      <p:pic>
        <p:nvPicPr>
          <p:cNvPr id="261" name="Graphique 260" descr="Surf avec un remplissage uni">
            <a:extLst>
              <a:ext uri="{FF2B5EF4-FFF2-40B4-BE49-F238E27FC236}">
                <a16:creationId xmlns:a16="http://schemas.microsoft.com/office/drawing/2014/main" id="{B4F0ABAD-5C0C-487E-8E15-A63DCD67440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408301" y="2532131"/>
            <a:ext cx="262039" cy="262039"/>
          </a:xfrm>
          <a:prstGeom prst="rect">
            <a:avLst/>
          </a:prstGeom>
        </p:spPr>
      </p:pic>
      <p:pic>
        <p:nvPicPr>
          <p:cNvPr id="262" name="Graphique 261" descr="Surf avec un remplissage uni">
            <a:extLst>
              <a:ext uri="{FF2B5EF4-FFF2-40B4-BE49-F238E27FC236}">
                <a16:creationId xmlns:a16="http://schemas.microsoft.com/office/drawing/2014/main" id="{1B5F5B70-C7BB-4F03-B466-42509445E68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498211" y="2910273"/>
            <a:ext cx="262039" cy="262039"/>
          </a:xfrm>
          <a:prstGeom prst="rect">
            <a:avLst/>
          </a:prstGeom>
        </p:spPr>
      </p:pic>
      <p:pic>
        <p:nvPicPr>
          <p:cNvPr id="263" name="Graphique 262" descr="Surf avec un remplissage uni">
            <a:extLst>
              <a:ext uri="{FF2B5EF4-FFF2-40B4-BE49-F238E27FC236}">
                <a16:creationId xmlns:a16="http://schemas.microsoft.com/office/drawing/2014/main" id="{CE3838BF-C0AF-4464-A44F-6F7B8C65897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506929" y="3257174"/>
            <a:ext cx="262039" cy="262039"/>
          </a:xfrm>
          <a:prstGeom prst="rect">
            <a:avLst/>
          </a:prstGeom>
        </p:spPr>
      </p:pic>
      <p:cxnSp>
        <p:nvCxnSpPr>
          <p:cNvPr id="265" name="Connecteur droit 264">
            <a:extLst>
              <a:ext uri="{FF2B5EF4-FFF2-40B4-BE49-F238E27FC236}">
                <a16:creationId xmlns:a16="http://schemas.microsoft.com/office/drawing/2014/main" id="{75CF6AD2-49C7-48DF-80B5-7B221ACDFA64}"/>
              </a:ext>
            </a:extLst>
          </p:cNvPr>
          <p:cNvCxnSpPr>
            <a:stCxn id="256" idx="3"/>
            <a:endCxn id="259" idx="1"/>
          </p:cNvCxnSpPr>
          <p:nvPr/>
        </p:nvCxnSpPr>
        <p:spPr>
          <a:xfrm flipV="1">
            <a:off x="2453618" y="2664211"/>
            <a:ext cx="411048" cy="372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Connecteur droit 265">
            <a:extLst>
              <a:ext uri="{FF2B5EF4-FFF2-40B4-BE49-F238E27FC236}">
                <a16:creationId xmlns:a16="http://schemas.microsoft.com/office/drawing/2014/main" id="{93E82114-E7E2-4294-88FE-8ABE296D79D7}"/>
              </a:ext>
            </a:extLst>
          </p:cNvPr>
          <p:cNvCxnSpPr>
            <a:cxnSpLocks/>
            <a:stCxn id="256" idx="3"/>
            <a:endCxn id="258" idx="1"/>
          </p:cNvCxnSpPr>
          <p:nvPr/>
        </p:nvCxnSpPr>
        <p:spPr>
          <a:xfrm>
            <a:off x="2453618" y="3036358"/>
            <a:ext cx="464883" cy="2572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9" name="Connecteur droit 268">
            <a:extLst>
              <a:ext uri="{FF2B5EF4-FFF2-40B4-BE49-F238E27FC236}">
                <a16:creationId xmlns:a16="http://schemas.microsoft.com/office/drawing/2014/main" id="{BC60D156-2673-475F-9FCF-8941C879D578}"/>
              </a:ext>
            </a:extLst>
          </p:cNvPr>
          <p:cNvCxnSpPr>
            <a:cxnSpLocks/>
            <a:stCxn id="258" idx="3"/>
            <a:endCxn id="262" idx="1"/>
          </p:cNvCxnSpPr>
          <p:nvPr/>
        </p:nvCxnSpPr>
        <p:spPr>
          <a:xfrm flipV="1">
            <a:off x="3329581" y="3041293"/>
            <a:ext cx="168630" cy="2522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0" name="Connecteur droit 269">
            <a:extLst>
              <a:ext uri="{FF2B5EF4-FFF2-40B4-BE49-F238E27FC236}">
                <a16:creationId xmlns:a16="http://schemas.microsoft.com/office/drawing/2014/main" id="{6172190C-033F-422A-A752-E8D96A2A705C}"/>
              </a:ext>
            </a:extLst>
          </p:cNvPr>
          <p:cNvCxnSpPr>
            <a:cxnSpLocks/>
            <a:stCxn id="259" idx="3"/>
            <a:endCxn id="260" idx="1"/>
          </p:cNvCxnSpPr>
          <p:nvPr/>
        </p:nvCxnSpPr>
        <p:spPr>
          <a:xfrm flipV="1">
            <a:off x="3275746" y="2327652"/>
            <a:ext cx="113630" cy="336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1" name="Connecteur droit 270">
            <a:extLst>
              <a:ext uri="{FF2B5EF4-FFF2-40B4-BE49-F238E27FC236}">
                <a16:creationId xmlns:a16="http://schemas.microsoft.com/office/drawing/2014/main" id="{F4F89A41-BDA0-46E2-8BD1-8FBB8210258A}"/>
              </a:ext>
            </a:extLst>
          </p:cNvPr>
          <p:cNvCxnSpPr>
            <a:cxnSpLocks/>
            <a:stCxn id="259" idx="3"/>
            <a:endCxn id="261" idx="1"/>
          </p:cNvCxnSpPr>
          <p:nvPr/>
        </p:nvCxnSpPr>
        <p:spPr>
          <a:xfrm flipV="1">
            <a:off x="3275746" y="2663151"/>
            <a:ext cx="132555" cy="1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2" name="Connecteur droit 271">
            <a:extLst>
              <a:ext uri="{FF2B5EF4-FFF2-40B4-BE49-F238E27FC236}">
                <a16:creationId xmlns:a16="http://schemas.microsoft.com/office/drawing/2014/main" id="{5A9D9498-C558-431A-9920-21BF2A243F11}"/>
              </a:ext>
            </a:extLst>
          </p:cNvPr>
          <p:cNvCxnSpPr>
            <a:cxnSpLocks/>
            <a:stCxn id="258" idx="3"/>
            <a:endCxn id="263" idx="1"/>
          </p:cNvCxnSpPr>
          <p:nvPr/>
        </p:nvCxnSpPr>
        <p:spPr>
          <a:xfrm>
            <a:off x="3329581" y="3293578"/>
            <a:ext cx="177348" cy="94616"/>
          </a:xfrm>
          <a:prstGeom prst="line">
            <a:avLst/>
          </a:prstGeom>
        </p:spPr>
        <p:style>
          <a:lnRef idx="1">
            <a:schemeClr val="accent1"/>
          </a:lnRef>
          <a:fillRef idx="0">
            <a:schemeClr val="accent1"/>
          </a:fillRef>
          <a:effectRef idx="0">
            <a:schemeClr val="accent1"/>
          </a:effectRef>
          <a:fontRef idx="minor">
            <a:schemeClr val="tx1"/>
          </a:fontRef>
        </p:style>
      </p:cxnSp>
      <p:grpSp>
        <p:nvGrpSpPr>
          <p:cNvPr id="309" name="Groupe 308">
            <a:extLst>
              <a:ext uri="{FF2B5EF4-FFF2-40B4-BE49-F238E27FC236}">
                <a16:creationId xmlns:a16="http://schemas.microsoft.com/office/drawing/2014/main" id="{8535EABE-EE8D-43F4-8627-8BBB20EE3722}"/>
              </a:ext>
            </a:extLst>
          </p:cNvPr>
          <p:cNvGrpSpPr/>
          <p:nvPr/>
        </p:nvGrpSpPr>
        <p:grpSpPr>
          <a:xfrm>
            <a:off x="1923539" y="2188605"/>
            <a:ext cx="720724" cy="469871"/>
            <a:chOff x="3572114" y="2055688"/>
            <a:chExt cx="720724" cy="469871"/>
          </a:xfrm>
        </p:grpSpPr>
        <p:sp>
          <p:nvSpPr>
            <p:cNvPr id="284" name="Bulle narrative : ronde 283">
              <a:extLst>
                <a:ext uri="{FF2B5EF4-FFF2-40B4-BE49-F238E27FC236}">
                  <a16:creationId xmlns:a16="http://schemas.microsoft.com/office/drawing/2014/main" id="{6BD3845B-8EBD-40BA-84EE-C5101D7DB00B}"/>
                </a:ext>
              </a:extLst>
            </p:cNvPr>
            <p:cNvSpPr/>
            <p:nvPr/>
          </p:nvSpPr>
          <p:spPr>
            <a:xfrm>
              <a:off x="3572114" y="2055688"/>
              <a:ext cx="720724" cy="469871"/>
            </a:xfrm>
            <a:prstGeom prst="wedgeEllipseCallout">
              <a:avLst>
                <a:gd name="adj1" fmla="val -18205"/>
                <a:gd name="adj2" fmla="val 6627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pic>
          <p:nvPicPr>
            <p:cNvPr id="285" name="Graphique 284" descr="Surf avec un remplissage uni">
              <a:extLst>
                <a:ext uri="{FF2B5EF4-FFF2-40B4-BE49-F238E27FC236}">
                  <a16:creationId xmlns:a16="http://schemas.microsoft.com/office/drawing/2014/main" id="{3D26B787-42C1-47C3-AFFB-C1DF7ADB6BD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785028" y="2173053"/>
              <a:ext cx="253183" cy="253183"/>
            </a:xfrm>
            <a:prstGeom prst="rect">
              <a:avLst/>
            </a:prstGeom>
          </p:spPr>
        </p:pic>
      </p:grpSp>
      <p:cxnSp>
        <p:nvCxnSpPr>
          <p:cNvPr id="293" name="Connecteur droit 292">
            <a:extLst>
              <a:ext uri="{FF2B5EF4-FFF2-40B4-BE49-F238E27FC236}">
                <a16:creationId xmlns:a16="http://schemas.microsoft.com/office/drawing/2014/main" id="{D9A63C6C-E821-44E9-8C22-44BE52555341}"/>
              </a:ext>
            </a:extLst>
          </p:cNvPr>
          <p:cNvCxnSpPr>
            <a:cxnSpLocks/>
            <a:stCxn id="302" idx="3"/>
            <a:endCxn id="305" idx="1"/>
          </p:cNvCxnSpPr>
          <p:nvPr/>
        </p:nvCxnSpPr>
        <p:spPr>
          <a:xfrm flipV="1">
            <a:off x="2440993" y="4076657"/>
            <a:ext cx="404077" cy="3640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4" name="Connecteur droit 293">
            <a:extLst>
              <a:ext uri="{FF2B5EF4-FFF2-40B4-BE49-F238E27FC236}">
                <a16:creationId xmlns:a16="http://schemas.microsoft.com/office/drawing/2014/main" id="{664359CD-7FB8-4E51-9C34-208D1C44B996}"/>
              </a:ext>
            </a:extLst>
          </p:cNvPr>
          <p:cNvCxnSpPr>
            <a:cxnSpLocks/>
            <a:stCxn id="302" idx="3"/>
            <a:endCxn id="306" idx="1"/>
          </p:cNvCxnSpPr>
          <p:nvPr/>
        </p:nvCxnSpPr>
        <p:spPr>
          <a:xfrm>
            <a:off x="2440993" y="4440734"/>
            <a:ext cx="432991" cy="258147"/>
          </a:xfrm>
          <a:prstGeom prst="line">
            <a:avLst/>
          </a:prstGeom>
        </p:spPr>
        <p:style>
          <a:lnRef idx="1">
            <a:schemeClr val="accent1"/>
          </a:lnRef>
          <a:fillRef idx="0">
            <a:schemeClr val="accent1"/>
          </a:fillRef>
          <a:effectRef idx="0">
            <a:schemeClr val="accent1"/>
          </a:effectRef>
          <a:fontRef idx="minor">
            <a:schemeClr val="tx1"/>
          </a:fontRef>
        </p:style>
      </p:cxnSp>
      <p:sp>
        <p:nvSpPr>
          <p:cNvPr id="299" name="Bulle narrative : ronde 298">
            <a:extLst>
              <a:ext uri="{FF2B5EF4-FFF2-40B4-BE49-F238E27FC236}">
                <a16:creationId xmlns:a16="http://schemas.microsoft.com/office/drawing/2014/main" id="{DE658E19-DFD1-49B6-BD63-CEFE9CD442AB}"/>
              </a:ext>
            </a:extLst>
          </p:cNvPr>
          <p:cNvSpPr/>
          <p:nvPr/>
        </p:nvSpPr>
        <p:spPr>
          <a:xfrm>
            <a:off x="1903943" y="3637665"/>
            <a:ext cx="720724" cy="469871"/>
          </a:xfrm>
          <a:prstGeom prst="wedgeEllipseCallout">
            <a:avLst>
              <a:gd name="adj1" fmla="val -18205"/>
              <a:gd name="adj2" fmla="val 6627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pic>
        <p:nvPicPr>
          <p:cNvPr id="300" name="Graphique 299" descr="Surf avec un remplissage uni">
            <a:extLst>
              <a:ext uri="{FF2B5EF4-FFF2-40B4-BE49-F238E27FC236}">
                <a16:creationId xmlns:a16="http://schemas.microsoft.com/office/drawing/2014/main" id="{7FF26233-3F6A-4774-A718-DA04804A686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16857" y="3755030"/>
            <a:ext cx="253183" cy="253183"/>
          </a:xfrm>
          <a:prstGeom prst="rect">
            <a:avLst/>
          </a:prstGeom>
        </p:spPr>
      </p:pic>
      <p:pic>
        <p:nvPicPr>
          <p:cNvPr id="302" name="Graphique 301" descr="Employé de bureau avec un remplissage uni">
            <a:extLst>
              <a:ext uri="{FF2B5EF4-FFF2-40B4-BE49-F238E27FC236}">
                <a16:creationId xmlns:a16="http://schemas.microsoft.com/office/drawing/2014/main" id="{82F74321-8219-4816-9CB6-F7F40A92250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077793" y="4259134"/>
            <a:ext cx="363200" cy="363200"/>
          </a:xfrm>
          <a:prstGeom prst="rect">
            <a:avLst/>
          </a:prstGeom>
        </p:spPr>
      </p:pic>
      <p:pic>
        <p:nvPicPr>
          <p:cNvPr id="305" name="Graphique 304" descr="Employé de bureau avec un remplissage uni">
            <a:extLst>
              <a:ext uri="{FF2B5EF4-FFF2-40B4-BE49-F238E27FC236}">
                <a16:creationId xmlns:a16="http://schemas.microsoft.com/office/drawing/2014/main" id="{FD175D51-D94F-48B8-964F-DB3E6D9FB97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845070" y="3895057"/>
            <a:ext cx="363200" cy="363200"/>
          </a:xfrm>
          <a:prstGeom prst="rect">
            <a:avLst/>
          </a:prstGeom>
        </p:spPr>
      </p:pic>
      <p:pic>
        <p:nvPicPr>
          <p:cNvPr id="306" name="Graphique 305" descr="Employé de bureau avec un remplissage uni">
            <a:extLst>
              <a:ext uri="{FF2B5EF4-FFF2-40B4-BE49-F238E27FC236}">
                <a16:creationId xmlns:a16="http://schemas.microsoft.com/office/drawing/2014/main" id="{EE376C7A-9422-4AA5-9A23-563134076F0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873984" y="4517281"/>
            <a:ext cx="363200" cy="363200"/>
          </a:xfrm>
          <a:prstGeom prst="rect">
            <a:avLst/>
          </a:prstGeom>
        </p:spPr>
      </p:pic>
      <p:grpSp>
        <p:nvGrpSpPr>
          <p:cNvPr id="310" name="Groupe 309">
            <a:extLst>
              <a:ext uri="{FF2B5EF4-FFF2-40B4-BE49-F238E27FC236}">
                <a16:creationId xmlns:a16="http://schemas.microsoft.com/office/drawing/2014/main" id="{052E7CF9-96C4-4F20-9A6A-1754AA8C785F}"/>
              </a:ext>
            </a:extLst>
          </p:cNvPr>
          <p:cNvGrpSpPr/>
          <p:nvPr/>
        </p:nvGrpSpPr>
        <p:grpSpPr>
          <a:xfrm>
            <a:off x="2895516" y="2114915"/>
            <a:ext cx="443615" cy="289212"/>
            <a:chOff x="3572114" y="2055688"/>
            <a:chExt cx="720724" cy="469871"/>
          </a:xfrm>
        </p:grpSpPr>
        <p:sp>
          <p:nvSpPr>
            <p:cNvPr id="311" name="Bulle narrative : ronde 310">
              <a:extLst>
                <a:ext uri="{FF2B5EF4-FFF2-40B4-BE49-F238E27FC236}">
                  <a16:creationId xmlns:a16="http://schemas.microsoft.com/office/drawing/2014/main" id="{B3E87C4E-35C3-49FD-B00A-648C9F29AAFE}"/>
                </a:ext>
              </a:extLst>
            </p:cNvPr>
            <p:cNvSpPr/>
            <p:nvPr/>
          </p:nvSpPr>
          <p:spPr>
            <a:xfrm>
              <a:off x="3572114" y="2055688"/>
              <a:ext cx="720724" cy="469871"/>
            </a:xfrm>
            <a:prstGeom prst="wedgeEllipseCallout">
              <a:avLst>
                <a:gd name="adj1" fmla="val -18205"/>
                <a:gd name="adj2" fmla="val 6627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pic>
          <p:nvPicPr>
            <p:cNvPr id="312" name="Graphique 311" descr="Surf avec un remplissage uni">
              <a:extLst>
                <a:ext uri="{FF2B5EF4-FFF2-40B4-BE49-F238E27FC236}">
                  <a16:creationId xmlns:a16="http://schemas.microsoft.com/office/drawing/2014/main" id="{C7160A5D-6E60-49C4-A3D5-0FEDB1BDD74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785028" y="2173053"/>
              <a:ext cx="253183" cy="253183"/>
            </a:xfrm>
            <a:prstGeom prst="rect">
              <a:avLst/>
            </a:prstGeom>
          </p:spPr>
        </p:pic>
      </p:grpSp>
      <p:grpSp>
        <p:nvGrpSpPr>
          <p:cNvPr id="313" name="Groupe 312">
            <a:extLst>
              <a:ext uri="{FF2B5EF4-FFF2-40B4-BE49-F238E27FC236}">
                <a16:creationId xmlns:a16="http://schemas.microsoft.com/office/drawing/2014/main" id="{75DF176A-774C-4B46-A989-B1A849690300}"/>
              </a:ext>
            </a:extLst>
          </p:cNvPr>
          <p:cNvGrpSpPr/>
          <p:nvPr/>
        </p:nvGrpSpPr>
        <p:grpSpPr>
          <a:xfrm>
            <a:off x="3429607" y="1880263"/>
            <a:ext cx="443615" cy="289212"/>
            <a:chOff x="3572114" y="2055688"/>
            <a:chExt cx="720724" cy="469871"/>
          </a:xfrm>
        </p:grpSpPr>
        <p:sp>
          <p:nvSpPr>
            <p:cNvPr id="314" name="Bulle narrative : ronde 313">
              <a:extLst>
                <a:ext uri="{FF2B5EF4-FFF2-40B4-BE49-F238E27FC236}">
                  <a16:creationId xmlns:a16="http://schemas.microsoft.com/office/drawing/2014/main" id="{E3AD83D5-F4D7-40DB-BF76-79DE22D126A7}"/>
                </a:ext>
              </a:extLst>
            </p:cNvPr>
            <p:cNvSpPr/>
            <p:nvPr/>
          </p:nvSpPr>
          <p:spPr>
            <a:xfrm>
              <a:off x="3572114" y="2055688"/>
              <a:ext cx="720724" cy="469871"/>
            </a:xfrm>
            <a:prstGeom prst="wedgeEllipseCallout">
              <a:avLst>
                <a:gd name="adj1" fmla="val -18205"/>
                <a:gd name="adj2" fmla="val 6627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pic>
          <p:nvPicPr>
            <p:cNvPr id="315" name="Graphique 314" descr="Surf avec un remplissage uni">
              <a:extLst>
                <a:ext uri="{FF2B5EF4-FFF2-40B4-BE49-F238E27FC236}">
                  <a16:creationId xmlns:a16="http://schemas.microsoft.com/office/drawing/2014/main" id="{DBD2C1FB-9311-4BF2-9D3D-E05CDB443A4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785028" y="2173053"/>
              <a:ext cx="253183" cy="253183"/>
            </a:xfrm>
            <a:prstGeom prst="rect">
              <a:avLst/>
            </a:prstGeom>
          </p:spPr>
        </p:pic>
      </p:grpSp>
      <p:grpSp>
        <p:nvGrpSpPr>
          <p:cNvPr id="316" name="Groupe 315">
            <a:extLst>
              <a:ext uri="{FF2B5EF4-FFF2-40B4-BE49-F238E27FC236}">
                <a16:creationId xmlns:a16="http://schemas.microsoft.com/office/drawing/2014/main" id="{051F9C41-9AFC-4639-B2D6-B20069D59052}"/>
              </a:ext>
            </a:extLst>
          </p:cNvPr>
          <p:cNvGrpSpPr/>
          <p:nvPr/>
        </p:nvGrpSpPr>
        <p:grpSpPr>
          <a:xfrm>
            <a:off x="3053525" y="2851035"/>
            <a:ext cx="443615" cy="289212"/>
            <a:chOff x="3572114" y="2055691"/>
            <a:chExt cx="720724" cy="469872"/>
          </a:xfrm>
        </p:grpSpPr>
        <p:sp>
          <p:nvSpPr>
            <p:cNvPr id="317" name="Bulle narrative : ronde 316">
              <a:extLst>
                <a:ext uri="{FF2B5EF4-FFF2-40B4-BE49-F238E27FC236}">
                  <a16:creationId xmlns:a16="http://schemas.microsoft.com/office/drawing/2014/main" id="{5ACFB135-CF7D-45B2-A3C7-CD8CE4027F9F}"/>
                </a:ext>
              </a:extLst>
            </p:cNvPr>
            <p:cNvSpPr/>
            <p:nvPr/>
          </p:nvSpPr>
          <p:spPr>
            <a:xfrm>
              <a:off x="3572114" y="2055691"/>
              <a:ext cx="720724" cy="469872"/>
            </a:xfrm>
            <a:prstGeom prst="wedgeEllipseCallout">
              <a:avLst>
                <a:gd name="adj1" fmla="val -18205"/>
                <a:gd name="adj2" fmla="val 6627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pic>
          <p:nvPicPr>
            <p:cNvPr id="318" name="Graphique 317" descr="Surf avec un remplissage uni">
              <a:extLst>
                <a:ext uri="{FF2B5EF4-FFF2-40B4-BE49-F238E27FC236}">
                  <a16:creationId xmlns:a16="http://schemas.microsoft.com/office/drawing/2014/main" id="{4A1F4305-236B-4E95-8CB3-2BF42C64982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785028" y="2173053"/>
              <a:ext cx="253183" cy="253183"/>
            </a:xfrm>
            <a:prstGeom prst="rect">
              <a:avLst/>
            </a:prstGeom>
          </p:spPr>
        </p:pic>
      </p:grpSp>
    </p:spTree>
    <p:extLst>
      <p:ext uri="{BB962C8B-B14F-4D97-AF65-F5344CB8AC3E}">
        <p14:creationId xmlns:p14="http://schemas.microsoft.com/office/powerpoint/2010/main" val="295829106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3F7B15-056D-46E0-9A91-6463FFD4D29D}"/>
              </a:ext>
            </a:extLst>
          </p:cNvPr>
          <p:cNvSpPr>
            <a:spLocks noGrp="1"/>
          </p:cNvSpPr>
          <p:nvPr>
            <p:ph type="title"/>
          </p:nvPr>
        </p:nvSpPr>
        <p:spPr/>
        <p:txBody>
          <a:bodyPr>
            <a:normAutofit fontScale="90000"/>
          </a:bodyPr>
          <a:lstStyle/>
          <a:p>
            <a:r>
              <a:rPr lang="en-US" dirty="0"/>
              <a:t>Set-up a Value Selection, Improvement and Promotion  process</a:t>
            </a:r>
          </a:p>
        </p:txBody>
      </p:sp>
      <p:grpSp>
        <p:nvGrpSpPr>
          <p:cNvPr id="36" name="Groupe 35">
            <a:extLst>
              <a:ext uri="{FF2B5EF4-FFF2-40B4-BE49-F238E27FC236}">
                <a16:creationId xmlns:a16="http://schemas.microsoft.com/office/drawing/2014/main" id="{0FECCD25-5451-4AC5-BB2D-379A84E5B856}"/>
              </a:ext>
            </a:extLst>
          </p:cNvPr>
          <p:cNvGrpSpPr/>
          <p:nvPr/>
        </p:nvGrpSpPr>
        <p:grpSpPr>
          <a:xfrm>
            <a:off x="646045" y="2661193"/>
            <a:ext cx="1792246" cy="2050888"/>
            <a:chOff x="1004588" y="2198979"/>
            <a:chExt cx="2266698" cy="2593809"/>
          </a:xfrm>
        </p:grpSpPr>
        <p:pic>
          <p:nvPicPr>
            <p:cNvPr id="7" name="Graphique 6" descr="Visage souriant à remplissage solide avec un remplissage uni">
              <a:extLst>
                <a:ext uri="{FF2B5EF4-FFF2-40B4-BE49-F238E27FC236}">
                  <a16:creationId xmlns:a16="http://schemas.microsoft.com/office/drawing/2014/main" id="{903D356E-7984-4818-9C8E-0013F8D912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16682" y="2704735"/>
              <a:ext cx="415712" cy="415712"/>
            </a:xfrm>
            <a:prstGeom prst="rect">
              <a:avLst/>
            </a:prstGeom>
          </p:spPr>
        </p:pic>
        <p:pic>
          <p:nvPicPr>
            <p:cNvPr id="8" name="Graphique 7" descr="Visage souriant à remplissage solide avec un remplissage uni">
              <a:extLst>
                <a:ext uri="{FF2B5EF4-FFF2-40B4-BE49-F238E27FC236}">
                  <a16:creationId xmlns:a16="http://schemas.microsoft.com/office/drawing/2014/main" id="{CF48BE56-9495-4E96-B3DC-9F468DB8AC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62601" y="3508636"/>
              <a:ext cx="415712" cy="415712"/>
            </a:xfrm>
            <a:prstGeom prst="rect">
              <a:avLst/>
            </a:prstGeom>
          </p:spPr>
        </p:pic>
        <p:pic>
          <p:nvPicPr>
            <p:cNvPr id="9" name="Graphique 8" descr="Visage souriant à remplissage solide avec un remplissage uni">
              <a:extLst>
                <a:ext uri="{FF2B5EF4-FFF2-40B4-BE49-F238E27FC236}">
                  <a16:creationId xmlns:a16="http://schemas.microsoft.com/office/drawing/2014/main" id="{F3BE7163-22AB-445D-BABD-10E4BAECEE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83141" y="2258881"/>
              <a:ext cx="415712" cy="415712"/>
            </a:xfrm>
            <a:prstGeom prst="rect">
              <a:avLst/>
            </a:prstGeom>
          </p:spPr>
        </p:pic>
        <p:pic>
          <p:nvPicPr>
            <p:cNvPr id="10" name="Graphique 9" descr="Contour de visage en colère avec un remplissage uni">
              <a:extLst>
                <a:ext uri="{FF2B5EF4-FFF2-40B4-BE49-F238E27FC236}">
                  <a16:creationId xmlns:a16="http://schemas.microsoft.com/office/drawing/2014/main" id="{21A10583-0D1A-41F6-A18F-88827E28B96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29281" y="3473049"/>
              <a:ext cx="415712" cy="415712"/>
            </a:xfrm>
            <a:prstGeom prst="rect">
              <a:avLst/>
            </a:prstGeom>
          </p:spPr>
        </p:pic>
        <p:cxnSp>
          <p:nvCxnSpPr>
            <p:cNvPr id="11" name="Connecteur droit 10">
              <a:extLst>
                <a:ext uri="{FF2B5EF4-FFF2-40B4-BE49-F238E27FC236}">
                  <a16:creationId xmlns:a16="http://schemas.microsoft.com/office/drawing/2014/main" id="{7009C239-4624-4B84-9A86-83B64A7990BD}"/>
                </a:ext>
              </a:extLst>
            </p:cNvPr>
            <p:cNvCxnSpPr>
              <a:cxnSpLocks/>
              <a:stCxn id="32" idx="3"/>
              <a:endCxn id="7" idx="1"/>
            </p:cNvCxnSpPr>
            <p:nvPr/>
          </p:nvCxnSpPr>
          <p:spPr>
            <a:xfrm flipV="1">
              <a:off x="1420300" y="2912591"/>
              <a:ext cx="396382" cy="659073"/>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E5C2BCC-89B1-4EE2-8D66-625DA74E43E4}"/>
                </a:ext>
              </a:extLst>
            </p:cNvPr>
            <p:cNvCxnSpPr>
              <a:cxnSpLocks/>
              <a:stCxn id="32" idx="3"/>
              <a:endCxn id="8" idx="1"/>
            </p:cNvCxnSpPr>
            <p:nvPr/>
          </p:nvCxnSpPr>
          <p:spPr>
            <a:xfrm>
              <a:off x="1420300" y="3571664"/>
              <a:ext cx="342301" cy="14482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5B9A280D-2BF4-48F7-96A6-2A10458253DB}"/>
                </a:ext>
              </a:extLst>
            </p:cNvPr>
            <p:cNvCxnSpPr>
              <a:cxnSpLocks/>
              <a:stCxn id="32" idx="3"/>
              <a:endCxn id="17" idx="1"/>
            </p:cNvCxnSpPr>
            <p:nvPr/>
          </p:nvCxnSpPr>
          <p:spPr>
            <a:xfrm>
              <a:off x="1420300" y="3571664"/>
              <a:ext cx="341872" cy="101326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753116B1-8EC6-4EFE-81B8-923F5E880FFC}"/>
                </a:ext>
              </a:extLst>
            </p:cNvPr>
            <p:cNvCxnSpPr>
              <a:cxnSpLocks/>
              <a:stCxn id="7" idx="3"/>
              <a:endCxn id="9" idx="1"/>
            </p:cNvCxnSpPr>
            <p:nvPr/>
          </p:nvCxnSpPr>
          <p:spPr>
            <a:xfrm flipV="1">
              <a:off x="2232395" y="2466737"/>
              <a:ext cx="350746" cy="445854"/>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A722466-57DB-4AD6-9CCC-DFF953D778BF}"/>
                </a:ext>
              </a:extLst>
            </p:cNvPr>
            <p:cNvCxnSpPr>
              <a:cxnSpLocks/>
              <a:stCxn id="7" idx="3"/>
              <a:endCxn id="26" idx="1"/>
            </p:cNvCxnSpPr>
            <p:nvPr/>
          </p:nvCxnSpPr>
          <p:spPr>
            <a:xfrm>
              <a:off x="2232395" y="2912591"/>
              <a:ext cx="371516" cy="124684"/>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973997D3-ED4E-48B0-8482-0796E6637EB5}"/>
                </a:ext>
              </a:extLst>
            </p:cNvPr>
            <p:cNvCxnSpPr>
              <a:cxnSpLocks/>
              <a:stCxn id="8" idx="3"/>
              <a:endCxn id="10" idx="1"/>
            </p:cNvCxnSpPr>
            <p:nvPr/>
          </p:nvCxnSpPr>
          <p:spPr>
            <a:xfrm flipV="1">
              <a:off x="2178313" y="3680905"/>
              <a:ext cx="350968" cy="35587"/>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pic>
          <p:nvPicPr>
            <p:cNvPr id="17" name="Graphique 16" descr="Contour de visage en colère avec un remplissage uni">
              <a:extLst>
                <a:ext uri="{FF2B5EF4-FFF2-40B4-BE49-F238E27FC236}">
                  <a16:creationId xmlns:a16="http://schemas.microsoft.com/office/drawing/2014/main" id="{81EE04CF-A099-402A-8DBF-C010D710C1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62172" y="4377076"/>
              <a:ext cx="415712" cy="415712"/>
            </a:xfrm>
            <a:prstGeom prst="rect">
              <a:avLst/>
            </a:prstGeom>
          </p:spPr>
        </p:pic>
        <p:pic>
          <p:nvPicPr>
            <p:cNvPr id="18" name="Graphique 17" descr="Visage souriant à remplissage solide avec un remplissage uni">
              <a:extLst>
                <a:ext uri="{FF2B5EF4-FFF2-40B4-BE49-F238E27FC236}">
                  <a16:creationId xmlns:a16="http://schemas.microsoft.com/office/drawing/2014/main" id="{C1E0FC44-D732-4CD3-9945-EBA096142E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71008" y="3961364"/>
              <a:ext cx="415712" cy="415712"/>
            </a:xfrm>
            <a:prstGeom prst="rect">
              <a:avLst/>
            </a:prstGeom>
          </p:spPr>
        </p:pic>
        <p:cxnSp>
          <p:nvCxnSpPr>
            <p:cNvPr id="19" name="Connecteur droit 18">
              <a:extLst>
                <a:ext uri="{FF2B5EF4-FFF2-40B4-BE49-F238E27FC236}">
                  <a16:creationId xmlns:a16="http://schemas.microsoft.com/office/drawing/2014/main" id="{252046DC-A2F9-4BF5-85E8-091272CA5E3D}"/>
                </a:ext>
              </a:extLst>
            </p:cNvPr>
            <p:cNvCxnSpPr>
              <a:cxnSpLocks/>
              <a:stCxn id="8" idx="3"/>
              <a:endCxn id="18" idx="1"/>
            </p:cNvCxnSpPr>
            <p:nvPr/>
          </p:nvCxnSpPr>
          <p:spPr>
            <a:xfrm>
              <a:off x="2178313" y="3716492"/>
              <a:ext cx="292695" cy="45272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794C2AA3-ADD3-4496-873F-05AAACA6E95B}"/>
                </a:ext>
              </a:extLst>
            </p:cNvPr>
            <p:cNvCxnSpPr>
              <a:cxnSpLocks/>
              <a:endCxn id="9" idx="3"/>
            </p:cNvCxnSpPr>
            <p:nvPr/>
          </p:nvCxnSpPr>
          <p:spPr>
            <a:xfrm flipH="1">
              <a:off x="2998853" y="2198979"/>
              <a:ext cx="222852" cy="26775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D55CA8FD-A8D1-46A0-95F8-006CA6DAC93F}"/>
                </a:ext>
              </a:extLst>
            </p:cNvPr>
            <p:cNvCxnSpPr>
              <a:cxnSpLocks/>
              <a:endCxn id="9" idx="3"/>
            </p:cNvCxnSpPr>
            <p:nvPr/>
          </p:nvCxnSpPr>
          <p:spPr>
            <a:xfrm flipH="1">
              <a:off x="2998853" y="2382798"/>
              <a:ext cx="272433" cy="83938"/>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F695158D-19B3-4D0C-86C7-96EDA69A1A47}"/>
                </a:ext>
              </a:extLst>
            </p:cNvPr>
            <p:cNvCxnSpPr>
              <a:cxnSpLocks/>
              <a:endCxn id="9" idx="3"/>
            </p:cNvCxnSpPr>
            <p:nvPr/>
          </p:nvCxnSpPr>
          <p:spPr>
            <a:xfrm flipH="1" flipV="1">
              <a:off x="2998853" y="2466737"/>
              <a:ext cx="222852" cy="174014"/>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D5A49D15-CBF4-41A1-B7BA-1994CC841001}"/>
                </a:ext>
              </a:extLst>
            </p:cNvPr>
            <p:cNvCxnSpPr>
              <a:cxnSpLocks/>
            </p:cNvCxnSpPr>
            <p:nvPr/>
          </p:nvCxnSpPr>
          <p:spPr>
            <a:xfrm flipH="1">
              <a:off x="3013979" y="3037275"/>
              <a:ext cx="135263"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B1D59C37-7F7B-4762-8E10-66C664FC3E73}"/>
                </a:ext>
              </a:extLst>
            </p:cNvPr>
            <p:cNvCxnSpPr>
              <a:cxnSpLocks/>
              <a:endCxn id="18" idx="3"/>
            </p:cNvCxnSpPr>
            <p:nvPr/>
          </p:nvCxnSpPr>
          <p:spPr>
            <a:xfrm flipH="1">
              <a:off x="2886720" y="4049461"/>
              <a:ext cx="231122" cy="119759"/>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D81F5C18-9C51-436E-8379-21698B4B37B2}"/>
                </a:ext>
              </a:extLst>
            </p:cNvPr>
            <p:cNvCxnSpPr>
              <a:cxnSpLocks/>
              <a:endCxn id="18" idx="3"/>
            </p:cNvCxnSpPr>
            <p:nvPr/>
          </p:nvCxnSpPr>
          <p:spPr>
            <a:xfrm flipH="1" flipV="1">
              <a:off x="2886720" y="4169220"/>
              <a:ext cx="231122" cy="72602"/>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pic>
          <p:nvPicPr>
            <p:cNvPr id="26" name="Graphique 25" descr="Visage neutre avec remplissage solide avec un remplissage uni">
              <a:extLst>
                <a:ext uri="{FF2B5EF4-FFF2-40B4-BE49-F238E27FC236}">
                  <a16:creationId xmlns:a16="http://schemas.microsoft.com/office/drawing/2014/main" id="{E16A5FB1-99FF-4F74-BFF1-B737F27E0C7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03911" y="2829419"/>
              <a:ext cx="415712" cy="415712"/>
            </a:xfrm>
            <a:prstGeom prst="rect">
              <a:avLst/>
            </a:prstGeom>
          </p:spPr>
        </p:pic>
        <p:pic>
          <p:nvPicPr>
            <p:cNvPr id="27" name="Image 26">
              <a:extLst>
                <a:ext uri="{FF2B5EF4-FFF2-40B4-BE49-F238E27FC236}">
                  <a16:creationId xmlns:a16="http://schemas.microsoft.com/office/drawing/2014/main" id="{A83F7B5A-8D43-4055-BD53-7A116A15A706}"/>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154745" y="2729362"/>
              <a:ext cx="160016" cy="100057"/>
            </a:xfrm>
            <a:prstGeom prst="rect">
              <a:avLst/>
            </a:prstGeom>
          </p:spPr>
        </p:pic>
        <p:pic>
          <p:nvPicPr>
            <p:cNvPr id="28" name="Image 27">
              <a:extLst>
                <a:ext uri="{FF2B5EF4-FFF2-40B4-BE49-F238E27FC236}">
                  <a16:creationId xmlns:a16="http://schemas.microsoft.com/office/drawing/2014/main" id="{E831F1E5-7340-4409-A0A4-EE5AAF427E38}"/>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933971" y="2289929"/>
              <a:ext cx="160016" cy="100057"/>
            </a:xfrm>
            <a:prstGeom prst="rect">
              <a:avLst/>
            </a:prstGeom>
          </p:spPr>
        </p:pic>
        <p:pic>
          <p:nvPicPr>
            <p:cNvPr id="29" name="Image 28">
              <a:extLst>
                <a:ext uri="{FF2B5EF4-FFF2-40B4-BE49-F238E27FC236}">
                  <a16:creationId xmlns:a16="http://schemas.microsoft.com/office/drawing/2014/main" id="{167B88BA-0DE4-44D1-88F8-979FAD76C109}"/>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146146" y="3598642"/>
              <a:ext cx="160016" cy="100057"/>
            </a:xfrm>
            <a:prstGeom prst="rect">
              <a:avLst/>
            </a:prstGeom>
          </p:spPr>
        </p:pic>
        <p:pic>
          <p:nvPicPr>
            <p:cNvPr id="30" name="Image 29">
              <a:extLst>
                <a:ext uri="{FF2B5EF4-FFF2-40B4-BE49-F238E27FC236}">
                  <a16:creationId xmlns:a16="http://schemas.microsoft.com/office/drawing/2014/main" id="{BDD88EFA-ACA6-44C3-A5D5-D8BA95270425}"/>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2838838" y="4033966"/>
              <a:ext cx="160016" cy="100057"/>
            </a:xfrm>
            <a:prstGeom prst="rect">
              <a:avLst/>
            </a:prstGeom>
          </p:spPr>
        </p:pic>
        <p:pic>
          <p:nvPicPr>
            <p:cNvPr id="32" name="Graphique 31" descr="Visage souriant à remplissage solide avec un remplissage uni">
              <a:extLst>
                <a:ext uri="{FF2B5EF4-FFF2-40B4-BE49-F238E27FC236}">
                  <a16:creationId xmlns:a16="http://schemas.microsoft.com/office/drawing/2014/main" id="{9E2D7D4F-4255-4D6A-A9F9-4EBFBB4C68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4588" y="3363808"/>
              <a:ext cx="415712" cy="415712"/>
            </a:xfrm>
            <a:prstGeom prst="rect">
              <a:avLst/>
            </a:prstGeom>
          </p:spPr>
        </p:pic>
      </p:grpSp>
      <p:sp>
        <p:nvSpPr>
          <p:cNvPr id="37" name="ZoneTexte 36">
            <a:extLst>
              <a:ext uri="{FF2B5EF4-FFF2-40B4-BE49-F238E27FC236}">
                <a16:creationId xmlns:a16="http://schemas.microsoft.com/office/drawing/2014/main" id="{DCAD5E0B-03D1-4D04-B1DF-D5A576888C7B}"/>
              </a:ext>
            </a:extLst>
          </p:cNvPr>
          <p:cNvSpPr txBox="1"/>
          <p:nvPr/>
        </p:nvSpPr>
        <p:spPr>
          <a:xfrm>
            <a:off x="579433" y="5032087"/>
            <a:ext cx="2266824" cy="1615827"/>
          </a:xfrm>
          <a:prstGeom prst="rect">
            <a:avLst/>
          </a:prstGeom>
          <a:noFill/>
        </p:spPr>
        <p:txBody>
          <a:bodyPr wrap="square" rtlCol="0">
            <a:spAutoFit/>
          </a:bodyPr>
          <a:lstStyle/>
          <a:p>
            <a:pPr algn="ctr"/>
            <a:r>
              <a:rPr lang="en-US" sz="1100" b="1" dirty="0"/>
              <a:t>GOAL : </a:t>
            </a:r>
          </a:p>
          <a:p>
            <a:pPr algn="ctr"/>
            <a:endParaRPr lang="en-US" sz="1100" dirty="0"/>
          </a:p>
          <a:p>
            <a:pPr algn="ctr"/>
            <a:r>
              <a:rPr lang="en-US" sz="1100" dirty="0"/>
              <a:t>Virus content must be </a:t>
            </a:r>
            <a:r>
              <a:rPr lang="en-US" sz="1100" b="1" dirty="0"/>
              <a:t>VALUABLE </a:t>
            </a:r>
            <a:r>
              <a:rPr lang="en-US" sz="1100" dirty="0"/>
              <a:t>enough to be shared. </a:t>
            </a:r>
          </a:p>
          <a:p>
            <a:pPr algn="ctr"/>
            <a:endParaRPr lang="en-US" sz="1100" dirty="0"/>
          </a:p>
          <a:p>
            <a:pPr algn="ctr"/>
            <a:r>
              <a:rPr lang="en-US" sz="1100" dirty="0"/>
              <a:t>If the content is not valuable, Virus will be rejected and will stop its spreading</a:t>
            </a:r>
          </a:p>
        </p:txBody>
      </p:sp>
      <p:grpSp>
        <p:nvGrpSpPr>
          <p:cNvPr id="3" name="Groupe 2">
            <a:extLst>
              <a:ext uri="{FF2B5EF4-FFF2-40B4-BE49-F238E27FC236}">
                <a16:creationId xmlns:a16="http://schemas.microsoft.com/office/drawing/2014/main" id="{D0FF64DE-DB50-413E-B2F8-DA71CBF0328E}"/>
              </a:ext>
            </a:extLst>
          </p:cNvPr>
          <p:cNvGrpSpPr/>
          <p:nvPr/>
        </p:nvGrpSpPr>
        <p:grpSpPr>
          <a:xfrm>
            <a:off x="3022674" y="2539302"/>
            <a:ext cx="8872968" cy="2972231"/>
            <a:chOff x="44107" y="2155794"/>
            <a:chExt cx="11721173" cy="3455874"/>
          </a:xfrm>
        </p:grpSpPr>
        <p:pic>
          <p:nvPicPr>
            <p:cNvPr id="89" name="Graphique 88" descr="Enseignant avec un remplissage uni">
              <a:extLst>
                <a:ext uri="{FF2B5EF4-FFF2-40B4-BE49-F238E27FC236}">
                  <a16:creationId xmlns:a16="http://schemas.microsoft.com/office/drawing/2014/main" id="{0997126B-355D-402E-82B8-FBEAD2058A3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8996" y="2155794"/>
              <a:ext cx="701336" cy="701336"/>
            </a:xfrm>
            <a:prstGeom prst="rect">
              <a:avLst/>
            </a:prstGeom>
          </p:spPr>
        </p:pic>
        <p:pic>
          <p:nvPicPr>
            <p:cNvPr id="90" name="Graphique 89" descr="Utilisateurs avec un remplissage uni">
              <a:extLst>
                <a:ext uri="{FF2B5EF4-FFF2-40B4-BE49-F238E27FC236}">
                  <a16:creationId xmlns:a16="http://schemas.microsoft.com/office/drawing/2014/main" id="{BA9CA7E1-BFC5-49D2-8881-6CBFF917070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08521" y="4728108"/>
              <a:ext cx="732167" cy="732167"/>
            </a:xfrm>
            <a:prstGeom prst="rect">
              <a:avLst/>
            </a:prstGeom>
          </p:spPr>
        </p:pic>
        <p:pic>
          <p:nvPicPr>
            <p:cNvPr id="91" name="Graphique 90" descr="Utilisateurs avec un remplissage uni">
              <a:extLst>
                <a:ext uri="{FF2B5EF4-FFF2-40B4-BE49-F238E27FC236}">
                  <a16:creationId xmlns:a16="http://schemas.microsoft.com/office/drawing/2014/main" id="{69F42A4C-FF61-49D7-A448-FAEE90485ED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803900" y="4630803"/>
              <a:ext cx="900261" cy="900261"/>
            </a:xfrm>
            <a:prstGeom prst="rect">
              <a:avLst/>
            </a:prstGeom>
          </p:spPr>
        </p:pic>
        <p:sp>
          <p:nvSpPr>
            <p:cNvPr id="92" name="Flèche : droite 91">
              <a:extLst>
                <a:ext uri="{FF2B5EF4-FFF2-40B4-BE49-F238E27FC236}">
                  <a16:creationId xmlns:a16="http://schemas.microsoft.com/office/drawing/2014/main" id="{66A9524D-A8F3-47A2-9E08-AA242B028CD8}"/>
                </a:ext>
              </a:extLst>
            </p:cNvPr>
            <p:cNvSpPr/>
            <p:nvPr/>
          </p:nvSpPr>
          <p:spPr>
            <a:xfrm>
              <a:off x="862613" y="3034404"/>
              <a:ext cx="10902667" cy="20229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93" name="Flèche : droite 92">
              <a:extLst>
                <a:ext uri="{FF2B5EF4-FFF2-40B4-BE49-F238E27FC236}">
                  <a16:creationId xmlns:a16="http://schemas.microsoft.com/office/drawing/2014/main" id="{69E74722-4E77-4F92-AAE6-013BBD85DC44}"/>
                </a:ext>
              </a:extLst>
            </p:cNvPr>
            <p:cNvSpPr/>
            <p:nvPr/>
          </p:nvSpPr>
          <p:spPr>
            <a:xfrm>
              <a:off x="862613" y="4465228"/>
              <a:ext cx="10902667" cy="25423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94" name="ZoneTexte 93">
              <a:extLst>
                <a:ext uri="{FF2B5EF4-FFF2-40B4-BE49-F238E27FC236}">
                  <a16:creationId xmlns:a16="http://schemas.microsoft.com/office/drawing/2014/main" id="{25E3986F-8BFE-47F5-A6B4-C5A6D4F3FE57}"/>
                </a:ext>
              </a:extLst>
            </p:cNvPr>
            <p:cNvSpPr txBox="1"/>
            <p:nvPr/>
          </p:nvSpPr>
          <p:spPr>
            <a:xfrm>
              <a:off x="44107" y="2745064"/>
              <a:ext cx="2264229" cy="384094"/>
            </a:xfrm>
            <a:prstGeom prst="rect">
              <a:avLst/>
            </a:prstGeom>
            <a:noFill/>
          </p:spPr>
          <p:txBody>
            <a:bodyPr wrap="square" rtlCol="0">
              <a:spAutoFit/>
            </a:bodyPr>
            <a:lstStyle/>
            <a:p>
              <a:r>
                <a:rPr lang="fr-FR" sz="1100" b="1" dirty="0">
                  <a:solidFill>
                    <a:schemeClr val="accent1"/>
                  </a:solidFill>
                </a:rPr>
                <a:t>Transmetteurs</a:t>
              </a:r>
            </a:p>
          </p:txBody>
        </p:sp>
        <p:sp>
          <p:nvSpPr>
            <p:cNvPr id="95" name="ZoneTexte 94">
              <a:extLst>
                <a:ext uri="{FF2B5EF4-FFF2-40B4-BE49-F238E27FC236}">
                  <a16:creationId xmlns:a16="http://schemas.microsoft.com/office/drawing/2014/main" id="{1F843B27-D298-410E-AF6C-EE93AEE74D78}"/>
                </a:ext>
              </a:extLst>
            </p:cNvPr>
            <p:cNvSpPr txBox="1"/>
            <p:nvPr/>
          </p:nvSpPr>
          <p:spPr>
            <a:xfrm>
              <a:off x="139559" y="4728109"/>
              <a:ext cx="1301060" cy="384094"/>
            </a:xfrm>
            <a:prstGeom prst="rect">
              <a:avLst/>
            </a:prstGeom>
            <a:noFill/>
          </p:spPr>
          <p:txBody>
            <a:bodyPr wrap="square" rtlCol="0">
              <a:spAutoFit/>
            </a:bodyPr>
            <a:lstStyle/>
            <a:p>
              <a:r>
                <a:rPr lang="fr-FR" sz="1100" b="1">
                  <a:solidFill>
                    <a:schemeClr val="bg1">
                      <a:lumMod val="50000"/>
                    </a:schemeClr>
                  </a:solidFill>
                </a:rPr>
                <a:t>Public</a:t>
              </a:r>
            </a:p>
          </p:txBody>
        </p:sp>
        <p:sp>
          <p:nvSpPr>
            <p:cNvPr id="96" name="Rectangle : coins arrondis 95">
              <a:extLst>
                <a:ext uri="{FF2B5EF4-FFF2-40B4-BE49-F238E27FC236}">
                  <a16:creationId xmlns:a16="http://schemas.microsoft.com/office/drawing/2014/main" id="{8CBAFFB6-7416-4853-8064-E8417FE0BED0}"/>
                </a:ext>
              </a:extLst>
            </p:cNvPr>
            <p:cNvSpPr/>
            <p:nvPr/>
          </p:nvSpPr>
          <p:spPr>
            <a:xfrm>
              <a:off x="2909480" y="3294707"/>
              <a:ext cx="1667273" cy="101499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t>Mesure de satisfaction de la forme</a:t>
              </a:r>
            </a:p>
          </p:txBody>
        </p:sp>
        <p:sp>
          <p:nvSpPr>
            <p:cNvPr id="97" name="Rectangle : coins arrondis 96">
              <a:extLst>
                <a:ext uri="{FF2B5EF4-FFF2-40B4-BE49-F238E27FC236}">
                  <a16:creationId xmlns:a16="http://schemas.microsoft.com/office/drawing/2014/main" id="{B3562DE9-42B9-4DEE-83D8-5556611638BB}"/>
                </a:ext>
              </a:extLst>
            </p:cNvPr>
            <p:cNvSpPr/>
            <p:nvPr/>
          </p:nvSpPr>
          <p:spPr>
            <a:xfrm>
              <a:off x="5718984" y="2237626"/>
              <a:ext cx="1046769" cy="12554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a:p>
            <a:p>
              <a:pPr algn="ctr"/>
              <a:endParaRPr lang="fr-FR" sz="600"/>
            </a:p>
            <a:p>
              <a:pPr algn="ctr"/>
              <a:r>
                <a:rPr lang="fr-FR" sz="600"/>
                <a:t>Promotion de la satisfaction sur la forme</a:t>
              </a:r>
            </a:p>
          </p:txBody>
        </p:sp>
        <p:sp>
          <p:nvSpPr>
            <p:cNvPr id="98" name="Rectangle : coins arrondis 97">
              <a:extLst>
                <a:ext uri="{FF2B5EF4-FFF2-40B4-BE49-F238E27FC236}">
                  <a16:creationId xmlns:a16="http://schemas.microsoft.com/office/drawing/2014/main" id="{87220739-AAD2-43F4-A6FC-D17A793B1201}"/>
                </a:ext>
              </a:extLst>
            </p:cNvPr>
            <p:cNvSpPr/>
            <p:nvPr/>
          </p:nvSpPr>
          <p:spPr>
            <a:xfrm>
              <a:off x="4789920" y="4208877"/>
              <a:ext cx="1828946" cy="822693"/>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t>Mise en application</a:t>
              </a:r>
            </a:p>
            <a:p>
              <a:pPr algn="ctr"/>
              <a:r>
                <a:rPr lang="fr-FR" sz="600"/>
                <a:t>Appropriation</a:t>
              </a:r>
            </a:p>
          </p:txBody>
        </p:sp>
        <p:sp>
          <p:nvSpPr>
            <p:cNvPr id="99" name="Rectangle : coins arrondis 98">
              <a:extLst>
                <a:ext uri="{FF2B5EF4-FFF2-40B4-BE49-F238E27FC236}">
                  <a16:creationId xmlns:a16="http://schemas.microsoft.com/office/drawing/2014/main" id="{C034155D-8214-4682-BAFC-1F7FF39F87CE}"/>
                </a:ext>
              </a:extLst>
            </p:cNvPr>
            <p:cNvSpPr/>
            <p:nvPr/>
          </p:nvSpPr>
          <p:spPr>
            <a:xfrm>
              <a:off x="6796447" y="3884663"/>
              <a:ext cx="2288309" cy="570072"/>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t>Retour d’expérience après mise en application</a:t>
              </a:r>
            </a:p>
          </p:txBody>
        </p:sp>
        <p:sp>
          <p:nvSpPr>
            <p:cNvPr id="100" name="Rectangle : coins arrondis 99">
              <a:extLst>
                <a:ext uri="{FF2B5EF4-FFF2-40B4-BE49-F238E27FC236}">
                  <a16:creationId xmlns:a16="http://schemas.microsoft.com/office/drawing/2014/main" id="{5B1073C1-AFED-4771-B005-5DEB66D57179}"/>
                </a:ext>
              </a:extLst>
            </p:cNvPr>
            <p:cNvSpPr/>
            <p:nvPr/>
          </p:nvSpPr>
          <p:spPr>
            <a:xfrm>
              <a:off x="1129897" y="3294706"/>
              <a:ext cx="1667273" cy="10150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t>Présentation</a:t>
              </a:r>
            </a:p>
            <a:p>
              <a:pPr algn="ctr"/>
              <a:r>
                <a:rPr lang="fr-FR" sz="600"/>
                <a:t>Transmission</a:t>
              </a:r>
            </a:p>
          </p:txBody>
        </p:sp>
        <p:sp>
          <p:nvSpPr>
            <p:cNvPr id="101" name="Flèche : bas 100">
              <a:extLst>
                <a:ext uri="{FF2B5EF4-FFF2-40B4-BE49-F238E27FC236}">
                  <a16:creationId xmlns:a16="http://schemas.microsoft.com/office/drawing/2014/main" id="{0BB96984-FD3F-4777-BA62-8F60F1DADAF9}"/>
                </a:ext>
              </a:extLst>
            </p:cNvPr>
            <p:cNvSpPr/>
            <p:nvPr/>
          </p:nvSpPr>
          <p:spPr>
            <a:xfrm>
              <a:off x="1705307" y="4208877"/>
              <a:ext cx="518228" cy="302786"/>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02" name="Flèche : bas 101">
              <a:extLst>
                <a:ext uri="{FF2B5EF4-FFF2-40B4-BE49-F238E27FC236}">
                  <a16:creationId xmlns:a16="http://schemas.microsoft.com/office/drawing/2014/main" id="{86BE3D62-E71F-4CF6-B4C1-CFBF1CF7EFE7}"/>
                </a:ext>
              </a:extLst>
            </p:cNvPr>
            <p:cNvSpPr/>
            <p:nvPr/>
          </p:nvSpPr>
          <p:spPr>
            <a:xfrm flipV="1">
              <a:off x="8113032" y="3649305"/>
              <a:ext cx="518228" cy="233509"/>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p>
          </p:txBody>
        </p:sp>
        <p:sp>
          <p:nvSpPr>
            <p:cNvPr id="103" name="Rectangle : coins arrondis 102">
              <a:extLst>
                <a:ext uri="{FF2B5EF4-FFF2-40B4-BE49-F238E27FC236}">
                  <a16:creationId xmlns:a16="http://schemas.microsoft.com/office/drawing/2014/main" id="{FABBC469-6733-4E09-A7B8-94FC2FF947B7}"/>
                </a:ext>
              </a:extLst>
            </p:cNvPr>
            <p:cNvSpPr/>
            <p:nvPr/>
          </p:nvSpPr>
          <p:spPr>
            <a:xfrm>
              <a:off x="4602382" y="2237626"/>
              <a:ext cx="1078634" cy="12554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a:p>
            <a:p>
              <a:pPr algn="ctr"/>
              <a:endParaRPr lang="fr-FR" sz="600"/>
            </a:p>
            <a:p>
              <a:pPr algn="ctr"/>
              <a:r>
                <a:rPr lang="fr-FR" sz="600"/>
                <a:t>Amélioration de la forme</a:t>
              </a:r>
            </a:p>
          </p:txBody>
        </p:sp>
        <p:sp>
          <p:nvSpPr>
            <p:cNvPr id="104" name="Rectangle : coins arrondis 103">
              <a:extLst>
                <a:ext uri="{FF2B5EF4-FFF2-40B4-BE49-F238E27FC236}">
                  <a16:creationId xmlns:a16="http://schemas.microsoft.com/office/drawing/2014/main" id="{2E38C3DA-5369-4D4F-B387-DA106E22BF7F}"/>
                </a:ext>
              </a:extLst>
            </p:cNvPr>
            <p:cNvSpPr/>
            <p:nvPr/>
          </p:nvSpPr>
          <p:spPr>
            <a:xfrm>
              <a:off x="6796447" y="3260274"/>
              <a:ext cx="2288309" cy="38718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a:p>
            <a:p>
              <a:pPr algn="ctr"/>
              <a:r>
                <a:rPr lang="fr-FR" sz="600"/>
                <a:t>Mesure de l’utilité</a:t>
              </a:r>
            </a:p>
          </p:txBody>
        </p:sp>
        <p:sp>
          <p:nvSpPr>
            <p:cNvPr id="105" name="Rectangle : coins arrondis 104">
              <a:extLst>
                <a:ext uri="{FF2B5EF4-FFF2-40B4-BE49-F238E27FC236}">
                  <a16:creationId xmlns:a16="http://schemas.microsoft.com/office/drawing/2014/main" id="{7729CACC-5B27-4F4D-B437-352DF2BF1F56}"/>
                </a:ext>
              </a:extLst>
            </p:cNvPr>
            <p:cNvSpPr/>
            <p:nvPr/>
          </p:nvSpPr>
          <p:spPr>
            <a:xfrm>
              <a:off x="10281446" y="2301849"/>
              <a:ext cx="1078634" cy="12554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t>Promotion de l’utilité du fond</a:t>
              </a:r>
            </a:p>
          </p:txBody>
        </p:sp>
        <p:sp>
          <p:nvSpPr>
            <p:cNvPr id="106" name="Rectangle : coins arrondis 105">
              <a:extLst>
                <a:ext uri="{FF2B5EF4-FFF2-40B4-BE49-F238E27FC236}">
                  <a16:creationId xmlns:a16="http://schemas.microsoft.com/office/drawing/2014/main" id="{3C8AECAB-E01D-4195-B4F9-334AB5962778}"/>
                </a:ext>
              </a:extLst>
            </p:cNvPr>
            <p:cNvSpPr/>
            <p:nvPr/>
          </p:nvSpPr>
          <p:spPr>
            <a:xfrm>
              <a:off x="9164844" y="2301849"/>
              <a:ext cx="1078634" cy="125541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t>Amélioration du fond</a:t>
              </a:r>
            </a:p>
          </p:txBody>
        </p:sp>
        <p:sp>
          <p:nvSpPr>
            <p:cNvPr id="107" name="Rectangle : coins arrondis 106">
              <a:extLst>
                <a:ext uri="{FF2B5EF4-FFF2-40B4-BE49-F238E27FC236}">
                  <a16:creationId xmlns:a16="http://schemas.microsoft.com/office/drawing/2014/main" id="{1E7C5B63-89DC-4C4A-9C00-C99B49407A49}"/>
                </a:ext>
              </a:extLst>
            </p:cNvPr>
            <p:cNvSpPr/>
            <p:nvPr/>
          </p:nvSpPr>
          <p:spPr>
            <a:xfrm>
              <a:off x="9704161" y="4742230"/>
              <a:ext cx="1920073" cy="578679"/>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Retransmission</a:t>
              </a:r>
            </a:p>
            <a:p>
              <a:pPr algn="ctr"/>
              <a:r>
                <a:rPr lang="fr-FR" sz="600">
                  <a:solidFill>
                    <a:schemeClr val="tx1"/>
                  </a:solidFill>
                </a:rPr>
                <a:t>Promotion </a:t>
              </a:r>
            </a:p>
          </p:txBody>
        </p:sp>
        <p:sp>
          <p:nvSpPr>
            <p:cNvPr id="108" name="Flèche : bas 107">
              <a:extLst>
                <a:ext uri="{FF2B5EF4-FFF2-40B4-BE49-F238E27FC236}">
                  <a16:creationId xmlns:a16="http://schemas.microsoft.com/office/drawing/2014/main" id="{D0083604-F9FF-4678-8F63-404AF03ACF0D}"/>
                </a:ext>
              </a:extLst>
            </p:cNvPr>
            <p:cNvSpPr/>
            <p:nvPr/>
          </p:nvSpPr>
          <p:spPr>
            <a:xfrm>
              <a:off x="10475606" y="5308882"/>
              <a:ext cx="518228" cy="302786"/>
            </a:xfrm>
            <a:prstGeom prst="downArrow">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solidFill>
                  <a:schemeClr val="tx1"/>
                </a:solidFill>
              </a:endParaRPr>
            </a:p>
          </p:txBody>
        </p:sp>
        <p:pic>
          <p:nvPicPr>
            <p:cNvPr id="109" name="Graphique 108" descr="Mégaphone1 avec un remplissage uni">
              <a:extLst>
                <a:ext uri="{FF2B5EF4-FFF2-40B4-BE49-F238E27FC236}">
                  <a16:creationId xmlns:a16="http://schemas.microsoft.com/office/drawing/2014/main" id="{2A4CC167-DD4B-4D59-89B2-8E3705705F9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030781" y="2276210"/>
              <a:ext cx="498227" cy="498227"/>
            </a:xfrm>
            <a:prstGeom prst="rect">
              <a:avLst/>
            </a:prstGeom>
          </p:spPr>
        </p:pic>
        <p:pic>
          <p:nvPicPr>
            <p:cNvPr id="110" name="Graphique 109" descr="Plan avec un remplissage uni">
              <a:extLst>
                <a:ext uri="{FF2B5EF4-FFF2-40B4-BE49-F238E27FC236}">
                  <a16:creationId xmlns:a16="http://schemas.microsoft.com/office/drawing/2014/main" id="{701313A1-CC49-47E1-99F3-9594B31AEB2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988087" y="2398770"/>
              <a:ext cx="334397" cy="334397"/>
            </a:xfrm>
            <a:prstGeom prst="rect">
              <a:avLst/>
            </a:prstGeom>
          </p:spPr>
        </p:pic>
        <p:pic>
          <p:nvPicPr>
            <p:cNvPr id="111" name="Graphique 110" descr="Mégaphone1 avec un remplissage uni">
              <a:extLst>
                <a:ext uri="{FF2B5EF4-FFF2-40B4-BE49-F238E27FC236}">
                  <a16:creationId xmlns:a16="http://schemas.microsoft.com/office/drawing/2014/main" id="{B00DA085-FFAA-4D83-8C5D-A507F21A955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583922" y="2246837"/>
              <a:ext cx="498227" cy="498227"/>
            </a:xfrm>
            <a:prstGeom prst="rect">
              <a:avLst/>
            </a:prstGeom>
          </p:spPr>
        </p:pic>
        <p:pic>
          <p:nvPicPr>
            <p:cNvPr id="113" name="Graphique 112" descr="Plan avec un remplissage uni">
              <a:extLst>
                <a:ext uri="{FF2B5EF4-FFF2-40B4-BE49-F238E27FC236}">
                  <a16:creationId xmlns:a16="http://schemas.microsoft.com/office/drawing/2014/main" id="{FCE811B7-132A-4219-B81D-0330B4E6554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541228" y="2369397"/>
              <a:ext cx="334397" cy="334397"/>
            </a:xfrm>
            <a:prstGeom prst="rect">
              <a:avLst/>
            </a:prstGeom>
          </p:spPr>
        </p:pic>
        <p:grpSp>
          <p:nvGrpSpPr>
            <p:cNvPr id="120" name="Groupe 119">
              <a:extLst>
                <a:ext uri="{FF2B5EF4-FFF2-40B4-BE49-F238E27FC236}">
                  <a16:creationId xmlns:a16="http://schemas.microsoft.com/office/drawing/2014/main" id="{19C41A88-F24C-4925-9CB4-68EBE973F914}"/>
                </a:ext>
              </a:extLst>
            </p:cNvPr>
            <p:cNvGrpSpPr/>
            <p:nvPr/>
          </p:nvGrpSpPr>
          <p:grpSpPr>
            <a:xfrm>
              <a:off x="3286478" y="3236884"/>
              <a:ext cx="867235" cy="533468"/>
              <a:chOff x="4705652" y="2322386"/>
              <a:chExt cx="867235" cy="533468"/>
            </a:xfrm>
            <a:solidFill>
              <a:schemeClr val="bg1"/>
            </a:solidFill>
          </p:grpSpPr>
          <p:pic>
            <p:nvPicPr>
              <p:cNvPr id="121" name="Graphique 120" descr="Évaluation 3 étoiles avec un remplissage uni">
                <a:extLst>
                  <a:ext uri="{FF2B5EF4-FFF2-40B4-BE49-F238E27FC236}">
                    <a16:creationId xmlns:a16="http://schemas.microsoft.com/office/drawing/2014/main" id="{B1A89307-5891-4FB9-BC5A-92B756B63BD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705652" y="2322386"/>
                <a:ext cx="533468" cy="533468"/>
              </a:xfrm>
              <a:prstGeom prst="rect">
                <a:avLst/>
              </a:prstGeom>
            </p:spPr>
          </p:pic>
          <p:pic>
            <p:nvPicPr>
              <p:cNvPr id="122" name="Graphique 121" descr="Évaluation 3 étoiles avec un remplissage uni">
                <a:extLst>
                  <a:ext uri="{FF2B5EF4-FFF2-40B4-BE49-F238E27FC236}">
                    <a16:creationId xmlns:a16="http://schemas.microsoft.com/office/drawing/2014/main" id="{F1582D65-E069-40D1-A481-8182BE3D4642}"/>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34151"/>
              <a:stretch/>
            </p:blipFill>
            <p:spPr>
              <a:xfrm>
                <a:off x="5221605" y="2322386"/>
                <a:ext cx="351282" cy="533468"/>
              </a:xfrm>
              <a:prstGeom prst="rect">
                <a:avLst/>
              </a:prstGeom>
            </p:spPr>
          </p:pic>
        </p:grpSp>
        <p:grpSp>
          <p:nvGrpSpPr>
            <p:cNvPr id="129" name="Groupe 128">
              <a:extLst>
                <a:ext uri="{FF2B5EF4-FFF2-40B4-BE49-F238E27FC236}">
                  <a16:creationId xmlns:a16="http://schemas.microsoft.com/office/drawing/2014/main" id="{46252702-AFAD-45B6-83ED-EDD34F97670F}"/>
                </a:ext>
              </a:extLst>
            </p:cNvPr>
            <p:cNvGrpSpPr/>
            <p:nvPr/>
          </p:nvGrpSpPr>
          <p:grpSpPr>
            <a:xfrm>
              <a:off x="7506983" y="3096252"/>
              <a:ext cx="867235" cy="533468"/>
              <a:chOff x="4705652" y="2322386"/>
              <a:chExt cx="867235" cy="533468"/>
            </a:xfrm>
            <a:solidFill>
              <a:schemeClr val="bg1"/>
            </a:solidFill>
          </p:grpSpPr>
          <p:pic>
            <p:nvPicPr>
              <p:cNvPr id="130" name="Graphique 129" descr="Évaluation 3 étoiles avec un remplissage uni">
                <a:extLst>
                  <a:ext uri="{FF2B5EF4-FFF2-40B4-BE49-F238E27FC236}">
                    <a16:creationId xmlns:a16="http://schemas.microsoft.com/office/drawing/2014/main" id="{6290504A-80C9-4CA0-BBB6-CE10249EFA2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705652" y="2322386"/>
                <a:ext cx="533468" cy="533468"/>
              </a:xfrm>
              <a:prstGeom prst="rect">
                <a:avLst/>
              </a:prstGeom>
            </p:spPr>
          </p:pic>
          <p:pic>
            <p:nvPicPr>
              <p:cNvPr id="131" name="Graphique 130" descr="Évaluation 3 étoiles avec un remplissage uni">
                <a:extLst>
                  <a:ext uri="{FF2B5EF4-FFF2-40B4-BE49-F238E27FC236}">
                    <a16:creationId xmlns:a16="http://schemas.microsoft.com/office/drawing/2014/main" id="{52F90F87-6F1C-4A56-A025-B96D6E0F2C16}"/>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34151"/>
              <a:stretch/>
            </p:blipFill>
            <p:spPr>
              <a:xfrm>
                <a:off x="5221605" y="2322386"/>
                <a:ext cx="351282" cy="533468"/>
              </a:xfrm>
              <a:prstGeom prst="rect">
                <a:avLst/>
              </a:prstGeom>
            </p:spPr>
          </p:pic>
        </p:grpSp>
      </p:grpSp>
    </p:spTree>
    <p:extLst>
      <p:ext uri="{BB962C8B-B14F-4D97-AF65-F5344CB8AC3E}">
        <p14:creationId xmlns:p14="http://schemas.microsoft.com/office/powerpoint/2010/main" val="49102028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A8E98A-C466-46B0-9E73-10DBD5117593}"/>
              </a:ext>
            </a:extLst>
          </p:cNvPr>
          <p:cNvSpPr>
            <a:spLocks noGrp="1"/>
          </p:cNvSpPr>
          <p:nvPr>
            <p:ph type="title"/>
          </p:nvPr>
        </p:nvSpPr>
        <p:spPr/>
        <p:txBody>
          <a:bodyPr>
            <a:normAutofit fontScale="90000"/>
          </a:bodyPr>
          <a:lstStyle/>
          <a:p>
            <a:r>
              <a:rPr lang="en-US" dirty="0"/>
              <a:t>Split your content into small, shareable, easily remembered bits</a:t>
            </a:r>
          </a:p>
        </p:txBody>
      </p:sp>
      <p:sp>
        <p:nvSpPr>
          <p:cNvPr id="3" name="Espace réservé du contenu 2">
            <a:extLst>
              <a:ext uri="{FF2B5EF4-FFF2-40B4-BE49-F238E27FC236}">
                <a16:creationId xmlns:a16="http://schemas.microsoft.com/office/drawing/2014/main" id="{EEAD2973-EAFE-43E5-BA03-48202F70EB09}"/>
              </a:ext>
            </a:extLst>
          </p:cNvPr>
          <p:cNvSpPr>
            <a:spLocks noGrp="1"/>
          </p:cNvSpPr>
          <p:nvPr>
            <p:ph idx="1"/>
          </p:nvPr>
        </p:nvSpPr>
        <p:spPr>
          <a:xfrm>
            <a:off x="5024760" y="2478024"/>
            <a:ext cx="6258935" cy="3694176"/>
          </a:xfrm>
        </p:spPr>
        <p:txBody>
          <a:bodyPr>
            <a:normAutofit fontScale="92500" lnSpcReduction="10000"/>
          </a:bodyPr>
          <a:lstStyle/>
          <a:p>
            <a:r>
              <a:rPr lang="en-US" dirty="0"/>
              <a:t>Shorter sessions</a:t>
            </a:r>
          </a:p>
          <a:p>
            <a:r>
              <a:rPr lang="en-US" dirty="0"/>
              <a:t>Clear Rules</a:t>
            </a:r>
          </a:p>
          <a:p>
            <a:r>
              <a:rPr lang="en-US" dirty="0"/>
              <a:t>Clear expected outcomes</a:t>
            </a:r>
          </a:p>
          <a:p>
            <a:r>
              <a:rPr lang="en-US" dirty="0"/>
              <a:t>More participative formats</a:t>
            </a:r>
          </a:p>
          <a:p>
            <a:endParaRPr lang="en-US" dirty="0"/>
          </a:p>
          <a:p>
            <a:r>
              <a:rPr lang="en-US" dirty="0"/>
              <a:t>Do not try to spread Deep content virally (risk of information loss)</a:t>
            </a:r>
          </a:p>
          <a:p>
            <a:endParaRPr lang="en-US" dirty="0"/>
          </a:p>
        </p:txBody>
      </p:sp>
      <p:sp>
        <p:nvSpPr>
          <p:cNvPr id="4" name="ZoneTexte 3">
            <a:extLst>
              <a:ext uri="{FF2B5EF4-FFF2-40B4-BE49-F238E27FC236}">
                <a16:creationId xmlns:a16="http://schemas.microsoft.com/office/drawing/2014/main" id="{5D524175-42E9-4293-AFE4-AA59CD64FB36}"/>
              </a:ext>
            </a:extLst>
          </p:cNvPr>
          <p:cNvSpPr txBox="1"/>
          <p:nvPr/>
        </p:nvSpPr>
        <p:spPr>
          <a:xfrm>
            <a:off x="1310969" y="5198158"/>
            <a:ext cx="2266824" cy="769441"/>
          </a:xfrm>
          <a:prstGeom prst="rect">
            <a:avLst/>
          </a:prstGeom>
          <a:noFill/>
        </p:spPr>
        <p:txBody>
          <a:bodyPr wrap="square" rtlCol="0">
            <a:spAutoFit/>
          </a:bodyPr>
          <a:lstStyle/>
          <a:p>
            <a:pPr algn="ctr"/>
            <a:r>
              <a:rPr lang="en-US" sz="1100" dirty="0"/>
              <a:t>Virus content must be </a:t>
            </a:r>
            <a:r>
              <a:rPr lang="en-US" sz="1100" b="1" dirty="0"/>
              <a:t>SMALL</a:t>
            </a:r>
            <a:r>
              <a:rPr lang="en-US" sz="1100" dirty="0"/>
              <a:t> enough to be memorized and spread with at least the SAME level of QUALITY </a:t>
            </a:r>
          </a:p>
        </p:txBody>
      </p:sp>
      <p:grpSp>
        <p:nvGrpSpPr>
          <p:cNvPr id="5" name="Groupe 4">
            <a:extLst>
              <a:ext uri="{FF2B5EF4-FFF2-40B4-BE49-F238E27FC236}">
                <a16:creationId xmlns:a16="http://schemas.microsoft.com/office/drawing/2014/main" id="{7F123CBE-C6B4-442D-865F-4B4788EDD996}"/>
              </a:ext>
            </a:extLst>
          </p:cNvPr>
          <p:cNvGrpSpPr/>
          <p:nvPr/>
        </p:nvGrpSpPr>
        <p:grpSpPr>
          <a:xfrm>
            <a:off x="1115568" y="2744106"/>
            <a:ext cx="2926210" cy="972780"/>
            <a:chOff x="4374872" y="686194"/>
            <a:chExt cx="7963112" cy="2647232"/>
          </a:xfrm>
        </p:grpSpPr>
        <p:pic>
          <p:nvPicPr>
            <p:cNvPr id="6" name="Graphique 5" descr="Homme avec un remplissage uni">
              <a:extLst>
                <a:ext uri="{FF2B5EF4-FFF2-40B4-BE49-F238E27FC236}">
                  <a16:creationId xmlns:a16="http://schemas.microsoft.com/office/drawing/2014/main" id="{2FB81769-3CF6-4901-8966-52401139BA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1023" y="2419026"/>
              <a:ext cx="914399" cy="914399"/>
            </a:xfrm>
            <a:prstGeom prst="rect">
              <a:avLst/>
            </a:prstGeom>
          </p:spPr>
        </p:pic>
        <p:cxnSp>
          <p:nvCxnSpPr>
            <p:cNvPr id="7" name="Connecteur droit 6">
              <a:extLst>
                <a:ext uri="{FF2B5EF4-FFF2-40B4-BE49-F238E27FC236}">
                  <a16:creationId xmlns:a16="http://schemas.microsoft.com/office/drawing/2014/main" id="{43444D16-BCCB-47CB-82D9-1795EA136E0C}"/>
                </a:ext>
              </a:extLst>
            </p:cNvPr>
            <p:cNvCxnSpPr>
              <a:cxnSpLocks/>
              <a:stCxn id="6" idx="3"/>
              <a:endCxn id="8" idx="1"/>
            </p:cNvCxnSpPr>
            <p:nvPr/>
          </p:nvCxnSpPr>
          <p:spPr>
            <a:xfrm>
              <a:off x="5875422" y="2876226"/>
              <a:ext cx="606112" cy="0"/>
            </a:xfrm>
            <a:prstGeom prst="line">
              <a:avLst/>
            </a:prstGeom>
            <a:ln w="28575">
              <a:solidFill>
                <a:schemeClr val="accent3">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8" name="Graphique 7" descr="Femme avec un remplissage uni">
              <a:extLst>
                <a:ext uri="{FF2B5EF4-FFF2-40B4-BE49-F238E27FC236}">
                  <a16:creationId xmlns:a16="http://schemas.microsoft.com/office/drawing/2014/main" id="{37ABD726-7765-4CBE-9786-B75239558A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81534" y="2419026"/>
              <a:ext cx="914400" cy="914400"/>
            </a:xfrm>
            <a:prstGeom prst="rect">
              <a:avLst/>
            </a:prstGeom>
          </p:spPr>
        </p:pic>
        <p:pic>
          <p:nvPicPr>
            <p:cNvPr id="9" name="Graphique 8" descr="Homme avec un remplissage uni">
              <a:extLst>
                <a:ext uri="{FF2B5EF4-FFF2-40B4-BE49-F238E27FC236}">
                  <a16:creationId xmlns:a16="http://schemas.microsoft.com/office/drawing/2014/main" id="{1AA7D77A-C423-4144-941E-212C55E058A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01761" y="2419026"/>
              <a:ext cx="914400" cy="914400"/>
            </a:xfrm>
            <a:prstGeom prst="rect">
              <a:avLst/>
            </a:prstGeom>
          </p:spPr>
        </p:pic>
        <p:cxnSp>
          <p:nvCxnSpPr>
            <p:cNvPr id="10" name="Connecteur droit 9">
              <a:extLst>
                <a:ext uri="{FF2B5EF4-FFF2-40B4-BE49-F238E27FC236}">
                  <a16:creationId xmlns:a16="http://schemas.microsoft.com/office/drawing/2014/main" id="{CED4BF45-D9D9-4C6B-98FE-10702E6ECDA2}"/>
                </a:ext>
              </a:extLst>
            </p:cNvPr>
            <p:cNvCxnSpPr>
              <a:cxnSpLocks/>
              <a:stCxn id="9" idx="1"/>
              <a:endCxn id="8" idx="3"/>
            </p:cNvCxnSpPr>
            <p:nvPr/>
          </p:nvCxnSpPr>
          <p:spPr>
            <a:xfrm flipH="1">
              <a:off x="7395934" y="2876226"/>
              <a:ext cx="405827" cy="0"/>
            </a:xfrm>
            <a:prstGeom prst="line">
              <a:avLst/>
            </a:prstGeom>
            <a:ln w="28575">
              <a:solidFill>
                <a:schemeClr val="accent4">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 name="Graphique 10" descr="Femme avec un remplissage uni">
              <a:extLst>
                <a:ext uri="{FF2B5EF4-FFF2-40B4-BE49-F238E27FC236}">
                  <a16:creationId xmlns:a16="http://schemas.microsoft.com/office/drawing/2014/main" id="{B2DEAE1E-0603-4867-A8FE-B1FC89AF37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29871" y="2413499"/>
              <a:ext cx="914400" cy="914400"/>
            </a:xfrm>
            <a:prstGeom prst="rect">
              <a:avLst/>
            </a:prstGeom>
          </p:spPr>
        </p:pic>
        <p:cxnSp>
          <p:nvCxnSpPr>
            <p:cNvPr id="12" name="Connecteur droit 11">
              <a:extLst>
                <a:ext uri="{FF2B5EF4-FFF2-40B4-BE49-F238E27FC236}">
                  <a16:creationId xmlns:a16="http://schemas.microsoft.com/office/drawing/2014/main" id="{4E992CA2-8A7B-417B-8551-E116CF8B7D36}"/>
                </a:ext>
              </a:extLst>
            </p:cNvPr>
            <p:cNvCxnSpPr>
              <a:cxnSpLocks/>
              <a:stCxn id="9" idx="3"/>
              <a:endCxn id="11" idx="1"/>
            </p:cNvCxnSpPr>
            <p:nvPr/>
          </p:nvCxnSpPr>
          <p:spPr>
            <a:xfrm flipV="1">
              <a:off x="8716161" y="2870699"/>
              <a:ext cx="613710" cy="5527"/>
            </a:xfrm>
            <a:prstGeom prst="line">
              <a:avLst/>
            </a:prstGeom>
            <a:ln w="28575">
              <a:solidFill>
                <a:schemeClr val="accent4"/>
              </a:solidFill>
              <a:prstDash val="dash"/>
            </a:ln>
          </p:spPr>
          <p:style>
            <a:lnRef idx="1">
              <a:schemeClr val="accent1"/>
            </a:lnRef>
            <a:fillRef idx="0">
              <a:schemeClr val="accent1"/>
            </a:fillRef>
            <a:effectRef idx="0">
              <a:schemeClr val="accent1"/>
            </a:effectRef>
            <a:fontRef idx="minor">
              <a:schemeClr val="tx1"/>
            </a:fontRef>
          </p:style>
        </p:cxnSp>
        <p:pic>
          <p:nvPicPr>
            <p:cNvPr id="13" name="Image 12">
              <a:extLst>
                <a:ext uri="{FF2B5EF4-FFF2-40B4-BE49-F238E27FC236}">
                  <a16:creationId xmlns:a16="http://schemas.microsoft.com/office/drawing/2014/main" id="{A46B2853-5F0C-4316-8D5F-1FF63B2EA811}"/>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8498627" y="2667699"/>
              <a:ext cx="148461" cy="92832"/>
            </a:xfrm>
            <a:prstGeom prst="rect">
              <a:avLst/>
            </a:prstGeom>
          </p:spPr>
        </p:pic>
        <p:sp>
          <p:nvSpPr>
            <p:cNvPr id="14" name="Bulle narrative : ronde 13">
              <a:extLst>
                <a:ext uri="{FF2B5EF4-FFF2-40B4-BE49-F238E27FC236}">
                  <a16:creationId xmlns:a16="http://schemas.microsoft.com/office/drawing/2014/main" id="{6CDBAE74-C140-40CA-9E47-F7AB86181DFC}"/>
                </a:ext>
              </a:extLst>
            </p:cNvPr>
            <p:cNvSpPr/>
            <p:nvPr/>
          </p:nvSpPr>
          <p:spPr>
            <a:xfrm>
              <a:off x="4374872" y="686194"/>
              <a:ext cx="1961310" cy="1278663"/>
            </a:xfrm>
            <a:prstGeom prst="wedgeEllipseCallout">
              <a:avLst>
                <a:gd name="adj1" fmla="val 2059"/>
                <a:gd name="adj2" fmla="val 75737"/>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15" name="Bulle narrative : ronde 14">
              <a:extLst>
                <a:ext uri="{FF2B5EF4-FFF2-40B4-BE49-F238E27FC236}">
                  <a16:creationId xmlns:a16="http://schemas.microsoft.com/office/drawing/2014/main" id="{7149EC71-089D-4805-849A-81009E64F1F6}"/>
                </a:ext>
              </a:extLst>
            </p:cNvPr>
            <p:cNvSpPr/>
            <p:nvPr/>
          </p:nvSpPr>
          <p:spPr>
            <a:xfrm>
              <a:off x="6447359" y="1569142"/>
              <a:ext cx="1375463" cy="534387"/>
            </a:xfrm>
            <a:prstGeom prst="wedgeEllipseCallout">
              <a:avLst>
                <a:gd name="adj1" fmla="val -13903"/>
                <a:gd name="adj2" fmla="val 99258"/>
              </a:avLst>
            </a:prstGeom>
            <a:solidFill>
              <a:schemeClr val="accent3">
                <a:lumMod val="75000"/>
              </a:schemeClr>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16" name="Bulle narrative : ronde 15">
              <a:extLst>
                <a:ext uri="{FF2B5EF4-FFF2-40B4-BE49-F238E27FC236}">
                  <a16:creationId xmlns:a16="http://schemas.microsoft.com/office/drawing/2014/main" id="{C489A9C2-FFD5-4A38-8B17-B504A84F8E2C}"/>
                </a:ext>
              </a:extLst>
            </p:cNvPr>
            <p:cNvSpPr/>
            <p:nvPr/>
          </p:nvSpPr>
          <p:spPr>
            <a:xfrm>
              <a:off x="8081427" y="1863268"/>
              <a:ext cx="941588" cy="308142"/>
            </a:xfrm>
            <a:prstGeom prst="wedgeEllipseCallout">
              <a:avLst>
                <a:gd name="adj1" fmla="val -13903"/>
                <a:gd name="adj2" fmla="val 99258"/>
              </a:avLst>
            </a:prstGeom>
            <a:solidFill>
              <a:schemeClr val="accent3">
                <a:lumMod val="60000"/>
                <a:lumOff val="40000"/>
              </a:schemeClr>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solidFill>
                  <a:schemeClr val="tx1"/>
                </a:solidFill>
              </a:endParaRPr>
            </a:p>
          </p:txBody>
        </p:sp>
        <p:sp>
          <p:nvSpPr>
            <p:cNvPr id="17" name="Phylactère : pensées 16">
              <a:extLst>
                <a:ext uri="{FF2B5EF4-FFF2-40B4-BE49-F238E27FC236}">
                  <a16:creationId xmlns:a16="http://schemas.microsoft.com/office/drawing/2014/main" id="{F3A23DB6-8EDC-44B9-A4A1-BEEDBB32BD79}"/>
                </a:ext>
              </a:extLst>
            </p:cNvPr>
            <p:cNvSpPr/>
            <p:nvPr/>
          </p:nvSpPr>
          <p:spPr>
            <a:xfrm>
              <a:off x="10376674" y="1340744"/>
              <a:ext cx="1961310" cy="911566"/>
            </a:xfrm>
            <a:prstGeom prst="cloudCallout">
              <a:avLst>
                <a:gd name="adj1" fmla="val -70169"/>
                <a:gd name="adj2" fmla="val 6817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t>??????</a:t>
              </a:r>
            </a:p>
          </p:txBody>
        </p:sp>
      </p:grpSp>
      <p:grpSp>
        <p:nvGrpSpPr>
          <p:cNvPr id="18" name="Groupe 17">
            <a:extLst>
              <a:ext uri="{FF2B5EF4-FFF2-40B4-BE49-F238E27FC236}">
                <a16:creationId xmlns:a16="http://schemas.microsoft.com/office/drawing/2014/main" id="{CCEC6502-D82E-4FBE-85D1-241300301E67}"/>
              </a:ext>
            </a:extLst>
          </p:cNvPr>
          <p:cNvGrpSpPr/>
          <p:nvPr/>
        </p:nvGrpSpPr>
        <p:grpSpPr>
          <a:xfrm>
            <a:off x="1382343" y="4197042"/>
            <a:ext cx="1925468" cy="528130"/>
            <a:chOff x="9494462" y="3853423"/>
            <a:chExt cx="1925468" cy="528130"/>
          </a:xfrm>
        </p:grpSpPr>
        <p:pic>
          <p:nvPicPr>
            <p:cNvPr id="19" name="Graphique 18" descr="Homme avec un remplissage uni">
              <a:extLst>
                <a:ext uri="{FF2B5EF4-FFF2-40B4-BE49-F238E27FC236}">
                  <a16:creationId xmlns:a16="http://schemas.microsoft.com/office/drawing/2014/main" id="{1C53A063-6035-4450-A0A1-84883E5F34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94462" y="4045538"/>
              <a:ext cx="336015" cy="336015"/>
            </a:xfrm>
            <a:prstGeom prst="rect">
              <a:avLst/>
            </a:prstGeom>
          </p:spPr>
        </p:pic>
        <p:sp>
          <p:nvSpPr>
            <p:cNvPr id="20" name="Bulle narrative : ronde 19">
              <a:extLst>
                <a:ext uri="{FF2B5EF4-FFF2-40B4-BE49-F238E27FC236}">
                  <a16:creationId xmlns:a16="http://schemas.microsoft.com/office/drawing/2014/main" id="{C1BBF423-4843-4EAC-9079-67D5F9E98EDD}"/>
                </a:ext>
              </a:extLst>
            </p:cNvPr>
            <p:cNvSpPr/>
            <p:nvPr/>
          </p:nvSpPr>
          <p:spPr>
            <a:xfrm>
              <a:off x="9567437" y="3877532"/>
              <a:ext cx="263040" cy="108283"/>
            </a:xfrm>
            <a:prstGeom prst="wedgeEllipseCallout">
              <a:avLst>
                <a:gd name="adj1" fmla="val -9868"/>
                <a:gd name="adj2" fmla="val 9899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cxnSp>
          <p:nvCxnSpPr>
            <p:cNvPr id="21" name="Connecteur droit 20">
              <a:extLst>
                <a:ext uri="{FF2B5EF4-FFF2-40B4-BE49-F238E27FC236}">
                  <a16:creationId xmlns:a16="http://schemas.microsoft.com/office/drawing/2014/main" id="{6544F8A8-7B99-4ABB-9FA8-B69008FC0810}"/>
                </a:ext>
              </a:extLst>
            </p:cNvPr>
            <p:cNvCxnSpPr>
              <a:cxnSpLocks/>
              <a:stCxn id="19" idx="3"/>
            </p:cNvCxnSpPr>
            <p:nvPr/>
          </p:nvCxnSpPr>
          <p:spPr>
            <a:xfrm flipV="1">
              <a:off x="9830477" y="4213545"/>
              <a:ext cx="247240" cy="1"/>
            </a:xfrm>
            <a:prstGeom prst="line">
              <a:avLst/>
            </a:prstGeom>
            <a:ln w="28575">
              <a:solidFill>
                <a:schemeClr val="accent3">
                  <a:lumMod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22" name="Graphique 21" descr="Homme avec un remplissage uni">
              <a:extLst>
                <a:ext uri="{FF2B5EF4-FFF2-40B4-BE49-F238E27FC236}">
                  <a16:creationId xmlns:a16="http://schemas.microsoft.com/office/drawing/2014/main" id="{528D7AA5-3AAB-415A-8633-F0C9F965F5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25481" y="4045538"/>
              <a:ext cx="336015" cy="336015"/>
            </a:xfrm>
            <a:prstGeom prst="rect">
              <a:avLst/>
            </a:prstGeom>
          </p:spPr>
        </p:pic>
        <p:pic>
          <p:nvPicPr>
            <p:cNvPr id="23" name="Graphique 22" descr="Homme avec un remplissage uni">
              <a:extLst>
                <a:ext uri="{FF2B5EF4-FFF2-40B4-BE49-F238E27FC236}">
                  <a16:creationId xmlns:a16="http://schemas.microsoft.com/office/drawing/2014/main" id="{0E790B92-C24C-4B23-892E-04A0AA85F3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56500" y="4042514"/>
              <a:ext cx="336015" cy="336015"/>
            </a:xfrm>
            <a:prstGeom prst="rect">
              <a:avLst/>
            </a:prstGeom>
          </p:spPr>
        </p:pic>
        <p:pic>
          <p:nvPicPr>
            <p:cNvPr id="24" name="Graphique 23" descr="Homme avec un remplissage uni">
              <a:extLst>
                <a:ext uri="{FF2B5EF4-FFF2-40B4-BE49-F238E27FC236}">
                  <a16:creationId xmlns:a16="http://schemas.microsoft.com/office/drawing/2014/main" id="{4A37FAA3-D4BF-46CB-8400-17ED52AC99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65434" y="4042514"/>
              <a:ext cx="336015" cy="336015"/>
            </a:xfrm>
            <a:prstGeom prst="rect">
              <a:avLst/>
            </a:prstGeom>
          </p:spPr>
        </p:pic>
        <p:cxnSp>
          <p:nvCxnSpPr>
            <p:cNvPr id="25" name="Connecteur droit 24">
              <a:extLst>
                <a:ext uri="{FF2B5EF4-FFF2-40B4-BE49-F238E27FC236}">
                  <a16:creationId xmlns:a16="http://schemas.microsoft.com/office/drawing/2014/main" id="{CCBECB65-A338-408B-A0A1-962C8E95D533}"/>
                </a:ext>
              </a:extLst>
            </p:cNvPr>
            <p:cNvCxnSpPr>
              <a:cxnSpLocks/>
              <a:stCxn id="23" idx="1"/>
              <a:endCxn id="22" idx="3"/>
            </p:cNvCxnSpPr>
            <p:nvPr/>
          </p:nvCxnSpPr>
          <p:spPr>
            <a:xfrm flipH="1">
              <a:off x="10361496" y="4210522"/>
              <a:ext cx="195004" cy="3024"/>
            </a:xfrm>
            <a:prstGeom prst="line">
              <a:avLst/>
            </a:prstGeom>
            <a:ln w="28575">
              <a:solidFill>
                <a:schemeClr val="accent3">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48254052-6D6E-4B75-A019-13FDF6FA896B}"/>
                </a:ext>
              </a:extLst>
            </p:cNvPr>
            <p:cNvCxnSpPr>
              <a:cxnSpLocks/>
              <a:stCxn id="24" idx="1"/>
              <a:endCxn id="23" idx="3"/>
            </p:cNvCxnSpPr>
            <p:nvPr/>
          </p:nvCxnSpPr>
          <p:spPr>
            <a:xfrm flipH="1">
              <a:off x="10892515" y="4210522"/>
              <a:ext cx="172919" cy="0"/>
            </a:xfrm>
            <a:prstGeom prst="line">
              <a:avLst/>
            </a:prstGeom>
            <a:ln w="28575">
              <a:solidFill>
                <a:schemeClr val="accent3">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Bulle narrative : ronde 26">
              <a:extLst>
                <a:ext uri="{FF2B5EF4-FFF2-40B4-BE49-F238E27FC236}">
                  <a16:creationId xmlns:a16="http://schemas.microsoft.com/office/drawing/2014/main" id="{2B277C4E-E45E-45D3-A8C8-1AE9536397C1}"/>
                </a:ext>
              </a:extLst>
            </p:cNvPr>
            <p:cNvSpPr/>
            <p:nvPr/>
          </p:nvSpPr>
          <p:spPr>
            <a:xfrm>
              <a:off x="10098456" y="3869223"/>
              <a:ext cx="263040" cy="108283"/>
            </a:xfrm>
            <a:prstGeom prst="wedgeEllipseCallout">
              <a:avLst>
                <a:gd name="adj1" fmla="val -9868"/>
                <a:gd name="adj2" fmla="val 9899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28" name="Bulle narrative : ronde 27">
              <a:extLst>
                <a:ext uri="{FF2B5EF4-FFF2-40B4-BE49-F238E27FC236}">
                  <a16:creationId xmlns:a16="http://schemas.microsoft.com/office/drawing/2014/main" id="{ED918848-DCB2-4341-B56C-EAF7CA153A27}"/>
                </a:ext>
              </a:extLst>
            </p:cNvPr>
            <p:cNvSpPr/>
            <p:nvPr/>
          </p:nvSpPr>
          <p:spPr>
            <a:xfrm>
              <a:off x="10654976" y="3859330"/>
              <a:ext cx="263040" cy="108283"/>
            </a:xfrm>
            <a:prstGeom prst="wedgeEllipseCallout">
              <a:avLst>
                <a:gd name="adj1" fmla="val -9868"/>
                <a:gd name="adj2" fmla="val 9899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29" name="Bulle narrative : ronde 28">
              <a:extLst>
                <a:ext uri="{FF2B5EF4-FFF2-40B4-BE49-F238E27FC236}">
                  <a16:creationId xmlns:a16="http://schemas.microsoft.com/office/drawing/2014/main" id="{005D4A93-D1D9-4EF1-AB58-53E64AA66D0C}"/>
                </a:ext>
              </a:extLst>
            </p:cNvPr>
            <p:cNvSpPr/>
            <p:nvPr/>
          </p:nvSpPr>
          <p:spPr>
            <a:xfrm>
              <a:off x="11156890" y="3853423"/>
              <a:ext cx="263040" cy="108283"/>
            </a:xfrm>
            <a:prstGeom prst="wedgeEllipseCallout">
              <a:avLst>
                <a:gd name="adj1" fmla="val -9868"/>
                <a:gd name="adj2" fmla="val 9899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grpSp>
    </p:spTree>
    <p:extLst>
      <p:ext uri="{BB962C8B-B14F-4D97-AF65-F5344CB8AC3E}">
        <p14:creationId xmlns:p14="http://schemas.microsoft.com/office/powerpoint/2010/main" val="9612703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CAF30-E361-4F60-8A87-09850316DAAC}"/>
              </a:ext>
            </a:extLst>
          </p:cNvPr>
          <p:cNvSpPr>
            <a:spLocks noGrp="1"/>
          </p:cNvSpPr>
          <p:nvPr>
            <p:ph type="title"/>
          </p:nvPr>
        </p:nvSpPr>
        <p:spPr/>
        <p:txBody>
          <a:bodyPr/>
          <a:lstStyle/>
          <a:p>
            <a:r>
              <a:rPr lang="en-US" dirty="0"/>
              <a:t>Create Link inside your Community</a:t>
            </a:r>
          </a:p>
        </p:txBody>
      </p:sp>
      <p:sp>
        <p:nvSpPr>
          <p:cNvPr id="3" name="Espace réservé du contenu 2">
            <a:extLst>
              <a:ext uri="{FF2B5EF4-FFF2-40B4-BE49-F238E27FC236}">
                <a16:creationId xmlns:a16="http://schemas.microsoft.com/office/drawing/2014/main" id="{432958C2-A8BD-45BE-ADB6-5FB9BE08CC9C}"/>
              </a:ext>
            </a:extLst>
          </p:cNvPr>
          <p:cNvSpPr>
            <a:spLocks noGrp="1"/>
          </p:cNvSpPr>
          <p:nvPr>
            <p:ph idx="1"/>
          </p:nvPr>
        </p:nvSpPr>
        <p:spPr>
          <a:xfrm>
            <a:off x="5592932" y="2478024"/>
            <a:ext cx="5690764" cy="3694176"/>
          </a:xfrm>
        </p:spPr>
        <p:txBody>
          <a:bodyPr>
            <a:normAutofit lnSpcReduction="10000"/>
          </a:bodyPr>
          <a:lstStyle/>
          <a:p>
            <a:r>
              <a:rPr lang="en-US" dirty="0"/>
              <a:t>Set up Small Tables (&lt;10 persons) within the Community</a:t>
            </a:r>
          </a:p>
          <a:p>
            <a:endParaRPr lang="en-US" dirty="0"/>
          </a:p>
          <a:p>
            <a:r>
              <a:rPr lang="en-US" dirty="0"/>
              <a:t>Matchmake people together </a:t>
            </a:r>
          </a:p>
          <a:p>
            <a:endParaRPr lang="en-US" dirty="0"/>
          </a:p>
          <a:p>
            <a:r>
              <a:rPr lang="en-US" dirty="0"/>
              <a:t>Avoid link dilution (split the community if necessary)</a:t>
            </a:r>
          </a:p>
        </p:txBody>
      </p:sp>
      <p:sp>
        <p:nvSpPr>
          <p:cNvPr id="4" name="ZoneTexte 3">
            <a:extLst>
              <a:ext uri="{FF2B5EF4-FFF2-40B4-BE49-F238E27FC236}">
                <a16:creationId xmlns:a16="http://schemas.microsoft.com/office/drawing/2014/main" id="{2EAFEBE4-2F3C-4591-8C08-0C542B1F1EA9}"/>
              </a:ext>
            </a:extLst>
          </p:cNvPr>
          <p:cNvSpPr txBox="1"/>
          <p:nvPr/>
        </p:nvSpPr>
        <p:spPr>
          <a:xfrm>
            <a:off x="1790650" y="5129785"/>
            <a:ext cx="1852005" cy="1277273"/>
          </a:xfrm>
          <a:prstGeom prst="rect">
            <a:avLst/>
          </a:prstGeom>
          <a:noFill/>
        </p:spPr>
        <p:txBody>
          <a:bodyPr wrap="square" rtlCol="0">
            <a:spAutoFit/>
          </a:bodyPr>
          <a:lstStyle/>
          <a:p>
            <a:pPr algn="ctr"/>
            <a:r>
              <a:rPr lang="en-US" sz="1100" b="1" dirty="0"/>
              <a:t>LINK</a:t>
            </a:r>
            <a:r>
              <a:rPr lang="en-US" sz="1100" dirty="0"/>
              <a:t> must be possible between target members. </a:t>
            </a:r>
          </a:p>
          <a:p>
            <a:pPr algn="ctr"/>
            <a:endParaRPr lang="en-US" sz="1100" dirty="0"/>
          </a:p>
          <a:p>
            <a:pPr algn="ctr"/>
            <a:r>
              <a:rPr lang="en-US" sz="1100" dirty="0"/>
              <a:t>If the learners do not have the capacity or the will to meet and share, spreading will stop.</a:t>
            </a:r>
          </a:p>
        </p:txBody>
      </p:sp>
      <p:grpSp>
        <p:nvGrpSpPr>
          <p:cNvPr id="5" name="Groupe 4">
            <a:extLst>
              <a:ext uri="{FF2B5EF4-FFF2-40B4-BE49-F238E27FC236}">
                <a16:creationId xmlns:a16="http://schemas.microsoft.com/office/drawing/2014/main" id="{50845D95-8D0F-4E02-B404-C2A580B855AB}"/>
              </a:ext>
            </a:extLst>
          </p:cNvPr>
          <p:cNvGrpSpPr/>
          <p:nvPr/>
        </p:nvGrpSpPr>
        <p:grpSpPr>
          <a:xfrm>
            <a:off x="1751704" y="3841447"/>
            <a:ext cx="1310976" cy="914681"/>
            <a:chOff x="5930169" y="5735666"/>
            <a:chExt cx="1310976" cy="914681"/>
          </a:xfrm>
        </p:grpSpPr>
        <p:pic>
          <p:nvPicPr>
            <p:cNvPr id="6" name="Graphique 5" descr="Utilisateur avec un remplissage uni">
              <a:extLst>
                <a:ext uri="{FF2B5EF4-FFF2-40B4-BE49-F238E27FC236}">
                  <a16:creationId xmlns:a16="http://schemas.microsoft.com/office/drawing/2014/main" id="{04D5A893-8D6A-42C6-BFC5-5DEBC696F4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7" name="Graphique 6" descr="Utilisateur avec un remplissage uni">
              <a:extLst>
                <a:ext uri="{FF2B5EF4-FFF2-40B4-BE49-F238E27FC236}">
                  <a16:creationId xmlns:a16="http://schemas.microsoft.com/office/drawing/2014/main" id="{0705F162-B480-45C7-9C25-18414B7EF84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8" name="Graphique 7" descr="Utilisateur avec un remplissage uni">
              <a:extLst>
                <a:ext uri="{FF2B5EF4-FFF2-40B4-BE49-F238E27FC236}">
                  <a16:creationId xmlns:a16="http://schemas.microsoft.com/office/drawing/2014/main" id="{EBCE2871-2228-4F78-A16E-0BC91227FF0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9" name="Graphique 8" descr="Utilisateur avec un remplissage uni">
              <a:extLst>
                <a:ext uri="{FF2B5EF4-FFF2-40B4-BE49-F238E27FC236}">
                  <a16:creationId xmlns:a16="http://schemas.microsoft.com/office/drawing/2014/main" id="{FD67EB3E-4184-4296-A728-F8B6DC829DB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10" name="Graphique 9" descr="Utilisateur avec un remplissage uni">
              <a:extLst>
                <a:ext uri="{FF2B5EF4-FFF2-40B4-BE49-F238E27FC236}">
                  <a16:creationId xmlns:a16="http://schemas.microsoft.com/office/drawing/2014/main" id="{75E7C538-F3D6-40DF-95D7-21E92B51E47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11" name="Graphique 10" descr="Utilisateur avec un remplissage uni">
              <a:extLst>
                <a:ext uri="{FF2B5EF4-FFF2-40B4-BE49-F238E27FC236}">
                  <a16:creationId xmlns:a16="http://schemas.microsoft.com/office/drawing/2014/main" id="{AE1F82FF-D9F9-46C5-8D5A-7B0B1B7A7B7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12" name="Graphique 11" descr="Utilisateur avec un remplissage uni">
              <a:extLst>
                <a:ext uri="{FF2B5EF4-FFF2-40B4-BE49-F238E27FC236}">
                  <a16:creationId xmlns:a16="http://schemas.microsoft.com/office/drawing/2014/main" id="{FE16D740-C07B-4847-8126-1F71DB1FE01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13" name="Graphique 12" descr="Utilisateur avec un remplissage uni">
              <a:extLst>
                <a:ext uri="{FF2B5EF4-FFF2-40B4-BE49-F238E27FC236}">
                  <a16:creationId xmlns:a16="http://schemas.microsoft.com/office/drawing/2014/main" id="{65C1C54B-9612-4900-9577-9DD8859DE25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14" name="Graphique 13" descr="Utilisateur avec un remplissage uni">
              <a:extLst>
                <a:ext uri="{FF2B5EF4-FFF2-40B4-BE49-F238E27FC236}">
                  <a16:creationId xmlns:a16="http://schemas.microsoft.com/office/drawing/2014/main" id="{D892CFE1-9D5F-4EF0-A329-82901373315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15" name="Graphique 14" descr="Utilisateur avec un remplissage uni">
              <a:extLst>
                <a:ext uri="{FF2B5EF4-FFF2-40B4-BE49-F238E27FC236}">
                  <a16:creationId xmlns:a16="http://schemas.microsoft.com/office/drawing/2014/main" id="{862A0E03-CC73-4B28-8025-7A06AAC753C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16" name="Graphique 15" descr="Utilisateur avec un remplissage uni">
              <a:extLst>
                <a:ext uri="{FF2B5EF4-FFF2-40B4-BE49-F238E27FC236}">
                  <a16:creationId xmlns:a16="http://schemas.microsoft.com/office/drawing/2014/main" id="{12109D9B-8D77-4D1F-A03B-06FD80807C1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17" name="Graphique 16" descr="Utilisateur avec un remplissage uni">
              <a:extLst>
                <a:ext uri="{FF2B5EF4-FFF2-40B4-BE49-F238E27FC236}">
                  <a16:creationId xmlns:a16="http://schemas.microsoft.com/office/drawing/2014/main" id="{A75A0B66-ACCA-4BA8-804E-47BCF2D2220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18" name="Graphique 17" descr="Utilisateur avec un remplissage uni">
              <a:extLst>
                <a:ext uri="{FF2B5EF4-FFF2-40B4-BE49-F238E27FC236}">
                  <a16:creationId xmlns:a16="http://schemas.microsoft.com/office/drawing/2014/main" id="{1C32A3A9-C36D-47AE-8E75-E72036907E5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19" name="Graphique 18" descr="Utilisateur avec un remplissage uni">
              <a:extLst>
                <a:ext uri="{FF2B5EF4-FFF2-40B4-BE49-F238E27FC236}">
                  <a16:creationId xmlns:a16="http://schemas.microsoft.com/office/drawing/2014/main" id="{C249EACF-3A5F-481B-8CAC-5C8A7A02EC6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20" name="Graphique 19" descr="Utilisateur avec un remplissage uni">
              <a:extLst>
                <a:ext uri="{FF2B5EF4-FFF2-40B4-BE49-F238E27FC236}">
                  <a16:creationId xmlns:a16="http://schemas.microsoft.com/office/drawing/2014/main" id="{BF1A80A7-B507-476F-A076-BE82240308C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21" name="Graphique 20" descr="Utilisateur avec un remplissage uni">
              <a:extLst>
                <a:ext uri="{FF2B5EF4-FFF2-40B4-BE49-F238E27FC236}">
                  <a16:creationId xmlns:a16="http://schemas.microsoft.com/office/drawing/2014/main" id="{64693343-E0CE-4E15-AE37-4781E87DAB7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22" name="Graphique 21" descr="Utilisateur avec un remplissage uni">
              <a:extLst>
                <a:ext uri="{FF2B5EF4-FFF2-40B4-BE49-F238E27FC236}">
                  <a16:creationId xmlns:a16="http://schemas.microsoft.com/office/drawing/2014/main" id="{FE624D8B-CE56-4D8A-AACA-9513E604B79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23" name="Connecteur droit 22">
              <a:extLst>
                <a:ext uri="{FF2B5EF4-FFF2-40B4-BE49-F238E27FC236}">
                  <a16:creationId xmlns:a16="http://schemas.microsoft.com/office/drawing/2014/main" id="{CE4A956B-87A6-4AAF-866C-E631223F24D5}"/>
                </a:ext>
              </a:extLst>
            </p:cNvPr>
            <p:cNvCxnSpPr>
              <a:cxnSpLocks/>
              <a:stCxn id="12" idx="3"/>
              <a:endCxn id="20"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CF3CE38B-547D-4C92-9A0F-617565B733BD}"/>
                </a:ext>
              </a:extLst>
            </p:cNvPr>
            <p:cNvCxnSpPr>
              <a:cxnSpLocks/>
              <a:stCxn id="12" idx="3"/>
              <a:endCxn id="13"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156BA3A3-80F3-42F2-A1C3-F093B0FF6681}"/>
                </a:ext>
              </a:extLst>
            </p:cNvPr>
            <p:cNvCxnSpPr>
              <a:cxnSpLocks/>
              <a:stCxn id="20" idx="3"/>
              <a:endCxn id="21"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9FC65AEE-4A21-4402-AB3D-295521127187}"/>
                </a:ext>
              </a:extLst>
            </p:cNvPr>
            <p:cNvCxnSpPr>
              <a:cxnSpLocks/>
              <a:stCxn id="21" idx="3"/>
              <a:endCxn id="6"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14B404C9-FEC0-422A-BF9C-176B64BEBC1C}"/>
                </a:ext>
              </a:extLst>
            </p:cNvPr>
            <p:cNvCxnSpPr>
              <a:cxnSpLocks/>
              <a:stCxn id="7" idx="0"/>
              <a:endCxn id="6"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595CA6D1-E7A9-4BAE-92BD-840217FEBF1C}"/>
                </a:ext>
              </a:extLst>
            </p:cNvPr>
            <p:cNvCxnSpPr>
              <a:cxnSpLocks/>
              <a:stCxn id="14" idx="3"/>
              <a:endCxn id="6"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86E38648-7305-4E67-8E71-1A736E885EB6}"/>
                </a:ext>
              </a:extLst>
            </p:cNvPr>
            <p:cNvCxnSpPr>
              <a:cxnSpLocks/>
              <a:stCxn id="14" idx="3"/>
              <a:endCxn id="7"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382FF005-9E66-4D30-BD44-01BF775AD7AA}"/>
                </a:ext>
              </a:extLst>
            </p:cNvPr>
            <p:cNvCxnSpPr>
              <a:cxnSpLocks/>
              <a:stCxn id="20" idx="3"/>
              <a:endCxn id="16"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48622C9E-8072-492B-A0ED-C85E37FA7131}"/>
                </a:ext>
              </a:extLst>
            </p:cNvPr>
            <p:cNvCxnSpPr>
              <a:cxnSpLocks/>
              <a:stCxn id="14" idx="0"/>
              <a:endCxn id="12"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9F4F9014-FE54-40D3-A17E-DAF12F90DF57}"/>
                </a:ext>
              </a:extLst>
            </p:cNvPr>
            <p:cNvCxnSpPr>
              <a:cxnSpLocks/>
              <a:stCxn id="20" idx="1"/>
              <a:endCxn id="14"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D9678065-0FBD-493E-BEAE-8645DB0F0EA0}"/>
                </a:ext>
              </a:extLst>
            </p:cNvPr>
            <p:cNvCxnSpPr>
              <a:cxnSpLocks/>
              <a:stCxn id="20" idx="3"/>
              <a:endCxn id="6"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270695DF-6161-4021-9D4F-F1F45E4BE52E}"/>
                </a:ext>
              </a:extLst>
            </p:cNvPr>
            <p:cNvCxnSpPr>
              <a:cxnSpLocks/>
              <a:stCxn id="10" idx="1"/>
              <a:endCxn id="22"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4DF61C53-EC82-441B-9C50-13389C83CE1C}"/>
                </a:ext>
              </a:extLst>
            </p:cNvPr>
            <p:cNvCxnSpPr>
              <a:cxnSpLocks/>
              <a:stCxn id="13" idx="1"/>
              <a:endCxn id="22"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20C8A202-B5F1-4E4E-AF80-67231EF4FD13}"/>
                </a:ext>
              </a:extLst>
            </p:cNvPr>
            <p:cNvCxnSpPr>
              <a:cxnSpLocks/>
              <a:stCxn id="7" idx="1"/>
              <a:endCxn id="10"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CF6CE2D3-7416-4248-B4F7-18CCF56F7A53}"/>
                </a:ext>
              </a:extLst>
            </p:cNvPr>
            <p:cNvCxnSpPr>
              <a:cxnSpLocks/>
              <a:stCxn id="7" idx="1"/>
              <a:endCxn id="22"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D368B009-7A2B-4F18-84A7-70A400681DD4}"/>
                </a:ext>
              </a:extLst>
            </p:cNvPr>
            <p:cNvCxnSpPr>
              <a:cxnSpLocks/>
              <a:stCxn id="13" idx="3"/>
              <a:endCxn id="10"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3E768332-22AC-4F31-B580-526B931A8D90}"/>
                </a:ext>
              </a:extLst>
            </p:cNvPr>
            <p:cNvCxnSpPr>
              <a:cxnSpLocks/>
              <a:stCxn id="9" idx="2"/>
              <a:endCxn id="8"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7AB4C404-84E2-43A2-A0FC-D5C7ABFF97C6}"/>
                </a:ext>
              </a:extLst>
            </p:cNvPr>
            <p:cNvCxnSpPr>
              <a:cxnSpLocks/>
              <a:stCxn id="14" idx="3"/>
              <a:endCxn id="9"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A07FEC98-BE75-4887-AA44-2D1F5C170DF6}"/>
                </a:ext>
              </a:extLst>
            </p:cNvPr>
            <p:cNvCxnSpPr>
              <a:cxnSpLocks/>
              <a:stCxn id="9" idx="3"/>
              <a:endCxn id="15"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6A404DC2-79DF-4698-A293-4885C3DA5BB0}"/>
                </a:ext>
              </a:extLst>
            </p:cNvPr>
            <p:cNvCxnSpPr>
              <a:cxnSpLocks/>
              <a:stCxn id="8" idx="0"/>
              <a:endCxn id="15"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1180CB92-EB7A-4AB6-ACB4-5DD9C5564E37}"/>
                </a:ext>
              </a:extLst>
            </p:cNvPr>
            <p:cNvCxnSpPr>
              <a:stCxn id="7" idx="3"/>
              <a:endCxn id="11"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36631E8A-0E8B-40F3-BF90-B3016E091E95}"/>
                </a:ext>
              </a:extLst>
            </p:cNvPr>
            <p:cNvCxnSpPr>
              <a:cxnSpLocks/>
              <a:stCxn id="10" idx="3"/>
              <a:endCxn id="8"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5C898042-A21F-4060-92E8-84B2CBD54922}"/>
                </a:ext>
              </a:extLst>
            </p:cNvPr>
            <p:cNvCxnSpPr>
              <a:cxnSpLocks/>
              <a:stCxn id="8" idx="1"/>
              <a:endCxn id="7"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8E5C6CC1-7FBF-4F05-B7A8-07B13788D7D2}"/>
                </a:ext>
              </a:extLst>
            </p:cNvPr>
            <p:cNvCxnSpPr>
              <a:cxnSpLocks/>
              <a:stCxn id="18" idx="2"/>
              <a:endCxn id="11"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9D589A10-C94B-455D-AA95-92D13C9818A1}"/>
                </a:ext>
              </a:extLst>
            </p:cNvPr>
            <p:cNvCxnSpPr>
              <a:stCxn id="19" idx="0"/>
              <a:endCxn id="15"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B6F7ADF1-EB78-44D3-B88F-9D2E2546875B}"/>
                </a:ext>
              </a:extLst>
            </p:cNvPr>
            <p:cNvCxnSpPr>
              <a:cxnSpLocks/>
              <a:stCxn id="15" idx="2"/>
              <a:endCxn id="17"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9" name="Connecteur droit 48">
              <a:extLst>
                <a:ext uri="{FF2B5EF4-FFF2-40B4-BE49-F238E27FC236}">
                  <a16:creationId xmlns:a16="http://schemas.microsoft.com/office/drawing/2014/main" id="{C70883D5-F967-40EF-AF43-D59B36A2D0A8}"/>
                </a:ext>
              </a:extLst>
            </p:cNvPr>
            <p:cNvCxnSpPr>
              <a:cxnSpLocks/>
              <a:stCxn id="21" idx="2"/>
              <a:endCxn id="17"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F92279FF-D297-4360-A827-6DB1851FF1A8}"/>
                </a:ext>
              </a:extLst>
            </p:cNvPr>
            <p:cNvCxnSpPr>
              <a:cxnSpLocks/>
              <a:stCxn id="17" idx="0"/>
              <a:endCxn id="19"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C5466E48-1408-4A26-9972-79EE39370931}"/>
                </a:ext>
              </a:extLst>
            </p:cNvPr>
            <p:cNvCxnSpPr>
              <a:cxnSpLocks/>
              <a:stCxn id="18" idx="2"/>
              <a:endCxn id="8"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2" name="Groupe 51">
            <a:extLst>
              <a:ext uri="{FF2B5EF4-FFF2-40B4-BE49-F238E27FC236}">
                <a16:creationId xmlns:a16="http://schemas.microsoft.com/office/drawing/2014/main" id="{5D8C535E-E795-4057-A048-067E3FA6F324}"/>
              </a:ext>
            </a:extLst>
          </p:cNvPr>
          <p:cNvGrpSpPr/>
          <p:nvPr/>
        </p:nvGrpSpPr>
        <p:grpSpPr>
          <a:xfrm>
            <a:off x="1798114" y="2284042"/>
            <a:ext cx="1373868" cy="1130293"/>
            <a:chOff x="5468385" y="2437161"/>
            <a:chExt cx="1588490" cy="1306864"/>
          </a:xfrm>
        </p:grpSpPr>
        <p:grpSp>
          <p:nvGrpSpPr>
            <p:cNvPr id="53" name="Groupe 52">
              <a:extLst>
                <a:ext uri="{FF2B5EF4-FFF2-40B4-BE49-F238E27FC236}">
                  <a16:creationId xmlns:a16="http://schemas.microsoft.com/office/drawing/2014/main" id="{36C79E16-A08F-4468-A1C5-2E1CFC3D571B}"/>
                </a:ext>
              </a:extLst>
            </p:cNvPr>
            <p:cNvGrpSpPr/>
            <p:nvPr/>
          </p:nvGrpSpPr>
          <p:grpSpPr>
            <a:xfrm>
              <a:off x="5958602" y="2814201"/>
              <a:ext cx="482060" cy="476703"/>
              <a:chOff x="5958602" y="2814201"/>
              <a:chExt cx="482060" cy="476703"/>
            </a:xfrm>
          </p:grpSpPr>
          <p:sp>
            <p:nvSpPr>
              <p:cNvPr id="88" name="Ellipse 87">
                <a:extLst>
                  <a:ext uri="{FF2B5EF4-FFF2-40B4-BE49-F238E27FC236}">
                    <a16:creationId xmlns:a16="http://schemas.microsoft.com/office/drawing/2014/main" id="{53BC06DD-5753-4569-866A-E5ED39FF1144}"/>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Graphique 88" descr="Utilisateur avec un remplissage uni">
                <a:extLst>
                  <a:ext uri="{FF2B5EF4-FFF2-40B4-BE49-F238E27FC236}">
                    <a16:creationId xmlns:a16="http://schemas.microsoft.com/office/drawing/2014/main" id="{3FA22461-78C8-438C-B4DF-AD4C47040A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8602" y="3001738"/>
                <a:ext cx="187537" cy="187537"/>
              </a:xfrm>
              <a:prstGeom prst="rect">
                <a:avLst/>
              </a:prstGeom>
            </p:spPr>
          </p:pic>
          <p:pic>
            <p:nvPicPr>
              <p:cNvPr id="90" name="Graphique 89" descr="Utilisateur avec un remplissage uni">
                <a:extLst>
                  <a:ext uri="{FF2B5EF4-FFF2-40B4-BE49-F238E27FC236}">
                    <a16:creationId xmlns:a16="http://schemas.microsoft.com/office/drawing/2014/main" id="{EBAFCE0C-7608-4000-968A-6E3DD58FC6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5754" y="2814201"/>
                <a:ext cx="187537" cy="187537"/>
              </a:xfrm>
              <a:prstGeom prst="rect">
                <a:avLst/>
              </a:prstGeom>
            </p:spPr>
          </p:pic>
          <p:pic>
            <p:nvPicPr>
              <p:cNvPr id="91" name="Graphique 90" descr="Utilisateur avec un remplissage uni">
                <a:extLst>
                  <a:ext uri="{FF2B5EF4-FFF2-40B4-BE49-F238E27FC236}">
                    <a16:creationId xmlns:a16="http://schemas.microsoft.com/office/drawing/2014/main" id="{BF22F892-2188-4D13-8219-01D332BDCC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3125" y="3001738"/>
                <a:ext cx="187537" cy="187537"/>
              </a:xfrm>
              <a:prstGeom prst="rect">
                <a:avLst/>
              </a:prstGeom>
            </p:spPr>
          </p:pic>
          <p:cxnSp>
            <p:nvCxnSpPr>
              <p:cNvPr id="92" name="Connecteur droit 91">
                <a:extLst>
                  <a:ext uri="{FF2B5EF4-FFF2-40B4-BE49-F238E27FC236}">
                    <a16:creationId xmlns:a16="http://schemas.microsoft.com/office/drawing/2014/main" id="{14E44183-446E-4D04-BF4D-773F9FD9BE99}"/>
                  </a:ext>
                </a:extLst>
              </p:cNvPr>
              <p:cNvCxnSpPr>
                <a:cxnSpLocks/>
                <a:stCxn id="89" idx="3"/>
                <a:endCxn id="90"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E7D7F8B5-8D66-4A75-BA24-8A1D2936644D}"/>
                  </a:ext>
                </a:extLst>
              </p:cNvPr>
              <p:cNvCxnSpPr>
                <a:cxnSpLocks/>
                <a:stCxn id="89" idx="3"/>
                <a:endCxn id="91"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1F397925-3B10-40E1-9047-E0269F375B36}"/>
                  </a:ext>
                </a:extLst>
              </p:cNvPr>
              <p:cNvCxnSpPr>
                <a:cxnSpLocks/>
                <a:stCxn id="90" idx="2"/>
                <a:endCxn id="91"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4" name="Graphique 53" descr="Utilisateur avec un remplissage uni">
              <a:extLst>
                <a:ext uri="{FF2B5EF4-FFF2-40B4-BE49-F238E27FC236}">
                  <a16:creationId xmlns:a16="http://schemas.microsoft.com/office/drawing/2014/main" id="{C134D0C7-5C43-4C59-AB83-AA9BFC5C2C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6324" y="3376812"/>
              <a:ext cx="187537" cy="187537"/>
            </a:xfrm>
            <a:prstGeom prst="rect">
              <a:avLst/>
            </a:prstGeom>
          </p:spPr>
        </p:pic>
        <p:pic>
          <p:nvPicPr>
            <p:cNvPr id="55" name="Graphique 54" descr="Utilisateur avec un remplissage uni">
              <a:extLst>
                <a:ext uri="{FF2B5EF4-FFF2-40B4-BE49-F238E27FC236}">
                  <a16:creationId xmlns:a16="http://schemas.microsoft.com/office/drawing/2014/main" id="{ADA8CE0F-0A6C-4903-B7B4-4FED295AF1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53125" y="3556488"/>
              <a:ext cx="187537" cy="187537"/>
            </a:xfrm>
            <a:prstGeom prst="rect">
              <a:avLst/>
            </a:prstGeom>
          </p:spPr>
        </p:pic>
        <p:pic>
          <p:nvPicPr>
            <p:cNvPr id="56" name="Graphique 55" descr="Utilisateur avec un remplissage uni">
              <a:extLst>
                <a:ext uri="{FF2B5EF4-FFF2-40B4-BE49-F238E27FC236}">
                  <a16:creationId xmlns:a16="http://schemas.microsoft.com/office/drawing/2014/main" id="{58E61FD2-6C75-4A7C-9A9C-A0AC0D3FA3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30815" y="3267322"/>
              <a:ext cx="187537" cy="187537"/>
            </a:xfrm>
            <a:prstGeom prst="rect">
              <a:avLst/>
            </a:prstGeom>
          </p:spPr>
        </p:pic>
        <p:pic>
          <p:nvPicPr>
            <p:cNvPr id="57" name="Graphique 56" descr="Utilisateur avec un remplissage uni">
              <a:extLst>
                <a:ext uri="{FF2B5EF4-FFF2-40B4-BE49-F238E27FC236}">
                  <a16:creationId xmlns:a16="http://schemas.microsoft.com/office/drawing/2014/main" id="{30C91DD0-390D-4E13-94B2-331D33291B7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7616" y="3446998"/>
              <a:ext cx="187537" cy="187537"/>
            </a:xfrm>
            <a:prstGeom prst="rect">
              <a:avLst/>
            </a:prstGeom>
          </p:spPr>
        </p:pic>
        <p:pic>
          <p:nvPicPr>
            <p:cNvPr id="58" name="Graphique 57" descr="Utilisateur avec un remplissage uni">
              <a:extLst>
                <a:ext uri="{FF2B5EF4-FFF2-40B4-BE49-F238E27FC236}">
                  <a16:creationId xmlns:a16="http://schemas.microsoft.com/office/drawing/2014/main" id="{2CE5304C-D833-4C1D-BCC3-133DB2ECB3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0662" y="3138461"/>
              <a:ext cx="187537" cy="187537"/>
            </a:xfrm>
            <a:prstGeom prst="rect">
              <a:avLst/>
            </a:prstGeom>
          </p:spPr>
        </p:pic>
        <p:pic>
          <p:nvPicPr>
            <p:cNvPr id="59" name="Graphique 58" descr="Utilisateur avec un remplissage uni">
              <a:extLst>
                <a:ext uri="{FF2B5EF4-FFF2-40B4-BE49-F238E27FC236}">
                  <a16:creationId xmlns:a16="http://schemas.microsoft.com/office/drawing/2014/main" id="{FD9CDB30-4543-46D4-90AD-2BBE9ED7D9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7463" y="3318137"/>
              <a:ext cx="187537" cy="187537"/>
            </a:xfrm>
            <a:prstGeom prst="rect">
              <a:avLst/>
            </a:prstGeom>
          </p:spPr>
        </p:pic>
        <p:pic>
          <p:nvPicPr>
            <p:cNvPr id="60" name="Graphique 59" descr="Utilisateur avec un remplissage uni">
              <a:extLst>
                <a:ext uri="{FF2B5EF4-FFF2-40B4-BE49-F238E27FC236}">
                  <a16:creationId xmlns:a16="http://schemas.microsoft.com/office/drawing/2014/main" id="{E8E9F665-E48D-4A82-91F5-8AE104702D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1954" y="3208647"/>
              <a:ext cx="187537" cy="187537"/>
            </a:xfrm>
            <a:prstGeom prst="rect">
              <a:avLst/>
            </a:prstGeom>
          </p:spPr>
        </p:pic>
        <p:pic>
          <p:nvPicPr>
            <p:cNvPr id="61" name="Graphique 60" descr="Utilisateur avec un remplissage uni">
              <a:extLst>
                <a:ext uri="{FF2B5EF4-FFF2-40B4-BE49-F238E27FC236}">
                  <a16:creationId xmlns:a16="http://schemas.microsoft.com/office/drawing/2014/main" id="{6A6AC98B-4CD9-4EFE-ACDF-AF36A2DBB6E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2073" y="3358814"/>
              <a:ext cx="187537" cy="187537"/>
            </a:xfrm>
            <a:prstGeom prst="rect">
              <a:avLst/>
            </a:prstGeom>
          </p:spPr>
        </p:pic>
        <p:pic>
          <p:nvPicPr>
            <p:cNvPr id="62" name="Graphique 61" descr="Utilisateur avec un remplissage uni">
              <a:extLst>
                <a:ext uri="{FF2B5EF4-FFF2-40B4-BE49-F238E27FC236}">
                  <a16:creationId xmlns:a16="http://schemas.microsoft.com/office/drawing/2014/main" id="{9DC1D1AA-3DA8-461D-936F-15D750C755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63365" y="3429000"/>
              <a:ext cx="187537" cy="187537"/>
            </a:xfrm>
            <a:prstGeom prst="rect">
              <a:avLst/>
            </a:prstGeom>
          </p:spPr>
        </p:pic>
        <p:pic>
          <p:nvPicPr>
            <p:cNvPr id="63" name="Graphique 62" descr="Utilisateur avec un remplissage uni">
              <a:extLst>
                <a:ext uri="{FF2B5EF4-FFF2-40B4-BE49-F238E27FC236}">
                  <a16:creationId xmlns:a16="http://schemas.microsoft.com/office/drawing/2014/main" id="{5E920F21-5315-4545-8410-313492DC562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73212" y="3300139"/>
              <a:ext cx="187537" cy="187537"/>
            </a:xfrm>
            <a:prstGeom prst="rect">
              <a:avLst/>
            </a:prstGeom>
          </p:spPr>
        </p:pic>
        <p:pic>
          <p:nvPicPr>
            <p:cNvPr id="64" name="Graphique 63" descr="Utilisateur avec un remplissage uni">
              <a:extLst>
                <a:ext uri="{FF2B5EF4-FFF2-40B4-BE49-F238E27FC236}">
                  <a16:creationId xmlns:a16="http://schemas.microsoft.com/office/drawing/2014/main" id="{E43E5192-603F-45EF-BA51-9AA2D86E90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7415" y="3272906"/>
              <a:ext cx="187537" cy="187537"/>
            </a:xfrm>
            <a:prstGeom prst="rect">
              <a:avLst/>
            </a:prstGeom>
          </p:spPr>
        </p:pic>
        <p:pic>
          <p:nvPicPr>
            <p:cNvPr id="65" name="Graphique 64" descr="Utilisateur avec un remplissage uni">
              <a:extLst>
                <a:ext uri="{FF2B5EF4-FFF2-40B4-BE49-F238E27FC236}">
                  <a16:creationId xmlns:a16="http://schemas.microsoft.com/office/drawing/2014/main" id="{CDAED952-BC4B-4CE1-B9A7-22910C4366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906" y="3163416"/>
              <a:ext cx="187537" cy="187537"/>
            </a:xfrm>
            <a:prstGeom prst="rect">
              <a:avLst/>
            </a:prstGeom>
          </p:spPr>
        </p:pic>
        <p:pic>
          <p:nvPicPr>
            <p:cNvPr id="66" name="Graphique 65" descr="Utilisateur avec un remplissage uni">
              <a:extLst>
                <a:ext uri="{FF2B5EF4-FFF2-40B4-BE49-F238E27FC236}">
                  <a16:creationId xmlns:a16="http://schemas.microsoft.com/office/drawing/2014/main" id="{83174D7F-2814-407F-9322-B3D772E82A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1691" y="2987670"/>
              <a:ext cx="187537" cy="187537"/>
            </a:xfrm>
            <a:prstGeom prst="rect">
              <a:avLst/>
            </a:prstGeom>
          </p:spPr>
        </p:pic>
        <p:pic>
          <p:nvPicPr>
            <p:cNvPr id="67" name="Graphique 66" descr="Utilisateur avec un remplissage uni">
              <a:extLst>
                <a:ext uri="{FF2B5EF4-FFF2-40B4-BE49-F238E27FC236}">
                  <a16:creationId xmlns:a16="http://schemas.microsoft.com/office/drawing/2014/main" id="{C2B1D085-5740-4393-84EB-E746C36908E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88519" y="2808305"/>
              <a:ext cx="187537" cy="187537"/>
            </a:xfrm>
            <a:prstGeom prst="rect">
              <a:avLst/>
            </a:prstGeom>
          </p:spPr>
        </p:pic>
        <p:pic>
          <p:nvPicPr>
            <p:cNvPr id="68" name="Graphique 67" descr="Utilisateur avec un remplissage uni">
              <a:extLst>
                <a:ext uri="{FF2B5EF4-FFF2-40B4-BE49-F238E27FC236}">
                  <a16:creationId xmlns:a16="http://schemas.microsoft.com/office/drawing/2014/main" id="{85A46923-DE65-4D00-8017-3302BBB79F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43861" y="2722397"/>
              <a:ext cx="187537" cy="187537"/>
            </a:xfrm>
            <a:prstGeom prst="rect">
              <a:avLst/>
            </a:prstGeom>
          </p:spPr>
        </p:pic>
        <p:pic>
          <p:nvPicPr>
            <p:cNvPr id="69" name="Graphique 68" descr="Utilisateur avec un remplissage uni">
              <a:extLst>
                <a:ext uri="{FF2B5EF4-FFF2-40B4-BE49-F238E27FC236}">
                  <a16:creationId xmlns:a16="http://schemas.microsoft.com/office/drawing/2014/main" id="{99A1ED15-162E-4281-A333-CA68E6FD98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8352" y="2612907"/>
              <a:ext cx="187537" cy="187537"/>
            </a:xfrm>
            <a:prstGeom prst="rect">
              <a:avLst/>
            </a:prstGeom>
          </p:spPr>
        </p:pic>
        <p:pic>
          <p:nvPicPr>
            <p:cNvPr id="70" name="Graphique 69" descr="Utilisateur avec un remplissage uni">
              <a:extLst>
                <a:ext uri="{FF2B5EF4-FFF2-40B4-BE49-F238E27FC236}">
                  <a16:creationId xmlns:a16="http://schemas.microsoft.com/office/drawing/2014/main" id="{F9894323-6E53-47F9-B5B5-20C23D799B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98137" y="2437161"/>
              <a:ext cx="187537" cy="187537"/>
            </a:xfrm>
            <a:prstGeom prst="rect">
              <a:avLst/>
            </a:prstGeom>
          </p:spPr>
        </p:pic>
        <p:pic>
          <p:nvPicPr>
            <p:cNvPr id="71" name="Graphique 70" descr="Utilisateur avec un remplissage uni">
              <a:extLst>
                <a:ext uri="{FF2B5EF4-FFF2-40B4-BE49-F238E27FC236}">
                  <a16:creationId xmlns:a16="http://schemas.microsoft.com/office/drawing/2014/main" id="{EADB1C9F-2C48-4E10-9B38-36153364B9B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8826" y="2580060"/>
              <a:ext cx="187537" cy="187537"/>
            </a:xfrm>
            <a:prstGeom prst="rect">
              <a:avLst/>
            </a:prstGeom>
          </p:spPr>
        </p:pic>
        <p:pic>
          <p:nvPicPr>
            <p:cNvPr id="72" name="Graphique 71" descr="Utilisateur avec un remplissage uni">
              <a:extLst>
                <a:ext uri="{FF2B5EF4-FFF2-40B4-BE49-F238E27FC236}">
                  <a16:creationId xmlns:a16="http://schemas.microsoft.com/office/drawing/2014/main" id="{E94E31EC-7A40-4137-B534-54BAD08264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317" y="2470570"/>
              <a:ext cx="187537" cy="187537"/>
            </a:xfrm>
            <a:prstGeom prst="rect">
              <a:avLst/>
            </a:prstGeom>
          </p:spPr>
        </p:pic>
        <p:pic>
          <p:nvPicPr>
            <p:cNvPr id="73" name="Graphique 72" descr="Utilisateur avec un remplissage uni">
              <a:extLst>
                <a:ext uri="{FF2B5EF4-FFF2-40B4-BE49-F238E27FC236}">
                  <a16:creationId xmlns:a16="http://schemas.microsoft.com/office/drawing/2014/main" id="{CB36C9AE-5234-4AE4-8422-A227B532A4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80118" y="2650246"/>
              <a:ext cx="187537" cy="187537"/>
            </a:xfrm>
            <a:prstGeom prst="rect">
              <a:avLst/>
            </a:prstGeom>
          </p:spPr>
        </p:pic>
        <p:pic>
          <p:nvPicPr>
            <p:cNvPr id="74" name="Graphique 73" descr="Utilisateur avec un remplissage uni">
              <a:extLst>
                <a:ext uri="{FF2B5EF4-FFF2-40B4-BE49-F238E27FC236}">
                  <a16:creationId xmlns:a16="http://schemas.microsoft.com/office/drawing/2014/main" id="{6584CCF6-68D5-4283-948D-63DB14A7503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89965" y="2521385"/>
              <a:ext cx="187537" cy="187537"/>
            </a:xfrm>
            <a:prstGeom prst="rect">
              <a:avLst/>
            </a:prstGeom>
          </p:spPr>
        </p:pic>
        <p:pic>
          <p:nvPicPr>
            <p:cNvPr id="75" name="Graphique 74" descr="Utilisateur avec un remplissage uni">
              <a:extLst>
                <a:ext uri="{FF2B5EF4-FFF2-40B4-BE49-F238E27FC236}">
                  <a16:creationId xmlns:a16="http://schemas.microsoft.com/office/drawing/2014/main" id="{EF519DB4-6DDE-4A37-BA67-5DFFE1298F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54575" y="2562062"/>
              <a:ext cx="187537" cy="187537"/>
            </a:xfrm>
            <a:prstGeom prst="rect">
              <a:avLst/>
            </a:prstGeom>
          </p:spPr>
        </p:pic>
        <p:pic>
          <p:nvPicPr>
            <p:cNvPr id="76" name="Graphique 75" descr="Utilisateur avec un remplissage uni">
              <a:extLst>
                <a:ext uri="{FF2B5EF4-FFF2-40B4-BE49-F238E27FC236}">
                  <a16:creationId xmlns:a16="http://schemas.microsoft.com/office/drawing/2014/main" id="{0687D248-454D-4BB9-ADCF-69E816F840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85867" y="2632248"/>
              <a:ext cx="187537" cy="187537"/>
            </a:xfrm>
            <a:prstGeom prst="rect">
              <a:avLst/>
            </a:prstGeom>
          </p:spPr>
        </p:pic>
        <p:pic>
          <p:nvPicPr>
            <p:cNvPr id="77" name="Graphique 76" descr="Utilisateur avec un remplissage uni">
              <a:extLst>
                <a:ext uri="{FF2B5EF4-FFF2-40B4-BE49-F238E27FC236}">
                  <a16:creationId xmlns:a16="http://schemas.microsoft.com/office/drawing/2014/main" id="{6F807476-FF4B-4C0A-BC7F-D87285D395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95714" y="2503387"/>
              <a:ext cx="187537" cy="187537"/>
            </a:xfrm>
            <a:prstGeom prst="rect">
              <a:avLst/>
            </a:prstGeom>
          </p:spPr>
        </p:pic>
        <p:pic>
          <p:nvPicPr>
            <p:cNvPr id="78" name="Graphique 77" descr="Utilisateur avec un remplissage uni">
              <a:extLst>
                <a:ext uri="{FF2B5EF4-FFF2-40B4-BE49-F238E27FC236}">
                  <a16:creationId xmlns:a16="http://schemas.microsoft.com/office/drawing/2014/main" id="{A0558E0A-B6D4-4CB6-8E30-C919D3DAD4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9917" y="2476154"/>
              <a:ext cx="187537" cy="187537"/>
            </a:xfrm>
            <a:prstGeom prst="rect">
              <a:avLst/>
            </a:prstGeom>
          </p:spPr>
        </p:pic>
        <p:pic>
          <p:nvPicPr>
            <p:cNvPr id="79" name="Graphique 78" descr="Utilisateur avec un remplissage uni">
              <a:extLst>
                <a:ext uri="{FF2B5EF4-FFF2-40B4-BE49-F238E27FC236}">
                  <a16:creationId xmlns:a16="http://schemas.microsoft.com/office/drawing/2014/main" id="{C05B7E19-BC19-45D9-B965-77AAB82C55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28199" y="2984133"/>
              <a:ext cx="187537" cy="187537"/>
            </a:xfrm>
            <a:prstGeom prst="rect">
              <a:avLst/>
            </a:prstGeom>
          </p:spPr>
        </p:pic>
        <p:pic>
          <p:nvPicPr>
            <p:cNvPr id="80" name="Graphique 79" descr="Utilisateur avec un remplissage uni">
              <a:extLst>
                <a:ext uri="{FF2B5EF4-FFF2-40B4-BE49-F238E27FC236}">
                  <a16:creationId xmlns:a16="http://schemas.microsoft.com/office/drawing/2014/main" id="{5D626FF0-1D4C-4CB0-9EF8-CA4E904FF9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2690" y="2874643"/>
              <a:ext cx="187537" cy="187537"/>
            </a:xfrm>
            <a:prstGeom prst="rect">
              <a:avLst/>
            </a:prstGeom>
          </p:spPr>
        </p:pic>
        <p:pic>
          <p:nvPicPr>
            <p:cNvPr id="81" name="Graphique 80" descr="Utilisateur avec un remplissage uni">
              <a:extLst>
                <a:ext uri="{FF2B5EF4-FFF2-40B4-BE49-F238E27FC236}">
                  <a16:creationId xmlns:a16="http://schemas.microsoft.com/office/drawing/2014/main" id="{89D21FAB-6633-4EF1-BAD5-5713B7B0A3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59491" y="3054319"/>
              <a:ext cx="187537" cy="187537"/>
            </a:xfrm>
            <a:prstGeom prst="rect">
              <a:avLst/>
            </a:prstGeom>
          </p:spPr>
        </p:pic>
        <p:pic>
          <p:nvPicPr>
            <p:cNvPr id="82" name="Graphique 81" descr="Utilisateur avec un remplissage uni">
              <a:extLst>
                <a:ext uri="{FF2B5EF4-FFF2-40B4-BE49-F238E27FC236}">
                  <a16:creationId xmlns:a16="http://schemas.microsoft.com/office/drawing/2014/main" id="{18D7A6FC-7F58-49C8-91DC-E97FCC6A8B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69338" y="2925458"/>
              <a:ext cx="187537" cy="187537"/>
            </a:xfrm>
            <a:prstGeom prst="rect">
              <a:avLst/>
            </a:prstGeom>
          </p:spPr>
        </p:pic>
        <p:pic>
          <p:nvPicPr>
            <p:cNvPr id="83" name="Graphique 82" descr="Utilisateur avec un remplissage uni">
              <a:extLst>
                <a:ext uri="{FF2B5EF4-FFF2-40B4-BE49-F238E27FC236}">
                  <a16:creationId xmlns:a16="http://schemas.microsoft.com/office/drawing/2014/main" id="{FA3ED8EF-E0AA-4F70-A6FA-CFC75A274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6499" y="2960551"/>
              <a:ext cx="187537" cy="187537"/>
            </a:xfrm>
            <a:prstGeom prst="rect">
              <a:avLst/>
            </a:prstGeom>
          </p:spPr>
        </p:pic>
        <p:pic>
          <p:nvPicPr>
            <p:cNvPr id="84" name="Graphique 83" descr="Utilisateur avec un remplissage uni">
              <a:extLst>
                <a:ext uri="{FF2B5EF4-FFF2-40B4-BE49-F238E27FC236}">
                  <a16:creationId xmlns:a16="http://schemas.microsoft.com/office/drawing/2014/main" id="{08600EF7-042D-458A-A9CC-982FAE8C34D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6346" y="2831690"/>
              <a:ext cx="187537" cy="187537"/>
            </a:xfrm>
            <a:prstGeom prst="rect">
              <a:avLst/>
            </a:prstGeom>
          </p:spPr>
        </p:pic>
        <p:pic>
          <p:nvPicPr>
            <p:cNvPr id="85" name="Graphique 84" descr="Utilisateur avec un remplissage uni">
              <a:extLst>
                <a:ext uri="{FF2B5EF4-FFF2-40B4-BE49-F238E27FC236}">
                  <a16:creationId xmlns:a16="http://schemas.microsoft.com/office/drawing/2014/main" id="{584A5D08-6050-4CDC-84BD-AF78DEF1B1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68385" y="2867011"/>
              <a:ext cx="187537" cy="187537"/>
            </a:xfrm>
            <a:prstGeom prst="rect">
              <a:avLst/>
            </a:prstGeom>
          </p:spPr>
        </p:pic>
        <p:pic>
          <p:nvPicPr>
            <p:cNvPr id="86" name="Graphique 85" descr="Utilisateur avec un remplissage uni">
              <a:extLst>
                <a:ext uri="{FF2B5EF4-FFF2-40B4-BE49-F238E27FC236}">
                  <a16:creationId xmlns:a16="http://schemas.microsoft.com/office/drawing/2014/main" id="{A070EFD3-678E-4AD2-8B13-E7C77D39A0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5186" y="3046687"/>
              <a:ext cx="187537" cy="187537"/>
            </a:xfrm>
            <a:prstGeom prst="rect">
              <a:avLst/>
            </a:prstGeom>
          </p:spPr>
        </p:pic>
        <p:pic>
          <p:nvPicPr>
            <p:cNvPr id="87" name="Graphique 86" descr="Utilisateur avec un remplissage uni">
              <a:extLst>
                <a:ext uri="{FF2B5EF4-FFF2-40B4-BE49-F238E27FC236}">
                  <a16:creationId xmlns:a16="http://schemas.microsoft.com/office/drawing/2014/main" id="{3A07EA77-ECD6-40D0-81BD-99505BF83A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99677" y="2937197"/>
              <a:ext cx="187537" cy="187537"/>
            </a:xfrm>
            <a:prstGeom prst="rect">
              <a:avLst/>
            </a:prstGeom>
          </p:spPr>
        </p:pic>
      </p:grpSp>
      <p:pic>
        <p:nvPicPr>
          <p:cNvPr id="95" name="Graphique 94" descr="Signe pouce en haut avec un remplissage uni">
            <a:extLst>
              <a:ext uri="{FF2B5EF4-FFF2-40B4-BE49-F238E27FC236}">
                <a16:creationId xmlns:a16="http://schemas.microsoft.com/office/drawing/2014/main" id="{E84A3536-A4E5-41DA-98FF-98F498D824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83660" y="4102069"/>
            <a:ext cx="914400" cy="914400"/>
          </a:xfrm>
          <a:prstGeom prst="rect">
            <a:avLst/>
          </a:prstGeom>
        </p:spPr>
      </p:pic>
      <p:pic>
        <p:nvPicPr>
          <p:cNvPr id="96" name="Graphique 95" descr="Pouce en bas avec un remplissage uni">
            <a:extLst>
              <a:ext uri="{FF2B5EF4-FFF2-40B4-BE49-F238E27FC236}">
                <a16:creationId xmlns:a16="http://schemas.microsoft.com/office/drawing/2014/main" id="{CCEA7F10-675D-497F-A7FB-8B0AED15400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164152" y="2706589"/>
            <a:ext cx="914400" cy="914400"/>
          </a:xfrm>
          <a:prstGeom prst="rect">
            <a:avLst/>
          </a:prstGeom>
        </p:spPr>
      </p:pic>
    </p:spTree>
    <p:extLst>
      <p:ext uri="{BB962C8B-B14F-4D97-AF65-F5344CB8AC3E}">
        <p14:creationId xmlns:p14="http://schemas.microsoft.com/office/powerpoint/2010/main" val="242756587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E7EF33-67C8-4EC2-B219-F966F26F9C2A}"/>
              </a:ext>
            </a:extLst>
          </p:cNvPr>
          <p:cNvSpPr>
            <a:spLocks noGrp="1"/>
          </p:cNvSpPr>
          <p:nvPr>
            <p:ph type="title"/>
          </p:nvPr>
        </p:nvSpPr>
        <p:spPr/>
        <p:txBody>
          <a:bodyPr/>
          <a:lstStyle/>
          <a:p>
            <a:r>
              <a:rPr lang="en-US" dirty="0"/>
              <a:t>Breaking the “I don’t have time” wall</a:t>
            </a:r>
          </a:p>
        </p:txBody>
      </p:sp>
      <p:pic>
        <p:nvPicPr>
          <p:cNvPr id="6" name="Graphique 5" descr="Employé de bureau avec un remplissage uni">
            <a:extLst>
              <a:ext uri="{FF2B5EF4-FFF2-40B4-BE49-F238E27FC236}">
                <a16:creationId xmlns:a16="http://schemas.microsoft.com/office/drawing/2014/main" id="{8008F1E8-C02E-4642-8828-1294510FAF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9508" y="4341891"/>
            <a:ext cx="1063343" cy="1063343"/>
          </a:xfrm>
          <a:prstGeom prst="rect">
            <a:avLst/>
          </a:prstGeom>
        </p:spPr>
      </p:pic>
      <p:sp>
        <p:nvSpPr>
          <p:cNvPr id="7" name="Bulle narrative : ronde 6">
            <a:extLst>
              <a:ext uri="{FF2B5EF4-FFF2-40B4-BE49-F238E27FC236}">
                <a16:creationId xmlns:a16="http://schemas.microsoft.com/office/drawing/2014/main" id="{5A1E1E17-BBCE-4289-BFB0-CB90DEADA06B}"/>
              </a:ext>
            </a:extLst>
          </p:cNvPr>
          <p:cNvSpPr/>
          <p:nvPr/>
        </p:nvSpPr>
        <p:spPr>
          <a:xfrm>
            <a:off x="85509" y="2786277"/>
            <a:ext cx="1697321" cy="677454"/>
          </a:xfrm>
          <a:prstGeom prst="wedgeEllipseCallout">
            <a:avLst>
              <a:gd name="adj1" fmla="val 1643"/>
              <a:gd name="adj2" fmla="val 124530"/>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 don’t have Time</a:t>
            </a:r>
          </a:p>
        </p:txBody>
      </p:sp>
      <p:pic>
        <p:nvPicPr>
          <p:cNvPr id="8" name="Graphique 7" descr="Employé de bureau avec un remplissage uni">
            <a:extLst>
              <a:ext uri="{FF2B5EF4-FFF2-40B4-BE49-F238E27FC236}">
                <a16:creationId xmlns:a16="http://schemas.microsoft.com/office/drawing/2014/main" id="{78860126-BFB8-4F28-B2C6-83A4985A72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42063" y="2254605"/>
            <a:ext cx="1063343" cy="1063343"/>
          </a:xfrm>
          <a:prstGeom prst="rect">
            <a:avLst/>
          </a:prstGeom>
        </p:spPr>
      </p:pic>
      <p:sp>
        <p:nvSpPr>
          <p:cNvPr id="9" name="Bulle narrative : ronde 8">
            <a:extLst>
              <a:ext uri="{FF2B5EF4-FFF2-40B4-BE49-F238E27FC236}">
                <a16:creationId xmlns:a16="http://schemas.microsoft.com/office/drawing/2014/main" id="{7B4F8C6B-537E-49CF-B7C7-DFDE5F783ED4}"/>
              </a:ext>
            </a:extLst>
          </p:cNvPr>
          <p:cNvSpPr/>
          <p:nvPr/>
        </p:nvSpPr>
        <p:spPr>
          <a:xfrm>
            <a:off x="9105406" y="2124742"/>
            <a:ext cx="2468947" cy="677454"/>
          </a:xfrm>
          <a:prstGeom prst="wedgeEllipseCallout">
            <a:avLst>
              <a:gd name="adj1" fmla="val -59139"/>
              <a:gd name="adj2" fmla="val 17970"/>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This knowledge can save my time</a:t>
            </a:r>
          </a:p>
        </p:txBody>
      </p:sp>
      <p:pic>
        <p:nvPicPr>
          <p:cNvPr id="10" name="Graphique 9" descr="Employé de bureau avec un remplissage uni">
            <a:extLst>
              <a:ext uri="{FF2B5EF4-FFF2-40B4-BE49-F238E27FC236}">
                <a16:creationId xmlns:a16="http://schemas.microsoft.com/office/drawing/2014/main" id="{81445E25-AB3D-4E21-8E54-2430411658E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42063" y="3540050"/>
            <a:ext cx="1063343" cy="1063343"/>
          </a:xfrm>
          <a:prstGeom prst="rect">
            <a:avLst/>
          </a:prstGeom>
        </p:spPr>
      </p:pic>
      <p:sp>
        <p:nvSpPr>
          <p:cNvPr id="11" name="Bulle narrative : ronde 10">
            <a:extLst>
              <a:ext uri="{FF2B5EF4-FFF2-40B4-BE49-F238E27FC236}">
                <a16:creationId xmlns:a16="http://schemas.microsoft.com/office/drawing/2014/main" id="{CEB25B84-5AE4-45A9-8C54-72644255264A}"/>
              </a:ext>
            </a:extLst>
          </p:cNvPr>
          <p:cNvSpPr/>
          <p:nvPr/>
        </p:nvSpPr>
        <p:spPr>
          <a:xfrm>
            <a:off x="9241031" y="3540050"/>
            <a:ext cx="2468947" cy="677454"/>
          </a:xfrm>
          <a:prstGeom prst="wedgeEllipseCallout">
            <a:avLst>
              <a:gd name="adj1" fmla="val -63817"/>
              <a:gd name="adj2" fmla="val 17970"/>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It is easy and fast to learn</a:t>
            </a:r>
          </a:p>
        </p:txBody>
      </p:sp>
      <p:pic>
        <p:nvPicPr>
          <p:cNvPr id="12" name="Graphique 11" descr="Employé de bureau avec un remplissage uni">
            <a:extLst>
              <a:ext uri="{FF2B5EF4-FFF2-40B4-BE49-F238E27FC236}">
                <a16:creationId xmlns:a16="http://schemas.microsoft.com/office/drawing/2014/main" id="{0DD0B054-792B-4FC7-A03C-A486A2E45D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14501" y="3773280"/>
            <a:ext cx="1063343" cy="1063343"/>
          </a:xfrm>
          <a:prstGeom prst="rect">
            <a:avLst/>
          </a:prstGeom>
        </p:spPr>
      </p:pic>
      <p:sp>
        <p:nvSpPr>
          <p:cNvPr id="13" name="Bulle narrative : ronde 12">
            <a:extLst>
              <a:ext uri="{FF2B5EF4-FFF2-40B4-BE49-F238E27FC236}">
                <a16:creationId xmlns:a16="http://schemas.microsoft.com/office/drawing/2014/main" id="{33F4AD2E-63F6-41F7-86DC-A7CFFA504282}"/>
              </a:ext>
            </a:extLst>
          </p:cNvPr>
          <p:cNvSpPr/>
          <p:nvPr/>
        </p:nvSpPr>
        <p:spPr>
          <a:xfrm>
            <a:off x="3314458" y="3773280"/>
            <a:ext cx="1697321" cy="677454"/>
          </a:xfrm>
          <a:prstGeom prst="wedgeEllipseCallout">
            <a:avLst>
              <a:gd name="adj1" fmla="val -63005"/>
              <a:gd name="adj2" fmla="val 1370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 don’t have the energy to learn</a:t>
            </a:r>
          </a:p>
        </p:txBody>
      </p:sp>
      <p:pic>
        <p:nvPicPr>
          <p:cNvPr id="14" name="Graphique 13" descr="Employé de bureau avec un remplissage uni">
            <a:extLst>
              <a:ext uri="{FF2B5EF4-FFF2-40B4-BE49-F238E27FC236}">
                <a16:creationId xmlns:a16="http://schemas.microsoft.com/office/drawing/2014/main" id="{E09886DC-AB5F-4462-81B8-86B1B2CB11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14502" y="2231218"/>
            <a:ext cx="1063343" cy="1063343"/>
          </a:xfrm>
          <a:prstGeom prst="rect">
            <a:avLst/>
          </a:prstGeom>
        </p:spPr>
      </p:pic>
      <p:sp>
        <p:nvSpPr>
          <p:cNvPr id="15" name="Bulle narrative : ronde 14">
            <a:extLst>
              <a:ext uri="{FF2B5EF4-FFF2-40B4-BE49-F238E27FC236}">
                <a16:creationId xmlns:a16="http://schemas.microsoft.com/office/drawing/2014/main" id="{11E7F473-B383-4EA8-B739-C5F0D7A347FB}"/>
              </a:ext>
            </a:extLst>
          </p:cNvPr>
          <p:cNvSpPr/>
          <p:nvPr/>
        </p:nvSpPr>
        <p:spPr>
          <a:xfrm>
            <a:off x="3443314" y="2208637"/>
            <a:ext cx="1697321" cy="677454"/>
          </a:xfrm>
          <a:prstGeom prst="wedgeEllipseCallout">
            <a:avLst>
              <a:gd name="adj1" fmla="val -63005"/>
              <a:gd name="adj2" fmla="val 1370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 don’t have time for curiosity</a:t>
            </a:r>
          </a:p>
        </p:txBody>
      </p:sp>
      <p:pic>
        <p:nvPicPr>
          <p:cNvPr id="16" name="Graphique 15" descr="Employé de bureau avec un remplissage uni">
            <a:extLst>
              <a:ext uri="{FF2B5EF4-FFF2-40B4-BE49-F238E27FC236}">
                <a16:creationId xmlns:a16="http://schemas.microsoft.com/office/drawing/2014/main" id="{4EE753E8-13E1-45C2-A1B0-46F687AB20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14502" y="5334998"/>
            <a:ext cx="1063343" cy="1063343"/>
          </a:xfrm>
          <a:prstGeom prst="rect">
            <a:avLst/>
          </a:prstGeom>
        </p:spPr>
      </p:pic>
      <p:sp>
        <p:nvSpPr>
          <p:cNvPr id="17" name="Bulle narrative : ronde 16">
            <a:extLst>
              <a:ext uri="{FF2B5EF4-FFF2-40B4-BE49-F238E27FC236}">
                <a16:creationId xmlns:a16="http://schemas.microsoft.com/office/drawing/2014/main" id="{F38D319E-4B61-46B0-8D54-9D5599879A89}"/>
              </a:ext>
            </a:extLst>
          </p:cNvPr>
          <p:cNvSpPr/>
          <p:nvPr/>
        </p:nvSpPr>
        <p:spPr>
          <a:xfrm>
            <a:off x="3314459" y="5334998"/>
            <a:ext cx="1697321" cy="677454"/>
          </a:xfrm>
          <a:prstGeom prst="wedgeEllipseCallout">
            <a:avLst>
              <a:gd name="adj1" fmla="val -63005"/>
              <a:gd name="adj2" fmla="val 1370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 am too tired to share</a:t>
            </a:r>
          </a:p>
        </p:txBody>
      </p:sp>
      <p:pic>
        <p:nvPicPr>
          <p:cNvPr id="18" name="Graphique 17" descr="Employé de bureau avec un remplissage uni">
            <a:extLst>
              <a:ext uri="{FF2B5EF4-FFF2-40B4-BE49-F238E27FC236}">
                <a16:creationId xmlns:a16="http://schemas.microsoft.com/office/drawing/2014/main" id="{5F2C6C7E-5635-4FBC-8D86-448C5A7278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42063" y="5334996"/>
            <a:ext cx="1063343" cy="1063343"/>
          </a:xfrm>
          <a:prstGeom prst="rect">
            <a:avLst/>
          </a:prstGeom>
        </p:spPr>
      </p:pic>
      <p:sp>
        <p:nvSpPr>
          <p:cNvPr id="19" name="Bulle narrative : ronde 18">
            <a:extLst>
              <a:ext uri="{FF2B5EF4-FFF2-40B4-BE49-F238E27FC236}">
                <a16:creationId xmlns:a16="http://schemas.microsoft.com/office/drawing/2014/main" id="{E8736BD7-6BCA-4AB5-8EEB-88E1DE314808}"/>
              </a:ext>
            </a:extLst>
          </p:cNvPr>
          <p:cNvSpPr/>
          <p:nvPr/>
        </p:nvSpPr>
        <p:spPr>
          <a:xfrm>
            <a:off x="9241031" y="5130020"/>
            <a:ext cx="2468947" cy="677454"/>
          </a:xfrm>
          <a:prstGeom prst="wedgeEllipseCallout">
            <a:avLst>
              <a:gd name="adj1" fmla="val -63817"/>
              <a:gd name="adj2" fmla="val 17970"/>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Sharing the content will make my life better</a:t>
            </a:r>
          </a:p>
        </p:txBody>
      </p:sp>
      <p:sp>
        <p:nvSpPr>
          <p:cNvPr id="20" name="Phylactère : pensées 19">
            <a:extLst>
              <a:ext uri="{FF2B5EF4-FFF2-40B4-BE49-F238E27FC236}">
                <a16:creationId xmlns:a16="http://schemas.microsoft.com/office/drawing/2014/main" id="{EB37C361-A670-481E-B19B-4760D851DB9D}"/>
              </a:ext>
            </a:extLst>
          </p:cNvPr>
          <p:cNvSpPr/>
          <p:nvPr/>
        </p:nvSpPr>
        <p:spPr>
          <a:xfrm>
            <a:off x="1684547" y="1501541"/>
            <a:ext cx="4411453" cy="5486400"/>
          </a:xfrm>
          <a:prstGeom prst="cloudCallout">
            <a:avLst>
              <a:gd name="adj1" fmla="val -64245"/>
              <a:gd name="adj2" fmla="val 3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èche : droite 20">
            <a:extLst>
              <a:ext uri="{FF2B5EF4-FFF2-40B4-BE49-F238E27FC236}">
                <a16:creationId xmlns:a16="http://schemas.microsoft.com/office/drawing/2014/main" id="{ED3881E2-5996-415A-B931-FF8614E30780}"/>
              </a:ext>
            </a:extLst>
          </p:cNvPr>
          <p:cNvSpPr/>
          <p:nvPr/>
        </p:nvSpPr>
        <p:spPr>
          <a:xfrm>
            <a:off x="5647469" y="2697852"/>
            <a:ext cx="2034895" cy="42443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èche : droite 21">
            <a:extLst>
              <a:ext uri="{FF2B5EF4-FFF2-40B4-BE49-F238E27FC236}">
                <a16:creationId xmlns:a16="http://schemas.microsoft.com/office/drawing/2014/main" id="{7152C99D-9A98-4FC2-BD4F-7D42F0ED6B3F}"/>
              </a:ext>
            </a:extLst>
          </p:cNvPr>
          <p:cNvSpPr/>
          <p:nvPr/>
        </p:nvSpPr>
        <p:spPr>
          <a:xfrm>
            <a:off x="5623651" y="4129673"/>
            <a:ext cx="2034895" cy="42443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èche : droite 22">
            <a:extLst>
              <a:ext uri="{FF2B5EF4-FFF2-40B4-BE49-F238E27FC236}">
                <a16:creationId xmlns:a16="http://schemas.microsoft.com/office/drawing/2014/main" id="{8B892EF4-CBC6-4D72-8302-60F39725ABCA}"/>
              </a:ext>
            </a:extLst>
          </p:cNvPr>
          <p:cNvSpPr/>
          <p:nvPr/>
        </p:nvSpPr>
        <p:spPr>
          <a:xfrm>
            <a:off x="5605815" y="5626275"/>
            <a:ext cx="2034895" cy="42443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ZoneTexte 24">
            <a:extLst>
              <a:ext uri="{FF2B5EF4-FFF2-40B4-BE49-F238E27FC236}">
                <a16:creationId xmlns:a16="http://schemas.microsoft.com/office/drawing/2014/main" id="{89C7142B-AAB5-43E8-854A-F85495EBB420}"/>
              </a:ext>
            </a:extLst>
          </p:cNvPr>
          <p:cNvSpPr txBox="1"/>
          <p:nvPr/>
        </p:nvSpPr>
        <p:spPr>
          <a:xfrm>
            <a:off x="5695569" y="2369496"/>
            <a:ext cx="1962977" cy="430887"/>
          </a:xfrm>
          <a:prstGeom prst="rect">
            <a:avLst/>
          </a:prstGeom>
          <a:noFill/>
        </p:spPr>
        <p:txBody>
          <a:bodyPr wrap="square">
            <a:spAutoFit/>
          </a:bodyPr>
          <a:lstStyle/>
          <a:p>
            <a:r>
              <a:rPr lang="en-US" sz="1100" dirty="0">
                <a:solidFill>
                  <a:schemeClr val="tx1"/>
                </a:solidFill>
              </a:rPr>
              <a:t>Filter content by </a:t>
            </a:r>
          </a:p>
          <a:p>
            <a:r>
              <a:rPr lang="en-US" sz="1100" dirty="0">
                <a:solidFill>
                  <a:schemeClr val="tx1"/>
                </a:solidFill>
              </a:rPr>
              <a:t>time-saving capability</a:t>
            </a:r>
            <a:endParaRPr lang="en-US" sz="1100" dirty="0"/>
          </a:p>
        </p:txBody>
      </p:sp>
      <p:sp>
        <p:nvSpPr>
          <p:cNvPr id="26" name="ZoneTexte 25">
            <a:extLst>
              <a:ext uri="{FF2B5EF4-FFF2-40B4-BE49-F238E27FC236}">
                <a16:creationId xmlns:a16="http://schemas.microsoft.com/office/drawing/2014/main" id="{E57F37BB-0FAE-43D1-9FEC-9E5B98DC55A8}"/>
              </a:ext>
            </a:extLst>
          </p:cNvPr>
          <p:cNvSpPr txBox="1"/>
          <p:nvPr/>
        </p:nvSpPr>
        <p:spPr>
          <a:xfrm>
            <a:off x="5677733" y="3786617"/>
            <a:ext cx="1962977" cy="430887"/>
          </a:xfrm>
          <a:prstGeom prst="rect">
            <a:avLst/>
          </a:prstGeom>
          <a:noFill/>
        </p:spPr>
        <p:txBody>
          <a:bodyPr wrap="square">
            <a:spAutoFit/>
          </a:bodyPr>
          <a:lstStyle/>
          <a:p>
            <a:r>
              <a:rPr lang="en-US" sz="1100" dirty="0">
                <a:solidFill>
                  <a:schemeClr val="tx1"/>
                </a:solidFill>
              </a:rPr>
              <a:t>Filter content by </a:t>
            </a:r>
          </a:p>
          <a:p>
            <a:r>
              <a:rPr lang="en-US" sz="1100" dirty="0">
                <a:solidFill>
                  <a:schemeClr val="tx1"/>
                </a:solidFill>
              </a:rPr>
              <a:t>easiness to learn</a:t>
            </a:r>
            <a:endParaRPr lang="en-US" sz="1100" dirty="0"/>
          </a:p>
        </p:txBody>
      </p:sp>
      <p:sp>
        <p:nvSpPr>
          <p:cNvPr id="27" name="ZoneTexte 26">
            <a:extLst>
              <a:ext uri="{FF2B5EF4-FFF2-40B4-BE49-F238E27FC236}">
                <a16:creationId xmlns:a16="http://schemas.microsoft.com/office/drawing/2014/main" id="{94002232-E6FB-46D7-AA1E-22478A4E0E6E}"/>
              </a:ext>
            </a:extLst>
          </p:cNvPr>
          <p:cNvSpPr txBox="1"/>
          <p:nvPr/>
        </p:nvSpPr>
        <p:spPr>
          <a:xfrm>
            <a:off x="5605815" y="5308921"/>
            <a:ext cx="1962977" cy="430887"/>
          </a:xfrm>
          <a:prstGeom prst="rect">
            <a:avLst/>
          </a:prstGeom>
          <a:noFill/>
        </p:spPr>
        <p:txBody>
          <a:bodyPr wrap="square">
            <a:spAutoFit/>
          </a:bodyPr>
          <a:lstStyle/>
          <a:p>
            <a:r>
              <a:rPr lang="en-US" sz="1100" dirty="0">
                <a:solidFill>
                  <a:schemeClr val="tx1"/>
                </a:solidFill>
              </a:rPr>
              <a:t>Integrate incentives to share</a:t>
            </a:r>
            <a:endParaRPr lang="en-US" sz="1100" dirty="0"/>
          </a:p>
        </p:txBody>
      </p:sp>
    </p:spTree>
    <p:extLst>
      <p:ext uri="{BB962C8B-B14F-4D97-AF65-F5344CB8AC3E}">
        <p14:creationId xmlns:p14="http://schemas.microsoft.com/office/powerpoint/2010/main" val="155306069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094ECA-DD8B-4C01-8566-F4C598B82D0C}"/>
              </a:ext>
            </a:extLst>
          </p:cNvPr>
          <p:cNvSpPr>
            <a:spLocks noGrp="1"/>
          </p:cNvSpPr>
          <p:nvPr>
            <p:ph type="title"/>
          </p:nvPr>
        </p:nvSpPr>
        <p:spPr/>
        <p:txBody>
          <a:bodyPr/>
          <a:lstStyle/>
          <a:p>
            <a:r>
              <a:rPr lang="en-US" dirty="0"/>
              <a:t>Foster or reuse motivations to share</a:t>
            </a:r>
          </a:p>
        </p:txBody>
      </p:sp>
      <p:sp>
        <p:nvSpPr>
          <p:cNvPr id="6" name="ZoneTexte 5">
            <a:extLst>
              <a:ext uri="{FF2B5EF4-FFF2-40B4-BE49-F238E27FC236}">
                <a16:creationId xmlns:a16="http://schemas.microsoft.com/office/drawing/2014/main" id="{A2900945-4C0C-4A44-A509-AC41F3CB6B71}"/>
              </a:ext>
            </a:extLst>
          </p:cNvPr>
          <p:cNvSpPr txBox="1"/>
          <p:nvPr/>
        </p:nvSpPr>
        <p:spPr>
          <a:xfrm>
            <a:off x="1724025" y="3398587"/>
            <a:ext cx="2743200" cy="369332"/>
          </a:xfrm>
          <a:prstGeom prst="rect">
            <a:avLst/>
          </a:prstGeom>
          <a:noFill/>
        </p:spPr>
        <p:txBody>
          <a:bodyPr wrap="square" rtlCol="0">
            <a:spAutoFit/>
          </a:bodyPr>
          <a:lstStyle/>
          <a:p>
            <a:r>
              <a:rPr lang="en-US" dirty="0"/>
              <a:t>Skills improvement</a:t>
            </a:r>
          </a:p>
        </p:txBody>
      </p:sp>
      <p:sp>
        <p:nvSpPr>
          <p:cNvPr id="7" name="ZoneTexte 6">
            <a:extLst>
              <a:ext uri="{FF2B5EF4-FFF2-40B4-BE49-F238E27FC236}">
                <a16:creationId xmlns:a16="http://schemas.microsoft.com/office/drawing/2014/main" id="{3DE260EF-356E-43D3-9A16-8F446B8A88AC}"/>
              </a:ext>
            </a:extLst>
          </p:cNvPr>
          <p:cNvSpPr txBox="1"/>
          <p:nvPr/>
        </p:nvSpPr>
        <p:spPr>
          <a:xfrm>
            <a:off x="4314825" y="2700650"/>
            <a:ext cx="3143250" cy="369332"/>
          </a:xfrm>
          <a:prstGeom prst="rect">
            <a:avLst/>
          </a:prstGeom>
          <a:noFill/>
        </p:spPr>
        <p:txBody>
          <a:bodyPr wrap="square" rtlCol="0">
            <a:spAutoFit/>
          </a:bodyPr>
          <a:lstStyle/>
          <a:p>
            <a:r>
              <a:rPr lang="en-US" dirty="0"/>
              <a:t>Link creating or fostering</a:t>
            </a:r>
          </a:p>
        </p:txBody>
      </p:sp>
      <p:sp>
        <p:nvSpPr>
          <p:cNvPr id="8" name="ZoneTexte 7">
            <a:extLst>
              <a:ext uri="{FF2B5EF4-FFF2-40B4-BE49-F238E27FC236}">
                <a16:creationId xmlns:a16="http://schemas.microsoft.com/office/drawing/2014/main" id="{D1CDBA96-1CBA-4640-B42F-F4259EC2C3F5}"/>
              </a:ext>
            </a:extLst>
          </p:cNvPr>
          <p:cNvSpPr txBox="1"/>
          <p:nvPr/>
        </p:nvSpPr>
        <p:spPr>
          <a:xfrm>
            <a:off x="7034211" y="4672987"/>
            <a:ext cx="2752725" cy="369332"/>
          </a:xfrm>
          <a:prstGeom prst="rect">
            <a:avLst/>
          </a:prstGeom>
          <a:noFill/>
        </p:spPr>
        <p:txBody>
          <a:bodyPr wrap="square" rtlCol="0">
            <a:spAutoFit/>
          </a:bodyPr>
          <a:lstStyle/>
          <a:p>
            <a:r>
              <a:rPr lang="en-US" dirty="0"/>
              <a:t>Sense of collective Duty</a:t>
            </a:r>
          </a:p>
        </p:txBody>
      </p:sp>
      <p:sp>
        <p:nvSpPr>
          <p:cNvPr id="9" name="ZoneTexte 8">
            <a:extLst>
              <a:ext uri="{FF2B5EF4-FFF2-40B4-BE49-F238E27FC236}">
                <a16:creationId xmlns:a16="http://schemas.microsoft.com/office/drawing/2014/main" id="{D353190D-8900-407E-A469-51824D1A3012}"/>
              </a:ext>
            </a:extLst>
          </p:cNvPr>
          <p:cNvSpPr txBox="1"/>
          <p:nvPr/>
        </p:nvSpPr>
        <p:spPr>
          <a:xfrm>
            <a:off x="2409825" y="5947387"/>
            <a:ext cx="2628900" cy="369332"/>
          </a:xfrm>
          <a:prstGeom prst="rect">
            <a:avLst/>
          </a:prstGeom>
          <a:noFill/>
        </p:spPr>
        <p:txBody>
          <a:bodyPr wrap="square" rtlCol="0">
            <a:spAutoFit/>
          </a:bodyPr>
          <a:lstStyle/>
          <a:p>
            <a:r>
              <a:rPr lang="en-US" dirty="0"/>
              <a:t>Sense of Meaning</a:t>
            </a:r>
          </a:p>
        </p:txBody>
      </p:sp>
      <p:sp>
        <p:nvSpPr>
          <p:cNvPr id="10" name="ZoneTexte 9">
            <a:extLst>
              <a:ext uri="{FF2B5EF4-FFF2-40B4-BE49-F238E27FC236}">
                <a16:creationId xmlns:a16="http://schemas.microsoft.com/office/drawing/2014/main" id="{4716EF12-1352-4AA7-9F29-FCABFBDA321E}"/>
              </a:ext>
            </a:extLst>
          </p:cNvPr>
          <p:cNvSpPr txBox="1"/>
          <p:nvPr/>
        </p:nvSpPr>
        <p:spPr>
          <a:xfrm>
            <a:off x="1876425" y="4672987"/>
            <a:ext cx="3143250" cy="369332"/>
          </a:xfrm>
          <a:prstGeom prst="rect">
            <a:avLst/>
          </a:prstGeom>
          <a:noFill/>
        </p:spPr>
        <p:txBody>
          <a:bodyPr wrap="square" rtlCol="0">
            <a:spAutoFit/>
          </a:bodyPr>
          <a:lstStyle/>
          <a:p>
            <a:r>
              <a:rPr lang="en-US" dirty="0"/>
              <a:t>Pleasure of sharing</a:t>
            </a:r>
          </a:p>
        </p:txBody>
      </p:sp>
      <p:sp>
        <p:nvSpPr>
          <p:cNvPr id="11" name="ZoneTexte 10">
            <a:extLst>
              <a:ext uri="{FF2B5EF4-FFF2-40B4-BE49-F238E27FC236}">
                <a16:creationId xmlns:a16="http://schemas.microsoft.com/office/drawing/2014/main" id="{B7D53EB6-7378-4DDB-9ECE-976BDAAEE113}"/>
              </a:ext>
            </a:extLst>
          </p:cNvPr>
          <p:cNvSpPr txBox="1"/>
          <p:nvPr/>
        </p:nvSpPr>
        <p:spPr>
          <a:xfrm>
            <a:off x="6946090" y="3309910"/>
            <a:ext cx="3705224" cy="369332"/>
          </a:xfrm>
          <a:prstGeom prst="rect">
            <a:avLst/>
          </a:prstGeom>
          <a:noFill/>
        </p:spPr>
        <p:txBody>
          <a:bodyPr wrap="square" rtlCol="0">
            <a:spAutoFit/>
          </a:bodyPr>
          <a:lstStyle/>
          <a:p>
            <a:r>
              <a:rPr lang="en-US" dirty="0"/>
              <a:t>Social Reward / Recognition</a:t>
            </a:r>
          </a:p>
        </p:txBody>
      </p:sp>
      <p:sp>
        <p:nvSpPr>
          <p:cNvPr id="12" name="ZoneTexte 11">
            <a:extLst>
              <a:ext uri="{FF2B5EF4-FFF2-40B4-BE49-F238E27FC236}">
                <a16:creationId xmlns:a16="http://schemas.microsoft.com/office/drawing/2014/main" id="{326A6CEF-E3BC-421A-BBD3-83ED228317EC}"/>
              </a:ext>
            </a:extLst>
          </p:cNvPr>
          <p:cNvSpPr txBox="1"/>
          <p:nvPr/>
        </p:nvSpPr>
        <p:spPr>
          <a:xfrm>
            <a:off x="6872286" y="5947387"/>
            <a:ext cx="2628900" cy="369332"/>
          </a:xfrm>
          <a:prstGeom prst="rect">
            <a:avLst/>
          </a:prstGeom>
          <a:noFill/>
        </p:spPr>
        <p:txBody>
          <a:bodyPr wrap="square" rtlCol="0">
            <a:spAutoFit/>
          </a:bodyPr>
          <a:lstStyle/>
          <a:p>
            <a:r>
              <a:rPr lang="en-US" dirty="0"/>
              <a:t>External advantages</a:t>
            </a:r>
          </a:p>
        </p:txBody>
      </p:sp>
      <p:sp>
        <p:nvSpPr>
          <p:cNvPr id="13" name="Ellipse 12">
            <a:extLst>
              <a:ext uri="{FF2B5EF4-FFF2-40B4-BE49-F238E27FC236}">
                <a16:creationId xmlns:a16="http://schemas.microsoft.com/office/drawing/2014/main" id="{2A497973-7903-4B9B-AB2B-0D44FFAF50D9}"/>
              </a:ext>
            </a:extLst>
          </p:cNvPr>
          <p:cNvSpPr/>
          <p:nvPr/>
        </p:nvSpPr>
        <p:spPr>
          <a:xfrm>
            <a:off x="4486273" y="3429000"/>
            <a:ext cx="2286000" cy="228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“Why would you share knowledge ?”</a:t>
            </a:r>
          </a:p>
        </p:txBody>
      </p:sp>
      <p:pic>
        <p:nvPicPr>
          <p:cNvPr id="15" name="Graphique 14" descr="Silhouette de Bouddha avec un remplissage uni">
            <a:extLst>
              <a:ext uri="{FF2B5EF4-FFF2-40B4-BE49-F238E27FC236}">
                <a16:creationId xmlns:a16="http://schemas.microsoft.com/office/drawing/2014/main" id="{921CA09D-806E-4AC8-B9B8-C243CCE1F4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90850" y="5107483"/>
            <a:ext cx="914400" cy="914400"/>
          </a:xfrm>
          <a:prstGeom prst="rect">
            <a:avLst/>
          </a:prstGeom>
        </p:spPr>
      </p:pic>
      <p:pic>
        <p:nvPicPr>
          <p:cNvPr id="17" name="Graphique 16" descr="Euro avec un remplissage uni">
            <a:extLst>
              <a:ext uri="{FF2B5EF4-FFF2-40B4-BE49-F238E27FC236}">
                <a16:creationId xmlns:a16="http://schemas.microsoft.com/office/drawing/2014/main" id="{01F3C1EE-0E02-467B-8404-A146EFE09C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29536" y="5203271"/>
            <a:ext cx="914400" cy="914400"/>
          </a:xfrm>
          <a:prstGeom prst="rect">
            <a:avLst/>
          </a:prstGeom>
        </p:spPr>
      </p:pic>
      <p:pic>
        <p:nvPicPr>
          <p:cNvPr id="19" name="Graphique 18" descr="Signe pouce en haut avec un remplissage uni">
            <a:extLst>
              <a:ext uri="{FF2B5EF4-FFF2-40B4-BE49-F238E27FC236}">
                <a16:creationId xmlns:a16="http://schemas.microsoft.com/office/drawing/2014/main" id="{A5E310DB-5C67-4EA1-AD51-F207B4511D9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29536" y="2529403"/>
            <a:ext cx="914400" cy="914400"/>
          </a:xfrm>
          <a:prstGeom prst="rect">
            <a:avLst/>
          </a:prstGeom>
        </p:spPr>
      </p:pic>
      <p:pic>
        <p:nvPicPr>
          <p:cNvPr id="21" name="Graphique 20" descr="Groupe de personnes avec un remplissage uni">
            <a:extLst>
              <a:ext uri="{FF2B5EF4-FFF2-40B4-BE49-F238E27FC236}">
                <a16:creationId xmlns:a16="http://schemas.microsoft.com/office/drawing/2014/main" id="{686B686B-FD43-435D-B986-0C4AA282597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84302" y="3841003"/>
            <a:ext cx="914400" cy="914400"/>
          </a:xfrm>
          <a:prstGeom prst="rect">
            <a:avLst/>
          </a:prstGeom>
        </p:spPr>
      </p:pic>
      <p:pic>
        <p:nvPicPr>
          <p:cNvPr id="25" name="Graphique 24" descr="Outils d'exploitation minière avec un remplissage uni">
            <a:extLst>
              <a:ext uri="{FF2B5EF4-FFF2-40B4-BE49-F238E27FC236}">
                <a16:creationId xmlns:a16="http://schemas.microsoft.com/office/drawing/2014/main" id="{39878A07-078C-4989-B22B-461EA5B8062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40795" y="2568120"/>
            <a:ext cx="914400" cy="914400"/>
          </a:xfrm>
          <a:prstGeom prst="rect">
            <a:avLst/>
          </a:prstGeom>
        </p:spPr>
      </p:pic>
      <p:pic>
        <p:nvPicPr>
          <p:cNvPr id="27" name="Graphique 26" descr="Badge cœur avec un remplissage uni">
            <a:extLst>
              <a:ext uri="{FF2B5EF4-FFF2-40B4-BE49-F238E27FC236}">
                <a16:creationId xmlns:a16="http://schemas.microsoft.com/office/drawing/2014/main" id="{15D26130-115C-46A8-8F0F-07F348EA689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172073" y="1914056"/>
            <a:ext cx="914400" cy="914400"/>
          </a:xfrm>
          <a:prstGeom prst="rect">
            <a:avLst/>
          </a:prstGeom>
        </p:spPr>
      </p:pic>
      <p:pic>
        <p:nvPicPr>
          <p:cNvPr id="29" name="Graphique 28" descr="Chapeau de joker avec un remplissage uni">
            <a:extLst>
              <a:ext uri="{FF2B5EF4-FFF2-40B4-BE49-F238E27FC236}">
                <a16:creationId xmlns:a16="http://schemas.microsoft.com/office/drawing/2014/main" id="{DE63C3D4-6603-408F-9469-9E7CB41E569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533650" y="3954950"/>
            <a:ext cx="914400" cy="914400"/>
          </a:xfrm>
          <a:prstGeom prst="rect">
            <a:avLst/>
          </a:prstGeom>
        </p:spPr>
      </p:pic>
    </p:spTree>
    <p:extLst>
      <p:ext uri="{BB962C8B-B14F-4D97-AF65-F5344CB8AC3E}">
        <p14:creationId xmlns:p14="http://schemas.microsoft.com/office/powerpoint/2010/main" val="135212973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Espace réservé du contenu 3">
            <a:extLst>
              <a:ext uri="{FF2B5EF4-FFF2-40B4-BE49-F238E27FC236}">
                <a16:creationId xmlns:a16="http://schemas.microsoft.com/office/drawing/2014/main" id="{05EDF800-B984-471E-9900-A54D84162932}"/>
              </a:ext>
            </a:extLst>
          </p:cNvPr>
          <p:cNvGraphicFramePr>
            <a:graphicFrameLocks noGrp="1"/>
          </p:cNvGraphicFramePr>
          <p:nvPr>
            <p:ph idx="1"/>
          </p:nvPr>
        </p:nvGraphicFramePr>
        <p:xfrm>
          <a:off x="1048390" y="3127861"/>
          <a:ext cx="10797381" cy="31814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7" name="Connecteur droit avec flèche 26">
            <a:extLst>
              <a:ext uri="{FF2B5EF4-FFF2-40B4-BE49-F238E27FC236}">
                <a16:creationId xmlns:a16="http://schemas.microsoft.com/office/drawing/2014/main" id="{93A91B84-3055-437B-8023-0B295F643333}"/>
              </a:ext>
            </a:extLst>
          </p:cNvPr>
          <p:cNvCxnSpPr>
            <a:cxnSpLocks/>
          </p:cNvCxnSpPr>
          <p:nvPr/>
        </p:nvCxnSpPr>
        <p:spPr>
          <a:xfrm>
            <a:off x="3657352" y="4517553"/>
            <a:ext cx="12009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5A0384B8-76AA-4804-A386-9683BBC354B3}"/>
              </a:ext>
            </a:extLst>
          </p:cNvPr>
          <p:cNvSpPr>
            <a:spLocks noGrp="1"/>
          </p:cNvSpPr>
          <p:nvPr>
            <p:ph type="title"/>
          </p:nvPr>
        </p:nvSpPr>
        <p:spPr>
          <a:xfrm>
            <a:off x="1115569" y="548640"/>
            <a:ext cx="8280798" cy="1179576"/>
          </a:xfrm>
        </p:spPr>
        <p:txBody>
          <a:bodyPr>
            <a:normAutofit fontScale="90000"/>
          </a:bodyPr>
          <a:lstStyle/>
          <a:p>
            <a:r>
              <a:rPr lang="en-US" dirty="0"/>
              <a:t>Example : Scale for Engagement by available time</a:t>
            </a:r>
          </a:p>
        </p:txBody>
      </p:sp>
      <p:sp>
        <p:nvSpPr>
          <p:cNvPr id="17" name="Ellipse 16">
            <a:extLst>
              <a:ext uri="{FF2B5EF4-FFF2-40B4-BE49-F238E27FC236}">
                <a16:creationId xmlns:a16="http://schemas.microsoft.com/office/drawing/2014/main" id="{F08D1FD2-4FC2-49CD-8994-2771C7459A13}"/>
              </a:ext>
            </a:extLst>
          </p:cNvPr>
          <p:cNvSpPr/>
          <p:nvPr/>
        </p:nvSpPr>
        <p:spPr>
          <a:xfrm>
            <a:off x="2556028" y="4702125"/>
            <a:ext cx="402116" cy="402116"/>
          </a:xfrm>
          <a:prstGeom prst="ellipse">
            <a:avLst/>
          </a:prstGeom>
          <a:blipFill>
            <a:blip r:embed="rId7">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9" name="ZoneTexte 18">
            <a:extLst>
              <a:ext uri="{FF2B5EF4-FFF2-40B4-BE49-F238E27FC236}">
                <a16:creationId xmlns:a16="http://schemas.microsoft.com/office/drawing/2014/main" id="{6A1DFE81-00B6-4208-885C-CBBA3D103A13}"/>
              </a:ext>
            </a:extLst>
          </p:cNvPr>
          <p:cNvSpPr txBox="1"/>
          <p:nvPr/>
        </p:nvSpPr>
        <p:spPr>
          <a:xfrm>
            <a:off x="2129373" y="3538201"/>
            <a:ext cx="1269177" cy="1107996"/>
          </a:xfrm>
          <a:prstGeom prst="rect">
            <a:avLst/>
          </a:prstGeom>
          <a:noFill/>
        </p:spPr>
        <p:txBody>
          <a:bodyPr wrap="square">
            <a:spAutoFit/>
          </a:bodyPr>
          <a:lstStyle/>
          <a:p>
            <a:pPr lvl="0" algn="ctr"/>
            <a:r>
              <a:rPr lang="en-US" sz="1100" b="1" noProof="0" dirty="0"/>
              <a:t>“I happen to have 2 minutes just now”</a:t>
            </a:r>
          </a:p>
          <a:p>
            <a:pPr lvl="0" algn="ctr"/>
            <a:endParaRPr lang="en-US" sz="1100" b="1" dirty="0"/>
          </a:p>
          <a:p>
            <a:pPr lvl="0" algn="ctr"/>
            <a:r>
              <a:rPr lang="en-US" sz="1100" b="1" noProof="0" dirty="0">
                <a:sym typeface="Wingdings" panose="05000000000000000000" pitchFamily="2" charset="2"/>
              </a:rPr>
              <a:t> FORWARD CONTENT</a:t>
            </a:r>
            <a:endParaRPr lang="en-US" sz="1100" b="1" noProof="0" dirty="0"/>
          </a:p>
        </p:txBody>
      </p:sp>
      <p:sp>
        <p:nvSpPr>
          <p:cNvPr id="20" name="ZoneTexte 19">
            <a:extLst>
              <a:ext uri="{FF2B5EF4-FFF2-40B4-BE49-F238E27FC236}">
                <a16:creationId xmlns:a16="http://schemas.microsoft.com/office/drawing/2014/main" id="{D2E093C1-C309-4A77-8CDE-BEE28EBDD3A1}"/>
              </a:ext>
            </a:extLst>
          </p:cNvPr>
          <p:cNvSpPr txBox="1"/>
          <p:nvPr/>
        </p:nvSpPr>
        <p:spPr>
          <a:xfrm>
            <a:off x="3495876" y="3123829"/>
            <a:ext cx="1350021" cy="1107996"/>
          </a:xfrm>
          <a:prstGeom prst="rect">
            <a:avLst/>
          </a:prstGeom>
          <a:noFill/>
        </p:spPr>
        <p:txBody>
          <a:bodyPr wrap="square">
            <a:spAutoFit/>
          </a:bodyPr>
          <a:lstStyle/>
          <a:p>
            <a:pPr lvl="0" algn="ctr"/>
            <a:r>
              <a:rPr lang="en-US" sz="1100" b="1" noProof="0" dirty="0"/>
              <a:t>“I have a few minutes from time to time” </a:t>
            </a:r>
          </a:p>
          <a:p>
            <a:pPr lvl="0" algn="ctr"/>
            <a:endParaRPr lang="en-US" sz="1100" b="1" noProof="0" dirty="0"/>
          </a:p>
          <a:p>
            <a:pPr lvl="0" algn="ctr"/>
            <a:r>
              <a:rPr lang="en-US" sz="1100" b="1" noProof="0" dirty="0">
                <a:sym typeface="Wingdings" panose="05000000000000000000" pitchFamily="2" charset="2"/>
              </a:rPr>
              <a:t> POST CONTENT !</a:t>
            </a:r>
            <a:endParaRPr lang="en-US" sz="1100" dirty="0"/>
          </a:p>
        </p:txBody>
      </p:sp>
      <p:sp>
        <p:nvSpPr>
          <p:cNvPr id="21" name="ZoneTexte 20">
            <a:extLst>
              <a:ext uri="{FF2B5EF4-FFF2-40B4-BE49-F238E27FC236}">
                <a16:creationId xmlns:a16="http://schemas.microsoft.com/office/drawing/2014/main" id="{67CA25F0-52E3-43B3-930D-9C80702CEAA4}"/>
              </a:ext>
            </a:extLst>
          </p:cNvPr>
          <p:cNvSpPr txBox="1"/>
          <p:nvPr/>
        </p:nvSpPr>
        <p:spPr>
          <a:xfrm>
            <a:off x="4858300" y="2617113"/>
            <a:ext cx="1564689" cy="1107996"/>
          </a:xfrm>
          <a:prstGeom prst="rect">
            <a:avLst/>
          </a:prstGeom>
          <a:noFill/>
        </p:spPr>
        <p:txBody>
          <a:bodyPr wrap="square">
            <a:spAutoFit/>
          </a:bodyPr>
          <a:lstStyle/>
          <a:p>
            <a:pPr lvl="0" algn="ctr"/>
            <a:r>
              <a:rPr lang="en-US" sz="1100" b="1" noProof="0" dirty="0"/>
              <a:t>“I might be available one hour right now”</a:t>
            </a:r>
          </a:p>
          <a:p>
            <a:pPr lvl="0" algn="ctr"/>
            <a:endParaRPr lang="en-US" sz="1100" b="1" dirty="0"/>
          </a:p>
          <a:p>
            <a:pPr lvl="0" algn="ctr"/>
            <a:r>
              <a:rPr lang="en-US" sz="1100" b="1" dirty="0">
                <a:sym typeface="Wingdings" panose="05000000000000000000" pitchFamily="2" charset="2"/>
              </a:rPr>
              <a:t> START A DISCUSSION</a:t>
            </a:r>
            <a:endParaRPr lang="en-US" sz="1100" b="1" dirty="0"/>
          </a:p>
        </p:txBody>
      </p:sp>
      <p:sp>
        <p:nvSpPr>
          <p:cNvPr id="22" name="ZoneTexte 21">
            <a:extLst>
              <a:ext uri="{FF2B5EF4-FFF2-40B4-BE49-F238E27FC236}">
                <a16:creationId xmlns:a16="http://schemas.microsoft.com/office/drawing/2014/main" id="{5A91C848-9166-4E19-97FA-933705BB246E}"/>
              </a:ext>
            </a:extLst>
          </p:cNvPr>
          <p:cNvSpPr txBox="1"/>
          <p:nvPr/>
        </p:nvSpPr>
        <p:spPr>
          <a:xfrm>
            <a:off x="6362045" y="2301603"/>
            <a:ext cx="1564689" cy="938719"/>
          </a:xfrm>
          <a:prstGeom prst="rect">
            <a:avLst/>
          </a:prstGeom>
          <a:noFill/>
        </p:spPr>
        <p:txBody>
          <a:bodyPr wrap="square">
            <a:spAutoFit/>
          </a:bodyPr>
          <a:lstStyle/>
          <a:p>
            <a:pPr lvl="0" algn="ctr"/>
            <a:r>
              <a:rPr lang="en-US" sz="1100" b="1" noProof="0" dirty="0"/>
              <a:t>“I have an hour from time to time”</a:t>
            </a:r>
          </a:p>
          <a:p>
            <a:pPr lvl="0" algn="ctr"/>
            <a:endParaRPr lang="en-US" sz="1100" b="1" dirty="0"/>
          </a:p>
          <a:p>
            <a:pPr algn="ctr"/>
            <a:r>
              <a:rPr lang="en-US" sz="1100" b="1" dirty="0">
                <a:sym typeface="Wingdings" panose="05000000000000000000" pitchFamily="2" charset="2"/>
              </a:rPr>
              <a:t> ATTEND EVENTS !</a:t>
            </a:r>
            <a:endParaRPr lang="en-US" sz="1100" dirty="0"/>
          </a:p>
        </p:txBody>
      </p:sp>
      <p:sp>
        <p:nvSpPr>
          <p:cNvPr id="23" name="ZoneTexte 22">
            <a:extLst>
              <a:ext uri="{FF2B5EF4-FFF2-40B4-BE49-F238E27FC236}">
                <a16:creationId xmlns:a16="http://schemas.microsoft.com/office/drawing/2014/main" id="{38473E1F-BB35-497A-B7AB-D40A7DC083AB}"/>
              </a:ext>
            </a:extLst>
          </p:cNvPr>
          <p:cNvSpPr txBox="1"/>
          <p:nvPr/>
        </p:nvSpPr>
        <p:spPr>
          <a:xfrm>
            <a:off x="9420621" y="1392544"/>
            <a:ext cx="1367901" cy="1277273"/>
          </a:xfrm>
          <a:prstGeom prst="rect">
            <a:avLst/>
          </a:prstGeom>
          <a:noFill/>
        </p:spPr>
        <p:txBody>
          <a:bodyPr wrap="square">
            <a:spAutoFit/>
          </a:bodyPr>
          <a:lstStyle/>
          <a:p>
            <a:pPr lvl="0" algn="ctr"/>
            <a:r>
              <a:rPr lang="en-US" sz="1100" b="1" noProof="0"/>
              <a:t>“I will definitely be a regular member”</a:t>
            </a:r>
          </a:p>
          <a:p>
            <a:pPr lvl="0" algn="ctr"/>
            <a:endParaRPr lang="en-US" sz="1100" b="1"/>
          </a:p>
          <a:p>
            <a:pPr lvl="0" algn="ctr"/>
            <a:r>
              <a:rPr lang="en-US" sz="1100" b="1">
                <a:sym typeface="Wingdings" panose="05000000000000000000" pitchFamily="2" charset="2"/>
              </a:rPr>
              <a:t> CREATE AN EVENT AND MORE !</a:t>
            </a:r>
            <a:endParaRPr lang="en-US" sz="1100"/>
          </a:p>
        </p:txBody>
      </p:sp>
      <p:sp>
        <p:nvSpPr>
          <p:cNvPr id="24" name="ZoneTexte 23">
            <a:extLst>
              <a:ext uri="{FF2B5EF4-FFF2-40B4-BE49-F238E27FC236}">
                <a16:creationId xmlns:a16="http://schemas.microsoft.com/office/drawing/2014/main" id="{00FEB672-B1C7-47A3-9FD1-9EA3246C909A}"/>
              </a:ext>
            </a:extLst>
          </p:cNvPr>
          <p:cNvSpPr txBox="1"/>
          <p:nvPr/>
        </p:nvSpPr>
        <p:spPr>
          <a:xfrm>
            <a:off x="7855932" y="1771288"/>
            <a:ext cx="1564689" cy="938719"/>
          </a:xfrm>
          <a:prstGeom prst="rect">
            <a:avLst/>
          </a:prstGeom>
          <a:noFill/>
        </p:spPr>
        <p:txBody>
          <a:bodyPr wrap="square">
            <a:spAutoFit/>
          </a:bodyPr>
          <a:lstStyle/>
          <a:p>
            <a:pPr lvl="0" algn="ctr"/>
            <a:r>
              <a:rPr lang="en-US" sz="1100" b="1" noProof="0" dirty="0"/>
              <a:t>“I will be a regular member”</a:t>
            </a:r>
          </a:p>
          <a:p>
            <a:pPr lvl="0" algn="ctr"/>
            <a:endParaRPr lang="en-US" sz="1100" b="1" dirty="0"/>
          </a:p>
          <a:p>
            <a:pPr lvl="0" algn="ctr"/>
            <a:r>
              <a:rPr lang="en-US" sz="1100" b="1" dirty="0">
                <a:sym typeface="Wingdings" panose="05000000000000000000" pitchFamily="2" charset="2"/>
              </a:rPr>
              <a:t> CO-HOST AN EVENT !</a:t>
            </a:r>
            <a:endParaRPr lang="en-US" sz="1100" dirty="0"/>
          </a:p>
        </p:txBody>
      </p:sp>
      <p:sp>
        <p:nvSpPr>
          <p:cNvPr id="28" name="Ellipse 27">
            <a:extLst>
              <a:ext uri="{FF2B5EF4-FFF2-40B4-BE49-F238E27FC236}">
                <a16:creationId xmlns:a16="http://schemas.microsoft.com/office/drawing/2014/main" id="{CCF93C1E-C74F-44AB-A83D-D365D4FA91C7}"/>
              </a:ext>
            </a:extLst>
          </p:cNvPr>
          <p:cNvSpPr/>
          <p:nvPr/>
        </p:nvSpPr>
        <p:spPr>
          <a:xfrm>
            <a:off x="3508279" y="4316495"/>
            <a:ext cx="402116" cy="402116"/>
          </a:xfrm>
          <a:prstGeom prst="ellipse">
            <a:avLst/>
          </a:prstGeom>
          <a:blipFill>
            <a:blip r:embed="rId7">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29" name="Ellipse 28">
            <a:extLst>
              <a:ext uri="{FF2B5EF4-FFF2-40B4-BE49-F238E27FC236}">
                <a16:creationId xmlns:a16="http://schemas.microsoft.com/office/drawing/2014/main" id="{9A1C3AC6-72C4-4617-820D-F47D52B3E33E}"/>
              </a:ext>
            </a:extLst>
          </p:cNvPr>
          <p:cNvSpPr/>
          <p:nvPr/>
        </p:nvSpPr>
        <p:spPr>
          <a:xfrm>
            <a:off x="3910395" y="4316495"/>
            <a:ext cx="402116" cy="402116"/>
          </a:xfrm>
          <a:prstGeom prst="ellipse">
            <a:avLst/>
          </a:prstGeom>
          <a:blipFill>
            <a:blip r:embed="rId7">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30" name="Ellipse 29">
            <a:extLst>
              <a:ext uri="{FF2B5EF4-FFF2-40B4-BE49-F238E27FC236}">
                <a16:creationId xmlns:a16="http://schemas.microsoft.com/office/drawing/2014/main" id="{40097714-3A9D-426E-9361-AA820C03A354}"/>
              </a:ext>
            </a:extLst>
          </p:cNvPr>
          <p:cNvSpPr/>
          <p:nvPr/>
        </p:nvSpPr>
        <p:spPr>
          <a:xfrm>
            <a:off x="4345867" y="4316495"/>
            <a:ext cx="402116" cy="402116"/>
          </a:xfrm>
          <a:prstGeom prst="ellipse">
            <a:avLst/>
          </a:prstGeom>
          <a:blipFill>
            <a:blip r:embed="rId7">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cxnSp>
        <p:nvCxnSpPr>
          <p:cNvPr id="32" name="Connecteur droit avec flèche 31">
            <a:extLst>
              <a:ext uri="{FF2B5EF4-FFF2-40B4-BE49-F238E27FC236}">
                <a16:creationId xmlns:a16="http://schemas.microsoft.com/office/drawing/2014/main" id="{14E90F58-8721-419F-903A-5A605041A108}"/>
              </a:ext>
            </a:extLst>
          </p:cNvPr>
          <p:cNvCxnSpPr>
            <a:cxnSpLocks/>
          </p:cNvCxnSpPr>
          <p:nvPr/>
        </p:nvCxnSpPr>
        <p:spPr>
          <a:xfrm>
            <a:off x="6500423" y="3755553"/>
            <a:ext cx="13555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Ellipse 32">
            <a:extLst>
              <a:ext uri="{FF2B5EF4-FFF2-40B4-BE49-F238E27FC236}">
                <a16:creationId xmlns:a16="http://schemas.microsoft.com/office/drawing/2014/main" id="{81BD959D-16DE-43B6-A4DA-F2BD7D69D713}"/>
              </a:ext>
            </a:extLst>
          </p:cNvPr>
          <p:cNvSpPr/>
          <p:nvPr/>
        </p:nvSpPr>
        <p:spPr>
          <a:xfrm>
            <a:off x="6447081" y="3542431"/>
            <a:ext cx="438944" cy="426244"/>
          </a:xfrm>
          <a:prstGeom prst="ellipse">
            <a:avLst/>
          </a:prstGeom>
          <a:blipFill>
            <a:blip r:embed="rId8">
              <a:extLst>
                <a:ext uri="{BEBA8EAE-BF5A-486C-A8C5-ECC9F3942E4B}">
                  <a14:imgProps xmlns:a14="http://schemas.microsoft.com/office/drawing/2010/main">
                    <a14:imgLayer r:embed="rId9">
                      <a14:imgEffect>
                        <a14:backgroundRemoval t="10000" b="90000" l="21831" r="78169">
                          <a14:foregroundMark x1="50625" y1="41166" x2="53750" y2="63074"/>
                          <a14:foregroundMark x1="62125" y1="37279" x2="56750" y2="74205"/>
                          <a14:foregroundMark x1="53125" y1="40106" x2="47875" y2="75442"/>
                          <a14:foregroundMark x1="41750" y1="48057" x2="40875" y2="75442"/>
                          <a14:foregroundMark x1="42000" y1="41166" x2="49500" y2="72261"/>
                          <a14:foregroundMark x1="36375" y1="39576" x2="44000" y2="71731"/>
                          <a14:foregroundMark x1="38375" y1="37986" x2="34750" y2="75795"/>
                          <a14:foregroundMark x1="32750" y1="34452" x2="45875" y2="74912"/>
                          <a14:foregroundMark x1="50625" y1="30035" x2="52000" y2="68198"/>
                          <a14:foregroundMark x1="43375" y1="37633" x2="49250" y2="71378"/>
                          <a14:foregroundMark x1="59875" y1="30035" x2="60125" y2="67845"/>
                          <a14:foregroundMark x1="64875" y1="38869" x2="61875" y2="65901"/>
                          <a14:foregroundMark x1="63250" y1="35336" x2="63750" y2="69435"/>
                          <a14:foregroundMark x1="57875" y1="37279" x2="57875" y2="63781"/>
                          <a14:foregroundMark x1="58750" y1="42403" x2="58250" y2="66961"/>
                          <a14:foregroundMark x1="66250" y1="40459" x2="60750" y2="70671"/>
                          <a14:foregroundMark x1="60125" y1="45936" x2="61000" y2="71378"/>
                          <a14:foregroundMark x1="60750" y1="42756" x2="60125" y2="69788"/>
                          <a14:foregroundMark x1="66000" y1="47527" x2="63500" y2="68198"/>
                          <a14:foregroundMark x1="63500" y1="46466" x2="59375" y2="62721"/>
                          <a14:foregroundMark x1="62125" y1="40813" x2="58500" y2="67491"/>
                        </a14:backgroundRemoval>
                      </a14:imgEffect>
                    </a14:imgLayer>
                  </a14:imgProps>
                </a:ext>
                <a:ext uri="{28A0092B-C50C-407E-A947-70E740481C1C}">
                  <a14:useLocalDpi xmlns:a14="http://schemas.microsoft.com/office/drawing/2010/main" val="0"/>
                </a:ext>
              </a:extLst>
            </a:blip>
            <a:srcRect/>
            <a:stretch>
              <a:fillRect l="-47726" t="-20624" r="-46422" b="-20174"/>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34" name="Ellipse 33">
            <a:extLst>
              <a:ext uri="{FF2B5EF4-FFF2-40B4-BE49-F238E27FC236}">
                <a16:creationId xmlns:a16="http://schemas.microsoft.com/office/drawing/2014/main" id="{ABB812AB-DE52-490D-83F2-A48294F09087}"/>
              </a:ext>
            </a:extLst>
          </p:cNvPr>
          <p:cNvSpPr/>
          <p:nvPr/>
        </p:nvSpPr>
        <p:spPr>
          <a:xfrm>
            <a:off x="6881425" y="3542431"/>
            <a:ext cx="438944" cy="426244"/>
          </a:xfrm>
          <a:prstGeom prst="ellipse">
            <a:avLst/>
          </a:prstGeom>
          <a:blipFill>
            <a:blip r:embed="rId8">
              <a:extLst>
                <a:ext uri="{BEBA8EAE-BF5A-486C-A8C5-ECC9F3942E4B}">
                  <a14:imgProps xmlns:a14="http://schemas.microsoft.com/office/drawing/2010/main">
                    <a14:imgLayer r:embed="rId9">
                      <a14:imgEffect>
                        <a14:backgroundRemoval t="10000" b="90000" l="21831" r="78169">
                          <a14:foregroundMark x1="50625" y1="41166" x2="53750" y2="63074"/>
                          <a14:foregroundMark x1="62125" y1="37279" x2="56750" y2="74205"/>
                          <a14:foregroundMark x1="53125" y1="40106" x2="47875" y2="75442"/>
                          <a14:foregroundMark x1="41750" y1="48057" x2="40875" y2="75442"/>
                          <a14:foregroundMark x1="42000" y1="41166" x2="49500" y2="72261"/>
                          <a14:foregroundMark x1="36375" y1="39576" x2="44000" y2="71731"/>
                          <a14:foregroundMark x1="38375" y1="37986" x2="34750" y2="75795"/>
                          <a14:foregroundMark x1="32750" y1="34452" x2="45875" y2="74912"/>
                          <a14:foregroundMark x1="50625" y1="30035" x2="52000" y2="68198"/>
                          <a14:foregroundMark x1="43375" y1="37633" x2="49250" y2="71378"/>
                          <a14:foregroundMark x1="59875" y1="30035" x2="60125" y2="67845"/>
                          <a14:foregroundMark x1="64875" y1="38869" x2="61875" y2="65901"/>
                          <a14:foregroundMark x1="63250" y1="35336" x2="63750" y2="69435"/>
                          <a14:foregroundMark x1="57875" y1="37279" x2="57875" y2="63781"/>
                          <a14:foregroundMark x1="58750" y1="42403" x2="58250" y2="66961"/>
                          <a14:foregroundMark x1="66250" y1="40459" x2="60750" y2="70671"/>
                          <a14:foregroundMark x1="60125" y1="45936" x2="61000" y2="71378"/>
                          <a14:foregroundMark x1="60750" y1="42756" x2="60125" y2="69788"/>
                          <a14:foregroundMark x1="66000" y1="47527" x2="63500" y2="68198"/>
                          <a14:foregroundMark x1="63500" y1="46466" x2="59375" y2="62721"/>
                          <a14:foregroundMark x1="62125" y1="40813" x2="58500" y2="67491"/>
                        </a14:backgroundRemoval>
                      </a14:imgEffect>
                    </a14:imgLayer>
                  </a14:imgProps>
                </a:ext>
                <a:ext uri="{28A0092B-C50C-407E-A947-70E740481C1C}">
                  <a14:useLocalDpi xmlns:a14="http://schemas.microsoft.com/office/drawing/2010/main" val="0"/>
                </a:ext>
              </a:extLst>
            </a:blip>
            <a:srcRect/>
            <a:stretch>
              <a:fillRect l="-47726" t="-20624" r="-46422" b="-20174"/>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36" name="Ellipse 35">
            <a:extLst>
              <a:ext uri="{FF2B5EF4-FFF2-40B4-BE49-F238E27FC236}">
                <a16:creationId xmlns:a16="http://schemas.microsoft.com/office/drawing/2014/main" id="{0C8D2799-5AA4-4A7A-8623-83CFC55E39AA}"/>
              </a:ext>
            </a:extLst>
          </p:cNvPr>
          <p:cNvSpPr/>
          <p:nvPr/>
        </p:nvSpPr>
        <p:spPr>
          <a:xfrm>
            <a:off x="7287315" y="3542431"/>
            <a:ext cx="438944" cy="426244"/>
          </a:xfrm>
          <a:prstGeom prst="ellipse">
            <a:avLst/>
          </a:prstGeom>
          <a:blipFill>
            <a:blip r:embed="rId8">
              <a:extLst>
                <a:ext uri="{BEBA8EAE-BF5A-486C-A8C5-ECC9F3942E4B}">
                  <a14:imgProps xmlns:a14="http://schemas.microsoft.com/office/drawing/2010/main">
                    <a14:imgLayer r:embed="rId9">
                      <a14:imgEffect>
                        <a14:backgroundRemoval t="10000" b="90000" l="21831" r="78169">
                          <a14:foregroundMark x1="50625" y1="41166" x2="53750" y2="63074"/>
                          <a14:foregroundMark x1="62125" y1="37279" x2="56750" y2="74205"/>
                          <a14:foregroundMark x1="53125" y1="40106" x2="47875" y2="75442"/>
                          <a14:foregroundMark x1="41750" y1="48057" x2="40875" y2="75442"/>
                          <a14:foregroundMark x1="42000" y1="41166" x2="49500" y2="72261"/>
                          <a14:foregroundMark x1="36375" y1="39576" x2="44000" y2="71731"/>
                          <a14:foregroundMark x1="38375" y1="37986" x2="34750" y2="75795"/>
                          <a14:foregroundMark x1="32750" y1="34452" x2="45875" y2="74912"/>
                          <a14:foregroundMark x1="50625" y1="30035" x2="52000" y2="68198"/>
                          <a14:foregroundMark x1="43375" y1="37633" x2="49250" y2="71378"/>
                          <a14:foregroundMark x1="59875" y1="30035" x2="60125" y2="67845"/>
                          <a14:foregroundMark x1="64875" y1="38869" x2="61875" y2="65901"/>
                          <a14:foregroundMark x1="63250" y1="35336" x2="63750" y2="69435"/>
                          <a14:foregroundMark x1="57875" y1="37279" x2="57875" y2="63781"/>
                          <a14:foregroundMark x1="58750" y1="42403" x2="58250" y2="66961"/>
                          <a14:foregroundMark x1="66250" y1="40459" x2="60750" y2="70671"/>
                          <a14:foregroundMark x1="60125" y1="45936" x2="61000" y2="71378"/>
                          <a14:foregroundMark x1="60750" y1="42756" x2="60125" y2="69788"/>
                          <a14:foregroundMark x1="66000" y1="47527" x2="63500" y2="68198"/>
                          <a14:foregroundMark x1="63500" y1="46466" x2="59375" y2="62721"/>
                          <a14:foregroundMark x1="62125" y1="40813" x2="58500" y2="67491"/>
                        </a14:backgroundRemoval>
                      </a14:imgEffect>
                    </a14:imgLayer>
                  </a14:imgProps>
                </a:ext>
                <a:ext uri="{28A0092B-C50C-407E-A947-70E740481C1C}">
                  <a14:useLocalDpi xmlns:a14="http://schemas.microsoft.com/office/drawing/2010/main" val="0"/>
                </a:ext>
              </a:extLst>
            </a:blip>
            <a:srcRect/>
            <a:stretch>
              <a:fillRect l="-47726" t="-20624" r="-46422" b="-20174"/>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38" name="Ellipse 37">
            <a:extLst>
              <a:ext uri="{FF2B5EF4-FFF2-40B4-BE49-F238E27FC236}">
                <a16:creationId xmlns:a16="http://schemas.microsoft.com/office/drawing/2014/main" id="{C30ED1B3-1FFE-49B3-92B1-C3F65A8723CC}"/>
              </a:ext>
            </a:extLst>
          </p:cNvPr>
          <p:cNvSpPr/>
          <p:nvPr/>
        </p:nvSpPr>
        <p:spPr>
          <a:xfrm>
            <a:off x="5499176" y="3951194"/>
            <a:ext cx="438944" cy="426244"/>
          </a:xfrm>
          <a:prstGeom prst="ellipse">
            <a:avLst/>
          </a:prstGeom>
          <a:blipFill>
            <a:blip r:embed="rId8">
              <a:extLst>
                <a:ext uri="{BEBA8EAE-BF5A-486C-A8C5-ECC9F3942E4B}">
                  <a14:imgProps xmlns:a14="http://schemas.microsoft.com/office/drawing/2010/main">
                    <a14:imgLayer r:embed="rId9">
                      <a14:imgEffect>
                        <a14:backgroundRemoval t="10000" b="90000" l="21831" r="78169">
                          <a14:foregroundMark x1="50625" y1="41166" x2="53750" y2="63074"/>
                          <a14:foregroundMark x1="62125" y1="37279" x2="56750" y2="74205"/>
                          <a14:foregroundMark x1="53125" y1="40106" x2="47875" y2="75442"/>
                          <a14:foregroundMark x1="41750" y1="48057" x2="40875" y2="75442"/>
                          <a14:foregroundMark x1="42000" y1="41166" x2="49500" y2="72261"/>
                          <a14:foregroundMark x1="36375" y1="39576" x2="44000" y2="71731"/>
                          <a14:foregroundMark x1="38375" y1="37986" x2="34750" y2="75795"/>
                          <a14:foregroundMark x1="32750" y1="34452" x2="45875" y2="74912"/>
                          <a14:foregroundMark x1="50625" y1="30035" x2="52000" y2="68198"/>
                          <a14:foregroundMark x1="43375" y1="37633" x2="49250" y2="71378"/>
                          <a14:foregroundMark x1="59875" y1="30035" x2="60125" y2="67845"/>
                          <a14:foregroundMark x1="64875" y1="38869" x2="61875" y2="65901"/>
                          <a14:foregroundMark x1="63250" y1="35336" x2="63750" y2="69435"/>
                          <a14:foregroundMark x1="57875" y1="37279" x2="57875" y2="63781"/>
                          <a14:foregroundMark x1="58750" y1="42403" x2="58250" y2="66961"/>
                          <a14:foregroundMark x1="66250" y1="40459" x2="60750" y2="70671"/>
                          <a14:foregroundMark x1="60125" y1="45936" x2="61000" y2="71378"/>
                          <a14:foregroundMark x1="60750" y1="42756" x2="60125" y2="69788"/>
                          <a14:foregroundMark x1="66000" y1="47527" x2="63500" y2="68198"/>
                          <a14:foregroundMark x1="63500" y1="46466" x2="59375" y2="62721"/>
                          <a14:foregroundMark x1="62125" y1="40813" x2="58500" y2="67491"/>
                        </a14:backgroundRemoval>
                      </a14:imgEffect>
                    </a14:imgLayer>
                  </a14:imgProps>
                </a:ext>
                <a:ext uri="{28A0092B-C50C-407E-A947-70E740481C1C}">
                  <a14:useLocalDpi xmlns:a14="http://schemas.microsoft.com/office/drawing/2010/main" val="0"/>
                </a:ext>
              </a:extLst>
            </a:blip>
            <a:srcRect/>
            <a:stretch>
              <a:fillRect l="-47726" t="-20624" r="-46422" b="-20174"/>
            </a:stretch>
          </a:blipFill>
          <a:ln>
            <a:no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40" name="Ellipse 39">
            <a:extLst>
              <a:ext uri="{FF2B5EF4-FFF2-40B4-BE49-F238E27FC236}">
                <a16:creationId xmlns:a16="http://schemas.microsoft.com/office/drawing/2014/main" id="{6C18BB8D-D67E-4C22-94BF-F0039F5ED7E1}"/>
              </a:ext>
            </a:extLst>
          </p:cNvPr>
          <p:cNvSpPr/>
          <p:nvPr/>
        </p:nvSpPr>
        <p:spPr>
          <a:xfrm>
            <a:off x="8450229" y="3098094"/>
            <a:ext cx="444337" cy="444337"/>
          </a:xfrm>
          <a:prstGeom prst="ellipse">
            <a:avLst/>
          </a:prstGeom>
          <a:blipFill>
            <a:blip r:embed="rId10">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cxnSp>
        <p:nvCxnSpPr>
          <p:cNvPr id="41" name="Connecteur droit avec flèche 40">
            <a:extLst>
              <a:ext uri="{FF2B5EF4-FFF2-40B4-BE49-F238E27FC236}">
                <a16:creationId xmlns:a16="http://schemas.microsoft.com/office/drawing/2014/main" id="{9A601D7D-BF50-4C0B-862A-FB1A97CB31E6}"/>
              </a:ext>
            </a:extLst>
          </p:cNvPr>
          <p:cNvCxnSpPr>
            <a:cxnSpLocks/>
          </p:cNvCxnSpPr>
          <p:nvPr/>
        </p:nvCxnSpPr>
        <p:spPr>
          <a:xfrm>
            <a:off x="9433013" y="2917264"/>
            <a:ext cx="13555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Ellipse 41">
            <a:extLst>
              <a:ext uri="{FF2B5EF4-FFF2-40B4-BE49-F238E27FC236}">
                <a16:creationId xmlns:a16="http://schemas.microsoft.com/office/drawing/2014/main" id="{976D98F5-DF9D-42E3-8D4E-196660CCA1A5}"/>
              </a:ext>
            </a:extLst>
          </p:cNvPr>
          <p:cNvSpPr/>
          <p:nvPr/>
        </p:nvSpPr>
        <p:spPr>
          <a:xfrm>
            <a:off x="9396367" y="2656020"/>
            <a:ext cx="444337" cy="444337"/>
          </a:xfrm>
          <a:prstGeom prst="ellipse">
            <a:avLst/>
          </a:prstGeom>
          <a:blipFill>
            <a:blip r:embed="rId10">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43" name="Ellipse 42">
            <a:extLst>
              <a:ext uri="{FF2B5EF4-FFF2-40B4-BE49-F238E27FC236}">
                <a16:creationId xmlns:a16="http://schemas.microsoft.com/office/drawing/2014/main" id="{9F9B9EF7-3546-496D-A514-65CB41D5329A}"/>
              </a:ext>
            </a:extLst>
          </p:cNvPr>
          <p:cNvSpPr/>
          <p:nvPr/>
        </p:nvSpPr>
        <p:spPr>
          <a:xfrm>
            <a:off x="9826008" y="2670344"/>
            <a:ext cx="444337" cy="444337"/>
          </a:xfrm>
          <a:prstGeom prst="ellipse">
            <a:avLst/>
          </a:prstGeom>
          <a:blipFill>
            <a:blip r:embed="rId10">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44" name="Ellipse 43">
            <a:extLst>
              <a:ext uri="{FF2B5EF4-FFF2-40B4-BE49-F238E27FC236}">
                <a16:creationId xmlns:a16="http://schemas.microsoft.com/office/drawing/2014/main" id="{4CC8778F-C493-4DC3-A2DE-2A5F51C21DDD}"/>
              </a:ext>
            </a:extLst>
          </p:cNvPr>
          <p:cNvSpPr/>
          <p:nvPr/>
        </p:nvSpPr>
        <p:spPr>
          <a:xfrm>
            <a:off x="10233699" y="2670344"/>
            <a:ext cx="444337" cy="444337"/>
          </a:xfrm>
          <a:prstGeom prst="ellipse">
            <a:avLst/>
          </a:prstGeom>
          <a:blipFill>
            <a:blip r:embed="rId10">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extLst>
      <p:ext uri="{BB962C8B-B14F-4D97-AF65-F5344CB8AC3E}">
        <p14:creationId xmlns:p14="http://schemas.microsoft.com/office/powerpoint/2010/main" val="289090782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hylactère : pensées 43">
            <a:extLst>
              <a:ext uri="{FF2B5EF4-FFF2-40B4-BE49-F238E27FC236}">
                <a16:creationId xmlns:a16="http://schemas.microsoft.com/office/drawing/2014/main" id="{5E05A75C-C7AD-402F-9424-0E7BEAE1F9D6}"/>
              </a:ext>
            </a:extLst>
          </p:cNvPr>
          <p:cNvSpPr/>
          <p:nvPr/>
        </p:nvSpPr>
        <p:spPr>
          <a:xfrm>
            <a:off x="7889486" y="2569833"/>
            <a:ext cx="3062599" cy="1532236"/>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33F7B15-056D-46E0-9A91-6463FFD4D29D}"/>
              </a:ext>
            </a:extLst>
          </p:cNvPr>
          <p:cNvSpPr>
            <a:spLocks noGrp="1"/>
          </p:cNvSpPr>
          <p:nvPr>
            <p:ph type="title"/>
          </p:nvPr>
        </p:nvSpPr>
        <p:spPr/>
        <p:txBody>
          <a:bodyPr/>
          <a:lstStyle/>
          <a:p>
            <a:r>
              <a:rPr lang="en-US" dirty="0"/>
              <a:t>PEOPLE Conditions for Viral Learning</a:t>
            </a:r>
          </a:p>
        </p:txBody>
      </p:sp>
      <p:sp>
        <p:nvSpPr>
          <p:cNvPr id="39" name="ZoneTexte 38">
            <a:extLst>
              <a:ext uri="{FF2B5EF4-FFF2-40B4-BE49-F238E27FC236}">
                <a16:creationId xmlns:a16="http://schemas.microsoft.com/office/drawing/2014/main" id="{4A4B977F-4605-4737-BCA9-39B3A5BD71C5}"/>
              </a:ext>
            </a:extLst>
          </p:cNvPr>
          <p:cNvSpPr txBox="1"/>
          <p:nvPr/>
        </p:nvSpPr>
        <p:spPr>
          <a:xfrm>
            <a:off x="8357543" y="5079459"/>
            <a:ext cx="1608064" cy="769441"/>
          </a:xfrm>
          <a:prstGeom prst="rect">
            <a:avLst/>
          </a:prstGeom>
          <a:noFill/>
        </p:spPr>
        <p:txBody>
          <a:bodyPr wrap="square" rtlCol="0">
            <a:spAutoFit/>
          </a:bodyPr>
          <a:lstStyle/>
          <a:p>
            <a:pPr algn="ctr"/>
            <a:r>
              <a:rPr lang="en-US" sz="1100" dirty="0"/>
              <a:t>Members must feel </a:t>
            </a:r>
            <a:r>
              <a:rPr lang="en-US" sz="1100" b="1" dirty="0"/>
              <a:t>LEGITIMATE</a:t>
            </a:r>
            <a:r>
              <a:rPr lang="en-US" sz="1100" dirty="0"/>
              <a:t> enough to spread the viral content</a:t>
            </a:r>
          </a:p>
        </p:txBody>
      </p:sp>
      <p:sp>
        <p:nvSpPr>
          <p:cNvPr id="40" name="ZoneTexte 39">
            <a:extLst>
              <a:ext uri="{FF2B5EF4-FFF2-40B4-BE49-F238E27FC236}">
                <a16:creationId xmlns:a16="http://schemas.microsoft.com/office/drawing/2014/main" id="{3ABCED34-6953-4A75-8F6A-26599899DD98}"/>
              </a:ext>
            </a:extLst>
          </p:cNvPr>
          <p:cNvSpPr txBox="1"/>
          <p:nvPr/>
        </p:nvSpPr>
        <p:spPr>
          <a:xfrm>
            <a:off x="1790650" y="5129785"/>
            <a:ext cx="1852005" cy="1277273"/>
          </a:xfrm>
          <a:prstGeom prst="rect">
            <a:avLst/>
          </a:prstGeom>
          <a:noFill/>
        </p:spPr>
        <p:txBody>
          <a:bodyPr wrap="square" rtlCol="0">
            <a:spAutoFit/>
          </a:bodyPr>
          <a:lstStyle/>
          <a:p>
            <a:pPr algn="ctr"/>
            <a:r>
              <a:rPr lang="en-US" sz="1100" b="1" dirty="0"/>
              <a:t>LINK</a:t>
            </a:r>
            <a:r>
              <a:rPr lang="en-US" sz="1100" dirty="0"/>
              <a:t> must be possible between target members. </a:t>
            </a:r>
          </a:p>
          <a:p>
            <a:pPr algn="ctr"/>
            <a:endParaRPr lang="en-US" sz="1100" dirty="0"/>
          </a:p>
          <a:p>
            <a:pPr algn="ctr"/>
            <a:r>
              <a:rPr lang="en-US" sz="1100" dirty="0"/>
              <a:t>If the learners do not have the capacity or the will to meet and share, spreading will stop.</a:t>
            </a:r>
          </a:p>
        </p:txBody>
      </p:sp>
      <p:grpSp>
        <p:nvGrpSpPr>
          <p:cNvPr id="162" name="Groupe 161">
            <a:extLst>
              <a:ext uri="{FF2B5EF4-FFF2-40B4-BE49-F238E27FC236}">
                <a16:creationId xmlns:a16="http://schemas.microsoft.com/office/drawing/2014/main" id="{FAAE66AF-287B-48EB-994E-48631399C43A}"/>
              </a:ext>
            </a:extLst>
          </p:cNvPr>
          <p:cNvGrpSpPr/>
          <p:nvPr/>
        </p:nvGrpSpPr>
        <p:grpSpPr>
          <a:xfrm>
            <a:off x="1751704" y="3841447"/>
            <a:ext cx="1310976" cy="914681"/>
            <a:chOff x="5930169" y="5735666"/>
            <a:chExt cx="1310976" cy="914681"/>
          </a:xfrm>
        </p:grpSpPr>
        <p:pic>
          <p:nvPicPr>
            <p:cNvPr id="163" name="Graphique 162" descr="Utilisateur avec un remplissage uni">
              <a:extLst>
                <a:ext uri="{FF2B5EF4-FFF2-40B4-BE49-F238E27FC236}">
                  <a16:creationId xmlns:a16="http://schemas.microsoft.com/office/drawing/2014/main" id="{551C7577-DC35-4D87-BA4E-6200627861A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34053" y="5957405"/>
              <a:ext cx="126206" cy="142875"/>
            </a:xfrm>
            <a:prstGeom prst="rect">
              <a:avLst/>
            </a:prstGeom>
          </p:spPr>
        </p:pic>
        <p:pic>
          <p:nvPicPr>
            <p:cNvPr id="164" name="Graphique 163" descr="Utilisateur avec un remplissage uni">
              <a:extLst>
                <a:ext uri="{FF2B5EF4-FFF2-40B4-BE49-F238E27FC236}">
                  <a16:creationId xmlns:a16="http://schemas.microsoft.com/office/drawing/2014/main" id="{206B770E-94A0-43CE-A3D2-602E33CBD6B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21632" y="6282682"/>
              <a:ext cx="126206" cy="142875"/>
            </a:xfrm>
            <a:prstGeom prst="rect">
              <a:avLst/>
            </a:prstGeom>
          </p:spPr>
        </p:pic>
        <p:pic>
          <p:nvPicPr>
            <p:cNvPr id="165" name="Graphique 164" descr="Utilisateur avec un remplissage uni">
              <a:extLst>
                <a:ext uri="{FF2B5EF4-FFF2-40B4-BE49-F238E27FC236}">
                  <a16:creationId xmlns:a16="http://schemas.microsoft.com/office/drawing/2014/main" id="{7A4E4D6C-4A88-4391-A65E-D1304FD3416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700239" y="6257442"/>
              <a:ext cx="126206" cy="142875"/>
            </a:xfrm>
            <a:prstGeom prst="rect">
              <a:avLst/>
            </a:prstGeom>
          </p:spPr>
        </p:pic>
        <p:pic>
          <p:nvPicPr>
            <p:cNvPr id="166" name="Graphique 165" descr="Utilisateur avec un remplissage uni">
              <a:extLst>
                <a:ext uri="{FF2B5EF4-FFF2-40B4-BE49-F238E27FC236}">
                  <a16:creationId xmlns:a16="http://schemas.microsoft.com/office/drawing/2014/main" id="{77D68C42-10CA-40D5-8C19-E4DE45169E3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563684" y="6135998"/>
              <a:ext cx="126206" cy="142875"/>
            </a:xfrm>
            <a:prstGeom prst="rect">
              <a:avLst/>
            </a:prstGeom>
          </p:spPr>
        </p:pic>
        <p:pic>
          <p:nvPicPr>
            <p:cNvPr id="167" name="Graphique 166" descr="Utilisateur avec un remplissage uni">
              <a:extLst>
                <a:ext uri="{FF2B5EF4-FFF2-40B4-BE49-F238E27FC236}">
                  <a16:creationId xmlns:a16="http://schemas.microsoft.com/office/drawing/2014/main" id="{0427F520-25B0-4E6B-AB07-10EE1C7E48E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1250" y="6507472"/>
              <a:ext cx="126206" cy="142875"/>
            </a:xfrm>
            <a:prstGeom prst="rect">
              <a:avLst/>
            </a:prstGeom>
          </p:spPr>
        </p:pic>
        <p:pic>
          <p:nvPicPr>
            <p:cNvPr id="168" name="Graphique 167" descr="Utilisateur avec un remplissage uni">
              <a:extLst>
                <a:ext uri="{FF2B5EF4-FFF2-40B4-BE49-F238E27FC236}">
                  <a16:creationId xmlns:a16="http://schemas.microsoft.com/office/drawing/2014/main" id="{FAF1B722-1FBA-4EBB-9D90-41FDD1FE926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29870" y="6436035"/>
              <a:ext cx="126206" cy="142875"/>
            </a:xfrm>
            <a:prstGeom prst="rect">
              <a:avLst/>
            </a:prstGeom>
          </p:spPr>
        </p:pic>
        <p:pic>
          <p:nvPicPr>
            <p:cNvPr id="169" name="Graphique 168" descr="Utilisateur avec un remplissage uni">
              <a:extLst>
                <a:ext uri="{FF2B5EF4-FFF2-40B4-BE49-F238E27FC236}">
                  <a16:creationId xmlns:a16="http://schemas.microsoft.com/office/drawing/2014/main" id="{B7D6C8AB-8000-48FC-9325-2B1264DC4C7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20237" y="5885968"/>
              <a:ext cx="126206" cy="142875"/>
            </a:xfrm>
            <a:prstGeom prst="rect">
              <a:avLst/>
            </a:prstGeom>
          </p:spPr>
        </p:pic>
        <p:pic>
          <p:nvPicPr>
            <p:cNvPr id="170" name="Graphique 169" descr="Utilisateur avec un remplissage uni">
              <a:extLst>
                <a:ext uri="{FF2B5EF4-FFF2-40B4-BE49-F238E27FC236}">
                  <a16:creationId xmlns:a16="http://schemas.microsoft.com/office/drawing/2014/main" id="{AB150114-F39C-4499-9908-C6A6B9E5B32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86423" y="6186005"/>
              <a:ext cx="126206" cy="142875"/>
            </a:xfrm>
            <a:prstGeom prst="rect">
              <a:avLst/>
            </a:prstGeom>
          </p:spPr>
        </p:pic>
        <p:pic>
          <p:nvPicPr>
            <p:cNvPr id="171" name="Graphique 170" descr="Utilisateur avec un remplissage uni">
              <a:extLst>
                <a:ext uri="{FF2B5EF4-FFF2-40B4-BE49-F238E27FC236}">
                  <a16:creationId xmlns:a16="http://schemas.microsoft.com/office/drawing/2014/main" id="{B7D6EA6B-E77B-40EF-AAD8-0CDAFA4000E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49868" y="6064561"/>
              <a:ext cx="126206" cy="142875"/>
            </a:xfrm>
            <a:prstGeom prst="rect">
              <a:avLst/>
            </a:prstGeom>
          </p:spPr>
        </p:pic>
        <p:pic>
          <p:nvPicPr>
            <p:cNvPr id="172" name="Graphique 171" descr="Utilisateur avec un remplissage uni">
              <a:extLst>
                <a:ext uri="{FF2B5EF4-FFF2-40B4-BE49-F238E27FC236}">
                  <a16:creationId xmlns:a16="http://schemas.microsoft.com/office/drawing/2014/main" id="{CC32E215-CDC6-4F62-9465-57DC120459FF}"/>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835795" y="5932401"/>
              <a:ext cx="126206" cy="142875"/>
            </a:xfrm>
            <a:prstGeom prst="rect">
              <a:avLst/>
            </a:prstGeom>
          </p:spPr>
        </p:pic>
        <p:pic>
          <p:nvPicPr>
            <p:cNvPr id="173" name="Graphique 172" descr="Utilisateur avec un remplissage uni">
              <a:extLst>
                <a:ext uri="{FF2B5EF4-FFF2-40B4-BE49-F238E27FC236}">
                  <a16:creationId xmlns:a16="http://schemas.microsoft.com/office/drawing/2014/main" id="{6B6B89CA-B640-45DF-9376-21799D8D0F7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70955" y="5753808"/>
              <a:ext cx="126206" cy="142875"/>
            </a:xfrm>
            <a:prstGeom prst="rect">
              <a:avLst/>
            </a:prstGeom>
          </p:spPr>
        </p:pic>
        <p:pic>
          <p:nvPicPr>
            <p:cNvPr id="174" name="Graphique 173" descr="Utilisateur avec un remplissage uni">
              <a:extLst>
                <a:ext uri="{FF2B5EF4-FFF2-40B4-BE49-F238E27FC236}">
                  <a16:creationId xmlns:a16="http://schemas.microsoft.com/office/drawing/2014/main" id="{07A35FD9-7642-49A3-A4E1-5BDE715DB33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961805" y="6275301"/>
              <a:ext cx="126206" cy="142875"/>
            </a:xfrm>
            <a:prstGeom prst="rect">
              <a:avLst/>
            </a:prstGeom>
          </p:spPr>
        </p:pic>
        <p:pic>
          <p:nvPicPr>
            <p:cNvPr id="175" name="Graphique 174" descr="Utilisateur avec un remplissage uni">
              <a:extLst>
                <a:ext uri="{FF2B5EF4-FFF2-40B4-BE49-F238E27FC236}">
                  <a16:creationId xmlns:a16="http://schemas.microsoft.com/office/drawing/2014/main" id="{70E50A6E-2328-47B3-8F7C-FD831297A2E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048753" y="5953832"/>
              <a:ext cx="126206" cy="142875"/>
            </a:xfrm>
            <a:prstGeom prst="rect">
              <a:avLst/>
            </a:prstGeom>
          </p:spPr>
        </p:pic>
        <p:pic>
          <p:nvPicPr>
            <p:cNvPr id="176" name="Graphique 175" descr="Utilisateur avec un remplissage uni">
              <a:extLst>
                <a:ext uri="{FF2B5EF4-FFF2-40B4-BE49-F238E27FC236}">
                  <a16:creationId xmlns:a16="http://schemas.microsoft.com/office/drawing/2014/main" id="{18B81028-F2F0-461E-BA81-25424DCBD12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114939" y="6253869"/>
              <a:ext cx="126206" cy="142875"/>
            </a:xfrm>
            <a:prstGeom prst="rect">
              <a:avLst/>
            </a:prstGeom>
          </p:spPr>
        </p:pic>
        <p:pic>
          <p:nvPicPr>
            <p:cNvPr id="177" name="Graphique 176" descr="Utilisateur avec un remplissage uni">
              <a:extLst>
                <a:ext uri="{FF2B5EF4-FFF2-40B4-BE49-F238E27FC236}">
                  <a16:creationId xmlns:a16="http://schemas.microsoft.com/office/drawing/2014/main" id="{FA66AED0-4F5C-481C-8A96-9B94F24A06F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02488" y="5735666"/>
              <a:ext cx="126206" cy="142875"/>
            </a:xfrm>
            <a:prstGeom prst="rect">
              <a:avLst/>
            </a:prstGeom>
          </p:spPr>
        </p:pic>
        <p:pic>
          <p:nvPicPr>
            <p:cNvPr id="178" name="Graphique 177" descr="Utilisateur avec un remplissage uni">
              <a:extLst>
                <a:ext uri="{FF2B5EF4-FFF2-40B4-BE49-F238E27FC236}">
                  <a16:creationId xmlns:a16="http://schemas.microsoft.com/office/drawing/2014/main" id="{8F5E9910-392C-432A-B21D-BF729242ED8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2119" y="5914259"/>
              <a:ext cx="126206" cy="142875"/>
            </a:xfrm>
            <a:prstGeom prst="rect">
              <a:avLst/>
            </a:prstGeom>
          </p:spPr>
        </p:pic>
        <p:pic>
          <p:nvPicPr>
            <p:cNvPr id="179" name="Graphique 178" descr="Utilisateur avec un remplissage uni">
              <a:extLst>
                <a:ext uri="{FF2B5EF4-FFF2-40B4-BE49-F238E27FC236}">
                  <a16:creationId xmlns:a16="http://schemas.microsoft.com/office/drawing/2014/main" id="{67D5EC57-E1BF-42EC-B308-DD70740B0D6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5930169" y="6243154"/>
              <a:ext cx="126206" cy="142875"/>
            </a:xfrm>
            <a:prstGeom prst="rect">
              <a:avLst/>
            </a:prstGeom>
          </p:spPr>
        </p:pic>
        <p:cxnSp>
          <p:nvCxnSpPr>
            <p:cNvPr id="180" name="Connecteur droit 179">
              <a:extLst>
                <a:ext uri="{FF2B5EF4-FFF2-40B4-BE49-F238E27FC236}">
                  <a16:creationId xmlns:a16="http://schemas.microsoft.com/office/drawing/2014/main" id="{03BC564A-70FC-475B-85AA-1DD1C78B0136}"/>
                </a:ext>
              </a:extLst>
            </p:cNvPr>
            <p:cNvCxnSpPr>
              <a:cxnSpLocks/>
              <a:stCxn id="169" idx="3"/>
              <a:endCxn id="177"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Connecteur droit 180">
              <a:extLst>
                <a:ext uri="{FF2B5EF4-FFF2-40B4-BE49-F238E27FC236}">
                  <a16:creationId xmlns:a16="http://schemas.microsoft.com/office/drawing/2014/main" id="{8DFB7EED-1801-4CCE-B42F-AF68E7DB9E53}"/>
                </a:ext>
              </a:extLst>
            </p:cNvPr>
            <p:cNvCxnSpPr>
              <a:cxnSpLocks/>
              <a:stCxn id="169" idx="3"/>
              <a:endCxn id="170"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Connecteur droit 181">
              <a:extLst>
                <a:ext uri="{FF2B5EF4-FFF2-40B4-BE49-F238E27FC236}">
                  <a16:creationId xmlns:a16="http://schemas.microsoft.com/office/drawing/2014/main" id="{B3BC11EB-5DEA-42E2-8564-448137B53F74}"/>
                </a:ext>
              </a:extLst>
            </p:cNvPr>
            <p:cNvCxnSpPr>
              <a:cxnSpLocks/>
              <a:stCxn id="177" idx="3"/>
              <a:endCxn id="178"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Connecteur droit 182">
              <a:extLst>
                <a:ext uri="{FF2B5EF4-FFF2-40B4-BE49-F238E27FC236}">
                  <a16:creationId xmlns:a16="http://schemas.microsoft.com/office/drawing/2014/main" id="{7975AECB-91D2-4AA8-9FDB-231B8034C4F1}"/>
                </a:ext>
              </a:extLst>
            </p:cNvPr>
            <p:cNvCxnSpPr>
              <a:cxnSpLocks/>
              <a:stCxn id="178" idx="3"/>
              <a:endCxn id="163"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84" name="Connecteur droit 183">
              <a:extLst>
                <a:ext uri="{FF2B5EF4-FFF2-40B4-BE49-F238E27FC236}">
                  <a16:creationId xmlns:a16="http://schemas.microsoft.com/office/drawing/2014/main" id="{0C45B58E-A71F-418C-9B06-EF475F76E473}"/>
                </a:ext>
              </a:extLst>
            </p:cNvPr>
            <p:cNvCxnSpPr>
              <a:cxnSpLocks/>
              <a:stCxn id="164" idx="0"/>
              <a:endCxn id="163"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85" name="Connecteur droit 184">
              <a:extLst>
                <a:ext uri="{FF2B5EF4-FFF2-40B4-BE49-F238E27FC236}">
                  <a16:creationId xmlns:a16="http://schemas.microsoft.com/office/drawing/2014/main" id="{EB62D9C1-6BC1-45EF-ADD1-29A172EEDF0F}"/>
                </a:ext>
              </a:extLst>
            </p:cNvPr>
            <p:cNvCxnSpPr>
              <a:cxnSpLocks/>
              <a:stCxn id="171" idx="3"/>
              <a:endCxn id="163"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86" name="Connecteur droit 185">
              <a:extLst>
                <a:ext uri="{FF2B5EF4-FFF2-40B4-BE49-F238E27FC236}">
                  <a16:creationId xmlns:a16="http://schemas.microsoft.com/office/drawing/2014/main" id="{001A41BD-929D-4A84-AF2D-C67EB336026E}"/>
                </a:ext>
              </a:extLst>
            </p:cNvPr>
            <p:cNvCxnSpPr>
              <a:cxnSpLocks/>
              <a:stCxn id="171" idx="3"/>
              <a:endCxn id="164"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87" name="Connecteur droit 186">
              <a:extLst>
                <a:ext uri="{FF2B5EF4-FFF2-40B4-BE49-F238E27FC236}">
                  <a16:creationId xmlns:a16="http://schemas.microsoft.com/office/drawing/2014/main" id="{76440230-8FF5-41AD-99AF-73C326E6F968}"/>
                </a:ext>
              </a:extLst>
            </p:cNvPr>
            <p:cNvCxnSpPr>
              <a:cxnSpLocks/>
              <a:stCxn id="177" idx="3"/>
              <a:endCxn id="173"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Connecteur droit 187">
              <a:extLst>
                <a:ext uri="{FF2B5EF4-FFF2-40B4-BE49-F238E27FC236}">
                  <a16:creationId xmlns:a16="http://schemas.microsoft.com/office/drawing/2014/main" id="{0406A0B2-765F-4704-BDAA-D70BF5CE2D44}"/>
                </a:ext>
              </a:extLst>
            </p:cNvPr>
            <p:cNvCxnSpPr>
              <a:cxnSpLocks/>
              <a:stCxn id="171" idx="0"/>
              <a:endCxn id="169"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Connecteur droit 188">
              <a:extLst>
                <a:ext uri="{FF2B5EF4-FFF2-40B4-BE49-F238E27FC236}">
                  <a16:creationId xmlns:a16="http://schemas.microsoft.com/office/drawing/2014/main" id="{0BB4AD9D-C279-4B5C-9227-5379BBD14CE1}"/>
                </a:ext>
              </a:extLst>
            </p:cNvPr>
            <p:cNvCxnSpPr>
              <a:cxnSpLocks/>
              <a:stCxn id="177" idx="1"/>
              <a:endCxn id="171"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Connecteur droit 189">
              <a:extLst>
                <a:ext uri="{FF2B5EF4-FFF2-40B4-BE49-F238E27FC236}">
                  <a16:creationId xmlns:a16="http://schemas.microsoft.com/office/drawing/2014/main" id="{CEA509FB-08B2-45A9-9F95-952AE5ECC6EF}"/>
                </a:ext>
              </a:extLst>
            </p:cNvPr>
            <p:cNvCxnSpPr>
              <a:cxnSpLocks/>
              <a:stCxn id="177" idx="3"/>
              <a:endCxn id="163"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1" name="Connecteur droit 190">
              <a:extLst>
                <a:ext uri="{FF2B5EF4-FFF2-40B4-BE49-F238E27FC236}">
                  <a16:creationId xmlns:a16="http://schemas.microsoft.com/office/drawing/2014/main" id="{EE5D50C3-1983-4AA8-BA60-CC34DF5F4F3E}"/>
                </a:ext>
              </a:extLst>
            </p:cNvPr>
            <p:cNvCxnSpPr>
              <a:cxnSpLocks/>
              <a:stCxn id="167" idx="1"/>
              <a:endCxn id="179"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2" name="Connecteur droit 191">
              <a:extLst>
                <a:ext uri="{FF2B5EF4-FFF2-40B4-BE49-F238E27FC236}">
                  <a16:creationId xmlns:a16="http://schemas.microsoft.com/office/drawing/2014/main" id="{F7674A89-A7D4-45E2-A739-4AE663227536}"/>
                </a:ext>
              </a:extLst>
            </p:cNvPr>
            <p:cNvCxnSpPr>
              <a:cxnSpLocks/>
              <a:stCxn id="170" idx="1"/>
              <a:endCxn id="179"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3" name="Connecteur droit 192">
              <a:extLst>
                <a:ext uri="{FF2B5EF4-FFF2-40B4-BE49-F238E27FC236}">
                  <a16:creationId xmlns:a16="http://schemas.microsoft.com/office/drawing/2014/main" id="{9360FBC1-57FB-4141-8060-133ABC54A694}"/>
                </a:ext>
              </a:extLst>
            </p:cNvPr>
            <p:cNvCxnSpPr>
              <a:cxnSpLocks/>
              <a:stCxn id="164" idx="1"/>
              <a:endCxn id="167"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4" name="Connecteur droit 193">
              <a:extLst>
                <a:ext uri="{FF2B5EF4-FFF2-40B4-BE49-F238E27FC236}">
                  <a16:creationId xmlns:a16="http://schemas.microsoft.com/office/drawing/2014/main" id="{34466F59-9795-4DAF-A4A8-2BF560AC082D}"/>
                </a:ext>
              </a:extLst>
            </p:cNvPr>
            <p:cNvCxnSpPr>
              <a:cxnSpLocks/>
              <a:stCxn id="164" idx="1"/>
              <a:endCxn id="179"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5" name="Connecteur droit 194">
              <a:extLst>
                <a:ext uri="{FF2B5EF4-FFF2-40B4-BE49-F238E27FC236}">
                  <a16:creationId xmlns:a16="http://schemas.microsoft.com/office/drawing/2014/main" id="{C21C2E60-9DD4-4FDB-A5C6-9CDA94E4C298}"/>
                </a:ext>
              </a:extLst>
            </p:cNvPr>
            <p:cNvCxnSpPr>
              <a:cxnSpLocks/>
              <a:stCxn id="170" idx="3"/>
              <a:endCxn id="167"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6" name="Connecteur droit 195">
              <a:extLst>
                <a:ext uri="{FF2B5EF4-FFF2-40B4-BE49-F238E27FC236}">
                  <a16:creationId xmlns:a16="http://schemas.microsoft.com/office/drawing/2014/main" id="{17DEDEF6-F70E-448A-A866-47825B1CB14A}"/>
                </a:ext>
              </a:extLst>
            </p:cNvPr>
            <p:cNvCxnSpPr>
              <a:cxnSpLocks/>
              <a:stCxn id="166" idx="2"/>
              <a:endCxn id="165"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7" name="Connecteur droit 196">
              <a:extLst>
                <a:ext uri="{FF2B5EF4-FFF2-40B4-BE49-F238E27FC236}">
                  <a16:creationId xmlns:a16="http://schemas.microsoft.com/office/drawing/2014/main" id="{825DDA61-40FB-4350-804C-8F2373E7FB6C}"/>
                </a:ext>
              </a:extLst>
            </p:cNvPr>
            <p:cNvCxnSpPr>
              <a:cxnSpLocks/>
              <a:stCxn id="171" idx="3"/>
              <a:endCxn id="166"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8" name="Connecteur droit 197">
              <a:extLst>
                <a:ext uri="{FF2B5EF4-FFF2-40B4-BE49-F238E27FC236}">
                  <a16:creationId xmlns:a16="http://schemas.microsoft.com/office/drawing/2014/main" id="{23E04C9F-D0FE-47D1-B1AF-5288A86ED6D9}"/>
                </a:ext>
              </a:extLst>
            </p:cNvPr>
            <p:cNvCxnSpPr>
              <a:cxnSpLocks/>
              <a:stCxn id="166" idx="3"/>
              <a:endCxn id="172"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9" name="Connecteur droit 198">
              <a:extLst>
                <a:ext uri="{FF2B5EF4-FFF2-40B4-BE49-F238E27FC236}">
                  <a16:creationId xmlns:a16="http://schemas.microsoft.com/office/drawing/2014/main" id="{CB160A05-7951-45C6-A270-B4E1FE9C3653}"/>
                </a:ext>
              </a:extLst>
            </p:cNvPr>
            <p:cNvCxnSpPr>
              <a:cxnSpLocks/>
              <a:stCxn id="165" idx="0"/>
              <a:endCxn id="172"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0" name="Connecteur droit 199">
              <a:extLst>
                <a:ext uri="{FF2B5EF4-FFF2-40B4-BE49-F238E27FC236}">
                  <a16:creationId xmlns:a16="http://schemas.microsoft.com/office/drawing/2014/main" id="{40E1B888-DD43-483A-9894-B1D6A357E45D}"/>
                </a:ext>
              </a:extLst>
            </p:cNvPr>
            <p:cNvCxnSpPr>
              <a:stCxn id="164" idx="3"/>
              <a:endCxn id="168"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1" name="Connecteur droit 200">
              <a:extLst>
                <a:ext uri="{FF2B5EF4-FFF2-40B4-BE49-F238E27FC236}">
                  <a16:creationId xmlns:a16="http://schemas.microsoft.com/office/drawing/2014/main" id="{54EC5972-3787-464D-81D6-1611A682722D}"/>
                </a:ext>
              </a:extLst>
            </p:cNvPr>
            <p:cNvCxnSpPr>
              <a:cxnSpLocks/>
              <a:stCxn id="167" idx="3"/>
              <a:endCxn id="165"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2" name="Connecteur droit 201">
              <a:extLst>
                <a:ext uri="{FF2B5EF4-FFF2-40B4-BE49-F238E27FC236}">
                  <a16:creationId xmlns:a16="http://schemas.microsoft.com/office/drawing/2014/main" id="{9F740214-955E-405F-BB46-BD3F57BD7964}"/>
                </a:ext>
              </a:extLst>
            </p:cNvPr>
            <p:cNvCxnSpPr>
              <a:cxnSpLocks/>
              <a:stCxn id="165" idx="1"/>
              <a:endCxn id="164"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3" name="Connecteur droit 202">
              <a:extLst>
                <a:ext uri="{FF2B5EF4-FFF2-40B4-BE49-F238E27FC236}">
                  <a16:creationId xmlns:a16="http://schemas.microsoft.com/office/drawing/2014/main" id="{55A9AA70-922F-4BA6-BD2D-05CC4F6CB3DF}"/>
                </a:ext>
              </a:extLst>
            </p:cNvPr>
            <p:cNvCxnSpPr>
              <a:cxnSpLocks/>
              <a:stCxn id="175" idx="2"/>
              <a:endCxn id="168"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4" name="Connecteur droit 203">
              <a:extLst>
                <a:ext uri="{FF2B5EF4-FFF2-40B4-BE49-F238E27FC236}">
                  <a16:creationId xmlns:a16="http://schemas.microsoft.com/office/drawing/2014/main" id="{BAD25E82-A0C1-4732-AA1F-EB6D44F9306D}"/>
                </a:ext>
              </a:extLst>
            </p:cNvPr>
            <p:cNvCxnSpPr>
              <a:stCxn id="176" idx="0"/>
              <a:endCxn id="172"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5" name="Connecteur droit 204">
              <a:extLst>
                <a:ext uri="{FF2B5EF4-FFF2-40B4-BE49-F238E27FC236}">
                  <a16:creationId xmlns:a16="http://schemas.microsoft.com/office/drawing/2014/main" id="{CB684686-2C37-4052-AFCF-3BB30505D84B}"/>
                </a:ext>
              </a:extLst>
            </p:cNvPr>
            <p:cNvCxnSpPr>
              <a:cxnSpLocks/>
              <a:stCxn id="172" idx="2"/>
              <a:endCxn id="174"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6" name="Connecteur droit 205">
              <a:extLst>
                <a:ext uri="{FF2B5EF4-FFF2-40B4-BE49-F238E27FC236}">
                  <a16:creationId xmlns:a16="http://schemas.microsoft.com/office/drawing/2014/main" id="{274D20EE-D9CC-4106-8410-D0A67A682363}"/>
                </a:ext>
              </a:extLst>
            </p:cNvPr>
            <p:cNvCxnSpPr>
              <a:cxnSpLocks/>
              <a:stCxn id="178" idx="2"/>
              <a:endCxn id="174"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7" name="Connecteur droit 206">
              <a:extLst>
                <a:ext uri="{FF2B5EF4-FFF2-40B4-BE49-F238E27FC236}">
                  <a16:creationId xmlns:a16="http://schemas.microsoft.com/office/drawing/2014/main" id="{67C255EF-A22F-44B6-9DAC-21925BE71A6F}"/>
                </a:ext>
              </a:extLst>
            </p:cNvPr>
            <p:cNvCxnSpPr>
              <a:cxnSpLocks/>
              <a:stCxn id="174" idx="0"/>
              <a:endCxn id="176"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8" name="Connecteur droit 207">
              <a:extLst>
                <a:ext uri="{FF2B5EF4-FFF2-40B4-BE49-F238E27FC236}">
                  <a16:creationId xmlns:a16="http://schemas.microsoft.com/office/drawing/2014/main" id="{A948BAED-3B1E-4DBC-98CC-211173BA41BF}"/>
                </a:ext>
              </a:extLst>
            </p:cNvPr>
            <p:cNvCxnSpPr>
              <a:cxnSpLocks/>
              <a:stCxn id="175" idx="2"/>
              <a:endCxn id="165"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9" name="Groupe 208">
            <a:extLst>
              <a:ext uri="{FF2B5EF4-FFF2-40B4-BE49-F238E27FC236}">
                <a16:creationId xmlns:a16="http://schemas.microsoft.com/office/drawing/2014/main" id="{FE2D9961-CAA1-43F9-A970-CCEABD4C8822}"/>
              </a:ext>
            </a:extLst>
          </p:cNvPr>
          <p:cNvGrpSpPr/>
          <p:nvPr/>
        </p:nvGrpSpPr>
        <p:grpSpPr>
          <a:xfrm>
            <a:off x="1798114" y="2284042"/>
            <a:ext cx="1373868" cy="1130293"/>
            <a:chOff x="5468385" y="2437161"/>
            <a:chExt cx="1588490" cy="1306864"/>
          </a:xfrm>
        </p:grpSpPr>
        <p:grpSp>
          <p:nvGrpSpPr>
            <p:cNvPr id="210" name="Groupe 209">
              <a:extLst>
                <a:ext uri="{FF2B5EF4-FFF2-40B4-BE49-F238E27FC236}">
                  <a16:creationId xmlns:a16="http://schemas.microsoft.com/office/drawing/2014/main" id="{3B6A7656-1BB6-4999-BCAC-CBE1ED91B98C}"/>
                </a:ext>
              </a:extLst>
            </p:cNvPr>
            <p:cNvGrpSpPr/>
            <p:nvPr/>
          </p:nvGrpSpPr>
          <p:grpSpPr>
            <a:xfrm>
              <a:off x="5958602" y="2814201"/>
              <a:ext cx="482060" cy="476703"/>
              <a:chOff x="5958602" y="2814201"/>
              <a:chExt cx="482060" cy="476703"/>
            </a:xfrm>
          </p:grpSpPr>
          <p:sp>
            <p:nvSpPr>
              <p:cNvPr id="245" name="Ellipse 244">
                <a:extLst>
                  <a:ext uri="{FF2B5EF4-FFF2-40B4-BE49-F238E27FC236}">
                    <a16:creationId xmlns:a16="http://schemas.microsoft.com/office/drawing/2014/main" id="{8EE4A884-7B66-4DB8-A227-40AA36EA6A84}"/>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6" name="Graphique 245" descr="Utilisateur avec un remplissage uni">
                <a:extLst>
                  <a:ext uri="{FF2B5EF4-FFF2-40B4-BE49-F238E27FC236}">
                    <a16:creationId xmlns:a16="http://schemas.microsoft.com/office/drawing/2014/main" id="{EF9DA76E-B14C-4A2E-810E-11B3359910B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58602" y="3001738"/>
                <a:ext cx="187537" cy="187537"/>
              </a:xfrm>
              <a:prstGeom prst="rect">
                <a:avLst/>
              </a:prstGeom>
            </p:spPr>
          </p:pic>
          <p:pic>
            <p:nvPicPr>
              <p:cNvPr id="247" name="Graphique 246" descr="Utilisateur avec un remplissage uni">
                <a:extLst>
                  <a:ext uri="{FF2B5EF4-FFF2-40B4-BE49-F238E27FC236}">
                    <a16:creationId xmlns:a16="http://schemas.microsoft.com/office/drawing/2014/main" id="{9D3D45B7-BE7E-4449-85C4-4F9292F353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05754" y="2814201"/>
                <a:ext cx="187537" cy="187537"/>
              </a:xfrm>
              <a:prstGeom prst="rect">
                <a:avLst/>
              </a:prstGeom>
            </p:spPr>
          </p:pic>
          <p:pic>
            <p:nvPicPr>
              <p:cNvPr id="248" name="Graphique 247" descr="Utilisateur avec un remplissage uni">
                <a:extLst>
                  <a:ext uri="{FF2B5EF4-FFF2-40B4-BE49-F238E27FC236}">
                    <a16:creationId xmlns:a16="http://schemas.microsoft.com/office/drawing/2014/main" id="{BD7A0845-3245-42FA-A108-C44A97E50F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53125" y="3001738"/>
                <a:ext cx="187537" cy="187537"/>
              </a:xfrm>
              <a:prstGeom prst="rect">
                <a:avLst/>
              </a:prstGeom>
            </p:spPr>
          </p:pic>
          <p:cxnSp>
            <p:nvCxnSpPr>
              <p:cNvPr id="249" name="Connecteur droit 248">
                <a:extLst>
                  <a:ext uri="{FF2B5EF4-FFF2-40B4-BE49-F238E27FC236}">
                    <a16:creationId xmlns:a16="http://schemas.microsoft.com/office/drawing/2014/main" id="{77C35483-34F5-481A-BAAD-6758C77B7CEF}"/>
                  </a:ext>
                </a:extLst>
              </p:cNvPr>
              <p:cNvCxnSpPr>
                <a:cxnSpLocks/>
                <a:stCxn id="246" idx="3"/>
                <a:endCxn id="247"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Connecteur droit 249">
                <a:extLst>
                  <a:ext uri="{FF2B5EF4-FFF2-40B4-BE49-F238E27FC236}">
                    <a16:creationId xmlns:a16="http://schemas.microsoft.com/office/drawing/2014/main" id="{5C0B8A46-E1EE-4819-A522-21D605F3BD23}"/>
                  </a:ext>
                </a:extLst>
              </p:cNvPr>
              <p:cNvCxnSpPr>
                <a:cxnSpLocks/>
                <a:stCxn id="246" idx="3"/>
                <a:endCxn id="248"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Connecteur droit 250">
                <a:extLst>
                  <a:ext uri="{FF2B5EF4-FFF2-40B4-BE49-F238E27FC236}">
                    <a16:creationId xmlns:a16="http://schemas.microsoft.com/office/drawing/2014/main" id="{D1D0BC28-5F65-4923-96F3-D531BBBD6066}"/>
                  </a:ext>
                </a:extLst>
              </p:cNvPr>
              <p:cNvCxnSpPr>
                <a:cxnSpLocks/>
                <a:stCxn id="247" idx="2"/>
                <a:endCxn id="248"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11" name="Graphique 210" descr="Utilisateur avec un remplissage uni">
              <a:extLst>
                <a:ext uri="{FF2B5EF4-FFF2-40B4-BE49-F238E27FC236}">
                  <a16:creationId xmlns:a16="http://schemas.microsoft.com/office/drawing/2014/main" id="{729425CA-EBDE-4A17-B24A-03BCC18084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6324" y="3376812"/>
              <a:ext cx="187537" cy="187537"/>
            </a:xfrm>
            <a:prstGeom prst="rect">
              <a:avLst/>
            </a:prstGeom>
          </p:spPr>
        </p:pic>
        <p:pic>
          <p:nvPicPr>
            <p:cNvPr id="212" name="Graphique 211" descr="Utilisateur avec un remplissage uni">
              <a:extLst>
                <a:ext uri="{FF2B5EF4-FFF2-40B4-BE49-F238E27FC236}">
                  <a16:creationId xmlns:a16="http://schemas.microsoft.com/office/drawing/2014/main" id="{9DD075BA-06AA-4CDD-A16C-7DF7882E72D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53125" y="3556488"/>
              <a:ext cx="187537" cy="187537"/>
            </a:xfrm>
            <a:prstGeom prst="rect">
              <a:avLst/>
            </a:prstGeom>
          </p:spPr>
        </p:pic>
        <p:pic>
          <p:nvPicPr>
            <p:cNvPr id="213" name="Graphique 212" descr="Utilisateur avec un remplissage uni">
              <a:extLst>
                <a:ext uri="{FF2B5EF4-FFF2-40B4-BE49-F238E27FC236}">
                  <a16:creationId xmlns:a16="http://schemas.microsoft.com/office/drawing/2014/main" id="{1A860CDB-0EDD-4DC9-A5DF-34DFA117ECB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30815" y="3267322"/>
              <a:ext cx="187537" cy="187537"/>
            </a:xfrm>
            <a:prstGeom prst="rect">
              <a:avLst/>
            </a:prstGeom>
          </p:spPr>
        </p:pic>
        <p:pic>
          <p:nvPicPr>
            <p:cNvPr id="214" name="Graphique 213" descr="Utilisateur avec un remplissage uni">
              <a:extLst>
                <a:ext uri="{FF2B5EF4-FFF2-40B4-BE49-F238E27FC236}">
                  <a16:creationId xmlns:a16="http://schemas.microsoft.com/office/drawing/2014/main" id="{56B29E01-BE1C-48DA-9FE9-B596AB6CC43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7616" y="3446998"/>
              <a:ext cx="187537" cy="187537"/>
            </a:xfrm>
            <a:prstGeom prst="rect">
              <a:avLst/>
            </a:prstGeom>
          </p:spPr>
        </p:pic>
        <p:pic>
          <p:nvPicPr>
            <p:cNvPr id="215" name="Graphique 214" descr="Utilisateur avec un remplissage uni">
              <a:extLst>
                <a:ext uri="{FF2B5EF4-FFF2-40B4-BE49-F238E27FC236}">
                  <a16:creationId xmlns:a16="http://schemas.microsoft.com/office/drawing/2014/main" id="{B0D53B37-F7A1-4248-B641-1E04D7648FE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0662" y="3138461"/>
              <a:ext cx="187537" cy="187537"/>
            </a:xfrm>
            <a:prstGeom prst="rect">
              <a:avLst/>
            </a:prstGeom>
          </p:spPr>
        </p:pic>
        <p:pic>
          <p:nvPicPr>
            <p:cNvPr id="216" name="Graphique 215" descr="Utilisateur avec un remplissage uni">
              <a:extLst>
                <a:ext uri="{FF2B5EF4-FFF2-40B4-BE49-F238E27FC236}">
                  <a16:creationId xmlns:a16="http://schemas.microsoft.com/office/drawing/2014/main" id="{ABF0B3D5-F6CB-4328-A5CF-0EF6FE82EBD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7463" y="3318137"/>
              <a:ext cx="187537" cy="187537"/>
            </a:xfrm>
            <a:prstGeom prst="rect">
              <a:avLst/>
            </a:prstGeom>
          </p:spPr>
        </p:pic>
        <p:pic>
          <p:nvPicPr>
            <p:cNvPr id="217" name="Graphique 216" descr="Utilisateur avec un remplissage uni">
              <a:extLst>
                <a:ext uri="{FF2B5EF4-FFF2-40B4-BE49-F238E27FC236}">
                  <a16:creationId xmlns:a16="http://schemas.microsoft.com/office/drawing/2014/main" id="{80528F14-6480-4F6F-A3D0-FF2EFF08E98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1954" y="3208647"/>
              <a:ext cx="187537" cy="187537"/>
            </a:xfrm>
            <a:prstGeom prst="rect">
              <a:avLst/>
            </a:prstGeom>
          </p:spPr>
        </p:pic>
        <p:pic>
          <p:nvPicPr>
            <p:cNvPr id="218" name="Graphique 217" descr="Utilisateur avec un remplissage uni">
              <a:extLst>
                <a:ext uri="{FF2B5EF4-FFF2-40B4-BE49-F238E27FC236}">
                  <a16:creationId xmlns:a16="http://schemas.microsoft.com/office/drawing/2014/main" id="{39A39094-41D2-4C05-ACEB-79E80A19206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32073" y="3358814"/>
              <a:ext cx="187537" cy="187537"/>
            </a:xfrm>
            <a:prstGeom prst="rect">
              <a:avLst/>
            </a:prstGeom>
          </p:spPr>
        </p:pic>
        <p:pic>
          <p:nvPicPr>
            <p:cNvPr id="219" name="Graphique 218" descr="Utilisateur avec un remplissage uni">
              <a:extLst>
                <a:ext uri="{FF2B5EF4-FFF2-40B4-BE49-F238E27FC236}">
                  <a16:creationId xmlns:a16="http://schemas.microsoft.com/office/drawing/2014/main" id="{938E2E1F-C8C7-4F42-8047-CB44ED7294C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63365" y="3429000"/>
              <a:ext cx="187537" cy="187537"/>
            </a:xfrm>
            <a:prstGeom prst="rect">
              <a:avLst/>
            </a:prstGeom>
          </p:spPr>
        </p:pic>
        <p:pic>
          <p:nvPicPr>
            <p:cNvPr id="220" name="Graphique 219" descr="Utilisateur avec un remplissage uni">
              <a:extLst>
                <a:ext uri="{FF2B5EF4-FFF2-40B4-BE49-F238E27FC236}">
                  <a16:creationId xmlns:a16="http://schemas.microsoft.com/office/drawing/2014/main" id="{2F4A97EA-A318-4D46-8D57-469C7F79AAA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73212" y="3300139"/>
              <a:ext cx="187537" cy="187537"/>
            </a:xfrm>
            <a:prstGeom prst="rect">
              <a:avLst/>
            </a:prstGeom>
          </p:spPr>
        </p:pic>
        <p:pic>
          <p:nvPicPr>
            <p:cNvPr id="221" name="Graphique 220" descr="Utilisateur avec un remplissage uni">
              <a:extLst>
                <a:ext uri="{FF2B5EF4-FFF2-40B4-BE49-F238E27FC236}">
                  <a16:creationId xmlns:a16="http://schemas.microsoft.com/office/drawing/2014/main" id="{79FC17DA-7043-4EF6-B7EB-6FBE15C5D58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87415" y="3272906"/>
              <a:ext cx="187537" cy="187537"/>
            </a:xfrm>
            <a:prstGeom prst="rect">
              <a:avLst/>
            </a:prstGeom>
          </p:spPr>
        </p:pic>
        <p:pic>
          <p:nvPicPr>
            <p:cNvPr id="222" name="Graphique 221" descr="Utilisateur avec un remplissage uni">
              <a:extLst>
                <a:ext uri="{FF2B5EF4-FFF2-40B4-BE49-F238E27FC236}">
                  <a16:creationId xmlns:a16="http://schemas.microsoft.com/office/drawing/2014/main" id="{12C2D326-6EC1-44F1-BEB2-C69CAF38D6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1906" y="3163416"/>
              <a:ext cx="187537" cy="187537"/>
            </a:xfrm>
            <a:prstGeom prst="rect">
              <a:avLst/>
            </a:prstGeom>
          </p:spPr>
        </p:pic>
        <p:pic>
          <p:nvPicPr>
            <p:cNvPr id="223" name="Graphique 222" descr="Utilisateur avec un remplissage uni">
              <a:extLst>
                <a:ext uri="{FF2B5EF4-FFF2-40B4-BE49-F238E27FC236}">
                  <a16:creationId xmlns:a16="http://schemas.microsoft.com/office/drawing/2014/main" id="{CB26CD4E-1CBF-4293-ABE5-9E53C101E1D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1691" y="2987670"/>
              <a:ext cx="187537" cy="187537"/>
            </a:xfrm>
            <a:prstGeom prst="rect">
              <a:avLst/>
            </a:prstGeom>
          </p:spPr>
        </p:pic>
        <p:pic>
          <p:nvPicPr>
            <p:cNvPr id="224" name="Graphique 223" descr="Utilisateur avec un remplissage uni">
              <a:extLst>
                <a:ext uri="{FF2B5EF4-FFF2-40B4-BE49-F238E27FC236}">
                  <a16:creationId xmlns:a16="http://schemas.microsoft.com/office/drawing/2014/main" id="{B765E88C-93AF-4810-A00A-AB22F67E4B1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88519" y="2808305"/>
              <a:ext cx="187537" cy="187537"/>
            </a:xfrm>
            <a:prstGeom prst="rect">
              <a:avLst/>
            </a:prstGeom>
          </p:spPr>
        </p:pic>
        <p:pic>
          <p:nvPicPr>
            <p:cNvPr id="225" name="Graphique 224" descr="Utilisateur avec un remplissage uni">
              <a:extLst>
                <a:ext uri="{FF2B5EF4-FFF2-40B4-BE49-F238E27FC236}">
                  <a16:creationId xmlns:a16="http://schemas.microsoft.com/office/drawing/2014/main" id="{469416C1-F1D9-4020-A083-0B13558C69E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43861" y="2722397"/>
              <a:ext cx="187537" cy="187537"/>
            </a:xfrm>
            <a:prstGeom prst="rect">
              <a:avLst/>
            </a:prstGeom>
          </p:spPr>
        </p:pic>
        <p:pic>
          <p:nvPicPr>
            <p:cNvPr id="226" name="Graphique 225" descr="Utilisateur avec un remplissage uni">
              <a:extLst>
                <a:ext uri="{FF2B5EF4-FFF2-40B4-BE49-F238E27FC236}">
                  <a16:creationId xmlns:a16="http://schemas.microsoft.com/office/drawing/2014/main" id="{9BBA0692-D004-40DB-ABE8-41EB632FF7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8352" y="2612907"/>
              <a:ext cx="187537" cy="187537"/>
            </a:xfrm>
            <a:prstGeom prst="rect">
              <a:avLst/>
            </a:prstGeom>
          </p:spPr>
        </p:pic>
        <p:pic>
          <p:nvPicPr>
            <p:cNvPr id="227" name="Graphique 226" descr="Utilisateur avec un remplissage uni">
              <a:extLst>
                <a:ext uri="{FF2B5EF4-FFF2-40B4-BE49-F238E27FC236}">
                  <a16:creationId xmlns:a16="http://schemas.microsoft.com/office/drawing/2014/main" id="{0C54A10E-A4B0-47B8-B330-872C1327AD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98137" y="2437161"/>
              <a:ext cx="187537" cy="187537"/>
            </a:xfrm>
            <a:prstGeom prst="rect">
              <a:avLst/>
            </a:prstGeom>
          </p:spPr>
        </p:pic>
        <p:pic>
          <p:nvPicPr>
            <p:cNvPr id="228" name="Graphique 227" descr="Utilisateur avec un remplissage uni">
              <a:extLst>
                <a:ext uri="{FF2B5EF4-FFF2-40B4-BE49-F238E27FC236}">
                  <a16:creationId xmlns:a16="http://schemas.microsoft.com/office/drawing/2014/main" id="{1F5EA998-7B62-418D-877F-938C0545EF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8826" y="2580060"/>
              <a:ext cx="187537" cy="187537"/>
            </a:xfrm>
            <a:prstGeom prst="rect">
              <a:avLst/>
            </a:prstGeom>
          </p:spPr>
        </p:pic>
        <p:pic>
          <p:nvPicPr>
            <p:cNvPr id="229" name="Graphique 228" descr="Utilisateur avec un remplissage uni">
              <a:extLst>
                <a:ext uri="{FF2B5EF4-FFF2-40B4-BE49-F238E27FC236}">
                  <a16:creationId xmlns:a16="http://schemas.microsoft.com/office/drawing/2014/main" id="{5E83ABB4-BEE1-4706-8CC9-333701036A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3317" y="2470570"/>
              <a:ext cx="187537" cy="187537"/>
            </a:xfrm>
            <a:prstGeom prst="rect">
              <a:avLst/>
            </a:prstGeom>
          </p:spPr>
        </p:pic>
        <p:pic>
          <p:nvPicPr>
            <p:cNvPr id="230" name="Graphique 229" descr="Utilisateur avec un remplissage uni">
              <a:extLst>
                <a:ext uri="{FF2B5EF4-FFF2-40B4-BE49-F238E27FC236}">
                  <a16:creationId xmlns:a16="http://schemas.microsoft.com/office/drawing/2014/main" id="{C45534AB-E657-4F2D-91EB-A001A76528E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80118" y="2650246"/>
              <a:ext cx="187537" cy="187537"/>
            </a:xfrm>
            <a:prstGeom prst="rect">
              <a:avLst/>
            </a:prstGeom>
          </p:spPr>
        </p:pic>
        <p:pic>
          <p:nvPicPr>
            <p:cNvPr id="231" name="Graphique 230" descr="Utilisateur avec un remplissage uni">
              <a:extLst>
                <a:ext uri="{FF2B5EF4-FFF2-40B4-BE49-F238E27FC236}">
                  <a16:creationId xmlns:a16="http://schemas.microsoft.com/office/drawing/2014/main" id="{97144C9D-8B5D-4C22-A36D-1746C801D8C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89965" y="2521385"/>
              <a:ext cx="187537" cy="187537"/>
            </a:xfrm>
            <a:prstGeom prst="rect">
              <a:avLst/>
            </a:prstGeom>
          </p:spPr>
        </p:pic>
        <p:pic>
          <p:nvPicPr>
            <p:cNvPr id="232" name="Graphique 231" descr="Utilisateur avec un remplissage uni">
              <a:extLst>
                <a:ext uri="{FF2B5EF4-FFF2-40B4-BE49-F238E27FC236}">
                  <a16:creationId xmlns:a16="http://schemas.microsoft.com/office/drawing/2014/main" id="{94046ED0-6C9D-4DF7-993C-643324B2FB1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4575" y="2562062"/>
              <a:ext cx="187537" cy="187537"/>
            </a:xfrm>
            <a:prstGeom prst="rect">
              <a:avLst/>
            </a:prstGeom>
          </p:spPr>
        </p:pic>
        <p:pic>
          <p:nvPicPr>
            <p:cNvPr id="233" name="Graphique 232" descr="Utilisateur avec un remplissage uni">
              <a:extLst>
                <a:ext uri="{FF2B5EF4-FFF2-40B4-BE49-F238E27FC236}">
                  <a16:creationId xmlns:a16="http://schemas.microsoft.com/office/drawing/2014/main" id="{5C49AEFD-A68A-46C9-8FFF-00FB820BF89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5867" y="2632248"/>
              <a:ext cx="187537" cy="187537"/>
            </a:xfrm>
            <a:prstGeom prst="rect">
              <a:avLst/>
            </a:prstGeom>
          </p:spPr>
        </p:pic>
        <p:pic>
          <p:nvPicPr>
            <p:cNvPr id="234" name="Graphique 233" descr="Utilisateur avec un remplissage uni">
              <a:extLst>
                <a:ext uri="{FF2B5EF4-FFF2-40B4-BE49-F238E27FC236}">
                  <a16:creationId xmlns:a16="http://schemas.microsoft.com/office/drawing/2014/main" id="{C07E93AD-36B4-4B84-8341-E4AE46D53F7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5714" y="2503387"/>
              <a:ext cx="187537" cy="187537"/>
            </a:xfrm>
            <a:prstGeom prst="rect">
              <a:avLst/>
            </a:prstGeom>
          </p:spPr>
        </p:pic>
        <p:pic>
          <p:nvPicPr>
            <p:cNvPr id="235" name="Graphique 234" descr="Utilisateur avec un remplissage uni">
              <a:extLst>
                <a:ext uri="{FF2B5EF4-FFF2-40B4-BE49-F238E27FC236}">
                  <a16:creationId xmlns:a16="http://schemas.microsoft.com/office/drawing/2014/main" id="{2EEC9776-B858-468E-8A3C-C86CCA55814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9917" y="2476154"/>
              <a:ext cx="187537" cy="187537"/>
            </a:xfrm>
            <a:prstGeom prst="rect">
              <a:avLst/>
            </a:prstGeom>
          </p:spPr>
        </p:pic>
        <p:pic>
          <p:nvPicPr>
            <p:cNvPr id="236" name="Graphique 235" descr="Utilisateur avec un remplissage uni">
              <a:extLst>
                <a:ext uri="{FF2B5EF4-FFF2-40B4-BE49-F238E27FC236}">
                  <a16:creationId xmlns:a16="http://schemas.microsoft.com/office/drawing/2014/main" id="{6A632411-0D22-4718-A0DC-4012107137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8199" y="2984133"/>
              <a:ext cx="187537" cy="187537"/>
            </a:xfrm>
            <a:prstGeom prst="rect">
              <a:avLst/>
            </a:prstGeom>
          </p:spPr>
        </p:pic>
        <p:pic>
          <p:nvPicPr>
            <p:cNvPr id="237" name="Graphique 236" descr="Utilisateur avec un remplissage uni">
              <a:extLst>
                <a:ext uri="{FF2B5EF4-FFF2-40B4-BE49-F238E27FC236}">
                  <a16:creationId xmlns:a16="http://schemas.microsoft.com/office/drawing/2014/main" id="{592A4DBA-D7A1-4FD2-BADB-6869288F69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2690" y="2874643"/>
              <a:ext cx="187537" cy="187537"/>
            </a:xfrm>
            <a:prstGeom prst="rect">
              <a:avLst/>
            </a:prstGeom>
          </p:spPr>
        </p:pic>
        <p:pic>
          <p:nvPicPr>
            <p:cNvPr id="238" name="Graphique 237" descr="Utilisateur avec un remplissage uni">
              <a:extLst>
                <a:ext uri="{FF2B5EF4-FFF2-40B4-BE49-F238E27FC236}">
                  <a16:creationId xmlns:a16="http://schemas.microsoft.com/office/drawing/2014/main" id="{56AB8F46-EF84-401F-B209-9129DB8274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59491" y="3054319"/>
              <a:ext cx="187537" cy="187537"/>
            </a:xfrm>
            <a:prstGeom prst="rect">
              <a:avLst/>
            </a:prstGeom>
          </p:spPr>
        </p:pic>
        <p:pic>
          <p:nvPicPr>
            <p:cNvPr id="239" name="Graphique 238" descr="Utilisateur avec un remplissage uni">
              <a:extLst>
                <a:ext uri="{FF2B5EF4-FFF2-40B4-BE49-F238E27FC236}">
                  <a16:creationId xmlns:a16="http://schemas.microsoft.com/office/drawing/2014/main" id="{210EB06E-062C-4D76-9B57-E4B2E9E5F4B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69338" y="2925458"/>
              <a:ext cx="187537" cy="187537"/>
            </a:xfrm>
            <a:prstGeom prst="rect">
              <a:avLst/>
            </a:prstGeom>
          </p:spPr>
        </p:pic>
        <p:pic>
          <p:nvPicPr>
            <p:cNvPr id="240" name="Graphique 239" descr="Utilisateur avec un remplissage uni">
              <a:extLst>
                <a:ext uri="{FF2B5EF4-FFF2-40B4-BE49-F238E27FC236}">
                  <a16:creationId xmlns:a16="http://schemas.microsoft.com/office/drawing/2014/main" id="{C8D731B3-A8C7-4065-870F-B509AADFC28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6499" y="2960551"/>
              <a:ext cx="187537" cy="187537"/>
            </a:xfrm>
            <a:prstGeom prst="rect">
              <a:avLst/>
            </a:prstGeom>
          </p:spPr>
        </p:pic>
        <p:pic>
          <p:nvPicPr>
            <p:cNvPr id="241" name="Graphique 240" descr="Utilisateur avec un remplissage uni">
              <a:extLst>
                <a:ext uri="{FF2B5EF4-FFF2-40B4-BE49-F238E27FC236}">
                  <a16:creationId xmlns:a16="http://schemas.microsoft.com/office/drawing/2014/main" id="{B8BE4645-0470-43B0-8FE7-1FB867CE72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6346" y="2831690"/>
              <a:ext cx="187537" cy="187537"/>
            </a:xfrm>
            <a:prstGeom prst="rect">
              <a:avLst/>
            </a:prstGeom>
          </p:spPr>
        </p:pic>
        <p:pic>
          <p:nvPicPr>
            <p:cNvPr id="242" name="Graphique 241" descr="Utilisateur avec un remplissage uni">
              <a:extLst>
                <a:ext uri="{FF2B5EF4-FFF2-40B4-BE49-F238E27FC236}">
                  <a16:creationId xmlns:a16="http://schemas.microsoft.com/office/drawing/2014/main" id="{D9EC705B-77C2-43DF-8E77-7E1ED021714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8385" y="2867011"/>
              <a:ext cx="187537" cy="187537"/>
            </a:xfrm>
            <a:prstGeom prst="rect">
              <a:avLst/>
            </a:prstGeom>
          </p:spPr>
        </p:pic>
        <p:pic>
          <p:nvPicPr>
            <p:cNvPr id="243" name="Graphique 242" descr="Utilisateur avec un remplissage uni">
              <a:extLst>
                <a:ext uri="{FF2B5EF4-FFF2-40B4-BE49-F238E27FC236}">
                  <a16:creationId xmlns:a16="http://schemas.microsoft.com/office/drawing/2014/main" id="{10F6551D-A34F-4276-9EF0-484ED1047DF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5186" y="3046687"/>
              <a:ext cx="187537" cy="187537"/>
            </a:xfrm>
            <a:prstGeom prst="rect">
              <a:avLst/>
            </a:prstGeom>
          </p:spPr>
        </p:pic>
        <p:pic>
          <p:nvPicPr>
            <p:cNvPr id="244" name="Graphique 243" descr="Utilisateur avec un remplissage uni">
              <a:extLst>
                <a:ext uri="{FF2B5EF4-FFF2-40B4-BE49-F238E27FC236}">
                  <a16:creationId xmlns:a16="http://schemas.microsoft.com/office/drawing/2014/main" id="{634ECE1F-0F4B-41F9-AA77-6807CB7AB67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99677" y="2937197"/>
              <a:ext cx="187537" cy="187537"/>
            </a:xfrm>
            <a:prstGeom prst="rect">
              <a:avLst/>
            </a:prstGeom>
          </p:spPr>
        </p:pic>
      </p:grpSp>
      <p:pic>
        <p:nvPicPr>
          <p:cNvPr id="253" name="Graphique 252" descr="Signe pouce en haut avec un remplissage uni">
            <a:extLst>
              <a:ext uri="{FF2B5EF4-FFF2-40B4-BE49-F238E27FC236}">
                <a16:creationId xmlns:a16="http://schemas.microsoft.com/office/drawing/2014/main" id="{43481C8D-4473-47DD-BDBC-CF760638E82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183660" y="4102069"/>
            <a:ext cx="914400" cy="914400"/>
          </a:xfrm>
          <a:prstGeom prst="rect">
            <a:avLst/>
          </a:prstGeom>
        </p:spPr>
      </p:pic>
      <p:pic>
        <p:nvPicPr>
          <p:cNvPr id="255" name="Graphique 254" descr="Pouce en bas avec un remplissage uni">
            <a:extLst>
              <a:ext uri="{FF2B5EF4-FFF2-40B4-BE49-F238E27FC236}">
                <a16:creationId xmlns:a16="http://schemas.microsoft.com/office/drawing/2014/main" id="{AC6EE9BE-FBF6-4875-A042-55D92906CF7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164152" y="2706589"/>
            <a:ext cx="914400" cy="914400"/>
          </a:xfrm>
          <a:prstGeom prst="rect">
            <a:avLst/>
          </a:prstGeom>
        </p:spPr>
      </p:pic>
      <p:grpSp>
        <p:nvGrpSpPr>
          <p:cNvPr id="38" name="Groupe 37">
            <a:extLst>
              <a:ext uri="{FF2B5EF4-FFF2-40B4-BE49-F238E27FC236}">
                <a16:creationId xmlns:a16="http://schemas.microsoft.com/office/drawing/2014/main" id="{B0DFBC4B-1BBD-4F4E-B0E9-010D465F44BB}"/>
              </a:ext>
            </a:extLst>
          </p:cNvPr>
          <p:cNvGrpSpPr/>
          <p:nvPr/>
        </p:nvGrpSpPr>
        <p:grpSpPr>
          <a:xfrm>
            <a:off x="5023093" y="2284968"/>
            <a:ext cx="2273757" cy="3926054"/>
            <a:chOff x="3824608" y="2331104"/>
            <a:chExt cx="2273757" cy="3926054"/>
          </a:xfrm>
        </p:grpSpPr>
        <p:sp>
          <p:nvSpPr>
            <p:cNvPr id="252" name="ZoneTexte 251">
              <a:extLst>
                <a:ext uri="{FF2B5EF4-FFF2-40B4-BE49-F238E27FC236}">
                  <a16:creationId xmlns:a16="http://schemas.microsoft.com/office/drawing/2014/main" id="{DF94DF50-8461-45FD-8FB2-36C54C45F83B}"/>
                </a:ext>
              </a:extLst>
            </p:cNvPr>
            <p:cNvSpPr txBox="1"/>
            <p:nvPr/>
          </p:nvSpPr>
          <p:spPr>
            <a:xfrm>
              <a:off x="3824608" y="5149162"/>
              <a:ext cx="1954012" cy="1107996"/>
            </a:xfrm>
            <a:prstGeom prst="rect">
              <a:avLst/>
            </a:prstGeom>
            <a:noFill/>
          </p:spPr>
          <p:txBody>
            <a:bodyPr wrap="square" rtlCol="0">
              <a:spAutoFit/>
            </a:bodyPr>
            <a:lstStyle/>
            <a:p>
              <a:pPr algn="ctr"/>
              <a:r>
                <a:rPr lang="en-US" sz="1100" dirty="0"/>
                <a:t>Members must develop enough</a:t>
              </a:r>
              <a:r>
                <a:rPr lang="en-US" sz="1100" b="1" dirty="0"/>
                <a:t> SKILL </a:t>
              </a:r>
              <a:r>
                <a:rPr lang="en-US" sz="1100" dirty="0"/>
                <a:t>to spread the viral content. </a:t>
              </a:r>
            </a:p>
            <a:p>
              <a:pPr algn="ctr"/>
              <a:endParaRPr lang="en-US" sz="1100" dirty="0"/>
            </a:p>
            <a:p>
              <a:pPr algn="ctr"/>
              <a:r>
                <a:rPr lang="en-US" sz="1100" dirty="0"/>
                <a:t>Necessary skill increases with virus SIZE.</a:t>
              </a:r>
            </a:p>
          </p:txBody>
        </p:sp>
        <p:pic>
          <p:nvPicPr>
            <p:cNvPr id="268" name="Graphique 267" descr="Homme avec un remplissage uni">
              <a:extLst>
                <a:ext uri="{FF2B5EF4-FFF2-40B4-BE49-F238E27FC236}">
                  <a16:creationId xmlns:a16="http://schemas.microsoft.com/office/drawing/2014/main" id="{E2968890-694D-4338-9435-46D7546072F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004847" y="4561193"/>
              <a:ext cx="474653" cy="474653"/>
            </a:xfrm>
            <a:prstGeom prst="rect">
              <a:avLst/>
            </a:prstGeom>
          </p:spPr>
        </p:pic>
        <p:sp>
          <p:nvSpPr>
            <p:cNvPr id="31" name="Forme libre : forme 30">
              <a:extLst>
                <a:ext uri="{FF2B5EF4-FFF2-40B4-BE49-F238E27FC236}">
                  <a16:creationId xmlns:a16="http://schemas.microsoft.com/office/drawing/2014/main" id="{FC0C8891-2073-4C67-8369-EC8AEA3E8F7C}"/>
                </a:ext>
              </a:extLst>
            </p:cNvPr>
            <p:cNvSpPr/>
            <p:nvPr/>
          </p:nvSpPr>
          <p:spPr>
            <a:xfrm>
              <a:off x="4195565" y="2781627"/>
              <a:ext cx="353594" cy="1809750"/>
            </a:xfrm>
            <a:custGeom>
              <a:avLst/>
              <a:gdLst>
                <a:gd name="connsiteX0" fmla="*/ 0 w 353594"/>
                <a:gd name="connsiteY0" fmla="*/ 1809750 h 1809750"/>
                <a:gd name="connsiteX1" fmla="*/ 171450 w 353594"/>
                <a:gd name="connsiteY1" fmla="*/ 1704975 h 1809750"/>
                <a:gd name="connsiteX2" fmla="*/ 314325 w 353594"/>
                <a:gd name="connsiteY2" fmla="*/ 1390650 h 1809750"/>
                <a:gd name="connsiteX3" fmla="*/ 352425 w 353594"/>
                <a:gd name="connsiteY3" fmla="*/ 914400 h 1809750"/>
                <a:gd name="connsiteX4" fmla="*/ 342900 w 353594"/>
                <a:gd name="connsiteY4" fmla="*/ 438150 h 1809750"/>
                <a:gd name="connsiteX5" fmla="*/ 333375 w 353594"/>
                <a:gd name="connsiteY5" fmla="*/ 0 h 180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594" h="1809750">
                  <a:moveTo>
                    <a:pt x="0" y="1809750"/>
                  </a:moveTo>
                  <a:cubicBezTo>
                    <a:pt x="59531" y="1792287"/>
                    <a:pt x="119063" y="1774825"/>
                    <a:pt x="171450" y="1704975"/>
                  </a:cubicBezTo>
                  <a:cubicBezTo>
                    <a:pt x="223837" y="1635125"/>
                    <a:pt x="284163" y="1522412"/>
                    <a:pt x="314325" y="1390650"/>
                  </a:cubicBezTo>
                  <a:cubicBezTo>
                    <a:pt x="344487" y="1258888"/>
                    <a:pt x="347663" y="1073150"/>
                    <a:pt x="352425" y="914400"/>
                  </a:cubicBezTo>
                  <a:cubicBezTo>
                    <a:pt x="357188" y="755650"/>
                    <a:pt x="346075" y="590550"/>
                    <a:pt x="342900" y="438150"/>
                  </a:cubicBezTo>
                  <a:cubicBezTo>
                    <a:pt x="339725" y="285750"/>
                    <a:pt x="336550" y="142875"/>
                    <a:pt x="333375" y="0"/>
                  </a:cubicBezTo>
                </a:path>
              </a:pathLst>
            </a:custGeom>
            <a:noFill/>
            <a:ln w="2857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que 33" descr="Mégaphone avec un remplissage uni">
              <a:extLst>
                <a:ext uri="{FF2B5EF4-FFF2-40B4-BE49-F238E27FC236}">
                  <a16:creationId xmlns:a16="http://schemas.microsoft.com/office/drawing/2014/main" id="{7778B838-518E-44B3-A41D-1E28C9F40E0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761165">
              <a:off x="5141795" y="2331104"/>
              <a:ext cx="956570" cy="956570"/>
            </a:xfrm>
            <a:prstGeom prst="rect">
              <a:avLst/>
            </a:prstGeom>
          </p:spPr>
        </p:pic>
        <p:grpSp>
          <p:nvGrpSpPr>
            <p:cNvPr id="35" name="Groupe 34">
              <a:extLst>
                <a:ext uri="{FF2B5EF4-FFF2-40B4-BE49-F238E27FC236}">
                  <a16:creationId xmlns:a16="http://schemas.microsoft.com/office/drawing/2014/main" id="{EF12EA59-D127-498A-B0EB-C5076896ECB5}"/>
                </a:ext>
              </a:extLst>
            </p:cNvPr>
            <p:cNvGrpSpPr/>
            <p:nvPr/>
          </p:nvGrpSpPr>
          <p:grpSpPr>
            <a:xfrm>
              <a:off x="4268406" y="3750377"/>
              <a:ext cx="1100796" cy="657225"/>
              <a:chOff x="5185593" y="3733439"/>
              <a:chExt cx="1100796" cy="657225"/>
            </a:xfrm>
          </p:grpSpPr>
          <p:pic>
            <p:nvPicPr>
              <p:cNvPr id="257" name="Graphique 256" descr="Toque d'étudiant avec un remplissage uni">
                <a:extLst>
                  <a:ext uri="{FF2B5EF4-FFF2-40B4-BE49-F238E27FC236}">
                    <a16:creationId xmlns:a16="http://schemas.microsoft.com/office/drawing/2014/main" id="{A5ADB8C7-38F2-4967-8A82-8661A06D54F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185593" y="3733439"/>
                <a:ext cx="657225" cy="657225"/>
              </a:xfrm>
              <a:prstGeom prst="rect">
                <a:avLst/>
              </a:prstGeom>
            </p:spPr>
          </p:pic>
          <p:pic>
            <p:nvPicPr>
              <p:cNvPr id="274" name="Graphique 273" descr="Mégaphone avec un remplissage uni">
                <a:extLst>
                  <a:ext uri="{FF2B5EF4-FFF2-40B4-BE49-F238E27FC236}">
                    <a16:creationId xmlns:a16="http://schemas.microsoft.com/office/drawing/2014/main" id="{4835F586-23F8-42FD-94A5-53591361834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1761165">
                <a:off x="5871084" y="3926288"/>
                <a:ext cx="415305" cy="415305"/>
              </a:xfrm>
              <a:prstGeom prst="rect">
                <a:avLst/>
              </a:prstGeom>
            </p:spPr>
          </p:pic>
        </p:grpSp>
        <p:pic>
          <p:nvPicPr>
            <p:cNvPr id="275" name="Graphique 274" descr="Toque d'étudiant avec un remplissage uni">
              <a:extLst>
                <a:ext uri="{FF2B5EF4-FFF2-40B4-BE49-F238E27FC236}">
                  <a16:creationId xmlns:a16="http://schemas.microsoft.com/office/drawing/2014/main" id="{91F1291F-4B1B-4724-9CD0-D63E99743CB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408783" y="3142872"/>
              <a:ext cx="657225" cy="657225"/>
            </a:xfrm>
            <a:prstGeom prst="rect">
              <a:avLst/>
            </a:prstGeom>
          </p:spPr>
        </p:pic>
        <p:pic>
          <p:nvPicPr>
            <p:cNvPr id="276" name="Graphique 275" descr="Mégaphone avec un remplissage uni">
              <a:extLst>
                <a:ext uri="{FF2B5EF4-FFF2-40B4-BE49-F238E27FC236}">
                  <a16:creationId xmlns:a16="http://schemas.microsoft.com/office/drawing/2014/main" id="{2DE470BF-AE81-422C-A8D7-6D5F5756FC0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761165">
              <a:off x="5091384" y="3163095"/>
              <a:ext cx="677906" cy="677906"/>
            </a:xfrm>
            <a:prstGeom prst="rect">
              <a:avLst/>
            </a:prstGeom>
          </p:spPr>
        </p:pic>
        <p:pic>
          <p:nvPicPr>
            <p:cNvPr id="277" name="Graphique 276" descr="Toque d'étudiant avec un remplissage uni">
              <a:extLst>
                <a:ext uri="{FF2B5EF4-FFF2-40B4-BE49-F238E27FC236}">
                  <a16:creationId xmlns:a16="http://schemas.microsoft.com/office/drawing/2014/main" id="{25C21990-AF62-4922-AAF3-53FDF436D0F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423041" y="2617619"/>
              <a:ext cx="657225" cy="657225"/>
            </a:xfrm>
            <a:prstGeom prst="rect">
              <a:avLst/>
            </a:prstGeom>
          </p:spPr>
        </p:pic>
      </p:grpSp>
      <p:pic>
        <p:nvPicPr>
          <p:cNvPr id="278" name="Graphique 277" descr="Homme avec un remplissage uni">
            <a:extLst>
              <a:ext uri="{FF2B5EF4-FFF2-40B4-BE49-F238E27FC236}">
                <a16:creationId xmlns:a16="http://schemas.microsoft.com/office/drawing/2014/main" id="{726BD22F-7258-45C7-B535-80D07630E2CC}"/>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357543" y="4402987"/>
            <a:ext cx="622488" cy="622488"/>
          </a:xfrm>
          <a:prstGeom prst="rect">
            <a:avLst/>
          </a:prstGeom>
        </p:spPr>
      </p:pic>
      <p:grpSp>
        <p:nvGrpSpPr>
          <p:cNvPr id="45" name="Groupe 44">
            <a:extLst>
              <a:ext uri="{FF2B5EF4-FFF2-40B4-BE49-F238E27FC236}">
                <a16:creationId xmlns:a16="http://schemas.microsoft.com/office/drawing/2014/main" id="{5FC08116-99C8-401A-B503-349D89154707}"/>
              </a:ext>
            </a:extLst>
          </p:cNvPr>
          <p:cNvGrpSpPr/>
          <p:nvPr/>
        </p:nvGrpSpPr>
        <p:grpSpPr>
          <a:xfrm>
            <a:off x="9369511" y="2890926"/>
            <a:ext cx="1032975" cy="866744"/>
            <a:chOff x="7694338" y="2780455"/>
            <a:chExt cx="1712000" cy="1436497"/>
          </a:xfrm>
        </p:grpSpPr>
        <p:pic>
          <p:nvPicPr>
            <p:cNvPr id="43" name="Graphique 42" descr="Héros avec un remplissage uni">
              <a:extLst>
                <a:ext uri="{FF2B5EF4-FFF2-40B4-BE49-F238E27FC236}">
                  <a16:creationId xmlns:a16="http://schemas.microsoft.com/office/drawing/2014/main" id="{DAD2DD4D-2147-4869-A39E-05E62182361F}"/>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7694338" y="2982823"/>
              <a:ext cx="1234129" cy="1234129"/>
            </a:xfrm>
            <a:prstGeom prst="rect">
              <a:avLst/>
            </a:prstGeom>
          </p:spPr>
        </p:pic>
        <p:pic>
          <p:nvPicPr>
            <p:cNvPr id="280" name="Graphique 279" descr="Mégaphone avec un remplissage uni">
              <a:extLst>
                <a:ext uri="{FF2B5EF4-FFF2-40B4-BE49-F238E27FC236}">
                  <a16:creationId xmlns:a16="http://schemas.microsoft.com/office/drawing/2014/main" id="{22B64147-1DE7-4600-BB25-0A087AAAD27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761165">
              <a:off x="8774867" y="2780455"/>
              <a:ext cx="631471" cy="631471"/>
            </a:xfrm>
            <a:prstGeom prst="rect">
              <a:avLst/>
            </a:prstGeom>
          </p:spPr>
        </p:pic>
      </p:grpSp>
      <p:pic>
        <p:nvPicPr>
          <p:cNvPr id="281" name="Graphique 280" descr="Homme avec un remplissage uni">
            <a:extLst>
              <a:ext uri="{FF2B5EF4-FFF2-40B4-BE49-F238E27FC236}">
                <a16:creationId xmlns:a16="http://schemas.microsoft.com/office/drawing/2014/main" id="{1AE72BBA-4195-401E-AD84-2653FDC8EE00}"/>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389762" y="3127088"/>
            <a:ext cx="622488" cy="622488"/>
          </a:xfrm>
          <a:prstGeom prst="rect">
            <a:avLst/>
          </a:prstGeom>
        </p:spPr>
      </p:pic>
      <p:sp>
        <p:nvSpPr>
          <p:cNvPr id="46" name="Non égal 45">
            <a:extLst>
              <a:ext uri="{FF2B5EF4-FFF2-40B4-BE49-F238E27FC236}">
                <a16:creationId xmlns:a16="http://schemas.microsoft.com/office/drawing/2014/main" id="{0FBF8FF4-4AE4-4C8F-89A4-498BCD831425}"/>
              </a:ext>
            </a:extLst>
          </p:cNvPr>
          <p:cNvSpPr/>
          <p:nvPr/>
        </p:nvSpPr>
        <p:spPr>
          <a:xfrm>
            <a:off x="8888838" y="3229908"/>
            <a:ext cx="474695" cy="368853"/>
          </a:xfrm>
          <a:prstGeom prst="mathNotEqual">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09817755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Arc partiel 127">
            <a:extLst>
              <a:ext uri="{FF2B5EF4-FFF2-40B4-BE49-F238E27FC236}">
                <a16:creationId xmlns:a16="http://schemas.microsoft.com/office/drawing/2014/main" id="{2C2BC3B0-2F9A-46E1-B9F1-61E0F441E44A}"/>
              </a:ext>
            </a:extLst>
          </p:cNvPr>
          <p:cNvSpPr/>
          <p:nvPr/>
        </p:nvSpPr>
        <p:spPr>
          <a:xfrm>
            <a:off x="648279" y="1691137"/>
            <a:ext cx="11261991" cy="4984553"/>
          </a:xfrm>
          <a:prstGeom prst="pie">
            <a:avLst>
              <a:gd name="adj1" fmla="val 9000000"/>
              <a:gd name="adj2" fmla="val 16200000"/>
            </a:avLst>
          </a:prstGeom>
          <a:solidFill>
            <a:srgbClr val="FBE0CD"/>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 name="Titre 1">
            <a:extLst>
              <a:ext uri="{FF2B5EF4-FFF2-40B4-BE49-F238E27FC236}">
                <a16:creationId xmlns:a16="http://schemas.microsoft.com/office/drawing/2014/main" id="{2D681AA9-EE5F-42B2-91AE-B1E48C770B58}"/>
              </a:ext>
            </a:extLst>
          </p:cNvPr>
          <p:cNvSpPr>
            <a:spLocks noGrp="1"/>
          </p:cNvSpPr>
          <p:nvPr>
            <p:ph type="title"/>
          </p:nvPr>
        </p:nvSpPr>
        <p:spPr/>
        <p:txBody>
          <a:bodyPr>
            <a:noAutofit/>
          </a:bodyPr>
          <a:lstStyle/>
          <a:p>
            <a:pPr algn="ctr"/>
            <a:r>
              <a:rPr lang="en-US" sz="3200"/>
              <a:t>Viral Community effect : </a:t>
            </a:r>
            <a:br>
              <a:rPr lang="en-US" sz="3200"/>
            </a:br>
            <a:r>
              <a:rPr lang="en-US" sz="3200"/>
              <a:t>how we can all contribute to weave the network </a:t>
            </a:r>
          </a:p>
        </p:txBody>
      </p:sp>
      <p:sp>
        <p:nvSpPr>
          <p:cNvPr id="11" name="Espace réservé du contenu 2">
            <a:extLst>
              <a:ext uri="{FF2B5EF4-FFF2-40B4-BE49-F238E27FC236}">
                <a16:creationId xmlns:a16="http://schemas.microsoft.com/office/drawing/2014/main" id="{849ABEA9-5632-4546-A2C2-D6B5180911DA}"/>
              </a:ext>
            </a:extLst>
          </p:cNvPr>
          <p:cNvSpPr txBox="1">
            <a:spLocks/>
          </p:cNvSpPr>
          <p:nvPr/>
        </p:nvSpPr>
        <p:spPr>
          <a:xfrm>
            <a:off x="4794811" y="2079419"/>
            <a:ext cx="1097630" cy="61223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100" b="1"/>
              <a:t>Community events</a:t>
            </a:r>
          </a:p>
        </p:txBody>
      </p:sp>
      <p:sp>
        <p:nvSpPr>
          <p:cNvPr id="33" name="Espace réservé du contenu 2">
            <a:extLst>
              <a:ext uri="{FF2B5EF4-FFF2-40B4-BE49-F238E27FC236}">
                <a16:creationId xmlns:a16="http://schemas.microsoft.com/office/drawing/2014/main" id="{5BCD3B28-68A0-4115-83C3-F2F0ACFF35EC}"/>
              </a:ext>
            </a:extLst>
          </p:cNvPr>
          <p:cNvSpPr txBox="1">
            <a:spLocks/>
          </p:cNvSpPr>
          <p:nvPr/>
        </p:nvSpPr>
        <p:spPr>
          <a:xfrm>
            <a:off x="5686596" y="3634692"/>
            <a:ext cx="1223906" cy="61223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100" b="1" dirty="0"/>
              <a:t>Community People</a:t>
            </a:r>
          </a:p>
        </p:txBody>
      </p:sp>
      <p:grpSp>
        <p:nvGrpSpPr>
          <p:cNvPr id="4" name="Groupe 3">
            <a:extLst>
              <a:ext uri="{FF2B5EF4-FFF2-40B4-BE49-F238E27FC236}">
                <a16:creationId xmlns:a16="http://schemas.microsoft.com/office/drawing/2014/main" id="{0A991CD9-FBD9-47BB-A7AB-692F1AB431A5}"/>
              </a:ext>
            </a:extLst>
          </p:cNvPr>
          <p:cNvGrpSpPr/>
          <p:nvPr/>
        </p:nvGrpSpPr>
        <p:grpSpPr>
          <a:xfrm>
            <a:off x="716350" y="2729599"/>
            <a:ext cx="3812298" cy="1953189"/>
            <a:chOff x="716350" y="2729599"/>
            <a:chExt cx="3812298" cy="1953189"/>
          </a:xfrm>
        </p:grpSpPr>
        <p:pic>
          <p:nvPicPr>
            <p:cNvPr id="16" name="Graphique 15" descr="Flèche : incurvée dans le sens des aiguilles d’une montre avec un remplissage uni">
              <a:extLst>
                <a:ext uri="{FF2B5EF4-FFF2-40B4-BE49-F238E27FC236}">
                  <a16:creationId xmlns:a16="http://schemas.microsoft.com/office/drawing/2014/main" id="{FB2D1015-9691-4B5C-B023-A38861EE18E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29" t="9126" r="29081"/>
            <a:stretch/>
          </p:blipFill>
          <p:spPr>
            <a:xfrm rot="12688508" flipV="1">
              <a:off x="4055606" y="2729599"/>
              <a:ext cx="473042" cy="1336547"/>
            </a:xfrm>
            <a:prstGeom prst="rect">
              <a:avLst/>
            </a:prstGeom>
          </p:spPr>
        </p:pic>
        <p:pic>
          <p:nvPicPr>
            <p:cNvPr id="21" name="Graphique 20" descr="Homme avec un remplissage uni">
              <a:extLst>
                <a:ext uri="{FF2B5EF4-FFF2-40B4-BE49-F238E27FC236}">
                  <a16:creationId xmlns:a16="http://schemas.microsoft.com/office/drawing/2014/main" id="{B3430AB1-29B3-4CA4-A553-490998E9FC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65689" y="3508391"/>
              <a:ext cx="654509" cy="654509"/>
            </a:xfrm>
            <a:prstGeom prst="rect">
              <a:avLst/>
            </a:prstGeom>
          </p:spPr>
        </p:pic>
        <p:pic>
          <p:nvPicPr>
            <p:cNvPr id="35" name="Graphique 34" descr="Réussite du groupe avec un remplissage uni">
              <a:extLst>
                <a:ext uri="{FF2B5EF4-FFF2-40B4-BE49-F238E27FC236}">
                  <a16:creationId xmlns:a16="http://schemas.microsoft.com/office/drawing/2014/main" id="{D21E9D7A-2D6A-4F3B-B459-072C0F0834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63179" y="3407228"/>
              <a:ext cx="628948" cy="628948"/>
            </a:xfrm>
            <a:prstGeom prst="rect">
              <a:avLst/>
            </a:prstGeom>
          </p:spPr>
        </p:pic>
        <p:sp>
          <p:nvSpPr>
            <p:cNvPr id="44" name="Espace réservé du contenu 2">
              <a:extLst>
                <a:ext uri="{FF2B5EF4-FFF2-40B4-BE49-F238E27FC236}">
                  <a16:creationId xmlns:a16="http://schemas.microsoft.com/office/drawing/2014/main" id="{2CA6C7D6-3408-4232-AE95-0950D86F5FCF}"/>
                </a:ext>
              </a:extLst>
            </p:cNvPr>
            <p:cNvSpPr txBox="1">
              <a:spLocks/>
            </p:cNvSpPr>
            <p:nvPr/>
          </p:nvSpPr>
          <p:spPr>
            <a:xfrm>
              <a:off x="716350" y="4218925"/>
              <a:ext cx="1501521" cy="463863"/>
            </a:xfrm>
            <a:prstGeom prst="roundRect">
              <a:avLst/>
            </a:prstGeom>
            <a:solidFill>
              <a:srgbClr val="EC7B2B"/>
            </a:solidFill>
          </p:spPr>
          <p:txBody>
            <a:bodyPr vert="horz" lIns="91440" tIns="45720" rIns="91440" bIns="45720" rtlCol="0" anchor="ctr">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100" b="1">
                  <a:solidFill>
                    <a:schemeClr val="bg1"/>
                  </a:solidFill>
                </a:rPr>
                <a:t>Bring your teams in Community Events</a:t>
              </a:r>
            </a:p>
          </p:txBody>
        </p:sp>
        <p:sp>
          <p:nvSpPr>
            <p:cNvPr id="46" name="Bulle narrative : ronde 45">
              <a:extLst>
                <a:ext uri="{FF2B5EF4-FFF2-40B4-BE49-F238E27FC236}">
                  <a16:creationId xmlns:a16="http://schemas.microsoft.com/office/drawing/2014/main" id="{2564C267-778A-4D6E-A216-A48885DCEE00}"/>
                </a:ext>
              </a:extLst>
            </p:cNvPr>
            <p:cNvSpPr/>
            <p:nvPr/>
          </p:nvSpPr>
          <p:spPr>
            <a:xfrm>
              <a:off x="1110776" y="3872317"/>
              <a:ext cx="1959674" cy="328852"/>
            </a:xfrm>
            <a:prstGeom prst="wedgeEllipseCallout">
              <a:avLst>
                <a:gd name="adj1" fmla="val 59713"/>
                <a:gd name="adj2" fmla="val -56304"/>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Let’s go together to this Cybersecurity event</a:t>
              </a:r>
            </a:p>
          </p:txBody>
        </p:sp>
      </p:grpSp>
      <p:grpSp>
        <p:nvGrpSpPr>
          <p:cNvPr id="146" name="Groupe 145">
            <a:extLst>
              <a:ext uri="{FF2B5EF4-FFF2-40B4-BE49-F238E27FC236}">
                <a16:creationId xmlns:a16="http://schemas.microsoft.com/office/drawing/2014/main" id="{17BE559B-8718-456F-9F81-B3A32BA06BC9}"/>
              </a:ext>
            </a:extLst>
          </p:cNvPr>
          <p:cNvGrpSpPr/>
          <p:nvPr/>
        </p:nvGrpSpPr>
        <p:grpSpPr>
          <a:xfrm>
            <a:off x="4909629" y="2545998"/>
            <a:ext cx="644700" cy="644700"/>
            <a:chOff x="4437945" y="3116151"/>
            <a:chExt cx="644700" cy="644700"/>
          </a:xfrm>
        </p:grpSpPr>
        <p:sp>
          <p:nvSpPr>
            <p:cNvPr id="145" name="Ellipse 144">
              <a:extLst>
                <a:ext uri="{FF2B5EF4-FFF2-40B4-BE49-F238E27FC236}">
                  <a16:creationId xmlns:a16="http://schemas.microsoft.com/office/drawing/2014/main" id="{0F8E16AB-AF63-4A14-AB3E-27DC19AD3A51}"/>
                </a:ext>
              </a:extLst>
            </p:cNvPr>
            <p:cNvSpPr/>
            <p:nvPr/>
          </p:nvSpPr>
          <p:spPr>
            <a:xfrm>
              <a:off x="4437945" y="3116151"/>
              <a:ext cx="644700" cy="644700"/>
            </a:xfrm>
            <a:prstGeom prst="ellips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3" name="Image 142">
              <a:extLst>
                <a:ext uri="{FF2B5EF4-FFF2-40B4-BE49-F238E27FC236}">
                  <a16:creationId xmlns:a16="http://schemas.microsoft.com/office/drawing/2014/main" id="{D05C7F4A-2CB1-451D-8AD5-0C6B96F47158}"/>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4526722" y="3181787"/>
              <a:ext cx="465989" cy="465989"/>
            </a:xfrm>
            <a:prstGeom prst="rect">
              <a:avLst/>
            </a:prstGeom>
          </p:spPr>
        </p:pic>
      </p:grpSp>
      <p:grpSp>
        <p:nvGrpSpPr>
          <p:cNvPr id="3" name="Groupe 2">
            <a:extLst>
              <a:ext uri="{FF2B5EF4-FFF2-40B4-BE49-F238E27FC236}">
                <a16:creationId xmlns:a16="http://schemas.microsoft.com/office/drawing/2014/main" id="{86E592D3-2D48-4DE0-BBEB-4724504CBCCC}"/>
              </a:ext>
            </a:extLst>
          </p:cNvPr>
          <p:cNvGrpSpPr/>
          <p:nvPr/>
        </p:nvGrpSpPr>
        <p:grpSpPr>
          <a:xfrm>
            <a:off x="394093" y="2056257"/>
            <a:ext cx="4527614" cy="1744193"/>
            <a:chOff x="394093" y="2056257"/>
            <a:chExt cx="4527614" cy="1744193"/>
          </a:xfrm>
        </p:grpSpPr>
        <p:pic>
          <p:nvPicPr>
            <p:cNvPr id="13" name="Graphique 12" descr="Flèche : incurvée dans le sens des aiguilles d’une montre avec un remplissage uni">
              <a:extLst>
                <a:ext uri="{FF2B5EF4-FFF2-40B4-BE49-F238E27FC236}">
                  <a16:creationId xmlns:a16="http://schemas.microsoft.com/office/drawing/2014/main" id="{1965D17C-209C-4D38-947A-6781A87583B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29" t="9126" r="29081"/>
            <a:stretch/>
          </p:blipFill>
          <p:spPr>
            <a:xfrm rot="17014980">
              <a:off x="3900825" y="1672236"/>
              <a:ext cx="473042" cy="1568723"/>
            </a:xfrm>
            <a:prstGeom prst="rect">
              <a:avLst/>
            </a:prstGeom>
          </p:spPr>
        </p:pic>
        <p:pic>
          <p:nvPicPr>
            <p:cNvPr id="18" name="Graphique 17" descr="Réussite du groupe avec un remplissage uni">
              <a:extLst>
                <a:ext uri="{FF2B5EF4-FFF2-40B4-BE49-F238E27FC236}">
                  <a16:creationId xmlns:a16="http://schemas.microsoft.com/office/drawing/2014/main" id="{73D45C99-26C6-446A-A4F3-CE562E77A32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5135" y="2886050"/>
              <a:ext cx="914400" cy="914400"/>
            </a:xfrm>
            <a:prstGeom prst="rect">
              <a:avLst/>
            </a:prstGeom>
          </p:spPr>
        </p:pic>
        <p:pic>
          <p:nvPicPr>
            <p:cNvPr id="20" name="Graphique 19" descr="Homme avec un remplissage uni">
              <a:extLst>
                <a:ext uri="{FF2B5EF4-FFF2-40B4-BE49-F238E27FC236}">
                  <a16:creationId xmlns:a16="http://schemas.microsoft.com/office/drawing/2014/main" id="{7BC4E96A-6B3F-41E9-99B0-83D73D4D68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0505" y="2511883"/>
              <a:ext cx="654509" cy="654509"/>
            </a:xfrm>
            <a:prstGeom prst="rect">
              <a:avLst/>
            </a:prstGeom>
          </p:spPr>
        </p:pic>
        <p:sp>
          <p:nvSpPr>
            <p:cNvPr id="42" name="Espace réservé du contenu 2">
              <a:extLst>
                <a:ext uri="{FF2B5EF4-FFF2-40B4-BE49-F238E27FC236}">
                  <a16:creationId xmlns:a16="http://schemas.microsoft.com/office/drawing/2014/main" id="{A4A10106-2DC3-4E06-A45D-00E9F75EC45E}"/>
                </a:ext>
              </a:extLst>
            </p:cNvPr>
            <p:cNvSpPr txBox="1">
              <a:spLocks/>
            </p:cNvSpPr>
            <p:nvPr/>
          </p:nvSpPr>
          <p:spPr>
            <a:xfrm>
              <a:off x="1721596" y="2056257"/>
              <a:ext cx="1501521" cy="463863"/>
            </a:xfrm>
            <a:prstGeom prst="roundRect">
              <a:avLst/>
            </a:prstGeom>
            <a:solidFill>
              <a:srgbClr val="EC7B2B"/>
            </a:solidFill>
          </p:spPr>
          <p:txBody>
            <a:bodyPr vert="horz" lIns="91440" tIns="45720" rIns="91440" bIns="45720" rtlCol="0" anchor="ctr">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100" b="1">
                  <a:solidFill>
                    <a:schemeClr val="bg1"/>
                  </a:solidFill>
                </a:rPr>
                <a:t>Replay events in your own team</a:t>
              </a:r>
            </a:p>
          </p:txBody>
        </p:sp>
        <p:sp>
          <p:nvSpPr>
            <p:cNvPr id="45" name="Bulle narrative : ronde 44">
              <a:extLst>
                <a:ext uri="{FF2B5EF4-FFF2-40B4-BE49-F238E27FC236}">
                  <a16:creationId xmlns:a16="http://schemas.microsoft.com/office/drawing/2014/main" id="{EE918E17-AB9E-4A96-BE9C-6BFA74C4EEC4}"/>
                </a:ext>
              </a:extLst>
            </p:cNvPr>
            <p:cNvSpPr/>
            <p:nvPr/>
          </p:nvSpPr>
          <p:spPr>
            <a:xfrm>
              <a:off x="394093" y="2462718"/>
              <a:ext cx="2080243" cy="601978"/>
            </a:xfrm>
            <a:prstGeom prst="wedgeEllipseCallout">
              <a:avLst>
                <a:gd name="adj1" fmla="val 60073"/>
                <a:gd name="adj2" fmla="val -2264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I saw a presentation in the Cybersecurity Community, and asked the speaker to do it again for our team</a:t>
              </a:r>
            </a:p>
          </p:txBody>
        </p:sp>
        <p:grpSp>
          <p:nvGrpSpPr>
            <p:cNvPr id="147" name="Groupe 146">
              <a:extLst>
                <a:ext uri="{FF2B5EF4-FFF2-40B4-BE49-F238E27FC236}">
                  <a16:creationId xmlns:a16="http://schemas.microsoft.com/office/drawing/2014/main" id="{F6095432-F798-4B5B-8222-A492382F3CB4}"/>
                </a:ext>
              </a:extLst>
            </p:cNvPr>
            <p:cNvGrpSpPr/>
            <p:nvPr/>
          </p:nvGrpSpPr>
          <p:grpSpPr>
            <a:xfrm>
              <a:off x="3372995" y="2239548"/>
              <a:ext cx="306450" cy="306450"/>
              <a:chOff x="4437945" y="3116151"/>
              <a:chExt cx="644700" cy="644700"/>
            </a:xfrm>
          </p:grpSpPr>
          <p:sp>
            <p:nvSpPr>
              <p:cNvPr id="148" name="Ellipse 147">
                <a:extLst>
                  <a:ext uri="{FF2B5EF4-FFF2-40B4-BE49-F238E27FC236}">
                    <a16:creationId xmlns:a16="http://schemas.microsoft.com/office/drawing/2014/main" id="{8F701159-36C7-48ED-8825-C963E1EA79E8}"/>
                  </a:ext>
                </a:extLst>
              </p:cNvPr>
              <p:cNvSpPr/>
              <p:nvPr/>
            </p:nvSpPr>
            <p:spPr>
              <a:xfrm>
                <a:off x="4437945" y="3116151"/>
                <a:ext cx="644700" cy="644700"/>
              </a:xfrm>
              <a:prstGeom prst="ellips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9" name="Image 148">
                <a:extLst>
                  <a:ext uri="{FF2B5EF4-FFF2-40B4-BE49-F238E27FC236}">
                    <a16:creationId xmlns:a16="http://schemas.microsoft.com/office/drawing/2014/main" id="{8B17F266-87F6-424C-BE85-E258197D4B70}"/>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4526722" y="3181787"/>
                <a:ext cx="465989" cy="465989"/>
              </a:xfrm>
              <a:prstGeom prst="rect">
                <a:avLst/>
              </a:prstGeom>
            </p:spPr>
          </p:pic>
        </p:grpSp>
      </p:grpSp>
      <p:grpSp>
        <p:nvGrpSpPr>
          <p:cNvPr id="5" name="Groupe 4">
            <a:extLst>
              <a:ext uri="{FF2B5EF4-FFF2-40B4-BE49-F238E27FC236}">
                <a16:creationId xmlns:a16="http://schemas.microsoft.com/office/drawing/2014/main" id="{CA3209CC-EE2E-4649-96C6-818FF1E28D47}"/>
              </a:ext>
            </a:extLst>
          </p:cNvPr>
          <p:cNvGrpSpPr/>
          <p:nvPr/>
        </p:nvGrpSpPr>
        <p:grpSpPr>
          <a:xfrm>
            <a:off x="868680" y="3713893"/>
            <a:ext cx="4763210" cy="2355059"/>
            <a:chOff x="868680" y="3713893"/>
            <a:chExt cx="4763210" cy="2355059"/>
          </a:xfrm>
        </p:grpSpPr>
        <p:grpSp>
          <p:nvGrpSpPr>
            <p:cNvPr id="150" name="Groupe 149">
              <a:extLst>
                <a:ext uri="{FF2B5EF4-FFF2-40B4-BE49-F238E27FC236}">
                  <a16:creationId xmlns:a16="http://schemas.microsoft.com/office/drawing/2014/main" id="{7FD443C9-2642-44B9-A04B-56BA4A8B3B58}"/>
                </a:ext>
              </a:extLst>
            </p:cNvPr>
            <p:cNvGrpSpPr/>
            <p:nvPr/>
          </p:nvGrpSpPr>
          <p:grpSpPr>
            <a:xfrm>
              <a:off x="4420079" y="4321508"/>
              <a:ext cx="306450" cy="306450"/>
              <a:chOff x="4437945" y="3116151"/>
              <a:chExt cx="644700" cy="644700"/>
            </a:xfrm>
          </p:grpSpPr>
          <p:sp>
            <p:nvSpPr>
              <p:cNvPr id="151" name="Ellipse 150">
                <a:extLst>
                  <a:ext uri="{FF2B5EF4-FFF2-40B4-BE49-F238E27FC236}">
                    <a16:creationId xmlns:a16="http://schemas.microsoft.com/office/drawing/2014/main" id="{DA2204CC-B779-47D4-8AEF-E2C59B31FFE9}"/>
                  </a:ext>
                </a:extLst>
              </p:cNvPr>
              <p:cNvSpPr/>
              <p:nvPr/>
            </p:nvSpPr>
            <p:spPr>
              <a:xfrm>
                <a:off x="4437945" y="3116151"/>
                <a:ext cx="644700" cy="644700"/>
              </a:xfrm>
              <a:prstGeom prst="ellips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2" name="Image 151">
                <a:extLst>
                  <a:ext uri="{FF2B5EF4-FFF2-40B4-BE49-F238E27FC236}">
                    <a16:creationId xmlns:a16="http://schemas.microsoft.com/office/drawing/2014/main" id="{DEF902B9-F032-4F78-965E-02182888755E}"/>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4526722" y="3181787"/>
                <a:ext cx="465989" cy="465989"/>
              </a:xfrm>
              <a:prstGeom prst="rect">
                <a:avLst/>
              </a:prstGeom>
            </p:spPr>
          </p:pic>
        </p:grpSp>
        <p:sp>
          <p:nvSpPr>
            <p:cNvPr id="153" name="Espace réservé du contenu 2">
              <a:extLst>
                <a:ext uri="{FF2B5EF4-FFF2-40B4-BE49-F238E27FC236}">
                  <a16:creationId xmlns:a16="http://schemas.microsoft.com/office/drawing/2014/main" id="{07BC5E28-160A-4B7D-BCD8-FF474EE31647}"/>
                </a:ext>
              </a:extLst>
            </p:cNvPr>
            <p:cNvSpPr txBox="1">
              <a:spLocks/>
            </p:cNvSpPr>
            <p:nvPr/>
          </p:nvSpPr>
          <p:spPr>
            <a:xfrm>
              <a:off x="1385398" y="5439772"/>
              <a:ext cx="1967423" cy="629180"/>
            </a:xfrm>
            <a:prstGeom prst="roundRect">
              <a:avLst/>
            </a:prstGeom>
            <a:solidFill>
              <a:srgbClr val="EC7B2B"/>
            </a:solidFill>
          </p:spPr>
          <p:txBody>
            <a:bodyPr vert="horz" lIns="91440" tIns="45720" rIns="91440" bIns="45720" rtlCol="0" anchor="ct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solidFill>
                    <a:schemeClr val="bg1"/>
                  </a:solidFill>
                </a:rPr>
                <a:t>Multiply the impact of your own events by bringing the community in</a:t>
              </a:r>
            </a:p>
          </p:txBody>
        </p:sp>
        <p:pic>
          <p:nvPicPr>
            <p:cNvPr id="154" name="Graphique 153" descr="Flèche : incurvée dans le sens des aiguilles d’une montre avec un remplissage uni">
              <a:extLst>
                <a:ext uri="{FF2B5EF4-FFF2-40B4-BE49-F238E27FC236}">
                  <a16:creationId xmlns:a16="http://schemas.microsoft.com/office/drawing/2014/main" id="{03E71316-1863-4A8F-A381-1806D72F6B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29" t="9126" r="29081"/>
            <a:stretch/>
          </p:blipFill>
          <p:spPr>
            <a:xfrm rot="13684895" flipH="1" flipV="1">
              <a:off x="4710023" y="3299213"/>
              <a:ext cx="507188" cy="1336547"/>
            </a:xfrm>
            <a:prstGeom prst="rect">
              <a:avLst/>
            </a:prstGeom>
          </p:spPr>
        </p:pic>
        <p:pic>
          <p:nvPicPr>
            <p:cNvPr id="155" name="Graphique 154" descr="Homme avec un remplissage uni">
              <a:extLst>
                <a:ext uri="{FF2B5EF4-FFF2-40B4-BE49-F238E27FC236}">
                  <a16:creationId xmlns:a16="http://schemas.microsoft.com/office/drawing/2014/main" id="{C7DCE790-8C80-48B0-8B7B-D7BD053D66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68564" y="4437004"/>
              <a:ext cx="654509" cy="654509"/>
            </a:xfrm>
            <a:prstGeom prst="rect">
              <a:avLst/>
            </a:prstGeom>
          </p:spPr>
        </p:pic>
        <p:sp>
          <p:nvSpPr>
            <p:cNvPr id="156" name="Bulle narrative : ronde 155">
              <a:extLst>
                <a:ext uri="{FF2B5EF4-FFF2-40B4-BE49-F238E27FC236}">
                  <a16:creationId xmlns:a16="http://schemas.microsoft.com/office/drawing/2014/main" id="{1AD88BAF-ED3D-4D5A-8405-9E95ACAB2FBD}"/>
                </a:ext>
              </a:extLst>
            </p:cNvPr>
            <p:cNvSpPr/>
            <p:nvPr/>
          </p:nvSpPr>
          <p:spPr>
            <a:xfrm>
              <a:off x="868680" y="5064498"/>
              <a:ext cx="3163369" cy="328852"/>
            </a:xfrm>
            <a:prstGeom prst="wedgeEllipseCallout">
              <a:avLst>
                <a:gd name="adj1" fmla="val 51644"/>
                <a:gd name="adj2" fmla="val -18143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My team organizes an event, and the community may be interested in attending</a:t>
              </a:r>
            </a:p>
          </p:txBody>
        </p:sp>
      </p:grpSp>
    </p:spTree>
    <p:extLst>
      <p:ext uri="{BB962C8B-B14F-4D97-AF65-F5344CB8AC3E}">
        <p14:creationId xmlns:p14="http://schemas.microsoft.com/office/powerpoint/2010/main" val="321971966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Arc partiel 125">
            <a:extLst>
              <a:ext uri="{FF2B5EF4-FFF2-40B4-BE49-F238E27FC236}">
                <a16:creationId xmlns:a16="http://schemas.microsoft.com/office/drawing/2014/main" id="{A0015824-6495-42F5-A18B-645C621F18C1}"/>
              </a:ext>
            </a:extLst>
          </p:cNvPr>
          <p:cNvSpPr/>
          <p:nvPr/>
        </p:nvSpPr>
        <p:spPr>
          <a:xfrm>
            <a:off x="685078" y="1708893"/>
            <a:ext cx="11261991" cy="4984553"/>
          </a:xfrm>
          <a:prstGeom prst="pie">
            <a:avLst>
              <a:gd name="adj1" fmla="val 16200000"/>
              <a:gd name="adj2" fmla="val 1800000"/>
            </a:avLst>
          </a:prstGeom>
          <a:solidFill>
            <a:srgbClr val="E7F2D6"/>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 name="Titre 1">
            <a:extLst>
              <a:ext uri="{FF2B5EF4-FFF2-40B4-BE49-F238E27FC236}">
                <a16:creationId xmlns:a16="http://schemas.microsoft.com/office/drawing/2014/main" id="{2D681AA9-EE5F-42B2-91AE-B1E48C770B58}"/>
              </a:ext>
            </a:extLst>
          </p:cNvPr>
          <p:cNvSpPr>
            <a:spLocks noGrp="1"/>
          </p:cNvSpPr>
          <p:nvPr>
            <p:ph type="title"/>
          </p:nvPr>
        </p:nvSpPr>
        <p:spPr/>
        <p:txBody>
          <a:bodyPr>
            <a:noAutofit/>
          </a:bodyPr>
          <a:lstStyle/>
          <a:p>
            <a:pPr algn="ctr"/>
            <a:r>
              <a:rPr lang="en-US" sz="3200"/>
              <a:t>Viral Community effect : </a:t>
            </a:r>
            <a:br>
              <a:rPr lang="en-US" sz="3200"/>
            </a:br>
            <a:r>
              <a:rPr lang="en-US" sz="3200"/>
              <a:t>how we can all contribute to weave the network </a:t>
            </a:r>
          </a:p>
        </p:txBody>
      </p:sp>
      <p:sp>
        <p:nvSpPr>
          <p:cNvPr id="27" name="Espace réservé du contenu 2">
            <a:extLst>
              <a:ext uri="{FF2B5EF4-FFF2-40B4-BE49-F238E27FC236}">
                <a16:creationId xmlns:a16="http://schemas.microsoft.com/office/drawing/2014/main" id="{DC2B9A01-0D3A-44FE-9FB9-9F4A71D60C24}"/>
              </a:ext>
            </a:extLst>
          </p:cNvPr>
          <p:cNvSpPr txBox="1">
            <a:spLocks/>
          </p:cNvSpPr>
          <p:nvPr/>
        </p:nvSpPr>
        <p:spPr>
          <a:xfrm>
            <a:off x="6293488" y="2105716"/>
            <a:ext cx="1203403" cy="4332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100" b="1"/>
              <a:t>Community Content</a:t>
            </a:r>
          </a:p>
        </p:txBody>
      </p:sp>
      <p:grpSp>
        <p:nvGrpSpPr>
          <p:cNvPr id="135" name="Groupe 134">
            <a:extLst>
              <a:ext uri="{FF2B5EF4-FFF2-40B4-BE49-F238E27FC236}">
                <a16:creationId xmlns:a16="http://schemas.microsoft.com/office/drawing/2014/main" id="{80D051C5-DC61-406F-BECE-3C96EC640399}"/>
              </a:ext>
            </a:extLst>
          </p:cNvPr>
          <p:cNvGrpSpPr/>
          <p:nvPr/>
        </p:nvGrpSpPr>
        <p:grpSpPr>
          <a:xfrm>
            <a:off x="6783973" y="2643953"/>
            <a:ext cx="644700" cy="644700"/>
            <a:chOff x="6783973" y="2643953"/>
            <a:chExt cx="644700" cy="644700"/>
          </a:xfrm>
        </p:grpSpPr>
        <p:sp>
          <p:nvSpPr>
            <p:cNvPr id="134" name="Ellipse 133">
              <a:extLst>
                <a:ext uri="{FF2B5EF4-FFF2-40B4-BE49-F238E27FC236}">
                  <a16:creationId xmlns:a16="http://schemas.microsoft.com/office/drawing/2014/main" id="{24B3989A-E718-4EA9-B98A-18C35AF5DBFB}"/>
                </a:ext>
              </a:extLst>
            </p:cNvPr>
            <p:cNvSpPr/>
            <p:nvPr/>
          </p:nvSpPr>
          <p:spPr>
            <a:xfrm>
              <a:off x="6783973" y="2643953"/>
              <a:ext cx="644700" cy="644700"/>
            </a:xfrm>
            <a:prstGeom prst="ellipse">
              <a:avLst/>
            </a:prstGeom>
            <a:solidFill>
              <a:srgbClr val="A1CC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3" name="Image 22">
              <a:extLst>
                <a:ext uri="{FF2B5EF4-FFF2-40B4-BE49-F238E27FC236}">
                  <a16:creationId xmlns:a16="http://schemas.microsoft.com/office/drawing/2014/main" id="{4A98BEA6-DA95-45F3-8C87-36F6245AD28A}"/>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l="16944" t="18991" r="18259" b="18438"/>
            <a:stretch/>
          </p:blipFill>
          <p:spPr>
            <a:xfrm>
              <a:off x="6881905" y="2756548"/>
              <a:ext cx="448836" cy="433403"/>
            </a:xfrm>
            <a:prstGeom prst="rect">
              <a:avLst/>
            </a:prstGeom>
          </p:spPr>
        </p:pic>
      </p:grpSp>
      <p:grpSp>
        <p:nvGrpSpPr>
          <p:cNvPr id="8" name="Groupe 7">
            <a:extLst>
              <a:ext uri="{FF2B5EF4-FFF2-40B4-BE49-F238E27FC236}">
                <a16:creationId xmlns:a16="http://schemas.microsoft.com/office/drawing/2014/main" id="{C8FFEEC1-B6BE-4DB4-A0CA-5E8FC4BAAAC3}"/>
              </a:ext>
            </a:extLst>
          </p:cNvPr>
          <p:cNvGrpSpPr/>
          <p:nvPr/>
        </p:nvGrpSpPr>
        <p:grpSpPr>
          <a:xfrm>
            <a:off x="7238011" y="2032594"/>
            <a:ext cx="4045685" cy="1228544"/>
            <a:chOff x="7238011" y="2032594"/>
            <a:chExt cx="4045685" cy="1228544"/>
          </a:xfrm>
        </p:grpSpPr>
        <p:pic>
          <p:nvPicPr>
            <p:cNvPr id="25" name="Graphique 24" descr="Flèche : incurvée dans le sens des aiguilles d’une montre avec un remplissage uni">
              <a:extLst>
                <a:ext uri="{FF2B5EF4-FFF2-40B4-BE49-F238E27FC236}">
                  <a16:creationId xmlns:a16="http://schemas.microsoft.com/office/drawing/2014/main" id="{CF2E39BD-E554-45DC-B829-2A16749BB18F}"/>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28129" t="9126" r="29081"/>
            <a:stretch/>
          </p:blipFill>
          <p:spPr>
            <a:xfrm rot="15515880" flipV="1">
              <a:off x="7698109" y="1929389"/>
              <a:ext cx="473042" cy="1393237"/>
            </a:xfrm>
            <a:prstGeom prst="rect">
              <a:avLst/>
            </a:prstGeom>
          </p:spPr>
        </p:pic>
        <p:sp>
          <p:nvSpPr>
            <p:cNvPr id="49" name="Bulle narrative : ronde 48">
              <a:extLst>
                <a:ext uri="{FF2B5EF4-FFF2-40B4-BE49-F238E27FC236}">
                  <a16:creationId xmlns:a16="http://schemas.microsoft.com/office/drawing/2014/main" id="{9118A069-A0EB-41A8-AE54-567F7CA25D0F}"/>
                </a:ext>
              </a:extLst>
            </p:cNvPr>
            <p:cNvSpPr/>
            <p:nvPr/>
          </p:nvSpPr>
          <p:spPr>
            <a:xfrm>
              <a:off x="9445782" y="2032594"/>
              <a:ext cx="1837914" cy="603848"/>
            </a:xfrm>
            <a:prstGeom prst="wedgeEllipseCallout">
              <a:avLst>
                <a:gd name="adj1" fmla="val -47467"/>
                <a:gd name="adj2" fmla="val 6088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Hey Jacques, here is an article I found in the cybersecurity community</a:t>
              </a:r>
            </a:p>
          </p:txBody>
        </p:sp>
        <p:sp>
          <p:nvSpPr>
            <p:cNvPr id="69" name="Espace réservé du contenu 2">
              <a:extLst>
                <a:ext uri="{FF2B5EF4-FFF2-40B4-BE49-F238E27FC236}">
                  <a16:creationId xmlns:a16="http://schemas.microsoft.com/office/drawing/2014/main" id="{A85B4A35-453D-4B7A-A8D0-2EB383DC5A83}"/>
                </a:ext>
              </a:extLst>
            </p:cNvPr>
            <p:cNvSpPr txBox="1">
              <a:spLocks/>
            </p:cNvSpPr>
            <p:nvPr/>
          </p:nvSpPr>
          <p:spPr>
            <a:xfrm>
              <a:off x="9739185" y="2812774"/>
              <a:ext cx="1501521" cy="448364"/>
            </a:xfrm>
            <a:prstGeom prst="roundRect">
              <a:avLst/>
            </a:prstGeom>
            <a:solidFill>
              <a:srgbClr val="A1CC60"/>
            </a:solidFill>
            <a:ln w="5259" cap="flat">
              <a:noFill/>
              <a:prstDash val="solid"/>
              <a:miter/>
            </a:ln>
          </p:spPr>
          <p:txBody>
            <a:bodyPr vert="horz" lIns="91440" tIns="45720" rIns="91440" bIns="45720" rtlCol="0" anchor="ct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a:t>Share relevant Community content specifically</a:t>
              </a:r>
            </a:p>
          </p:txBody>
        </p:sp>
        <p:grpSp>
          <p:nvGrpSpPr>
            <p:cNvPr id="90" name="Groupe 89">
              <a:extLst>
                <a:ext uri="{FF2B5EF4-FFF2-40B4-BE49-F238E27FC236}">
                  <a16:creationId xmlns:a16="http://schemas.microsoft.com/office/drawing/2014/main" id="{E879D094-8D44-4D75-9597-28C03C18FCBF}"/>
                </a:ext>
              </a:extLst>
            </p:cNvPr>
            <p:cNvGrpSpPr/>
            <p:nvPr/>
          </p:nvGrpSpPr>
          <p:grpSpPr>
            <a:xfrm>
              <a:off x="9221691" y="2779326"/>
              <a:ext cx="413071" cy="481812"/>
              <a:chOff x="10156116" y="5180485"/>
              <a:chExt cx="854743" cy="996985"/>
            </a:xfrm>
            <a:solidFill>
              <a:schemeClr val="tx1"/>
            </a:solidFill>
          </p:grpSpPr>
          <p:sp>
            <p:nvSpPr>
              <p:cNvPr id="91" name="Rectangle : coins arrondis 90">
                <a:extLst>
                  <a:ext uri="{FF2B5EF4-FFF2-40B4-BE49-F238E27FC236}">
                    <a16:creationId xmlns:a16="http://schemas.microsoft.com/office/drawing/2014/main" id="{A3F5C1C1-9CD5-4266-B02D-8F10CFEF2998}"/>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2" name="Rectangle : coins arrondis 91">
                <a:extLst>
                  <a:ext uri="{FF2B5EF4-FFF2-40B4-BE49-F238E27FC236}">
                    <a16:creationId xmlns:a16="http://schemas.microsoft.com/office/drawing/2014/main" id="{B80E8892-ADCB-44EC-92B5-79272C87E8E2}"/>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3" name="Rectangle : coins arrondis 92">
                <a:extLst>
                  <a:ext uri="{FF2B5EF4-FFF2-40B4-BE49-F238E27FC236}">
                    <a16:creationId xmlns:a16="http://schemas.microsoft.com/office/drawing/2014/main" id="{758CC062-2DC1-46EF-900C-882517E00E1B}"/>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4" name="Rectangle : coins arrondis 93">
                <a:extLst>
                  <a:ext uri="{FF2B5EF4-FFF2-40B4-BE49-F238E27FC236}">
                    <a16:creationId xmlns:a16="http://schemas.microsoft.com/office/drawing/2014/main" id="{CDBD2CD2-44BE-4C97-AD4A-BDBD5C724445}"/>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5" name="Rectangle : coins arrondis 94">
                <a:extLst>
                  <a:ext uri="{FF2B5EF4-FFF2-40B4-BE49-F238E27FC236}">
                    <a16:creationId xmlns:a16="http://schemas.microsoft.com/office/drawing/2014/main" id="{5560D6AD-F6B2-412F-AF9B-E2598A999C55}"/>
                  </a:ext>
                </a:extLst>
              </p:cNvPr>
              <p:cNvSpPr/>
              <p:nvPr/>
            </p:nvSpPr>
            <p:spPr>
              <a:xfrm rot="4794981">
                <a:off x="10136125" y="5545289"/>
                <a:ext cx="416741" cy="151257"/>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6" name="Rectangle : coins arrondis 95">
                <a:extLst>
                  <a:ext uri="{FF2B5EF4-FFF2-40B4-BE49-F238E27FC236}">
                    <a16:creationId xmlns:a16="http://schemas.microsoft.com/office/drawing/2014/main" id="{F05B27E4-2286-4478-ACFB-49A7C1B763A1}"/>
                  </a:ext>
                </a:extLst>
              </p:cNvPr>
              <p:cNvSpPr/>
              <p:nvPr/>
            </p:nvSpPr>
            <p:spPr>
              <a:xfrm>
                <a:off x="10307091" y="5697154"/>
                <a:ext cx="380310" cy="141622"/>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7" name="Rectangle : coins arrondis 96">
                <a:extLst>
                  <a:ext uri="{FF2B5EF4-FFF2-40B4-BE49-F238E27FC236}">
                    <a16:creationId xmlns:a16="http://schemas.microsoft.com/office/drawing/2014/main" id="{99C49F01-D8E4-4427-9DB6-EADB27CFCA1A}"/>
                  </a:ext>
                </a:extLst>
              </p:cNvPr>
              <p:cNvSpPr/>
              <p:nvPr/>
            </p:nvSpPr>
            <p:spPr>
              <a:xfrm rot="5400000">
                <a:off x="10439654" y="5868742"/>
                <a:ext cx="387256"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8" name="Ellipse 97">
                <a:extLst>
                  <a:ext uri="{FF2B5EF4-FFF2-40B4-BE49-F238E27FC236}">
                    <a16:creationId xmlns:a16="http://schemas.microsoft.com/office/drawing/2014/main" id="{097DAA0A-9BC4-4631-9ABD-3B94863D4F2F}"/>
                  </a:ext>
                </a:extLst>
              </p:cNvPr>
              <p:cNvSpPr/>
              <p:nvPr/>
            </p:nvSpPr>
            <p:spPr>
              <a:xfrm>
                <a:off x="10221156" y="5214077"/>
                <a:ext cx="187245" cy="18724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 coins arrondis 98">
                <a:extLst>
                  <a:ext uri="{FF2B5EF4-FFF2-40B4-BE49-F238E27FC236}">
                    <a16:creationId xmlns:a16="http://schemas.microsoft.com/office/drawing/2014/main" id="{411E58F4-D4A6-44F5-86B6-46B06359F6A0}"/>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0" name="Rectangle : coins arrondis 99">
                <a:extLst>
                  <a:ext uri="{FF2B5EF4-FFF2-40B4-BE49-F238E27FC236}">
                    <a16:creationId xmlns:a16="http://schemas.microsoft.com/office/drawing/2014/main" id="{56B1BCA7-3EDE-4B20-84F6-3D1E0708F80F}"/>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1" name="Rectangle : coins arrondis 100">
                <a:extLst>
                  <a:ext uri="{FF2B5EF4-FFF2-40B4-BE49-F238E27FC236}">
                    <a16:creationId xmlns:a16="http://schemas.microsoft.com/office/drawing/2014/main" id="{5F3F9DA4-C136-4C71-A55E-C84CD7F4C3B8}"/>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2" name="Rectangle : coins arrondis 101">
                <a:extLst>
                  <a:ext uri="{FF2B5EF4-FFF2-40B4-BE49-F238E27FC236}">
                    <a16:creationId xmlns:a16="http://schemas.microsoft.com/office/drawing/2014/main" id="{D2D9F697-7571-4F1A-AA22-3958D8D27B8C}"/>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3" name="Rectangle : coins arrondis 102">
                <a:extLst>
                  <a:ext uri="{FF2B5EF4-FFF2-40B4-BE49-F238E27FC236}">
                    <a16:creationId xmlns:a16="http://schemas.microsoft.com/office/drawing/2014/main" id="{D968FC38-3BAB-47EE-898A-64F664A6B7C9}"/>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4" name="Rectangle : coins arrondis 103">
                <a:extLst>
                  <a:ext uri="{FF2B5EF4-FFF2-40B4-BE49-F238E27FC236}">
                    <a16:creationId xmlns:a16="http://schemas.microsoft.com/office/drawing/2014/main" id="{D4304A3F-4EC6-4217-A5C2-91A045598F8A}"/>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5" name="Rectangle : coins arrondis 104">
                <a:extLst>
                  <a:ext uri="{FF2B5EF4-FFF2-40B4-BE49-F238E27FC236}">
                    <a16:creationId xmlns:a16="http://schemas.microsoft.com/office/drawing/2014/main" id="{A5F483C9-A30A-47B1-B1BA-75F9DCA941D3}"/>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6" name="Rectangle : coins arrondis 105">
                <a:extLst>
                  <a:ext uri="{FF2B5EF4-FFF2-40B4-BE49-F238E27FC236}">
                    <a16:creationId xmlns:a16="http://schemas.microsoft.com/office/drawing/2014/main" id="{3DA710F6-7D24-4760-BF5E-9263BD97665C}"/>
                  </a:ext>
                </a:extLst>
              </p:cNvPr>
              <p:cNvSpPr/>
              <p:nvPr/>
            </p:nvSpPr>
            <p:spPr>
              <a:xfrm rot="1301683">
                <a:off x="10267797" y="5452733"/>
                <a:ext cx="277912" cy="84497"/>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136" name="Groupe 135">
              <a:extLst>
                <a:ext uri="{FF2B5EF4-FFF2-40B4-BE49-F238E27FC236}">
                  <a16:creationId xmlns:a16="http://schemas.microsoft.com/office/drawing/2014/main" id="{3CF0C044-1396-406D-B09C-375A53A392D3}"/>
                </a:ext>
              </a:extLst>
            </p:cNvPr>
            <p:cNvGrpSpPr/>
            <p:nvPr/>
          </p:nvGrpSpPr>
          <p:grpSpPr>
            <a:xfrm>
              <a:off x="8513944" y="2559254"/>
              <a:ext cx="244399" cy="244399"/>
              <a:chOff x="6783973" y="2643953"/>
              <a:chExt cx="644700" cy="644700"/>
            </a:xfrm>
          </p:grpSpPr>
          <p:sp>
            <p:nvSpPr>
              <p:cNvPr id="137" name="Ellipse 136">
                <a:extLst>
                  <a:ext uri="{FF2B5EF4-FFF2-40B4-BE49-F238E27FC236}">
                    <a16:creationId xmlns:a16="http://schemas.microsoft.com/office/drawing/2014/main" id="{6DDE10AF-974A-4339-AFC8-76102CA5BDA6}"/>
                  </a:ext>
                </a:extLst>
              </p:cNvPr>
              <p:cNvSpPr/>
              <p:nvPr/>
            </p:nvSpPr>
            <p:spPr>
              <a:xfrm>
                <a:off x="6783973" y="2643953"/>
                <a:ext cx="644700" cy="644700"/>
              </a:xfrm>
              <a:prstGeom prst="ellipse">
                <a:avLst/>
              </a:prstGeom>
              <a:solidFill>
                <a:srgbClr val="A1CC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8" name="Image 137">
                <a:extLst>
                  <a:ext uri="{FF2B5EF4-FFF2-40B4-BE49-F238E27FC236}">
                    <a16:creationId xmlns:a16="http://schemas.microsoft.com/office/drawing/2014/main" id="{47A8A00A-363A-482B-8F9D-C02F4D4EABCD}"/>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l="16944" t="18991" r="18259" b="18438"/>
              <a:stretch/>
            </p:blipFill>
            <p:spPr>
              <a:xfrm>
                <a:off x="6881905" y="2756548"/>
                <a:ext cx="448836" cy="433403"/>
              </a:xfrm>
              <a:prstGeom prst="rect">
                <a:avLst/>
              </a:prstGeom>
            </p:spPr>
          </p:pic>
        </p:grpSp>
      </p:grpSp>
      <p:grpSp>
        <p:nvGrpSpPr>
          <p:cNvPr id="9" name="Groupe 8">
            <a:extLst>
              <a:ext uri="{FF2B5EF4-FFF2-40B4-BE49-F238E27FC236}">
                <a16:creationId xmlns:a16="http://schemas.microsoft.com/office/drawing/2014/main" id="{B1F6B2D4-8066-403A-9FF7-BEC16996D1CF}"/>
              </a:ext>
            </a:extLst>
          </p:cNvPr>
          <p:cNvGrpSpPr/>
          <p:nvPr/>
        </p:nvGrpSpPr>
        <p:grpSpPr>
          <a:xfrm>
            <a:off x="7856290" y="3046308"/>
            <a:ext cx="3685255" cy="1909357"/>
            <a:chOff x="7856290" y="3046308"/>
            <a:chExt cx="3685255" cy="1909357"/>
          </a:xfrm>
        </p:grpSpPr>
        <p:pic>
          <p:nvPicPr>
            <p:cNvPr id="26" name="Graphique 25" descr="Flèche : incurvée dans le sens des aiguilles d’une montre avec un remplissage uni">
              <a:extLst>
                <a:ext uri="{FF2B5EF4-FFF2-40B4-BE49-F238E27FC236}">
                  <a16:creationId xmlns:a16="http://schemas.microsoft.com/office/drawing/2014/main" id="{4EAA6AE7-867B-4646-9BDF-F36CB28E916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28129" t="9126" r="29081"/>
            <a:stretch/>
          </p:blipFill>
          <p:spPr>
            <a:xfrm rot="9024461" flipH="1" flipV="1">
              <a:off x="7856290" y="3046308"/>
              <a:ext cx="509513" cy="1336547"/>
            </a:xfrm>
            <a:prstGeom prst="rect">
              <a:avLst/>
            </a:prstGeom>
          </p:spPr>
        </p:pic>
        <p:sp>
          <p:nvSpPr>
            <p:cNvPr id="70" name="Espace réservé du contenu 2">
              <a:extLst>
                <a:ext uri="{FF2B5EF4-FFF2-40B4-BE49-F238E27FC236}">
                  <a16:creationId xmlns:a16="http://schemas.microsoft.com/office/drawing/2014/main" id="{D2CAE704-9469-4C02-AA27-A6D93E889EC7}"/>
                </a:ext>
              </a:extLst>
            </p:cNvPr>
            <p:cNvSpPr txBox="1">
              <a:spLocks/>
            </p:cNvSpPr>
            <p:nvPr/>
          </p:nvSpPr>
          <p:spPr>
            <a:xfrm>
              <a:off x="8639459" y="4507301"/>
              <a:ext cx="1501521" cy="448364"/>
            </a:xfrm>
            <a:prstGeom prst="roundRect">
              <a:avLst/>
            </a:prstGeom>
            <a:solidFill>
              <a:srgbClr val="A1CC60"/>
            </a:solidFill>
            <a:ln w="5259" cap="flat">
              <a:noFill/>
              <a:prstDash val="solid"/>
              <a:miter/>
            </a:ln>
          </p:spPr>
          <p:txBody>
            <a:bodyPr vert="horz" lIns="91440" tIns="45720" rIns="91440" bIns="45720" rtlCol="0" anchor="ct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a:t>Share relevant content to the Community</a:t>
              </a:r>
            </a:p>
          </p:txBody>
        </p:sp>
        <p:grpSp>
          <p:nvGrpSpPr>
            <p:cNvPr id="107" name="Groupe 106">
              <a:extLst>
                <a:ext uri="{FF2B5EF4-FFF2-40B4-BE49-F238E27FC236}">
                  <a16:creationId xmlns:a16="http://schemas.microsoft.com/office/drawing/2014/main" id="{7B3D3715-72A9-424A-A693-8AEBA35C16AC}"/>
                </a:ext>
              </a:extLst>
            </p:cNvPr>
            <p:cNvGrpSpPr/>
            <p:nvPr/>
          </p:nvGrpSpPr>
          <p:grpSpPr>
            <a:xfrm>
              <a:off x="8677308" y="3974578"/>
              <a:ext cx="413071" cy="481812"/>
              <a:chOff x="10156116" y="5180485"/>
              <a:chExt cx="854743" cy="996985"/>
            </a:xfrm>
            <a:solidFill>
              <a:schemeClr val="tx1"/>
            </a:solidFill>
          </p:grpSpPr>
          <p:sp>
            <p:nvSpPr>
              <p:cNvPr id="108" name="Rectangle : coins arrondis 107">
                <a:extLst>
                  <a:ext uri="{FF2B5EF4-FFF2-40B4-BE49-F238E27FC236}">
                    <a16:creationId xmlns:a16="http://schemas.microsoft.com/office/drawing/2014/main" id="{38DE4E30-F89B-43DB-B6CA-04F762EB3406}"/>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9" name="Rectangle : coins arrondis 108">
                <a:extLst>
                  <a:ext uri="{FF2B5EF4-FFF2-40B4-BE49-F238E27FC236}">
                    <a16:creationId xmlns:a16="http://schemas.microsoft.com/office/drawing/2014/main" id="{66A1B2B3-0DBC-492A-AF49-356453878DD5}"/>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0" name="Rectangle : coins arrondis 109">
                <a:extLst>
                  <a:ext uri="{FF2B5EF4-FFF2-40B4-BE49-F238E27FC236}">
                    <a16:creationId xmlns:a16="http://schemas.microsoft.com/office/drawing/2014/main" id="{C6A34180-44C7-4EAF-A33A-39658BC480C0}"/>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1" name="Rectangle : coins arrondis 110">
                <a:extLst>
                  <a:ext uri="{FF2B5EF4-FFF2-40B4-BE49-F238E27FC236}">
                    <a16:creationId xmlns:a16="http://schemas.microsoft.com/office/drawing/2014/main" id="{7C788D0A-4F7C-4461-BE62-6D5834BD242A}"/>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2" name="Rectangle : coins arrondis 111">
                <a:extLst>
                  <a:ext uri="{FF2B5EF4-FFF2-40B4-BE49-F238E27FC236}">
                    <a16:creationId xmlns:a16="http://schemas.microsoft.com/office/drawing/2014/main" id="{02C8278F-A796-419F-8E20-CFEE8CFE67AE}"/>
                  </a:ext>
                </a:extLst>
              </p:cNvPr>
              <p:cNvSpPr/>
              <p:nvPr/>
            </p:nvSpPr>
            <p:spPr>
              <a:xfrm rot="4794981">
                <a:off x="10136125" y="5545289"/>
                <a:ext cx="416741" cy="151257"/>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3" name="Rectangle : coins arrondis 112">
                <a:extLst>
                  <a:ext uri="{FF2B5EF4-FFF2-40B4-BE49-F238E27FC236}">
                    <a16:creationId xmlns:a16="http://schemas.microsoft.com/office/drawing/2014/main" id="{E7F84360-3792-4AF2-A60F-C4CEDCDECBFD}"/>
                  </a:ext>
                </a:extLst>
              </p:cNvPr>
              <p:cNvSpPr/>
              <p:nvPr/>
            </p:nvSpPr>
            <p:spPr>
              <a:xfrm>
                <a:off x="10307091" y="5697154"/>
                <a:ext cx="380310" cy="141622"/>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4" name="Rectangle : coins arrondis 113">
                <a:extLst>
                  <a:ext uri="{FF2B5EF4-FFF2-40B4-BE49-F238E27FC236}">
                    <a16:creationId xmlns:a16="http://schemas.microsoft.com/office/drawing/2014/main" id="{0844A8F8-CBD6-4EE5-9FFD-DAFF20BD5DA8}"/>
                  </a:ext>
                </a:extLst>
              </p:cNvPr>
              <p:cNvSpPr/>
              <p:nvPr/>
            </p:nvSpPr>
            <p:spPr>
              <a:xfrm rot="5400000">
                <a:off x="10439654" y="5868742"/>
                <a:ext cx="387256"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5" name="Ellipse 114">
                <a:extLst>
                  <a:ext uri="{FF2B5EF4-FFF2-40B4-BE49-F238E27FC236}">
                    <a16:creationId xmlns:a16="http://schemas.microsoft.com/office/drawing/2014/main" id="{EA37A298-A74A-427A-A748-9EBA99D8144D}"/>
                  </a:ext>
                </a:extLst>
              </p:cNvPr>
              <p:cNvSpPr/>
              <p:nvPr/>
            </p:nvSpPr>
            <p:spPr>
              <a:xfrm>
                <a:off x="10221156" y="5214077"/>
                <a:ext cx="187245" cy="18724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 coins arrondis 115">
                <a:extLst>
                  <a:ext uri="{FF2B5EF4-FFF2-40B4-BE49-F238E27FC236}">
                    <a16:creationId xmlns:a16="http://schemas.microsoft.com/office/drawing/2014/main" id="{6A515071-16A6-453A-A88D-70C0CABCEBF0}"/>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7" name="Rectangle : coins arrondis 116">
                <a:extLst>
                  <a:ext uri="{FF2B5EF4-FFF2-40B4-BE49-F238E27FC236}">
                    <a16:creationId xmlns:a16="http://schemas.microsoft.com/office/drawing/2014/main" id="{6D45B63C-4212-432C-B174-9876A61D0A90}"/>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8" name="Rectangle : coins arrondis 117">
                <a:extLst>
                  <a:ext uri="{FF2B5EF4-FFF2-40B4-BE49-F238E27FC236}">
                    <a16:creationId xmlns:a16="http://schemas.microsoft.com/office/drawing/2014/main" id="{9234D8CF-36CC-4A7A-A0C8-0FFDA7175AEC}"/>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9" name="Rectangle : coins arrondis 118">
                <a:extLst>
                  <a:ext uri="{FF2B5EF4-FFF2-40B4-BE49-F238E27FC236}">
                    <a16:creationId xmlns:a16="http://schemas.microsoft.com/office/drawing/2014/main" id="{53968196-F5F5-4085-B665-65060CCD9D51}"/>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0" name="Rectangle : coins arrondis 119">
                <a:extLst>
                  <a:ext uri="{FF2B5EF4-FFF2-40B4-BE49-F238E27FC236}">
                    <a16:creationId xmlns:a16="http://schemas.microsoft.com/office/drawing/2014/main" id="{20331DD5-1989-486B-8B72-E502DA885023}"/>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1" name="Rectangle : coins arrondis 120">
                <a:extLst>
                  <a:ext uri="{FF2B5EF4-FFF2-40B4-BE49-F238E27FC236}">
                    <a16:creationId xmlns:a16="http://schemas.microsoft.com/office/drawing/2014/main" id="{B0A2D99E-6461-445D-B630-FD84E7FB2665}"/>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2" name="Rectangle : coins arrondis 121">
                <a:extLst>
                  <a:ext uri="{FF2B5EF4-FFF2-40B4-BE49-F238E27FC236}">
                    <a16:creationId xmlns:a16="http://schemas.microsoft.com/office/drawing/2014/main" id="{B05615DA-5489-4AC9-98C5-CC9B1EDFBC6C}"/>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3" name="Rectangle : coins arrondis 122">
                <a:extLst>
                  <a:ext uri="{FF2B5EF4-FFF2-40B4-BE49-F238E27FC236}">
                    <a16:creationId xmlns:a16="http://schemas.microsoft.com/office/drawing/2014/main" id="{60B470CA-EE87-409E-988D-1CC2BA9CC6CE}"/>
                  </a:ext>
                </a:extLst>
              </p:cNvPr>
              <p:cNvSpPr/>
              <p:nvPr/>
            </p:nvSpPr>
            <p:spPr>
              <a:xfrm rot="1301683">
                <a:off x="10267797" y="5452733"/>
                <a:ext cx="277912" cy="84497"/>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sp>
          <p:nvSpPr>
            <p:cNvPr id="124" name="Bulle narrative : ronde 123">
              <a:extLst>
                <a:ext uri="{FF2B5EF4-FFF2-40B4-BE49-F238E27FC236}">
                  <a16:creationId xmlns:a16="http://schemas.microsoft.com/office/drawing/2014/main" id="{54EE9866-2FA7-46DA-BAAD-46DCDB426983}"/>
                </a:ext>
              </a:extLst>
            </p:cNvPr>
            <p:cNvSpPr/>
            <p:nvPr/>
          </p:nvSpPr>
          <p:spPr>
            <a:xfrm>
              <a:off x="9228020" y="3541646"/>
              <a:ext cx="2313525" cy="524446"/>
            </a:xfrm>
            <a:prstGeom prst="wedgeEllipseCallout">
              <a:avLst>
                <a:gd name="adj1" fmla="val -60178"/>
                <a:gd name="adj2" fmla="val 3217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Hey Community, here is a content about Cybersecurity that might interest you</a:t>
              </a:r>
            </a:p>
          </p:txBody>
        </p:sp>
        <p:grpSp>
          <p:nvGrpSpPr>
            <p:cNvPr id="139" name="Groupe 138">
              <a:extLst>
                <a:ext uri="{FF2B5EF4-FFF2-40B4-BE49-F238E27FC236}">
                  <a16:creationId xmlns:a16="http://schemas.microsoft.com/office/drawing/2014/main" id="{3D1F219E-B463-4ECB-9763-8C6700720882}"/>
                </a:ext>
              </a:extLst>
            </p:cNvPr>
            <p:cNvGrpSpPr/>
            <p:nvPr/>
          </p:nvGrpSpPr>
          <p:grpSpPr>
            <a:xfrm>
              <a:off x="8323572" y="3913857"/>
              <a:ext cx="244399" cy="244399"/>
              <a:chOff x="6783973" y="2643953"/>
              <a:chExt cx="644700" cy="644700"/>
            </a:xfrm>
          </p:grpSpPr>
          <p:sp>
            <p:nvSpPr>
              <p:cNvPr id="140" name="Ellipse 139">
                <a:extLst>
                  <a:ext uri="{FF2B5EF4-FFF2-40B4-BE49-F238E27FC236}">
                    <a16:creationId xmlns:a16="http://schemas.microsoft.com/office/drawing/2014/main" id="{7A14D11E-2FBA-459F-A44B-CF78BAFAB2E5}"/>
                  </a:ext>
                </a:extLst>
              </p:cNvPr>
              <p:cNvSpPr/>
              <p:nvPr/>
            </p:nvSpPr>
            <p:spPr>
              <a:xfrm>
                <a:off x="6783973" y="2643953"/>
                <a:ext cx="644700" cy="644700"/>
              </a:xfrm>
              <a:prstGeom prst="ellipse">
                <a:avLst/>
              </a:prstGeom>
              <a:solidFill>
                <a:srgbClr val="A1CC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1" name="Image 140">
                <a:extLst>
                  <a:ext uri="{FF2B5EF4-FFF2-40B4-BE49-F238E27FC236}">
                    <a16:creationId xmlns:a16="http://schemas.microsoft.com/office/drawing/2014/main" id="{55C637A4-5C49-4F84-B88D-D37FDEF99418}"/>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l="16944" t="18991" r="18259" b="18438"/>
              <a:stretch/>
            </p:blipFill>
            <p:spPr>
              <a:xfrm>
                <a:off x="6881905" y="2756548"/>
                <a:ext cx="448836" cy="433403"/>
              </a:xfrm>
              <a:prstGeom prst="rect">
                <a:avLst/>
              </a:prstGeom>
            </p:spPr>
          </p:pic>
        </p:grpSp>
      </p:grpSp>
    </p:spTree>
    <p:extLst>
      <p:ext uri="{BB962C8B-B14F-4D97-AF65-F5344CB8AC3E}">
        <p14:creationId xmlns:p14="http://schemas.microsoft.com/office/powerpoint/2010/main" val="367376060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Arc partiel 126">
            <a:extLst>
              <a:ext uri="{FF2B5EF4-FFF2-40B4-BE49-F238E27FC236}">
                <a16:creationId xmlns:a16="http://schemas.microsoft.com/office/drawing/2014/main" id="{90C2DC94-A57F-4FA9-BF96-83F668F85918}"/>
              </a:ext>
            </a:extLst>
          </p:cNvPr>
          <p:cNvSpPr/>
          <p:nvPr/>
        </p:nvSpPr>
        <p:spPr>
          <a:xfrm>
            <a:off x="648279" y="1721045"/>
            <a:ext cx="11261991" cy="4984553"/>
          </a:xfrm>
          <a:prstGeom prst="pie">
            <a:avLst>
              <a:gd name="adj1" fmla="val 1800000"/>
              <a:gd name="adj2" fmla="val 9000000"/>
            </a:avLst>
          </a:prstGeom>
          <a:solidFill>
            <a:srgbClr val="F9ECBD"/>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 name="Titre 1">
            <a:extLst>
              <a:ext uri="{FF2B5EF4-FFF2-40B4-BE49-F238E27FC236}">
                <a16:creationId xmlns:a16="http://schemas.microsoft.com/office/drawing/2014/main" id="{2D681AA9-EE5F-42B2-91AE-B1E48C770B58}"/>
              </a:ext>
            </a:extLst>
          </p:cNvPr>
          <p:cNvSpPr>
            <a:spLocks noGrp="1"/>
          </p:cNvSpPr>
          <p:nvPr>
            <p:ph type="title"/>
          </p:nvPr>
        </p:nvSpPr>
        <p:spPr/>
        <p:txBody>
          <a:bodyPr>
            <a:noAutofit/>
          </a:bodyPr>
          <a:lstStyle/>
          <a:p>
            <a:pPr algn="ctr"/>
            <a:r>
              <a:rPr lang="en-US" sz="3200"/>
              <a:t>Viral Community effect : </a:t>
            </a:r>
            <a:br>
              <a:rPr lang="en-US" sz="3200"/>
            </a:br>
            <a:r>
              <a:rPr lang="en-US" sz="3200"/>
              <a:t>how we can all contribute to weave the network </a:t>
            </a:r>
          </a:p>
        </p:txBody>
      </p:sp>
      <p:sp>
        <p:nvSpPr>
          <p:cNvPr id="33" name="Espace réservé du contenu 2">
            <a:extLst>
              <a:ext uri="{FF2B5EF4-FFF2-40B4-BE49-F238E27FC236}">
                <a16:creationId xmlns:a16="http://schemas.microsoft.com/office/drawing/2014/main" id="{5BCD3B28-68A0-4115-83C3-F2F0ACFF35EC}"/>
              </a:ext>
            </a:extLst>
          </p:cNvPr>
          <p:cNvSpPr txBox="1">
            <a:spLocks/>
          </p:cNvSpPr>
          <p:nvPr/>
        </p:nvSpPr>
        <p:spPr>
          <a:xfrm>
            <a:off x="5686596" y="3634692"/>
            <a:ext cx="1223906" cy="61223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100" b="1" dirty="0"/>
              <a:t>Community People</a:t>
            </a:r>
          </a:p>
        </p:txBody>
      </p:sp>
      <p:grpSp>
        <p:nvGrpSpPr>
          <p:cNvPr id="6" name="Groupe 5">
            <a:extLst>
              <a:ext uri="{FF2B5EF4-FFF2-40B4-BE49-F238E27FC236}">
                <a16:creationId xmlns:a16="http://schemas.microsoft.com/office/drawing/2014/main" id="{015AB25E-AC7C-4312-98A8-C81A1BF71396}"/>
              </a:ext>
            </a:extLst>
          </p:cNvPr>
          <p:cNvGrpSpPr/>
          <p:nvPr/>
        </p:nvGrpSpPr>
        <p:grpSpPr>
          <a:xfrm>
            <a:off x="4360877" y="4472172"/>
            <a:ext cx="1789150" cy="2275141"/>
            <a:chOff x="4360877" y="4472172"/>
            <a:chExt cx="1789150" cy="2275141"/>
          </a:xfrm>
        </p:grpSpPr>
        <p:pic>
          <p:nvPicPr>
            <p:cNvPr id="36" name="Graphique 35" descr="Flèche : incurvée dans le sens des aiguilles d’une montre avec un remplissage uni">
              <a:extLst>
                <a:ext uri="{FF2B5EF4-FFF2-40B4-BE49-F238E27FC236}">
                  <a16:creationId xmlns:a16="http://schemas.microsoft.com/office/drawing/2014/main" id="{9B367397-4405-41B2-8C54-2113A01388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29" t="9126" r="29081"/>
            <a:stretch/>
          </p:blipFill>
          <p:spPr>
            <a:xfrm rot="12009256">
              <a:off x="5676985" y="4472172"/>
              <a:ext cx="473042" cy="726234"/>
            </a:xfrm>
            <a:prstGeom prst="rect">
              <a:avLst/>
            </a:prstGeom>
          </p:spPr>
        </p:pic>
        <p:pic>
          <p:nvPicPr>
            <p:cNvPr id="38" name="Graphique 37" descr="Homme avec un remplissage uni">
              <a:extLst>
                <a:ext uri="{FF2B5EF4-FFF2-40B4-BE49-F238E27FC236}">
                  <a16:creationId xmlns:a16="http://schemas.microsoft.com/office/drawing/2014/main" id="{E34ABC32-8D98-430D-ACA0-F0C6797F2F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26933" y="5648406"/>
              <a:ext cx="654509" cy="654509"/>
            </a:xfrm>
            <a:prstGeom prst="rect">
              <a:avLst/>
            </a:prstGeom>
          </p:spPr>
        </p:pic>
        <p:pic>
          <p:nvPicPr>
            <p:cNvPr id="39" name="Graphique 38" descr="Homme avec un remplissage uni">
              <a:extLst>
                <a:ext uri="{FF2B5EF4-FFF2-40B4-BE49-F238E27FC236}">
                  <a16:creationId xmlns:a16="http://schemas.microsoft.com/office/drawing/2014/main" id="{63B2F121-62D0-457E-BE48-508D959136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11270" y="5644440"/>
              <a:ext cx="654509" cy="654509"/>
            </a:xfrm>
            <a:prstGeom prst="rect">
              <a:avLst/>
            </a:prstGeom>
          </p:spPr>
        </p:pic>
        <p:sp>
          <p:nvSpPr>
            <p:cNvPr id="47" name="Bulle narrative : ronde 46">
              <a:extLst>
                <a:ext uri="{FF2B5EF4-FFF2-40B4-BE49-F238E27FC236}">
                  <a16:creationId xmlns:a16="http://schemas.microsoft.com/office/drawing/2014/main" id="{90794B2C-2BBA-417A-B0B0-146D25FB1056}"/>
                </a:ext>
              </a:extLst>
            </p:cNvPr>
            <p:cNvSpPr/>
            <p:nvPr/>
          </p:nvSpPr>
          <p:spPr>
            <a:xfrm>
              <a:off x="4360877" y="5136045"/>
              <a:ext cx="1778134" cy="463863"/>
            </a:xfrm>
            <a:prstGeom prst="wedgeEllipseCallout">
              <a:avLst>
                <a:gd name="adj1" fmla="val 17106"/>
                <a:gd name="adj2" fmla="val 69284"/>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I met someone in the Community who might interest you </a:t>
              </a:r>
            </a:p>
          </p:txBody>
        </p:sp>
        <p:sp>
          <p:nvSpPr>
            <p:cNvPr id="51" name="Espace réservé du contenu 2">
              <a:extLst>
                <a:ext uri="{FF2B5EF4-FFF2-40B4-BE49-F238E27FC236}">
                  <a16:creationId xmlns:a16="http://schemas.microsoft.com/office/drawing/2014/main" id="{9671EFCD-3D66-424D-BC58-42435936DF4F}"/>
                </a:ext>
              </a:extLst>
            </p:cNvPr>
            <p:cNvSpPr txBox="1">
              <a:spLocks/>
            </p:cNvSpPr>
            <p:nvPr/>
          </p:nvSpPr>
          <p:spPr>
            <a:xfrm>
              <a:off x="4618062" y="6298949"/>
              <a:ext cx="1501521" cy="448364"/>
            </a:xfrm>
            <a:prstGeom prst="roundRect">
              <a:avLst/>
            </a:prstGeom>
            <a:solidFill>
              <a:srgbClr val="EFCA3F"/>
            </a:solidFill>
            <a:ln w="4862" cap="flat">
              <a:noFill/>
              <a:prstDash val="solid"/>
              <a:miter/>
            </a:ln>
          </p:spPr>
          <p:txBody>
            <a:bodyPr vert="horz" lIns="91440" tIns="45720" rIns="91440" bIns="45720" rtlCol="0" anchor="ct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a:t>Matchmake people you meet in the community</a:t>
              </a:r>
            </a:p>
          </p:txBody>
        </p:sp>
        <p:sp>
          <p:nvSpPr>
            <p:cNvPr id="53" name="Rectangle : coins arrondis 52">
              <a:extLst>
                <a:ext uri="{FF2B5EF4-FFF2-40B4-BE49-F238E27FC236}">
                  <a16:creationId xmlns:a16="http://schemas.microsoft.com/office/drawing/2014/main" id="{513D9E9E-5A6A-4DAF-BB8B-1576F3592CC0}"/>
                </a:ext>
              </a:extLst>
            </p:cNvPr>
            <p:cNvSpPr/>
            <p:nvPr/>
          </p:nvSpPr>
          <p:spPr>
            <a:xfrm>
              <a:off x="5110959" y="5886400"/>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4" name="Rectangle : coins arrondis 53">
              <a:extLst>
                <a:ext uri="{FF2B5EF4-FFF2-40B4-BE49-F238E27FC236}">
                  <a16:creationId xmlns:a16="http://schemas.microsoft.com/office/drawing/2014/main" id="{B604C300-FB82-4641-8CF8-62F50C718A50}"/>
                </a:ext>
              </a:extLst>
            </p:cNvPr>
            <p:cNvSpPr/>
            <p:nvPr/>
          </p:nvSpPr>
          <p:spPr>
            <a:xfrm rot="5400000">
              <a:off x="5110959" y="6066728"/>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C67627F5-CAAD-470B-A57F-5F37CB02056F}"/>
                </a:ext>
              </a:extLst>
            </p:cNvPr>
            <p:cNvSpPr/>
            <p:nvPr/>
          </p:nvSpPr>
          <p:spPr>
            <a:xfrm>
              <a:off x="5216256" y="6232046"/>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2" name="Image 61">
              <a:extLst>
                <a:ext uri="{FF2B5EF4-FFF2-40B4-BE49-F238E27FC236}">
                  <a16:creationId xmlns:a16="http://schemas.microsoft.com/office/drawing/2014/main" id="{441ECC7E-0E36-4AB7-8BFB-E2502A36BE25}"/>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a:off x="5356447" y="5796894"/>
              <a:ext cx="71478" cy="87755"/>
            </a:xfrm>
            <a:prstGeom prst="rect">
              <a:avLst/>
            </a:prstGeom>
          </p:spPr>
        </p:pic>
        <p:pic>
          <p:nvPicPr>
            <p:cNvPr id="64" name="Image 63">
              <a:extLst>
                <a:ext uri="{FF2B5EF4-FFF2-40B4-BE49-F238E27FC236}">
                  <a16:creationId xmlns:a16="http://schemas.microsoft.com/office/drawing/2014/main" id="{B785B003-F161-44EF-974A-797942289433}"/>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flipH="1">
              <a:off x="5144424" y="5796230"/>
              <a:ext cx="61422" cy="87755"/>
            </a:xfrm>
            <a:prstGeom prst="rect">
              <a:avLst/>
            </a:prstGeom>
          </p:spPr>
        </p:pic>
      </p:grpSp>
      <p:grpSp>
        <p:nvGrpSpPr>
          <p:cNvPr id="7" name="Groupe 6">
            <a:extLst>
              <a:ext uri="{FF2B5EF4-FFF2-40B4-BE49-F238E27FC236}">
                <a16:creationId xmlns:a16="http://schemas.microsoft.com/office/drawing/2014/main" id="{51B9ECBB-1C6D-4A13-AE07-95B4D1553F27}"/>
              </a:ext>
            </a:extLst>
          </p:cNvPr>
          <p:cNvGrpSpPr/>
          <p:nvPr/>
        </p:nvGrpSpPr>
        <p:grpSpPr>
          <a:xfrm>
            <a:off x="6484917" y="4569508"/>
            <a:ext cx="2130583" cy="2169847"/>
            <a:chOff x="6484917" y="4569508"/>
            <a:chExt cx="2130583" cy="2169847"/>
          </a:xfrm>
        </p:grpSpPr>
        <p:pic>
          <p:nvPicPr>
            <p:cNvPr id="37" name="Graphique 36" descr="Flèche : incurvée dans le sens des aiguilles d’une montre avec un remplissage uni">
              <a:extLst>
                <a:ext uri="{FF2B5EF4-FFF2-40B4-BE49-F238E27FC236}">
                  <a16:creationId xmlns:a16="http://schemas.microsoft.com/office/drawing/2014/main" id="{0F834E91-3BBC-4A39-9FB4-699E593549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29" t="9126" r="29081"/>
            <a:stretch/>
          </p:blipFill>
          <p:spPr>
            <a:xfrm>
              <a:off x="6488189" y="4569508"/>
              <a:ext cx="473042" cy="726234"/>
            </a:xfrm>
            <a:prstGeom prst="rect">
              <a:avLst/>
            </a:prstGeom>
          </p:spPr>
        </p:pic>
        <p:pic>
          <p:nvPicPr>
            <p:cNvPr id="40" name="Graphique 39" descr="Homme avec un remplissage uni">
              <a:extLst>
                <a:ext uri="{FF2B5EF4-FFF2-40B4-BE49-F238E27FC236}">
                  <a16:creationId xmlns:a16="http://schemas.microsoft.com/office/drawing/2014/main" id="{53E170AA-779E-4DDE-AFBB-ED4AC95512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02254" y="5644440"/>
              <a:ext cx="654509" cy="654509"/>
            </a:xfrm>
            <a:prstGeom prst="rect">
              <a:avLst/>
            </a:prstGeom>
          </p:spPr>
        </p:pic>
        <p:pic>
          <p:nvPicPr>
            <p:cNvPr id="41" name="Graphique 40" descr="Homme avec un remplissage uni">
              <a:extLst>
                <a:ext uri="{FF2B5EF4-FFF2-40B4-BE49-F238E27FC236}">
                  <a16:creationId xmlns:a16="http://schemas.microsoft.com/office/drawing/2014/main" id="{021DC8A0-E09C-4948-9316-D878C92B19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81426" y="5636690"/>
              <a:ext cx="654509" cy="654509"/>
            </a:xfrm>
            <a:prstGeom prst="rect">
              <a:avLst/>
            </a:prstGeom>
          </p:spPr>
        </p:pic>
        <p:sp>
          <p:nvSpPr>
            <p:cNvPr id="48" name="Bulle narrative : ronde 47">
              <a:extLst>
                <a:ext uri="{FF2B5EF4-FFF2-40B4-BE49-F238E27FC236}">
                  <a16:creationId xmlns:a16="http://schemas.microsoft.com/office/drawing/2014/main" id="{5E887553-2399-435E-85F0-D48D91820662}"/>
                </a:ext>
              </a:extLst>
            </p:cNvPr>
            <p:cNvSpPr/>
            <p:nvPr/>
          </p:nvSpPr>
          <p:spPr>
            <a:xfrm>
              <a:off x="6484917" y="5114242"/>
              <a:ext cx="2130583" cy="463863"/>
            </a:xfrm>
            <a:prstGeom prst="wedgeEllipseCallout">
              <a:avLst>
                <a:gd name="adj1" fmla="val -31247"/>
                <a:gd name="adj2" fmla="val 6867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You might interest someone of the community</a:t>
              </a:r>
            </a:p>
          </p:txBody>
        </p:sp>
        <p:grpSp>
          <p:nvGrpSpPr>
            <p:cNvPr id="57" name="Groupe 56">
              <a:extLst>
                <a:ext uri="{FF2B5EF4-FFF2-40B4-BE49-F238E27FC236}">
                  <a16:creationId xmlns:a16="http://schemas.microsoft.com/office/drawing/2014/main" id="{BB7B6FF8-BBA2-475C-9747-7F4A6183E082}"/>
                </a:ext>
              </a:extLst>
            </p:cNvPr>
            <p:cNvGrpSpPr/>
            <p:nvPr/>
          </p:nvGrpSpPr>
          <p:grpSpPr>
            <a:xfrm>
              <a:off x="7002959" y="5871181"/>
              <a:ext cx="370794" cy="404799"/>
              <a:chOff x="4692349" y="5898939"/>
              <a:chExt cx="370794" cy="404799"/>
            </a:xfrm>
          </p:grpSpPr>
          <p:sp>
            <p:nvSpPr>
              <p:cNvPr id="58" name="Rectangle : coins arrondis 57">
                <a:extLst>
                  <a:ext uri="{FF2B5EF4-FFF2-40B4-BE49-F238E27FC236}">
                    <a16:creationId xmlns:a16="http://schemas.microsoft.com/office/drawing/2014/main" id="{B11FB762-BFCD-4732-8063-4EFA893ADADD}"/>
                  </a:ext>
                </a:extLst>
              </p:cNvPr>
              <p:cNvSpPr/>
              <p:nvPr/>
            </p:nvSpPr>
            <p:spPr>
              <a:xfrm>
                <a:off x="4692349" y="5898939"/>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9" name="Rectangle : coins arrondis 58">
                <a:extLst>
                  <a:ext uri="{FF2B5EF4-FFF2-40B4-BE49-F238E27FC236}">
                    <a16:creationId xmlns:a16="http://schemas.microsoft.com/office/drawing/2014/main" id="{54FADFB4-D2F0-40A6-9503-6435D00CA1E1}"/>
                  </a:ext>
                </a:extLst>
              </p:cNvPr>
              <p:cNvSpPr/>
              <p:nvPr/>
            </p:nvSpPr>
            <p:spPr>
              <a:xfrm rot="5400000">
                <a:off x="4692349" y="6079267"/>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0" name="Rectangle : coins arrondis 59">
                <a:extLst>
                  <a:ext uri="{FF2B5EF4-FFF2-40B4-BE49-F238E27FC236}">
                    <a16:creationId xmlns:a16="http://schemas.microsoft.com/office/drawing/2014/main" id="{2F3F03AC-B6FD-4913-8FD0-01044D50D1EB}"/>
                  </a:ext>
                </a:extLst>
              </p:cNvPr>
              <p:cNvSpPr/>
              <p:nvPr/>
            </p:nvSpPr>
            <p:spPr>
              <a:xfrm>
                <a:off x="4797646" y="6244585"/>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65" name="Image 64">
              <a:extLst>
                <a:ext uri="{FF2B5EF4-FFF2-40B4-BE49-F238E27FC236}">
                  <a16:creationId xmlns:a16="http://schemas.microsoft.com/office/drawing/2014/main" id="{9BADF2AF-3C6C-44FA-B001-17B296ECAD73}"/>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a:off x="7269778" y="5779000"/>
              <a:ext cx="71478" cy="87755"/>
            </a:xfrm>
            <a:prstGeom prst="rect">
              <a:avLst/>
            </a:prstGeom>
          </p:spPr>
        </p:pic>
        <p:pic>
          <p:nvPicPr>
            <p:cNvPr id="66" name="Image 65">
              <a:extLst>
                <a:ext uri="{FF2B5EF4-FFF2-40B4-BE49-F238E27FC236}">
                  <a16:creationId xmlns:a16="http://schemas.microsoft.com/office/drawing/2014/main" id="{613B8AA7-A861-48DC-8983-A4129CAC15BF}"/>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flipH="1">
              <a:off x="7057755" y="5778336"/>
              <a:ext cx="61422" cy="87755"/>
            </a:xfrm>
            <a:prstGeom prst="rect">
              <a:avLst/>
            </a:prstGeom>
          </p:spPr>
        </p:pic>
        <p:sp>
          <p:nvSpPr>
            <p:cNvPr id="67" name="Espace réservé du contenu 2">
              <a:extLst>
                <a:ext uri="{FF2B5EF4-FFF2-40B4-BE49-F238E27FC236}">
                  <a16:creationId xmlns:a16="http://schemas.microsoft.com/office/drawing/2014/main" id="{9EDEBA3D-9315-47C8-821A-42F38353538B}"/>
                </a:ext>
              </a:extLst>
            </p:cNvPr>
            <p:cNvSpPr txBox="1">
              <a:spLocks/>
            </p:cNvSpPr>
            <p:nvPr/>
          </p:nvSpPr>
          <p:spPr>
            <a:xfrm>
              <a:off x="6484917" y="6290991"/>
              <a:ext cx="1501521" cy="448364"/>
            </a:xfrm>
            <a:prstGeom prst="roundRect">
              <a:avLst/>
            </a:prstGeom>
            <a:solidFill>
              <a:srgbClr val="EFCA3F"/>
            </a:solidFill>
            <a:ln w="4862" cap="flat">
              <a:noFill/>
              <a:prstDash val="solid"/>
              <a:miter/>
            </a:ln>
          </p:spPr>
          <p:txBody>
            <a:bodyPr vert="horz" lIns="91440" tIns="45720" rIns="91440" bIns="45720" rtlCol="0" anchor="ct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a:t>Matchmake people you meet outside the community</a:t>
              </a:r>
            </a:p>
          </p:txBody>
        </p:sp>
      </p:grpSp>
      <p:grpSp>
        <p:nvGrpSpPr>
          <p:cNvPr id="160" name="Groupe 159">
            <a:extLst>
              <a:ext uri="{FF2B5EF4-FFF2-40B4-BE49-F238E27FC236}">
                <a16:creationId xmlns:a16="http://schemas.microsoft.com/office/drawing/2014/main" id="{9AC1742E-5F22-4777-974B-C327C9FFA185}"/>
              </a:ext>
            </a:extLst>
          </p:cNvPr>
          <p:cNvGrpSpPr/>
          <p:nvPr/>
        </p:nvGrpSpPr>
        <p:grpSpPr>
          <a:xfrm>
            <a:off x="5922753" y="4124464"/>
            <a:ext cx="616619" cy="616619"/>
            <a:chOff x="6778545" y="4036181"/>
            <a:chExt cx="616619" cy="616619"/>
          </a:xfrm>
        </p:grpSpPr>
        <p:sp>
          <p:nvSpPr>
            <p:cNvPr id="158" name="Ellipse 157">
              <a:extLst>
                <a:ext uri="{FF2B5EF4-FFF2-40B4-BE49-F238E27FC236}">
                  <a16:creationId xmlns:a16="http://schemas.microsoft.com/office/drawing/2014/main" id="{991C897E-3A61-4D32-9BEA-ED0CB5C24A83}"/>
                </a:ext>
              </a:extLst>
            </p:cNvPr>
            <p:cNvSpPr/>
            <p:nvPr/>
          </p:nvSpPr>
          <p:spPr>
            <a:xfrm>
              <a:off x="6778545" y="4036181"/>
              <a:ext cx="616619" cy="616619"/>
            </a:xfrm>
            <a:prstGeom prst="ellipse">
              <a:avLst/>
            </a:prstGeom>
            <a:solidFill>
              <a:srgbClr val="EFCA3F"/>
            </a:solidFill>
            <a:ln w="4862"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9" name="Image 158">
              <a:extLst>
                <a:ext uri="{FF2B5EF4-FFF2-40B4-BE49-F238E27FC236}">
                  <a16:creationId xmlns:a16="http://schemas.microsoft.com/office/drawing/2014/main" id="{C889EEC8-9539-48BE-8363-63C0C28BA651}"/>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0"/>
                </a:ext>
              </a:extLst>
            </a:blip>
            <a:srcRect l="16750" t="15875" r="18798" b="13848"/>
            <a:stretch/>
          </p:blipFill>
          <p:spPr>
            <a:xfrm>
              <a:off x="6870168" y="4132993"/>
              <a:ext cx="421843" cy="459969"/>
            </a:xfrm>
            <a:prstGeom prst="rect">
              <a:avLst/>
            </a:prstGeom>
          </p:spPr>
        </p:pic>
      </p:grpSp>
    </p:spTree>
    <p:extLst>
      <p:ext uri="{BB962C8B-B14F-4D97-AF65-F5344CB8AC3E}">
        <p14:creationId xmlns:p14="http://schemas.microsoft.com/office/powerpoint/2010/main" val="66602088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Arc partiel 125">
            <a:extLst>
              <a:ext uri="{FF2B5EF4-FFF2-40B4-BE49-F238E27FC236}">
                <a16:creationId xmlns:a16="http://schemas.microsoft.com/office/drawing/2014/main" id="{A0015824-6495-42F5-A18B-645C621F18C1}"/>
              </a:ext>
            </a:extLst>
          </p:cNvPr>
          <p:cNvSpPr/>
          <p:nvPr/>
        </p:nvSpPr>
        <p:spPr>
          <a:xfrm>
            <a:off x="685078" y="1708893"/>
            <a:ext cx="11261991" cy="4984553"/>
          </a:xfrm>
          <a:prstGeom prst="pie">
            <a:avLst>
              <a:gd name="adj1" fmla="val 16200000"/>
              <a:gd name="adj2" fmla="val 1800000"/>
            </a:avLst>
          </a:prstGeom>
          <a:solidFill>
            <a:srgbClr val="E7F2D6"/>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7" name="Arc partiel 126">
            <a:extLst>
              <a:ext uri="{FF2B5EF4-FFF2-40B4-BE49-F238E27FC236}">
                <a16:creationId xmlns:a16="http://schemas.microsoft.com/office/drawing/2014/main" id="{90C2DC94-A57F-4FA9-BF96-83F668F85918}"/>
              </a:ext>
            </a:extLst>
          </p:cNvPr>
          <p:cNvSpPr/>
          <p:nvPr/>
        </p:nvSpPr>
        <p:spPr>
          <a:xfrm>
            <a:off x="648279" y="1721045"/>
            <a:ext cx="11261991" cy="4984553"/>
          </a:xfrm>
          <a:prstGeom prst="pie">
            <a:avLst>
              <a:gd name="adj1" fmla="val 1800000"/>
              <a:gd name="adj2" fmla="val 9000000"/>
            </a:avLst>
          </a:prstGeom>
          <a:solidFill>
            <a:srgbClr val="F9ECBD"/>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8" name="Arc partiel 127">
            <a:extLst>
              <a:ext uri="{FF2B5EF4-FFF2-40B4-BE49-F238E27FC236}">
                <a16:creationId xmlns:a16="http://schemas.microsoft.com/office/drawing/2014/main" id="{2C2BC3B0-2F9A-46E1-B9F1-61E0F441E44A}"/>
              </a:ext>
            </a:extLst>
          </p:cNvPr>
          <p:cNvSpPr/>
          <p:nvPr/>
        </p:nvSpPr>
        <p:spPr>
          <a:xfrm>
            <a:off x="648279" y="1691137"/>
            <a:ext cx="11261991" cy="4984553"/>
          </a:xfrm>
          <a:prstGeom prst="pie">
            <a:avLst>
              <a:gd name="adj1" fmla="val 9000000"/>
              <a:gd name="adj2" fmla="val 16200000"/>
            </a:avLst>
          </a:prstGeom>
          <a:solidFill>
            <a:srgbClr val="FBE0CD"/>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 name="Titre 1">
            <a:extLst>
              <a:ext uri="{FF2B5EF4-FFF2-40B4-BE49-F238E27FC236}">
                <a16:creationId xmlns:a16="http://schemas.microsoft.com/office/drawing/2014/main" id="{2D681AA9-EE5F-42B2-91AE-B1E48C770B58}"/>
              </a:ext>
            </a:extLst>
          </p:cNvPr>
          <p:cNvSpPr>
            <a:spLocks noGrp="1"/>
          </p:cNvSpPr>
          <p:nvPr>
            <p:ph type="title"/>
          </p:nvPr>
        </p:nvSpPr>
        <p:spPr/>
        <p:txBody>
          <a:bodyPr>
            <a:noAutofit/>
          </a:bodyPr>
          <a:lstStyle/>
          <a:p>
            <a:pPr algn="ctr"/>
            <a:r>
              <a:rPr lang="en-US" sz="3200"/>
              <a:t>Viral Community effect : </a:t>
            </a:r>
            <a:br>
              <a:rPr lang="en-US" sz="3200"/>
            </a:br>
            <a:r>
              <a:rPr lang="en-US" sz="3200"/>
              <a:t>how we can all contribute to weave the network </a:t>
            </a:r>
          </a:p>
        </p:txBody>
      </p:sp>
      <p:sp>
        <p:nvSpPr>
          <p:cNvPr id="11" name="Espace réservé du contenu 2">
            <a:extLst>
              <a:ext uri="{FF2B5EF4-FFF2-40B4-BE49-F238E27FC236}">
                <a16:creationId xmlns:a16="http://schemas.microsoft.com/office/drawing/2014/main" id="{849ABEA9-5632-4546-A2C2-D6B5180911DA}"/>
              </a:ext>
            </a:extLst>
          </p:cNvPr>
          <p:cNvSpPr txBox="1">
            <a:spLocks/>
          </p:cNvSpPr>
          <p:nvPr/>
        </p:nvSpPr>
        <p:spPr>
          <a:xfrm>
            <a:off x="4794811" y="2079419"/>
            <a:ext cx="1097630" cy="61223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100" b="1"/>
              <a:t>Community events</a:t>
            </a:r>
          </a:p>
        </p:txBody>
      </p:sp>
      <p:sp>
        <p:nvSpPr>
          <p:cNvPr id="27" name="Espace réservé du contenu 2">
            <a:extLst>
              <a:ext uri="{FF2B5EF4-FFF2-40B4-BE49-F238E27FC236}">
                <a16:creationId xmlns:a16="http://schemas.microsoft.com/office/drawing/2014/main" id="{DC2B9A01-0D3A-44FE-9FB9-9F4A71D60C24}"/>
              </a:ext>
            </a:extLst>
          </p:cNvPr>
          <p:cNvSpPr txBox="1">
            <a:spLocks/>
          </p:cNvSpPr>
          <p:nvPr/>
        </p:nvSpPr>
        <p:spPr>
          <a:xfrm>
            <a:off x="6293488" y="2105716"/>
            <a:ext cx="1203403" cy="4332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100" b="1"/>
              <a:t>Community Content</a:t>
            </a:r>
          </a:p>
        </p:txBody>
      </p:sp>
      <p:sp>
        <p:nvSpPr>
          <p:cNvPr id="33" name="Espace réservé du contenu 2">
            <a:extLst>
              <a:ext uri="{FF2B5EF4-FFF2-40B4-BE49-F238E27FC236}">
                <a16:creationId xmlns:a16="http://schemas.microsoft.com/office/drawing/2014/main" id="{5BCD3B28-68A0-4115-83C3-F2F0ACFF35EC}"/>
              </a:ext>
            </a:extLst>
          </p:cNvPr>
          <p:cNvSpPr txBox="1">
            <a:spLocks/>
          </p:cNvSpPr>
          <p:nvPr/>
        </p:nvSpPr>
        <p:spPr>
          <a:xfrm>
            <a:off x="5686596" y="3634692"/>
            <a:ext cx="1223906" cy="61223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100" b="1" dirty="0"/>
              <a:t>Community People</a:t>
            </a:r>
          </a:p>
        </p:txBody>
      </p:sp>
      <p:grpSp>
        <p:nvGrpSpPr>
          <p:cNvPr id="4" name="Groupe 3">
            <a:extLst>
              <a:ext uri="{FF2B5EF4-FFF2-40B4-BE49-F238E27FC236}">
                <a16:creationId xmlns:a16="http://schemas.microsoft.com/office/drawing/2014/main" id="{0A991CD9-FBD9-47BB-A7AB-692F1AB431A5}"/>
              </a:ext>
            </a:extLst>
          </p:cNvPr>
          <p:cNvGrpSpPr/>
          <p:nvPr/>
        </p:nvGrpSpPr>
        <p:grpSpPr>
          <a:xfrm>
            <a:off x="3165689" y="2729599"/>
            <a:ext cx="1362959" cy="1433301"/>
            <a:chOff x="3165689" y="2729599"/>
            <a:chExt cx="1362959" cy="1433301"/>
          </a:xfrm>
        </p:grpSpPr>
        <p:pic>
          <p:nvPicPr>
            <p:cNvPr id="16" name="Graphique 15" descr="Flèche : incurvée dans le sens des aiguilles d’une montre avec un remplissage uni">
              <a:extLst>
                <a:ext uri="{FF2B5EF4-FFF2-40B4-BE49-F238E27FC236}">
                  <a16:creationId xmlns:a16="http://schemas.microsoft.com/office/drawing/2014/main" id="{FB2D1015-9691-4B5C-B023-A38861EE18E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29" t="9126" r="29081"/>
            <a:stretch/>
          </p:blipFill>
          <p:spPr>
            <a:xfrm rot="12688508" flipV="1">
              <a:off x="4055606" y="2729599"/>
              <a:ext cx="473042" cy="1336547"/>
            </a:xfrm>
            <a:prstGeom prst="rect">
              <a:avLst/>
            </a:prstGeom>
          </p:spPr>
        </p:pic>
        <p:pic>
          <p:nvPicPr>
            <p:cNvPr id="21" name="Graphique 20" descr="Homme avec un remplissage uni">
              <a:extLst>
                <a:ext uri="{FF2B5EF4-FFF2-40B4-BE49-F238E27FC236}">
                  <a16:creationId xmlns:a16="http://schemas.microsoft.com/office/drawing/2014/main" id="{B3430AB1-29B3-4CA4-A553-490998E9FC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65689" y="3508391"/>
              <a:ext cx="654509" cy="654509"/>
            </a:xfrm>
            <a:prstGeom prst="rect">
              <a:avLst/>
            </a:prstGeom>
          </p:spPr>
        </p:pic>
        <p:pic>
          <p:nvPicPr>
            <p:cNvPr id="35" name="Graphique 34" descr="Réussite du groupe avec un remplissage uni">
              <a:extLst>
                <a:ext uri="{FF2B5EF4-FFF2-40B4-BE49-F238E27FC236}">
                  <a16:creationId xmlns:a16="http://schemas.microsoft.com/office/drawing/2014/main" id="{D21E9D7A-2D6A-4F3B-B459-072C0F0834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63179" y="3407228"/>
              <a:ext cx="628948" cy="628948"/>
            </a:xfrm>
            <a:prstGeom prst="rect">
              <a:avLst/>
            </a:prstGeom>
          </p:spPr>
        </p:pic>
      </p:grpSp>
      <p:grpSp>
        <p:nvGrpSpPr>
          <p:cNvPr id="6" name="Groupe 5">
            <a:extLst>
              <a:ext uri="{FF2B5EF4-FFF2-40B4-BE49-F238E27FC236}">
                <a16:creationId xmlns:a16="http://schemas.microsoft.com/office/drawing/2014/main" id="{015AB25E-AC7C-4312-98A8-C81A1BF71396}"/>
              </a:ext>
            </a:extLst>
          </p:cNvPr>
          <p:cNvGrpSpPr/>
          <p:nvPr/>
        </p:nvGrpSpPr>
        <p:grpSpPr>
          <a:xfrm>
            <a:off x="4626933" y="4472172"/>
            <a:ext cx="1523094" cy="1830743"/>
            <a:chOff x="4626933" y="4472172"/>
            <a:chExt cx="1523094" cy="1830743"/>
          </a:xfrm>
        </p:grpSpPr>
        <p:pic>
          <p:nvPicPr>
            <p:cNvPr id="36" name="Graphique 35" descr="Flèche : incurvée dans le sens des aiguilles d’une montre avec un remplissage uni">
              <a:extLst>
                <a:ext uri="{FF2B5EF4-FFF2-40B4-BE49-F238E27FC236}">
                  <a16:creationId xmlns:a16="http://schemas.microsoft.com/office/drawing/2014/main" id="{9B367397-4405-41B2-8C54-2113A013887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8129" t="9126" r="29081"/>
            <a:stretch/>
          </p:blipFill>
          <p:spPr>
            <a:xfrm rot="12009256">
              <a:off x="5676985" y="4472172"/>
              <a:ext cx="473042" cy="726234"/>
            </a:xfrm>
            <a:prstGeom prst="rect">
              <a:avLst/>
            </a:prstGeom>
          </p:spPr>
        </p:pic>
        <p:pic>
          <p:nvPicPr>
            <p:cNvPr id="38" name="Graphique 37" descr="Homme avec un remplissage uni">
              <a:extLst>
                <a:ext uri="{FF2B5EF4-FFF2-40B4-BE49-F238E27FC236}">
                  <a16:creationId xmlns:a16="http://schemas.microsoft.com/office/drawing/2014/main" id="{E34ABC32-8D98-430D-ACA0-F0C6797F2F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26933" y="5648406"/>
              <a:ext cx="654509" cy="654509"/>
            </a:xfrm>
            <a:prstGeom prst="rect">
              <a:avLst/>
            </a:prstGeom>
          </p:spPr>
        </p:pic>
        <p:pic>
          <p:nvPicPr>
            <p:cNvPr id="39" name="Graphique 38" descr="Homme avec un remplissage uni">
              <a:extLst>
                <a:ext uri="{FF2B5EF4-FFF2-40B4-BE49-F238E27FC236}">
                  <a16:creationId xmlns:a16="http://schemas.microsoft.com/office/drawing/2014/main" id="{63B2F121-62D0-457E-BE48-508D959136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11270" y="5644440"/>
              <a:ext cx="654509" cy="654509"/>
            </a:xfrm>
            <a:prstGeom prst="rect">
              <a:avLst/>
            </a:prstGeom>
          </p:spPr>
        </p:pic>
        <p:sp>
          <p:nvSpPr>
            <p:cNvPr id="53" name="Rectangle : coins arrondis 52">
              <a:extLst>
                <a:ext uri="{FF2B5EF4-FFF2-40B4-BE49-F238E27FC236}">
                  <a16:creationId xmlns:a16="http://schemas.microsoft.com/office/drawing/2014/main" id="{513D9E9E-5A6A-4DAF-BB8B-1576F3592CC0}"/>
                </a:ext>
              </a:extLst>
            </p:cNvPr>
            <p:cNvSpPr/>
            <p:nvPr/>
          </p:nvSpPr>
          <p:spPr>
            <a:xfrm>
              <a:off x="5110959" y="5886400"/>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4" name="Rectangle : coins arrondis 53">
              <a:extLst>
                <a:ext uri="{FF2B5EF4-FFF2-40B4-BE49-F238E27FC236}">
                  <a16:creationId xmlns:a16="http://schemas.microsoft.com/office/drawing/2014/main" id="{B604C300-FB82-4641-8CF8-62F50C718A50}"/>
                </a:ext>
              </a:extLst>
            </p:cNvPr>
            <p:cNvSpPr/>
            <p:nvPr/>
          </p:nvSpPr>
          <p:spPr>
            <a:xfrm rot="5400000">
              <a:off x="5110959" y="6066728"/>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C67627F5-CAAD-470B-A57F-5F37CB02056F}"/>
                </a:ext>
              </a:extLst>
            </p:cNvPr>
            <p:cNvSpPr/>
            <p:nvPr/>
          </p:nvSpPr>
          <p:spPr>
            <a:xfrm>
              <a:off x="5216256" y="6232046"/>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2" name="Image 61">
              <a:extLst>
                <a:ext uri="{FF2B5EF4-FFF2-40B4-BE49-F238E27FC236}">
                  <a16:creationId xmlns:a16="http://schemas.microsoft.com/office/drawing/2014/main" id="{441ECC7E-0E36-4AB7-8BFB-E2502A36BE25}"/>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20605" t="14466" r="20964" b="14211"/>
            <a:stretch/>
          </p:blipFill>
          <p:spPr>
            <a:xfrm>
              <a:off x="5356447" y="5796894"/>
              <a:ext cx="71478" cy="87755"/>
            </a:xfrm>
            <a:prstGeom prst="rect">
              <a:avLst/>
            </a:prstGeom>
          </p:spPr>
        </p:pic>
        <p:pic>
          <p:nvPicPr>
            <p:cNvPr id="64" name="Image 63">
              <a:extLst>
                <a:ext uri="{FF2B5EF4-FFF2-40B4-BE49-F238E27FC236}">
                  <a16:creationId xmlns:a16="http://schemas.microsoft.com/office/drawing/2014/main" id="{B785B003-F161-44EF-974A-797942289433}"/>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20605" t="14466" r="20964" b="14211"/>
            <a:stretch/>
          </p:blipFill>
          <p:spPr>
            <a:xfrm flipH="1">
              <a:off x="5144424" y="5796230"/>
              <a:ext cx="61422" cy="87755"/>
            </a:xfrm>
            <a:prstGeom prst="rect">
              <a:avLst/>
            </a:prstGeom>
          </p:spPr>
        </p:pic>
      </p:grpSp>
      <p:grpSp>
        <p:nvGrpSpPr>
          <p:cNvPr id="7" name="Groupe 6">
            <a:extLst>
              <a:ext uri="{FF2B5EF4-FFF2-40B4-BE49-F238E27FC236}">
                <a16:creationId xmlns:a16="http://schemas.microsoft.com/office/drawing/2014/main" id="{51B9ECBB-1C6D-4A13-AE07-95B4D1553F27}"/>
              </a:ext>
            </a:extLst>
          </p:cNvPr>
          <p:cNvGrpSpPr/>
          <p:nvPr/>
        </p:nvGrpSpPr>
        <p:grpSpPr>
          <a:xfrm>
            <a:off x="6488189" y="4569508"/>
            <a:ext cx="1447746" cy="1729441"/>
            <a:chOff x="6488189" y="4569508"/>
            <a:chExt cx="1447746" cy="1729441"/>
          </a:xfrm>
        </p:grpSpPr>
        <p:pic>
          <p:nvPicPr>
            <p:cNvPr id="37" name="Graphique 36" descr="Flèche : incurvée dans le sens des aiguilles d’une montre avec un remplissage uni">
              <a:extLst>
                <a:ext uri="{FF2B5EF4-FFF2-40B4-BE49-F238E27FC236}">
                  <a16:creationId xmlns:a16="http://schemas.microsoft.com/office/drawing/2014/main" id="{0F834E91-3BBC-4A39-9FB4-699E5935497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8129" t="9126" r="29081"/>
            <a:stretch/>
          </p:blipFill>
          <p:spPr>
            <a:xfrm>
              <a:off x="6488189" y="4569508"/>
              <a:ext cx="473042" cy="726234"/>
            </a:xfrm>
            <a:prstGeom prst="rect">
              <a:avLst/>
            </a:prstGeom>
          </p:spPr>
        </p:pic>
        <p:pic>
          <p:nvPicPr>
            <p:cNvPr id="40" name="Graphique 39" descr="Homme avec un remplissage uni">
              <a:extLst>
                <a:ext uri="{FF2B5EF4-FFF2-40B4-BE49-F238E27FC236}">
                  <a16:creationId xmlns:a16="http://schemas.microsoft.com/office/drawing/2014/main" id="{53E170AA-779E-4DDE-AFBB-ED4AC95512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02254" y="5644440"/>
              <a:ext cx="654509" cy="654509"/>
            </a:xfrm>
            <a:prstGeom prst="rect">
              <a:avLst/>
            </a:prstGeom>
          </p:spPr>
        </p:pic>
        <p:pic>
          <p:nvPicPr>
            <p:cNvPr id="41" name="Graphique 40" descr="Homme avec un remplissage uni">
              <a:extLst>
                <a:ext uri="{FF2B5EF4-FFF2-40B4-BE49-F238E27FC236}">
                  <a16:creationId xmlns:a16="http://schemas.microsoft.com/office/drawing/2014/main" id="{021DC8A0-E09C-4948-9316-D878C92B19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81426" y="5636690"/>
              <a:ext cx="654509" cy="654509"/>
            </a:xfrm>
            <a:prstGeom prst="rect">
              <a:avLst/>
            </a:prstGeom>
          </p:spPr>
        </p:pic>
        <p:grpSp>
          <p:nvGrpSpPr>
            <p:cNvPr id="57" name="Groupe 56">
              <a:extLst>
                <a:ext uri="{FF2B5EF4-FFF2-40B4-BE49-F238E27FC236}">
                  <a16:creationId xmlns:a16="http://schemas.microsoft.com/office/drawing/2014/main" id="{BB7B6FF8-BBA2-475C-9747-7F4A6183E082}"/>
                </a:ext>
              </a:extLst>
            </p:cNvPr>
            <p:cNvGrpSpPr/>
            <p:nvPr/>
          </p:nvGrpSpPr>
          <p:grpSpPr>
            <a:xfrm>
              <a:off x="7002959" y="5871181"/>
              <a:ext cx="370794" cy="404799"/>
              <a:chOff x="4692349" y="5898939"/>
              <a:chExt cx="370794" cy="404799"/>
            </a:xfrm>
          </p:grpSpPr>
          <p:sp>
            <p:nvSpPr>
              <p:cNvPr id="58" name="Rectangle : coins arrondis 57">
                <a:extLst>
                  <a:ext uri="{FF2B5EF4-FFF2-40B4-BE49-F238E27FC236}">
                    <a16:creationId xmlns:a16="http://schemas.microsoft.com/office/drawing/2014/main" id="{B11FB762-BFCD-4732-8063-4EFA893ADADD}"/>
                  </a:ext>
                </a:extLst>
              </p:cNvPr>
              <p:cNvSpPr/>
              <p:nvPr/>
            </p:nvSpPr>
            <p:spPr>
              <a:xfrm>
                <a:off x="4692349" y="5898939"/>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9" name="Rectangle : coins arrondis 58">
                <a:extLst>
                  <a:ext uri="{FF2B5EF4-FFF2-40B4-BE49-F238E27FC236}">
                    <a16:creationId xmlns:a16="http://schemas.microsoft.com/office/drawing/2014/main" id="{54FADFB4-D2F0-40A6-9503-6435D00CA1E1}"/>
                  </a:ext>
                </a:extLst>
              </p:cNvPr>
              <p:cNvSpPr/>
              <p:nvPr/>
            </p:nvSpPr>
            <p:spPr>
              <a:xfrm rot="5400000">
                <a:off x="4692349" y="6079267"/>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0" name="Rectangle : coins arrondis 59">
                <a:extLst>
                  <a:ext uri="{FF2B5EF4-FFF2-40B4-BE49-F238E27FC236}">
                    <a16:creationId xmlns:a16="http://schemas.microsoft.com/office/drawing/2014/main" id="{2F3F03AC-B6FD-4913-8FD0-01044D50D1EB}"/>
                  </a:ext>
                </a:extLst>
              </p:cNvPr>
              <p:cNvSpPr/>
              <p:nvPr/>
            </p:nvSpPr>
            <p:spPr>
              <a:xfrm>
                <a:off x="4797646" y="6244585"/>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65" name="Image 64">
              <a:extLst>
                <a:ext uri="{FF2B5EF4-FFF2-40B4-BE49-F238E27FC236}">
                  <a16:creationId xmlns:a16="http://schemas.microsoft.com/office/drawing/2014/main" id="{9BADF2AF-3C6C-44FA-B001-17B296ECAD73}"/>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20605" t="14466" r="20964" b="14211"/>
            <a:stretch/>
          </p:blipFill>
          <p:spPr>
            <a:xfrm>
              <a:off x="7269778" y="5779000"/>
              <a:ext cx="71478" cy="87755"/>
            </a:xfrm>
            <a:prstGeom prst="rect">
              <a:avLst/>
            </a:prstGeom>
          </p:spPr>
        </p:pic>
        <p:pic>
          <p:nvPicPr>
            <p:cNvPr id="66" name="Image 65">
              <a:extLst>
                <a:ext uri="{FF2B5EF4-FFF2-40B4-BE49-F238E27FC236}">
                  <a16:creationId xmlns:a16="http://schemas.microsoft.com/office/drawing/2014/main" id="{613B8AA7-A861-48DC-8983-A4129CAC15BF}"/>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20605" t="14466" r="20964" b="14211"/>
            <a:stretch/>
          </p:blipFill>
          <p:spPr>
            <a:xfrm flipH="1">
              <a:off x="7057755" y="5778336"/>
              <a:ext cx="61422" cy="87755"/>
            </a:xfrm>
            <a:prstGeom prst="rect">
              <a:avLst/>
            </a:prstGeom>
          </p:spPr>
        </p:pic>
      </p:grpSp>
      <p:grpSp>
        <p:nvGrpSpPr>
          <p:cNvPr id="135" name="Groupe 134">
            <a:extLst>
              <a:ext uri="{FF2B5EF4-FFF2-40B4-BE49-F238E27FC236}">
                <a16:creationId xmlns:a16="http://schemas.microsoft.com/office/drawing/2014/main" id="{80D051C5-DC61-406F-BECE-3C96EC640399}"/>
              </a:ext>
            </a:extLst>
          </p:cNvPr>
          <p:cNvGrpSpPr/>
          <p:nvPr/>
        </p:nvGrpSpPr>
        <p:grpSpPr>
          <a:xfrm>
            <a:off x="6783973" y="2643953"/>
            <a:ext cx="644700" cy="644700"/>
            <a:chOff x="6783973" y="2643953"/>
            <a:chExt cx="644700" cy="644700"/>
          </a:xfrm>
        </p:grpSpPr>
        <p:sp>
          <p:nvSpPr>
            <p:cNvPr id="134" name="Ellipse 133">
              <a:extLst>
                <a:ext uri="{FF2B5EF4-FFF2-40B4-BE49-F238E27FC236}">
                  <a16:creationId xmlns:a16="http://schemas.microsoft.com/office/drawing/2014/main" id="{24B3989A-E718-4EA9-B98A-18C35AF5DBFB}"/>
                </a:ext>
              </a:extLst>
            </p:cNvPr>
            <p:cNvSpPr/>
            <p:nvPr/>
          </p:nvSpPr>
          <p:spPr>
            <a:xfrm>
              <a:off x="6783973" y="2643953"/>
              <a:ext cx="644700" cy="644700"/>
            </a:xfrm>
            <a:prstGeom prst="ellipse">
              <a:avLst/>
            </a:prstGeom>
            <a:solidFill>
              <a:srgbClr val="A1CC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3" name="Image 22">
              <a:extLst>
                <a:ext uri="{FF2B5EF4-FFF2-40B4-BE49-F238E27FC236}">
                  <a16:creationId xmlns:a16="http://schemas.microsoft.com/office/drawing/2014/main" id="{4A98BEA6-DA95-45F3-8C87-36F6245AD28A}"/>
                </a:ext>
              </a:extLst>
            </p:cNvPr>
            <p:cNvPicPr>
              <a:picLocks noChangeAspect="1"/>
            </p:cNvPicPr>
            <p:nvPr/>
          </p:nvPicPr>
          <p:blipFill rotWithShape="1">
            <a:blip r:embed="rId12">
              <a:extLst>
                <a:ext uri="{BEBA8EAE-BF5A-486C-A8C5-ECC9F3942E4B}">
                  <a14:imgProps xmlns:a14="http://schemas.microsoft.com/office/drawing/2010/main">
                    <a14:imgLayer r:embed="rId13">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16944" t="18991" r="18259" b="18438"/>
            <a:stretch/>
          </p:blipFill>
          <p:spPr>
            <a:xfrm>
              <a:off x="6881905" y="2756548"/>
              <a:ext cx="448836" cy="433403"/>
            </a:xfrm>
            <a:prstGeom prst="rect">
              <a:avLst/>
            </a:prstGeom>
          </p:spPr>
        </p:pic>
      </p:grpSp>
      <p:grpSp>
        <p:nvGrpSpPr>
          <p:cNvPr id="8" name="Groupe 7">
            <a:extLst>
              <a:ext uri="{FF2B5EF4-FFF2-40B4-BE49-F238E27FC236}">
                <a16:creationId xmlns:a16="http://schemas.microsoft.com/office/drawing/2014/main" id="{C8FFEEC1-B6BE-4DB4-A0CA-5E8FC4BAAAC3}"/>
              </a:ext>
            </a:extLst>
          </p:cNvPr>
          <p:cNvGrpSpPr/>
          <p:nvPr/>
        </p:nvGrpSpPr>
        <p:grpSpPr>
          <a:xfrm>
            <a:off x="7238011" y="2389487"/>
            <a:ext cx="2396751" cy="871651"/>
            <a:chOff x="7238011" y="2389487"/>
            <a:chExt cx="2396751" cy="871651"/>
          </a:xfrm>
        </p:grpSpPr>
        <p:pic>
          <p:nvPicPr>
            <p:cNvPr id="25" name="Graphique 24" descr="Flèche : incurvée dans le sens des aiguilles d’une montre avec un remplissage uni">
              <a:extLst>
                <a:ext uri="{FF2B5EF4-FFF2-40B4-BE49-F238E27FC236}">
                  <a16:creationId xmlns:a16="http://schemas.microsoft.com/office/drawing/2014/main" id="{CF2E39BD-E554-45DC-B829-2A16749BB18F}"/>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l="28129" t="9126" r="29081"/>
            <a:stretch/>
          </p:blipFill>
          <p:spPr>
            <a:xfrm rot="15515880" flipV="1">
              <a:off x="7698109" y="1929389"/>
              <a:ext cx="473042" cy="1393237"/>
            </a:xfrm>
            <a:prstGeom prst="rect">
              <a:avLst/>
            </a:prstGeom>
          </p:spPr>
        </p:pic>
        <p:grpSp>
          <p:nvGrpSpPr>
            <p:cNvPr id="90" name="Groupe 89">
              <a:extLst>
                <a:ext uri="{FF2B5EF4-FFF2-40B4-BE49-F238E27FC236}">
                  <a16:creationId xmlns:a16="http://schemas.microsoft.com/office/drawing/2014/main" id="{E879D094-8D44-4D75-9597-28C03C18FCBF}"/>
                </a:ext>
              </a:extLst>
            </p:cNvPr>
            <p:cNvGrpSpPr/>
            <p:nvPr/>
          </p:nvGrpSpPr>
          <p:grpSpPr>
            <a:xfrm>
              <a:off x="9221691" y="2779326"/>
              <a:ext cx="413071" cy="481812"/>
              <a:chOff x="10156116" y="5180485"/>
              <a:chExt cx="854743" cy="996985"/>
            </a:xfrm>
            <a:solidFill>
              <a:schemeClr val="tx1"/>
            </a:solidFill>
          </p:grpSpPr>
          <p:sp>
            <p:nvSpPr>
              <p:cNvPr id="91" name="Rectangle : coins arrondis 90">
                <a:extLst>
                  <a:ext uri="{FF2B5EF4-FFF2-40B4-BE49-F238E27FC236}">
                    <a16:creationId xmlns:a16="http://schemas.microsoft.com/office/drawing/2014/main" id="{A3F5C1C1-9CD5-4266-B02D-8F10CFEF2998}"/>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2" name="Rectangle : coins arrondis 91">
                <a:extLst>
                  <a:ext uri="{FF2B5EF4-FFF2-40B4-BE49-F238E27FC236}">
                    <a16:creationId xmlns:a16="http://schemas.microsoft.com/office/drawing/2014/main" id="{B80E8892-ADCB-44EC-92B5-79272C87E8E2}"/>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3" name="Rectangle : coins arrondis 92">
                <a:extLst>
                  <a:ext uri="{FF2B5EF4-FFF2-40B4-BE49-F238E27FC236}">
                    <a16:creationId xmlns:a16="http://schemas.microsoft.com/office/drawing/2014/main" id="{758CC062-2DC1-46EF-900C-882517E00E1B}"/>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4" name="Rectangle : coins arrondis 93">
                <a:extLst>
                  <a:ext uri="{FF2B5EF4-FFF2-40B4-BE49-F238E27FC236}">
                    <a16:creationId xmlns:a16="http://schemas.microsoft.com/office/drawing/2014/main" id="{CDBD2CD2-44BE-4C97-AD4A-BDBD5C724445}"/>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5" name="Rectangle : coins arrondis 94">
                <a:extLst>
                  <a:ext uri="{FF2B5EF4-FFF2-40B4-BE49-F238E27FC236}">
                    <a16:creationId xmlns:a16="http://schemas.microsoft.com/office/drawing/2014/main" id="{5560D6AD-F6B2-412F-AF9B-E2598A999C55}"/>
                  </a:ext>
                </a:extLst>
              </p:cNvPr>
              <p:cNvSpPr/>
              <p:nvPr/>
            </p:nvSpPr>
            <p:spPr>
              <a:xfrm rot="4794981">
                <a:off x="10136125" y="5545289"/>
                <a:ext cx="416741" cy="151257"/>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6" name="Rectangle : coins arrondis 95">
                <a:extLst>
                  <a:ext uri="{FF2B5EF4-FFF2-40B4-BE49-F238E27FC236}">
                    <a16:creationId xmlns:a16="http://schemas.microsoft.com/office/drawing/2014/main" id="{F05B27E4-2286-4478-ACFB-49A7C1B763A1}"/>
                  </a:ext>
                </a:extLst>
              </p:cNvPr>
              <p:cNvSpPr/>
              <p:nvPr/>
            </p:nvSpPr>
            <p:spPr>
              <a:xfrm>
                <a:off x="10307091" y="5697154"/>
                <a:ext cx="380310" cy="141622"/>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7" name="Rectangle : coins arrondis 96">
                <a:extLst>
                  <a:ext uri="{FF2B5EF4-FFF2-40B4-BE49-F238E27FC236}">
                    <a16:creationId xmlns:a16="http://schemas.microsoft.com/office/drawing/2014/main" id="{99C49F01-D8E4-4427-9DB6-EADB27CFCA1A}"/>
                  </a:ext>
                </a:extLst>
              </p:cNvPr>
              <p:cNvSpPr/>
              <p:nvPr/>
            </p:nvSpPr>
            <p:spPr>
              <a:xfrm rot="5400000">
                <a:off x="10439654" y="5868742"/>
                <a:ext cx="387256"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8" name="Ellipse 97">
                <a:extLst>
                  <a:ext uri="{FF2B5EF4-FFF2-40B4-BE49-F238E27FC236}">
                    <a16:creationId xmlns:a16="http://schemas.microsoft.com/office/drawing/2014/main" id="{097DAA0A-9BC4-4631-9ABD-3B94863D4F2F}"/>
                  </a:ext>
                </a:extLst>
              </p:cNvPr>
              <p:cNvSpPr/>
              <p:nvPr/>
            </p:nvSpPr>
            <p:spPr>
              <a:xfrm>
                <a:off x="10221156" y="5214077"/>
                <a:ext cx="187245" cy="18724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 coins arrondis 98">
                <a:extLst>
                  <a:ext uri="{FF2B5EF4-FFF2-40B4-BE49-F238E27FC236}">
                    <a16:creationId xmlns:a16="http://schemas.microsoft.com/office/drawing/2014/main" id="{411E58F4-D4A6-44F5-86B6-46B06359F6A0}"/>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0" name="Rectangle : coins arrondis 99">
                <a:extLst>
                  <a:ext uri="{FF2B5EF4-FFF2-40B4-BE49-F238E27FC236}">
                    <a16:creationId xmlns:a16="http://schemas.microsoft.com/office/drawing/2014/main" id="{56B1BCA7-3EDE-4B20-84F6-3D1E0708F80F}"/>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1" name="Rectangle : coins arrondis 100">
                <a:extLst>
                  <a:ext uri="{FF2B5EF4-FFF2-40B4-BE49-F238E27FC236}">
                    <a16:creationId xmlns:a16="http://schemas.microsoft.com/office/drawing/2014/main" id="{5F3F9DA4-C136-4C71-A55E-C84CD7F4C3B8}"/>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2" name="Rectangle : coins arrondis 101">
                <a:extLst>
                  <a:ext uri="{FF2B5EF4-FFF2-40B4-BE49-F238E27FC236}">
                    <a16:creationId xmlns:a16="http://schemas.microsoft.com/office/drawing/2014/main" id="{D2D9F697-7571-4F1A-AA22-3958D8D27B8C}"/>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3" name="Rectangle : coins arrondis 102">
                <a:extLst>
                  <a:ext uri="{FF2B5EF4-FFF2-40B4-BE49-F238E27FC236}">
                    <a16:creationId xmlns:a16="http://schemas.microsoft.com/office/drawing/2014/main" id="{D968FC38-3BAB-47EE-898A-64F664A6B7C9}"/>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4" name="Rectangle : coins arrondis 103">
                <a:extLst>
                  <a:ext uri="{FF2B5EF4-FFF2-40B4-BE49-F238E27FC236}">
                    <a16:creationId xmlns:a16="http://schemas.microsoft.com/office/drawing/2014/main" id="{D4304A3F-4EC6-4217-A5C2-91A045598F8A}"/>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5" name="Rectangle : coins arrondis 104">
                <a:extLst>
                  <a:ext uri="{FF2B5EF4-FFF2-40B4-BE49-F238E27FC236}">
                    <a16:creationId xmlns:a16="http://schemas.microsoft.com/office/drawing/2014/main" id="{A5F483C9-A30A-47B1-B1BA-75F9DCA941D3}"/>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6" name="Rectangle : coins arrondis 105">
                <a:extLst>
                  <a:ext uri="{FF2B5EF4-FFF2-40B4-BE49-F238E27FC236}">
                    <a16:creationId xmlns:a16="http://schemas.microsoft.com/office/drawing/2014/main" id="{3DA710F6-7D24-4760-BF5E-9263BD97665C}"/>
                  </a:ext>
                </a:extLst>
              </p:cNvPr>
              <p:cNvSpPr/>
              <p:nvPr/>
            </p:nvSpPr>
            <p:spPr>
              <a:xfrm rot="1301683">
                <a:off x="10267797" y="5452733"/>
                <a:ext cx="277912" cy="84497"/>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136" name="Groupe 135">
              <a:extLst>
                <a:ext uri="{FF2B5EF4-FFF2-40B4-BE49-F238E27FC236}">
                  <a16:creationId xmlns:a16="http://schemas.microsoft.com/office/drawing/2014/main" id="{3CF0C044-1396-406D-B09C-375A53A392D3}"/>
                </a:ext>
              </a:extLst>
            </p:cNvPr>
            <p:cNvGrpSpPr/>
            <p:nvPr/>
          </p:nvGrpSpPr>
          <p:grpSpPr>
            <a:xfrm>
              <a:off x="8513944" y="2559254"/>
              <a:ext cx="244399" cy="244399"/>
              <a:chOff x="6783973" y="2643953"/>
              <a:chExt cx="644700" cy="644700"/>
            </a:xfrm>
          </p:grpSpPr>
          <p:sp>
            <p:nvSpPr>
              <p:cNvPr id="137" name="Ellipse 136">
                <a:extLst>
                  <a:ext uri="{FF2B5EF4-FFF2-40B4-BE49-F238E27FC236}">
                    <a16:creationId xmlns:a16="http://schemas.microsoft.com/office/drawing/2014/main" id="{6DDE10AF-974A-4339-AFC8-76102CA5BDA6}"/>
                  </a:ext>
                </a:extLst>
              </p:cNvPr>
              <p:cNvSpPr/>
              <p:nvPr/>
            </p:nvSpPr>
            <p:spPr>
              <a:xfrm>
                <a:off x="6783973" y="2643953"/>
                <a:ext cx="644700" cy="644700"/>
              </a:xfrm>
              <a:prstGeom prst="ellipse">
                <a:avLst/>
              </a:prstGeom>
              <a:solidFill>
                <a:srgbClr val="A1CC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8" name="Image 137">
                <a:extLst>
                  <a:ext uri="{FF2B5EF4-FFF2-40B4-BE49-F238E27FC236}">
                    <a16:creationId xmlns:a16="http://schemas.microsoft.com/office/drawing/2014/main" id="{47A8A00A-363A-482B-8F9D-C02F4D4EABCD}"/>
                  </a:ext>
                </a:extLst>
              </p:cNvPr>
              <p:cNvPicPr>
                <a:picLocks noChangeAspect="1"/>
              </p:cNvPicPr>
              <p:nvPr/>
            </p:nvPicPr>
            <p:blipFill rotWithShape="1">
              <a:blip r:embed="rId12">
                <a:extLst>
                  <a:ext uri="{BEBA8EAE-BF5A-486C-A8C5-ECC9F3942E4B}">
                    <a14:imgProps xmlns:a14="http://schemas.microsoft.com/office/drawing/2010/main">
                      <a14:imgLayer r:embed="rId13">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16944" t="18991" r="18259" b="18438"/>
              <a:stretch/>
            </p:blipFill>
            <p:spPr>
              <a:xfrm>
                <a:off x="6881905" y="2756548"/>
                <a:ext cx="448836" cy="433403"/>
              </a:xfrm>
              <a:prstGeom prst="rect">
                <a:avLst/>
              </a:prstGeom>
            </p:spPr>
          </p:pic>
        </p:grpSp>
      </p:grpSp>
      <p:grpSp>
        <p:nvGrpSpPr>
          <p:cNvPr id="9" name="Groupe 8">
            <a:extLst>
              <a:ext uri="{FF2B5EF4-FFF2-40B4-BE49-F238E27FC236}">
                <a16:creationId xmlns:a16="http://schemas.microsoft.com/office/drawing/2014/main" id="{B1F6B2D4-8066-403A-9FF7-BEC16996D1CF}"/>
              </a:ext>
            </a:extLst>
          </p:cNvPr>
          <p:cNvGrpSpPr/>
          <p:nvPr/>
        </p:nvGrpSpPr>
        <p:grpSpPr>
          <a:xfrm>
            <a:off x="7856290" y="3046308"/>
            <a:ext cx="1234089" cy="1410082"/>
            <a:chOff x="7856290" y="3046308"/>
            <a:chExt cx="1234089" cy="1410082"/>
          </a:xfrm>
        </p:grpSpPr>
        <p:pic>
          <p:nvPicPr>
            <p:cNvPr id="26" name="Graphique 25" descr="Flèche : incurvée dans le sens des aiguilles d’une montre avec un remplissage uni">
              <a:extLst>
                <a:ext uri="{FF2B5EF4-FFF2-40B4-BE49-F238E27FC236}">
                  <a16:creationId xmlns:a16="http://schemas.microsoft.com/office/drawing/2014/main" id="{4EAA6AE7-867B-4646-9BDF-F36CB28E9165}"/>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l="28129" t="9126" r="29081"/>
            <a:stretch/>
          </p:blipFill>
          <p:spPr>
            <a:xfrm rot="9024461" flipH="1" flipV="1">
              <a:off x="7856290" y="3046308"/>
              <a:ext cx="509513" cy="1336547"/>
            </a:xfrm>
            <a:prstGeom prst="rect">
              <a:avLst/>
            </a:prstGeom>
          </p:spPr>
        </p:pic>
        <p:grpSp>
          <p:nvGrpSpPr>
            <p:cNvPr id="107" name="Groupe 106">
              <a:extLst>
                <a:ext uri="{FF2B5EF4-FFF2-40B4-BE49-F238E27FC236}">
                  <a16:creationId xmlns:a16="http://schemas.microsoft.com/office/drawing/2014/main" id="{7B3D3715-72A9-424A-A693-8AEBA35C16AC}"/>
                </a:ext>
              </a:extLst>
            </p:cNvPr>
            <p:cNvGrpSpPr/>
            <p:nvPr/>
          </p:nvGrpSpPr>
          <p:grpSpPr>
            <a:xfrm>
              <a:off x="8677308" y="3974578"/>
              <a:ext cx="413071" cy="481812"/>
              <a:chOff x="10156116" y="5180485"/>
              <a:chExt cx="854743" cy="996985"/>
            </a:xfrm>
            <a:solidFill>
              <a:schemeClr val="tx1"/>
            </a:solidFill>
          </p:grpSpPr>
          <p:sp>
            <p:nvSpPr>
              <p:cNvPr id="108" name="Rectangle : coins arrondis 107">
                <a:extLst>
                  <a:ext uri="{FF2B5EF4-FFF2-40B4-BE49-F238E27FC236}">
                    <a16:creationId xmlns:a16="http://schemas.microsoft.com/office/drawing/2014/main" id="{38DE4E30-F89B-43DB-B6CA-04F762EB3406}"/>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9" name="Rectangle : coins arrondis 108">
                <a:extLst>
                  <a:ext uri="{FF2B5EF4-FFF2-40B4-BE49-F238E27FC236}">
                    <a16:creationId xmlns:a16="http://schemas.microsoft.com/office/drawing/2014/main" id="{66A1B2B3-0DBC-492A-AF49-356453878DD5}"/>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0" name="Rectangle : coins arrondis 109">
                <a:extLst>
                  <a:ext uri="{FF2B5EF4-FFF2-40B4-BE49-F238E27FC236}">
                    <a16:creationId xmlns:a16="http://schemas.microsoft.com/office/drawing/2014/main" id="{C6A34180-44C7-4EAF-A33A-39658BC480C0}"/>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1" name="Rectangle : coins arrondis 110">
                <a:extLst>
                  <a:ext uri="{FF2B5EF4-FFF2-40B4-BE49-F238E27FC236}">
                    <a16:creationId xmlns:a16="http://schemas.microsoft.com/office/drawing/2014/main" id="{7C788D0A-4F7C-4461-BE62-6D5834BD242A}"/>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2" name="Rectangle : coins arrondis 111">
                <a:extLst>
                  <a:ext uri="{FF2B5EF4-FFF2-40B4-BE49-F238E27FC236}">
                    <a16:creationId xmlns:a16="http://schemas.microsoft.com/office/drawing/2014/main" id="{02C8278F-A796-419F-8E20-CFEE8CFE67AE}"/>
                  </a:ext>
                </a:extLst>
              </p:cNvPr>
              <p:cNvSpPr/>
              <p:nvPr/>
            </p:nvSpPr>
            <p:spPr>
              <a:xfrm rot="4794981">
                <a:off x="10136125" y="5545289"/>
                <a:ext cx="416741" cy="151257"/>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3" name="Rectangle : coins arrondis 112">
                <a:extLst>
                  <a:ext uri="{FF2B5EF4-FFF2-40B4-BE49-F238E27FC236}">
                    <a16:creationId xmlns:a16="http://schemas.microsoft.com/office/drawing/2014/main" id="{E7F84360-3792-4AF2-A60F-C4CEDCDECBFD}"/>
                  </a:ext>
                </a:extLst>
              </p:cNvPr>
              <p:cNvSpPr/>
              <p:nvPr/>
            </p:nvSpPr>
            <p:spPr>
              <a:xfrm>
                <a:off x="10307091" y="5697154"/>
                <a:ext cx="380310" cy="141622"/>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4" name="Rectangle : coins arrondis 113">
                <a:extLst>
                  <a:ext uri="{FF2B5EF4-FFF2-40B4-BE49-F238E27FC236}">
                    <a16:creationId xmlns:a16="http://schemas.microsoft.com/office/drawing/2014/main" id="{0844A8F8-CBD6-4EE5-9FFD-DAFF20BD5DA8}"/>
                  </a:ext>
                </a:extLst>
              </p:cNvPr>
              <p:cNvSpPr/>
              <p:nvPr/>
            </p:nvSpPr>
            <p:spPr>
              <a:xfrm rot="5400000">
                <a:off x="10439654" y="5868742"/>
                <a:ext cx="387256"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5" name="Ellipse 114">
                <a:extLst>
                  <a:ext uri="{FF2B5EF4-FFF2-40B4-BE49-F238E27FC236}">
                    <a16:creationId xmlns:a16="http://schemas.microsoft.com/office/drawing/2014/main" id="{EA37A298-A74A-427A-A748-9EBA99D8144D}"/>
                  </a:ext>
                </a:extLst>
              </p:cNvPr>
              <p:cNvSpPr/>
              <p:nvPr/>
            </p:nvSpPr>
            <p:spPr>
              <a:xfrm>
                <a:off x="10221156" y="5214077"/>
                <a:ext cx="187245" cy="18724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 coins arrondis 115">
                <a:extLst>
                  <a:ext uri="{FF2B5EF4-FFF2-40B4-BE49-F238E27FC236}">
                    <a16:creationId xmlns:a16="http://schemas.microsoft.com/office/drawing/2014/main" id="{6A515071-16A6-453A-A88D-70C0CABCEBF0}"/>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7" name="Rectangle : coins arrondis 116">
                <a:extLst>
                  <a:ext uri="{FF2B5EF4-FFF2-40B4-BE49-F238E27FC236}">
                    <a16:creationId xmlns:a16="http://schemas.microsoft.com/office/drawing/2014/main" id="{6D45B63C-4212-432C-B174-9876A61D0A90}"/>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8" name="Rectangle : coins arrondis 117">
                <a:extLst>
                  <a:ext uri="{FF2B5EF4-FFF2-40B4-BE49-F238E27FC236}">
                    <a16:creationId xmlns:a16="http://schemas.microsoft.com/office/drawing/2014/main" id="{9234D8CF-36CC-4A7A-A0C8-0FFDA7175AEC}"/>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9" name="Rectangle : coins arrondis 118">
                <a:extLst>
                  <a:ext uri="{FF2B5EF4-FFF2-40B4-BE49-F238E27FC236}">
                    <a16:creationId xmlns:a16="http://schemas.microsoft.com/office/drawing/2014/main" id="{53968196-F5F5-4085-B665-65060CCD9D51}"/>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0" name="Rectangle : coins arrondis 119">
                <a:extLst>
                  <a:ext uri="{FF2B5EF4-FFF2-40B4-BE49-F238E27FC236}">
                    <a16:creationId xmlns:a16="http://schemas.microsoft.com/office/drawing/2014/main" id="{20331DD5-1989-486B-8B72-E502DA885023}"/>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1" name="Rectangle : coins arrondis 120">
                <a:extLst>
                  <a:ext uri="{FF2B5EF4-FFF2-40B4-BE49-F238E27FC236}">
                    <a16:creationId xmlns:a16="http://schemas.microsoft.com/office/drawing/2014/main" id="{B0A2D99E-6461-445D-B630-FD84E7FB2665}"/>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2" name="Rectangle : coins arrondis 121">
                <a:extLst>
                  <a:ext uri="{FF2B5EF4-FFF2-40B4-BE49-F238E27FC236}">
                    <a16:creationId xmlns:a16="http://schemas.microsoft.com/office/drawing/2014/main" id="{B05615DA-5489-4AC9-98C5-CC9B1EDFBC6C}"/>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23" name="Rectangle : coins arrondis 122">
                <a:extLst>
                  <a:ext uri="{FF2B5EF4-FFF2-40B4-BE49-F238E27FC236}">
                    <a16:creationId xmlns:a16="http://schemas.microsoft.com/office/drawing/2014/main" id="{60B470CA-EE87-409E-988D-1CC2BA9CC6CE}"/>
                  </a:ext>
                </a:extLst>
              </p:cNvPr>
              <p:cNvSpPr/>
              <p:nvPr/>
            </p:nvSpPr>
            <p:spPr>
              <a:xfrm rot="1301683">
                <a:off x="10267797" y="5452733"/>
                <a:ext cx="277912" cy="84497"/>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139" name="Groupe 138">
              <a:extLst>
                <a:ext uri="{FF2B5EF4-FFF2-40B4-BE49-F238E27FC236}">
                  <a16:creationId xmlns:a16="http://schemas.microsoft.com/office/drawing/2014/main" id="{3D1F219E-B463-4ECB-9763-8C6700720882}"/>
                </a:ext>
              </a:extLst>
            </p:cNvPr>
            <p:cNvGrpSpPr/>
            <p:nvPr/>
          </p:nvGrpSpPr>
          <p:grpSpPr>
            <a:xfrm>
              <a:off x="8323572" y="3913857"/>
              <a:ext cx="244399" cy="244399"/>
              <a:chOff x="6783973" y="2643953"/>
              <a:chExt cx="644700" cy="644700"/>
            </a:xfrm>
          </p:grpSpPr>
          <p:sp>
            <p:nvSpPr>
              <p:cNvPr id="140" name="Ellipse 139">
                <a:extLst>
                  <a:ext uri="{FF2B5EF4-FFF2-40B4-BE49-F238E27FC236}">
                    <a16:creationId xmlns:a16="http://schemas.microsoft.com/office/drawing/2014/main" id="{7A14D11E-2FBA-459F-A44B-CF78BAFAB2E5}"/>
                  </a:ext>
                </a:extLst>
              </p:cNvPr>
              <p:cNvSpPr/>
              <p:nvPr/>
            </p:nvSpPr>
            <p:spPr>
              <a:xfrm>
                <a:off x="6783973" y="2643953"/>
                <a:ext cx="644700" cy="644700"/>
              </a:xfrm>
              <a:prstGeom prst="ellipse">
                <a:avLst/>
              </a:prstGeom>
              <a:solidFill>
                <a:srgbClr val="A1CC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1" name="Image 140">
                <a:extLst>
                  <a:ext uri="{FF2B5EF4-FFF2-40B4-BE49-F238E27FC236}">
                    <a16:creationId xmlns:a16="http://schemas.microsoft.com/office/drawing/2014/main" id="{55C637A4-5C49-4F84-B88D-D37FDEF99418}"/>
                  </a:ext>
                </a:extLst>
              </p:cNvPr>
              <p:cNvPicPr>
                <a:picLocks noChangeAspect="1"/>
              </p:cNvPicPr>
              <p:nvPr/>
            </p:nvPicPr>
            <p:blipFill rotWithShape="1">
              <a:blip r:embed="rId12">
                <a:extLst>
                  <a:ext uri="{BEBA8EAE-BF5A-486C-A8C5-ECC9F3942E4B}">
                    <a14:imgProps xmlns:a14="http://schemas.microsoft.com/office/drawing/2010/main">
                      <a14:imgLayer r:embed="rId13">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16944" t="18991" r="18259" b="18438"/>
              <a:stretch/>
            </p:blipFill>
            <p:spPr>
              <a:xfrm>
                <a:off x="6881905" y="2756548"/>
                <a:ext cx="448836" cy="433403"/>
              </a:xfrm>
              <a:prstGeom prst="rect">
                <a:avLst/>
              </a:prstGeom>
            </p:spPr>
          </p:pic>
        </p:grpSp>
      </p:grpSp>
      <p:grpSp>
        <p:nvGrpSpPr>
          <p:cNvPr id="146" name="Groupe 145">
            <a:extLst>
              <a:ext uri="{FF2B5EF4-FFF2-40B4-BE49-F238E27FC236}">
                <a16:creationId xmlns:a16="http://schemas.microsoft.com/office/drawing/2014/main" id="{17BE559B-8718-456F-9F81-B3A32BA06BC9}"/>
              </a:ext>
            </a:extLst>
          </p:cNvPr>
          <p:cNvGrpSpPr/>
          <p:nvPr/>
        </p:nvGrpSpPr>
        <p:grpSpPr>
          <a:xfrm>
            <a:off x="4909629" y="2545998"/>
            <a:ext cx="644700" cy="644700"/>
            <a:chOff x="4437945" y="3116151"/>
            <a:chExt cx="644700" cy="644700"/>
          </a:xfrm>
        </p:grpSpPr>
        <p:sp>
          <p:nvSpPr>
            <p:cNvPr id="145" name="Ellipse 144">
              <a:extLst>
                <a:ext uri="{FF2B5EF4-FFF2-40B4-BE49-F238E27FC236}">
                  <a16:creationId xmlns:a16="http://schemas.microsoft.com/office/drawing/2014/main" id="{0F8E16AB-AF63-4A14-AB3E-27DC19AD3A51}"/>
                </a:ext>
              </a:extLst>
            </p:cNvPr>
            <p:cNvSpPr/>
            <p:nvPr/>
          </p:nvSpPr>
          <p:spPr>
            <a:xfrm>
              <a:off x="4437945" y="3116151"/>
              <a:ext cx="644700" cy="644700"/>
            </a:xfrm>
            <a:prstGeom prst="ellips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3" name="Image 142">
              <a:extLst>
                <a:ext uri="{FF2B5EF4-FFF2-40B4-BE49-F238E27FC236}">
                  <a16:creationId xmlns:a16="http://schemas.microsoft.com/office/drawing/2014/main" id="{D05C7F4A-2CB1-451D-8AD5-0C6B96F47158}"/>
                </a:ext>
              </a:extLst>
            </p:cNvPr>
            <p:cNvPicPr>
              <a:picLocks noChangeAspect="1"/>
            </p:cNvPicPr>
            <p:nvPr/>
          </p:nvPicPr>
          <p:blipFill>
            <a:blip r:embed="rId17">
              <a:extLs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4526722" y="3181787"/>
              <a:ext cx="465989" cy="465989"/>
            </a:xfrm>
            <a:prstGeom prst="rect">
              <a:avLst/>
            </a:prstGeom>
          </p:spPr>
        </p:pic>
      </p:grpSp>
      <p:grpSp>
        <p:nvGrpSpPr>
          <p:cNvPr id="3" name="Groupe 2">
            <a:extLst>
              <a:ext uri="{FF2B5EF4-FFF2-40B4-BE49-F238E27FC236}">
                <a16:creationId xmlns:a16="http://schemas.microsoft.com/office/drawing/2014/main" id="{86E592D3-2D48-4DE0-BBEB-4724504CBCCC}"/>
              </a:ext>
            </a:extLst>
          </p:cNvPr>
          <p:cNvGrpSpPr/>
          <p:nvPr/>
        </p:nvGrpSpPr>
        <p:grpSpPr>
          <a:xfrm>
            <a:off x="1015135" y="2220077"/>
            <a:ext cx="3906572" cy="1580373"/>
            <a:chOff x="1015135" y="2220077"/>
            <a:chExt cx="3906572" cy="1580373"/>
          </a:xfrm>
        </p:grpSpPr>
        <p:pic>
          <p:nvPicPr>
            <p:cNvPr id="13" name="Graphique 12" descr="Flèche : incurvée dans le sens des aiguilles d’une montre avec un remplissage uni">
              <a:extLst>
                <a:ext uri="{FF2B5EF4-FFF2-40B4-BE49-F238E27FC236}">
                  <a16:creationId xmlns:a16="http://schemas.microsoft.com/office/drawing/2014/main" id="{1965D17C-209C-4D38-947A-6781A87583B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29" t="9126" r="29081"/>
            <a:stretch/>
          </p:blipFill>
          <p:spPr>
            <a:xfrm rot="17014980">
              <a:off x="3900825" y="1672236"/>
              <a:ext cx="473042" cy="1568723"/>
            </a:xfrm>
            <a:prstGeom prst="rect">
              <a:avLst/>
            </a:prstGeom>
          </p:spPr>
        </p:pic>
        <p:pic>
          <p:nvPicPr>
            <p:cNvPr id="18" name="Graphique 17" descr="Réussite du groupe avec un remplissage uni">
              <a:extLst>
                <a:ext uri="{FF2B5EF4-FFF2-40B4-BE49-F238E27FC236}">
                  <a16:creationId xmlns:a16="http://schemas.microsoft.com/office/drawing/2014/main" id="{73D45C99-26C6-446A-A4F3-CE562E77A32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5135" y="2886050"/>
              <a:ext cx="914400" cy="914400"/>
            </a:xfrm>
            <a:prstGeom prst="rect">
              <a:avLst/>
            </a:prstGeom>
          </p:spPr>
        </p:pic>
        <p:pic>
          <p:nvPicPr>
            <p:cNvPr id="20" name="Graphique 19" descr="Homme avec un remplissage uni">
              <a:extLst>
                <a:ext uri="{FF2B5EF4-FFF2-40B4-BE49-F238E27FC236}">
                  <a16:creationId xmlns:a16="http://schemas.microsoft.com/office/drawing/2014/main" id="{7BC4E96A-6B3F-41E9-99B0-83D73D4D68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0505" y="2511883"/>
              <a:ext cx="654509" cy="654509"/>
            </a:xfrm>
            <a:prstGeom prst="rect">
              <a:avLst/>
            </a:prstGeom>
          </p:spPr>
        </p:pic>
        <p:grpSp>
          <p:nvGrpSpPr>
            <p:cNvPr id="147" name="Groupe 146">
              <a:extLst>
                <a:ext uri="{FF2B5EF4-FFF2-40B4-BE49-F238E27FC236}">
                  <a16:creationId xmlns:a16="http://schemas.microsoft.com/office/drawing/2014/main" id="{F6095432-F798-4B5B-8222-A492382F3CB4}"/>
                </a:ext>
              </a:extLst>
            </p:cNvPr>
            <p:cNvGrpSpPr/>
            <p:nvPr/>
          </p:nvGrpSpPr>
          <p:grpSpPr>
            <a:xfrm>
              <a:off x="3372995" y="2239548"/>
              <a:ext cx="306450" cy="306450"/>
              <a:chOff x="4437945" y="3116151"/>
              <a:chExt cx="644700" cy="644700"/>
            </a:xfrm>
          </p:grpSpPr>
          <p:sp>
            <p:nvSpPr>
              <p:cNvPr id="148" name="Ellipse 147">
                <a:extLst>
                  <a:ext uri="{FF2B5EF4-FFF2-40B4-BE49-F238E27FC236}">
                    <a16:creationId xmlns:a16="http://schemas.microsoft.com/office/drawing/2014/main" id="{8F701159-36C7-48ED-8825-C963E1EA79E8}"/>
                  </a:ext>
                </a:extLst>
              </p:cNvPr>
              <p:cNvSpPr/>
              <p:nvPr/>
            </p:nvSpPr>
            <p:spPr>
              <a:xfrm>
                <a:off x="4437945" y="3116151"/>
                <a:ext cx="644700" cy="644700"/>
              </a:xfrm>
              <a:prstGeom prst="ellips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9" name="Image 148">
                <a:extLst>
                  <a:ext uri="{FF2B5EF4-FFF2-40B4-BE49-F238E27FC236}">
                    <a16:creationId xmlns:a16="http://schemas.microsoft.com/office/drawing/2014/main" id="{8B17F266-87F6-424C-BE85-E258197D4B70}"/>
                  </a:ext>
                </a:extLst>
              </p:cNvPr>
              <p:cNvPicPr>
                <a:picLocks noChangeAspect="1"/>
              </p:cNvPicPr>
              <p:nvPr/>
            </p:nvPicPr>
            <p:blipFill>
              <a:blip r:embed="rId17">
                <a:extLs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4526722" y="3181787"/>
                <a:ext cx="465989" cy="465989"/>
              </a:xfrm>
              <a:prstGeom prst="rect">
                <a:avLst/>
              </a:prstGeom>
            </p:spPr>
          </p:pic>
        </p:grpSp>
      </p:grpSp>
      <p:grpSp>
        <p:nvGrpSpPr>
          <p:cNvPr id="5" name="Groupe 4">
            <a:extLst>
              <a:ext uri="{FF2B5EF4-FFF2-40B4-BE49-F238E27FC236}">
                <a16:creationId xmlns:a16="http://schemas.microsoft.com/office/drawing/2014/main" id="{CA3209CC-EE2E-4649-96C6-818FF1E28D47}"/>
              </a:ext>
            </a:extLst>
          </p:cNvPr>
          <p:cNvGrpSpPr/>
          <p:nvPr/>
        </p:nvGrpSpPr>
        <p:grpSpPr>
          <a:xfrm>
            <a:off x="3868564" y="3713893"/>
            <a:ext cx="1763326" cy="1377620"/>
            <a:chOff x="3868564" y="3713893"/>
            <a:chExt cx="1763326" cy="1377620"/>
          </a:xfrm>
        </p:grpSpPr>
        <p:grpSp>
          <p:nvGrpSpPr>
            <p:cNvPr id="150" name="Groupe 149">
              <a:extLst>
                <a:ext uri="{FF2B5EF4-FFF2-40B4-BE49-F238E27FC236}">
                  <a16:creationId xmlns:a16="http://schemas.microsoft.com/office/drawing/2014/main" id="{7FD443C9-2642-44B9-A04B-56BA4A8B3B58}"/>
                </a:ext>
              </a:extLst>
            </p:cNvPr>
            <p:cNvGrpSpPr/>
            <p:nvPr/>
          </p:nvGrpSpPr>
          <p:grpSpPr>
            <a:xfrm>
              <a:off x="4420079" y="4321508"/>
              <a:ext cx="306450" cy="306450"/>
              <a:chOff x="4437945" y="3116151"/>
              <a:chExt cx="644700" cy="644700"/>
            </a:xfrm>
          </p:grpSpPr>
          <p:sp>
            <p:nvSpPr>
              <p:cNvPr id="151" name="Ellipse 150">
                <a:extLst>
                  <a:ext uri="{FF2B5EF4-FFF2-40B4-BE49-F238E27FC236}">
                    <a16:creationId xmlns:a16="http://schemas.microsoft.com/office/drawing/2014/main" id="{DA2204CC-B779-47D4-8AEF-E2C59B31FFE9}"/>
                  </a:ext>
                </a:extLst>
              </p:cNvPr>
              <p:cNvSpPr/>
              <p:nvPr/>
            </p:nvSpPr>
            <p:spPr>
              <a:xfrm>
                <a:off x="4437945" y="3116151"/>
                <a:ext cx="644700" cy="644700"/>
              </a:xfrm>
              <a:prstGeom prst="ellips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2" name="Image 151">
                <a:extLst>
                  <a:ext uri="{FF2B5EF4-FFF2-40B4-BE49-F238E27FC236}">
                    <a16:creationId xmlns:a16="http://schemas.microsoft.com/office/drawing/2014/main" id="{DEF902B9-F032-4F78-965E-02182888755E}"/>
                  </a:ext>
                </a:extLst>
              </p:cNvPr>
              <p:cNvPicPr>
                <a:picLocks noChangeAspect="1"/>
              </p:cNvPicPr>
              <p:nvPr/>
            </p:nvPicPr>
            <p:blipFill>
              <a:blip r:embed="rId17">
                <a:extLs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4526722" y="3181787"/>
                <a:ext cx="465989" cy="465989"/>
              </a:xfrm>
              <a:prstGeom prst="rect">
                <a:avLst/>
              </a:prstGeom>
            </p:spPr>
          </p:pic>
        </p:grpSp>
        <p:pic>
          <p:nvPicPr>
            <p:cNvPr id="154" name="Graphique 153" descr="Flèche : incurvée dans le sens des aiguilles d’une montre avec un remplissage uni">
              <a:extLst>
                <a:ext uri="{FF2B5EF4-FFF2-40B4-BE49-F238E27FC236}">
                  <a16:creationId xmlns:a16="http://schemas.microsoft.com/office/drawing/2014/main" id="{03E71316-1863-4A8F-A381-1806D72F6B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8129" t="9126" r="29081"/>
            <a:stretch/>
          </p:blipFill>
          <p:spPr>
            <a:xfrm rot="13684895" flipH="1" flipV="1">
              <a:off x="4710023" y="3299213"/>
              <a:ext cx="507188" cy="1336547"/>
            </a:xfrm>
            <a:prstGeom prst="rect">
              <a:avLst/>
            </a:prstGeom>
          </p:spPr>
        </p:pic>
        <p:pic>
          <p:nvPicPr>
            <p:cNvPr id="155" name="Graphique 154" descr="Homme avec un remplissage uni">
              <a:extLst>
                <a:ext uri="{FF2B5EF4-FFF2-40B4-BE49-F238E27FC236}">
                  <a16:creationId xmlns:a16="http://schemas.microsoft.com/office/drawing/2014/main" id="{C7DCE790-8C80-48B0-8B7B-D7BD053D66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68564" y="4437004"/>
              <a:ext cx="654509" cy="654509"/>
            </a:xfrm>
            <a:prstGeom prst="rect">
              <a:avLst/>
            </a:prstGeom>
          </p:spPr>
        </p:pic>
      </p:grpSp>
      <p:grpSp>
        <p:nvGrpSpPr>
          <p:cNvPr id="160" name="Groupe 159">
            <a:extLst>
              <a:ext uri="{FF2B5EF4-FFF2-40B4-BE49-F238E27FC236}">
                <a16:creationId xmlns:a16="http://schemas.microsoft.com/office/drawing/2014/main" id="{9AC1742E-5F22-4777-974B-C327C9FFA185}"/>
              </a:ext>
            </a:extLst>
          </p:cNvPr>
          <p:cNvGrpSpPr/>
          <p:nvPr/>
        </p:nvGrpSpPr>
        <p:grpSpPr>
          <a:xfrm>
            <a:off x="5922753" y="4124464"/>
            <a:ext cx="616619" cy="616619"/>
            <a:chOff x="6778545" y="4036181"/>
            <a:chExt cx="616619" cy="616619"/>
          </a:xfrm>
        </p:grpSpPr>
        <p:sp>
          <p:nvSpPr>
            <p:cNvPr id="158" name="Ellipse 157">
              <a:extLst>
                <a:ext uri="{FF2B5EF4-FFF2-40B4-BE49-F238E27FC236}">
                  <a16:creationId xmlns:a16="http://schemas.microsoft.com/office/drawing/2014/main" id="{991C897E-3A61-4D32-9BEA-ED0CB5C24A83}"/>
                </a:ext>
              </a:extLst>
            </p:cNvPr>
            <p:cNvSpPr/>
            <p:nvPr/>
          </p:nvSpPr>
          <p:spPr>
            <a:xfrm>
              <a:off x="6778545" y="4036181"/>
              <a:ext cx="616619" cy="616619"/>
            </a:xfrm>
            <a:prstGeom prst="ellipse">
              <a:avLst/>
            </a:prstGeom>
            <a:solidFill>
              <a:srgbClr val="EFCA3F"/>
            </a:solidFill>
            <a:ln w="4862"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9" name="Image 158">
              <a:extLst>
                <a:ext uri="{FF2B5EF4-FFF2-40B4-BE49-F238E27FC236}">
                  <a16:creationId xmlns:a16="http://schemas.microsoft.com/office/drawing/2014/main" id="{C889EEC8-9539-48BE-8363-63C0C28BA651}"/>
                </a:ext>
              </a:extLst>
            </p:cNvPr>
            <p:cNvPicPr>
              <a:picLocks noChangeAspect="1"/>
            </p:cNvPicPr>
            <p:nvPr/>
          </p:nvPicPr>
          <p:blipFill rotWithShape="1">
            <a:blip r:embed="rId19">
              <a:extLst>
                <a:ext uri="{BEBA8EAE-BF5A-486C-A8C5-ECC9F3942E4B}">
                  <a14:imgProps xmlns:a14="http://schemas.microsoft.com/office/drawing/2010/main">
                    <a14:imgLayer r:embed="rId20">
                      <a14:imgEffect>
                        <a14:backgroundRemoval t="10000" b="90000" l="10000" r="9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21"/>
                </a:ext>
              </a:extLst>
            </a:blip>
            <a:srcRect l="16750" t="15875" r="18798" b="13848"/>
            <a:stretch/>
          </p:blipFill>
          <p:spPr>
            <a:xfrm>
              <a:off x="6870168" y="4132993"/>
              <a:ext cx="421843" cy="459969"/>
            </a:xfrm>
            <a:prstGeom prst="rect">
              <a:avLst/>
            </a:prstGeom>
          </p:spPr>
        </p:pic>
      </p:grpSp>
    </p:spTree>
    <p:extLst>
      <p:ext uri="{BB962C8B-B14F-4D97-AF65-F5344CB8AC3E}">
        <p14:creationId xmlns:p14="http://schemas.microsoft.com/office/powerpoint/2010/main" val="261935519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 coins arrondis 64">
            <a:extLst>
              <a:ext uri="{FF2B5EF4-FFF2-40B4-BE49-F238E27FC236}">
                <a16:creationId xmlns:a16="http://schemas.microsoft.com/office/drawing/2014/main" id="{B50D2008-8009-44B9-8D8F-1A784DE5DC85}"/>
              </a:ext>
            </a:extLst>
          </p:cNvPr>
          <p:cNvSpPr/>
          <p:nvPr/>
        </p:nvSpPr>
        <p:spPr>
          <a:xfrm>
            <a:off x="8712054" y="5440796"/>
            <a:ext cx="3078215" cy="1293206"/>
          </a:xfrm>
          <a:prstGeom prst="roundRect">
            <a:avLst/>
          </a:prstGeom>
          <a:solidFill>
            <a:schemeClr val="accent3">
              <a:lumMod val="75000"/>
              <a:alpha val="3215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a:solidFill>
                  <a:schemeClr val="tx1"/>
                </a:solidFill>
              </a:rPr>
              <a:t>Link between people sharing same interests AND non attendants</a:t>
            </a:r>
          </a:p>
        </p:txBody>
      </p:sp>
      <p:sp>
        <p:nvSpPr>
          <p:cNvPr id="64" name="Rectangle : coins arrondis 63">
            <a:extLst>
              <a:ext uri="{FF2B5EF4-FFF2-40B4-BE49-F238E27FC236}">
                <a16:creationId xmlns:a16="http://schemas.microsoft.com/office/drawing/2014/main" id="{6C6E1A06-9360-4998-A576-2C472BE6E15B}"/>
              </a:ext>
            </a:extLst>
          </p:cNvPr>
          <p:cNvSpPr/>
          <p:nvPr/>
        </p:nvSpPr>
        <p:spPr>
          <a:xfrm>
            <a:off x="8695922" y="4090653"/>
            <a:ext cx="3078215" cy="1293206"/>
          </a:xfrm>
          <a:prstGeom prst="roundRect">
            <a:avLst/>
          </a:prstGeom>
          <a:solidFill>
            <a:schemeClr val="accent6">
              <a:lumMod val="20000"/>
              <a:lumOff val="80000"/>
              <a:alpha val="3215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a:solidFill>
                  <a:schemeClr val="tx1"/>
                </a:solidFill>
              </a:rPr>
              <a:t>Appointments </a:t>
            </a:r>
            <a:r>
              <a:rPr lang="en-US" sz="800" b="1">
                <a:solidFill>
                  <a:schemeClr val="tx1"/>
                </a:solidFill>
              </a:rPr>
              <a:t>adjusted to availabilities</a:t>
            </a:r>
          </a:p>
        </p:txBody>
      </p:sp>
      <p:sp>
        <p:nvSpPr>
          <p:cNvPr id="63" name="Rectangle : coins arrondis 62">
            <a:extLst>
              <a:ext uri="{FF2B5EF4-FFF2-40B4-BE49-F238E27FC236}">
                <a16:creationId xmlns:a16="http://schemas.microsoft.com/office/drawing/2014/main" id="{ADD98788-93FD-4008-9A96-925E5C92F35A}"/>
              </a:ext>
            </a:extLst>
          </p:cNvPr>
          <p:cNvSpPr/>
          <p:nvPr/>
        </p:nvSpPr>
        <p:spPr>
          <a:xfrm>
            <a:off x="8695923" y="2667154"/>
            <a:ext cx="3078215" cy="1293206"/>
          </a:xfrm>
          <a:prstGeom prst="roundRect">
            <a:avLst/>
          </a:prstGeom>
          <a:solidFill>
            <a:srgbClr val="FFCC99">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a:solidFill>
                  <a:schemeClr val="tx1"/>
                </a:solidFill>
              </a:rPr>
              <a:t>Ideas for Major events in case of popular demand</a:t>
            </a:r>
          </a:p>
          <a:p>
            <a:pPr algn="ctr"/>
            <a:endParaRPr lang="fr-FR" sz="800">
              <a:solidFill>
                <a:schemeClr val="tx1"/>
              </a:solidFill>
            </a:endParaRPr>
          </a:p>
        </p:txBody>
      </p:sp>
      <p:sp>
        <p:nvSpPr>
          <p:cNvPr id="4" name="Titre 3">
            <a:extLst>
              <a:ext uri="{FF2B5EF4-FFF2-40B4-BE49-F238E27FC236}">
                <a16:creationId xmlns:a16="http://schemas.microsoft.com/office/drawing/2014/main" id="{C165797D-5CB0-4F90-9AE0-BD52DA15BB7B}"/>
              </a:ext>
            </a:extLst>
          </p:cNvPr>
          <p:cNvSpPr>
            <a:spLocks noGrp="1"/>
          </p:cNvSpPr>
          <p:nvPr>
            <p:ph type="title"/>
          </p:nvPr>
        </p:nvSpPr>
        <p:spPr/>
        <p:txBody>
          <a:bodyPr>
            <a:normAutofit fontScale="90000"/>
          </a:bodyPr>
          <a:lstStyle/>
          <a:p>
            <a:r>
              <a:rPr lang="en-US"/>
              <a:t>Workshop 1 : #OpenSeriousHub</a:t>
            </a:r>
            <a:br>
              <a:rPr lang="en-US"/>
            </a:br>
            <a:r>
              <a:rPr lang="en-US"/>
              <a:t>A share and learn opportunities workshop</a:t>
            </a:r>
          </a:p>
        </p:txBody>
      </p:sp>
      <p:sp>
        <p:nvSpPr>
          <p:cNvPr id="5" name="Espace réservé du contenu 4">
            <a:extLst>
              <a:ext uri="{FF2B5EF4-FFF2-40B4-BE49-F238E27FC236}">
                <a16:creationId xmlns:a16="http://schemas.microsoft.com/office/drawing/2014/main" id="{796B2DE4-2EE5-4A5A-83B4-B25263349EBC}"/>
              </a:ext>
            </a:extLst>
          </p:cNvPr>
          <p:cNvSpPr>
            <a:spLocks noGrp="1"/>
          </p:cNvSpPr>
          <p:nvPr>
            <p:ph idx="1"/>
          </p:nvPr>
        </p:nvSpPr>
        <p:spPr>
          <a:xfrm>
            <a:off x="398022" y="2210018"/>
            <a:ext cx="2144874" cy="4455702"/>
          </a:xfrm>
          <a:prstGeom prst="roundRect">
            <a:avLst>
              <a:gd name="adj" fmla="val 5909"/>
            </a:avLst>
          </a:prstGeom>
          <a:solidFill>
            <a:schemeClr val="accent2">
              <a:lumMod val="20000"/>
              <a:lumOff val="80000"/>
            </a:schemeClr>
          </a:solidFill>
        </p:spPr>
        <p:txBody>
          <a:bodyPr>
            <a:normAutofit fontScale="92500" lnSpcReduction="20000"/>
          </a:bodyPr>
          <a:lstStyle/>
          <a:p>
            <a:pPr marL="0" indent="0" algn="ctr">
              <a:buNone/>
            </a:pPr>
            <a:r>
              <a:rPr lang="en-US" sz="1200" b="1"/>
              <a:t>What is this workshop about ?</a:t>
            </a:r>
          </a:p>
          <a:p>
            <a:pPr marL="0" indent="0">
              <a:buNone/>
            </a:pPr>
            <a:r>
              <a:rPr lang="en-US" sz="1200"/>
              <a:t>Since the CdW, we now have an overview of topics of our community. </a:t>
            </a:r>
          </a:p>
          <a:p>
            <a:pPr marL="0" indent="0">
              <a:buNone/>
            </a:pPr>
            <a:r>
              <a:rPr lang="en-US" sz="1200"/>
              <a:t>Let’s get into more details to pick out those who can be turned into real life events where we can meet, share and learn ! </a:t>
            </a:r>
          </a:p>
          <a:p>
            <a:pPr marL="0" indent="0">
              <a:buNone/>
            </a:pPr>
            <a:r>
              <a:rPr lang="en-US" sz="1200"/>
              <a:t>The goal of this workshop put in common to know :</a:t>
            </a:r>
          </a:p>
          <a:p>
            <a:pPr>
              <a:buFontTx/>
              <a:buChar char="-"/>
            </a:pPr>
            <a:r>
              <a:rPr lang="en-US" sz="1200"/>
              <a:t>On which topics each of us can share</a:t>
            </a:r>
          </a:p>
          <a:p>
            <a:pPr>
              <a:buFontTx/>
              <a:buChar char="-"/>
            </a:pPr>
            <a:r>
              <a:rPr lang="en-US" sz="1200"/>
              <a:t>Which topics are the most popular</a:t>
            </a:r>
          </a:p>
          <a:p>
            <a:pPr>
              <a:buFontTx/>
              <a:buChar char="-"/>
            </a:pPr>
            <a:r>
              <a:rPr lang="en-US" sz="1200"/>
              <a:t>Which topics can be organized “on popular demand”</a:t>
            </a:r>
          </a:p>
          <a:p>
            <a:pPr>
              <a:buFontTx/>
              <a:buChar char="-"/>
            </a:pPr>
            <a:r>
              <a:rPr lang="en-US" sz="1200"/>
              <a:t>Who among us can share about this popular demand</a:t>
            </a:r>
          </a:p>
          <a:p>
            <a:pPr>
              <a:buFontTx/>
              <a:buChar char="-"/>
            </a:pPr>
            <a:endParaRPr lang="en-US" sz="1200"/>
          </a:p>
          <a:p>
            <a:pPr>
              <a:buFontTx/>
              <a:buChar char="-"/>
            </a:pPr>
            <a:endParaRPr lang="en-US" sz="1200"/>
          </a:p>
          <a:p>
            <a:pPr marL="0" indent="0">
              <a:buNone/>
            </a:pPr>
            <a:endParaRPr lang="en-US" sz="1200"/>
          </a:p>
        </p:txBody>
      </p:sp>
      <p:cxnSp>
        <p:nvCxnSpPr>
          <p:cNvPr id="8" name="Connecteur droit 7">
            <a:extLst>
              <a:ext uri="{FF2B5EF4-FFF2-40B4-BE49-F238E27FC236}">
                <a16:creationId xmlns:a16="http://schemas.microsoft.com/office/drawing/2014/main" id="{6FAE5246-13DE-4421-9056-7859817AACED}"/>
              </a:ext>
            </a:extLst>
          </p:cNvPr>
          <p:cNvCxnSpPr>
            <a:cxnSpLocks/>
          </p:cNvCxnSpPr>
          <p:nvPr/>
        </p:nvCxnSpPr>
        <p:spPr>
          <a:xfrm>
            <a:off x="4064380" y="4097169"/>
            <a:ext cx="0" cy="2430443"/>
          </a:xfrm>
          <a:prstGeom prst="line">
            <a:avLst/>
          </a:prstGeom>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808D9F0D-B254-4A69-A6EE-3EC3011974E2}"/>
              </a:ext>
            </a:extLst>
          </p:cNvPr>
          <p:cNvSpPr txBox="1"/>
          <p:nvPr/>
        </p:nvSpPr>
        <p:spPr>
          <a:xfrm>
            <a:off x="2577447" y="3967077"/>
            <a:ext cx="1473816" cy="461665"/>
          </a:xfrm>
          <a:prstGeom prst="rect">
            <a:avLst/>
          </a:prstGeom>
          <a:noFill/>
        </p:spPr>
        <p:txBody>
          <a:bodyPr wrap="square" rtlCol="0">
            <a:spAutoFit/>
          </a:bodyPr>
          <a:lstStyle/>
          <a:p>
            <a:pPr algn="r"/>
            <a:r>
              <a:rPr lang="en-US" sz="800"/>
              <a:t>Topics on which I can share my knowledge and experience</a:t>
            </a:r>
          </a:p>
        </p:txBody>
      </p:sp>
      <p:sp>
        <p:nvSpPr>
          <p:cNvPr id="14" name="Rectangle 13">
            <a:extLst>
              <a:ext uri="{FF2B5EF4-FFF2-40B4-BE49-F238E27FC236}">
                <a16:creationId xmlns:a16="http://schemas.microsoft.com/office/drawing/2014/main" id="{2DF23B5D-1D97-484B-A23D-3B9FDE18C503}"/>
              </a:ext>
            </a:extLst>
          </p:cNvPr>
          <p:cNvSpPr/>
          <p:nvPr/>
        </p:nvSpPr>
        <p:spPr>
          <a:xfrm>
            <a:off x="3005123" y="4573875"/>
            <a:ext cx="946288" cy="64682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TOPIC 1</a:t>
            </a:r>
          </a:p>
        </p:txBody>
      </p:sp>
      <p:sp>
        <p:nvSpPr>
          <p:cNvPr id="15" name="Rectangle 14">
            <a:extLst>
              <a:ext uri="{FF2B5EF4-FFF2-40B4-BE49-F238E27FC236}">
                <a16:creationId xmlns:a16="http://schemas.microsoft.com/office/drawing/2014/main" id="{1823C04B-84D3-414F-B29C-67D4D42E34A7}"/>
              </a:ext>
            </a:extLst>
          </p:cNvPr>
          <p:cNvSpPr/>
          <p:nvPr/>
        </p:nvSpPr>
        <p:spPr>
          <a:xfrm>
            <a:off x="4177350" y="4459410"/>
            <a:ext cx="946288" cy="508563"/>
          </a:xfrm>
          <a:prstGeom prst="rect">
            <a:avLst/>
          </a:prstGeom>
          <a:solidFill>
            <a:srgbClr val="FFC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TOPIC 3</a:t>
            </a:r>
          </a:p>
        </p:txBody>
      </p:sp>
      <p:sp>
        <p:nvSpPr>
          <p:cNvPr id="16" name="Rectangle 15">
            <a:extLst>
              <a:ext uri="{FF2B5EF4-FFF2-40B4-BE49-F238E27FC236}">
                <a16:creationId xmlns:a16="http://schemas.microsoft.com/office/drawing/2014/main" id="{B2C3B93C-DE81-452F-8CE7-0050FC5E2619}"/>
              </a:ext>
            </a:extLst>
          </p:cNvPr>
          <p:cNvSpPr/>
          <p:nvPr/>
        </p:nvSpPr>
        <p:spPr>
          <a:xfrm>
            <a:off x="3018395" y="5351511"/>
            <a:ext cx="946287" cy="5085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TOPIC 2</a:t>
            </a:r>
          </a:p>
        </p:txBody>
      </p:sp>
      <p:sp>
        <p:nvSpPr>
          <p:cNvPr id="17" name="Rectangle 16">
            <a:extLst>
              <a:ext uri="{FF2B5EF4-FFF2-40B4-BE49-F238E27FC236}">
                <a16:creationId xmlns:a16="http://schemas.microsoft.com/office/drawing/2014/main" id="{B8E5AA45-C464-40C3-BC09-04788B3095BC}"/>
              </a:ext>
            </a:extLst>
          </p:cNvPr>
          <p:cNvSpPr/>
          <p:nvPr/>
        </p:nvSpPr>
        <p:spPr>
          <a:xfrm>
            <a:off x="4177349" y="5043698"/>
            <a:ext cx="946283" cy="508563"/>
          </a:xfrm>
          <a:prstGeom prst="rect">
            <a:avLst/>
          </a:prstGeom>
          <a:solidFill>
            <a:srgbClr val="FFC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TOPIC 4</a:t>
            </a:r>
          </a:p>
        </p:txBody>
      </p:sp>
      <p:pic>
        <p:nvPicPr>
          <p:cNvPr id="32" name="Image 31">
            <a:extLst>
              <a:ext uri="{FF2B5EF4-FFF2-40B4-BE49-F238E27FC236}">
                <a16:creationId xmlns:a16="http://schemas.microsoft.com/office/drawing/2014/main" id="{9FD95889-F1C7-4ADA-8E9B-DA97C610CCA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514098" y="2779413"/>
            <a:ext cx="1150727" cy="1208298"/>
          </a:xfrm>
          <a:prstGeom prst="rect">
            <a:avLst/>
          </a:prstGeom>
        </p:spPr>
      </p:pic>
      <p:pic>
        <p:nvPicPr>
          <p:cNvPr id="33" name="Image 32">
            <a:extLst>
              <a:ext uri="{FF2B5EF4-FFF2-40B4-BE49-F238E27FC236}">
                <a16:creationId xmlns:a16="http://schemas.microsoft.com/office/drawing/2014/main" id="{3E070AE3-4A90-4CFC-9C7A-7655929E769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48104" y="3013405"/>
            <a:ext cx="1240245" cy="1169992"/>
          </a:xfrm>
          <a:prstGeom prst="rect">
            <a:avLst/>
          </a:prstGeom>
        </p:spPr>
      </p:pic>
      <p:sp>
        <p:nvSpPr>
          <p:cNvPr id="39" name="ZoneTexte 38">
            <a:extLst>
              <a:ext uri="{FF2B5EF4-FFF2-40B4-BE49-F238E27FC236}">
                <a16:creationId xmlns:a16="http://schemas.microsoft.com/office/drawing/2014/main" id="{E3BA438D-8845-45DC-B365-7C41761CDF07}"/>
              </a:ext>
            </a:extLst>
          </p:cNvPr>
          <p:cNvSpPr txBox="1"/>
          <p:nvPr/>
        </p:nvSpPr>
        <p:spPr>
          <a:xfrm>
            <a:off x="4120412" y="4006373"/>
            <a:ext cx="986029" cy="338554"/>
          </a:xfrm>
          <a:prstGeom prst="rect">
            <a:avLst/>
          </a:prstGeom>
          <a:noFill/>
        </p:spPr>
        <p:txBody>
          <a:bodyPr wrap="square" rtlCol="0">
            <a:spAutoFit/>
          </a:bodyPr>
          <a:lstStyle/>
          <a:p>
            <a:r>
              <a:rPr lang="en-US" sz="800"/>
              <a:t>Topics I want to learn</a:t>
            </a:r>
          </a:p>
        </p:txBody>
      </p:sp>
      <p:sp>
        <p:nvSpPr>
          <p:cNvPr id="41" name="ZoneTexte 40">
            <a:extLst>
              <a:ext uri="{FF2B5EF4-FFF2-40B4-BE49-F238E27FC236}">
                <a16:creationId xmlns:a16="http://schemas.microsoft.com/office/drawing/2014/main" id="{6EB28E6E-771A-4661-9DEF-D4F26F366C2A}"/>
              </a:ext>
            </a:extLst>
          </p:cNvPr>
          <p:cNvSpPr txBox="1"/>
          <p:nvPr/>
        </p:nvSpPr>
        <p:spPr>
          <a:xfrm>
            <a:off x="2917489" y="2164737"/>
            <a:ext cx="2206143" cy="430887"/>
          </a:xfrm>
          <a:prstGeom prst="rect">
            <a:avLst/>
          </a:prstGeom>
          <a:noFill/>
        </p:spPr>
        <p:txBody>
          <a:bodyPr wrap="square" rtlCol="0">
            <a:spAutoFit/>
          </a:bodyPr>
          <a:lstStyle/>
          <a:p>
            <a:pPr algn="ctr"/>
            <a:r>
              <a:rPr lang="en-US" sz="1100" b="1"/>
              <a:t>What inputs do we bring in the 1</a:t>
            </a:r>
            <a:r>
              <a:rPr lang="en-US" sz="1100" b="1" baseline="30000"/>
              <a:t>st</a:t>
            </a:r>
            <a:r>
              <a:rPr lang="en-US" sz="1100" b="1"/>
              <a:t> part of the workshop ?</a:t>
            </a:r>
          </a:p>
        </p:txBody>
      </p:sp>
      <p:sp>
        <p:nvSpPr>
          <p:cNvPr id="44" name="ZoneTexte 43">
            <a:extLst>
              <a:ext uri="{FF2B5EF4-FFF2-40B4-BE49-F238E27FC236}">
                <a16:creationId xmlns:a16="http://schemas.microsoft.com/office/drawing/2014/main" id="{F73DBD14-53E1-4541-ABA7-BEF5953384E9}"/>
              </a:ext>
            </a:extLst>
          </p:cNvPr>
          <p:cNvSpPr txBox="1"/>
          <p:nvPr/>
        </p:nvSpPr>
        <p:spPr>
          <a:xfrm>
            <a:off x="5472896" y="2164737"/>
            <a:ext cx="2605702" cy="430887"/>
          </a:xfrm>
          <a:prstGeom prst="rect">
            <a:avLst/>
          </a:prstGeom>
          <a:noFill/>
        </p:spPr>
        <p:txBody>
          <a:bodyPr wrap="square" rtlCol="0">
            <a:spAutoFit/>
          </a:bodyPr>
          <a:lstStyle/>
          <a:p>
            <a:pPr algn="ctr"/>
            <a:r>
              <a:rPr lang="en-US" sz="1100" b="1"/>
              <a:t>What discussions will happen on the 2</a:t>
            </a:r>
            <a:r>
              <a:rPr lang="en-US" sz="1100" b="1" baseline="30000"/>
              <a:t>nd</a:t>
            </a:r>
            <a:r>
              <a:rPr lang="en-US" sz="1100" b="1"/>
              <a:t> part of the workshop ?</a:t>
            </a:r>
          </a:p>
        </p:txBody>
      </p:sp>
      <p:sp>
        <p:nvSpPr>
          <p:cNvPr id="45" name="Bulle narrative : ronde 44">
            <a:extLst>
              <a:ext uri="{FF2B5EF4-FFF2-40B4-BE49-F238E27FC236}">
                <a16:creationId xmlns:a16="http://schemas.microsoft.com/office/drawing/2014/main" id="{B19A90B7-786A-44F1-B0E8-789050DBE055}"/>
              </a:ext>
            </a:extLst>
          </p:cNvPr>
          <p:cNvSpPr/>
          <p:nvPr/>
        </p:nvSpPr>
        <p:spPr>
          <a:xfrm>
            <a:off x="6323266" y="2701669"/>
            <a:ext cx="1862507" cy="532066"/>
          </a:xfrm>
          <a:prstGeom prst="wedgeEllipseCallout">
            <a:avLst>
              <a:gd name="adj1" fmla="val -21809"/>
              <a:gd name="adj2" fmla="val 107794"/>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I can help you on the </a:t>
            </a:r>
            <a:r>
              <a:rPr lang="en-US" sz="1050" dirty="0">
                <a:solidFill>
                  <a:schemeClr val="tx1"/>
                </a:solidFill>
                <a:highlight>
                  <a:srgbClr val="FFCE00"/>
                </a:highlight>
              </a:rPr>
              <a:t>TOPIC 3 </a:t>
            </a:r>
            <a:r>
              <a:rPr lang="en-US" sz="1050" dirty="0">
                <a:solidFill>
                  <a:schemeClr val="tx1"/>
                </a:solidFill>
              </a:rPr>
              <a:t>topic !</a:t>
            </a:r>
          </a:p>
        </p:txBody>
      </p:sp>
      <p:pic>
        <p:nvPicPr>
          <p:cNvPr id="46" name="Image 45">
            <a:extLst>
              <a:ext uri="{FF2B5EF4-FFF2-40B4-BE49-F238E27FC236}">
                <a16:creationId xmlns:a16="http://schemas.microsoft.com/office/drawing/2014/main" id="{FE608365-596D-4DD4-BDA5-3FF4615BD0AB}"/>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485265" y="3789357"/>
            <a:ext cx="1249746" cy="1249746"/>
          </a:xfrm>
          <a:prstGeom prst="rect">
            <a:avLst/>
          </a:prstGeom>
        </p:spPr>
      </p:pic>
      <p:sp>
        <p:nvSpPr>
          <p:cNvPr id="48" name="Bulle narrative : ronde 47">
            <a:extLst>
              <a:ext uri="{FF2B5EF4-FFF2-40B4-BE49-F238E27FC236}">
                <a16:creationId xmlns:a16="http://schemas.microsoft.com/office/drawing/2014/main" id="{BD990CF1-DEFB-4042-9073-782A2D088A79}"/>
              </a:ext>
            </a:extLst>
          </p:cNvPr>
          <p:cNvSpPr/>
          <p:nvPr/>
        </p:nvSpPr>
        <p:spPr>
          <a:xfrm>
            <a:off x="5472895" y="4893724"/>
            <a:ext cx="1825341" cy="1249746"/>
          </a:xfrm>
          <a:prstGeom prst="wedgeEllipseCallout">
            <a:avLst>
              <a:gd name="adj1" fmla="val 39459"/>
              <a:gd name="adj2" fmla="val -7484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My team and I would be interested in learning about </a:t>
            </a:r>
            <a:r>
              <a:rPr lang="en-US" sz="1050" dirty="0">
                <a:solidFill>
                  <a:schemeClr val="tx1"/>
                </a:solidFill>
                <a:highlight>
                  <a:srgbClr val="FFFF00"/>
                </a:highlight>
              </a:rPr>
              <a:t>TOPIC 2 </a:t>
            </a:r>
          </a:p>
        </p:txBody>
      </p:sp>
      <p:sp>
        <p:nvSpPr>
          <p:cNvPr id="49" name="ZoneTexte 48">
            <a:extLst>
              <a:ext uri="{FF2B5EF4-FFF2-40B4-BE49-F238E27FC236}">
                <a16:creationId xmlns:a16="http://schemas.microsoft.com/office/drawing/2014/main" id="{2456DB83-EE8B-4D3F-87A5-BB78FF40B2A1}"/>
              </a:ext>
            </a:extLst>
          </p:cNvPr>
          <p:cNvSpPr txBox="1"/>
          <p:nvPr/>
        </p:nvSpPr>
        <p:spPr>
          <a:xfrm>
            <a:off x="9076803" y="2158221"/>
            <a:ext cx="2348718" cy="430887"/>
          </a:xfrm>
          <a:prstGeom prst="rect">
            <a:avLst/>
          </a:prstGeom>
          <a:noFill/>
        </p:spPr>
        <p:txBody>
          <a:bodyPr wrap="square" rtlCol="0">
            <a:spAutoFit/>
          </a:bodyPr>
          <a:lstStyle/>
          <a:p>
            <a:pPr algn="ctr"/>
            <a:r>
              <a:rPr lang="en-US" sz="1100" b="1"/>
              <a:t>What will be the outcomes of the workshop ?</a:t>
            </a:r>
          </a:p>
        </p:txBody>
      </p:sp>
      <p:pic>
        <p:nvPicPr>
          <p:cNvPr id="51" name="Image 50">
            <a:extLst>
              <a:ext uri="{FF2B5EF4-FFF2-40B4-BE49-F238E27FC236}">
                <a16:creationId xmlns:a16="http://schemas.microsoft.com/office/drawing/2014/main" id="{0F5FE89A-4E58-4C8F-82D0-31372AA32BE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632690" y="5851845"/>
            <a:ext cx="456760" cy="430887"/>
          </a:xfrm>
          <a:prstGeom prst="rect">
            <a:avLst/>
          </a:prstGeom>
        </p:spPr>
      </p:pic>
      <p:pic>
        <p:nvPicPr>
          <p:cNvPr id="52" name="Image 51">
            <a:extLst>
              <a:ext uri="{FF2B5EF4-FFF2-40B4-BE49-F238E27FC236}">
                <a16:creationId xmlns:a16="http://schemas.microsoft.com/office/drawing/2014/main" id="{9A26B66D-9EE0-48CE-B3BA-A6B7E7C48887}"/>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0183027" y="5858204"/>
            <a:ext cx="471109" cy="471109"/>
          </a:xfrm>
          <a:prstGeom prst="rect">
            <a:avLst/>
          </a:prstGeom>
        </p:spPr>
      </p:pic>
      <p:pic>
        <p:nvPicPr>
          <p:cNvPr id="55" name="Image 54">
            <a:extLst>
              <a:ext uri="{FF2B5EF4-FFF2-40B4-BE49-F238E27FC236}">
                <a16:creationId xmlns:a16="http://schemas.microsoft.com/office/drawing/2014/main" id="{38EB54A5-738D-4370-B619-4EAF04069869}"/>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856458" y="4787616"/>
            <a:ext cx="471109" cy="471109"/>
          </a:xfrm>
          <a:prstGeom prst="rect">
            <a:avLst/>
          </a:prstGeom>
        </p:spPr>
      </p:pic>
      <p:pic>
        <p:nvPicPr>
          <p:cNvPr id="56" name="Image 55">
            <a:extLst>
              <a:ext uri="{FF2B5EF4-FFF2-40B4-BE49-F238E27FC236}">
                <a16:creationId xmlns:a16="http://schemas.microsoft.com/office/drawing/2014/main" id="{BF4F2446-30C8-4188-BF9D-9C2C1BBF306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1121930" y="4732932"/>
            <a:ext cx="471109" cy="494679"/>
          </a:xfrm>
          <a:prstGeom prst="rect">
            <a:avLst/>
          </a:prstGeom>
        </p:spPr>
      </p:pic>
      <p:sp>
        <p:nvSpPr>
          <p:cNvPr id="57" name="Bulle narrative : ronde 56">
            <a:extLst>
              <a:ext uri="{FF2B5EF4-FFF2-40B4-BE49-F238E27FC236}">
                <a16:creationId xmlns:a16="http://schemas.microsoft.com/office/drawing/2014/main" id="{08C255C3-7262-494C-B319-1B99F6FFEBBB}"/>
              </a:ext>
            </a:extLst>
          </p:cNvPr>
          <p:cNvSpPr/>
          <p:nvPr/>
        </p:nvSpPr>
        <p:spPr>
          <a:xfrm>
            <a:off x="9005031" y="4394792"/>
            <a:ext cx="2588008" cy="304047"/>
          </a:xfrm>
          <a:prstGeom prst="wedgeEllipseCallout">
            <a:avLst>
              <a:gd name="adj1" fmla="val 31852"/>
              <a:gd name="adj2" fmla="val 95894"/>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I’m only available one-hour on the next month</a:t>
            </a:r>
          </a:p>
        </p:txBody>
      </p:sp>
      <p:sp>
        <p:nvSpPr>
          <p:cNvPr id="60" name="Bulle narrative : ronde 59">
            <a:extLst>
              <a:ext uri="{FF2B5EF4-FFF2-40B4-BE49-F238E27FC236}">
                <a16:creationId xmlns:a16="http://schemas.microsoft.com/office/drawing/2014/main" id="{96B975B8-8FFC-4DE4-B8BB-01228F5FE4F0}"/>
              </a:ext>
            </a:extLst>
          </p:cNvPr>
          <p:cNvSpPr/>
          <p:nvPr/>
        </p:nvSpPr>
        <p:spPr>
          <a:xfrm>
            <a:off x="9273111" y="4741069"/>
            <a:ext cx="1819832" cy="304047"/>
          </a:xfrm>
          <a:prstGeom prst="wedgeEllipseCallout">
            <a:avLst>
              <a:gd name="adj1" fmla="val -53631"/>
              <a:gd name="adj2" fmla="val 67699"/>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Let’s just have a team coffee with you then</a:t>
            </a:r>
          </a:p>
        </p:txBody>
      </p:sp>
      <p:pic>
        <p:nvPicPr>
          <p:cNvPr id="61" name="Image 60">
            <a:extLst>
              <a:ext uri="{FF2B5EF4-FFF2-40B4-BE49-F238E27FC236}">
                <a16:creationId xmlns:a16="http://schemas.microsoft.com/office/drawing/2014/main" id="{B50DC8EE-5ECB-4AF3-A15C-51C1D00930ED}"/>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725096" y="3325011"/>
            <a:ext cx="565796" cy="533747"/>
          </a:xfrm>
          <a:prstGeom prst="rect">
            <a:avLst/>
          </a:prstGeom>
        </p:spPr>
      </p:pic>
      <p:sp>
        <p:nvSpPr>
          <p:cNvPr id="62" name="Bulle narrative : ronde 61">
            <a:extLst>
              <a:ext uri="{FF2B5EF4-FFF2-40B4-BE49-F238E27FC236}">
                <a16:creationId xmlns:a16="http://schemas.microsoft.com/office/drawing/2014/main" id="{3C94B566-5A9A-4CFC-9276-5CA393154140}"/>
              </a:ext>
            </a:extLst>
          </p:cNvPr>
          <p:cNvSpPr/>
          <p:nvPr/>
        </p:nvSpPr>
        <p:spPr>
          <a:xfrm>
            <a:off x="8819745" y="2978595"/>
            <a:ext cx="1862507" cy="733028"/>
          </a:xfrm>
          <a:prstGeom prst="wedgeEllipseCallout">
            <a:avLst>
              <a:gd name="adj1" fmla="val 62946"/>
              <a:gd name="adj2" fmla="val 41839"/>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It looks like lots of you are interested in my presentation, maybe I should plan a meetup then</a:t>
            </a:r>
          </a:p>
        </p:txBody>
      </p:sp>
      <p:sp>
        <p:nvSpPr>
          <p:cNvPr id="66" name="Bulle narrative : ronde 65">
            <a:extLst>
              <a:ext uri="{FF2B5EF4-FFF2-40B4-BE49-F238E27FC236}">
                <a16:creationId xmlns:a16="http://schemas.microsoft.com/office/drawing/2014/main" id="{CD9D1FF3-4187-485E-B27C-F35F80AEA8AB}"/>
              </a:ext>
            </a:extLst>
          </p:cNvPr>
          <p:cNvSpPr/>
          <p:nvPr/>
        </p:nvSpPr>
        <p:spPr>
          <a:xfrm>
            <a:off x="8230012" y="5849282"/>
            <a:ext cx="1268693" cy="866900"/>
          </a:xfrm>
          <a:prstGeom prst="wedgeEllipseCallout">
            <a:avLst>
              <a:gd name="adj1" fmla="val 67093"/>
              <a:gd name="adj2" fmla="val -19321"/>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Next time, I will bring some colleagues in !</a:t>
            </a:r>
          </a:p>
        </p:txBody>
      </p:sp>
      <p:sp>
        <p:nvSpPr>
          <p:cNvPr id="67" name="Bulle narrative : ronde 66">
            <a:extLst>
              <a:ext uri="{FF2B5EF4-FFF2-40B4-BE49-F238E27FC236}">
                <a16:creationId xmlns:a16="http://schemas.microsoft.com/office/drawing/2014/main" id="{11C50CBF-E56D-4596-8824-4D60D179A7F6}"/>
              </a:ext>
            </a:extLst>
          </p:cNvPr>
          <p:cNvSpPr/>
          <p:nvPr/>
        </p:nvSpPr>
        <p:spPr>
          <a:xfrm>
            <a:off x="10615153" y="5792304"/>
            <a:ext cx="1268693" cy="866900"/>
          </a:xfrm>
          <a:prstGeom prst="wedgeEllipseCallout">
            <a:avLst>
              <a:gd name="adj1" fmla="val -58436"/>
              <a:gd name="adj2" fmla="val -18442"/>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My team will be happy with whom I found today !</a:t>
            </a:r>
          </a:p>
        </p:txBody>
      </p:sp>
    </p:spTree>
    <p:extLst>
      <p:ext uri="{BB962C8B-B14F-4D97-AF65-F5344CB8AC3E}">
        <p14:creationId xmlns:p14="http://schemas.microsoft.com/office/powerpoint/2010/main" val="134551596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6F1CE944-649C-4C93-B6FD-5A6DE066AB26}"/>
              </a:ext>
            </a:extLst>
          </p:cNvPr>
          <p:cNvSpPr/>
          <p:nvPr/>
        </p:nvSpPr>
        <p:spPr>
          <a:xfrm>
            <a:off x="5223539" y="3193468"/>
            <a:ext cx="2727567" cy="297426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Ranking by </a:t>
            </a:r>
          </a:p>
          <a:p>
            <a:pPr algn="ctr"/>
            <a:r>
              <a:rPr lang="en-US" b="1" dirty="0">
                <a:solidFill>
                  <a:schemeClr val="tx1"/>
                </a:solidFill>
              </a:rPr>
              <a:t>💗          🛠️         🏠</a:t>
            </a:r>
          </a:p>
          <a:p>
            <a:pPr algn="ctr"/>
            <a:endParaRPr lang="en-US" dirty="0">
              <a:solidFill>
                <a:schemeClr val="tx1"/>
              </a:solidFill>
            </a:endParaRPr>
          </a:p>
        </p:txBody>
      </p:sp>
      <p:sp>
        <p:nvSpPr>
          <p:cNvPr id="2" name="Titre 1">
            <a:extLst>
              <a:ext uri="{FF2B5EF4-FFF2-40B4-BE49-F238E27FC236}">
                <a16:creationId xmlns:a16="http://schemas.microsoft.com/office/drawing/2014/main" id="{7BBE75B5-408B-4BAA-8104-2B1964F30115}"/>
              </a:ext>
            </a:extLst>
          </p:cNvPr>
          <p:cNvSpPr>
            <a:spLocks noGrp="1"/>
          </p:cNvSpPr>
          <p:nvPr>
            <p:ph type="title"/>
          </p:nvPr>
        </p:nvSpPr>
        <p:spPr/>
        <p:txBody>
          <a:bodyPr>
            <a:normAutofit fontScale="90000"/>
          </a:bodyPr>
          <a:lstStyle/>
          <a:p>
            <a:r>
              <a:rPr lang="en-US"/>
              <a:t>Workshop 2 : Topics mapping</a:t>
            </a:r>
            <a:br>
              <a:rPr lang="en-US"/>
            </a:br>
            <a:r>
              <a:rPr lang="en-US"/>
              <a:t>A workshop to find out what fits best for you</a:t>
            </a:r>
          </a:p>
        </p:txBody>
      </p:sp>
      <p:sp>
        <p:nvSpPr>
          <p:cNvPr id="4" name="Espace réservé du contenu 4">
            <a:extLst>
              <a:ext uri="{FF2B5EF4-FFF2-40B4-BE49-F238E27FC236}">
                <a16:creationId xmlns:a16="http://schemas.microsoft.com/office/drawing/2014/main" id="{79AF682A-2625-486C-8AC9-CD6D097AE5F6}"/>
              </a:ext>
            </a:extLst>
          </p:cNvPr>
          <p:cNvSpPr>
            <a:spLocks noGrp="1"/>
          </p:cNvSpPr>
          <p:nvPr>
            <p:ph idx="1"/>
          </p:nvPr>
        </p:nvSpPr>
        <p:spPr>
          <a:xfrm>
            <a:off x="398022" y="2210018"/>
            <a:ext cx="2144874" cy="4455702"/>
          </a:xfrm>
          <a:prstGeom prst="roundRect">
            <a:avLst>
              <a:gd name="adj" fmla="val 5909"/>
            </a:avLst>
          </a:prstGeom>
          <a:solidFill>
            <a:schemeClr val="accent2">
              <a:lumMod val="20000"/>
              <a:lumOff val="80000"/>
            </a:schemeClr>
          </a:solidFill>
        </p:spPr>
        <p:txBody>
          <a:bodyPr>
            <a:normAutofit/>
          </a:bodyPr>
          <a:lstStyle/>
          <a:p>
            <a:pPr marL="0" indent="0" algn="ctr">
              <a:buNone/>
            </a:pPr>
            <a:r>
              <a:rPr lang="en-US" sz="1200" b="1"/>
              <a:t>What is this workshop about ?</a:t>
            </a:r>
            <a:endParaRPr lang="en-US" sz="1200"/>
          </a:p>
          <a:p>
            <a:pPr marL="0" indent="0">
              <a:buNone/>
            </a:pPr>
            <a:r>
              <a:rPr lang="en-US" sz="1200"/>
              <a:t>Our community is about Cybersecurity, which is a wide and general topic. Our mission now is to choose the best topics for upcoming events. This workshop is made to classify topics and cast light on topics : </a:t>
            </a:r>
          </a:p>
          <a:p>
            <a:pPr>
              <a:buFontTx/>
              <a:buChar char="-"/>
            </a:pPr>
            <a:r>
              <a:rPr lang="en-US" sz="1200"/>
              <a:t>For which we make the most of our skill and experience</a:t>
            </a:r>
          </a:p>
          <a:p>
            <a:pPr>
              <a:buFontTx/>
              <a:buChar char="-"/>
            </a:pPr>
            <a:r>
              <a:rPr lang="en-US" sz="1200"/>
              <a:t>That we like the most</a:t>
            </a:r>
          </a:p>
          <a:p>
            <a:pPr>
              <a:buFontTx/>
              <a:buChar char="-"/>
            </a:pPr>
            <a:r>
              <a:rPr lang="en-US" sz="1200"/>
              <a:t>That are the most valuable for Thales</a:t>
            </a:r>
          </a:p>
          <a:p>
            <a:pPr>
              <a:buFontTx/>
              <a:buChar char="-"/>
            </a:pPr>
            <a:endParaRPr lang="en-US" sz="1200"/>
          </a:p>
          <a:p>
            <a:pPr marL="0" indent="0">
              <a:buNone/>
            </a:pPr>
            <a:endParaRPr lang="en-US" sz="1200"/>
          </a:p>
        </p:txBody>
      </p:sp>
      <p:graphicFrame>
        <p:nvGraphicFramePr>
          <p:cNvPr id="5" name="Diagramme 4">
            <a:extLst>
              <a:ext uri="{FF2B5EF4-FFF2-40B4-BE49-F238E27FC236}">
                <a16:creationId xmlns:a16="http://schemas.microsoft.com/office/drawing/2014/main" id="{5DDF0312-965D-4EBA-BCFB-430BE9E71D74}"/>
              </a:ext>
            </a:extLst>
          </p:cNvPr>
          <p:cNvGraphicFramePr/>
          <p:nvPr/>
        </p:nvGraphicFramePr>
        <p:xfrm>
          <a:off x="9013584" y="3103456"/>
          <a:ext cx="3004904" cy="28498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ectangle 8">
            <a:extLst>
              <a:ext uri="{FF2B5EF4-FFF2-40B4-BE49-F238E27FC236}">
                <a16:creationId xmlns:a16="http://schemas.microsoft.com/office/drawing/2014/main" id="{BD5C34F1-F318-4ECA-9934-7AF9EC70D45A}"/>
              </a:ext>
            </a:extLst>
          </p:cNvPr>
          <p:cNvSpPr/>
          <p:nvPr/>
        </p:nvSpPr>
        <p:spPr>
          <a:xfrm>
            <a:off x="3176060" y="3105586"/>
            <a:ext cx="946288" cy="64682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MANAGING  SECURITY TECH DEBT IN LEGACY SYSTEMS</a:t>
            </a:r>
          </a:p>
        </p:txBody>
      </p:sp>
      <p:sp>
        <p:nvSpPr>
          <p:cNvPr id="10" name="Rectangle 9">
            <a:extLst>
              <a:ext uri="{FF2B5EF4-FFF2-40B4-BE49-F238E27FC236}">
                <a16:creationId xmlns:a16="http://schemas.microsoft.com/office/drawing/2014/main" id="{3649B1DD-4840-456F-BB2A-97EDA2F3BC9A}"/>
              </a:ext>
            </a:extLst>
          </p:cNvPr>
          <p:cNvSpPr/>
          <p:nvPr/>
        </p:nvSpPr>
        <p:spPr>
          <a:xfrm>
            <a:off x="3188980" y="3812216"/>
            <a:ext cx="946287" cy="64682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PRACTICAL APPLICATIONS OF THE CYBER ENGINEERING POLICY</a:t>
            </a:r>
          </a:p>
        </p:txBody>
      </p:sp>
      <p:sp>
        <p:nvSpPr>
          <p:cNvPr id="12" name="ZoneTexte 11">
            <a:extLst>
              <a:ext uri="{FF2B5EF4-FFF2-40B4-BE49-F238E27FC236}">
                <a16:creationId xmlns:a16="http://schemas.microsoft.com/office/drawing/2014/main" id="{EDF4780C-642F-4F58-83EF-28263FCB938C}"/>
              </a:ext>
            </a:extLst>
          </p:cNvPr>
          <p:cNvSpPr txBox="1"/>
          <p:nvPr/>
        </p:nvSpPr>
        <p:spPr>
          <a:xfrm>
            <a:off x="5174589" y="2164737"/>
            <a:ext cx="2860646" cy="938719"/>
          </a:xfrm>
          <a:prstGeom prst="rect">
            <a:avLst/>
          </a:prstGeom>
          <a:noFill/>
        </p:spPr>
        <p:txBody>
          <a:bodyPr wrap="square" rtlCol="0">
            <a:spAutoFit/>
          </a:bodyPr>
          <a:lstStyle/>
          <a:p>
            <a:pPr algn="ctr"/>
            <a:r>
              <a:rPr lang="en-US" sz="1100" b="1"/>
              <a:t>What will we do in the 1</a:t>
            </a:r>
            <a:r>
              <a:rPr lang="en-US" sz="1100" b="1" baseline="30000"/>
              <a:t>st</a:t>
            </a:r>
            <a:r>
              <a:rPr lang="en-US" sz="1100" b="1"/>
              <a:t> part of the workshop ?</a:t>
            </a:r>
            <a:endParaRPr lang="en-US" sz="1100"/>
          </a:p>
          <a:p>
            <a:pPr algn="ctr"/>
            <a:r>
              <a:rPr lang="en-US" sz="1100"/>
              <a:t>Ranking the topics on 3 dimensions (enjoyment, skills, value for Thales), marking the top 20% of each</a:t>
            </a:r>
          </a:p>
        </p:txBody>
      </p:sp>
      <p:sp>
        <p:nvSpPr>
          <p:cNvPr id="13" name="Rectangle 12">
            <a:extLst>
              <a:ext uri="{FF2B5EF4-FFF2-40B4-BE49-F238E27FC236}">
                <a16:creationId xmlns:a16="http://schemas.microsoft.com/office/drawing/2014/main" id="{E51F0500-0C79-480F-ACD2-A79F8A918D73}"/>
              </a:ext>
            </a:extLst>
          </p:cNvPr>
          <p:cNvSpPr/>
          <p:nvPr/>
        </p:nvSpPr>
        <p:spPr>
          <a:xfrm>
            <a:off x="3182391" y="5053884"/>
            <a:ext cx="946288" cy="5085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PENTESTS</a:t>
            </a:r>
          </a:p>
          <a:p>
            <a:pPr algn="ctr"/>
            <a:r>
              <a:rPr lang="en-US" sz="800">
                <a:solidFill>
                  <a:schemeClr val="tx1"/>
                </a:solidFill>
              </a:rPr>
              <a:t>OPTIMIZATION</a:t>
            </a:r>
          </a:p>
        </p:txBody>
      </p:sp>
      <p:sp>
        <p:nvSpPr>
          <p:cNvPr id="14" name="Rectangle 13">
            <a:extLst>
              <a:ext uri="{FF2B5EF4-FFF2-40B4-BE49-F238E27FC236}">
                <a16:creationId xmlns:a16="http://schemas.microsoft.com/office/drawing/2014/main" id="{E24D7985-DC23-415B-A88C-15A07CE98977}"/>
              </a:ext>
            </a:extLst>
          </p:cNvPr>
          <p:cNvSpPr/>
          <p:nvPr/>
        </p:nvSpPr>
        <p:spPr>
          <a:xfrm>
            <a:off x="3183499" y="5609089"/>
            <a:ext cx="946283" cy="5085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SOCIAL ENGINEERING LATEST NEWS</a:t>
            </a:r>
          </a:p>
        </p:txBody>
      </p:sp>
      <p:sp>
        <p:nvSpPr>
          <p:cNvPr id="15" name="Rectangle 14">
            <a:extLst>
              <a:ext uri="{FF2B5EF4-FFF2-40B4-BE49-F238E27FC236}">
                <a16:creationId xmlns:a16="http://schemas.microsoft.com/office/drawing/2014/main" id="{F18A44F5-84D6-415D-99BA-F3D0C7BE1039}"/>
              </a:ext>
            </a:extLst>
          </p:cNvPr>
          <p:cNvSpPr/>
          <p:nvPr/>
        </p:nvSpPr>
        <p:spPr>
          <a:xfrm>
            <a:off x="3188980" y="4502281"/>
            <a:ext cx="946287" cy="5085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PRIVACY REGULATIONS 2022 </a:t>
            </a:r>
          </a:p>
        </p:txBody>
      </p:sp>
      <p:sp>
        <p:nvSpPr>
          <p:cNvPr id="18" name="Flèche : droite 17">
            <a:extLst>
              <a:ext uri="{FF2B5EF4-FFF2-40B4-BE49-F238E27FC236}">
                <a16:creationId xmlns:a16="http://schemas.microsoft.com/office/drawing/2014/main" id="{E4AC490F-8AF1-41EC-9F53-4D2015CCA0E4}"/>
              </a:ext>
            </a:extLst>
          </p:cNvPr>
          <p:cNvSpPr/>
          <p:nvPr/>
        </p:nvSpPr>
        <p:spPr>
          <a:xfrm>
            <a:off x="4490308" y="4488081"/>
            <a:ext cx="369116" cy="426009"/>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896DB95-0FBC-475D-B47B-A17198C6CE7E}"/>
              </a:ext>
            </a:extLst>
          </p:cNvPr>
          <p:cNvSpPr/>
          <p:nvPr/>
        </p:nvSpPr>
        <p:spPr>
          <a:xfrm>
            <a:off x="9709010" y="3852807"/>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0" name="Rectangle 19">
            <a:extLst>
              <a:ext uri="{FF2B5EF4-FFF2-40B4-BE49-F238E27FC236}">
                <a16:creationId xmlns:a16="http://schemas.microsoft.com/office/drawing/2014/main" id="{7B3E8B88-5F14-4CC9-8788-7DF8BB1829F9}"/>
              </a:ext>
            </a:extLst>
          </p:cNvPr>
          <p:cNvSpPr/>
          <p:nvPr/>
        </p:nvSpPr>
        <p:spPr>
          <a:xfrm>
            <a:off x="9836939" y="4302581"/>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1" name="Rectangle 20">
            <a:extLst>
              <a:ext uri="{FF2B5EF4-FFF2-40B4-BE49-F238E27FC236}">
                <a16:creationId xmlns:a16="http://schemas.microsoft.com/office/drawing/2014/main" id="{71005052-CCB7-4639-9C3F-6455897AA819}"/>
              </a:ext>
            </a:extLst>
          </p:cNvPr>
          <p:cNvSpPr/>
          <p:nvPr/>
        </p:nvSpPr>
        <p:spPr>
          <a:xfrm>
            <a:off x="10160466" y="4226377"/>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2" name="Rectangle 21">
            <a:extLst>
              <a:ext uri="{FF2B5EF4-FFF2-40B4-BE49-F238E27FC236}">
                <a16:creationId xmlns:a16="http://schemas.microsoft.com/office/drawing/2014/main" id="{AC3DC5AC-5A41-4DEA-A445-2E7D356480CB}"/>
              </a:ext>
            </a:extLst>
          </p:cNvPr>
          <p:cNvSpPr/>
          <p:nvPr/>
        </p:nvSpPr>
        <p:spPr>
          <a:xfrm>
            <a:off x="10280116" y="4945758"/>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3" name="Rectangle 22">
            <a:extLst>
              <a:ext uri="{FF2B5EF4-FFF2-40B4-BE49-F238E27FC236}">
                <a16:creationId xmlns:a16="http://schemas.microsoft.com/office/drawing/2014/main" id="{1D4059B7-013D-49FF-9904-69C42E2E7C2D}"/>
              </a:ext>
            </a:extLst>
          </p:cNvPr>
          <p:cNvSpPr/>
          <p:nvPr/>
        </p:nvSpPr>
        <p:spPr>
          <a:xfrm>
            <a:off x="10381874" y="5301247"/>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4" name="Rectangle 23">
            <a:extLst>
              <a:ext uri="{FF2B5EF4-FFF2-40B4-BE49-F238E27FC236}">
                <a16:creationId xmlns:a16="http://schemas.microsoft.com/office/drawing/2014/main" id="{C64BBDB0-1CA7-4E91-B2D0-89E5DB8CAAD5}"/>
              </a:ext>
            </a:extLst>
          </p:cNvPr>
          <p:cNvSpPr/>
          <p:nvPr/>
        </p:nvSpPr>
        <p:spPr>
          <a:xfrm>
            <a:off x="11123002" y="3784906"/>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5" name="Rectangle 24">
            <a:extLst>
              <a:ext uri="{FF2B5EF4-FFF2-40B4-BE49-F238E27FC236}">
                <a16:creationId xmlns:a16="http://schemas.microsoft.com/office/drawing/2014/main" id="{C9589368-C5C4-4180-B862-2F6E63A645D3}"/>
              </a:ext>
            </a:extLst>
          </p:cNvPr>
          <p:cNvSpPr/>
          <p:nvPr/>
        </p:nvSpPr>
        <p:spPr>
          <a:xfrm>
            <a:off x="11307348" y="4420637"/>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6" name="Rectangle 25">
            <a:extLst>
              <a:ext uri="{FF2B5EF4-FFF2-40B4-BE49-F238E27FC236}">
                <a16:creationId xmlns:a16="http://schemas.microsoft.com/office/drawing/2014/main" id="{0D387B00-3115-4E7A-AB82-6EC0B5212B75}"/>
              </a:ext>
            </a:extLst>
          </p:cNvPr>
          <p:cNvSpPr/>
          <p:nvPr/>
        </p:nvSpPr>
        <p:spPr>
          <a:xfrm>
            <a:off x="9921166" y="5467354"/>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7" name="Rectangle 26">
            <a:extLst>
              <a:ext uri="{FF2B5EF4-FFF2-40B4-BE49-F238E27FC236}">
                <a16:creationId xmlns:a16="http://schemas.microsoft.com/office/drawing/2014/main" id="{622D5998-F67F-4707-88C2-8508DC0B4714}"/>
              </a:ext>
            </a:extLst>
          </p:cNvPr>
          <p:cNvSpPr/>
          <p:nvPr/>
        </p:nvSpPr>
        <p:spPr>
          <a:xfrm>
            <a:off x="9503252" y="5475945"/>
            <a:ext cx="239300" cy="23611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a:t>
            </a:r>
          </a:p>
          <a:p>
            <a:pPr algn="ctr"/>
            <a:r>
              <a:rPr lang="en-US" sz="400">
                <a:solidFill>
                  <a:schemeClr val="tx1"/>
                </a:solidFill>
              </a:rPr>
              <a:t>-----</a:t>
            </a:r>
          </a:p>
        </p:txBody>
      </p:sp>
      <p:sp>
        <p:nvSpPr>
          <p:cNvPr id="28" name="Flèche : droite 27">
            <a:extLst>
              <a:ext uri="{FF2B5EF4-FFF2-40B4-BE49-F238E27FC236}">
                <a16:creationId xmlns:a16="http://schemas.microsoft.com/office/drawing/2014/main" id="{7A5D18EE-F126-46FD-B17B-63DDE9FDD3C8}"/>
              </a:ext>
            </a:extLst>
          </p:cNvPr>
          <p:cNvSpPr/>
          <p:nvPr/>
        </p:nvSpPr>
        <p:spPr>
          <a:xfrm>
            <a:off x="8257726" y="4528380"/>
            <a:ext cx="369116" cy="426009"/>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Connecteur droit avec flèche 29">
            <a:extLst>
              <a:ext uri="{FF2B5EF4-FFF2-40B4-BE49-F238E27FC236}">
                <a16:creationId xmlns:a16="http://schemas.microsoft.com/office/drawing/2014/main" id="{DADA5378-BCA5-4FEF-9B53-4824D208A274}"/>
              </a:ext>
            </a:extLst>
          </p:cNvPr>
          <p:cNvCxnSpPr>
            <a:cxnSpLocks/>
          </p:cNvCxnSpPr>
          <p:nvPr/>
        </p:nvCxnSpPr>
        <p:spPr>
          <a:xfrm flipH="1" flipV="1">
            <a:off x="10516036" y="4680600"/>
            <a:ext cx="594806" cy="1611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9AB706AF-A05F-4A99-9B24-540212EA9315}"/>
              </a:ext>
            </a:extLst>
          </p:cNvPr>
          <p:cNvSpPr txBox="1"/>
          <p:nvPr/>
        </p:nvSpPr>
        <p:spPr>
          <a:xfrm>
            <a:off x="9836940" y="6277428"/>
            <a:ext cx="2181548" cy="430887"/>
          </a:xfrm>
          <a:prstGeom prst="rect">
            <a:avLst/>
          </a:prstGeom>
          <a:noFill/>
        </p:spPr>
        <p:txBody>
          <a:bodyPr wrap="square">
            <a:spAutoFit/>
          </a:bodyPr>
          <a:lstStyle/>
          <a:p>
            <a:pPr lvl="0"/>
            <a:r>
              <a:rPr lang="en-US" sz="1100"/>
              <a:t>Best topics zone, with the highest chances of success</a:t>
            </a:r>
          </a:p>
        </p:txBody>
      </p:sp>
      <p:sp>
        <p:nvSpPr>
          <p:cNvPr id="34" name="ZoneTexte 33">
            <a:extLst>
              <a:ext uri="{FF2B5EF4-FFF2-40B4-BE49-F238E27FC236}">
                <a16:creationId xmlns:a16="http://schemas.microsoft.com/office/drawing/2014/main" id="{10E37EEC-4765-4EA2-90C9-DB3331CB92DD}"/>
              </a:ext>
            </a:extLst>
          </p:cNvPr>
          <p:cNvSpPr txBox="1"/>
          <p:nvPr/>
        </p:nvSpPr>
        <p:spPr>
          <a:xfrm>
            <a:off x="2590168" y="2212062"/>
            <a:ext cx="2206143" cy="769441"/>
          </a:xfrm>
          <a:prstGeom prst="rect">
            <a:avLst/>
          </a:prstGeom>
          <a:noFill/>
        </p:spPr>
        <p:txBody>
          <a:bodyPr wrap="square" rtlCol="0">
            <a:spAutoFit/>
          </a:bodyPr>
          <a:lstStyle/>
          <a:p>
            <a:pPr algn="ctr"/>
            <a:r>
              <a:rPr lang="en-US" sz="1100" b="1"/>
              <a:t>What inputs do we bring in the workshop ?</a:t>
            </a:r>
          </a:p>
          <a:p>
            <a:pPr algn="ctr"/>
            <a:r>
              <a:rPr lang="en-US" sz="1100"/>
              <a:t>A list of key topics of the community</a:t>
            </a:r>
          </a:p>
        </p:txBody>
      </p:sp>
      <p:sp>
        <p:nvSpPr>
          <p:cNvPr id="37" name="ZoneTexte 36">
            <a:extLst>
              <a:ext uri="{FF2B5EF4-FFF2-40B4-BE49-F238E27FC236}">
                <a16:creationId xmlns:a16="http://schemas.microsoft.com/office/drawing/2014/main" id="{90669FD6-A7BF-4031-9E6A-3C159324C2B1}"/>
              </a:ext>
            </a:extLst>
          </p:cNvPr>
          <p:cNvSpPr txBox="1"/>
          <p:nvPr/>
        </p:nvSpPr>
        <p:spPr>
          <a:xfrm>
            <a:off x="8829749" y="2150330"/>
            <a:ext cx="2860646" cy="769441"/>
          </a:xfrm>
          <a:prstGeom prst="rect">
            <a:avLst/>
          </a:prstGeom>
          <a:noFill/>
        </p:spPr>
        <p:txBody>
          <a:bodyPr wrap="square" rtlCol="0">
            <a:spAutoFit/>
          </a:bodyPr>
          <a:lstStyle/>
          <a:p>
            <a:pPr algn="ctr"/>
            <a:r>
              <a:rPr lang="en-US" sz="1100" b="1"/>
              <a:t>What will be the outcomes of the workshop ?</a:t>
            </a:r>
          </a:p>
          <a:p>
            <a:pPr algn="ctr"/>
            <a:r>
              <a:rPr lang="en-US" sz="1100"/>
              <a:t>A map of the most valuable topics from which we can create events and content. </a:t>
            </a:r>
          </a:p>
        </p:txBody>
      </p:sp>
      <p:sp>
        <p:nvSpPr>
          <p:cNvPr id="38" name="Rectangle 37">
            <a:extLst>
              <a:ext uri="{FF2B5EF4-FFF2-40B4-BE49-F238E27FC236}">
                <a16:creationId xmlns:a16="http://schemas.microsoft.com/office/drawing/2014/main" id="{98BB967D-551E-483E-9EE2-9EB9F1E2CA8C}"/>
              </a:ext>
            </a:extLst>
          </p:cNvPr>
          <p:cNvSpPr/>
          <p:nvPr/>
        </p:nvSpPr>
        <p:spPr>
          <a:xfrm>
            <a:off x="5414811" y="5601139"/>
            <a:ext cx="577795" cy="39494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MANAGING  SECURITY TECH DEBT IN LEGACY SYSTEMS</a:t>
            </a:r>
          </a:p>
        </p:txBody>
      </p:sp>
      <p:sp>
        <p:nvSpPr>
          <p:cNvPr id="39" name="Rectangle 38">
            <a:extLst>
              <a:ext uri="{FF2B5EF4-FFF2-40B4-BE49-F238E27FC236}">
                <a16:creationId xmlns:a16="http://schemas.microsoft.com/office/drawing/2014/main" id="{6C602D0F-B31C-4F79-8D7C-AF7E411739C6}"/>
              </a:ext>
            </a:extLst>
          </p:cNvPr>
          <p:cNvSpPr/>
          <p:nvPr/>
        </p:nvSpPr>
        <p:spPr>
          <a:xfrm>
            <a:off x="5411770" y="3855433"/>
            <a:ext cx="577794" cy="39494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PRACTICAL APPLICATIONS OF THE CYBER ENGINEERING POLICY</a:t>
            </a:r>
          </a:p>
        </p:txBody>
      </p:sp>
      <p:sp>
        <p:nvSpPr>
          <p:cNvPr id="40" name="Rectangle 39">
            <a:extLst>
              <a:ext uri="{FF2B5EF4-FFF2-40B4-BE49-F238E27FC236}">
                <a16:creationId xmlns:a16="http://schemas.microsoft.com/office/drawing/2014/main" id="{B82330A5-6285-4B68-8CDF-EE637CDD6D47}"/>
              </a:ext>
            </a:extLst>
          </p:cNvPr>
          <p:cNvSpPr/>
          <p:nvPr/>
        </p:nvSpPr>
        <p:spPr>
          <a:xfrm>
            <a:off x="5426943" y="4302486"/>
            <a:ext cx="577795"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PENTESTS</a:t>
            </a:r>
          </a:p>
          <a:p>
            <a:pPr algn="ctr"/>
            <a:r>
              <a:rPr lang="en-US" sz="400">
                <a:solidFill>
                  <a:schemeClr val="tx1"/>
                </a:solidFill>
              </a:rPr>
              <a:t>OPTIMIZATION</a:t>
            </a:r>
          </a:p>
        </p:txBody>
      </p:sp>
      <p:sp>
        <p:nvSpPr>
          <p:cNvPr id="41" name="Rectangle 40">
            <a:extLst>
              <a:ext uri="{FF2B5EF4-FFF2-40B4-BE49-F238E27FC236}">
                <a16:creationId xmlns:a16="http://schemas.microsoft.com/office/drawing/2014/main" id="{CD5AB7F7-A25F-4467-B830-F093D16D88C5}"/>
              </a:ext>
            </a:extLst>
          </p:cNvPr>
          <p:cNvSpPr/>
          <p:nvPr/>
        </p:nvSpPr>
        <p:spPr>
          <a:xfrm>
            <a:off x="5426946" y="5221307"/>
            <a:ext cx="577792"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SOCIAL ENGINEERING LATEST NEWS</a:t>
            </a:r>
          </a:p>
        </p:txBody>
      </p:sp>
      <p:sp>
        <p:nvSpPr>
          <p:cNvPr id="42" name="Rectangle 41">
            <a:extLst>
              <a:ext uri="{FF2B5EF4-FFF2-40B4-BE49-F238E27FC236}">
                <a16:creationId xmlns:a16="http://schemas.microsoft.com/office/drawing/2014/main" id="{D08DB7FA-C74D-4DBE-B65B-29ED14BFD491}"/>
              </a:ext>
            </a:extLst>
          </p:cNvPr>
          <p:cNvSpPr/>
          <p:nvPr/>
        </p:nvSpPr>
        <p:spPr>
          <a:xfrm>
            <a:off x="5411770" y="4841475"/>
            <a:ext cx="577794"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PRIVACY REGULATIONS 2022 </a:t>
            </a:r>
          </a:p>
        </p:txBody>
      </p:sp>
      <p:sp>
        <p:nvSpPr>
          <p:cNvPr id="44" name="ZoneTexte 43">
            <a:extLst>
              <a:ext uri="{FF2B5EF4-FFF2-40B4-BE49-F238E27FC236}">
                <a16:creationId xmlns:a16="http://schemas.microsoft.com/office/drawing/2014/main" id="{03751D99-6B5F-4679-9BCB-642CA72E82B7}"/>
              </a:ext>
            </a:extLst>
          </p:cNvPr>
          <p:cNvSpPr txBox="1"/>
          <p:nvPr/>
        </p:nvSpPr>
        <p:spPr>
          <a:xfrm>
            <a:off x="3333531" y="6199796"/>
            <a:ext cx="577791" cy="369332"/>
          </a:xfrm>
          <a:prstGeom prst="rect">
            <a:avLst/>
          </a:prstGeom>
          <a:noFill/>
        </p:spPr>
        <p:txBody>
          <a:bodyPr wrap="square">
            <a:spAutoFit/>
          </a:bodyPr>
          <a:lstStyle/>
          <a:p>
            <a:pPr algn="ctr"/>
            <a:r>
              <a:rPr lang="en-US" sz="1800"/>
              <a:t>…</a:t>
            </a:r>
            <a:endParaRPr lang="en-US"/>
          </a:p>
        </p:txBody>
      </p:sp>
      <p:sp>
        <p:nvSpPr>
          <p:cNvPr id="45" name="Rectangle 44">
            <a:extLst>
              <a:ext uri="{FF2B5EF4-FFF2-40B4-BE49-F238E27FC236}">
                <a16:creationId xmlns:a16="http://schemas.microsoft.com/office/drawing/2014/main" id="{53C4273F-3289-45A3-A985-9D92D0D2F824}"/>
              </a:ext>
            </a:extLst>
          </p:cNvPr>
          <p:cNvSpPr/>
          <p:nvPr/>
        </p:nvSpPr>
        <p:spPr>
          <a:xfrm>
            <a:off x="6296983" y="4853903"/>
            <a:ext cx="577795" cy="39494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MANAGING  SECURITY TECH DEBT IN LEGACY SYSTEMS</a:t>
            </a:r>
          </a:p>
        </p:txBody>
      </p:sp>
      <p:sp>
        <p:nvSpPr>
          <p:cNvPr id="46" name="Rectangle 45">
            <a:extLst>
              <a:ext uri="{FF2B5EF4-FFF2-40B4-BE49-F238E27FC236}">
                <a16:creationId xmlns:a16="http://schemas.microsoft.com/office/drawing/2014/main" id="{2BF4E8FA-63D3-4006-B985-6456B1E6080E}"/>
              </a:ext>
            </a:extLst>
          </p:cNvPr>
          <p:cNvSpPr/>
          <p:nvPr/>
        </p:nvSpPr>
        <p:spPr>
          <a:xfrm>
            <a:off x="6298064" y="4229252"/>
            <a:ext cx="577794" cy="39494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PRACTICAL APPLICATIONS OF THE CYBER ENGINEERING POLICY</a:t>
            </a:r>
          </a:p>
        </p:txBody>
      </p:sp>
      <p:sp>
        <p:nvSpPr>
          <p:cNvPr id="47" name="Rectangle 46">
            <a:extLst>
              <a:ext uri="{FF2B5EF4-FFF2-40B4-BE49-F238E27FC236}">
                <a16:creationId xmlns:a16="http://schemas.microsoft.com/office/drawing/2014/main" id="{A995581C-8E41-40DA-81DD-2CDF01F1B402}"/>
              </a:ext>
            </a:extLst>
          </p:cNvPr>
          <p:cNvSpPr/>
          <p:nvPr/>
        </p:nvSpPr>
        <p:spPr>
          <a:xfrm>
            <a:off x="6295865" y="5297282"/>
            <a:ext cx="577795"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PENTESTS</a:t>
            </a:r>
          </a:p>
          <a:p>
            <a:pPr algn="ctr"/>
            <a:r>
              <a:rPr lang="en-US" sz="400">
                <a:solidFill>
                  <a:schemeClr val="tx1"/>
                </a:solidFill>
              </a:rPr>
              <a:t>OPTIMIZATION</a:t>
            </a:r>
          </a:p>
        </p:txBody>
      </p:sp>
      <p:sp>
        <p:nvSpPr>
          <p:cNvPr id="48" name="Rectangle 47">
            <a:extLst>
              <a:ext uri="{FF2B5EF4-FFF2-40B4-BE49-F238E27FC236}">
                <a16:creationId xmlns:a16="http://schemas.microsoft.com/office/drawing/2014/main" id="{269CFD09-85F4-4A8A-BEF9-A53113C73D61}"/>
              </a:ext>
            </a:extLst>
          </p:cNvPr>
          <p:cNvSpPr/>
          <p:nvPr/>
        </p:nvSpPr>
        <p:spPr>
          <a:xfrm>
            <a:off x="6311022" y="3867802"/>
            <a:ext cx="577792"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SOCIAL ENGINEERING LATEST NEWS</a:t>
            </a:r>
          </a:p>
        </p:txBody>
      </p:sp>
      <p:sp>
        <p:nvSpPr>
          <p:cNvPr id="49" name="Rectangle 48">
            <a:extLst>
              <a:ext uri="{FF2B5EF4-FFF2-40B4-BE49-F238E27FC236}">
                <a16:creationId xmlns:a16="http://schemas.microsoft.com/office/drawing/2014/main" id="{211A3E77-D044-4783-97F8-4D1899985047}"/>
              </a:ext>
            </a:extLst>
          </p:cNvPr>
          <p:cNvSpPr/>
          <p:nvPr/>
        </p:nvSpPr>
        <p:spPr>
          <a:xfrm>
            <a:off x="6298064" y="5652389"/>
            <a:ext cx="577794"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PRIVACY REGULATIONS 2022 </a:t>
            </a:r>
          </a:p>
        </p:txBody>
      </p:sp>
      <p:sp>
        <p:nvSpPr>
          <p:cNvPr id="55" name="Rectangle 54">
            <a:extLst>
              <a:ext uri="{FF2B5EF4-FFF2-40B4-BE49-F238E27FC236}">
                <a16:creationId xmlns:a16="http://schemas.microsoft.com/office/drawing/2014/main" id="{1A76BA16-3F02-4800-9C4C-DCDDF3493CA8}"/>
              </a:ext>
            </a:extLst>
          </p:cNvPr>
          <p:cNvSpPr/>
          <p:nvPr/>
        </p:nvSpPr>
        <p:spPr>
          <a:xfrm>
            <a:off x="7168984" y="4853902"/>
            <a:ext cx="577795" cy="39494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MANAGING  SECURITY TECH DEBT IN LEGACY SYSTEMS</a:t>
            </a:r>
          </a:p>
        </p:txBody>
      </p:sp>
      <p:sp>
        <p:nvSpPr>
          <p:cNvPr id="56" name="Rectangle 55">
            <a:extLst>
              <a:ext uri="{FF2B5EF4-FFF2-40B4-BE49-F238E27FC236}">
                <a16:creationId xmlns:a16="http://schemas.microsoft.com/office/drawing/2014/main" id="{AF24C166-A76F-4E32-8E76-4CB8CA1D7FAE}"/>
              </a:ext>
            </a:extLst>
          </p:cNvPr>
          <p:cNvSpPr/>
          <p:nvPr/>
        </p:nvSpPr>
        <p:spPr>
          <a:xfrm>
            <a:off x="7148168" y="4232466"/>
            <a:ext cx="577794" cy="39494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PRACTICAL APPLICATIONS OF THE CYBER ENGINEERING POLICY</a:t>
            </a:r>
          </a:p>
        </p:txBody>
      </p:sp>
      <p:sp>
        <p:nvSpPr>
          <p:cNvPr id="57" name="Rectangle 56">
            <a:extLst>
              <a:ext uri="{FF2B5EF4-FFF2-40B4-BE49-F238E27FC236}">
                <a16:creationId xmlns:a16="http://schemas.microsoft.com/office/drawing/2014/main" id="{9613F5EA-6805-489D-8C3E-E6D9FA4CEAF1}"/>
              </a:ext>
            </a:extLst>
          </p:cNvPr>
          <p:cNvSpPr/>
          <p:nvPr/>
        </p:nvSpPr>
        <p:spPr>
          <a:xfrm>
            <a:off x="7150748" y="5297282"/>
            <a:ext cx="577795"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PENTESTS</a:t>
            </a:r>
          </a:p>
          <a:p>
            <a:pPr algn="ctr"/>
            <a:r>
              <a:rPr lang="en-US" sz="400">
                <a:solidFill>
                  <a:schemeClr val="tx1"/>
                </a:solidFill>
              </a:rPr>
              <a:t>OPTIMIZATION</a:t>
            </a:r>
          </a:p>
        </p:txBody>
      </p:sp>
      <p:sp>
        <p:nvSpPr>
          <p:cNvPr id="58" name="Rectangle 57">
            <a:extLst>
              <a:ext uri="{FF2B5EF4-FFF2-40B4-BE49-F238E27FC236}">
                <a16:creationId xmlns:a16="http://schemas.microsoft.com/office/drawing/2014/main" id="{861B8284-1BC2-43BC-9FA4-1D9E3C1393BA}"/>
              </a:ext>
            </a:extLst>
          </p:cNvPr>
          <p:cNvSpPr/>
          <p:nvPr/>
        </p:nvSpPr>
        <p:spPr>
          <a:xfrm>
            <a:off x="7166776" y="5652775"/>
            <a:ext cx="577792"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SOCIAL ENGINEERING LATEST NEWS</a:t>
            </a:r>
          </a:p>
        </p:txBody>
      </p:sp>
      <p:sp>
        <p:nvSpPr>
          <p:cNvPr id="59" name="Rectangle 58">
            <a:extLst>
              <a:ext uri="{FF2B5EF4-FFF2-40B4-BE49-F238E27FC236}">
                <a16:creationId xmlns:a16="http://schemas.microsoft.com/office/drawing/2014/main" id="{D126FCF1-1A78-465F-9505-33A6EA8D07E1}"/>
              </a:ext>
            </a:extLst>
          </p:cNvPr>
          <p:cNvSpPr/>
          <p:nvPr/>
        </p:nvSpPr>
        <p:spPr>
          <a:xfrm>
            <a:off x="7142240" y="3880090"/>
            <a:ext cx="577794" cy="310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solidFill>
                  <a:schemeClr val="tx1"/>
                </a:solidFill>
              </a:rPr>
              <a:t>PRIVACY REGULATIONS 2022 </a:t>
            </a:r>
          </a:p>
        </p:txBody>
      </p:sp>
      <p:cxnSp>
        <p:nvCxnSpPr>
          <p:cNvPr id="62" name="Connecteur droit 61">
            <a:extLst>
              <a:ext uri="{FF2B5EF4-FFF2-40B4-BE49-F238E27FC236}">
                <a16:creationId xmlns:a16="http://schemas.microsoft.com/office/drawing/2014/main" id="{F6974042-577A-49EE-8849-8BC2937B0C39}"/>
              </a:ext>
            </a:extLst>
          </p:cNvPr>
          <p:cNvCxnSpPr>
            <a:cxnSpLocks/>
          </p:cNvCxnSpPr>
          <p:nvPr/>
        </p:nvCxnSpPr>
        <p:spPr>
          <a:xfrm flipV="1">
            <a:off x="5375042" y="4682512"/>
            <a:ext cx="2454508" cy="14423"/>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6" name="ZoneTexte 65">
            <a:extLst>
              <a:ext uri="{FF2B5EF4-FFF2-40B4-BE49-F238E27FC236}">
                <a16:creationId xmlns:a16="http://schemas.microsoft.com/office/drawing/2014/main" id="{06D05287-BC26-4B87-9067-5DB4FF824482}"/>
              </a:ext>
            </a:extLst>
          </p:cNvPr>
          <p:cNvSpPr txBox="1"/>
          <p:nvPr/>
        </p:nvSpPr>
        <p:spPr>
          <a:xfrm rot="5400000">
            <a:off x="7299824" y="4023345"/>
            <a:ext cx="1108765" cy="184666"/>
          </a:xfrm>
          <a:prstGeom prst="rect">
            <a:avLst/>
          </a:prstGeom>
          <a:noFill/>
        </p:spPr>
        <p:txBody>
          <a:bodyPr wrap="square">
            <a:spAutoFit/>
          </a:bodyPr>
          <a:lstStyle/>
          <a:p>
            <a:pPr algn="r"/>
            <a:r>
              <a:rPr lang="en-US" sz="600"/>
              <a:t>Top 20% </a:t>
            </a:r>
          </a:p>
        </p:txBody>
      </p:sp>
      <p:sp>
        <p:nvSpPr>
          <p:cNvPr id="67" name="ZoneTexte 66">
            <a:extLst>
              <a:ext uri="{FF2B5EF4-FFF2-40B4-BE49-F238E27FC236}">
                <a16:creationId xmlns:a16="http://schemas.microsoft.com/office/drawing/2014/main" id="{F982C47F-2F2B-4F0D-A882-183B64B04576}"/>
              </a:ext>
            </a:extLst>
          </p:cNvPr>
          <p:cNvSpPr txBox="1"/>
          <p:nvPr/>
        </p:nvSpPr>
        <p:spPr>
          <a:xfrm>
            <a:off x="6885262" y="6199796"/>
            <a:ext cx="1108765" cy="184666"/>
          </a:xfrm>
          <a:prstGeom prst="rect">
            <a:avLst/>
          </a:prstGeom>
          <a:noFill/>
        </p:spPr>
        <p:txBody>
          <a:bodyPr wrap="square">
            <a:spAutoFit/>
          </a:bodyPr>
          <a:lstStyle/>
          <a:p>
            <a:pPr algn="r"/>
            <a:r>
              <a:rPr lang="en-US" sz="600"/>
              <a:t>Example Data</a:t>
            </a:r>
          </a:p>
        </p:txBody>
      </p:sp>
    </p:spTree>
    <p:extLst>
      <p:ext uri="{BB962C8B-B14F-4D97-AF65-F5344CB8AC3E}">
        <p14:creationId xmlns:p14="http://schemas.microsoft.com/office/powerpoint/2010/main" val="8737474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413AF1-05E3-475E-8951-274B8235419A}"/>
              </a:ext>
            </a:extLst>
          </p:cNvPr>
          <p:cNvSpPr>
            <a:spLocks noGrp="1"/>
          </p:cNvSpPr>
          <p:nvPr>
            <p:ph type="ctrTitle"/>
          </p:nvPr>
        </p:nvSpPr>
        <p:spPr/>
        <p:txBody>
          <a:bodyPr>
            <a:normAutofit/>
          </a:bodyPr>
          <a:lstStyle/>
          <a:p>
            <a:r>
              <a:rPr lang="fr-FR" dirty="0"/>
              <a:t>Tips for Community </a:t>
            </a:r>
            <a:r>
              <a:rPr lang="fr-FR" dirty="0" err="1"/>
              <a:t>Boosting</a:t>
            </a:r>
            <a:endParaRPr lang="fr-FR" dirty="0"/>
          </a:p>
        </p:txBody>
      </p:sp>
      <p:sp>
        <p:nvSpPr>
          <p:cNvPr id="5" name="Sous-titre 4">
            <a:extLst>
              <a:ext uri="{FF2B5EF4-FFF2-40B4-BE49-F238E27FC236}">
                <a16:creationId xmlns:a16="http://schemas.microsoft.com/office/drawing/2014/main" id="{217E461B-2692-4E3C-8B5D-5D030E54DB7E}"/>
              </a:ext>
            </a:extLst>
          </p:cNvPr>
          <p:cNvSpPr>
            <a:spLocks noGrp="1"/>
          </p:cNvSpPr>
          <p:nvPr>
            <p:ph type="subTitle" idx="1"/>
          </p:nvPr>
        </p:nvSpPr>
        <p:spPr/>
        <p:txBody>
          <a:bodyPr/>
          <a:lstStyle/>
          <a:p>
            <a:endParaRPr lang="fr-FR" dirty="0"/>
          </a:p>
        </p:txBody>
      </p:sp>
    </p:spTree>
    <p:extLst>
      <p:ext uri="{BB962C8B-B14F-4D97-AF65-F5344CB8AC3E}">
        <p14:creationId xmlns:p14="http://schemas.microsoft.com/office/powerpoint/2010/main" val="219271467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phere of mesh and nodes">
            <a:extLst>
              <a:ext uri="{FF2B5EF4-FFF2-40B4-BE49-F238E27FC236}">
                <a16:creationId xmlns:a16="http://schemas.microsoft.com/office/drawing/2014/main" id="{49ED67BB-69C1-44F8-88B6-D2679B89438B}"/>
              </a:ext>
            </a:extLst>
          </p:cNvPr>
          <p:cNvPicPr>
            <a:picLocks noChangeAspect="1"/>
          </p:cNvPicPr>
          <p:nvPr/>
        </p:nvPicPr>
        <p:blipFill rotWithShape="1">
          <a:blip r:embed="rId2"/>
          <a:srcRect t="2677" b="22323"/>
          <a:stretch/>
        </p:blipFill>
        <p:spPr>
          <a:xfrm>
            <a:off x="19" y="10"/>
            <a:ext cx="12191981" cy="6857990"/>
          </a:xfrm>
          <a:prstGeom prst="rect">
            <a:avLst/>
          </a:prstGeom>
        </p:spPr>
      </p:pic>
      <p:sp>
        <p:nvSpPr>
          <p:cNvPr id="4" name="Titre 3">
            <a:extLst>
              <a:ext uri="{FF2B5EF4-FFF2-40B4-BE49-F238E27FC236}">
                <a16:creationId xmlns:a16="http://schemas.microsoft.com/office/drawing/2014/main" id="{38EC4C68-3C3D-4473-BFA0-FF6C6E21956C}"/>
              </a:ext>
            </a:extLst>
          </p:cNvPr>
          <p:cNvSpPr>
            <a:spLocks noGrp="1"/>
          </p:cNvSpPr>
          <p:nvPr>
            <p:ph type="ctrTitle"/>
          </p:nvPr>
        </p:nvSpPr>
        <p:spPr>
          <a:xfrm>
            <a:off x="404553" y="242196"/>
            <a:ext cx="9078562" cy="974045"/>
          </a:xfrm>
        </p:spPr>
        <p:txBody>
          <a:bodyPr anchor="t">
            <a:normAutofit fontScale="90000"/>
          </a:bodyPr>
          <a:lstStyle/>
          <a:p>
            <a:r>
              <a:rPr lang="en-US" sz="6600">
                <a:solidFill>
                  <a:schemeClr val="bg1"/>
                </a:solidFill>
              </a:rPr>
              <a:t>#OSG Method Basics</a:t>
            </a:r>
          </a:p>
        </p:txBody>
      </p:sp>
      <p:sp>
        <p:nvSpPr>
          <p:cNvPr id="5" name="Sous-titre 4">
            <a:extLst>
              <a:ext uri="{FF2B5EF4-FFF2-40B4-BE49-F238E27FC236}">
                <a16:creationId xmlns:a16="http://schemas.microsoft.com/office/drawing/2014/main" id="{7C997A9C-DEAD-40DF-B0DA-8B19368A31C4}"/>
              </a:ext>
            </a:extLst>
          </p:cNvPr>
          <p:cNvSpPr>
            <a:spLocks noGrp="1"/>
          </p:cNvSpPr>
          <p:nvPr>
            <p:ph type="subTitle" idx="1"/>
          </p:nvPr>
        </p:nvSpPr>
        <p:spPr>
          <a:xfrm>
            <a:off x="404553" y="1583150"/>
            <a:ext cx="9078562" cy="4542442"/>
          </a:xfrm>
        </p:spPr>
        <p:txBody>
          <a:bodyPr anchor="t">
            <a:normAutofit fontScale="70000" lnSpcReduction="20000"/>
          </a:bodyPr>
          <a:lstStyle/>
          <a:p>
            <a:r>
              <a:rPr lang="en-US">
                <a:solidFill>
                  <a:schemeClr val="bg1"/>
                </a:solidFill>
              </a:rPr>
              <a:t>Course pitch and content summary</a:t>
            </a:r>
          </a:p>
          <a:p>
            <a:endParaRPr lang="en-US">
              <a:solidFill>
                <a:schemeClr val="bg1"/>
              </a:solidFill>
            </a:endParaRPr>
          </a:p>
          <a:p>
            <a:r>
              <a:rPr lang="en-US">
                <a:solidFill>
                  <a:schemeClr val="bg1"/>
                </a:solidFill>
              </a:rPr>
              <a:t>The #OSG Method is a framework to help Communities grow in numbers, engagement, by developing their knowledge sharing power, using Viral learning as a mindset and Engagement levels as a backbone. Discover the big ideas behind the method used in large, small, profit and non-profit organizations for their Communities development.</a:t>
            </a:r>
          </a:p>
          <a:p>
            <a:endParaRPr lang="en-US">
              <a:solidFill>
                <a:schemeClr val="bg1"/>
              </a:solidFill>
            </a:endParaRPr>
          </a:p>
          <a:p>
            <a:pPr marL="514350" indent="-514350">
              <a:buFont typeface="+mj-lt"/>
              <a:buAutoNum type="arabicPeriod"/>
            </a:pPr>
            <a:r>
              <a:rPr lang="en-US">
                <a:solidFill>
                  <a:schemeClr val="bg1"/>
                </a:solidFill>
              </a:rPr>
              <a:t>History and goal of #OSG Method</a:t>
            </a:r>
          </a:p>
          <a:p>
            <a:pPr marL="514350" indent="-514350">
              <a:buFont typeface="+mj-lt"/>
              <a:buAutoNum type="arabicPeriod"/>
            </a:pPr>
            <a:r>
              <a:rPr lang="en-US">
                <a:solidFill>
                  <a:schemeClr val="bg1"/>
                </a:solidFill>
              </a:rPr>
              <a:t>Value-focused stories, ideas and tools</a:t>
            </a:r>
          </a:p>
          <a:p>
            <a:pPr marL="514350" indent="-514350">
              <a:buFont typeface="+mj-lt"/>
              <a:buAutoNum type="arabicPeriod"/>
            </a:pPr>
            <a:r>
              <a:rPr lang="en-US">
                <a:solidFill>
                  <a:schemeClr val="bg1"/>
                </a:solidFill>
              </a:rPr>
              <a:t>People-focused stories, ideas and tools</a:t>
            </a:r>
          </a:p>
          <a:p>
            <a:pPr marL="514350" indent="-514350">
              <a:buFont typeface="+mj-lt"/>
              <a:buAutoNum type="arabicPeriod"/>
            </a:pPr>
            <a:r>
              <a:rPr lang="en-US">
                <a:solidFill>
                  <a:schemeClr val="bg1"/>
                </a:solidFill>
              </a:rPr>
              <a:t>Content-focused stories, ideas and tools</a:t>
            </a:r>
          </a:p>
          <a:p>
            <a:endParaRPr lang="en-US">
              <a:solidFill>
                <a:schemeClr val="bg1"/>
              </a:solidFill>
            </a:endParaRPr>
          </a:p>
          <a:p>
            <a:endParaRPr lang="en-US">
              <a:solidFill>
                <a:schemeClr val="bg1"/>
              </a:solidFill>
            </a:endParaRPr>
          </a:p>
          <a:p>
            <a:endParaRPr lang="en-US">
              <a:solidFill>
                <a:schemeClr val="bg1"/>
              </a:solidFill>
            </a:endParaRPr>
          </a:p>
          <a:p>
            <a:endParaRPr lang="en-US">
              <a:solidFill>
                <a:schemeClr val="bg1"/>
              </a:solidFill>
            </a:endParaRPr>
          </a:p>
          <a:p>
            <a:endParaRPr lang="en-US">
              <a:solidFill>
                <a:schemeClr val="bg1"/>
              </a:solidFill>
            </a:endParaRPr>
          </a:p>
        </p:txBody>
      </p:sp>
    </p:spTree>
    <p:extLst>
      <p:ext uri="{BB962C8B-B14F-4D97-AF65-F5344CB8AC3E}">
        <p14:creationId xmlns:p14="http://schemas.microsoft.com/office/powerpoint/2010/main" val="397741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Gros plan des molécules d’une goutte d’eau">
            <a:extLst>
              <a:ext uri="{FF2B5EF4-FFF2-40B4-BE49-F238E27FC236}">
                <a16:creationId xmlns:a16="http://schemas.microsoft.com/office/drawing/2014/main" id="{0418C0E0-9EA4-42DF-AE10-F35388770EF6}"/>
              </a:ext>
            </a:extLst>
          </p:cNvPr>
          <p:cNvPicPr>
            <a:picLocks noChangeAspect="1"/>
          </p:cNvPicPr>
          <p:nvPr/>
        </p:nvPicPr>
        <p:blipFill rotWithShape="1">
          <a:blip r:embed="rId2">
            <a:extLst>
              <a:ext uri="{28A0092B-C50C-407E-A947-70E740481C1C}">
                <a14:useLocalDpi xmlns:a14="http://schemas.microsoft.com/office/drawing/2010/main" val="0"/>
              </a:ext>
            </a:extLst>
          </a:blip>
          <a:srcRect t="15813" r="1104" b="10014"/>
          <a:stretch/>
        </p:blipFill>
        <p:spPr>
          <a:xfrm>
            <a:off x="-1" y="0"/>
            <a:ext cx="12192002" cy="6858000"/>
          </a:xfrm>
          <a:prstGeom prst="rect">
            <a:avLst/>
          </a:prstGeom>
        </p:spPr>
      </p:pic>
      <p:sp>
        <p:nvSpPr>
          <p:cNvPr id="4" name="Titre 3">
            <a:extLst>
              <a:ext uri="{FF2B5EF4-FFF2-40B4-BE49-F238E27FC236}">
                <a16:creationId xmlns:a16="http://schemas.microsoft.com/office/drawing/2014/main" id="{38EC4C68-3C3D-4473-BFA0-FF6C6E21956C}"/>
              </a:ext>
            </a:extLst>
          </p:cNvPr>
          <p:cNvSpPr>
            <a:spLocks noGrp="1"/>
          </p:cNvSpPr>
          <p:nvPr>
            <p:ph type="ctrTitle"/>
          </p:nvPr>
        </p:nvSpPr>
        <p:spPr>
          <a:xfrm>
            <a:off x="404552" y="304340"/>
            <a:ext cx="11787447" cy="974044"/>
          </a:xfrm>
        </p:spPr>
        <p:txBody>
          <a:bodyPr anchor="t">
            <a:normAutofit fontScale="90000"/>
          </a:bodyPr>
          <a:lstStyle/>
          <a:p>
            <a:r>
              <a:rPr lang="en-US" sz="6600"/>
              <a:t>Setting up #OSG in 5 steps</a:t>
            </a:r>
          </a:p>
        </p:txBody>
      </p:sp>
      <p:sp>
        <p:nvSpPr>
          <p:cNvPr id="5" name="Sous-titre 4">
            <a:extLst>
              <a:ext uri="{FF2B5EF4-FFF2-40B4-BE49-F238E27FC236}">
                <a16:creationId xmlns:a16="http://schemas.microsoft.com/office/drawing/2014/main" id="{7C997A9C-DEAD-40DF-B0DA-8B19368A31C4}"/>
              </a:ext>
            </a:extLst>
          </p:cNvPr>
          <p:cNvSpPr>
            <a:spLocks noGrp="1"/>
          </p:cNvSpPr>
          <p:nvPr>
            <p:ph type="subTitle" idx="1"/>
          </p:nvPr>
        </p:nvSpPr>
        <p:spPr>
          <a:xfrm>
            <a:off x="475575" y="1512130"/>
            <a:ext cx="9078562" cy="5041530"/>
          </a:xfrm>
          <a:solidFill>
            <a:srgbClr val="FFFFFF">
              <a:alpha val="80000"/>
            </a:srgbClr>
          </a:solidFill>
        </p:spPr>
        <p:txBody>
          <a:bodyPr anchor="ctr">
            <a:normAutofit fontScale="70000" lnSpcReduction="20000"/>
          </a:bodyPr>
          <a:lstStyle/>
          <a:p>
            <a:r>
              <a:rPr lang="en-US"/>
              <a:t>Course pitch and content summary</a:t>
            </a:r>
          </a:p>
          <a:p>
            <a:r>
              <a:rPr lang="en-US"/>
              <a:t>#OSG method is made to be implemented, practiced, applied, learned and understood. This course help you set up #OSG method for your Community in 5 easy steps</a:t>
            </a:r>
          </a:p>
          <a:p>
            <a:pPr marL="514350" indent="-514350">
              <a:buFont typeface="+mj-lt"/>
              <a:buAutoNum type="arabicPeriod"/>
            </a:pPr>
            <a:endParaRPr lang="en-US" b="1"/>
          </a:p>
          <a:p>
            <a:pPr marL="514350" indent="-514350">
              <a:buFont typeface="+mj-lt"/>
              <a:buAutoNum type="arabicPeriod"/>
            </a:pPr>
            <a:r>
              <a:rPr lang="en-US" b="1"/>
              <a:t>Overview : </a:t>
            </a:r>
            <a:r>
              <a:rPr lang="en-US"/>
              <a:t>Framing what you want first, </a:t>
            </a:r>
            <a:endParaRPr lang="en-US" b="1"/>
          </a:p>
          <a:p>
            <a:pPr marL="514350" indent="-514350">
              <a:buFont typeface="+mj-lt"/>
              <a:buAutoNum type="arabicPeriod"/>
            </a:pPr>
            <a:r>
              <a:rPr lang="en-US" b="1"/>
              <a:t>Value : </a:t>
            </a:r>
            <a:r>
              <a:rPr lang="en-US"/>
              <a:t>Set up value targeting process , improvement process,  promotion processes</a:t>
            </a:r>
          </a:p>
          <a:p>
            <a:pPr marL="514350" indent="-514350">
              <a:buFont typeface="+mj-lt"/>
              <a:buAutoNum type="arabicPeriod"/>
            </a:pPr>
            <a:r>
              <a:rPr lang="en-US" b="1"/>
              <a:t>Members : </a:t>
            </a:r>
            <a:r>
              <a:rPr lang="en-US"/>
              <a:t>Defining, promoting, and following up #OpenSeriousPath</a:t>
            </a:r>
          </a:p>
          <a:p>
            <a:pPr marL="514350" indent="-514350">
              <a:buFont typeface="+mj-lt"/>
              <a:buAutoNum type="arabicPeriod"/>
            </a:pPr>
            <a:r>
              <a:rPr lang="en-US" b="1"/>
              <a:t>Content : </a:t>
            </a:r>
            <a:r>
              <a:rPr lang="en-US"/>
              <a:t>Increase the range, easiness to share, and lasting power of your content</a:t>
            </a:r>
          </a:p>
          <a:p>
            <a:pPr marL="514350" indent="-514350">
              <a:buFont typeface="+mj-lt"/>
              <a:buAutoNum type="arabicPeriod"/>
            </a:pPr>
            <a:r>
              <a:rPr lang="en-US" b="1"/>
              <a:t>Further development</a:t>
            </a:r>
            <a:r>
              <a:rPr lang="en-US"/>
              <a:t> : Foster virtuous circles, Keep on innovating</a:t>
            </a:r>
          </a:p>
        </p:txBody>
      </p:sp>
    </p:spTree>
    <p:extLst>
      <p:ext uri="{BB962C8B-B14F-4D97-AF65-F5344CB8AC3E}">
        <p14:creationId xmlns:p14="http://schemas.microsoft.com/office/powerpoint/2010/main" val="1603146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B46865-35DB-4B0A-BCD2-CD79F47C42F2}"/>
              </a:ext>
            </a:extLst>
          </p:cNvPr>
          <p:cNvSpPr>
            <a:spLocks noGrp="1"/>
          </p:cNvSpPr>
          <p:nvPr>
            <p:ph type="title"/>
          </p:nvPr>
        </p:nvSpPr>
        <p:spPr/>
        <p:txBody>
          <a:bodyPr/>
          <a:lstStyle/>
          <a:p>
            <a:r>
              <a:rPr lang="en-US" dirty="0"/>
              <a:t>The #OSG Method Goals</a:t>
            </a:r>
          </a:p>
        </p:txBody>
      </p:sp>
      <p:sp>
        <p:nvSpPr>
          <p:cNvPr id="5" name="Espace réservé du contenu 4">
            <a:extLst>
              <a:ext uri="{FF2B5EF4-FFF2-40B4-BE49-F238E27FC236}">
                <a16:creationId xmlns:a16="http://schemas.microsoft.com/office/drawing/2014/main" id="{A3025951-9327-4DBF-B63C-4412F43A3BC8}"/>
              </a:ext>
            </a:extLst>
          </p:cNvPr>
          <p:cNvSpPr>
            <a:spLocks noGrp="1"/>
          </p:cNvSpPr>
          <p:nvPr>
            <p:ph idx="1"/>
          </p:nvPr>
        </p:nvSpPr>
        <p:spPr>
          <a:xfrm>
            <a:off x="2453480" y="2439523"/>
            <a:ext cx="6806024" cy="3694176"/>
          </a:xfrm>
        </p:spPr>
        <p:txBody>
          <a:bodyPr>
            <a:normAutofit fontScale="92500" lnSpcReduction="10000"/>
          </a:bodyPr>
          <a:lstStyle/>
          <a:p>
            <a:r>
              <a:rPr lang="en-US" sz="2400" dirty="0"/>
              <a:t>Create and Persist Community engagement through knowledge sharing</a:t>
            </a:r>
          </a:p>
          <a:p>
            <a:endParaRPr lang="en-US" sz="2400" dirty="0"/>
          </a:p>
          <a:p>
            <a:r>
              <a:rPr lang="en-US" sz="2400" dirty="0"/>
              <a:t>Progressively Change Learners posture from passive to active, from receivers to knowledge sharers</a:t>
            </a:r>
          </a:p>
          <a:p>
            <a:endParaRPr lang="en-US" sz="2400" dirty="0"/>
          </a:p>
          <a:p>
            <a:r>
              <a:rPr lang="en-US" sz="2400" dirty="0"/>
              <a:t>Track and foster Viral Learning &amp; knowledge sharing</a:t>
            </a:r>
          </a:p>
          <a:p>
            <a:endParaRPr lang="en-US" sz="2400" dirty="0"/>
          </a:p>
          <a:p>
            <a:endParaRPr lang="en-US" sz="2400" dirty="0"/>
          </a:p>
        </p:txBody>
      </p:sp>
      <p:grpSp>
        <p:nvGrpSpPr>
          <p:cNvPr id="6" name="Groupe 5">
            <a:extLst>
              <a:ext uri="{FF2B5EF4-FFF2-40B4-BE49-F238E27FC236}">
                <a16:creationId xmlns:a16="http://schemas.microsoft.com/office/drawing/2014/main" id="{6C260940-3C77-4146-998F-80A85C1F7949}"/>
              </a:ext>
            </a:extLst>
          </p:cNvPr>
          <p:cNvGrpSpPr/>
          <p:nvPr/>
        </p:nvGrpSpPr>
        <p:grpSpPr>
          <a:xfrm>
            <a:off x="1473465" y="3632195"/>
            <a:ext cx="1266205" cy="1138016"/>
            <a:chOff x="10408603" y="1944527"/>
            <a:chExt cx="1266205" cy="1138016"/>
          </a:xfrm>
          <a:solidFill>
            <a:srgbClr val="3494BA"/>
          </a:solidFill>
        </p:grpSpPr>
        <p:grpSp>
          <p:nvGrpSpPr>
            <p:cNvPr id="7" name="Groupe 6">
              <a:extLst>
                <a:ext uri="{FF2B5EF4-FFF2-40B4-BE49-F238E27FC236}">
                  <a16:creationId xmlns:a16="http://schemas.microsoft.com/office/drawing/2014/main" id="{98377868-EFA4-40F7-B509-5112386ECD85}"/>
                </a:ext>
              </a:extLst>
            </p:cNvPr>
            <p:cNvGrpSpPr/>
            <p:nvPr/>
          </p:nvGrpSpPr>
          <p:grpSpPr>
            <a:xfrm>
              <a:off x="10781788" y="2168143"/>
              <a:ext cx="696980" cy="914400"/>
              <a:chOff x="5018285" y="3873291"/>
              <a:chExt cx="696980" cy="914400"/>
            </a:xfrm>
            <a:grpFill/>
          </p:grpSpPr>
          <p:pic>
            <p:nvPicPr>
              <p:cNvPr id="13" name="Graphique 12" descr="Personne confuse avec un remplissage uni">
                <a:extLst>
                  <a:ext uri="{FF2B5EF4-FFF2-40B4-BE49-F238E27FC236}">
                    <a16:creationId xmlns:a16="http://schemas.microsoft.com/office/drawing/2014/main" id="{78B4E6E7-F299-4551-9597-222D3B5727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0440" r="-1"/>
              <a:stretch/>
            </p:blipFill>
            <p:spPr>
              <a:xfrm>
                <a:off x="5079206" y="3873291"/>
                <a:ext cx="636059" cy="914400"/>
              </a:xfrm>
              <a:prstGeom prst="rect">
                <a:avLst/>
              </a:prstGeom>
            </p:spPr>
          </p:pic>
          <p:sp>
            <p:nvSpPr>
              <p:cNvPr id="14" name="Rectangle : coins arrondis 13">
                <a:extLst>
                  <a:ext uri="{FF2B5EF4-FFF2-40B4-BE49-F238E27FC236}">
                    <a16:creationId xmlns:a16="http://schemas.microsoft.com/office/drawing/2014/main" id="{B2B552F6-1323-41E7-9D92-488E606E8AC9}"/>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8" name="Graphique 7" descr="Panneau de signalisation avec un remplissage uni">
              <a:extLst>
                <a:ext uri="{FF2B5EF4-FFF2-40B4-BE49-F238E27FC236}">
                  <a16:creationId xmlns:a16="http://schemas.microsoft.com/office/drawing/2014/main" id="{58DE72A7-1342-44DA-B84C-EDD48E659A7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8628"/>
            <a:stretch/>
          </p:blipFill>
          <p:spPr>
            <a:xfrm>
              <a:off x="10932558" y="1976438"/>
              <a:ext cx="742250" cy="603990"/>
            </a:xfrm>
            <a:prstGeom prst="rect">
              <a:avLst/>
            </a:prstGeom>
          </p:spPr>
        </p:pic>
        <p:grpSp>
          <p:nvGrpSpPr>
            <p:cNvPr id="9" name="Groupe 8">
              <a:extLst>
                <a:ext uri="{FF2B5EF4-FFF2-40B4-BE49-F238E27FC236}">
                  <a16:creationId xmlns:a16="http://schemas.microsoft.com/office/drawing/2014/main" id="{68C74976-D384-4965-9B1B-B3C861375ECF}"/>
                </a:ext>
              </a:extLst>
            </p:cNvPr>
            <p:cNvGrpSpPr/>
            <p:nvPr/>
          </p:nvGrpSpPr>
          <p:grpSpPr>
            <a:xfrm rot="21051146" flipH="1">
              <a:off x="10408603" y="1944527"/>
              <a:ext cx="391604" cy="567289"/>
              <a:chOff x="5616686" y="6627757"/>
              <a:chExt cx="644414" cy="888746"/>
            </a:xfrm>
            <a:grpFill/>
          </p:grpSpPr>
          <p:pic>
            <p:nvPicPr>
              <p:cNvPr id="11" name="Graphique 10" descr="Drapeau de golf dans un trou avec un remplissage uni">
                <a:extLst>
                  <a:ext uri="{FF2B5EF4-FFF2-40B4-BE49-F238E27FC236}">
                    <a16:creationId xmlns:a16="http://schemas.microsoft.com/office/drawing/2014/main" id="{39D36ACA-A66C-47B3-9706-C2AA9F10739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9715" t="5069" r="36313" b="56423"/>
              <a:stretch/>
            </p:blipFill>
            <p:spPr>
              <a:xfrm>
                <a:off x="5616686" y="6627757"/>
                <a:ext cx="644414" cy="564328"/>
              </a:xfrm>
              <a:prstGeom prst="rect">
                <a:avLst/>
              </a:prstGeom>
            </p:spPr>
          </p:pic>
          <p:sp>
            <p:nvSpPr>
              <p:cNvPr id="12" name="Rectangle : coins arrondis 11">
                <a:extLst>
                  <a:ext uri="{FF2B5EF4-FFF2-40B4-BE49-F238E27FC236}">
                    <a16:creationId xmlns:a16="http://schemas.microsoft.com/office/drawing/2014/main" id="{B31AD99E-40FB-4F03-A58F-78D20E6E6656}"/>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0" name="Image 9">
              <a:extLst>
                <a:ext uri="{FF2B5EF4-FFF2-40B4-BE49-F238E27FC236}">
                  <a16:creationId xmlns:a16="http://schemas.microsoft.com/office/drawing/2014/main" id="{2BD8D914-05EA-4283-A07A-1DF22A13DF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pic>
        <p:nvPicPr>
          <p:cNvPr id="15" name="Graphique 14" descr="Héroïne avec un remplissage uni">
            <a:extLst>
              <a:ext uri="{FF2B5EF4-FFF2-40B4-BE49-F238E27FC236}">
                <a16:creationId xmlns:a16="http://schemas.microsoft.com/office/drawing/2014/main" id="{374F237E-505E-4044-87B3-E0887AE3EAE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576243" y="2134838"/>
            <a:ext cx="1163427" cy="1163427"/>
          </a:xfrm>
          <a:prstGeom prst="rect">
            <a:avLst/>
          </a:prstGeom>
        </p:spPr>
      </p:pic>
      <p:pic>
        <p:nvPicPr>
          <p:cNvPr id="19" name="Graphique 18" descr="Graphique linéaire de courbe exponentielle de pandémie avec un remplissage uni">
            <a:extLst>
              <a:ext uri="{FF2B5EF4-FFF2-40B4-BE49-F238E27FC236}">
                <a16:creationId xmlns:a16="http://schemas.microsoft.com/office/drawing/2014/main" id="{61E38FD1-CD46-4C46-8931-DA8B7B69B99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629230" y="5365409"/>
            <a:ext cx="914400" cy="914400"/>
          </a:xfrm>
          <a:prstGeom prst="rect">
            <a:avLst/>
          </a:prstGeom>
        </p:spPr>
      </p:pic>
      <p:pic>
        <p:nvPicPr>
          <p:cNvPr id="20" name="Graphique 19" descr="Toque d'étudiant avec un remplissage uni">
            <a:extLst>
              <a:ext uri="{FF2B5EF4-FFF2-40B4-BE49-F238E27FC236}">
                <a16:creationId xmlns:a16="http://schemas.microsoft.com/office/drawing/2014/main" id="{51B30363-E028-4192-8635-052C4818296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20700000">
            <a:off x="1775475" y="5388998"/>
            <a:ext cx="443890" cy="443890"/>
          </a:xfrm>
          <a:prstGeom prst="rect">
            <a:avLst/>
          </a:prstGeom>
        </p:spPr>
      </p:pic>
    </p:spTree>
    <p:extLst>
      <p:ext uri="{BB962C8B-B14F-4D97-AF65-F5344CB8AC3E}">
        <p14:creationId xmlns:p14="http://schemas.microsoft.com/office/powerpoint/2010/main" val="97006962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B46865-35DB-4B0A-BCD2-CD79F47C42F2}"/>
              </a:ext>
            </a:extLst>
          </p:cNvPr>
          <p:cNvSpPr>
            <a:spLocks noGrp="1"/>
          </p:cNvSpPr>
          <p:nvPr>
            <p:ph type="title"/>
          </p:nvPr>
        </p:nvSpPr>
        <p:spPr/>
        <p:txBody>
          <a:bodyPr/>
          <a:lstStyle/>
          <a:p>
            <a:r>
              <a:rPr lang="en-US" dirty="0"/>
              <a:t>The #OSG principles</a:t>
            </a:r>
          </a:p>
        </p:txBody>
      </p:sp>
      <p:graphicFrame>
        <p:nvGraphicFramePr>
          <p:cNvPr id="6" name="Espace réservé du contenu 3">
            <a:extLst>
              <a:ext uri="{FF2B5EF4-FFF2-40B4-BE49-F238E27FC236}">
                <a16:creationId xmlns:a16="http://schemas.microsoft.com/office/drawing/2014/main" id="{9A2CA6A4-B7D3-4F35-A59A-8D3AF90FD3F8}"/>
              </a:ext>
            </a:extLst>
          </p:cNvPr>
          <p:cNvGraphicFramePr>
            <a:graphicFrameLocks noGrp="1"/>
          </p:cNvGraphicFramePr>
          <p:nvPr>
            <p:ph idx="1"/>
            <p:extLst>
              <p:ext uri="{D42A27DB-BD31-4B8C-83A1-F6EECF244321}">
                <p14:modId xmlns:p14="http://schemas.microsoft.com/office/powerpoint/2010/main" val="490980038"/>
              </p:ext>
            </p:extLst>
          </p:nvPr>
        </p:nvGraphicFramePr>
        <p:xfrm>
          <a:off x="3219408" y="1747514"/>
          <a:ext cx="5753184" cy="43733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1" name="Groupe 10">
            <a:extLst>
              <a:ext uri="{FF2B5EF4-FFF2-40B4-BE49-F238E27FC236}">
                <a16:creationId xmlns:a16="http://schemas.microsoft.com/office/drawing/2014/main" id="{60DF9CCB-4FEA-4049-A585-4E1A52D174D8}"/>
              </a:ext>
            </a:extLst>
          </p:cNvPr>
          <p:cNvGrpSpPr/>
          <p:nvPr/>
        </p:nvGrpSpPr>
        <p:grpSpPr>
          <a:xfrm>
            <a:off x="3440001" y="1545589"/>
            <a:ext cx="5259133" cy="4735202"/>
            <a:chOff x="3990745" y="-37729"/>
            <a:chExt cx="7790248" cy="7014160"/>
          </a:xfrm>
        </p:grpSpPr>
        <p:pic>
          <p:nvPicPr>
            <p:cNvPr id="7" name="Graphique 6" descr="Croissance de l'activité avec un remplissage uni">
              <a:extLst>
                <a:ext uri="{FF2B5EF4-FFF2-40B4-BE49-F238E27FC236}">
                  <a16:creationId xmlns:a16="http://schemas.microsoft.com/office/drawing/2014/main" id="{5F437D85-C734-46A5-9C59-5B28D415874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50712" y="-37729"/>
              <a:ext cx="1402672" cy="1402672"/>
            </a:xfrm>
            <a:prstGeom prst="rect">
              <a:avLst/>
            </a:prstGeom>
          </p:spPr>
        </p:pic>
        <p:pic>
          <p:nvPicPr>
            <p:cNvPr id="8" name="Graphique 7" descr="Graphique à barres avec tendance à la hausse avec un remplissage uni">
              <a:extLst>
                <a:ext uri="{FF2B5EF4-FFF2-40B4-BE49-F238E27FC236}">
                  <a16:creationId xmlns:a16="http://schemas.microsoft.com/office/drawing/2014/main" id="{D9394D6B-7B74-4CAE-98D2-C12D7E07A77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90745" y="5642288"/>
              <a:ext cx="1334143" cy="1334143"/>
            </a:xfrm>
            <a:prstGeom prst="rect">
              <a:avLst/>
            </a:prstGeom>
          </p:spPr>
        </p:pic>
        <p:pic>
          <p:nvPicPr>
            <p:cNvPr id="9" name="Graphique 8" descr="Images avec un remplissage uni">
              <a:extLst>
                <a:ext uri="{FF2B5EF4-FFF2-40B4-BE49-F238E27FC236}">
                  <a16:creationId xmlns:a16="http://schemas.microsoft.com/office/drawing/2014/main" id="{20027A15-96CB-4D6F-8DDF-1889CFDEB1B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601417" y="5416533"/>
              <a:ext cx="1179576" cy="1179576"/>
            </a:xfrm>
            <a:prstGeom prst="rect">
              <a:avLst/>
            </a:prstGeom>
          </p:spPr>
        </p:pic>
        <p:pic>
          <p:nvPicPr>
            <p:cNvPr id="10" name="Image 9">
              <a:extLst>
                <a:ext uri="{FF2B5EF4-FFF2-40B4-BE49-F238E27FC236}">
                  <a16:creationId xmlns:a16="http://schemas.microsoft.com/office/drawing/2014/main" id="{633F81D0-068D-472B-B295-179FF1330F6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38397" y="3662238"/>
              <a:ext cx="573253" cy="553189"/>
            </a:xfrm>
            <a:prstGeom prst="rect">
              <a:avLst/>
            </a:prstGeom>
          </p:spPr>
        </p:pic>
      </p:grpSp>
      <p:grpSp>
        <p:nvGrpSpPr>
          <p:cNvPr id="20" name="Groupe 19">
            <a:extLst>
              <a:ext uri="{FF2B5EF4-FFF2-40B4-BE49-F238E27FC236}">
                <a16:creationId xmlns:a16="http://schemas.microsoft.com/office/drawing/2014/main" id="{3A814E9E-30B4-4D2B-8D18-EDB94C33CFB5}"/>
              </a:ext>
            </a:extLst>
          </p:cNvPr>
          <p:cNvGrpSpPr/>
          <p:nvPr/>
        </p:nvGrpSpPr>
        <p:grpSpPr>
          <a:xfrm>
            <a:off x="9074513" y="5265083"/>
            <a:ext cx="955290" cy="925578"/>
            <a:chOff x="9713470" y="4913427"/>
            <a:chExt cx="1822073" cy="1765401"/>
          </a:xfrm>
        </p:grpSpPr>
        <p:pic>
          <p:nvPicPr>
            <p:cNvPr id="13" name="Graphique 12" descr="Guide opérationnel avec un remplissage uni">
              <a:extLst>
                <a:ext uri="{FF2B5EF4-FFF2-40B4-BE49-F238E27FC236}">
                  <a16:creationId xmlns:a16="http://schemas.microsoft.com/office/drawing/2014/main" id="{742E2390-D1EC-43D8-AEFF-FDF2B4431D7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13470" y="5327791"/>
              <a:ext cx="914399" cy="914401"/>
            </a:xfrm>
            <a:prstGeom prst="rect">
              <a:avLst/>
            </a:prstGeom>
          </p:spPr>
        </p:pic>
        <p:pic>
          <p:nvPicPr>
            <p:cNvPr id="17" name="Graphique 16" descr="Base de données avec un remplissage uni">
              <a:extLst>
                <a:ext uri="{FF2B5EF4-FFF2-40B4-BE49-F238E27FC236}">
                  <a16:creationId xmlns:a16="http://schemas.microsoft.com/office/drawing/2014/main" id="{FEB677CD-569E-446E-A552-8FA209E0249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621142" y="5764427"/>
              <a:ext cx="914401" cy="914401"/>
            </a:xfrm>
            <a:prstGeom prst="rect">
              <a:avLst/>
            </a:prstGeom>
          </p:spPr>
        </p:pic>
        <p:pic>
          <p:nvPicPr>
            <p:cNvPr id="19" name="Graphique 18" descr="Ciseaux avec un remplissage uni">
              <a:extLst>
                <a:ext uri="{FF2B5EF4-FFF2-40B4-BE49-F238E27FC236}">
                  <a16:creationId xmlns:a16="http://schemas.microsoft.com/office/drawing/2014/main" id="{B85402FE-3B91-4BB1-8A5A-598A0A308C1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621144" y="4913427"/>
              <a:ext cx="914399" cy="914401"/>
            </a:xfrm>
            <a:prstGeom prst="rect">
              <a:avLst/>
            </a:prstGeom>
          </p:spPr>
        </p:pic>
      </p:grpSp>
      <p:pic>
        <p:nvPicPr>
          <p:cNvPr id="27" name="Graphique 26" descr="Graphique exponentiel avec un remplissage uni">
            <a:extLst>
              <a:ext uri="{FF2B5EF4-FFF2-40B4-BE49-F238E27FC236}">
                <a16:creationId xmlns:a16="http://schemas.microsoft.com/office/drawing/2014/main" id="{7A27CB8E-D7B7-420D-9D47-FAA34F4E0C7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49553" y="4581879"/>
            <a:ext cx="914400" cy="914400"/>
          </a:xfrm>
          <a:prstGeom prst="rect">
            <a:avLst/>
          </a:prstGeom>
        </p:spPr>
      </p:pic>
      <p:pic>
        <p:nvPicPr>
          <p:cNvPr id="29" name="Graphique 28" descr="Amélioration continue avec un remplissage uni">
            <a:extLst>
              <a:ext uri="{FF2B5EF4-FFF2-40B4-BE49-F238E27FC236}">
                <a16:creationId xmlns:a16="http://schemas.microsoft.com/office/drawing/2014/main" id="{181967EF-0B36-4910-80FC-9CCAC0ECDB1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704997" y="4644910"/>
            <a:ext cx="914400" cy="914400"/>
          </a:xfrm>
          <a:prstGeom prst="rect">
            <a:avLst/>
          </a:prstGeom>
        </p:spPr>
      </p:pic>
      <p:pic>
        <p:nvPicPr>
          <p:cNvPr id="32" name="Graphique 31" descr="Croissance de l'activité avec un remplissage uni">
            <a:extLst>
              <a:ext uri="{FF2B5EF4-FFF2-40B4-BE49-F238E27FC236}">
                <a16:creationId xmlns:a16="http://schemas.microsoft.com/office/drawing/2014/main" id="{5AE5EFE2-F0C4-480F-91C9-C74CD83E533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27581" y="1274048"/>
            <a:ext cx="946932" cy="946932"/>
          </a:xfrm>
          <a:prstGeom prst="rect">
            <a:avLst/>
          </a:prstGeom>
        </p:spPr>
      </p:pic>
      <p:pic>
        <p:nvPicPr>
          <p:cNvPr id="33" name="Graphique 32" descr="Mégaphone1 avec un remplissage uni">
            <a:extLst>
              <a:ext uri="{FF2B5EF4-FFF2-40B4-BE49-F238E27FC236}">
                <a16:creationId xmlns:a16="http://schemas.microsoft.com/office/drawing/2014/main" id="{7A373290-AAED-484C-A3F1-1BCFC4C8E92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127581" y="1929396"/>
            <a:ext cx="877680" cy="939227"/>
          </a:xfrm>
          <a:prstGeom prst="rect">
            <a:avLst/>
          </a:prstGeom>
        </p:spPr>
      </p:pic>
      <p:pic>
        <p:nvPicPr>
          <p:cNvPr id="34" name="Graphique 33" descr="Calendrier journalier avec un remplissage uni">
            <a:extLst>
              <a:ext uri="{FF2B5EF4-FFF2-40B4-BE49-F238E27FC236}">
                <a16:creationId xmlns:a16="http://schemas.microsoft.com/office/drawing/2014/main" id="{88F5D777-C901-45E3-8FAB-781BA37348B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905897" y="1655920"/>
            <a:ext cx="743090" cy="743090"/>
          </a:xfrm>
          <a:prstGeom prst="rect">
            <a:avLst/>
          </a:prstGeom>
        </p:spPr>
      </p:pic>
      <p:sp>
        <p:nvSpPr>
          <p:cNvPr id="35" name="ZoneTexte 34">
            <a:extLst>
              <a:ext uri="{FF2B5EF4-FFF2-40B4-BE49-F238E27FC236}">
                <a16:creationId xmlns:a16="http://schemas.microsoft.com/office/drawing/2014/main" id="{1304CC35-1FBB-4CCF-BC0A-09FCDB3E6691}"/>
              </a:ext>
            </a:extLst>
          </p:cNvPr>
          <p:cNvSpPr txBox="1"/>
          <p:nvPr/>
        </p:nvSpPr>
        <p:spPr>
          <a:xfrm>
            <a:off x="9544855" y="1371116"/>
            <a:ext cx="2222919" cy="1384995"/>
          </a:xfrm>
          <a:prstGeom prst="rect">
            <a:avLst/>
          </a:prstGeom>
          <a:noFill/>
        </p:spPr>
        <p:txBody>
          <a:bodyPr wrap="square" rtlCol="0">
            <a:spAutoFit/>
          </a:bodyPr>
          <a:lstStyle/>
          <a:p>
            <a:r>
              <a:rPr lang="en-US" sz="1200" dirty="0">
                <a:solidFill>
                  <a:srgbClr val="EC7B2B"/>
                </a:solidFill>
              </a:rPr>
              <a:t>Set up roles for each community topic</a:t>
            </a:r>
          </a:p>
          <a:p>
            <a:endParaRPr lang="en-US" sz="1200" dirty="0">
              <a:solidFill>
                <a:srgbClr val="EC7B2B"/>
              </a:solidFill>
            </a:endParaRPr>
          </a:p>
          <a:p>
            <a:r>
              <a:rPr lang="en-US" sz="1200" dirty="0">
                <a:solidFill>
                  <a:srgbClr val="EC7B2B"/>
                </a:solidFill>
              </a:rPr>
              <a:t>Set up calendar</a:t>
            </a:r>
          </a:p>
          <a:p>
            <a:endParaRPr lang="en-US" sz="1200" dirty="0">
              <a:solidFill>
                <a:srgbClr val="EC7B2B"/>
              </a:solidFill>
            </a:endParaRPr>
          </a:p>
          <a:p>
            <a:r>
              <a:rPr lang="en-US" sz="1200" dirty="0">
                <a:solidFill>
                  <a:srgbClr val="EC7B2B"/>
                </a:solidFill>
              </a:rPr>
              <a:t>Promote and incentivize knowledge sharing</a:t>
            </a:r>
          </a:p>
        </p:txBody>
      </p:sp>
      <p:sp>
        <p:nvSpPr>
          <p:cNvPr id="36" name="ZoneTexte 35">
            <a:extLst>
              <a:ext uri="{FF2B5EF4-FFF2-40B4-BE49-F238E27FC236}">
                <a16:creationId xmlns:a16="http://schemas.microsoft.com/office/drawing/2014/main" id="{F2479923-C6CD-46FA-8901-34C6AF8738A0}"/>
              </a:ext>
            </a:extLst>
          </p:cNvPr>
          <p:cNvSpPr txBox="1"/>
          <p:nvPr/>
        </p:nvSpPr>
        <p:spPr>
          <a:xfrm>
            <a:off x="9969081" y="5051994"/>
            <a:ext cx="2222919" cy="1384995"/>
          </a:xfrm>
          <a:prstGeom prst="rect">
            <a:avLst/>
          </a:prstGeom>
          <a:noFill/>
        </p:spPr>
        <p:txBody>
          <a:bodyPr wrap="square" rtlCol="0">
            <a:spAutoFit/>
          </a:bodyPr>
          <a:lstStyle/>
          <a:p>
            <a:r>
              <a:rPr lang="en-US" sz="1200" dirty="0">
                <a:solidFill>
                  <a:schemeClr val="accent6"/>
                </a:solidFill>
              </a:rPr>
              <a:t>Split, select and prioritize content for viral learning</a:t>
            </a:r>
          </a:p>
          <a:p>
            <a:endParaRPr lang="en-US" sz="1200" dirty="0">
              <a:solidFill>
                <a:schemeClr val="accent6"/>
              </a:solidFill>
            </a:endParaRPr>
          </a:p>
          <a:p>
            <a:r>
              <a:rPr lang="en-US" sz="1200" dirty="0">
                <a:solidFill>
                  <a:schemeClr val="accent6"/>
                </a:solidFill>
              </a:rPr>
              <a:t>Set up tracks</a:t>
            </a:r>
          </a:p>
          <a:p>
            <a:endParaRPr lang="en-US" sz="1200" dirty="0">
              <a:solidFill>
                <a:schemeClr val="accent6"/>
              </a:solidFill>
            </a:endParaRPr>
          </a:p>
          <a:p>
            <a:r>
              <a:rPr lang="en-US" sz="1200" dirty="0">
                <a:solidFill>
                  <a:schemeClr val="accent6"/>
                </a:solidFill>
              </a:rPr>
              <a:t>Gather content into “viral learning ready” data base</a:t>
            </a:r>
          </a:p>
        </p:txBody>
      </p:sp>
      <p:sp>
        <p:nvSpPr>
          <p:cNvPr id="37" name="ZoneTexte 36">
            <a:extLst>
              <a:ext uri="{FF2B5EF4-FFF2-40B4-BE49-F238E27FC236}">
                <a16:creationId xmlns:a16="http://schemas.microsoft.com/office/drawing/2014/main" id="{A315733B-2E06-4797-BAF2-B676936ADA1A}"/>
              </a:ext>
            </a:extLst>
          </p:cNvPr>
          <p:cNvSpPr txBox="1"/>
          <p:nvPr/>
        </p:nvSpPr>
        <p:spPr>
          <a:xfrm>
            <a:off x="696307" y="5448279"/>
            <a:ext cx="2222919" cy="830997"/>
          </a:xfrm>
          <a:prstGeom prst="rect">
            <a:avLst/>
          </a:prstGeom>
          <a:noFill/>
        </p:spPr>
        <p:txBody>
          <a:bodyPr wrap="square" rtlCol="0">
            <a:spAutoFit/>
          </a:bodyPr>
          <a:lstStyle/>
          <a:p>
            <a:r>
              <a:rPr lang="en-US" sz="1200" dirty="0"/>
              <a:t>Set up value improvement loop</a:t>
            </a:r>
          </a:p>
          <a:p>
            <a:endParaRPr lang="en-US" sz="1200" dirty="0"/>
          </a:p>
          <a:p>
            <a:r>
              <a:rPr lang="en-US" sz="1200" dirty="0"/>
              <a:t>Set up value promotion loop</a:t>
            </a:r>
          </a:p>
        </p:txBody>
      </p:sp>
    </p:spTree>
    <p:extLst>
      <p:ext uri="{BB962C8B-B14F-4D97-AF65-F5344CB8AC3E}">
        <p14:creationId xmlns:p14="http://schemas.microsoft.com/office/powerpoint/2010/main" val="393366564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E45B1F-3F36-4920-B9D8-61FBB3814148}"/>
              </a:ext>
            </a:extLst>
          </p:cNvPr>
          <p:cNvSpPr>
            <a:spLocks noGrp="1"/>
          </p:cNvSpPr>
          <p:nvPr>
            <p:ph type="title"/>
          </p:nvPr>
        </p:nvSpPr>
        <p:spPr/>
        <p:txBody>
          <a:bodyPr>
            <a:normAutofit fontScale="90000"/>
          </a:bodyPr>
          <a:lstStyle/>
          <a:p>
            <a:r>
              <a:rPr lang="en-US" dirty="0"/>
              <a:t>The #OSG Role System</a:t>
            </a:r>
            <a:br>
              <a:rPr lang="en-US" dirty="0"/>
            </a:br>
            <a:r>
              <a:rPr lang="en-US" dirty="0"/>
              <a:t>Viral Learning by design</a:t>
            </a:r>
          </a:p>
        </p:txBody>
      </p:sp>
      <p:graphicFrame>
        <p:nvGraphicFramePr>
          <p:cNvPr id="4" name="Espace réservé du contenu 3">
            <a:extLst>
              <a:ext uri="{FF2B5EF4-FFF2-40B4-BE49-F238E27FC236}">
                <a16:creationId xmlns:a16="http://schemas.microsoft.com/office/drawing/2014/main" id="{FE17E981-8690-4E14-A4C0-07D017C3D67F}"/>
              </a:ext>
            </a:extLst>
          </p:cNvPr>
          <p:cNvGraphicFramePr>
            <a:graphicFrameLocks/>
          </p:cNvGraphicFramePr>
          <p:nvPr/>
        </p:nvGraphicFramePr>
        <p:xfrm>
          <a:off x="992649" y="3014321"/>
          <a:ext cx="10167937" cy="369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8" name="Groupe 7">
            <a:extLst>
              <a:ext uri="{FF2B5EF4-FFF2-40B4-BE49-F238E27FC236}">
                <a16:creationId xmlns:a16="http://schemas.microsoft.com/office/drawing/2014/main" id="{CE4973A2-D901-41A2-99EA-844227280694}"/>
              </a:ext>
            </a:extLst>
          </p:cNvPr>
          <p:cNvGrpSpPr/>
          <p:nvPr/>
        </p:nvGrpSpPr>
        <p:grpSpPr>
          <a:xfrm>
            <a:off x="9760816" y="1938148"/>
            <a:ext cx="1266205" cy="1138016"/>
            <a:chOff x="10408603" y="1944527"/>
            <a:chExt cx="1266205" cy="1138016"/>
          </a:xfrm>
          <a:solidFill>
            <a:srgbClr val="3494BA"/>
          </a:solidFill>
        </p:grpSpPr>
        <p:grpSp>
          <p:nvGrpSpPr>
            <p:cNvPr id="9" name="Groupe 8">
              <a:extLst>
                <a:ext uri="{FF2B5EF4-FFF2-40B4-BE49-F238E27FC236}">
                  <a16:creationId xmlns:a16="http://schemas.microsoft.com/office/drawing/2014/main" id="{93E24CC8-3C9F-487D-AA72-2EBBD10B6B15}"/>
                </a:ext>
              </a:extLst>
            </p:cNvPr>
            <p:cNvGrpSpPr/>
            <p:nvPr/>
          </p:nvGrpSpPr>
          <p:grpSpPr>
            <a:xfrm>
              <a:off x="10781788" y="2168143"/>
              <a:ext cx="696980" cy="914400"/>
              <a:chOff x="5018285" y="3873291"/>
              <a:chExt cx="696980" cy="914400"/>
            </a:xfrm>
            <a:grpFill/>
          </p:grpSpPr>
          <p:pic>
            <p:nvPicPr>
              <p:cNvPr id="15" name="Graphique 14" descr="Personne confuse avec un remplissage uni">
                <a:extLst>
                  <a:ext uri="{FF2B5EF4-FFF2-40B4-BE49-F238E27FC236}">
                    <a16:creationId xmlns:a16="http://schemas.microsoft.com/office/drawing/2014/main" id="{50EE4254-A295-449A-A417-48D931CEE253}"/>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30440" r="-1"/>
              <a:stretch/>
            </p:blipFill>
            <p:spPr>
              <a:xfrm>
                <a:off x="5079206" y="3873291"/>
                <a:ext cx="636059" cy="914400"/>
              </a:xfrm>
              <a:prstGeom prst="rect">
                <a:avLst/>
              </a:prstGeom>
            </p:spPr>
          </p:pic>
          <p:sp>
            <p:nvSpPr>
              <p:cNvPr id="16" name="Rectangle : coins arrondis 15">
                <a:extLst>
                  <a:ext uri="{FF2B5EF4-FFF2-40B4-BE49-F238E27FC236}">
                    <a16:creationId xmlns:a16="http://schemas.microsoft.com/office/drawing/2014/main" id="{78323248-3DB0-40FE-820E-E4F5CF9CCF32}"/>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0" name="Graphique 9" descr="Panneau de signalisation avec un remplissage uni">
              <a:extLst>
                <a:ext uri="{FF2B5EF4-FFF2-40B4-BE49-F238E27FC236}">
                  <a16:creationId xmlns:a16="http://schemas.microsoft.com/office/drawing/2014/main" id="{A767899A-4D21-4320-BE02-F79F8118D173}"/>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18628"/>
            <a:stretch/>
          </p:blipFill>
          <p:spPr>
            <a:xfrm>
              <a:off x="10932558" y="1976438"/>
              <a:ext cx="742250" cy="603990"/>
            </a:xfrm>
            <a:prstGeom prst="rect">
              <a:avLst/>
            </a:prstGeom>
          </p:spPr>
        </p:pic>
        <p:grpSp>
          <p:nvGrpSpPr>
            <p:cNvPr id="11" name="Groupe 10">
              <a:extLst>
                <a:ext uri="{FF2B5EF4-FFF2-40B4-BE49-F238E27FC236}">
                  <a16:creationId xmlns:a16="http://schemas.microsoft.com/office/drawing/2014/main" id="{78643FFD-0BBA-4761-AFFC-6E517A09B028}"/>
                </a:ext>
              </a:extLst>
            </p:cNvPr>
            <p:cNvGrpSpPr/>
            <p:nvPr/>
          </p:nvGrpSpPr>
          <p:grpSpPr>
            <a:xfrm rot="21051146" flipH="1">
              <a:off x="10408603" y="1944527"/>
              <a:ext cx="391604" cy="567289"/>
              <a:chOff x="5616686" y="6627757"/>
              <a:chExt cx="644414" cy="888746"/>
            </a:xfrm>
            <a:grpFill/>
          </p:grpSpPr>
          <p:pic>
            <p:nvPicPr>
              <p:cNvPr id="13" name="Graphique 12" descr="Drapeau de golf dans un trou avec un remplissage uni">
                <a:extLst>
                  <a:ext uri="{FF2B5EF4-FFF2-40B4-BE49-F238E27FC236}">
                    <a16:creationId xmlns:a16="http://schemas.microsoft.com/office/drawing/2014/main" id="{B82B65B4-42B8-4686-AE36-86EBF6B82991}"/>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9715" t="5069" r="36313" b="56423"/>
              <a:stretch/>
            </p:blipFill>
            <p:spPr>
              <a:xfrm>
                <a:off x="5616686" y="6627757"/>
                <a:ext cx="644414" cy="564328"/>
              </a:xfrm>
              <a:prstGeom prst="rect">
                <a:avLst/>
              </a:prstGeom>
            </p:spPr>
          </p:pic>
          <p:sp>
            <p:nvSpPr>
              <p:cNvPr id="14" name="Rectangle : coins arrondis 13">
                <a:extLst>
                  <a:ext uri="{FF2B5EF4-FFF2-40B4-BE49-F238E27FC236}">
                    <a16:creationId xmlns:a16="http://schemas.microsoft.com/office/drawing/2014/main" id="{E0496C98-80FD-41DC-A6AF-6597D6ECDA85}"/>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2" name="Image 11">
              <a:extLst>
                <a:ext uri="{FF2B5EF4-FFF2-40B4-BE49-F238E27FC236}">
                  <a16:creationId xmlns:a16="http://schemas.microsoft.com/office/drawing/2014/main" id="{42773D36-20AB-45F7-AE59-65F16EDCB57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17" name="Groupe 16">
            <a:extLst>
              <a:ext uri="{FF2B5EF4-FFF2-40B4-BE49-F238E27FC236}">
                <a16:creationId xmlns:a16="http://schemas.microsoft.com/office/drawing/2014/main" id="{1B0ECBD4-756E-4828-9E60-7DCB097B923F}"/>
              </a:ext>
            </a:extLst>
          </p:cNvPr>
          <p:cNvGrpSpPr/>
          <p:nvPr/>
        </p:nvGrpSpPr>
        <p:grpSpPr>
          <a:xfrm>
            <a:off x="2591797" y="4258774"/>
            <a:ext cx="944022" cy="834837"/>
            <a:chOff x="3239584" y="4265153"/>
            <a:chExt cx="944022" cy="834837"/>
          </a:xfrm>
        </p:grpSpPr>
        <p:grpSp>
          <p:nvGrpSpPr>
            <p:cNvPr id="18" name="Groupe 17">
              <a:extLst>
                <a:ext uri="{FF2B5EF4-FFF2-40B4-BE49-F238E27FC236}">
                  <a16:creationId xmlns:a16="http://schemas.microsoft.com/office/drawing/2014/main" id="{014C7A98-DE8D-4E53-B787-54342061BBBB}"/>
                </a:ext>
              </a:extLst>
            </p:cNvPr>
            <p:cNvGrpSpPr/>
            <p:nvPr/>
          </p:nvGrpSpPr>
          <p:grpSpPr>
            <a:xfrm>
              <a:off x="3239584" y="4265153"/>
              <a:ext cx="944022" cy="834837"/>
              <a:chOff x="3239584" y="4265153"/>
              <a:chExt cx="944022" cy="834837"/>
            </a:xfrm>
          </p:grpSpPr>
          <p:pic>
            <p:nvPicPr>
              <p:cNvPr id="20" name="Graphique 19" descr="Personne confuse avec un remplissage uni">
                <a:extLst>
                  <a:ext uri="{FF2B5EF4-FFF2-40B4-BE49-F238E27FC236}">
                    <a16:creationId xmlns:a16="http://schemas.microsoft.com/office/drawing/2014/main" id="{14080FBC-B06B-4E56-A337-E27CD304FFF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239584" y="4281195"/>
                <a:ext cx="818795" cy="818795"/>
              </a:xfrm>
              <a:prstGeom prst="rect">
                <a:avLst/>
              </a:prstGeom>
            </p:spPr>
          </p:pic>
          <p:pic>
            <p:nvPicPr>
              <p:cNvPr id="21" name="Graphique 20" descr="Calendrier journalier avec un remplissage uni">
                <a:extLst>
                  <a:ext uri="{FF2B5EF4-FFF2-40B4-BE49-F238E27FC236}">
                    <a16:creationId xmlns:a16="http://schemas.microsoft.com/office/drawing/2014/main" id="{9337EB85-EC13-4735-AD99-D6DF263A43E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826152" y="4265153"/>
                <a:ext cx="357454" cy="357454"/>
              </a:xfrm>
              <a:prstGeom prst="rect">
                <a:avLst/>
              </a:prstGeom>
            </p:spPr>
          </p:pic>
        </p:grpSp>
        <p:pic>
          <p:nvPicPr>
            <p:cNvPr id="19" name="Image 18">
              <a:extLst>
                <a:ext uri="{FF2B5EF4-FFF2-40B4-BE49-F238E27FC236}">
                  <a16:creationId xmlns:a16="http://schemas.microsoft.com/office/drawing/2014/main" id="{EB9D87AB-6927-483E-B712-F93AC0B24B8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22" name="Graphique 21" descr="Homme avec un remplissage uni">
            <a:extLst>
              <a:ext uri="{FF2B5EF4-FFF2-40B4-BE49-F238E27FC236}">
                <a16:creationId xmlns:a16="http://schemas.microsoft.com/office/drawing/2014/main" id="{27CA14BC-A61C-45C5-897F-4CC2365CAF30}"/>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759" b="1"/>
          <a:stretch/>
        </p:blipFill>
        <p:spPr>
          <a:xfrm>
            <a:off x="1176782" y="4744371"/>
            <a:ext cx="696654" cy="691368"/>
          </a:xfrm>
          <a:prstGeom prst="rect">
            <a:avLst/>
          </a:prstGeom>
        </p:spPr>
      </p:pic>
      <p:grpSp>
        <p:nvGrpSpPr>
          <p:cNvPr id="23" name="Groupe 22">
            <a:extLst>
              <a:ext uri="{FF2B5EF4-FFF2-40B4-BE49-F238E27FC236}">
                <a16:creationId xmlns:a16="http://schemas.microsoft.com/office/drawing/2014/main" id="{29FEB298-4CDC-445E-8D70-C300D8F758A8}"/>
              </a:ext>
            </a:extLst>
          </p:cNvPr>
          <p:cNvGrpSpPr/>
          <p:nvPr/>
        </p:nvGrpSpPr>
        <p:grpSpPr>
          <a:xfrm>
            <a:off x="5533231" y="3457601"/>
            <a:ext cx="819385" cy="883274"/>
            <a:chOff x="6060465" y="3463636"/>
            <a:chExt cx="819385" cy="883274"/>
          </a:xfrm>
          <a:solidFill>
            <a:srgbClr val="ED7D31"/>
          </a:solidFill>
        </p:grpSpPr>
        <p:pic>
          <p:nvPicPr>
            <p:cNvPr id="24" name="Graphique 23" descr="Presse-papiers mixte avec un remplissage uni">
              <a:extLst>
                <a:ext uri="{FF2B5EF4-FFF2-40B4-BE49-F238E27FC236}">
                  <a16:creationId xmlns:a16="http://schemas.microsoft.com/office/drawing/2014/main" id="{913FFA74-3807-471F-A867-AC788FF0D970}"/>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20207580">
              <a:off x="6060465" y="3580343"/>
              <a:ext cx="314429" cy="314429"/>
            </a:xfrm>
            <a:prstGeom prst="rect">
              <a:avLst/>
            </a:prstGeom>
          </p:spPr>
        </p:pic>
        <p:grpSp>
          <p:nvGrpSpPr>
            <p:cNvPr id="25" name="Groupe 24">
              <a:extLst>
                <a:ext uri="{FF2B5EF4-FFF2-40B4-BE49-F238E27FC236}">
                  <a16:creationId xmlns:a16="http://schemas.microsoft.com/office/drawing/2014/main" id="{10CCADD1-63EE-4DF4-AD8F-30424494E793}"/>
                </a:ext>
              </a:extLst>
            </p:cNvPr>
            <p:cNvGrpSpPr/>
            <p:nvPr/>
          </p:nvGrpSpPr>
          <p:grpSpPr>
            <a:xfrm>
              <a:off x="6132133" y="3463636"/>
              <a:ext cx="612923" cy="883274"/>
              <a:chOff x="6132133" y="3463636"/>
              <a:chExt cx="612923" cy="883274"/>
            </a:xfrm>
            <a:grpFill/>
          </p:grpSpPr>
          <p:pic>
            <p:nvPicPr>
              <p:cNvPr id="28" name="Graphique 27" descr="Centre d’appels avec un remplissage uni">
                <a:extLst>
                  <a:ext uri="{FF2B5EF4-FFF2-40B4-BE49-F238E27FC236}">
                    <a16:creationId xmlns:a16="http://schemas.microsoft.com/office/drawing/2014/main" id="{7A697EE4-F147-4130-8C1C-C087F06E73B6}"/>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b="44092"/>
              <a:stretch/>
            </p:blipFill>
            <p:spPr>
              <a:xfrm>
                <a:off x="6322855" y="3463636"/>
                <a:ext cx="422201" cy="236042"/>
              </a:xfrm>
              <a:prstGeom prst="rect">
                <a:avLst/>
              </a:prstGeom>
            </p:spPr>
          </p:pic>
          <p:grpSp>
            <p:nvGrpSpPr>
              <p:cNvPr id="29" name="Groupe 28">
                <a:extLst>
                  <a:ext uri="{FF2B5EF4-FFF2-40B4-BE49-F238E27FC236}">
                    <a16:creationId xmlns:a16="http://schemas.microsoft.com/office/drawing/2014/main" id="{DF7F47A3-2F2E-4C14-AF95-5BCB80A653C9}"/>
                  </a:ext>
                </a:extLst>
              </p:cNvPr>
              <p:cNvGrpSpPr/>
              <p:nvPr/>
            </p:nvGrpSpPr>
            <p:grpSpPr>
              <a:xfrm flipH="1">
                <a:off x="6132133" y="3682042"/>
                <a:ext cx="611857" cy="664868"/>
                <a:chOff x="5018285" y="4055721"/>
                <a:chExt cx="696982" cy="731970"/>
              </a:xfrm>
              <a:grpFill/>
            </p:grpSpPr>
            <p:pic>
              <p:nvPicPr>
                <p:cNvPr id="30" name="Graphique 29" descr="Personne confuse avec un remplissage uni">
                  <a:extLst>
                    <a:ext uri="{FF2B5EF4-FFF2-40B4-BE49-F238E27FC236}">
                      <a16:creationId xmlns:a16="http://schemas.microsoft.com/office/drawing/2014/main" id="{C7F2DB77-8966-4053-9037-CDD0D9DEE064}"/>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30440" t="19951" r="-1"/>
                <a:stretch/>
              </p:blipFill>
              <p:spPr>
                <a:xfrm>
                  <a:off x="5079207" y="4055721"/>
                  <a:ext cx="636060" cy="731970"/>
                </a:xfrm>
                <a:prstGeom prst="rect">
                  <a:avLst/>
                </a:prstGeom>
              </p:spPr>
            </p:pic>
            <p:sp>
              <p:nvSpPr>
                <p:cNvPr id="31" name="Rectangle : coins arrondis 30">
                  <a:extLst>
                    <a:ext uri="{FF2B5EF4-FFF2-40B4-BE49-F238E27FC236}">
                      <a16:creationId xmlns:a16="http://schemas.microsoft.com/office/drawing/2014/main" id="{65CDD582-288A-46C1-B5CB-FB38CE96F81A}"/>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26" name="Image 25">
              <a:extLst>
                <a:ext uri="{FF2B5EF4-FFF2-40B4-BE49-F238E27FC236}">
                  <a16:creationId xmlns:a16="http://schemas.microsoft.com/office/drawing/2014/main" id="{8AA6FDEE-262B-4A51-B5C0-15BD6231616C}"/>
                </a:ext>
              </a:extLst>
            </p:cNvPr>
            <p:cNvPicPr>
              <a:picLocks noChangeAspect="1"/>
            </p:cNvPicPr>
            <p:nvPr/>
          </p:nvPicPr>
          <p:blipFill>
            <a:blip r:embed="rId26">
              <a:extLst>
                <a:ext uri="{BEBA8EAE-BF5A-486C-A8C5-ECC9F3942E4B}">
                  <a14:imgProps xmlns:a14="http://schemas.microsoft.com/office/drawing/2010/main">
                    <a14:imgLayer r:embed="rId2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7" name="Graphique 26" descr="Chronomètre avec un remplissage uni">
              <a:extLst>
                <a:ext uri="{FF2B5EF4-FFF2-40B4-BE49-F238E27FC236}">
                  <a16:creationId xmlns:a16="http://schemas.microsoft.com/office/drawing/2014/main" id="{21A810C7-5D9D-4877-98DD-AA32C1E3567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6714271" y="3602551"/>
              <a:ext cx="165579" cy="165579"/>
            </a:xfrm>
            <a:prstGeom prst="rect">
              <a:avLst/>
            </a:prstGeom>
          </p:spPr>
        </p:pic>
      </p:grpSp>
      <p:grpSp>
        <p:nvGrpSpPr>
          <p:cNvPr id="32" name="Groupe 31">
            <a:extLst>
              <a:ext uri="{FF2B5EF4-FFF2-40B4-BE49-F238E27FC236}">
                <a16:creationId xmlns:a16="http://schemas.microsoft.com/office/drawing/2014/main" id="{27E178E4-EF79-47F7-BE7D-77385BB30040}"/>
              </a:ext>
            </a:extLst>
          </p:cNvPr>
          <p:cNvGrpSpPr/>
          <p:nvPr/>
        </p:nvGrpSpPr>
        <p:grpSpPr>
          <a:xfrm>
            <a:off x="6912363" y="2872670"/>
            <a:ext cx="982042" cy="1063416"/>
            <a:chOff x="7560150" y="2879049"/>
            <a:chExt cx="982042" cy="1063416"/>
          </a:xfrm>
          <a:solidFill>
            <a:srgbClr val="ED7D31"/>
          </a:solidFill>
        </p:grpSpPr>
        <p:grpSp>
          <p:nvGrpSpPr>
            <p:cNvPr id="33" name="Groupe 32">
              <a:extLst>
                <a:ext uri="{FF2B5EF4-FFF2-40B4-BE49-F238E27FC236}">
                  <a16:creationId xmlns:a16="http://schemas.microsoft.com/office/drawing/2014/main" id="{C2E5FB0E-C5C4-41EE-96D0-9613C85C506A}"/>
                </a:ext>
              </a:extLst>
            </p:cNvPr>
            <p:cNvGrpSpPr/>
            <p:nvPr/>
          </p:nvGrpSpPr>
          <p:grpSpPr>
            <a:xfrm>
              <a:off x="7798849" y="2879049"/>
              <a:ext cx="743343" cy="1063416"/>
              <a:chOff x="6391015" y="3260296"/>
              <a:chExt cx="743343" cy="1063416"/>
            </a:xfrm>
            <a:grpFill/>
          </p:grpSpPr>
          <p:grpSp>
            <p:nvGrpSpPr>
              <p:cNvPr id="35" name="Groupe 34">
                <a:extLst>
                  <a:ext uri="{FF2B5EF4-FFF2-40B4-BE49-F238E27FC236}">
                    <a16:creationId xmlns:a16="http://schemas.microsoft.com/office/drawing/2014/main" id="{BBDBA8DB-8FDC-48DC-89F1-5845DC30D687}"/>
                  </a:ext>
                </a:extLst>
              </p:cNvPr>
              <p:cNvGrpSpPr/>
              <p:nvPr/>
            </p:nvGrpSpPr>
            <p:grpSpPr>
              <a:xfrm>
                <a:off x="6391015" y="3260296"/>
                <a:ext cx="743343" cy="1063416"/>
                <a:chOff x="6298348" y="3168316"/>
                <a:chExt cx="867130" cy="1240504"/>
              </a:xfrm>
              <a:grpFill/>
            </p:grpSpPr>
            <p:pic>
              <p:nvPicPr>
                <p:cNvPr id="37" name="Graphique 36" descr="Enseignant avec un remplissage uni">
                  <a:extLst>
                    <a:ext uri="{FF2B5EF4-FFF2-40B4-BE49-F238E27FC236}">
                      <a16:creationId xmlns:a16="http://schemas.microsoft.com/office/drawing/2014/main" id="{40205233-C0CE-462F-8216-32CEE2E5FB93}"/>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298348" y="3168316"/>
                  <a:ext cx="867130" cy="867130"/>
                </a:xfrm>
                <a:prstGeom prst="rect">
                  <a:avLst/>
                </a:prstGeom>
              </p:spPr>
            </p:pic>
            <p:pic>
              <p:nvPicPr>
                <p:cNvPr id="38" name="Graphique 37" descr="Personne confuse avec un remplissage uni">
                  <a:extLst>
                    <a:ext uri="{FF2B5EF4-FFF2-40B4-BE49-F238E27FC236}">
                      <a16:creationId xmlns:a16="http://schemas.microsoft.com/office/drawing/2014/main" id="{3DA6BC2A-1797-4BC7-AE43-93BD114E2E76}"/>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32"/>
                    </a:ext>
                  </a:extLst>
                </a:blip>
                <a:srcRect l="34664" t="32545" r="38513" b="-1"/>
                <a:stretch/>
              </p:blipFill>
              <p:spPr>
                <a:xfrm>
                  <a:off x="6367463" y="3792004"/>
                  <a:ext cx="245268" cy="616816"/>
                </a:xfrm>
                <a:prstGeom prst="rect">
                  <a:avLst/>
                </a:prstGeom>
              </p:spPr>
            </p:pic>
            <p:sp>
              <p:nvSpPr>
                <p:cNvPr id="39" name="Rectangle : coins arrondis 38">
                  <a:extLst>
                    <a:ext uri="{FF2B5EF4-FFF2-40B4-BE49-F238E27FC236}">
                      <a16:creationId xmlns:a16="http://schemas.microsoft.com/office/drawing/2014/main" id="{06AC3047-9D3D-4363-A879-3CD9C853C15C}"/>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36" name="Image 35">
                <a:extLst>
                  <a:ext uri="{FF2B5EF4-FFF2-40B4-BE49-F238E27FC236}">
                    <a16:creationId xmlns:a16="http://schemas.microsoft.com/office/drawing/2014/main" id="{A0E0653E-C830-4AD2-ABA4-5E6E4D3D02A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34" name="Graphique 33" descr="Presse-papiers mixte avec un remplissage uni">
              <a:extLst>
                <a:ext uri="{FF2B5EF4-FFF2-40B4-BE49-F238E27FC236}">
                  <a16:creationId xmlns:a16="http://schemas.microsoft.com/office/drawing/2014/main" id="{2917DD09-88FA-4F10-B800-5FBE3DD767E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7560150" y="3329802"/>
              <a:ext cx="314429" cy="314429"/>
            </a:xfrm>
            <a:prstGeom prst="rect">
              <a:avLst/>
            </a:prstGeom>
          </p:spPr>
        </p:pic>
      </p:grpSp>
      <p:grpSp>
        <p:nvGrpSpPr>
          <p:cNvPr id="40" name="Groupe 39">
            <a:extLst>
              <a:ext uri="{FF2B5EF4-FFF2-40B4-BE49-F238E27FC236}">
                <a16:creationId xmlns:a16="http://schemas.microsoft.com/office/drawing/2014/main" id="{E7A75DB3-E4D9-4426-BA5C-1FA950CE7E49}"/>
              </a:ext>
            </a:extLst>
          </p:cNvPr>
          <p:cNvGrpSpPr/>
          <p:nvPr/>
        </p:nvGrpSpPr>
        <p:grpSpPr>
          <a:xfrm>
            <a:off x="8283149" y="2402204"/>
            <a:ext cx="1216113" cy="1173074"/>
            <a:chOff x="8930936" y="2408583"/>
            <a:chExt cx="1216113" cy="1173074"/>
          </a:xfrm>
          <a:solidFill>
            <a:schemeClr val="accent1"/>
          </a:solidFill>
        </p:grpSpPr>
        <p:grpSp>
          <p:nvGrpSpPr>
            <p:cNvPr id="41" name="Groupe 40">
              <a:extLst>
                <a:ext uri="{FF2B5EF4-FFF2-40B4-BE49-F238E27FC236}">
                  <a16:creationId xmlns:a16="http://schemas.microsoft.com/office/drawing/2014/main" id="{5DA5ECCA-567F-4492-8051-AA0ABAC7636F}"/>
                </a:ext>
              </a:extLst>
            </p:cNvPr>
            <p:cNvGrpSpPr/>
            <p:nvPr/>
          </p:nvGrpSpPr>
          <p:grpSpPr>
            <a:xfrm>
              <a:off x="8930936" y="2408583"/>
              <a:ext cx="1216113" cy="1173074"/>
              <a:chOff x="8930936" y="2401291"/>
              <a:chExt cx="1216113" cy="1173074"/>
            </a:xfrm>
            <a:grpFill/>
          </p:grpSpPr>
          <p:pic>
            <p:nvPicPr>
              <p:cNvPr id="45" name="Graphique 44" descr="Plan avec un remplissage uni">
                <a:extLst>
                  <a:ext uri="{FF2B5EF4-FFF2-40B4-BE49-F238E27FC236}">
                    <a16:creationId xmlns:a16="http://schemas.microsoft.com/office/drawing/2014/main" id="{7BE58D09-E414-43C5-B335-AF46B02CA48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30936" y="2401291"/>
                <a:ext cx="590762" cy="590762"/>
              </a:xfrm>
              <a:prstGeom prst="rect">
                <a:avLst/>
              </a:prstGeom>
            </p:spPr>
          </p:pic>
          <p:grpSp>
            <p:nvGrpSpPr>
              <p:cNvPr id="46" name="Groupe 45">
                <a:extLst>
                  <a:ext uri="{FF2B5EF4-FFF2-40B4-BE49-F238E27FC236}">
                    <a16:creationId xmlns:a16="http://schemas.microsoft.com/office/drawing/2014/main" id="{14E4F7C7-8F55-4052-8F38-E2AD7CA1049E}"/>
                  </a:ext>
                </a:extLst>
              </p:cNvPr>
              <p:cNvGrpSpPr/>
              <p:nvPr/>
            </p:nvGrpSpPr>
            <p:grpSpPr>
              <a:xfrm>
                <a:off x="9450069" y="2659965"/>
                <a:ext cx="696980" cy="914400"/>
                <a:chOff x="5018285" y="3873291"/>
                <a:chExt cx="696980" cy="914400"/>
              </a:xfrm>
              <a:grpFill/>
            </p:grpSpPr>
            <p:pic>
              <p:nvPicPr>
                <p:cNvPr id="47" name="Graphique 46" descr="Personne confuse avec un remplissage uni">
                  <a:extLst>
                    <a:ext uri="{FF2B5EF4-FFF2-40B4-BE49-F238E27FC236}">
                      <a16:creationId xmlns:a16="http://schemas.microsoft.com/office/drawing/2014/main" id="{F531254D-294D-4CA4-8DDF-E23459FF5776}"/>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0440" r="-1"/>
                <a:stretch/>
              </p:blipFill>
              <p:spPr>
                <a:xfrm>
                  <a:off x="5079206" y="3873291"/>
                  <a:ext cx="636059" cy="914400"/>
                </a:xfrm>
                <a:prstGeom prst="rect">
                  <a:avLst/>
                </a:prstGeom>
              </p:spPr>
            </p:pic>
            <p:sp>
              <p:nvSpPr>
                <p:cNvPr id="48" name="Rectangle : coins arrondis 47">
                  <a:extLst>
                    <a:ext uri="{FF2B5EF4-FFF2-40B4-BE49-F238E27FC236}">
                      <a16:creationId xmlns:a16="http://schemas.microsoft.com/office/drawing/2014/main" id="{5D78164C-9E8B-4D89-A48A-879D26611212}"/>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nvGrpSpPr>
            <p:cNvPr id="42" name="Groupe 41">
              <a:extLst>
                <a:ext uri="{FF2B5EF4-FFF2-40B4-BE49-F238E27FC236}">
                  <a16:creationId xmlns:a16="http://schemas.microsoft.com/office/drawing/2014/main" id="{714C3FB5-B6FF-4225-9765-880667878DDA}"/>
                </a:ext>
              </a:extLst>
            </p:cNvPr>
            <p:cNvGrpSpPr/>
            <p:nvPr/>
          </p:nvGrpSpPr>
          <p:grpSpPr>
            <a:xfrm>
              <a:off x="9237852" y="2714693"/>
              <a:ext cx="199881" cy="170748"/>
              <a:chOff x="8303417" y="2625343"/>
              <a:chExt cx="199881" cy="170748"/>
            </a:xfrm>
            <a:grpFill/>
          </p:grpSpPr>
          <p:sp>
            <p:nvSpPr>
              <p:cNvPr id="43" name="Rectangle 42">
                <a:extLst>
                  <a:ext uri="{FF2B5EF4-FFF2-40B4-BE49-F238E27FC236}">
                    <a16:creationId xmlns:a16="http://schemas.microsoft.com/office/drawing/2014/main" id="{24DA38D3-359D-4631-9E36-53BCBEF4D5F8}"/>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4" name="Image 43">
                <a:extLst>
                  <a:ext uri="{FF2B5EF4-FFF2-40B4-BE49-F238E27FC236}">
                    <a16:creationId xmlns:a16="http://schemas.microsoft.com/office/drawing/2014/main" id="{F9871EE0-7303-4A07-B06A-52F32CAF13B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49" name="Groupe 48">
            <a:extLst>
              <a:ext uri="{FF2B5EF4-FFF2-40B4-BE49-F238E27FC236}">
                <a16:creationId xmlns:a16="http://schemas.microsoft.com/office/drawing/2014/main" id="{6FF20EC1-3F21-40F3-A220-7BAADC916653}"/>
              </a:ext>
            </a:extLst>
          </p:cNvPr>
          <p:cNvGrpSpPr/>
          <p:nvPr/>
        </p:nvGrpSpPr>
        <p:grpSpPr>
          <a:xfrm>
            <a:off x="4115773" y="3756359"/>
            <a:ext cx="978178" cy="925014"/>
            <a:chOff x="4763560" y="3762738"/>
            <a:chExt cx="978178" cy="925014"/>
          </a:xfrm>
        </p:grpSpPr>
        <p:grpSp>
          <p:nvGrpSpPr>
            <p:cNvPr id="50" name="Groupe 49">
              <a:extLst>
                <a:ext uri="{FF2B5EF4-FFF2-40B4-BE49-F238E27FC236}">
                  <a16:creationId xmlns:a16="http://schemas.microsoft.com/office/drawing/2014/main" id="{F5CDC3FA-652C-4945-B8CA-810F0FAE46FD}"/>
                </a:ext>
              </a:extLst>
            </p:cNvPr>
            <p:cNvGrpSpPr/>
            <p:nvPr/>
          </p:nvGrpSpPr>
          <p:grpSpPr>
            <a:xfrm flipH="1">
              <a:off x="4766064" y="3762738"/>
              <a:ext cx="975674" cy="925014"/>
              <a:chOff x="4716415" y="3792004"/>
              <a:chExt cx="1009529" cy="925014"/>
            </a:xfrm>
          </p:grpSpPr>
          <p:pic>
            <p:nvPicPr>
              <p:cNvPr id="53" name="Graphique 52" descr="Mégaphone1 avec un remplissage uni">
                <a:extLst>
                  <a:ext uri="{FF2B5EF4-FFF2-40B4-BE49-F238E27FC236}">
                    <a16:creationId xmlns:a16="http://schemas.microsoft.com/office/drawing/2014/main" id="{06394CD0-13B3-4528-B424-62F39ADA405D}"/>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flipH="1">
                <a:off x="4716415" y="3792004"/>
                <a:ext cx="384826" cy="398002"/>
              </a:xfrm>
              <a:prstGeom prst="rect">
                <a:avLst/>
              </a:prstGeom>
            </p:spPr>
          </p:pic>
          <p:grpSp>
            <p:nvGrpSpPr>
              <p:cNvPr id="54" name="Groupe 53">
                <a:extLst>
                  <a:ext uri="{FF2B5EF4-FFF2-40B4-BE49-F238E27FC236}">
                    <a16:creationId xmlns:a16="http://schemas.microsoft.com/office/drawing/2014/main" id="{C2D91214-4901-4580-AB7E-2BF0E2C04CA6}"/>
                  </a:ext>
                </a:extLst>
              </p:cNvPr>
              <p:cNvGrpSpPr/>
              <p:nvPr/>
            </p:nvGrpSpPr>
            <p:grpSpPr>
              <a:xfrm>
                <a:off x="5048496" y="3886444"/>
                <a:ext cx="633086" cy="830574"/>
                <a:chOff x="5018285" y="3873291"/>
                <a:chExt cx="696980" cy="914400"/>
              </a:xfrm>
            </p:grpSpPr>
            <p:pic>
              <p:nvPicPr>
                <p:cNvPr id="57" name="Graphique 56" descr="Personne confuse avec un remplissage uni">
                  <a:extLst>
                    <a:ext uri="{FF2B5EF4-FFF2-40B4-BE49-F238E27FC236}">
                      <a16:creationId xmlns:a16="http://schemas.microsoft.com/office/drawing/2014/main" id="{B6E218ED-9516-4696-9A59-5F436EE993D3}"/>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30440" r="-1"/>
                <a:stretch/>
              </p:blipFill>
              <p:spPr>
                <a:xfrm>
                  <a:off x="5079206" y="3873291"/>
                  <a:ext cx="636059" cy="914400"/>
                </a:xfrm>
                <a:prstGeom prst="rect">
                  <a:avLst/>
                </a:prstGeom>
              </p:spPr>
            </p:pic>
            <p:sp>
              <p:nvSpPr>
                <p:cNvPr id="58" name="Rectangle : coins arrondis 57">
                  <a:extLst>
                    <a:ext uri="{FF2B5EF4-FFF2-40B4-BE49-F238E27FC236}">
                      <a16:creationId xmlns:a16="http://schemas.microsoft.com/office/drawing/2014/main" id="{DD4B668A-FA7D-42A6-95A3-BBA2636D8B4D}"/>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55" name="Graphique 54" descr="Balance de la justice avec un remplissage uni">
                <a:extLst>
                  <a:ext uri="{FF2B5EF4-FFF2-40B4-BE49-F238E27FC236}">
                    <a16:creationId xmlns:a16="http://schemas.microsoft.com/office/drawing/2014/main" id="{FFA8DDDC-D4A8-47C1-B1FF-8B61B82F56F0}"/>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5374349" y="3867945"/>
                <a:ext cx="351595" cy="351595"/>
              </a:xfrm>
              <a:prstGeom prst="rect">
                <a:avLst/>
              </a:prstGeom>
            </p:spPr>
          </p:pic>
          <p:pic>
            <p:nvPicPr>
              <p:cNvPr id="56" name="Image 55">
                <a:extLst>
                  <a:ext uri="{FF2B5EF4-FFF2-40B4-BE49-F238E27FC236}">
                    <a16:creationId xmlns:a16="http://schemas.microsoft.com/office/drawing/2014/main" id="{A497F58C-7ABB-4154-AB39-0E0DED7BB61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51" name="Graphique 50" descr="Balance de la justice avec un remplissage uni">
              <a:extLst>
                <a:ext uri="{FF2B5EF4-FFF2-40B4-BE49-F238E27FC236}">
                  <a16:creationId xmlns:a16="http://schemas.microsoft.com/office/drawing/2014/main" id="{E3E0148E-BCAB-4EB7-BEA6-2DC35D10CAE4}"/>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7711" t="16230" r="55712" b="32471"/>
            <a:stretch/>
          </p:blipFill>
          <p:spPr>
            <a:xfrm flipH="1">
              <a:off x="4955380" y="3895743"/>
              <a:ext cx="124289" cy="180364"/>
            </a:xfrm>
            <a:prstGeom prst="rect">
              <a:avLst/>
            </a:prstGeom>
          </p:spPr>
        </p:pic>
        <p:pic>
          <p:nvPicPr>
            <p:cNvPr id="52" name="Graphique 51" descr="Balance de la justice avec un remplissage uni">
              <a:extLst>
                <a:ext uri="{FF2B5EF4-FFF2-40B4-BE49-F238E27FC236}">
                  <a16:creationId xmlns:a16="http://schemas.microsoft.com/office/drawing/2014/main" id="{33CDE872-2956-475F-B4A5-E4EA486470BB}"/>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58383" t="16186" b="30375"/>
            <a:stretch/>
          </p:blipFill>
          <p:spPr>
            <a:xfrm flipH="1">
              <a:off x="4763560" y="3895742"/>
              <a:ext cx="141416" cy="187889"/>
            </a:xfrm>
            <a:prstGeom prst="rect">
              <a:avLst/>
            </a:prstGeom>
          </p:spPr>
        </p:pic>
      </p:grpSp>
      <p:sp>
        <p:nvSpPr>
          <p:cNvPr id="59" name="Bulle narrative : ronde 58">
            <a:extLst>
              <a:ext uri="{FF2B5EF4-FFF2-40B4-BE49-F238E27FC236}">
                <a16:creationId xmlns:a16="http://schemas.microsoft.com/office/drawing/2014/main" id="{14BA9091-6782-4BC0-9E1D-0E2A85F419A8}"/>
              </a:ext>
            </a:extLst>
          </p:cNvPr>
          <p:cNvSpPr/>
          <p:nvPr/>
        </p:nvSpPr>
        <p:spPr>
          <a:xfrm>
            <a:off x="521059" y="3964190"/>
            <a:ext cx="1368622" cy="576000"/>
          </a:xfrm>
          <a:prstGeom prst="wedgeEllipseCallout">
            <a:avLst>
              <a:gd name="adj1" fmla="val 20180"/>
              <a:gd name="adj2" fmla="val 73503"/>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I’m interested</a:t>
            </a:r>
          </a:p>
        </p:txBody>
      </p:sp>
      <p:sp>
        <p:nvSpPr>
          <p:cNvPr id="60" name="Bulle narrative : ronde 59">
            <a:extLst>
              <a:ext uri="{FF2B5EF4-FFF2-40B4-BE49-F238E27FC236}">
                <a16:creationId xmlns:a16="http://schemas.microsoft.com/office/drawing/2014/main" id="{F13AA68C-81D2-4472-8501-F1B8FA6B9E8B}"/>
              </a:ext>
            </a:extLst>
          </p:cNvPr>
          <p:cNvSpPr/>
          <p:nvPr/>
        </p:nvSpPr>
        <p:spPr>
          <a:xfrm>
            <a:off x="1864878" y="3521932"/>
            <a:ext cx="1553902" cy="576000"/>
          </a:xfrm>
          <a:prstGeom prst="wedgeEllipseCallout">
            <a:avLst>
              <a:gd name="adj1" fmla="val 19330"/>
              <a:gd name="adj2" fmla="val 75074"/>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try</a:t>
            </a:r>
          </a:p>
        </p:txBody>
      </p:sp>
      <p:sp>
        <p:nvSpPr>
          <p:cNvPr id="61" name="Bulle narrative : ronde 60">
            <a:extLst>
              <a:ext uri="{FF2B5EF4-FFF2-40B4-BE49-F238E27FC236}">
                <a16:creationId xmlns:a16="http://schemas.microsoft.com/office/drawing/2014/main" id="{4A3C84FA-4BB6-49AF-96E4-5037D69059B0}"/>
              </a:ext>
            </a:extLst>
          </p:cNvPr>
          <p:cNvSpPr/>
          <p:nvPr/>
        </p:nvSpPr>
        <p:spPr>
          <a:xfrm>
            <a:off x="2858104" y="3029328"/>
            <a:ext cx="2017790" cy="576000"/>
          </a:xfrm>
          <a:prstGeom prst="wedgeEllipseCallout">
            <a:avLst>
              <a:gd name="adj1" fmla="val 33146"/>
              <a:gd name="adj2" fmla="val 81361"/>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promote </a:t>
            </a:r>
          </a:p>
        </p:txBody>
      </p:sp>
      <p:sp>
        <p:nvSpPr>
          <p:cNvPr id="62" name="Bulle narrative : ronde 61">
            <a:extLst>
              <a:ext uri="{FF2B5EF4-FFF2-40B4-BE49-F238E27FC236}">
                <a16:creationId xmlns:a16="http://schemas.microsoft.com/office/drawing/2014/main" id="{5CF19B92-C433-4675-86CD-F031A28D1273}"/>
              </a:ext>
            </a:extLst>
          </p:cNvPr>
          <p:cNvSpPr/>
          <p:nvPr/>
        </p:nvSpPr>
        <p:spPr>
          <a:xfrm>
            <a:off x="4352633" y="2619096"/>
            <a:ext cx="2099089" cy="576000"/>
          </a:xfrm>
          <a:prstGeom prst="wedgeEllipseCallout">
            <a:avLst>
              <a:gd name="adj1" fmla="val 21506"/>
              <a:gd name="adj2" fmla="val 10881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help in knowledge sharing </a:t>
            </a:r>
          </a:p>
        </p:txBody>
      </p:sp>
      <p:sp>
        <p:nvSpPr>
          <p:cNvPr id="63" name="Bulle narrative : ronde 62">
            <a:extLst>
              <a:ext uri="{FF2B5EF4-FFF2-40B4-BE49-F238E27FC236}">
                <a16:creationId xmlns:a16="http://schemas.microsoft.com/office/drawing/2014/main" id="{11CA671C-1930-4233-8B82-6A56D3664203}"/>
              </a:ext>
            </a:extLst>
          </p:cNvPr>
          <p:cNvSpPr/>
          <p:nvPr/>
        </p:nvSpPr>
        <p:spPr>
          <a:xfrm>
            <a:off x="5318447" y="2068762"/>
            <a:ext cx="2635097" cy="576000"/>
          </a:xfrm>
          <a:prstGeom prst="wedgeEllipseCallout">
            <a:avLst>
              <a:gd name="adj1" fmla="val 20384"/>
              <a:gd name="adj2" fmla="val 122586"/>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share knowledge </a:t>
            </a:r>
          </a:p>
        </p:txBody>
      </p:sp>
      <p:sp>
        <p:nvSpPr>
          <p:cNvPr id="64" name="Bulle narrative : ronde 63">
            <a:extLst>
              <a:ext uri="{FF2B5EF4-FFF2-40B4-BE49-F238E27FC236}">
                <a16:creationId xmlns:a16="http://schemas.microsoft.com/office/drawing/2014/main" id="{F7FF3EE1-4DBA-48E0-B33E-B1F125539500}"/>
              </a:ext>
            </a:extLst>
          </p:cNvPr>
          <p:cNvSpPr/>
          <p:nvPr/>
        </p:nvSpPr>
        <p:spPr>
          <a:xfrm>
            <a:off x="7699212" y="1532596"/>
            <a:ext cx="1899983" cy="702003"/>
          </a:xfrm>
          <a:prstGeom prst="wedgeEllipseCallout">
            <a:avLst>
              <a:gd name="adj1" fmla="val 19166"/>
              <a:gd name="adj2" fmla="val 97320"/>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create content, variations</a:t>
            </a:r>
          </a:p>
        </p:txBody>
      </p:sp>
      <p:sp>
        <p:nvSpPr>
          <p:cNvPr id="65" name="Bulle narrative : ronde 64">
            <a:extLst>
              <a:ext uri="{FF2B5EF4-FFF2-40B4-BE49-F238E27FC236}">
                <a16:creationId xmlns:a16="http://schemas.microsoft.com/office/drawing/2014/main" id="{1A46100B-B3C3-483B-99EF-804132FD034A}"/>
              </a:ext>
            </a:extLst>
          </p:cNvPr>
          <p:cNvSpPr/>
          <p:nvPr/>
        </p:nvSpPr>
        <p:spPr>
          <a:xfrm>
            <a:off x="8989517" y="1023311"/>
            <a:ext cx="1853691" cy="576000"/>
          </a:xfrm>
          <a:prstGeom prst="wedgeEllipseCallout">
            <a:avLst>
              <a:gd name="adj1" fmla="val 20048"/>
              <a:gd name="adj2" fmla="val 130246"/>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boost members into upper levels</a:t>
            </a:r>
          </a:p>
        </p:txBody>
      </p:sp>
      <p:sp>
        <p:nvSpPr>
          <p:cNvPr id="66" name="ZoneTexte 65">
            <a:extLst>
              <a:ext uri="{FF2B5EF4-FFF2-40B4-BE49-F238E27FC236}">
                <a16:creationId xmlns:a16="http://schemas.microsoft.com/office/drawing/2014/main" id="{72F42A78-8AD5-4A7E-90AA-4A8AB2468F4D}"/>
              </a:ext>
            </a:extLst>
          </p:cNvPr>
          <p:cNvSpPr txBox="1"/>
          <p:nvPr/>
        </p:nvSpPr>
        <p:spPr>
          <a:xfrm>
            <a:off x="7008474" y="5096025"/>
            <a:ext cx="4981575" cy="1477328"/>
          </a:xfrm>
          <a:prstGeom prst="rect">
            <a:avLst/>
          </a:prstGeom>
          <a:noFill/>
        </p:spPr>
        <p:txBody>
          <a:bodyPr wrap="square" rtlCol="0">
            <a:spAutoFit/>
          </a:bodyPr>
          <a:lstStyle/>
          <a:p>
            <a:r>
              <a:rPr lang="en-US" dirty="0"/>
              <a:t>Gamifying Empowerment in the Community with clear roles and levels for all.</a:t>
            </a:r>
          </a:p>
          <a:p>
            <a:endParaRPr lang="en-US" dirty="0"/>
          </a:p>
          <a:p>
            <a:r>
              <a:rPr lang="en-US" dirty="0"/>
              <a:t>Each role represents a further engagement level and supports the growth of lower levels.</a:t>
            </a:r>
          </a:p>
        </p:txBody>
      </p:sp>
    </p:spTree>
    <p:extLst>
      <p:ext uri="{BB962C8B-B14F-4D97-AF65-F5344CB8AC3E}">
        <p14:creationId xmlns:p14="http://schemas.microsoft.com/office/powerpoint/2010/main" val="18711891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E45B1F-3F36-4920-B9D8-61FBB3814148}"/>
              </a:ext>
            </a:extLst>
          </p:cNvPr>
          <p:cNvSpPr>
            <a:spLocks noGrp="1"/>
          </p:cNvSpPr>
          <p:nvPr>
            <p:ph type="title"/>
          </p:nvPr>
        </p:nvSpPr>
        <p:spPr/>
        <p:txBody>
          <a:bodyPr>
            <a:normAutofit fontScale="90000"/>
          </a:bodyPr>
          <a:lstStyle/>
          <a:p>
            <a:r>
              <a:rPr lang="en-US" dirty="0"/>
              <a:t>The #OSG Role System</a:t>
            </a:r>
            <a:br>
              <a:rPr lang="en-US" dirty="0"/>
            </a:br>
            <a:r>
              <a:rPr lang="en-US" dirty="0"/>
              <a:t>Viral Learning by design</a:t>
            </a:r>
          </a:p>
        </p:txBody>
      </p:sp>
      <p:sp>
        <p:nvSpPr>
          <p:cNvPr id="6" name="Forme libre : forme 5">
            <a:extLst>
              <a:ext uri="{FF2B5EF4-FFF2-40B4-BE49-F238E27FC236}">
                <a16:creationId xmlns:a16="http://schemas.microsoft.com/office/drawing/2014/main" id="{E2C0A91B-6589-4113-9016-32E50EEB09EB}"/>
              </a:ext>
            </a:extLst>
          </p:cNvPr>
          <p:cNvSpPr/>
          <p:nvPr/>
        </p:nvSpPr>
        <p:spPr>
          <a:xfrm>
            <a:off x="1178116" y="4556392"/>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1 CURIOUS</a:t>
            </a:r>
            <a:endParaRPr lang="fr-FR" sz="1300" kern="1200" dirty="0"/>
          </a:p>
        </p:txBody>
      </p:sp>
      <p:sp>
        <p:nvSpPr>
          <p:cNvPr id="68" name="Forme libre : forme 67">
            <a:extLst>
              <a:ext uri="{FF2B5EF4-FFF2-40B4-BE49-F238E27FC236}">
                <a16:creationId xmlns:a16="http://schemas.microsoft.com/office/drawing/2014/main" id="{48B1F5AF-BEA8-419F-BD43-EECDEC0D6E38}"/>
              </a:ext>
            </a:extLst>
          </p:cNvPr>
          <p:cNvSpPr/>
          <p:nvPr/>
        </p:nvSpPr>
        <p:spPr>
          <a:xfrm>
            <a:off x="2649588" y="4556392"/>
            <a:ext cx="1201990" cy="689498"/>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2 PLAYERS</a:t>
            </a:r>
            <a:endParaRPr lang="fr-FR" sz="1300" kern="1200" dirty="0"/>
          </a:p>
        </p:txBody>
      </p:sp>
      <p:sp>
        <p:nvSpPr>
          <p:cNvPr id="71" name="Forme libre : forme 70">
            <a:extLst>
              <a:ext uri="{FF2B5EF4-FFF2-40B4-BE49-F238E27FC236}">
                <a16:creationId xmlns:a16="http://schemas.microsoft.com/office/drawing/2014/main" id="{56C8EFE8-F36C-4791-AA51-1A98856DAD2F}"/>
              </a:ext>
            </a:extLst>
          </p:cNvPr>
          <p:cNvSpPr/>
          <p:nvPr/>
        </p:nvSpPr>
        <p:spPr>
          <a:xfrm>
            <a:off x="4031694" y="4556391"/>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3 SCOUTS</a:t>
            </a:r>
            <a:endParaRPr lang="fr-FR" sz="1300" kern="1200" dirty="0"/>
          </a:p>
        </p:txBody>
      </p:sp>
      <p:sp>
        <p:nvSpPr>
          <p:cNvPr id="74" name="Forme libre : forme 73">
            <a:extLst>
              <a:ext uri="{FF2B5EF4-FFF2-40B4-BE49-F238E27FC236}">
                <a16:creationId xmlns:a16="http://schemas.microsoft.com/office/drawing/2014/main" id="{8E44EB15-FAD0-45B8-91A5-2B9460F3175C}"/>
              </a:ext>
            </a:extLst>
          </p:cNvPr>
          <p:cNvSpPr/>
          <p:nvPr/>
        </p:nvSpPr>
        <p:spPr>
          <a:xfrm>
            <a:off x="5545879" y="4556391"/>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4 CO-HOST</a:t>
            </a:r>
            <a:endParaRPr lang="fr-FR" sz="1300" kern="1200" dirty="0"/>
          </a:p>
        </p:txBody>
      </p:sp>
      <p:sp>
        <p:nvSpPr>
          <p:cNvPr id="77" name="Forme libre : forme 76">
            <a:extLst>
              <a:ext uri="{FF2B5EF4-FFF2-40B4-BE49-F238E27FC236}">
                <a16:creationId xmlns:a16="http://schemas.microsoft.com/office/drawing/2014/main" id="{61CF2955-67EF-4902-A779-9A18D23D3F1A}"/>
              </a:ext>
            </a:extLst>
          </p:cNvPr>
          <p:cNvSpPr/>
          <p:nvPr/>
        </p:nvSpPr>
        <p:spPr>
          <a:xfrm>
            <a:off x="7064241" y="4556391"/>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5 HOST</a:t>
            </a:r>
            <a:endParaRPr lang="fr-FR" sz="1300" kern="1200" dirty="0"/>
          </a:p>
        </p:txBody>
      </p:sp>
      <p:sp>
        <p:nvSpPr>
          <p:cNvPr id="80" name="Forme libre : forme 79">
            <a:extLst>
              <a:ext uri="{FF2B5EF4-FFF2-40B4-BE49-F238E27FC236}">
                <a16:creationId xmlns:a16="http://schemas.microsoft.com/office/drawing/2014/main" id="{C2967B16-9763-41E5-A3B9-2CF1AADAF85E}"/>
              </a:ext>
            </a:extLst>
          </p:cNvPr>
          <p:cNvSpPr/>
          <p:nvPr/>
        </p:nvSpPr>
        <p:spPr>
          <a:xfrm>
            <a:off x="8531232" y="455639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6 CREATOR</a:t>
            </a:r>
            <a:endParaRPr lang="fr-FR" sz="1300" kern="1200" dirty="0"/>
          </a:p>
        </p:txBody>
      </p:sp>
      <p:sp>
        <p:nvSpPr>
          <p:cNvPr id="83" name="Forme libre : forme 82">
            <a:extLst>
              <a:ext uri="{FF2B5EF4-FFF2-40B4-BE49-F238E27FC236}">
                <a16:creationId xmlns:a16="http://schemas.microsoft.com/office/drawing/2014/main" id="{49BD5C36-E3A6-4A99-AAF0-FF16CCF666D1}"/>
              </a:ext>
            </a:extLst>
          </p:cNvPr>
          <p:cNvSpPr/>
          <p:nvPr/>
        </p:nvSpPr>
        <p:spPr>
          <a:xfrm>
            <a:off x="10082931" y="4556390"/>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7 CONTENT COMMUNITY BOOSTER</a:t>
            </a:r>
            <a:endParaRPr lang="fr-FR" sz="1300" kern="1200" dirty="0"/>
          </a:p>
        </p:txBody>
      </p:sp>
      <p:grpSp>
        <p:nvGrpSpPr>
          <p:cNvPr id="8" name="Groupe 7">
            <a:extLst>
              <a:ext uri="{FF2B5EF4-FFF2-40B4-BE49-F238E27FC236}">
                <a16:creationId xmlns:a16="http://schemas.microsoft.com/office/drawing/2014/main" id="{CE4973A2-D901-41A2-99EA-844227280694}"/>
              </a:ext>
            </a:extLst>
          </p:cNvPr>
          <p:cNvGrpSpPr/>
          <p:nvPr/>
        </p:nvGrpSpPr>
        <p:grpSpPr>
          <a:xfrm>
            <a:off x="9927384" y="3362264"/>
            <a:ext cx="1266205" cy="1138016"/>
            <a:chOff x="10408603" y="1944527"/>
            <a:chExt cx="1266205" cy="1138016"/>
          </a:xfrm>
          <a:solidFill>
            <a:srgbClr val="3494BA"/>
          </a:solidFill>
        </p:grpSpPr>
        <p:grpSp>
          <p:nvGrpSpPr>
            <p:cNvPr id="9" name="Groupe 8">
              <a:extLst>
                <a:ext uri="{FF2B5EF4-FFF2-40B4-BE49-F238E27FC236}">
                  <a16:creationId xmlns:a16="http://schemas.microsoft.com/office/drawing/2014/main" id="{93E24CC8-3C9F-487D-AA72-2EBBD10B6B15}"/>
                </a:ext>
              </a:extLst>
            </p:cNvPr>
            <p:cNvGrpSpPr/>
            <p:nvPr/>
          </p:nvGrpSpPr>
          <p:grpSpPr>
            <a:xfrm>
              <a:off x="10781788" y="2168143"/>
              <a:ext cx="696980" cy="914400"/>
              <a:chOff x="5018285" y="3873291"/>
              <a:chExt cx="696980" cy="914400"/>
            </a:xfrm>
            <a:grpFill/>
          </p:grpSpPr>
          <p:pic>
            <p:nvPicPr>
              <p:cNvPr id="15" name="Graphique 14" descr="Personne confuse avec un remplissage uni">
                <a:extLst>
                  <a:ext uri="{FF2B5EF4-FFF2-40B4-BE49-F238E27FC236}">
                    <a16:creationId xmlns:a16="http://schemas.microsoft.com/office/drawing/2014/main" id="{50EE4254-A295-449A-A417-48D931CEE2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0440" r="-1"/>
              <a:stretch/>
            </p:blipFill>
            <p:spPr>
              <a:xfrm>
                <a:off x="5079206" y="3873291"/>
                <a:ext cx="636059" cy="914400"/>
              </a:xfrm>
              <a:prstGeom prst="rect">
                <a:avLst/>
              </a:prstGeom>
            </p:spPr>
          </p:pic>
          <p:sp>
            <p:nvSpPr>
              <p:cNvPr id="16" name="Rectangle : coins arrondis 15">
                <a:extLst>
                  <a:ext uri="{FF2B5EF4-FFF2-40B4-BE49-F238E27FC236}">
                    <a16:creationId xmlns:a16="http://schemas.microsoft.com/office/drawing/2014/main" id="{78323248-3DB0-40FE-820E-E4F5CF9CCF32}"/>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0" name="Graphique 9" descr="Panneau de signalisation avec un remplissage uni">
              <a:extLst>
                <a:ext uri="{FF2B5EF4-FFF2-40B4-BE49-F238E27FC236}">
                  <a16:creationId xmlns:a16="http://schemas.microsoft.com/office/drawing/2014/main" id="{A767899A-4D21-4320-BE02-F79F8118D17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8628"/>
            <a:stretch/>
          </p:blipFill>
          <p:spPr>
            <a:xfrm>
              <a:off x="10932558" y="1976438"/>
              <a:ext cx="742250" cy="603990"/>
            </a:xfrm>
            <a:prstGeom prst="rect">
              <a:avLst/>
            </a:prstGeom>
          </p:spPr>
        </p:pic>
        <p:grpSp>
          <p:nvGrpSpPr>
            <p:cNvPr id="11" name="Groupe 10">
              <a:extLst>
                <a:ext uri="{FF2B5EF4-FFF2-40B4-BE49-F238E27FC236}">
                  <a16:creationId xmlns:a16="http://schemas.microsoft.com/office/drawing/2014/main" id="{78643FFD-0BBA-4761-AFFC-6E517A09B028}"/>
                </a:ext>
              </a:extLst>
            </p:cNvPr>
            <p:cNvGrpSpPr/>
            <p:nvPr/>
          </p:nvGrpSpPr>
          <p:grpSpPr>
            <a:xfrm rot="21051146" flipH="1">
              <a:off x="10408603" y="1944527"/>
              <a:ext cx="391604" cy="567289"/>
              <a:chOff x="5616686" y="6627757"/>
              <a:chExt cx="644414" cy="888746"/>
            </a:xfrm>
            <a:grpFill/>
          </p:grpSpPr>
          <p:pic>
            <p:nvPicPr>
              <p:cNvPr id="13" name="Graphique 12" descr="Drapeau de golf dans un trou avec un remplissage uni">
                <a:extLst>
                  <a:ext uri="{FF2B5EF4-FFF2-40B4-BE49-F238E27FC236}">
                    <a16:creationId xmlns:a16="http://schemas.microsoft.com/office/drawing/2014/main" id="{B82B65B4-42B8-4686-AE36-86EBF6B8299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9715" t="5069" r="36313" b="56423"/>
              <a:stretch/>
            </p:blipFill>
            <p:spPr>
              <a:xfrm>
                <a:off x="5616686" y="6627757"/>
                <a:ext cx="644414" cy="564328"/>
              </a:xfrm>
              <a:prstGeom prst="rect">
                <a:avLst/>
              </a:prstGeom>
            </p:spPr>
          </p:pic>
          <p:sp>
            <p:nvSpPr>
              <p:cNvPr id="14" name="Rectangle : coins arrondis 13">
                <a:extLst>
                  <a:ext uri="{FF2B5EF4-FFF2-40B4-BE49-F238E27FC236}">
                    <a16:creationId xmlns:a16="http://schemas.microsoft.com/office/drawing/2014/main" id="{E0496C98-80FD-41DC-A6AF-6597D6ECDA85}"/>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2" name="Image 11">
              <a:extLst>
                <a:ext uri="{FF2B5EF4-FFF2-40B4-BE49-F238E27FC236}">
                  <a16:creationId xmlns:a16="http://schemas.microsoft.com/office/drawing/2014/main" id="{42773D36-20AB-45F7-AE59-65F16EDCB57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17" name="Groupe 16">
            <a:extLst>
              <a:ext uri="{FF2B5EF4-FFF2-40B4-BE49-F238E27FC236}">
                <a16:creationId xmlns:a16="http://schemas.microsoft.com/office/drawing/2014/main" id="{1B0ECBD4-756E-4828-9E60-7DCB097B923F}"/>
              </a:ext>
            </a:extLst>
          </p:cNvPr>
          <p:cNvGrpSpPr/>
          <p:nvPr/>
        </p:nvGrpSpPr>
        <p:grpSpPr>
          <a:xfrm>
            <a:off x="2667231" y="3635235"/>
            <a:ext cx="944022" cy="834837"/>
            <a:chOff x="3239584" y="4265153"/>
            <a:chExt cx="944022" cy="834837"/>
          </a:xfrm>
        </p:grpSpPr>
        <p:grpSp>
          <p:nvGrpSpPr>
            <p:cNvPr id="18" name="Groupe 17">
              <a:extLst>
                <a:ext uri="{FF2B5EF4-FFF2-40B4-BE49-F238E27FC236}">
                  <a16:creationId xmlns:a16="http://schemas.microsoft.com/office/drawing/2014/main" id="{014C7A98-DE8D-4E53-B787-54342061BBBB}"/>
                </a:ext>
              </a:extLst>
            </p:cNvPr>
            <p:cNvGrpSpPr/>
            <p:nvPr/>
          </p:nvGrpSpPr>
          <p:grpSpPr>
            <a:xfrm>
              <a:off x="3239584" y="4265153"/>
              <a:ext cx="944022" cy="834837"/>
              <a:chOff x="3239584" y="4265153"/>
              <a:chExt cx="944022" cy="834837"/>
            </a:xfrm>
          </p:grpSpPr>
          <p:pic>
            <p:nvPicPr>
              <p:cNvPr id="20" name="Graphique 19" descr="Personne confuse avec un remplissage uni">
                <a:extLst>
                  <a:ext uri="{FF2B5EF4-FFF2-40B4-BE49-F238E27FC236}">
                    <a16:creationId xmlns:a16="http://schemas.microsoft.com/office/drawing/2014/main" id="{14080FBC-B06B-4E56-A337-E27CD304FFF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39584" y="4281195"/>
                <a:ext cx="818795" cy="818795"/>
              </a:xfrm>
              <a:prstGeom prst="rect">
                <a:avLst/>
              </a:prstGeom>
            </p:spPr>
          </p:pic>
          <p:pic>
            <p:nvPicPr>
              <p:cNvPr id="21" name="Graphique 20" descr="Calendrier journalier avec un remplissage uni">
                <a:extLst>
                  <a:ext uri="{FF2B5EF4-FFF2-40B4-BE49-F238E27FC236}">
                    <a16:creationId xmlns:a16="http://schemas.microsoft.com/office/drawing/2014/main" id="{9337EB85-EC13-4735-AD99-D6DF263A43E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826152" y="4265153"/>
                <a:ext cx="357454" cy="357454"/>
              </a:xfrm>
              <a:prstGeom prst="rect">
                <a:avLst/>
              </a:prstGeom>
            </p:spPr>
          </p:pic>
        </p:grpSp>
        <p:pic>
          <p:nvPicPr>
            <p:cNvPr id="19" name="Image 18">
              <a:extLst>
                <a:ext uri="{FF2B5EF4-FFF2-40B4-BE49-F238E27FC236}">
                  <a16:creationId xmlns:a16="http://schemas.microsoft.com/office/drawing/2014/main" id="{EB9D87AB-6927-483E-B712-F93AC0B24B8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22" name="Graphique 21" descr="Homme avec un remplissage uni">
            <a:extLst>
              <a:ext uri="{FF2B5EF4-FFF2-40B4-BE49-F238E27FC236}">
                <a16:creationId xmlns:a16="http://schemas.microsoft.com/office/drawing/2014/main" id="{27CA14BC-A61C-45C5-897F-4CC2365CAF30}"/>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t="759" b="1"/>
          <a:stretch/>
        </p:blipFill>
        <p:spPr>
          <a:xfrm>
            <a:off x="1227656" y="3723439"/>
            <a:ext cx="696654" cy="691368"/>
          </a:xfrm>
          <a:prstGeom prst="rect">
            <a:avLst/>
          </a:prstGeom>
        </p:spPr>
      </p:pic>
      <p:grpSp>
        <p:nvGrpSpPr>
          <p:cNvPr id="23" name="Groupe 22">
            <a:extLst>
              <a:ext uri="{FF2B5EF4-FFF2-40B4-BE49-F238E27FC236}">
                <a16:creationId xmlns:a16="http://schemas.microsoft.com/office/drawing/2014/main" id="{29FEB298-4CDC-445E-8D70-C300D8F758A8}"/>
              </a:ext>
            </a:extLst>
          </p:cNvPr>
          <p:cNvGrpSpPr/>
          <p:nvPr/>
        </p:nvGrpSpPr>
        <p:grpSpPr>
          <a:xfrm>
            <a:off x="5521825" y="3617119"/>
            <a:ext cx="819385" cy="883274"/>
            <a:chOff x="6060465" y="3463636"/>
            <a:chExt cx="819385" cy="883274"/>
          </a:xfrm>
          <a:solidFill>
            <a:srgbClr val="ED7D31"/>
          </a:solidFill>
        </p:grpSpPr>
        <p:pic>
          <p:nvPicPr>
            <p:cNvPr id="24" name="Graphique 23" descr="Presse-papiers mixte avec un remplissage uni">
              <a:extLst>
                <a:ext uri="{FF2B5EF4-FFF2-40B4-BE49-F238E27FC236}">
                  <a16:creationId xmlns:a16="http://schemas.microsoft.com/office/drawing/2014/main" id="{913FFA74-3807-471F-A867-AC788FF0D97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6060465" y="3580343"/>
              <a:ext cx="314429" cy="314429"/>
            </a:xfrm>
            <a:prstGeom prst="rect">
              <a:avLst/>
            </a:prstGeom>
          </p:spPr>
        </p:pic>
        <p:grpSp>
          <p:nvGrpSpPr>
            <p:cNvPr id="25" name="Groupe 24">
              <a:extLst>
                <a:ext uri="{FF2B5EF4-FFF2-40B4-BE49-F238E27FC236}">
                  <a16:creationId xmlns:a16="http://schemas.microsoft.com/office/drawing/2014/main" id="{10CCADD1-63EE-4DF4-AD8F-30424494E793}"/>
                </a:ext>
              </a:extLst>
            </p:cNvPr>
            <p:cNvGrpSpPr/>
            <p:nvPr/>
          </p:nvGrpSpPr>
          <p:grpSpPr>
            <a:xfrm>
              <a:off x="6132133" y="3463636"/>
              <a:ext cx="612923" cy="883274"/>
              <a:chOff x="6132133" y="3463636"/>
              <a:chExt cx="612923" cy="883274"/>
            </a:xfrm>
            <a:grpFill/>
          </p:grpSpPr>
          <p:pic>
            <p:nvPicPr>
              <p:cNvPr id="28" name="Graphique 27" descr="Centre d’appels avec un remplissage uni">
                <a:extLst>
                  <a:ext uri="{FF2B5EF4-FFF2-40B4-BE49-F238E27FC236}">
                    <a16:creationId xmlns:a16="http://schemas.microsoft.com/office/drawing/2014/main" id="{7A697EE4-F147-4130-8C1C-C087F06E73B6}"/>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b="44092"/>
              <a:stretch/>
            </p:blipFill>
            <p:spPr>
              <a:xfrm>
                <a:off x="6322855" y="3463636"/>
                <a:ext cx="422201" cy="236042"/>
              </a:xfrm>
              <a:prstGeom prst="rect">
                <a:avLst/>
              </a:prstGeom>
            </p:spPr>
          </p:pic>
          <p:grpSp>
            <p:nvGrpSpPr>
              <p:cNvPr id="29" name="Groupe 28">
                <a:extLst>
                  <a:ext uri="{FF2B5EF4-FFF2-40B4-BE49-F238E27FC236}">
                    <a16:creationId xmlns:a16="http://schemas.microsoft.com/office/drawing/2014/main" id="{DF7F47A3-2F2E-4C14-AF95-5BCB80A653C9}"/>
                  </a:ext>
                </a:extLst>
              </p:cNvPr>
              <p:cNvGrpSpPr/>
              <p:nvPr/>
            </p:nvGrpSpPr>
            <p:grpSpPr>
              <a:xfrm flipH="1">
                <a:off x="6132133" y="3682042"/>
                <a:ext cx="611857" cy="664868"/>
                <a:chOff x="5018285" y="4055721"/>
                <a:chExt cx="696982" cy="731970"/>
              </a:xfrm>
              <a:grpFill/>
            </p:grpSpPr>
            <p:pic>
              <p:nvPicPr>
                <p:cNvPr id="30" name="Graphique 29" descr="Personne confuse avec un remplissage uni">
                  <a:extLst>
                    <a:ext uri="{FF2B5EF4-FFF2-40B4-BE49-F238E27FC236}">
                      <a16:creationId xmlns:a16="http://schemas.microsoft.com/office/drawing/2014/main" id="{C7F2DB77-8966-4053-9037-CDD0D9DEE064}"/>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30440" t="19951" r="-1"/>
                <a:stretch/>
              </p:blipFill>
              <p:spPr>
                <a:xfrm>
                  <a:off x="5079207" y="4055721"/>
                  <a:ext cx="636060" cy="731970"/>
                </a:xfrm>
                <a:prstGeom prst="rect">
                  <a:avLst/>
                </a:prstGeom>
              </p:spPr>
            </p:pic>
            <p:sp>
              <p:nvSpPr>
                <p:cNvPr id="31" name="Rectangle : coins arrondis 30">
                  <a:extLst>
                    <a:ext uri="{FF2B5EF4-FFF2-40B4-BE49-F238E27FC236}">
                      <a16:creationId xmlns:a16="http://schemas.microsoft.com/office/drawing/2014/main" id="{65CDD582-288A-46C1-B5CB-FB38CE96F81A}"/>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26" name="Image 25">
              <a:extLst>
                <a:ext uri="{FF2B5EF4-FFF2-40B4-BE49-F238E27FC236}">
                  <a16:creationId xmlns:a16="http://schemas.microsoft.com/office/drawing/2014/main" id="{8AA6FDEE-262B-4A51-B5C0-15BD6231616C}"/>
                </a:ext>
              </a:extLst>
            </p:cNvPr>
            <p:cNvPicPr>
              <a:picLocks noChangeAspect="1"/>
            </p:cNvPicPr>
            <p:nvPr/>
          </p:nvPicPr>
          <p:blipFill>
            <a:blip r:embed="rId21">
              <a:extLst>
                <a:ext uri="{BEBA8EAE-BF5A-486C-A8C5-ECC9F3942E4B}">
                  <a14:imgProps xmlns:a14="http://schemas.microsoft.com/office/drawing/2010/main">
                    <a14:imgLayer r:embed="rId2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7" name="Graphique 26" descr="Chronomètre avec un remplissage uni">
              <a:extLst>
                <a:ext uri="{FF2B5EF4-FFF2-40B4-BE49-F238E27FC236}">
                  <a16:creationId xmlns:a16="http://schemas.microsoft.com/office/drawing/2014/main" id="{21A810C7-5D9D-4877-98DD-AA32C1E3567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714271" y="3602551"/>
              <a:ext cx="165579" cy="165579"/>
            </a:xfrm>
            <a:prstGeom prst="rect">
              <a:avLst/>
            </a:prstGeom>
          </p:spPr>
        </p:pic>
      </p:grpSp>
      <p:grpSp>
        <p:nvGrpSpPr>
          <p:cNvPr id="32" name="Groupe 31">
            <a:extLst>
              <a:ext uri="{FF2B5EF4-FFF2-40B4-BE49-F238E27FC236}">
                <a16:creationId xmlns:a16="http://schemas.microsoft.com/office/drawing/2014/main" id="{27E178E4-EF79-47F7-BE7D-77385BB30040}"/>
              </a:ext>
            </a:extLst>
          </p:cNvPr>
          <p:cNvGrpSpPr/>
          <p:nvPr/>
        </p:nvGrpSpPr>
        <p:grpSpPr>
          <a:xfrm>
            <a:off x="6963325" y="3394175"/>
            <a:ext cx="982042" cy="1063416"/>
            <a:chOff x="7560150" y="2879049"/>
            <a:chExt cx="982042" cy="1063416"/>
          </a:xfrm>
          <a:solidFill>
            <a:srgbClr val="ED7D31"/>
          </a:solidFill>
        </p:grpSpPr>
        <p:grpSp>
          <p:nvGrpSpPr>
            <p:cNvPr id="33" name="Groupe 32">
              <a:extLst>
                <a:ext uri="{FF2B5EF4-FFF2-40B4-BE49-F238E27FC236}">
                  <a16:creationId xmlns:a16="http://schemas.microsoft.com/office/drawing/2014/main" id="{C2E5FB0E-C5C4-41EE-96D0-9613C85C506A}"/>
                </a:ext>
              </a:extLst>
            </p:cNvPr>
            <p:cNvGrpSpPr/>
            <p:nvPr/>
          </p:nvGrpSpPr>
          <p:grpSpPr>
            <a:xfrm>
              <a:off x="7798849" y="2879049"/>
              <a:ext cx="743343" cy="1063416"/>
              <a:chOff x="6391015" y="3260296"/>
              <a:chExt cx="743343" cy="1063416"/>
            </a:xfrm>
            <a:grpFill/>
          </p:grpSpPr>
          <p:grpSp>
            <p:nvGrpSpPr>
              <p:cNvPr id="35" name="Groupe 34">
                <a:extLst>
                  <a:ext uri="{FF2B5EF4-FFF2-40B4-BE49-F238E27FC236}">
                    <a16:creationId xmlns:a16="http://schemas.microsoft.com/office/drawing/2014/main" id="{BBDBA8DB-8FDC-48DC-89F1-5845DC30D687}"/>
                  </a:ext>
                </a:extLst>
              </p:cNvPr>
              <p:cNvGrpSpPr/>
              <p:nvPr/>
            </p:nvGrpSpPr>
            <p:grpSpPr>
              <a:xfrm>
                <a:off x="6391015" y="3260296"/>
                <a:ext cx="743343" cy="1063416"/>
                <a:chOff x="6298348" y="3168316"/>
                <a:chExt cx="867130" cy="1240504"/>
              </a:xfrm>
              <a:grpFill/>
            </p:grpSpPr>
            <p:pic>
              <p:nvPicPr>
                <p:cNvPr id="37" name="Graphique 36" descr="Enseignant avec un remplissage uni">
                  <a:extLst>
                    <a:ext uri="{FF2B5EF4-FFF2-40B4-BE49-F238E27FC236}">
                      <a16:creationId xmlns:a16="http://schemas.microsoft.com/office/drawing/2014/main" id="{40205233-C0CE-462F-8216-32CEE2E5FB9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298348" y="3168316"/>
                  <a:ext cx="867130" cy="867130"/>
                </a:xfrm>
                <a:prstGeom prst="rect">
                  <a:avLst/>
                </a:prstGeom>
              </p:spPr>
            </p:pic>
            <p:pic>
              <p:nvPicPr>
                <p:cNvPr id="38" name="Graphique 37" descr="Personne confuse avec un remplissage uni">
                  <a:extLst>
                    <a:ext uri="{FF2B5EF4-FFF2-40B4-BE49-F238E27FC236}">
                      <a16:creationId xmlns:a16="http://schemas.microsoft.com/office/drawing/2014/main" id="{3DA6BC2A-1797-4BC7-AE43-93BD114E2E76}"/>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7"/>
                    </a:ext>
                  </a:extLst>
                </a:blip>
                <a:srcRect l="34664" t="32545" r="38513" b="-1"/>
                <a:stretch/>
              </p:blipFill>
              <p:spPr>
                <a:xfrm>
                  <a:off x="6367463" y="3792004"/>
                  <a:ext cx="245268" cy="616816"/>
                </a:xfrm>
                <a:prstGeom prst="rect">
                  <a:avLst/>
                </a:prstGeom>
              </p:spPr>
            </p:pic>
            <p:sp>
              <p:nvSpPr>
                <p:cNvPr id="39" name="Rectangle : coins arrondis 38">
                  <a:extLst>
                    <a:ext uri="{FF2B5EF4-FFF2-40B4-BE49-F238E27FC236}">
                      <a16:creationId xmlns:a16="http://schemas.microsoft.com/office/drawing/2014/main" id="{06AC3047-9D3D-4363-A879-3CD9C853C15C}"/>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36" name="Image 35">
                <a:extLst>
                  <a:ext uri="{FF2B5EF4-FFF2-40B4-BE49-F238E27FC236}">
                    <a16:creationId xmlns:a16="http://schemas.microsoft.com/office/drawing/2014/main" id="{A0E0653E-C830-4AD2-ABA4-5E6E4D3D02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34" name="Graphique 33" descr="Presse-papiers mixte avec un remplissage uni">
              <a:extLst>
                <a:ext uri="{FF2B5EF4-FFF2-40B4-BE49-F238E27FC236}">
                  <a16:creationId xmlns:a16="http://schemas.microsoft.com/office/drawing/2014/main" id="{2917DD09-88FA-4F10-B800-5FBE3DD767E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20207580">
              <a:off x="7560150" y="3329802"/>
              <a:ext cx="314429" cy="314429"/>
            </a:xfrm>
            <a:prstGeom prst="rect">
              <a:avLst/>
            </a:prstGeom>
          </p:spPr>
        </p:pic>
      </p:grpSp>
      <p:grpSp>
        <p:nvGrpSpPr>
          <p:cNvPr id="40" name="Groupe 39">
            <a:extLst>
              <a:ext uri="{FF2B5EF4-FFF2-40B4-BE49-F238E27FC236}">
                <a16:creationId xmlns:a16="http://schemas.microsoft.com/office/drawing/2014/main" id="{E7A75DB3-E4D9-4426-BA5C-1FA950CE7E49}"/>
              </a:ext>
            </a:extLst>
          </p:cNvPr>
          <p:cNvGrpSpPr/>
          <p:nvPr/>
        </p:nvGrpSpPr>
        <p:grpSpPr>
          <a:xfrm>
            <a:off x="8238076" y="3309572"/>
            <a:ext cx="1216113" cy="1173074"/>
            <a:chOff x="8930936" y="2408583"/>
            <a:chExt cx="1216113" cy="1173074"/>
          </a:xfrm>
          <a:solidFill>
            <a:schemeClr val="accent1"/>
          </a:solidFill>
        </p:grpSpPr>
        <p:grpSp>
          <p:nvGrpSpPr>
            <p:cNvPr id="41" name="Groupe 40">
              <a:extLst>
                <a:ext uri="{FF2B5EF4-FFF2-40B4-BE49-F238E27FC236}">
                  <a16:creationId xmlns:a16="http://schemas.microsoft.com/office/drawing/2014/main" id="{5DA5ECCA-567F-4492-8051-AA0ABAC7636F}"/>
                </a:ext>
              </a:extLst>
            </p:cNvPr>
            <p:cNvGrpSpPr/>
            <p:nvPr/>
          </p:nvGrpSpPr>
          <p:grpSpPr>
            <a:xfrm>
              <a:off x="8930936" y="2408583"/>
              <a:ext cx="1216113" cy="1173074"/>
              <a:chOff x="8930936" y="2401291"/>
              <a:chExt cx="1216113" cy="1173074"/>
            </a:xfrm>
            <a:grpFill/>
          </p:grpSpPr>
          <p:pic>
            <p:nvPicPr>
              <p:cNvPr id="45" name="Graphique 44" descr="Plan avec un remplissage uni">
                <a:extLst>
                  <a:ext uri="{FF2B5EF4-FFF2-40B4-BE49-F238E27FC236}">
                    <a16:creationId xmlns:a16="http://schemas.microsoft.com/office/drawing/2014/main" id="{7BE58D09-E414-43C5-B335-AF46B02CA487}"/>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8930936" y="2401291"/>
                <a:ext cx="590762" cy="590762"/>
              </a:xfrm>
              <a:prstGeom prst="rect">
                <a:avLst/>
              </a:prstGeom>
            </p:spPr>
          </p:pic>
          <p:grpSp>
            <p:nvGrpSpPr>
              <p:cNvPr id="46" name="Groupe 45">
                <a:extLst>
                  <a:ext uri="{FF2B5EF4-FFF2-40B4-BE49-F238E27FC236}">
                    <a16:creationId xmlns:a16="http://schemas.microsoft.com/office/drawing/2014/main" id="{14E4F7C7-8F55-4052-8F38-E2AD7CA1049E}"/>
                  </a:ext>
                </a:extLst>
              </p:cNvPr>
              <p:cNvGrpSpPr/>
              <p:nvPr/>
            </p:nvGrpSpPr>
            <p:grpSpPr>
              <a:xfrm>
                <a:off x="9450069" y="2659965"/>
                <a:ext cx="696980" cy="914400"/>
                <a:chOff x="5018285" y="3873291"/>
                <a:chExt cx="696980" cy="914400"/>
              </a:xfrm>
              <a:grpFill/>
            </p:grpSpPr>
            <p:pic>
              <p:nvPicPr>
                <p:cNvPr id="47" name="Graphique 46" descr="Personne confuse avec un remplissage uni">
                  <a:extLst>
                    <a:ext uri="{FF2B5EF4-FFF2-40B4-BE49-F238E27FC236}">
                      <a16:creationId xmlns:a16="http://schemas.microsoft.com/office/drawing/2014/main" id="{F531254D-294D-4CA4-8DDF-E23459FF577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1"/>
                    </a:ext>
                  </a:extLst>
                </a:blip>
                <a:srcRect l="30440" r="-1"/>
                <a:stretch/>
              </p:blipFill>
              <p:spPr>
                <a:xfrm>
                  <a:off x="5079206" y="3873291"/>
                  <a:ext cx="636059" cy="914400"/>
                </a:xfrm>
                <a:prstGeom prst="rect">
                  <a:avLst/>
                </a:prstGeom>
              </p:spPr>
            </p:pic>
            <p:sp>
              <p:nvSpPr>
                <p:cNvPr id="48" name="Rectangle : coins arrondis 47">
                  <a:extLst>
                    <a:ext uri="{FF2B5EF4-FFF2-40B4-BE49-F238E27FC236}">
                      <a16:creationId xmlns:a16="http://schemas.microsoft.com/office/drawing/2014/main" id="{5D78164C-9E8B-4D89-A48A-879D26611212}"/>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nvGrpSpPr>
            <p:cNvPr id="42" name="Groupe 41">
              <a:extLst>
                <a:ext uri="{FF2B5EF4-FFF2-40B4-BE49-F238E27FC236}">
                  <a16:creationId xmlns:a16="http://schemas.microsoft.com/office/drawing/2014/main" id="{714C3FB5-B6FF-4225-9765-880667878DDA}"/>
                </a:ext>
              </a:extLst>
            </p:cNvPr>
            <p:cNvGrpSpPr/>
            <p:nvPr/>
          </p:nvGrpSpPr>
          <p:grpSpPr>
            <a:xfrm>
              <a:off x="9237852" y="2714693"/>
              <a:ext cx="199881" cy="170748"/>
              <a:chOff x="8303417" y="2625343"/>
              <a:chExt cx="199881" cy="170748"/>
            </a:xfrm>
            <a:grpFill/>
          </p:grpSpPr>
          <p:sp>
            <p:nvSpPr>
              <p:cNvPr id="43" name="Rectangle 42">
                <a:extLst>
                  <a:ext uri="{FF2B5EF4-FFF2-40B4-BE49-F238E27FC236}">
                    <a16:creationId xmlns:a16="http://schemas.microsoft.com/office/drawing/2014/main" id="{24DA38D3-359D-4631-9E36-53BCBEF4D5F8}"/>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4" name="Image 43">
                <a:extLst>
                  <a:ext uri="{FF2B5EF4-FFF2-40B4-BE49-F238E27FC236}">
                    <a16:creationId xmlns:a16="http://schemas.microsoft.com/office/drawing/2014/main" id="{F9871EE0-7303-4A07-B06A-52F32CAF13B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49" name="Groupe 48">
            <a:extLst>
              <a:ext uri="{FF2B5EF4-FFF2-40B4-BE49-F238E27FC236}">
                <a16:creationId xmlns:a16="http://schemas.microsoft.com/office/drawing/2014/main" id="{6FF20EC1-3F21-40F3-A220-7BAADC916653}"/>
              </a:ext>
            </a:extLst>
          </p:cNvPr>
          <p:cNvGrpSpPr/>
          <p:nvPr/>
        </p:nvGrpSpPr>
        <p:grpSpPr>
          <a:xfrm>
            <a:off x="3943030" y="3539147"/>
            <a:ext cx="978178" cy="925014"/>
            <a:chOff x="4763560" y="3762738"/>
            <a:chExt cx="978178" cy="925014"/>
          </a:xfrm>
        </p:grpSpPr>
        <p:grpSp>
          <p:nvGrpSpPr>
            <p:cNvPr id="50" name="Groupe 49">
              <a:extLst>
                <a:ext uri="{FF2B5EF4-FFF2-40B4-BE49-F238E27FC236}">
                  <a16:creationId xmlns:a16="http://schemas.microsoft.com/office/drawing/2014/main" id="{F5CDC3FA-652C-4945-B8CA-810F0FAE46FD}"/>
                </a:ext>
              </a:extLst>
            </p:cNvPr>
            <p:cNvGrpSpPr/>
            <p:nvPr/>
          </p:nvGrpSpPr>
          <p:grpSpPr>
            <a:xfrm flipH="1">
              <a:off x="4766064" y="3762738"/>
              <a:ext cx="975674" cy="925014"/>
              <a:chOff x="4716415" y="3792004"/>
              <a:chExt cx="1009529" cy="925014"/>
            </a:xfrm>
          </p:grpSpPr>
          <p:pic>
            <p:nvPicPr>
              <p:cNvPr id="53" name="Graphique 52" descr="Mégaphone1 avec un remplissage uni">
                <a:extLst>
                  <a:ext uri="{FF2B5EF4-FFF2-40B4-BE49-F238E27FC236}">
                    <a16:creationId xmlns:a16="http://schemas.microsoft.com/office/drawing/2014/main" id="{06394CD0-13B3-4528-B424-62F39ADA405D}"/>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flipH="1">
                <a:off x="4716415" y="3792004"/>
                <a:ext cx="384826" cy="398002"/>
              </a:xfrm>
              <a:prstGeom prst="rect">
                <a:avLst/>
              </a:prstGeom>
            </p:spPr>
          </p:pic>
          <p:grpSp>
            <p:nvGrpSpPr>
              <p:cNvPr id="54" name="Groupe 53">
                <a:extLst>
                  <a:ext uri="{FF2B5EF4-FFF2-40B4-BE49-F238E27FC236}">
                    <a16:creationId xmlns:a16="http://schemas.microsoft.com/office/drawing/2014/main" id="{C2D91214-4901-4580-AB7E-2BF0E2C04CA6}"/>
                  </a:ext>
                </a:extLst>
              </p:cNvPr>
              <p:cNvGrpSpPr/>
              <p:nvPr/>
            </p:nvGrpSpPr>
            <p:grpSpPr>
              <a:xfrm>
                <a:off x="5048496" y="3886444"/>
                <a:ext cx="633086" cy="830574"/>
                <a:chOff x="5018285" y="3873291"/>
                <a:chExt cx="696980" cy="914400"/>
              </a:xfrm>
            </p:grpSpPr>
            <p:pic>
              <p:nvPicPr>
                <p:cNvPr id="57" name="Graphique 56" descr="Personne confuse avec un remplissage uni">
                  <a:extLst>
                    <a:ext uri="{FF2B5EF4-FFF2-40B4-BE49-F238E27FC236}">
                      <a16:creationId xmlns:a16="http://schemas.microsoft.com/office/drawing/2014/main" id="{B6E218ED-9516-4696-9A59-5F436EE993D3}"/>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30440" r="-1"/>
                <a:stretch/>
              </p:blipFill>
              <p:spPr>
                <a:xfrm>
                  <a:off x="5079206" y="3873291"/>
                  <a:ext cx="636059" cy="914400"/>
                </a:xfrm>
                <a:prstGeom prst="rect">
                  <a:avLst/>
                </a:prstGeom>
              </p:spPr>
            </p:pic>
            <p:sp>
              <p:nvSpPr>
                <p:cNvPr id="58" name="Rectangle : coins arrondis 57">
                  <a:extLst>
                    <a:ext uri="{FF2B5EF4-FFF2-40B4-BE49-F238E27FC236}">
                      <a16:creationId xmlns:a16="http://schemas.microsoft.com/office/drawing/2014/main" id="{DD4B668A-FA7D-42A6-95A3-BBA2636D8B4D}"/>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55" name="Graphique 54" descr="Balance de la justice avec un remplissage uni">
                <a:extLst>
                  <a:ext uri="{FF2B5EF4-FFF2-40B4-BE49-F238E27FC236}">
                    <a16:creationId xmlns:a16="http://schemas.microsoft.com/office/drawing/2014/main" id="{FFA8DDDC-D4A8-47C1-B1FF-8B61B82F56F0}"/>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5374349" y="3867945"/>
                <a:ext cx="351595" cy="351595"/>
              </a:xfrm>
              <a:prstGeom prst="rect">
                <a:avLst/>
              </a:prstGeom>
            </p:spPr>
          </p:pic>
          <p:pic>
            <p:nvPicPr>
              <p:cNvPr id="56" name="Image 55">
                <a:extLst>
                  <a:ext uri="{FF2B5EF4-FFF2-40B4-BE49-F238E27FC236}">
                    <a16:creationId xmlns:a16="http://schemas.microsoft.com/office/drawing/2014/main" id="{A497F58C-7ABB-4154-AB39-0E0DED7BB6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51" name="Graphique 50" descr="Balance de la justice avec un remplissage uni">
              <a:extLst>
                <a:ext uri="{FF2B5EF4-FFF2-40B4-BE49-F238E27FC236}">
                  <a16:creationId xmlns:a16="http://schemas.microsoft.com/office/drawing/2014/main" id="{E3E0148E-BCAB-4EB7-BEA6-2DC35D10CAE4}"/>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7711" t="16230" r="55712" b="32471"/>
            <a:stretch/>
          </p:blipFill>
          <p:spPr>
            <a:xfrm flipH="1">
              <a:off x="4955380" y="3895743"/>
              <a:ext cx="124289" cy="180364"/>
            </a:xfrm>
            <a:prstGeom prst="rect">
              <a:avLst/>
            </a:prstGeom>
          </p:spPr>
        </p:pic>
        <p:pic>
          <p:nvPicPr>
            <p:cNvPr id="52" name="Graphique 51" descr="Balance de la justice avec un remplissage uni">
              <a:extLst>
                <a:ext uri="{FF2B5EF4-FFF2-40B4-BE49-F238E27FC236}">
                  <a16:creationId xmlns:a16="http://schemas.microsoft.com/office/drawing/2014/main" id="{33CDE872-2956-475F-B4A5-E4EA486470BB}"/>
                </a:ext>
              </a:extLst>
            </p:cNvPr>
            <p:cNvPicPr>
              <a:picLocks noChangeAspect="1"/>
            </p:cNvPicPr>
            <p:nvPr/>
          </p:nvPicPr>
          <p:blipFill rotWithShape="1">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rcRect l="58383" t="16186" b="30375"/>
            <a:stretch/>
          </p:blipFill>
          <p:spPr>
            <a:xfrm flipH="1">
              <a:off x="4763560" y="3895742"/>
              <a:ext cx="141416" cy="187889"/>
            </a:xfrm>
            <a:prstGeom prst="rect">
              <a:avLst/>
            </a:prstGeom>
          </p:spPr>
        </p:pic>
      </p:grpSp>
      <p:sp>
        <p:nvSpPr>
          <p:cNvPr id="59" name="Bulle narrative : ronde 58">
            <a:extLst>
              <a:ext uri="{FF2B5EF4-FFF2-40B4-BE49-F238E27FC236}">
                <a16:creationId xmlns:a16="http://schemas.microsoft.com/office/drawing/2014/main" id="{14BA9091-6782-4BC0-9E1D-0E2A85F419A8}"/>
              </a:ext>
            </a:extLst>
          </p:cNvPr>
          <p:cNvSpPr/>
          <p:nvPr/>
        </p:nvSpPr>
        <p:spPr>
          <a:xfrm>
            <a:off x="808704" y="2437162"/>
            <a:ext cx="1201990" cy="576000"/>
          </a:xfrm>
          <a:prstGeom prst="wedgeEllipseCallout">
            <a:avLst>
              <a:gd name="adj1" fmla="val 12056"/>
              <a:gd name="adj2" fmla="val 15981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I’m interested</a:t>
            </a:r>
          </a:p>
        </p:txBody>
      </p:sp>
      <p:sp>
        <p:nvSpPr>
          <p:cNvPr id="60" name="Bulle narrative : ronde 59">
            <a:extLst>
              <a:ext uri="{FF2B5EF4-FFF2-40B4-BE49-F238E27FC236}">
                <a16:creationId xmlns:a16="http://schemas.microsoft.com/office/drawing/2014/main" id="{F13AA68C-81D2-4472-8501-F1B8FA6B9E8B}"/>
              </a:ext>
            </a:extLst>
          </p:cNvPr>
          <p:cNvSpPr/>
          <p:nvPr/>
        </p:nvSpPr>
        <p:spPr>
          <a:xfrm>
            <a:off x="2483356" y="2437162"/>
            <a:ext cx="1100576" cy="576000"/>
          </a:xfrm>
          <a:prstGeom prst="wedgeEllipseCallout">
            <a:avLst>
              <a:gd name="adj1" fmla="val 15331"/>
              <a:gd name="adj2" fmla="val 136724"/>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try</a:t>
            </a:r>
          </a:p>
        </p:txBody>
      </p:sp>
      <p:sp>
        <p:nvSpPr>
          <p:cNvPr id="61" name="Bulle narrative : ronde 60">
            <a:extLst>
              <a:ext uri="{FF2B5EF4-FFF2-40B4-BE49-F238E27FC236}">
                <a16:creationId xmlns:a16="http://schemas.microsoft.com/office/drawing/2014/main" id="{4A3C84FA-4BB6-49AF-96E4-5037D69059B0}"/>
              </a:ext>
            </a:extLst>
          </p:cNvPr>
          <p:cNvSpPr/>
          <p:nvPr/>
        </p:nvSpPr>
        <p:spPr>
          <a:xfrm>
            <a:off x="3686627" y="2396323"/>
            <a:ext cx="1427335" cy="576000"/>
          </a:xfrm>
          <a:prstGeom prst="wedgeEllipseCallout">
            <a:avLst>
              <a:gd name="adj1" fmla="val 181"/>
              <a:gd name="adj2" fmla="val 14455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promote </a:t>
            </a:r>
          </a:p>
        </p:txBody>
      </p:sp>
      <p:sp>
        <p:nvSpPr>
          <p:cNvPr id="62" name="Bulle narrative : ronde 61">
            <a:extLst>
              <a:ext uri="{FF2B5EF4-FFF2-40B4-BE49-F238E27FC236}">
                <a16:creationId xmlns:a16="http://schemas.microsoft.com/office/drawing/2014/main" id="{5CF19B92-C433-4675-86CD-F031A28D1273}"/>
              </a:ext>
            </a:extLst>
          </p:cNvPr>
          <p:cNvSpPr/>
          <p:nvPr/>
        </p:nvSpPr>
        <p:spPr>
          <a:xfrm>
            <a:off x="5229128" y="2372344"/>
            <a:ext cx="1268912" cy="576000"/>
          </a:xfrm>
          <a:prstGeom prst="wedgeEllipseCallout">
            <a:avLst>
              <a:gd name="adj1" fmla="val 10312"/>
              <a:gd name="adj2" fmla="val 16276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help in knowledge sharing </a:t>
            </a:r>
          </a:p>
        </p:txBody>
      </p:sp>
      <p:sp>
        <p:nvSpPr>
          <p:cNvPr id="63" name="Bulle narrative : ronde 62">
            <a:extLst>
              <a:ext uri="{FF2B5EF4-FFF2-40B4-BE49-F238E27FC236}">
                <a16:creationId xmlns:a16="http://schemas.microsoft.com/office/drawing/2014/main" id="{11CA671C-1930-4233-8B82-6A56D3664203}"/>
              </a:ext>
            </a:extLst>
          </p:cNvPr>
          <p:cNvSpPr/>
          <p:nvPr/>
        </p:nvSpPr>
        <p:spPr>
          <a:xfrm>
            <a:off x="6788005" y="2340846"/>
            <a:ext cx="1268518" cy="576000"/>
          </a:xfrm>
          <a:prstGeom prst="wedgeEllipseCallout">
            <a:avLst>
              <a:gd name="adj1" fmla="val -5510"/>
              <a:gd name="adj2" fmla="val 131834"/>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share knowledge </a:t>
            </a:r>
          </a:p>
        </p:txBody>
      </p:sp>
      <p:sp>
        <p:nvSpPr>
          <p:cNvPr id="64" name="Bulle narrative : ronde 63">
            <a:extLst>
              <a:ext uri="{FF2B5EF4-FFF2-40B4-BE49-F238E27FC236}">
                <a16:creationId xmlns:a16="http://schemas.microsoft.com/office/drawing/2014/main" id="{F7FF3EE1-4DBA-48E0-B33E-B1F125539500}"/>
              </a:ext>
            </a:extLst>
          </p:cNvPr>
          <p:cNvSpPr/>
          <p:nvPr/>
        </p:nvSpPr>
        <p:spPr>
          <a:xfrm>
            <a:off x="8194929" y="2436156"/>
            <a:ext cx="1538293" cy="576000"/>
          </a:xfrm>
          <a:prstGeom prst="wedgeEllipseCallout">
            <a:avLst>
              <a:gd name="adj1" fmla="val 11988"/>
              <a:gd name="adj2" fmla="val 106172"/>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create content, variations</a:t>
            </a:r>
          </a:p>
        </p:txBody>
      </p:sp>
      <p:sp>
        <p:nvSpPr>
          <p:cNvPr id="65" name="Bulle narrative : ronde 64">
            <a:extLst>
              <a:ext uri="{FF2B5EF4-FFF2-40B4-BE49-F238E27FC236}">
                <a16:creationId xmlns:a16="http://schemas.microsoft.com/office/drawing/2014/main" id="{1A46100B-B3C3-483B-99EF-804132FD034A}"/>
              </a:ext>
            </a:extLst>
          </p:cNvPr>
          <p:cNvSpPr/>
          <p:nvPr/>
        </p:nvSpPr>
        <p:spPr>
          <a:xfrm>
            <a:off x="9963953" y="2394076"/>
            <a:ext cx="1319743" cy="576000"/>
          </a:xfrm>
          <a:prstGeom prst="wedgeEllipseCallout">
            <a:avLst>
              <a:gd name="adj1" fmla="val -11721"/>
              <a:gd name="adj2" fmla="val 131787"/>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boost members into upper levels</a:t>
            </a:r>
          </a:p>
        </p:txBody>
      </p:sp>
    </p:spTree>
    <p:extLst>
      <p:ext uri="{BB962C8B-B14F-4D97-AF65-F5344CB8AC3E}">
        <p14:creationId xmlns:p14="http://schemas.microsoft.com/office/powerpoint/2010/main" val="278400630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715DC7-C6EE-4D23-80B1-F36CB8DB213F}"/>
              </a:ext>
            </a:extLst>
          </p:cNvPr>
          <p:cNvSpPr>
            <a:spLocks noGrp="1"/>
          </p:cNvSpPr>
          <p:nvPr>
            <p:ph type="title"/>
          </p:nvPr>
        </p:nvSpPr>
        <p:spPr>
          <a:solidFill>
            <a:schemeClr val="bg1"/>
          </a:solidFill>
        </p:spPr>
        <p:txBody>
          <a:bodyPr>
            <a:noAutofit/>
          </a:bodyPr>
          <a:lstStyle/>
          <a:p>
            <a:r>
              <a:rPr lang="fr-FR" sz="2800" dirty="0"/>
              <a:t>Follow-up </a:t>
            </a:r>
            <a:r>
              <a:rPr lang="fr-FR" sz="2800" dirty="0" err="1"/>
              <a:t>level</a:t>
            </a:r>
            <a:r>
              <a:rPr lang="fr-FR" sz="2800" dirty="0"/>
              <a:t> of Engagement</a:t>
            </a:r>
          </a:p>
        </p:txBody>
      </p:sp>
      <p:graphicFrame>
        <p:nvGraphicFramePr>
          <p:cNvPr id="5" name="Tableau 5">
            <a:extLst>
              <a:ext uri="{FF2B5EF4-FFF2-40B4-BE49-F238E27FC236}">
                <a16:creationId xmlns:a16="http://schemas.microsoft.com/office/drawing/2014/main" id="{AA71C970-97BE-4556-98F4-92F5FDA24F6E}"/>
              </a:ext>
            </a:extLst>
          </p:cNvPr>
          <p:cNvGraphicFramePr>
            <a:graphicFrameLocks noGrp="1"/>
          </p:cNvGraphicFramePr>
          <p:nvPr>
            <p:ph idx="1"/>
            <p:extLst>
              <p:ext uri="{D42A27DB-BD31-4B8C-83A1-F6EECF244321}">
                <p14:modId xmlns:p14="http://schemas.microsoft.com/office/powerpoint/2010/main" val="3724458251"/>
              </p:ext>
            </p:extLst>
          </p:nvPr>
        </p:nvGraphicFramePr>
        <p:xfrm>
          <a:off x="1028699" y="2878733"/>
          <a:ext cx="9947493" cy="3632055"/>
        </p:xfrm>
        <a:graphic>
          <a:graphicData uri="http://schemas.openxmlformats.org/drawingml/2006/table">
            <a:tbl>
              <a:tblPr firstRow="1" bandRow="1">
                <a:tableStyleId>{5C22544A-7EE6-4342-B048-85BDC9FD1C3A}</a:tableStyleId>
              </a:tblPr>
              <a:tblGrid>
                <a:gridCol w="863766">
                  <a:extLst>
                    <a:ext uri="{9D8B030D-6E8A-4147-A177-3AD203B41FA5}">
                      <a16:colId xmlns:a16="http://schemas.microsoft.com/office/drawing/2014/main" val="2246677585"/>
                    </a:ext>
                  </a:extLst>
                </a:gridCol>
                <a:gridCol w="969833">
                  <a:extLst>
                    <a:ext uri="{9D8B030D-6E8A-4147-A177-3AD203B41FA5}">
                      <a16:colId xmlns:a16="http://schemas.microsoft.com/office/drawing/2014/main" val="375623636"/>
                    </a:ext>
                  </a:extLst>
                </a:gridCol>
                <a:gridCol w="1024082">
                  <a:extLst>
                    <a:ext uri="{9D8B030D-6E8A-4147-A177-3AD203B41FA5}">
                      <a16:colId xmlns:a16="http://schemas.microsoft.com/office/drawing/2014/main" val="3194333257"/>
                    </a:ext>
                  </a:extLst>
                </a:gridCol>
                <a:gridCol w="498479">
                  <a:extLst>
                    <a:ext uri="{9D8B030D-6E8A-4147-A177-3AD203B41FA5}">
                      <a16:colId xmlns:a16="http://schemas.microsoft.com/office/drawing/2014/main" val="834658709"/>
                    </a:ext>
                  </a:extLst>
                </a:gridCol>
                <a:gridCol w="498480">
                  <a:extLst>
                    <a:ext uri="{9D8B030D-6E8A-4147-A177-3AD203B41FA5}">
                      <a16:colId xmlns:a16="http://schemas.microsoft.com/office/drawing/2014/main" val="632875532"/>
                    </a:ext>
                  </a:extLst>
                </a:gridCol>
                <a:gridCol w="498479">
                  <a:extLst>
                    <a:ext uri="{9D8B030D-6E8A-4147-A177-3AD203B41FA5}">
                      <a16:colId xmlns:a16="http://schemas.microsoft.com/office/drawing/2014/main" val="2816272368"/>
                    </a:ext>
                  </a:extLst>
                </a:gridCol>
                <a:gridCol w="498479">
                  <a:extLst>
                    <a:ext uri="{9D8B030D-6E8A-4147-A177-3AD203B41FA5}">
                      <a16:colId xmlns:a16="http://schemas.microsoft.com/office/drawing/2014/main" val="633011901"/>
                    </a:ext>
                  </a:extLst>
                </a:gridCol>
                <a:gridCol w="498480">
                  <a:extLst>
                    <a:ext uri="{9D8B030D-6E8A-4147-A177-3AD203B41FA5}">
                      <a16:colId xmlns:a16="http://schemas.microsoft.com/office/drawing/2014/main" val="55932843"/>
                    </a:ext>
                  </a:extLst>
                </a:gridCol>
                <a:gridCol w="498479">
                  <a:extLst>
                    <a:ext uri="{9D8B030D-6E8A-4147-A177-3AD203B41FA5}">
                      <a16:colId xmlns:a16="http://schemas.microsoft.com/office/drawing/2014/main" val="4178525571"/>
                    </a:ext>
                  </a:extLst>
                </a:gridCol>
                <a:gridCol w="498479">
                  <a:extLst>
                    <a:ext uri="{9D8B030D-6E8A-4147-A177-3AD203B41FA5}">
                      <a16:colId xmlns:a16="http://schemas.microsoft.com/office/drawing/2014/main" val="2192497309"/>
                    </a:ext>
                  </a:extLst>
                </a:gridCol>
                <a:gridCol w="498480">
                  <a:extLst>
                    <a:ext uri="{9D8B030D-6E8A-4147-A177-3AD203B41FA5}">
                      <a16:colId xmlns:a16="http://schemas.microsoft.com/office/drawing/2014/main" val="3641889899"/>
                    </a:ext>
                  </a:extLst>
                </a:gridCol>
                <a:gridCol w="498479">
                  <a:extLst>
                    <a:ext uri="{9D8B030D-6E8A-4147-A177-3AD203B41FA5}">
                      <a16:colId xmlns:a16="http://schemas.microsoft.com/office/drawing/2014/main" val="4105666228"/>
                    </a:ext>
                  </a:extLst>
                </a:gridCol>
                <a:gridCol w="498479">
                  <a:extLst>
                    <a:ext uri="{9D8B030D-6E8A-4147-A177-3AD203B41FA5}">
                      <a16:colId xmlns:a16="http://schemas.microsoft.com/office/drawing/2014/main" val="3256707672"/>
                    </a:ext>
                  </a:extLst>
                </a:gridCol>
                <a:gridCol w="498480">
                  <a:extLst>
                    <a:ext uri="{9D8B030D-6E8A-4147-A177-3AD203B41FA5}">
                      <a16:colId xmlns:a16="http://schemas.microsoft.com/office/drawing/2014/main" val="2339417833"/>
                    </a:ext>
                  </a:extLst>
                </a:gridCol>
                <a:gridCol w="498479">
                  <a:extLst>
                    <a:ext uri="{9D8B030D-6E8A-4147-A177-3AD203B41FA5}">
                      <a16:colId xmlns:a16="http://schemas.microsoft.com/office/drawing/2014/main" val="1470578897"/>
                    </a:ext>
                  </a:extLst>
                </a:gridCol>
                <a:gridCol w="1108060">
                  <a:extLst>
                    <a:ext uri="{9D8B030D-6E8A-4147-A177-3AD203B41FA5}">
                      <a16:colId xmlns:a16="http://schemas.microsoft.com/office/drawing/2014/main" val="325738134"/>
                    </a:ext>
                  </a:extLst>
                </a:gridCol>
              </a:tblGrid>
              <a:tr h="778867">
                <a:tc>
                  <a:txBody>
                    <a:bodyPr/>
                    <a:lstStyle/>
                    <a:p>
                      <a:endParaRPr lang="fr-F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chemeClr val="tx1"/>
                          </a:solidFill>
                        </a:rPr>
                        <a:t>1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chemeClr val="tx1"/>
                          </a:solidFill>
                        </a:rPr>
                        <a:t>CURIOUS</a:t>
                      </a:r>
                    </a:p>
                  </a:txBody>
                  <a:tcPr anchor="ctr">
                    <a:solidFill>
                      <a:schemeClr val="bg1">
                        <a:lumMod val="50000"/>
                      </a:schemeClr>
                    </a:solidFill>
                  </a:tcPr>
                </a:tc>
                <a:tc>
                  <a:txBody>
                    <a:bodyPr/>
                    <a:lstStyle/>
                    <a:p>
                      <a:pPr algn="ctr"/>
                      <a:r>
                        <a:rPr lang="fr-FR" sz="800" dirty="0">
                          <a:solidFill>
                            <a:schemeClr val="tx1"/>
                          </a:solidFill>
                        </a:rPr>
                        <a:t>2</a:t>
                      </a:r>
                    </a:p>
                    <a:p>
                      <a:pPr algn="ctr"/>
                      <a:r>
                        <a:rPr lang="fr-FR" sz="800" dirty="0">
                          <a:solidFill>
                            <a:schemeClr val="tx1"/>
                          </a:solidFill>
                        </a:rPr>
                        <a:t>PLAYERS</a:t>
                      </a:r>
                    </a:p>
                  </a:txBody>
                  <a:tcPr anchor="ctr">
                    <a:solidFill>
                      <a:schemeClr val="bg1">
                        <a:lumMod val="50000"/>
                      </a:schemeClr>
                    </a:solidFill>
                  </a:tcPr>
                </a:tc>
                <a:tc gridSpan="3">
                  <a:txBody>
                    <a:bodyPr/>
                    <a:lstStyle/>
                    <a:p>
                      <a:pPr algn="ctr"/>
                      <a:r>
                        <a:rPr lang="fr-FR" sz="800" dirty="0">
                          <a:solidFill>
                            <a:schemeClr val="tx1">
                              <a:lumMod val="95000"/>
                              <a:lumOff val="5000"/>
                            </a:schemeClr>
                          </a:solidFill>
                        </a:rPr>
                        <a:t>3 </a:t>
                      </a:r>
                    </a:p>
                    <a:p>
                      <a:pPr algn="ctr"/>
                      <a:r>
                        <a:rPr lang="fr-FR" sz="800" dirty="0">
                          <a:solidFill>
                            <a:schemeClr val="tx1">
                              <a:lumMod val="95000"/>
                              <a:lumOff val="5000"/>
                            </a:schemeClr>
                          </a:solidFill>
                        </a:rPr>
                        <a:t>SCOUTS</a:t>
                      </a:r>
                    </a:p>
                  </a:txBody>
                  <a:tcPr anchor="ctr">
                    <a:solidFill>
                      <a:srgbClr val="ED7D31"/>
                    </a:solidFill>
                  </a:tcPr>
                </a:tc>
                <a:tc hMerge="1">
                  <a:txBody>
                    <a:bodyPr/>
                    <a:lstStyle/>
                    <a:p>
                      <a:endParaRPr lang="fr-FR"/>
                    </a:p>
                  </a:txBody>
                  <a:tcPr/>
                </a:tc>
                <a:tc hMerge="1">
                  <a:txBody>
                    <a:bodyPr/>
                    <a:lstStyle/>
                    <a:p>
                      <a:endParaRPr lang="fr-FR"/>
                    </a:p>
                  </a:txBody>
                  <a:tcPr/>
                </a:tc>
                <a:tc gridSpan="3">
                  <a:txBody>
                    <a:bodyPr/>
                    <a:lstStyle/>
                    <a:p>
                      <a:pPr algn="ctr"/>
                      <a:r>
                        <a:rPr lang="fr-FR" sz="800" dirty="0">
                          <a:solidFill>
                            <a:schemeClr val="tx1">
                              <a:lumMod val="95000"/>
                              <a:lumOff val="5000"/>
                            </a:schemeClr>
                          </a:solidFill>
                        </a:rPr>
                        <a:t>4</a:t>
                      </a:r>
                    </a:p>
                    <a:p>
                      <a:pPr algn="ctr"/>
                      <a:r>
                        <a:rPr lang="fr-FR" sz="800" dirty="0">
                          <a:solidFill>
                            <a:schemeClr val="tx1">
                              <a:lumMod val="95000"/>
                              <a:lumOff val="5000"/>
                            </a:schemeClr>
                          </a:solidFill>
                        </a:rPr>
                        <a:t>CO HOSTS</a:t>
                      </a:r>
                    </a:p>
                  </a:txBody>
                  <a:tcPr anchor="ctr">
                    <a:solidFill>
                      <a:srgbClr val="ED7D31"/>
                    </a:solidFill>
                  </a:tcPr>
                </a:tc>
                <a:tc hMerge="1">
                  <a:txBody>
                    <a:bodyPr/>
                    <a:lstStyle/>
                    <a:p>
                      <a:endParaRPr lang="fr-FR"/>
                    </a:p>
                  </a:txBody>
                  <a:tcPr/>
                </a:tc>
                <a:tc hMerge="1">
                  <a:txBody>
                    <a:bodyPr/>
                    <a:lstStyle/>
                    <a:p>
                      <a:endParaRPr lang="fr-FR"/>
                    </a:p>
                  </a:txBody>
                  <a:tcPr/>
                </a:tc>
                <a:tc gridSpan="3">
                  <a:txBody>
                    <a:bodyPr/>
                    <a:lstStyle/>
                    <a:p>
                      <a:pPr algn="ctr"/>
                      <a:r>
                        <a:rPr lang="fr-FR" sz="800" dirty="0">
                          <a:solidFill>
                            <a:schemeClr val="tx1">
                              <a:lumMod val="95000"/>
                              <a:lumOff val="5000"/>
                            </a:schemeClr>
                          </a:solidFill>
                        </a:rPr>
                        <a:t>5. </a:t>
                      </a:r>
                    </a:p>
                    <a:p>
                      <a:pPr algn="ctr"/>
                      <a:r>
                        <a:rPr lang="fr-FR" sz="800" dirty="0">
                          <a:solidFill>
                            <a:schemeClr val="tx1">
                              <a:lumMod val="95000"/>
                              <a:lumOff val="5000"/>
                            </a:schemeClr>
                          </a:solidFill>
                        </a:rPr>
                        <a:t>LEAD HOSTS</a:t>
                      </a:r>
                    </a:p>
                  </a:txBody>
                  <a:tcPr anchor="ctr">
                    <a:solidFill>
                      <a:srgbClr val="ED7D31"/>
                    </a:solidFill>
                  </a:tcPr>
                </a:tc>
                <a:tc hMerge="1">
                  <a:txBody>
                    <a:bodyPr/>
                    <a:lstStyle/>
                    <a:p>
                      <a:endParaRPr lang="fr-FR"/>
                    </a:p>
                  </a:txBody>
                  <a:tcPr/>
                </a:tc>
                <a:tc hMerge="1">
                  <a:txBody>
                    <a:bodyPr/>
                    <a:lstStyle/>
                    <a:p>
                      <a:endParaRPr lang="fr-FR"/>
                    </a:p>
                  </a:txBody>
                  <a:tcPr/>
                </a:tc>
                <a:tc gridSpan="3">
                  <a:txBody>
                    <a:bodyPr/>
                    <a:lstStyle/>
                    <a:p>
                      <a:pPr algn="ctr"/>
                      <a:r>
                        <a:rPr lang="fr-FR" sz="800" dirty="0"/>
                        <a:t>6. </a:t>
                      </a:r>
                    </a:p>
                    <a:p>
                      <a:pPr algn="ctr"/>
                      <a:r>
                        <a:rPr lang="fr-FR" sz="800" dirty="0"/>
                        <a:t>CONTENT CREATORS</a:t>
                      </a:r>
                    </a:p>
                  </a:txBody>
                  <a:tcPr anchor="ctr">
                    <a:solidFill>
                      <a:srgbClr val="3494BA"/>
                    </a:solidFill>
                  </a:tcPr>
                </a:tc>
                <a:tc hMerge="1">
                  <a:txBody>
                    <a:bodyPr/>
                    <a:lstStyle/>
                    <a:p>
                      <a:endParaRPr lang="fr-FR"/>
                    </a:p>
                  </a:txBody>
                  <a:tcPr/>
                </a:tc>
                <a:tc hMerge="1">
                  <a:txBody>
                    <a:bodyPr/>
                    <a:lstStyle/>
                    <a:p>
                      <a:endParaRPr lang="fr-FR"/>
                    </a:p>
                  </a:txBody>
                  <a:tcPr/>
                </a:tc>
                <a:tc>
                  <a:txBody>
                    <a:bodyPr/>
                    <a:lstStyle/>
                    <a:p>
                      <a:pPr algn="ctr"/>
                      <a:r>
                        <a:rPr lang="fr-FR" sz="800" dirty="0"/>
                        <a:t>7. GAME / CONTENT COMMUNITY BOOSTERS</a:t>
                      </a:r>
                    </a:p>
                  </a:txBody>
                  <a:tcPr anchor="ctr"/>
                </a:tc>
                <a:extLst>
                  <a:ext uri="{0D108BD9-81ED-4DB2-BD59-A6C34878D82A}">
                    <a16:rowId xmlns:a16="http://schemas.microsoft.com/office/drawing/2014/main" val="3115465634"/>
                  </a:ext>
                </a:extLst>
              </a:tr>
              <a:tr h="713297">
                <a:tc>
                  <a:txBody>
                    <a:bodyPr/>
                    <a:lstStyle/>
                    <a:p>
                      <a:r>
                        <a:rPr lang="fr-FR" dirty="0"/>
                        <a:t>Topic 1</a:t>
                      </a:r>
                    </a:p>
                  </a:txBody>
                  <a:tcPr/>
                </a:tc>
                <a:tc>
                  <a:txBody>
                    <a:bodyPr/>
                    <a:lstStyle/>
                    <a:p>
                      <a:endParaRPr lang="fr-FR" dirty="0"/>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rowSpan="4">
                  <a:txBody>
                    <a:bodyPr/>
                    <a:lstStyle/>
                    <a:p>
                      <a:endParaRPr lang="fr-FR" dirty="0"/>
                    </a:p>
                  </a:txBody>
                  <a:tcPr/>
                </a:tc>
                <a:extLst>
                  <a:ext uri="{0D108BD9-81ED-4DB2-BD59-A6C34878D82A}">
                    <a16:rowId xmlns:a16="http://schemas.microsoft.com/office/drawing/2014/main" val="267843957"/>
                  </a:ext>
                </a:extLst>
              </a:tr>
              <a:tr h="713297">
                <a:tc>
                  <a:txBody>
                    <a:bodyPr/>
                    <a:lstStyle/>
                    <a:p>
                      <a:r>
                        <a:rPr lang="fr-FR" dirty="0"/>
                        <a:t>Topic 2</a:t>
                      </a: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vMerge="1">
                  <a:txBody>
                    <a:bodyPr/>
                    <a:lstStyle/>
                    <a:p>
                      <a:endParaRPr lang="fr-FR"/>
                    </a:p>
                  </a:txBody>
                  <a:tcPr/>
                </a:tc>
                <a:extLst>
                  <a:ext uri="{0D108BD9-81ED-4DB2-BD59-A6C34878D82A}">
                    <a16:rowId xmlns:a16="http://schemas.microsoft.com/office/drawing/2014/main" val="3612804514"/>
                  </a:ext>
                </a:extLst>
              </a:tr>
              <a:tr h="713297">
                <a:tc>
                  <a:txBody>
                    <a:bodyPr/>
                    <a:lstStyle/>
                    <a:p>
                      <a:r>
                        <a:rPr lang="fr-FR" dirty="0"/>
                        <a:t>Topic 3</a:t>
                      </a: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vMerge="1">
                  <a:txBody>
                    <a:bodyPr/>
                    <a:lstStyle/>
                    <a:p>
                      <a:endParaRPr lang="fr-FR"/>
                    </a:p>
                  </a:txBody>
                  <a:tcPr/>
                </a:tc>
                <a:extLst>
                  <a:ext uri="{0D108BD9-81ED-4DB2-BD59-A6C34878D82A}">
                    <a16:rowId xmlns:a16="http://schemas.microsoft.com/office/drawing/2014/main" val="3332484266"/>
                  </a:ext>
                </a:extLst>
              </a:tr>
              <a:tr h="713297">
                <a:tc>
                  <a:txBody>
                    <a:bodyPr/>
                    <a:lstStyle/>
                    <a:p>
                      <a:r>
                        <a:rPr lang="fr-FR" dirty="0"/>
                        <a:t>Topic 4</a:t>
                      </a: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tc vMerge="1">
                  <a:txBody>
                    <a:bodyPr/>
                    <a:lstStyle/>
                    <a:p>
                      <a:endParaRPr lang="fr-FR"/>
                    </a:p>
                  </a:txBody>
                  <a:tcPr/>
                </a:tc>
                <a:extLst>
                  <a:ext uri="{0D108BD9-81ED-4DB2-BD59-A6C34878D82A}">
                    <a16:rowId xmlns:a16="http://schemas.microsoft.com/office/drawing/2014/main" val="1746883707"/>
                  </a:ext>
                </a:extLst>
              </a:tr>
            </a:tbl>
          </a:graphicData>
        </a:graphic>
      </p:graphicFrame>
      <p:pic>
        <p:nvPicPr>
          <p:cNvPr id="12" name="Image 11">
            <a:extLst>
              <a:ext uri="{FF2B5EF4-FFF2-40B4-BE49-F238E27FC236}">
                <a16:creationId xmlns:a16="http://schemas.microsoft.com/office/drawing/2014/main" id="{236C4B5A-5529-4E82-B523-C0654F239E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3085" y="3815494"/>
            <a:ext cx="427512" cy="427512"/>
          </a:xfrm>
          <a:prstGeom prst="rect">
            <a:avLst/>
          </a:prstGeom>
        </p:spPr>
      </p:pic>
      <p:pic>
        <p:nvPicPr>
          <p:cNvPr id="13" name="Image 12">
            <a:extLst>
              <a:ext uri="{FF2B5EF4-FFF2-40B4-BE49-F238E27FC236}">
                <a16:creationId xmlns:a16="http://schemas.microsoft.com/office/drawing/2014/main" id="{DD80F74B-770F-4BA1-9A17-440E54B71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3692" y="4512004"/>
            <a:ext cx="427512" cy="427512"/>
          </a:xfrm>
          <a:prstGeom prst="rect">
            <a:avLst/>
          </a:prstGeom>
        </p:spPr>
      </p:pic>
      <p:pic>
        <p:nvPicPr>
          <p:cNvPr id="14" name="Image 13">
            <a:extLst>
              <a:ext uri="{FF2B5EF4-FFF2-40B4-BE49-F238E27FC236}">
                <a16:creationId xmlns:a16="http://schemas.microsoft.com/office/drawing/2014/main" id="{872DFBFB-A2E7-4ECE-A325-89CB4467F0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8363" y="5229027"/>
            <a:ext cx="427512" cy="427512"/>
          </a:xfrm>
          <a:prstGeom prst="rect">
            <a:avLst/>
          </a:prstGeom>
        </p:spPr>
      </p:pic>
      <p:pic>
        <p:nvPicPr>
          <p:cNvPr id="16" name="Image 15" descr="Une image contenant homme, personne, mur, verres&#10;&#10;Description générée automatiquement">
            <a:extLst>
              <a:ext uri="{FF2B5EF4-FFF2-40B4-BE49-F238E27FC236}">
                <a16:creationId xmlns:a16="http://schemas.microsoft.com/office/drawing/2014/main" id="{F4B1CCE1-8AC8-41FE-99CA-D4346835B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4218" y="4526211"/>
            <a:ext cx="548330" cy="548330"/>
          </a:xfrm>
          <a:prstGeom prst="rect">
            <a:avLst/>
          </a:prstGeom>
        </p:spPr>
      </p:pic>
      <p:pic>
        <p:nvPicPr>
          <p:cNvPr id="17" name="Image 16" descr="Une image contenant homme, personne, mur, verres&#10;&#10;Description générée automatiquement">
            <a:extLst>
              <a:ext uri="{FF2B5EF4-FFF2-40B4-BE49-F238E27FC236}">
                <a16:creationId xmlns:a16="http://schemas.microsoft.com/office/drawing/2014/main" id="{575D568B-E44E-49C0-B66A-43F4E196E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4489" y="5919985"/>
            <a:ext cx="447146" cy="447146"/>
          </a:xfrm>
          <a:prstGeom prst="rect">
            <a:avLst/>
          </a:prstGeom>
        </p:spPr>
      </p:pic>
      <p:pic>
        <p:nvPicPr>
          <p:cNvPr id="20" name="Image 19" descr="Une image contenant personne, femme, herbe, extérieur&#10;&#10;Description générée automatiquement">
            <a:extLst>
              <a:ext uri="{FF2B5EF4-FFF2-40B4-BE49-F238E27FC236}">
                <a16:creationId xmlns:a16="http://schemas.microsoft.com/office/drawing/2014/main" id="{305A980D-675E-449B-9F1A-D06698FED8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4763" y="4526211"/>
            <a:ext cx="437329" cy="437329"/>
          </a:xfrm>
          <a:prstGeom prst="rect">
            <a:avLst/>
          </a:prstGeom>
        </p:spPr>
      </p:pic>
      <p:pic>
        <p:nvPicPr>
          <p:cNvPr id="22" name="Image 21" descr="Une image contenant personne, femme, herbe, extérieur&#10;&#10;Description générée automatiquement">
            <a:extLst>
              <a:ext uri="{FF2B5EF4-FFF2-40B4-BE49-F238E27FC236}">
                <a16:creationId xmlns:a16="http://schemas.microsoft.com/office/drawing/2014/main" id="{B9B07384-F1A2-4DDD-95EB-A53D51C35E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2517" y="5219210"/>
            <a:ext cx="437329" cy="437329"/>
          </a:xfrm>
          <a:prstGeom prst="rect">
            <a:avLst/>
          </a:prstGeom>
        </p:spPr>
      </p:pic>
      <p:pic>
        <p:nvPicPr>
          <p:cNvPr id="23" name="Image 22" descr="Une image contenant personne, femme, herbe, extérieur&#10;&#10;Description générée automatiquement">
            <a:extLst>
              <a:ext uri="{FF2B5EF4-FFF2-40B4-BE49-F238E27FC236}">
                <a16:creationId xmlns:a16="http://schemas.microsoft.com/office/drawing/2014/main" id="{3C6AA088-D7C3-428B-8F5F-623FE21841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7117" y="5929802"/>
            <a:ext cx="437329" cy="437329"/>
          </a:xfrm>
          <a:prstGeom prst="rect">
            <a:avLst/>
          </a:prstGeom>
        </p:spPr>
      </p:pic>
      <p:pic>
        <p:nvPicPr>
          <p:cNvPr id="26" name="Image 25" descr="Une image contenant personne, extérieur, verres, souriant&#10;&#10;Description générée automatiquement">
            <a:extLst>
              <a:ext uri="{FF2B5EF4-FFF2-40B4-BE49-F238E27FC236}">
                <a16:creationId xmlns:a16="http://schemas.microsoft.com/office/drawing/2014/main" id="{963E4EE0-6274-4D7C-B6EB-EFD3387096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04751" y="3764973"/>
            <a:ext cx="409685" cy="409685"/>
          </a:xfrm>
          <a:prstGeom prst="rect">
            <a:avLst/>
          </a:prstGeom>
        </p:spPr>
      </p:pic>
      <p:grpSp>
        <p:nvGrpSpPr>
          <p:cNvPr id="15" name="Groupe 14">
            <a:extLst>
              <a:ext uri="{FF2B5EF4-FFF2-40B4-BE49-F238E27FC236}">
                <a16:creationId xmlns:a16="http://schemas.microsoft.com/office/drawing/2014/main" id="{E68C7C10-CA1C-4692-84A6-9860FD99BB7C}"/>
              </a:ext>
            </a:extLst>
          </p:cNvPr>
          <p:cNvGrpSpPr/>
          <p:nvPr/>
        </p:nvGrpSpPr>
        <p:grpSpPr>
          <a:xfrm>
            <a:off x="9923750" y="1883666"/>
            <a:ext cx="1107154" cy="995067"/>
            <a:chOff x="10408603" y="1944527"/>
            <a:chExt cx="1266205" cy="1138016"/>
          </a:xfrm>
          <a:solidFill>
            <a:srgbClr val="3494BA"/>
          </a:solidFill>
        </p:grpSpPr>
        <p:grpSp>
          <p:nvGrpSpPr>
            <p:cNvPr id="18" name="Groupe 17">
              <a:extLst>
                <a:ext uri="{FF2B5EF4-FFF2-40B4-BE49-F238E27FC236}">
                  <a16:creationId xmlns:a16="http://schemas.microsoft.com/office/drawing/2014/main" id="{A15F2C92-9C80-496E-BEDD-752E95EA00B9}"/>
                </a:ext>
              </a:extLst>
            </p:cNvPr>
            <p:cNvGrpSpPr/>
            <p:nvPr/>
          </p:nvGrpSpPr>
          <p:grpSpPr>
            <a:xfrm>
              <a:off x="10781788" y="2168143"/>
              <a:ext cx="696980" cy="914400"/>
              <a:chOff x="5018285" y="3873291"/>
              <a:chExt cx="696980" cy="914400"/>
            </a:xfrm>
            <a:grpFill/>
          </p:grpSpPr>
          <p:pic>
            <p:nvPicPr>
              <p:cNvPr id="28" name="Graphique 27" descr="Personne confuse avec un remplissage uni">
                <a:extLst>
                  <a:ext uri="{FF2B5EF4-FFF2-40B4-BE49-F238E27FC236}">
                    <a16:creationId xmlns:a16="http://schemas.microsoft.com/office/drawing/2014/main" id="{3D5DDA1B-EA06-4BC3-9212-BE2146A024A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r="-1"/>
              <a:stretch/>
            </p:blipFill>
            <p:spPr>
              <a:xfrm>
                <a:off x="5079206" y="3873291"/>
                <a:ext cx="636059" cy="914400"/>
              </a:xfrm>
              <a:prstGeom prst="rect">
                <a:avLst/>
              </a:prstGeom>
            </p:spPr>
          </p:pic>
          <p:sp>
            <p:nvSpPr>
              <p:cNvPr id="29" name="Rectangle : coins arrondis 28">
                <a:extLst>
                  <a:ext uri="{FF2B5EF4-FFF2-40B4-BE49-F238E27FC236}">
                    <a16:creationId xmlns:a16="http://schemas.microsoft.com/office/drawing/2014/main" id="{A02415E7-7194-49D2-8671-F1A2676D4A3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9" name="Graphique 18" descr="Panneau de signalisation avec un remplissage uni">
              <a:extLst>
                <a:ext uri="{FF2B5EF4-FFF2-40B4-BE49-F238E27FC236}">
                  <a16:creationId xmlns:a16="http://schemas.microsoft.com/office/drawing/2014/main" id="{5E9E4DC9-FA89-4108-AC05-60C3CC61446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8628"/>
            <a:stretch/>
          </p:blipFill>
          <p:spPr>
            <a:xfrm>
              <a:off x="10932558" y="1976438"/>
              <a:ext cx="742250" cy="603990"/>
            </a:xfrm>
            <a:prstGeom prst="rect">
              <a:avLst/>
            </a:prstGeom>
          </p:spPr>
        </p:pic>
        <p:grpSp>
          <p:nvGrpSpPr>
            <p:cNvPr id="21" name="Groupe 20">
              <a:extLst>
                <a:ext uri="{FF2B5EF4-FFF2-40B4-BE49-F238E27FC236}">
                  <a16:creationId xmlns:a16="http://schemas.microsoft.com/office/drawing/2014/main" id="{3DA65BC1-B3EC-4D68-AF2D-A72D4C17FEB8}"/>
                </a:ext>
              </a:extLst>
            </p:cNvPr>
            <p:cNvGrpSpPr/>
            <p:nvPr/>
          </p:nvGrpSpPr>
          <p:grpSpPr>
            <a:xfrm rot="21051146" flipH="1">
              <a:off x="10408603" y="1944527"/>
              <a:ext cx="391604" cy="567289"/>
              <a:chOff x="5616686" y="6627757"/>
              <a:chExt cx="644414" cy="888746"/>
            </a:xfrm>
            <a:grpFill/>
          </p:grpSpPr>
          <p:pic>
            <p:nvPicPr>
              <p:cNvPr id="25" name="Graphique 24" descr="Drapeau de golf dans un trou avec un remplissage uni">
                <a:extLst>
                  <a:ext uri="{FF2B5EF4-FFF2-40B4-BE49-F238E27FC236}">
                    <a16:creationId xmlns:a16="http://schemas.microsoft.com/office/drawing/2014/main" id="{BB346C1A-FD2B-417E-A475-2A3498FD840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9715" t="5069" r="36313" b="56423"/>
              <a:stretch/>
            </p:blipFill>
            <p:spPr>
              <a:xfrm>
                <a:off x="5616686" y="6627757"/>
                <a:ext cx="644414" cy="564328"/>
              </a:xfrm>
              <a:prstGeom prst="rect">
                <a:avLst/>
              </a:prstGeom>
            </p:spPr>
          </p:pic>
          <p:sp>
            <p:nvSpPr>
              <p:cNvPr id="27" name="Rectangle : coins arrondis 26">
                <a:extLst>
                  <a:ext uri="{FF2B5EF4-FFF2-40B4-BE49-F238E27FC236}">
                    <a16:creationId xmlns:a16="http://schemas.microsoft.com/office/drawing/2014/main" id="{697D2558-0188-4C31-A794-8C4947043315}"/>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24" name="Image 23">
              <a:extLst>
                <a:ext uri="{FF2B5EF4-FFF2-40B4-BE49-F238E27FC236}">
                  <a16:creationId xmlns:a16="http://schemas.microsoft.com/office/drawing/2014/main" id="{CCBC038A-DACB-4698-A757-20C3C794055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30" name="Groupe 29">
            <a:extLst>
              <a:ext uri="{FF2B5EF4-FFF2-40B4-BE49-F238E27FC236}">
                <a16:creationId xmlns:a16="http://schemas.microsoft.com/office/drawing/2014/main" id="{8460336F-F020-4A78-9CF9-13A412DAA81E}"/>
              </a:ext>
            </a:extLst>
          </p:cNvPr>
          <p:cNvGrpSpPr/>
          <p:nvPr/>
        </p:nvGrpSpPr>
        <p:grpSpPr>
          <a:xfrm>
            <a:off x="2916177" y="2050005"/>
            <a:ext cx="944022" cy="834837"/>
            <a:chOff x="3239584" y="4265153"/>
            <a:chExt cx="944022" cy="834837"/>
          </a:xfrm>
        </p:grpSpPr>
        <p:grpSp>
          <p:nvGrpSpPr>
            <p:cNvPr id="31" name="Groupe 30">
              <a:extLst>
                <a:ext uri="{FF2B5EF4-FFF2-40B4-BE49-F238E27FC236}">
                  <a16:creationId xmlns:a16="http://schemas.microsoft.com/office/drawing/2014/main" id="{2465688E-0062-442F-8849-FCEF796CFCCF}"/>
                </a:ext>
              </a:extLst>
            </p:cNvPr>
            <p:cNvGrpSpPr/>
            <p:nvPr/>
          </p:nvGrpSpPr>
          <p:grpSpPr>
            <a:xfrm>
              <a:off x="3239584" y="4265153"/>
              <a:ext cx="944022" cy="834837"/>
              <a:chOff x="3239584" y="4265153"/>
              <a:chExt cx="944022" cy="834837"/>
            </a:xfrm>
          </p:grpSpPr>
          <p:pic>
            <p:nvPicPr>
              <p:cNvPr id="33" name="Graphique 32" descr="Personne confuse avec un remplissage uni">
                <a:extLst>
                  <a:ext uri="{FF2B5EF4-FFF2-40B4-BE49-F238E27FC236}">
                    <a16:creationId xmlns:a16="http://schemas.microsoft.com/office/drawing/2014/main" id="{4A9050ED-D6AB-4D80-9E7E-82C2A111FE3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39584" y="4281195"/>
                <a:ext cx="818795" cy="818795"/>
              </a:xfrm>
              <a:prstGeom prst="rect">
                <a:avLst/>
              </a:prstGeom>
            </p:spPr>
          </p:pic>
          <p:pic>
            <p:nvPicPr>
              <p:cNvPr id="34" name="Graphique 33" descr="Calendrier journalier avec un remplissage uni">
                <a:extLst>
                  <a:ext uri="{FF2B5EF4-FFF2-40B4-BE49-F238E27FC236}">
                    <a16:creationId xmlns:a16="http://schemas.microsoft.com/office/drawing/2014/main" id="{B1B39587-F1AC-45F9-AE72-8AED0F10568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826152" y="4265153"/>
                <a:ext cx="357454" cy="357454"/>
              </a:xfrm>
              <a:prstGeom prst="rect">
                <a:avLst/>
              </a:prstGeom>
            </p:spPr>
          </p:pic>
        </p:grpSp>
        <p:pic>
          <p:nvPicPr>
            <p:cNvPr id="32" name="Image 31">
              <a:extLst>
                <a:ext uri="{FF2B5EF4-FFF2-40B4-BE49-F238E27FC236}">
                  <a16:creationId xmlns:a16="http://schemas.microsoft.com/office/drawing/2014/main" id="{12CE264B-5F43-4F73-BFEF-0FDE3FA5F65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35" name="Graphique 34" descr="Homme avec un remplissage uni">
            <a:extLst>
              <a:ext uri="{FF2B5EF4-FFF2-40B4-BE49-F238E27FC236}">
                <a16:creationId xmlns:a16="http://schemas.microsoft.com/office/drawing/2014/main" id="{7BE51F85-9A49-46E1-84CA-5205842751CA}"/>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t="759" b="1"/>
          <a:stretch/>
        </p:blipFill>
        <p:spPr>
          <a:xfrm>
            <a:off x="2078039" y="2141738"/>
            <a:ext cx="696654" cy="691368"/>
          </a:xfrm>
          <a:prstGeom prst="rect">
            <a:avLst/>
          </a:prstGeom>
        </p:spPr>
      </p:pic>
      <p:grpSp>
        <p:nvGrpSpPr>
          <p:cNvPr id="36" name="Groupe 35">
            <a:extLst>
              <a:ext uri="{FF2B5EF4-FFF2-40B4-BE49-F238E27FC236}">
                <a16:creationId xmlns:a16="http://schemas.microsoft.com/office/drawing/2014/main" id="{44B61545-BF0B-4227-8FE1-5B2E36AB5AB9}"/>
              </a:ext>
            </a:extLst>
          </p:cNvPr>
          <p:cNvGrpSpPr/>
          <p:nvPr/>
        </p:nvGrpSpPr>
        <p:grpSpPr>
          <a:xfrm>
            <a:off x="5716382" y="1985763"/>
            <a:ext cx="819385" cy="883274"/>
            <a:chOff x="6060465" y="3463636"/>
            <a:chExt cx="819385" cy="883274"/>
          </a:xfrm>
          <a:solidFill>
            <a:srgbClr val="ED7D31"/>
          </a:solidFill>
        </p:grpSpPr>
        <p:pic>
          <p:nvPicPr>
            <p:cNvPr id="37" name="Graphique 36" descr="Presse-papiers mixte avec un remplissage uni">
              <a:extLst>
                <a:ext uri="{FF2B5EF4-FFF2-40B4-BE49-F238E27FC236}">
                  <a16:creationId xmlns:a16="http://schemas.microsoft.com/office/drawing/2014/main" id="{CF23EA1C-BA04-4A06-BF96-587F37246E6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20207580">
              <a:off x="6060465" y="3580343"/>
              <a:ext cx="314429" cy="314429"/>
            </a:xfrm>
            <a:prstGeom prst="rect">
              <a:avLst/>
            </a:prstGeom>
          </p:spPr>
        </p:pic>
        <p:grpSp>
          <p:nvGrpSpPr>
            <p:cNvPr id="38" name="Groupe 37">
              <a:extLst>
                <a:ext uri="{FF2B5EF4-FFF2-40B4-BE49-F238E27FC236}">
                  <a16:creationId xmlns:a16="http://schemas.microsoft.com/office/drawing/2014/main" id="{3D26C8C5-E82D-47A1-8106-153D3E2D81FC}"/>
                </a:ext>
              </a:extLst>
            </p:cNvPr>
            <p:cNvGrpSpPr/>
            <p:nvPr/>
          </p:nvGrpSpPr>
          <p:grpSpPr>
            <a:xfrm>
              <a:off x="6132133" y="3463636"/>
              <a:ext cx="612923" cy="883274"/>
              <a:chOff x="6132133" y="3463636"/>
              <a:chExt cx="612923" cy="883274"/>
            </a:xfrm>
            <a:grpFill/>
          </p:grpSpPr>
          <p:pic>
            <p:nvPicPr>
              <p:cNvPr id="41" name="Graphique 40" descr="Centre d’appels avec un remplissage uni">
                <a:extLst>
                  <a:ext uri="{FF2B5EF4-FFF2-40B4-BE49-F238E27FC236}">
                    <a16:creationId xmlns:a16="http://schemas.microsoft.com/office/drawing/2014/main" id="{FB231676-08F7-4481-BB5F-177586B69527}"/>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b="44092"/>
              <a:stretch/>
            </p:blipFill>
            <p:spPr>
              <a:xfrm>
                <a:off x="6322855" y="3463636"/>
                <a:ext cx="422201" cy="236042"/>
              </a:xfrm>
              <a:prstGeom prst="rect">
                <a:avLst/>
              </a:prstGeom>
            </p:spPr>
          </p:pic>
          <p:grpSp>
            <p:nvGrpSpPr>
              <p:cNvPr id="42" name="Groupe 41">
                <a:extLst>
                  <a:ext uri="{FF2B5EF4-FFF2-40B4-BE49-F238E27FC236}">
                    <a16:creationId xmlns:a16="http://schemas.microsoft.com/office/drawing/2014/main" id="{9E02641E-CC12-41FC-AAF4-09450CC2D9C1}"/>
                  </a:ext>
                </a:extLst>
              </p:cNvPr>
              <p:cNvGrpSpPr/>
              <p:nvPr/>
            </p:nvGrpSpPr>
            <p:grpSpPr>
              <a:xfrm flipH="1">
                <a:off x="6132133" y="3682042"/>
                <a:ext cx="611857" cy="664868"/>
                <a:chOff x="5018285" y="4055721"/>
                <a:chExt cx="696982" cy="731970"/>
              </a:xfrm>
              <a:grpFill/>
            </p:grpSpPr>
            <p:pic>
              <p:nvPicPr>
                <p:cNvPr id="43" name="Graphique 42" descr="Personne confuse avec un remplissage uni">
                  <a:extLst>
                    <a:ext uri="{FF2B5EF4-FFF2-40B4-BE49-F238E27FC236}">
                      <a16:creationId xmlns:a16="http://schemas.microsoft.com/office/drawing/2014/main" id="{F60A7AB1-61EE-40DB-A3EB-95EF48FE13DF}"/>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30440" t="19951" r="-1"/>
                <a:stretch/>
              </p:blipFill>
              <p:spPr>
                <a:xfrm>
                  <a:off x="5079207" y="4055721"/>
                  <a:ext cx="636060" cy="731970"/>
                </a:xfrm>
                <a:prstGeom prst="rect">
                  <a:avLst/>
                </a:prstGeom>
              </p:spPr>
            </p:pic>
            <p:sp>
              <p:nvSpPr>
                <p:cNvPr id="44" name="Rectangle : coins arrondis 43">
                  <a:extLst>
                    <a:ext uri="{FF2B5EF4-FFF2-40B4-BE49-F238E27FC236}">
                      <a16:creationId xmlns:a16="http://schemas.microsoft.com/office/drawing/2014/main" id="{73DD4255-7952-411D-805F-7E78AA5F5B9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39" name="Image 38">
              <a:extLst>
                <a:ext uri="{FF2B5EF4-FFF2-40B4-BE49-F238E27FC236}">
                  <a16:creationId xmlns:a16="http://schemas.microsoft.com/office/drawing/2014/main" id="{3BF61387-9456-4C10-BE04-AE09B4BFAAA3}"/>
                </a:ext>
              </a:extLst>
            </p:cNvPr>
            <p:cNvPicPr>
              <a:picLocks noChangeAspect="1"/>
            </p:cNvPicPr>
            <p:nvPr/>
          </p:nvPicPr>
          <p:blipFill>
            <a:blip r:embed="rId25">
              <a:extLst>
                <a:ext uri="{BEBA8EAE-BF5A-486C-A8C5-ECC9F3942E4B}">
                  <a14:imgProps xmlns:a14="http://schemas.microsoft.com/office/drawing/2010/main">
                    <a14:imgLayer r:embed="rId2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0" name="Graphique 39" descr="Chronomètre avec un remplissage uni">
              <a:extLst>
                <a:ext uri="{FF2B5EF4-FFF2-40B4-BE49-F238E27FC236}">
                  <a16:creationId xmlns:a16="http://schemas.microsoft.com/office/drawing/2014/main" id="{B6718751-F6C5-4AFB-8818-41C608B2AEFC}"/>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6714271" y="3602551"/>
              <a:ext cx="165579" cy="165579"/>
            </a:xfrm>
            <a:prstGeom prst="rect">
              <a:avLst/>
            </a:prstGeom>
          </p:spPr>
        </p:pic>
      </p:grpSp>
      <p:grpSp>
        <p:nvGrpSpPr>
          <p:cNvPr id="45" name="Groupe 44">
            <a:extLst>
              <a:ext uri="{FF2B5EF4-FFF2-40B4-BE49-F238E27FC236}">
                <a16:creationId xmlns:a16="http://schemas.microsoft.com/office/drawing/2014/main" id="{CA901EC7-008C-4F2A-8915-11A70C8BD407}"/>
              </a:ext>
            </a:extLst>
          </p:cNvPr>
          <p:cNvGrpSpPr/>
          <p:nvPr/>
        </p:nvGrpSpPr>
        <p:grpSpPr>
          <a:xfrm>
            <a:off x="7190443" y="1792504"/>
            <a:ext cx="982042" cy="1063416"/>
            <a:chOff x="7560150" y="2879049"/>
            <a:chExt cx="982042" cy="1063416"/>
          </a:xfrm>
          <a:solidFill>
            <a:srgbClr val="ED7D31"/>
          </a:solidFill>
        </p:grpSpPr>
        <p:grpSp>
          <p:nvGrpSpPr>
            <p:cNvPr id="46" name="Groupe 45">
              <a:extLst>
                <a:ext uri="{FF2B5EF4-FFF2-40B4-BE49-F238E27FC236}">
                  <a16:creationId xmlns:a16="http://schemas.microsoft.com/office/drawing/2014/main" id="{FB55BDA3-206F-46A5-8B84-54F2D029C759}"/>
                </a:ext>
              </a:extLst>
            </p:cNvPr>
            <p:cNvGrpSpPr/>
            <p:nvPr/>
          </p:nvGrpSpPr>
          <p:grpSpPr>
            <a:xfrm>
              <a:off x="7798849" y="2879049"/>
              <a:ext cx="743343" cy="1063416"/>
              <a:chOff x="6391015" y="3260296"/>
              <a:chExt cx="743343" cy="1063416"/>
            </a:xfrm>
            <a:grpFill/>
          </p:grpSpPr>
          <p:grpSp>
            <p:nvGrpSpPr>
              <p:cNvPr id="48" name="Groupe 47">
                <a:extLst>
                  <a:ext uri="{FF2B5EF4-FFF2-40B4-BE49-F238E27FC236}">
                    <a16:creationId xmlns:a16="http://schemas.microsoft.com/office/drawing/2014/main" id="{51826E70-31EB-48A9-A102-37CBE541EDE8}"/>
                  </a:ext>
                </a:extLst>
              </p:cNvPr>
              <p:cNvGrpSpPr/>
              <p:nvPr/>
            </p:nvGrpSpPr>
            <p:grpSpPr>
              <a:xfrm>
                <a:off x="6391015" y="3260296"/>
                <a:ext cx="743343" cy="1063416"/>
                <a:chOff x="6298348" y="3168316"/>
                <a:chExt cx="867130" cy="1240504"/>
              </a:xfrm>
              <a:grpFill/>
            </p:grpSpPr>
            <p:pic>
              <p:nvPicPr>
                <p:cNvPr id="50" name="Graphique 49" descr="Enseignant avec un remplissage uni">
                  <a:extLst>
                    <a:ext uri="{FF2B5EF4-FFF2-40B4-BE49-F238E27FC236}">
                      <a16:creationId xmlns:a16="http://schemas.microsoft.com/office/drawing/2014/main" id="{D4CA8E27-5C0B-43FB-9108-F4CE8DC2AC46}"/>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298348" y="3168316"/>
                  <a:ext cx="867130" cy="867130"/>
                </a:xfrm>
                <a:prstGeom prst="rect">
                  <a:avLst/>
                </a:prstGeom>
              </p:spPr>
            </p:pic>
            <p:pic>
              <p:nvPicPr>
                <p:cNvPr id="51" name="Graphique 50" descr="Personne confuse avec un remplissage uni">
                  <a:extLst>
                    <a:ext uri="{FF2B5EF4-FFF2-40B4-BE49-F238E27FC236}">
                      <a16:creationId xmlns:a16="http://schemas.microsoft.com/office/drawing/2014/main" id="{885E29DD-45E6-48D5-9F15-B05EBFAAB627}"/>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31"/>
                    </a:ext>
                  </a:extLst>
                </a:blip>
                <a:srcRect l="34664" t="32545" r="38513" b="-1"/>
                <a:stretch/>
              </p:blipFill>
              <p:spPr>
                <a:xfrm>
                  <a:off x="6367463" y="3792004"/>
                  <a:ext cx="245268" cy="616816"/>
                </a:xfrm>
                <a:prstGeom prst="rect">
                  <a:avLst/>
                </a:prstGeom>
              </p:spPr>
            </p:pic>
            <p:sp>
              <p:nvSpPr>
                <p:cNvPr id="52" name="Rectangle : coins arrondis 51">
                  <a:extLst>
                    <a:ext uri="{FF2B5EF4-FFF2-40B4-BE49-F238E27FC236}">
                      <a16:creationId xmlns:a16="http://schemas.microsoft.com/office/drawing/2014/main" id="{E3063B37-BD53-45D9-9762-016770CA8522}"/>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49" name="Image 48">
                <a:extLst>
                  <a:ext uri="{FF2B5EF4-FFF2-40B4-BE49-F238E27FC236}">
                    <a16:creationId xmlns:a16="http://schemas.microsoft.com/office/drawing/2014/main" id="{97C64CCC-E6BF-4AEA-A44F-651BCB17863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47" name="Graphique 46" descr="Presse-papiers mixte avec un remplissage uni">
              <a:extLst>
                <a:ext uri="{FF2B5EF4-FFF2-40B4-BE49-F238E27FC236}">
                  <a16:creationId xmlns:a16="http://schemas.microsoft.com/office/drawing/2014/main" id="{3C76D5D6-7C3F-4D9B-8794-D7AE1EF55E1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rot="20207580">
              <a:off x="7560150" y="3329802"/>
              <a:ext cx="314429" cy="314429"/>
            </a:xfrm>
            <a:prstGeom prst="rect">
              <a:avLst/>
            </a:prstGeom>
          </p:spPr>
        </p:pic>
      </p:grpSp>
      <p:grpSp>
        <p:nvGrpSpPr>
          <p:cNvPr id="53" name="Groupe 52">
            <a:extLst>
              <a:ext uri="{FF2B5EF4-FFF2-40B4-BE49-F238E27FC236}">
                <a16:creationId xmlns:a16="http://schemas.microsoft.com/office/drawing/2014/main" id="{252393F9-038F-4C1D-9615-7D018D5BE5C9}"/>
              </a:ext>
            </a:extLst>
          </p:cNvPr>
          <p:cNvGrpSpPr/>
          <p:nvPr/>
        </p:nvGrpSpPr>
        <p:grpSpPr>
          <a:xfrm>
            <a:off x="8493416" y="1833619"/>
            <a:ext cx="1063354" cy="1025721"/>
            <a:chOff x="8930936" y="2408583"/>
            <a:chExt cx="1216113" cy="1173074"/>
          </a:xfrm>
          <a:solidFill>
            <a:schemeClr val="accent1"/>
          </a:solidFill>
        </p:grpSpPr>
        <p:grpSp>
          <p:nvGrpSpPr>
            <p:cNvPr id="54" name="Groupe 53">
              <a:extLst>
                <a:ext uri="{FF2B5EF4-FFF2-40B4-BE49-F238E27FC236}">
                  <a16:creationId xmlns:a16="http://schemas.microsoft.com/office/drawing/2014/main" id="{2E790461-D5FB-482C-B952-BAE2080205A9}"/>
                </a:ext>
              </a:extLst>
            </p:cNvPr>
            <p:cNvGrpSpPr/>
            <p:nvPr/>
          </p:nvGrpSpPr>
          <p:grpSpPr>
            <a:xfrm>
              <a:off x="8930936" y="2408583"/>
              <a:ext cx="1216113" cy="1173074"/>
              <a:chOff x="8930936" y="2401291"/>
              <a:chExt cx="1216113" cy="1173074"/>
            </a:xfrm>
            <a:grpFill/>
          </p:grpSpPr>
          <p:pic>
            <p:nvPicPr>
              <p:cNvPr id="58" name="Graphique 57" descr="Plan avec un remplissage uni">
                <a:extLst>
                  <a:ext uri="{FF2B5EF4-FFF2-40B4-BE49-F238E27FC236}">
                    <a16:creationId xmlns:a16="http://schemas.microsoft.com/office/drawing/2014/main" id="{23BD812E-DD31-4B79-9D77-19232DAC17EC}"/>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8930936" y="2401291"/>
                <a:ext cx="590762" cy="590762"/>
              </a:xfrm>
              <a:prstGeom prst="rect">
                <a:avLst/>
              </a:prstGeom>
            </p:spPr>
          </p:pic>
          <p:grpSp>
            <p:nvGrpSpPr>
              <p:cNvPr id="59" name="Groupe 58">
                <a:extLst>
                  <a:ext uri="{FF2B5EF4-FFF2-40B4-BE49-F238E27FC236}">
                    <a16:creationId xmlns:a16="http://schemas.microsoft.com/office/drawing/2014/main" id="{8B5EA016-7908-4FFA-877C-CA0F4E9B5FC2}"/>
                  </a:ext>
                </a:extLst>
              </p:cNvPr>
              <p:cNvGrpSpPr/>
              <p:nvPr/>
            </p:nvGrpSpPr>
            <p:grpSpPr>
              <a:xfrm>
                <a:off x="9450069" y="2659965"/>
                <a:ext cx="696980" cy="914400"/>
                <a:chOff x="5018285" y="3873291"/>
                <a:chExt cx="696980" cy="914400"/>
              </a:xfrm>
              <a:grpFill/>
            </p:grpSpPr>
            <p:pic>
              <p:nvPicPr>
                <p:cNvPr id="60" name="Graphique 59" descr="Personne confuse avec un remplissage uni">
                  <a:extLst>
                    <a:ext uri="{FF2B5EF4-FFF2-40B4-BE49-F238E27FC236}">
                      <a16:creationId xmlns:a16="http://schemas.microsoft.com/office/drawing/2014/main" id="{8C95C59B-8F66-4F8A-B620-313A4A2CF922}"/>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35"/>
                    </a:ext>
                  </a:extLst>
                </a:blip>
                <a:srcRect l="30440" r="-1"/>
                <a:stretch/>
              </p:blipFill>
              <p:spPr>
                <a:xfrm>
                  <a:off x="5079206" y="3873291"/>
                  <a:ext cx="636059" cy="914400"/>
                </a:xfrm>
                <a:prstGeom prst="rect">
                  <a:avLst/>
                </a:prstGeom>
              </p:spPr>
            </p:pic>
            <p:sp>
              <p:nvSpPr>
                <p:cNvPr id="61" name="Rectangle : coins arrondis 60">
                  <a:extLst>
                    <a:ext uri="{FF2B5EF4-FFF2-40B4-BE49-F238E27FC236}">
                      <a16:creationId xmlns:a16="http://schemas.microsoft.com/office/drawing/2014/main" id="{93E85FF9-914B-4D0C-96C6-F4FDB840FD63}"/>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nvGrpSpPr>
            <p:cNvPr id="55" name="Groupe 54">
              <a:extLst>
                <a:ext uri="{FF2B5EF4-FFF2-40B4-BE49-F238E27FC236}">
                  <a16:creationId xmlns:a16="http://schemas.microsoft.com/office/drawing/2014/main" id="{BC93493A-1FB5-44DB-A6EB-695BE07F2A0A}"/>
                </a:ext>
              </a:extLst>
            </p:cNvPr>
            <p:cNvGrpSpPr/>
            <p:nvPr/>
          </p:nvGrpSpPr>
          <p:grpSpPr>
            <a:xfrm>
              <a:off x="9237852" y="2714693"/>
              <a:ext cx="199881" cy="170748"/>
              <a:chOff x="8303417" y="2625343"/>
              <a:chExt cx="199881" cy="170748"/>
            </a:xfrm>
            <a:grpFill/>
          </p:grpSpPr>
          <p:sp>
            <p:nvSpPr>
              <p:cNvPr id="56" name="Rectangle 55">
                <a:extLst>
                  <a:ext uri="{FF2B5EF4-FFF2-40B4-BE49-F238E27FC236}">
                    <a16:creationId xmlns:a16="http://schemas.microsoft.com/office/drawing/2014/main" id="{F1D97986-420F-4831-82CB-72C80883998E}"/>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7" name="Image 56">
                <a:extLst>
                  <a:ext uri="{FF2B5EF4-FFF2-40B4-BE49-F238E27FC236}">
                    <a16:creationId xmlns:a16="http://schemas.microsoft.com/office/drawing/2014/main" id="{3142F9BF-B774-4FB1-95F2-787657799A6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62" name="Groupe 61">
            <a:extLst>
              <a:ext uri="{FF2B5EF4-FFF2-40B4-BE49-F238E27FC236}">
                <a16:creationId xmlns:a16="http://schemas.microsoft.com/office/drawing/2014/main" id="{6BA34CDA-003D-459B-9E03-713EA27DD3EA}"/>
              </a:ext>
            </a:extLst>
          </p:cNvPr>
          <p:cNvGrpSpPr/>
          <p:nvPr/>
        </p:nvGrpSpPr>
        <p:grpSpPr>
          <a:xfrm>
            <a:off x="4180019" y="1930638"/>
            <a:ext cx="978178" cy="925014"/>
            <a:chOff x="4763560" y="3762738"/>
            <a:chExt cx="978178" cy="925014"/>
          </a:xfrm>
        </p:grpSpPr>
        <p:grpSp>
          <p:nvGrpSpPr>
            <p:cNvPr id="63" name="Groupe 62">
              <a:extLst>
                <a:ext uri="{FF2B5EF4-FFF2-40B4-BE49-F238E27FC236}">
                  <a16:creationId xmlns:a16="http://schemas.microsoft.com/office/drawing/2014/main" id="{F9CE99B8-0131-45EF-A238-943CD35E25F9}"/>
                </a:ext>
              </a:extLst>
            </p:cNvPr>
            <p:cNvGrpSpPr/>
            <p:nvPr/>
          </p:nvGrpSpPr>
          <p:grpSpPr>
            <a:xfrm flipH="1">
              <a:off x="4766064" y="3762738"/>
              <a:ext cx="975674" cy="925014"/>
              <a:chOff x="4716415" y="3792004"/>
              <a:chExt cx="1009529" cy="925014"/>
            </a:xfrm>
          </p:grpSpPr>
          <p:pic>
            <p:nvPicPr>
              <p:cNvPr id="66" name="Graphique 65" descr="Mégaphone1 avec un remplissage uni">
                <a:extLst>
                  <a:ext uri="{FF2B5EF4-FFF2-40B4-BE49-F238E27FC236}">
                    <a16:creationId xmlns:a16="http://schemas.microsoft.com/office/drawing/2014/main" id="{AF7964DF-00AF-437B-BD21-E3CCA8E09D56}"/>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flipH="1">
                <a:off x="4716415" y="3792004"/>
                <a:ext cx="384826" cy="398002"/>
              </a:xfrm>
              <a:prstGeom prst="rect">
                <a:avLst/>
              </a:prstGeom>
            </p:spPr>
          </p:pic>
          <p:grpSp>
            <p:nvGrpSpPr>
              <p:cNvPr id="67" name="Groupe 66">
                <a:extLst>
                  <a:ext uri="{FF2B5EF4-FFF2-40B4-BE49-F238E27FC236}">
                    <a16:creationId xmlns:a16="http://schemas.microsoft.com/office/drawing/2014/main" id="{11232140-9488-49EF-A6D0-DDB6E91E8C18}"/>
                  </a:ext>
                </a:extLst>
              </p:cNvPr>
              <p:cNvGrpSpPr/>
              <p:nvPr/>
            </p:nvGrpSpPr>
            <p:grpSpPr>
              <a:xfrm>
                <a:off x="5048496" y="3886444"/>
                <a:ext cx="633086" cy="830574"/>
                <a:chOff x="5018285" y="3873291"/>
                <a:chExt cx="696980" cy="914400"/>
              </a:xfrm>
            </p:grpSpPr>
            <p:pic>
              <p:nvPicPr>
                <p:cNvPr id="70" name="Graphique 69" descr="Personne confuse avec un remplissage uni">
                  <a:extLst>
                    <a:ext uri="{FF2B5EF4-FFF2-40B4-BE49-F238E27FC236}">
                      <a16:creationId xmlns:a16="http://schemas.microsoft.com/office/drawing/2014/main" id="{4C7C0FA8-F9E0-41DD-8ED2-709D9FCC3E86}"/>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30440" r="-1"/>
                <a:stretch/>
              </p:blipFill>
              <p:spPr>
                <a:xfrm>
                  <a:off x="5079206" y="3873291"/>
                  <a:ext cx="636059" cy="914400"/>
                </a:xfrm>
                <a:prstGeom prst="rect">
                  <a:avLst/>
                </a:prstGeom>
              </p:spPr>
            </p:pic>
            <p:sp>
              <p:nvSpPr>
                <p:cNvPr id="71" name="Rectangle : coins arrondis 70">
                  <a:extLst>
                    <a:ext uri="{FF2B5EF4-FFF2-40B4-BE49-F238E27FC236}">
                      <a16:creationId xmlns:a16="http://schemas.microsoft.com/office/drawing/2014/main" id="{91872001-317B-4076-AB50-CECA5720B70A}"/>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68" name="Graphique 67" descr="Balance de la justice avec un remplissage uni">
                <a:extLst>
                  <a:ext uri="{FF2B5EF4-FFF2-40B4-BE49-F238E27FC236}">
                    <a16:creationId xmlns:a16="http://schemas.microsoft.com/office/drawing/2014/main" id="{D50389CD-906C-4F4F-BB9B-0658735DE249}"/>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5374349" y="3867945"/>
                <a:ext cx="351595" cy="351595"/>
              </a:xfrm>
              <a:prstGeom prst="rect">
                <a:avLst/>
              </a:prstGeom>
            </p:spPr>
          </p:pic>
          <p:pic>
            <p:nvPicPr>
              <p:cNvPr id="69" name="Image 68">
                <a:extLst>
                  <a:ext uri="{FF2B5EF4-FFF2-40B4-BE49-F238E27FC236}">
                    <a16:creationId xmlns:a16="http://schemas.microsoft.com/office/drawing/2014/main" id="{C07D2A07-85E4-4D3C-8DB6-D3545DCC396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64" name="Graphique 63" descr="Balance de la justice avec un remplissage uni">
              <a:extLst>
                <a:ext uri="{FF2B5EF4-FFF2-40B4-BE49-F238E27FC236}">
                  <a16:creationId xmlns:a16="http://schemas.microsoft.com/office/drawing/2014/main" id="{C0CEF148-9EE4-4963-96E2-D29E7C867A3F}"/>
                </a:ext>
              </a:extLst>
            </p:cNvPr>
            <p:cNvPicPr>
              <a:picLocks noChangeAspect="1"/>
            </p:cNvPicPr>
            <p:nvPr/>
          </p:nvPicPr>
          <p:blipFill rotWithShape="1">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rcRect l="7711" t="16230" r="55712" b="32471"/>
            <a:stretch/>
          </p:blipFill>
          <p:spPr>
            <a:xfrm flipH="1">
              <a:off x="4955380" y="3895743"/>
              <a:ext cx="124289" cy="180364"/>
            </a:xfrm>
            <a:prstGeom prst="rect">
              <a:avLst/>
            </a:prstGeom>
          </p:spPr>
        </p:pic>
        <p:pic>
          <p:nvPicPr>
            <p:cNvPr id="65" name="Graphique 64" descr="Balance de la justice avec un remplissage uni">
              <a:extLst>
                <a:ext uri="{FF2B5EF4-FFF2-40B4-BE49-F238E27FC236}">
                  <a16:creationId xmlns:a16="http://schemas.microsoft.com/office/drawing/2014/main" id="{6638E966-C245-4FF4-807C-FDE21771CD4E}"/>
                </a:ext>
              </a:extLst>
            </p:cNvPr>
            <p:cNvPicPr>
              <a:picLocks noChangeAspect="1"/>
            </p:cNvPicPr>
            <p:nvPr/>
          </p:nvPicPr>
          <p:blipFill rotWithShape="1">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rcRect l="58383" t="16186" b="30375"/>
            <a:stretch/>
          </p:blipFill>
          <p:spPr>
            <a:xfrm flipH="1">
              <a:off x="4763560" y="3895742"/>
              <a:ext cx="141416" cy="187889"/>
            </a:xfrm>
            <a:prstGeom prst="rect">
              <a:avLst/>
            </a:prstGeom>
          </p:spPr>
        </p:pic>
      </p:grpSp>
    </p:spTree>
    <p:extLst>
      <p:ext uri="{BB962C8B-B14F-4D97-AF65-F5344CB8AC3E}">
        <p14:creationId xmlns:p14="http://schemas.microsoft.com/office/powerpoint/2010/main" val="115511034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E45B1F-3F36-4920-B9D8-61FBB3814148}"/>
              </a:ext>
            </a:extLst>
          </p:cNvPr>
          <p:cNvSpPr>
            <a:spLocks noGrp="1"/>
          </p:cNvSpPr>
          <p:nvPr>
            <p:ph type="title"/>
          </p:nvPr>
        </p:nvSpPr>
        <p:spPr/>
        <p:txBody>
          <a:bodyPr>
            <a:normAutofit fontScale="90000"/>
          </a:bodyPr>
          <a:lstStyle/>
          <a:p>
            <a:r>
              <a:rPr lang="en-US" dirty="0"/>
              <a:t>Zoom on : </a:t>
            </a:r>
            <a:br>
              <a:rPr lang="en-US" dirty="0"/>
            </a:br>
            <a:r>
              <a:rPr lang="en-US" dirty="0"/>
              <a:t>Level 3 scout</a:t>
            </a:r>
          </a:p>
        </p:txBody>
      </p:sp>
      <p:grpSp>
        <p:nvGrpSpPr>
          <p:cNvPr id="49" name="Groupe 48">
            <a:extLst>
              <a:ext uri="{FF2B5EF4-FFF2-40B4-BE49-F238E27FC236}">
                <a16:creationId xmlns:a16="http://schemas.microsoft.com/office/drawing/2014/main" id="{6FF20EC1-3F21-40F3-A220-7BAADC916653}"/>
              </a:ext>
            </a:extLst>
          </p:cNvPr>
          <p:cNvGrpSpPr/>
          <p:nvPr/>
        </p:nvGrpSpPr>
        <p:grpSpPr>
          <a:xfrm>
            <a:off x="4260247" y="3759464"/>
            <a:ext cx="978178" cy="925014"/>
            <a:chOff x="4763560" y="3762738"/>
            <a:chExt cx="978178" cy="925014"/>
          </a:xfrm>
        </p:grpSpPr>
        <p:grpSp>
          <p:nvGrpSpPr>
            <p:cNvPr id="50" name="Groupe 49">
              <a:extLst>
                <a:ext uri="{FF2B5EF4-FFF2-40B4-BE49-F238E27FC236}">
                  <a16:creationId xmlns:a16="http://schemas.microsoft.com/office/drawing/2014/main" id="{F5CDC3FA-652C-4945-B8CA-810F0FAE46FD}"/>
                </a:ext>
              </a:extLst>
            </p:cNvPr>
            <p:cNvGrpSpPr/>
            <p:nvPr/>
          </p:nvGrpSpPr>
          <p:grpSpPr>
            <a:xfrm flipH="1">
              <a:off x="4766064" y="3762738"/>
              <a:ext cx="975674" cy="925014"/>
              <a:chOff x="4716415" y="3792004"/>
              <a:chExt cx="1009529" cy="925014"/>
            </a:xfrm>
          </p:grpSpPr>
          <p:pic>
            <p:nvPicPr>
              <p:cNvPr id="53" name="Graphique 52" descr="Mégaphone1 avec un remplissage uni">
                <a:extLst>
                  <a:ext uri="{FF2B5EF4-FFF2-40B4-BE49-F238E27FC236}">
                    <a16:creationId xmlns:a16="http://schemas.microsoft.com/office/drawing/2014/main" id="{06394CD0-13B3-4528-B424-62F39ADA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54" name="Groupe 53">
                <a:extLst>
                  <a:ext uri="{FF2B5EF4-FFF2-40B4-BE49-F238E27FC236}">
                    <a16:creationId xmlns:a16="http://schemas.microsoft.com/office/drawing/2014/main" id="{C2D91214-4901-4580-AB7E-2BF0E2C04CA6}"/>
                  </a:ext>
                </a:extLst>
              </p:cNvPr>
              <p:cNvGrpSpPr/>
              <p:nvPr/>
            </p:nvGrpSpPr>
            <p:grpSpPr>
              <a:xfrm>
                <a:off x="5048496" y="3886444"/>
                <a:ext cx="633086" cy="830574"/>
                <a:chOff x="5018285" y="3873291"/>
                <a:chExt cx="696980" cy="914400"/>
              </a:xfrm>
            </p:grpSpPr>
            <p:pic>
              <p:nvPicPr>
                <p:cNvPr id="57" name="Graphique 56" descr="Personne confuse avec un remplissage uni">
                  <a:extLst>
                    <a:ext uri="{FF2B5EF4-FFF2-40B4-BE49-F238E27FC236}">
                      <a16:creationId xmlns:a16="http://schemas.microsoft.com/office/drawing/2014/main" id="{B6E218ED-9516-4696-9A59-5F436EE993D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58" name="Rectangle : coins arrondis 57">
                  <a:extLst>
                    <a:ext uri="{FF2B5EF4-FFF2-40B4-BE49-F238E27FC236}">
                      <a16:creationId xmlns:a16="http://schemas.microsoft.com/office/drawing/2014/main" id="{DD4B668A-FA7D-42A6-95A3-BBA2636D8B4D}"/>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55" name="Graphique 54" descr="Balance de la justice avec un remplissage uni">
                <a:extLst>
                  <a:ext uri="{FF2B5EF4-FFF2-40B4-BE49-F238E27FC236}">
                    <a16:creationId xmlns:a16="http://schemas.microsoft.com/office/drawing/2014/main" id="{FFA8DDDC-D4A8-47C1-B1FF-8B61B82F56F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56" name="Image 55">
                <a:extLst>
                  <a:ext uri="{FF2B5EF4-FFF2-40B4-BE49-F238E27FC236}">
                    <a16:creationId xmlns:a16="http://schemas.microsoft.com/office/drawing/2014/main" id="{A497F58C-7ABB-4154-AB39-0E0DED7BB6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51" name="Graphique 50" descr="Balance de la justice avec un remplissage uni">
              <a:extLst>
                <a:ext uri="{FF2B5EF4-FFF2-40B4-BE49-F238E27FC236}">
                  <a16:creationId xmlns:a16="http://schemas.microsoft.com/office/drawing/2014/main" id="{E3E0148E-BCAB-4EB7-BEA6-2DC35D10CAE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52" name="Graphique 51" descr="Balance de la justice avec un remplissage uni">
              <a:extLst>
                <a:ext uri="{FF2B5EF4-FFF2-40B4-BE49-F238E27FC236}">
                  <a16:creationId xmlns:a16="http://schemas.microsoft.com/office/drawing/2014/main" id="{33CDE872-2956-475F-B4A5-E4EA486470B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61" name="Bulle narrative : ronde 60">
            <a:extLst>
              <a:ext uri="{FF2B5EF4-FFF2-40B4-BE49-F238E27FC236}">
                <a16:creationId xmlns:a16="http://schemas.microsoft.com/office/drawing/2014/main" id="{4A3C84FA-4BB6-49AF-96E4-5037D69059B0}"/>
              </a:ext>
            </a:extLst>
          </p:cNvPr>
          <p:cNvSpPr/>
          <p:nvPr/>
        </p:nvSpPr>
        <p:spPr>
          <a:xfrm>
            <a:off x="5150939" y="59020"/>
            <a:ext cx="3532259" cy="956747"/>
          </a:xfrm>
          <a:prstGeom prst="wedgeEllipseCallout">
            <a:avLst>
              <a:gd name="adj1" fmla="val 37114"/>
              <a:gd name="adj2" fmla="val 56826"/>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 cannot spread the information myself, but I can arrange appointments</a:t>
            </a:r>
          </a:p>
        </p:txBody>
      </p:sp>
      <p:grpSp>
        <p:nvGrpSpPr>
          <p:cNvPr id="67" name="Groupe 66">
            <a:extLst>
              <a:ext uri="{FF2B5EF4-FFF2-40B4-BE49-F238E27FC236}">
                <a16:creationId xmlns:a16="http://schemas.microsoft.com/office/drawing/2014/main" id="{3C280916-C6BA-481E-AC08-A27FD508D8D3}"/>
              </a:ext>
            </a:extLst>
          </p:cNvPr>
          <p:cNvGrpSpPr/>
          <p:nvPr/>
        </p:nvGrpSpPr>
        <p:grpSpPr>
          <a:xfrm>
            <a:off x="368609" y="2945051"/>
            <a:ext cx="982042" cy="1063416"/>
            <a:chOff x="7560150" y="2879049"/>
            <a:chExt cx="982042" cy="1063416"/>
          </a:xfrm>
          <a:solidFill>
            <a:srgbClr val="ED7D31"/>
          </a:solidFill>
        </p:grpSpPr>
        <p:grpSp>
          <p:nvGrpSpPr>
            <p:cNvPr id="68" name="Groupe 67">
              <a:extLst>
                <a:ext uri="{FF2B5EF4-FFF2-40B4-BE49-F238E27FC236}">
                  <a16:creationId xmlns:a16="http://schemas.microsoft.com/office/drawing/2014/main" id="{419CE332-5558-446C-B4AA-3F35EBB84006}"/>
                </a:ext>
              </a:extLst>
            </p:cNvPr>
            <p:cNvGrpSpPr/>
            <p:nvPr/>
          </p:nvGrpSpPr>
          <p:grpSpPr>
            <a:xfrm>
              <a:off x="7798849" y="2879049"/>
              <a:ext cx="743343" cy="1063416"/>
              <a:chOff x="6391015" y="3260296"/>
              <a:chExt cx="743343" cy="1063416"/>
            </a:xfrm>
            <a:grpFill/>
          </p:grpSpPr>
          <p:grpSp>
            <p:nvGrpSpPr>
              <p:cNvPr id="70" name="Groupe 69">
                <a:extLst>
                  <a:ext uri="{FF2B5EF4-FFF2-40B4-BE49-F238E27FC236}">
                    <a16:creationId xmlns:a16="http://schemas.microsoft.com/office/drawing/2014/main" id="{37749DDE-4563-4EFA-8922-7A4EA37C80C1}"/>
                  </a:ext>
                </a:extLst>
              </p:cNvPr>
              <p:cNvGrpSpPr/>
              <p:nvPr/>
            </p:nvGrpSpPr>
            <p:grpSpPr>
              <a:xfrm>
                <a:off x="6391015" y="3260296"/>
                <a:ext cx="743343" cy="1063416"/>
                <a:chOff x="6298348" y="3168316"/>
                <a:chExt cx="867130" cy="1240504"/>
              </a:xfrm>
              <a:grpFill/>
            </p:grpSpPr>
            <p:pic>
              <p:nvPicPr>
                <p:cNvPr id="72" name="Graphique 71" descr="Enseignant avec un remplissage uni">
                  <a:extLst>
                    <a:ext uri="{FF2B5EF4-FFF2-40B4-BE49-F238E27FC236}">
                      <a16:creationId xmlns:a16="http://schemas.microsoft.com/office/drawing/2014/main" id="{B44BA01C-D7C8-462D-A6C2-12D0974AC21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98348" y="3168316"/>
                  <a:ext cx="867130" cy="867130"/>
                </a:xfrm>
                <a:prstGeom prst="rect">
                  <a:avLst/>
                </a:prstGeom>
              </p:spPr>
            </p:pic>
            <p:pic>
              <p:nvPicPr>
                <p:cNvPr id="73" name="Graphique 72" descr="Personne confuse avec un remplissage uni">
                  <a:extLst>
                    <a:ext uri="{FF2B5EF4-FFF2-40B4-BE49-F238E27FC236}">
                      <a16:creationId xmlns:a16="http://schemas.microsoft.com/office/drawing/2014/main" id="{B3B0A39A-6AA1-48D0-8EC5-EDE33B378D21}"/>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l="34664" t="32545" r="38513" b="-1"/>
                <a:stretch/>
              </p:blipFill>
              <p:spPr>
                <a:xfrm>
                  <a:off x="6367463" y="3792004"/>
                  <a:ext cx="245268" cy="616816"/>
                </a:xfrm>
                <a:prstGeom prst="rect">
                  <a:avLst/>
                </a:prstGeom>
              </p:spPr>
            </p:pic>
            <p:sp>
              <p:nvSpPr>
                <p:cNvPr id="74" name="Rectangle : coins arrondis 73">
                  <a:extLst>
                    <a:ext uri="{FF2B5EF4-FFF2-40B4-BE49-F238E27FC236}">
                      <a16:creationId xmlns:a16="http://schemas.microsoft.com/office/drawing/2014/main" id="{90256180-F2D1-4249-8B73-5E20EDD5C90F}"/>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71" name="Image 70">
                <a:extLst>
                  <a:ext uri="{FF2B5EF4-FFF2-40B4-BE49-F238E27FC236}">
                    <a16:creationId xmlns:a16="http://schemas.microsoft.com/office/drawing/2014/main" id="{699D0F59-3D3C-4358-9EE6-05BBF89165B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69" name="Graphique 68" descr="Presse-papiers mixte avec un remplissage uni">
              <a:extLst>
                <a:ext uri="{FF2B5EF4-FFF2-40B4-BE49-F238E27FC236}">
                  <a16:creationId xmlns:a16="http://schemas.microsoft.com/office/drawing/2014/main" id="{6F02CE5B-69BA-4035-B83D-FB74B0A4C55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20207580">
              <a:off x="7560150" y="3329802"/>
              <a:ext cx="314429" cy="314429"/>
            </a:xfrm>
            <a:prstGeom prst="rect">
              <a:avLst/>
            </a:prstGeom>
          </p:spPr>
        </p:pic>
      </p:grpSp>
      <p:pic>
        <p:nvPicPr>
          <p:cNvPr id="75" name="Graphique 74" descr="Personne confuse avec un remplissage uni">
            <a:extLst>
              <a:ext uri="{FF2B5EF4-FFF2-40B4-BE49-F238E27FC236}">
                <a16:creationId xmlns:a16="http://schemas.microsoft.com/office/drawing/2014/main" id="{41A94411-BD03-40A4-AEA8-EA981FC280A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0" y="4003746"/>
            <a:ext cx="818795" cy="818795"/>
          </a:xfrm>
          <a:prstGeom prst="rect">
            <a:avLst/>
          </a:prstGeom>
        </p:spPr>
      </p:pic>
      <p:pic>
        <p:nvPicPr>
          <p:cNvPr id="76" name="Graphique 75" descr="Personne confuse avec un remplissage uni">
            <a:extLst>
              <a:ext uri="{FF2B5EF4-FFF2-40B4-BE49-F238E27FC236}">
                <a16:creationId xmlns:a16="http://schemas.microsoft.com/office/drawing/2014/main" id="{6255562A-7CBF-4305-A4FF-32CB9772220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67233" y="4051560"/>
            <a:ext cx="818795" cy="818795"/>
          </a:xfrm>
          <a:prstGeom prst="rect">
            <a:avLst/>
          </a:prstGeom>
        </p:spPr>
      </p:pic>
      <p:pic>
        <p:nvPicPr>
          <p:cNvPr id="77" name="Graphique 76" descr="Personne confuse avec un remplissage uni">
            <a:extLst>
              <a:ext uri="{FF2B5EF4-FFF2-40B4-BE49-F238E27FC236}">
                <a16:creationId xmlns:a16="http://schemas.microsoft.com/office/drawing/2014/main" id="{6C34A966-6492-44D8-9CAC-E443AAC15BF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51102" y="4017022"/>
            <a:ext cx="818795" cy="818795"/>
          </a:xfrm>
          <a:prstGeom prst="rect">
            <a:avLst/>
          </a:prstGeom>
        </p:spPr>
      </p:pic>
      <p:pic>
        <p:nvPicPr>
          <p:cNvPr id="78" name="Graphique 77" descr="Personne confuse avec un remplissage uni">
            <a:extLst>
              <a:ext uri="{FF2B5EF4-FFF2-40B4-BE49-F238E27FC236}">
                <a16:creationId xmlns:a16="http://schemas.microsoft.com/office/drawing/2014/main" id="{FCA4EDB1-685E-4782-B433-BF8667E4F0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12460" y="4017022"/>
            <a:ext cx="818795" cy="818795"/>
          </a:xfrm>
          <a:prstGeom prst="rect">
            <a:avLst/>
          </a:prstGeom>
        </p:spPr>
      </p:pic>
      <p:pic>
        <p:nvPicPr>
          <p:cNvPr id="79" name="Graphique 78" descr="Personne confuse avec un remplissage uni">
            <a:extLst>
              <a:ext uri="{FF2B5EF4-FFF2-40B4-BE49-F238E27FC236}">
                <a16:creationId xmlns:a16="http://schemas.microsoft.com/office/drawing/2014/main" id="{2478D934-43D6-4193-97EB-C61E60EB6CA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2234" y="3958465"/>
            <a:ext cx="818795" cy="818795"/>
          </a:xfrm>
          <a:prstGeom prst="rect">
            <a:avLst/>
          </a:prstGeom>
        </p:spPr>
      </p:pic>
      <p:pic>
        <p:nvPicPr>
          <p:cNvPr id="80" name="Graphique 79" descr="Personne confuse avec un remplissage uni">
            <a:extLst>
              <a:ext uri="{FF2B5EF4-FFF2-40B4-BE49-F238E27FC236}">
                <a16:creationId xmlns:a16="http://schemas.microsoft.com/office/drawing/2014/main" id="{0979A32C-CB28-4582-AAC5-81F1E8EB02E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186797" y="4157466"/>
            <a:ext cx="818795" cy="818795"/>
          </a:xfrm>
          <a:prstGeom prst="rect">
            <a:avLst/>
          </a:prstGeom>
        </p:spPr>
      </p:pic>
      <p:sp>
        <p:nvSpPr>
          <p:cNvPr id="3" name="Flèche : droite 2">
            <a:extLst>
              <a:ext uri="{FF2B5EF4-FFF2-40B4-BE49-F238E27FC236}">
                <a16:creationId xmlns:a16="http://schemas.microsoft.com/office/drawing/2014/main" id="{21936191-0C71-44DC-8F7E-002602D5EF56}"/>
              </a:ext>
            </a:extLst>
          </p:cNvPr>
          <p:cNvSpPr/>
          <p:nvPr/>
        </p:nvSpPr>
        <p:spPr>
          <a:xfrm rot="20113869">
            <a:off x="3936552" y="4357859"/>
            <a:ext cx="427061" cy="275416"/>
          </a:xfrm>
          <a:prstGeom prst="right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Phylactère : pensées 80">
            <a:extLst>
              <a:ext uri="{FF2B5EF4-FFF2-40B4-BE49-F238E27FC236}">
                <a16:creationId xmlns:a16="http://schemas.microsoft.com/office/drawing/2014/main" id="{AA6F0DBC-EC74-4101-A62E-F00B73547F14}"/>
              </a:ext>
            </a:extLst>
          </p:cNvPr>
          <p:cNvSpPr/>
          <p:nvPr/>
        </p:nvSpPr>
        <p:spPr>
          <a:xfrm>
            <a:off x="2732800" y="2508121"/>
            <a:ext cx="1869755" cy="971583"/>
          </a:xfrm>
          <a:prstGeom prst="cloudCallout">
            <a:avLst>
              <a:gd name="adj1" fmla="val -2854"/>
              <a:gd name="adj2" fmla="val 104554"/>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err="1"/>
              <a:t>Now</a:t>
            </a:r>
            <a:r>
              <a:rPr lang="fr-FR" sz="1100" dirty="0"/>
              <a:t> I know how </a:t>
            </a:r>
            <a:r>
              <a:rPr lang="fr-FR" sz="1100" dirty="0" err="1"/>
              <a:t>valuable</a:t>
            </a:r>
            <a:r>
              <a:rPr lang="fr-FR" sz="1100" dirty="0"/>
              <a:t> the content can </a:t>
            </a:r>
            <a:r>
              <a:rPr lang="fr-FR" sz="1100" dirty="0" err="1"/>
              <a:t>be</a:t>
            </a:r>
            <a:r>
              <a:rPr lang="fr-FR" sz="1100" dirty="0"/>
              <a:t> !</a:t>
            </a:r>
          </a:p>
        </p:txBody>
      </p:sp>
      <p:sp>
        <p:nvSpPr>
          <p:cNvPr id="92" name="Titre 1">
            <a:extLst>
              <a:ext uri="{FF2B5EF4-FFF2-40B4-BE49-F238E27FC236}">
                <a16:creationId xmlns:a16="http://schemas.microsoft.com/office/drawing/2014/main" id="{645AABB1-35FE-4B83-A8D8-FC5EA8BE5B0E}"/>
              </a:ext>
            </a:extLst>
          </p:cNvPr>
          <p:cNvSpPr txBox="1">
            <a:spLocks/>
          </p:cNvSpPr>
          <p:nvPr/>
        </p:nvSpPr>
        <p:spPr>
          <a:xfrm>
            <a:off x="154361" y="5293481"/>
            <a:ext cx="1779551"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sz="2400" dirty="0"/>
              <a:t>Learning as a player (level 2)</a:t>
            </a:r>
          </a:p>
        </p:txBody>
      </p:sp>
      <p:sp>
        <p:nvSpPr>
          <p:cNvPr id="93" name="Titre 1">
            <a:extLst>
              <a:ext uri="{FF2B5EF4-FFF2-40B4-BE49-F238E27FC236}">
                <a16:creationId xmlns:a16="http://schemas.microsoft.com/office/drawing/2014/main" id="{EBC16F21-5467-482B-A30A-A2987A33E22B}"/>
              </a:ext>
            </a:extLst>
          </p:cNvPr>
          <p:cNvSpPr txBox="1">
            <a:spLocks/>
          </p:cNvSpPr>
          <p:nvPr/>
        </p:nvSpPr>
        <p:spPr>
          <a:xfrm>
            <a:off x="3217418" y="5338025"/>
            <a:ext cx="1779551"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sz="2400" dirty="0"/>
              <a:t>Becoming a scout (level 3)</a:t>
            </a:r>
          </a:p>
        </p:txBody>
      </p:sp>
      <p:sp>
        <p:nvSpPr>
          <p:cNvPr id="94" name="Titre 1">
            <a:extLst>
              <a:ext uri="{FF2B5EF4-FFF2-40B4-BE49-F238E27FC236}">
                <a16:creationId xmlns:a16="http://schemas.microsoft.com/office/drawing/2014/main" id="{C815088F-7ED0-4D40-82C4-E88C63E74957}"/>
              </a:ext>
            </a:extLst>
          </p:cNvPr>
          <p:cNvSpPr txBox="1">
            <a:spLocks/>
          </p:cNvSpPr>
          <p:nvPr/>
        </p:nvSpPr>
        <p:spPr>
          <a:xfrm>
            <a:off x="8671167" y="5236981"/>
            <a:ext cx="2383367"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sz="2400" dirty="0"/>
              <a:t>Finding opportunities</a:t>
            </a:r>
          </a:p>
        </p:txBody>
      </p:sp>
      <p:grpSp>
        <p:nvGrpSpPr>
          <p:cNvPr id="95" name="Groupe 94">
            <a:extLst>
              <a:ext uri="{FF2B5EF4-FFF2-40B4-BE49-F238E27FC236}">
                <a16:creationId xmlns:a16="http://schemas.microsoft.com/office/drawing/2014/main" id="{EB299622-5820-4A1E-8400-8FD795BDBDFF}"/>
              </a:ext>
            </a:extLst>
          </p:cNvPr>
          <p:cNvGrpSpPr/>
          <p:nvPr/>
        </p:nvGrpSpPr>
        <p:grpSpPr>
          <a:xfrm>
            <a:off x="8868934" y="3542856"/>
            <a:ext cx="978178" cy="925014"/>
            <a:chOff x="4763560" y="3762738"/>
            <a:chExt cx="978178" cy="925014"/>
          </a:xfrm>
        </p:grpSpPr>
        <p:grpSp>
          <p:nvGrpSpPr>
            <p:cNvPr id="96" name="Groupe 95">
              <a:extLst>
                <a:ext uri="{FF2B5EF4-FFF2-40B4-BE49-F238E27FC236}">
                  <a16:creationId xmlns:a16="http://schemas.microsoft.com/office/drawing/2014/main" id="{8F0A73B5-BBF1-4257-B92C-872954EC3342}"/>
                </a:ext>
              </a:extLst>
            </p:cNvPr>
            <p:cNvGrpSpPr/>
            <p:nvPr/>
          </p:nvGrpSpPr>
          <p:grpSpPr>
            <a:xfrm flipH="1">
              <a:off x="4766064" y="3762738"/>
              <a:ext cx="975674" cy="925014"/>
              <a:chOff x="4716415" y="3792004"/>
              <a:chExt cx="1009529" cy="925014"/>
            </a:xfrm>
          </p:grpSpPr>
          <p:pic>
            <p:nvPicPr>
              <p:cNvPr id="99" name="Graphique 98" descr="Mégaphone1 avec un remplissage uni">
                <a:extLst>
                  <a:ext uri="{FF2B5EF4-FFF2-40B4-BE49-F238E27FC236}">
                    <a16:creationId xmlns:a16="http://schemas.microsoft.com/office/drawing/2014/main" id="{B63F3822-DBFA-4CC9-B349-A69904AC40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00" name="Groupe 99">
                <a:extLst>
                  <a:ext uri="{FF2B5EF4-FFF2-40B4-BE49-F238E27FC236}">
                    <a16:creationId xmlns:a16="http://schemas.microsoft.com/office/drawing/2014/main" id="{AB0E09F8-FFA7-4171-810B-87077C5FF569}"/>
                  </a:ext>
                </a:extLst>
              </p:cNvPr>
              <p:cNvGrpSpPr/>
              <p:nvPr/>
            </p:nvGrpSpPr>
            <p:grpSpPr>
              <a:xfrm>
                <a:off x="5048496" y="3886444"/>
                <a:ext cx="633086" cy="830574"/>
                <a:chOff x="5018285" y="3873291"/>
                <a:chExt cx="696980" cy="914400"/>
              </a:xfrm>
            </p:grpSpPr>
            <p:pic>
              <p:nvPicPr>
                <p:cNvPr id="103" name="Graphique 102" descr="Personne confuse avec un remplissage uni">
                  <a:extLst>
                    <a:ext uri="{FF2B5EF4-FFF2-40B4-BE49-F238E27FC236}">
                      <a16:creationId xmlns:a16="http://schemas.microsoft.com/office/drawing/2014/main" id="{4BB4DA1D-5882-44EC-8D41-5187CA636DD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04" name="Rectangle : coins arrondis 103">
                  <a:extLst>
                    <a:ext uri="{FF2B5EF4-FFF2-40B4-BE49-F238E27FC236}">
                      <a16:creationId xmlns:a16="http://schemas.microsoft.com/office/drawing/2014/main" id="{D7E2A250-4F37-4094-A00E-DB0FAEEACCCB}"/>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01" name="Graphique 100" descr="Balance de la justice avec un remplissage uni">
                <a:extLst>
                  <a:ext uri="{FF2B5EF4-FFF2-40B4-BE49-F238E27FC236}">
                    <a16:creationId xmlns:a16="http://schemas.microsoft.com/office/drawing/2014/main" id="{6DCFB968-EF0F-4A6B-A46E-A4C9E8BA75B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02" name="Image 101">
                <a:extLst>
                  <a:ext uri="{FF2B5EF4-FFF2-40B4-BE49-F238E27FC236}">
                    <a16:creationId xmlns:a16="http://schemas.microsoft.com/office/drawing/2014/main" id="{7BDF4758-992D-45A7-92AF-A47862A7488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97" name="Graphique 96" descr="Balance de la justice avec un remplissage uni">
              <a:extLst>
                <a:ext uri="{FF2B5EF4-FFF2-40B4-BE49-F238E27FC236}">
                  <a16:creationId xmlns:a16="http://schemas.microsoft.com/office/drawing/2014/main" id="{6EAFA0CB-721B-42BC-9248-9CC2AA0B60A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98" name="Graphique 97" descr="Balance de la justice avec un remplissage uni">
              <a:extLst>
                <a:ext uri="{FF2B5EF4-FFF2-40B4-BE49-F238E27FC236}">
                  <a16:creationId xmlns:a16="http://schemas.microsoft.com/office/drawing/2014/main" id="{D24F529D-B1AC-4B2D-B875-CE38F3E0731C}"/>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pic>
        <p:nvPicPr>
          <p:cNvPr id="105" name="Graphique 104" descr="Personne confuse avec un remplissage uni">
            <a:extLst>
              <a:ext uri="{FF2B5EF4-FFF2-40B4-BE49-F238E27FC236}">
                <a16:creationId xmlns:a16="http://schemas.microsoft.com/office/drawing/2014/main" id="{F41EBB73-777E-4387-9FFC-E9FF60B8110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713495" y="3595966"/>
            <a:ext cx="818795" cy="818795"/>
          </a:xfrm>
          <a:prstGeom prst="rect">
            <a:avLst/>
          </a:prstGeom>
        </p:spPr>
      </p:pic>
      <p:pic>
        <p:nvPicPr>
          <p:cNvPr id="106" name="Graphique 105" descr="Personne confuse avec un remplissage uni">
            <a:extLst>
              <a:ext uri="{FF2B5EF4-FFF2-40B4-BE49-F238E27FC236}">
                <a16:creationId xmlns:a16="http://schemas.microsoft.com/office/drawing/2014/main" id="{F0908DB4-4443-4B2F-ABB9-508E55C470D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980728" y="3643780"/>
            <a:ext cx="818795" cy="818795"/>
          </a:xfrm>
          <a:prstGeom prst="rect">
            <a:avLst/>
          </a:prstGeom>
        </p:spPr>
      </p:pic>
      <p:pic>
        <p:nvPicPr>
          <p:cNvPr id="107" name="Graphique 106" descr="Personne confuse avec un remplissage uni">
            <a:extLst>
              <a:ext uri="{FF2B5EF4-FFF2-40B4-BE49-F238E27FC236}">
                <a16:creationId xmlns:a16="http://schemas.microsoft.com/office/drawing/2014/main" id="{464CAF4D-B27E-4054-9AA0-70E3EC1C3EF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264597" y="3609242"/>
            <a:ext cx="818795" cy="818795"/>
          </a:xfrm>
          <a:prstGeom prst="rect">
            <a:avLst/>
          </a:prstGeom>
        </p:spPr>
      </p:pic>
      <p:pic>
        <p:nvPicPr>
          <p:cNvPr id="108" name="Graphique 107" descr="Personne confuse avec un remplissage uni">
            <a:extLst>
              <a:ext uri="{FF2B5EF4-FFF2-40B4-BE49-F238E27FC236}">
                <a16:creationId xmlns:a16="http://schemas.microsoft.com/office/drawing/2014/main" id="{22422E7E-1431-41A1-A911-74F237E44AB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525955" y="3609242"/>
            <a:ext cx="818795" cy="818795"/>
          </a:xfrm>
          <a:prstGeom prst="rect">
            <a:avLst/>
          </a:prstGeom>
        </p:spPr>
      </p:pic>
      <p:pic>
        <p:nvPicPr>
          <p:cNvPr id="109" name="Graphique 108" descr="Personne confuse avec un remplissage uni">
            <a:extLst>
              <a:ext uri="{FF2B5EF4-FFF2-40B4-BE49-F238E27FC236}">
                <a16:creationId xmlns:a16="http://schemas.microsoft.com/office/drawing/2014/main" id="{B30BF4A2-0DD7-410A-AEF5-CD9BCD71DD7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28612" y="3558947"/>
            <a:ext cx="818795" cy="818795"/>
          </a:xfrm>
          <a:prstGeom prst="rect">
            <a:avLst/>
          </a:prstGeom>
        </p:spPr>
      </p:pic>
      <p:sp>
        <p:nvSpPr>
          <p:cNvPr id="110" name="Bulle narrative : ronde 109">
            <a:extLst>
              <a:ext uri="{FF2B5EF4-FFF2-40B4-BE49-F238E27FC236}">
                <a16:creationId xmlns:a16="http://schemas.microsoft.com/office/drawing/2014/main" id="{D7262DBD-60DC-4963-8756-9481644169E8}"/>
              </a:ext>
            </a:extLst>
          </p:cNvPr>
          <p:cNvSpPr/>
          <p:nvPr/>
        </p:nvSpPr>
        <p:spPr>
          <a:xfrm>
            <a:off x="8041799" y="2537468"/>
            <a:ext cx="2592518" cy="683580"/>
          </a:xfrm>
          <a:prstGeom prst="wedgeEllipseCallout">
            <a:avLst>
              <a:gd name="adj1" fmla="val -388"/>
              <a:gd name="adj2" fmla="val 91979"/>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 would like you to meet</a:t>
            </a:r>
          </a:p>
        </p:txBody>
      </p:sp>
      <p:cxnSp>
        <p:nvCxnSpPr>
          <p:cNvPr id="6" name="Connecteur droit avec flèche 5">
            <a:extLst>
              <a:ext uri="{FF2B5EF4-FFF2-40B4-BE49-F238E27FC236}">
                <a16:creationId xmlns:a16="http://schemas.microsoft.com/office/drawing/2014/main" id="{A8408982-84E1-4839-A72F-08E8E4D5630C}"/>
              </a:ext>
            </a:extLst>
          </p:cNvPr>
          <p:cNvCxnSpPr/>
          <p:nvPr/>
        </p:nvCxnSpPr>
        <p:spPr>
          <a:xfrm>
            <a:off x="154361" y="5060223"/>
            <a:ext cx="117978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ZoneTexte 6">
            <a:extLst>
              <a:ext uri="{FF2B5EF4-FFF2-40B4-BE49-F238E27FC236}">
                <a16:creationId xmlns:a16="http://schemas.microsoft.com/office/drawing/2014/main" id="{B02819AF-6A4D-4669-8231-8F08DD1BD5C0}"/>
              </a:ext>
            </a:extLst>
          </p:cNvPr>
          <p:cNvSpPr txBox="1"/>
          <p:nvPr/>
        </p:nvSpPr>
        <p:spPr>
          <a:xfrm>
            <a:off x="10070644" y="4400942"/>
            <a:ext cx="1714500" cy="369332"/>
          </a:xfrm>
          <a:prstGeom prst="rect">
            <a:avLst/>
          </a:prstGeom>
          <a:noFill/>
        </p:spPr>
        <p:txBody>
          <a:bodyPr wrap="square" rtlCol="0">
            <a:spAutoFit/>
          </a:bodyPr>
          <a:lstStyle/>
          <a:p>
            <a:r>
              <a:rPr lang="en-US" dirty="0"/>
              <a:t>New audience</a:t>
            </a:r>
          </a:p>
        </p:txBody>
      </p:sp>
      <p:grpSp>
        <p:nvGrpSpPr>
          <p:cNvPr id="111" name="Groupe 110">
            <a:extLst>
              <a:ext uri="{FF2B5EF4-FFF2-40B4-BE49-F238E27FC236}">
                <a16:creationId xmlns:a16="http://schemas.microsoft.com/office/drawing/2014/main" id="{8C75A0C4-8C7A-4568-8576-267F461D6E4F}"/>
              </a:ext>
            </a:extLst>
          </p:cNvPr>
          <p:cNvGrpSpPr/>
          <p:nvPr/>
        </p:nvGrpSpPr>
        <p:grpSpPr>
          <a:xfrm>
            <a:off x="7785099" y="3309195"/>
            <a:ext cx="982042" cy="1063416"/>
            <a:chOff x="7560150" y="2879049"/>
            <a:chExt cx="982042" cy="1063416"/>
          </a:xfrm>
          <a:solidFill>
            <a:srgbClr val="ED7D31"/>
          </a:solidFill>
        </p:grpSpPr>
        <p:grpSp>
          <p:nvGrpSpPr>
            <p:cNvPr id="112" name="Groupe 111">
              <a:extLst>
                <a:ext uri="{FF2B5EF4-FFF2-40B4-BE49-F238E27FC236}">
                  <a16:creationId xmlns:a16="http://schemas.microsoft.com/office/drawing/2014/main" id="{6936122F-255B-4BA4-BA0C-25001394D4C1}"/>
                </a:ext>
              </a:extLst>
            </p:cNvPr>
            <p:cNvGrpSpPr/>
            <p:nvPr/>
          </p:nvGrpSpPr>
          <p:grpSpPr>
            <a:xfrm>
              <a:off x="7798849" y="2879049"/>
              <a:ext cx="743343" cy="1063416"/>
              <a:chOff x="6391015" y="3260296"/>
              <a:chExt cx="743343" cy="1063416"/>
            </a:xfrm>
            <a:grpFill/>
          </p:grpSpPr>
          <p:grpSp>
            <p:nvGrpSpPr>
              <p:cNvPr id="114" name="Groupe 113">
                <a:extLst>
                  <a:ext uri="{FF2B5EF4-FFF2-40B4-BE49-F238E27FC236}">
                    <a16:creationId xmlns:a16="http://schemas.microsoft.com/office/drawing/2014/main" id="{DB1EC249-237E-4DC1-8767-2CB96A89EDC8}"/>
                  </a:ext>
                </a:extLst>
              </p:cNvPr>
              <p:cNvGrpSpPr/>
              <p:nvPr/>
            </p:nvGrpSpPr>
            <p:grpSpPr>
              <a:xfrm>
                <a:off x="6391015" y="3260296"/>
                <a:ext cx="743343" cy="1063416"/>
                <a:chOff x="6298348" y="3168316"/>
                <a:chExt cx="867130" cy="1240504"/>
              </a:xfrm>
              <a:grpFill/>
            </p:grpSpPr>
            <p:pic>
              <p:nvPicPr>
                <p:cNvPr id="116" name="Graphique 115" descr="Enseignant avec un remplissage uni">
                  <a:extLst>
                    <a:ext uri="{FF2B5EF4-FFF2-40B4-BE49-F238E27FC236}">
                      <a16:creationId xmlns:a16="http://schemas.microsoft.com/office/drawing/2014/main" id="{AD63574D-CC5A-430E-811A-558AC101369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98348" y="3168316"/>
                  <a:ext cx="867130" cy="867130"/>
                </a:xfrm>
                <a:prstGeom prst="rect">
                  <a:avLst/>
                </a:prstGeom>
              </p:spPr>
            </p:pic>
            <p:pic>
              <p:nvPicPr>
                <p:cNvPr id="117" name="Graphique 116" descr="Personne confuse avec un remplissage uni">
                  <a:extLst>
                    <a:ext uri="{FF2B5EF4-FFF2-40B4-BE49-F238E27FC236}">
                      <a16:creationId xmlns:a16="http://schemas.microsoft.com/office/drawing/2014/main" id="{61C9125E-4831-4D68-A05B-315A5CC2B85B}"/>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l="34664" t="32545" r="38513" b="-1"/>
                <a:stretch/>
              </p:blipFill>
              <p:spPr>
                <a:xfrm>
                  <a:off x="6367463" y="3792004"/>
                  <a:ext cx="245268" cy="616816"/>
                </a:xfrm>
                <a:prstGeom prst="rect">
                  <a:avLst/>
                </a:prstGeom>
              </p:spPr>
            </p:pic>
            <p:sp>
              <p:nvSpPr>
                <p:cNvPr id="118" name="Rectangle : coins arrondis 117">
                  <a:extLst>
                    <a:ext uri="{FF2B5EF4-FFF2-40B4-BE49-F238E27FC236}">
                      <a16:creationId xmlns:a16="http://schemas.microsoft.com/office/drawing/2014/main" id="{33CC651D-B991-4391-A4BF-7E773B20A795}"/>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15" name="Image 114">
                <a:extLst>
                  <a:ext uri="{FF2B5EF4-FFF2-40B4-BE49-F238E27FC236}">
                    <a16:creationId xmlns:a16="http://schemas.microsoft.com/office/drawing/2014/main" id="{37F262EC-6547-40D8-8C67-77EF6859670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13" name="Graphique 112" descr="Presse-papiers mixte avec un remplissage uni">
              <a:extLst>
                <a:ext uri="{FF2B5EF4-FFF2-40B4-BE49-F238E27FC236}">
                  <a16:creationId xmlns:a16="http://schemas.microsoft.com/office/drawing/2014/main" id="{CE3CDDA8-314A-4BEE-9034-2932166379C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20207580">
              <a:off x="7560150" y="3329802"/>
              <a:ext cx="314429" cy="314429"/>
            </a:xfrm>
            <a:prstGeom prst="rect">
              <a:avLst/>
            </a:prstGeom>
          </p:spPr>
        </p:pic>
      </p:grpSp>
      <p:grpSp>
        <p:nvGrpSpPr>
          <p:cNvPr id="119" name="Groupe 118">
            <a:extLst>
              <a:ext uri="{FF2B5EF4-FFF2-40B4-BE49-F238E27FC236}">
                <a16:creationId xmlns:a16="http://schemas.microsoft.com/office/drawing/2014/main" id="{D3250DED-F2ED-4C32-BE45-E7A3ADE7BCD8}"/>
              </a:ext>
            </a:extLst>
          </p:cNvPr>
          <p:cNvGrpSpPr/>
          <p:nvPr/>
        </p:nvGrpSpPr>
        <p:grpSpPr>
          <a:xfrm>
            <a:off x="8122266" y="1060541"/>
            <a:ext cx="978178" cy="925014"/>
            <a:chOff x="4763560" y="3762738"/>
            <a:chExt cx="978178" cy="925014"/>
          </a:xfrm>
        </p:grpSpPr>
        <p:grpSp>
          <p:nvGrpSpPr>
            <p:cNvPr id="120" name="Groupe 119">
              <a:extLst>
                <a:ext uri="{FF2B5EF4-FFF2-40B4-BE49-F238E27FC236}">
                  <a16:creationId xmlns:a16="http://schemas.microsoft.com/office/drawing/2014/main" id="{E0F3FE91-DC1A-4201-BE3A-0F934B1A867B}"/>
                </a:ext>
              </a:extLst>
            </p:cNvPr>
            <p:cNvGrpSpPr/>
            <p:nvPr/>
          </p:nvGrpSpPr>
          <p:grpSpPr>
            <a:xfrm flipH="1">
              <a:off x="4766064" y="3762738"/>
              <a:ext cx="975674" cy="925014"/>
              <a:chOff x="4716415" y="3792004"/>
              <a:chExt cx="1009529" cy="925014"/>
            </a:xfrm>
          </p:grpSpPr>
          <p:pic>
            <p:nvPicPr>
              <p:cNvPr id="123" name="Graphique 122" descr="Mégaphone1 avec un remplissage uni">
                <a:extLst>
                  <a:ext uri="{FF2B5EF4-FFF2-40B4-BE49-F238E27FC236}">
                    <a16:creationId xmlns:a16="http://schemas.microsoft.com/office/drawing/2014/main" id="{BC4CE65D-BF2F-477D-B6E2-F22EDE43AB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24" name="Groupe 123">
                <a:extLst>
                  <a:ext uri="{FF2B5EF4-FFF2-40B4-BE49-F238E27FC236}">
                    <a16:creationId xmlns:a16="http://schemas.microsoft.com/office/drawing/2014/main" id="{D81B3E89-64F5-430D-9524-F94B3374C6B2}"/>
                  </a:ext>
                </a:extLst>
              </p:cNvPr>
              <p:cNvGrpSpPr/>
              <p:nvPr/>
            </p:nvGrpSpPr>
            <p:grpSpPr>
              <a:xfrm>
                <a:off x="5048496" y="3886444"/>
                <a:ext cx="633086" cy="830574"/>
                <a:chOff x="5018285" y="3873291"/>
                <a:chExt cx="696980" cy="914400"/>
              </a:xfrm>
            </p:grpSpPr>
            <p:pic>
              <p:nvPicPr>
                <p:cNvPr id="127" name="Graphique 126" descr="Personne confuse avec un remplissage uni">
                  <a:extLst>
                    <a:ext uri="{FF2B5EF4-FFF2-40B4-BE49-F238E27FC236}">
                      <a16:creationId xmlns:a16="http://schemas.microsoft.com/office/drawing/2014/main" id="{6B3664C7-D746-4388-B33E-029D88C693F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28" name="Rectangle : coins arrondis 127">
                  <a:extLst>
                    <a:ext uri="{FF2B5EF4-FFF2-40B4-BE49-F238E27FC236}">
                      <a16:creationId xmlns:a16="http://schemas.microsoft.com/office/drawing/2014/main" id="{A7EEEAFA-D056-48E4-9EA5-A37C1754C51D}"/>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25" name="Graphique 124" descr="Balance de la justice avec un remplissage uni">
                <a:extLst>
                  <a:ext uri="{FF2B5EF4-FFF2-40B4-BE49-F238E27FC236}">
                    <a16:creationId xmlns:a16="http://schemas.microsoft.com/office/drawing/2014/main" id="{3C0C0CBB-1ED6-43B3-BBAD-AA8AB5C4FC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26" name="Image 125">
                <a:extLst>
                  <a:ext uri="{FF2B5EF4-FFF2-40B4-BE49-F238E27FC236}">
                    <a16:creationId xmlns:a16="http://schemas.microsoft.com/office/drawing/2014/main" id="{7CEDBB59-9AD8-42D8-841D-62440139DAA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21" name="Graphique 120" descr="Balance de la justice avec un remplissage uni">
              <a:extLst>
                <a:ext uri="{FF2B5EF4-FFF2-40B4-BE49-F238E27FC236}">
                  <a16:creationId xmlns:a16="http://schemas.microsoft.com/office/drawing/2014/main" id="{9D60277D-48FB-4370-8F07-695C940E0370}"/>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2" name="Graphique 121" descr="Balance de la justice avec un remplissage uni">
              <a:extLst>
                <a:ext uri="{FF2B5EF4-FFF2-40B4-BE49-F238E27FC236}">
                  <a16:creationId xmlns:a16="http://schemas.microsoft.com/office/drawing/2014/main" id="{99547782-F2BB-49EB-9DF7-336EAC65113C}"/>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29" name="Bulle narrative : ronde 128">
            <a:extLst>
              <a:ext uri="{FF2B5EF4-FFF2-40B4-BE49-F238E27FC236}">
                <a16:creationId xmlns:a16="http://schemas.microsoft.com/office/drawing/2014/main" id="{777C255F-0C14-467D-9C9C-DB5A7E19E50D}"/>
              </a:ext>
            </a:extLst>
          </p:cNvPr>
          <p:cNvSpPr/>
          <p:nvPr/>
        </p:nvSpPr>
        <p:spPr>
          <a:xfrm>
            <a:off x="8819859" y="136176"/>
            <a:ext cx="3532259" cy="956747"/>
          </a:xfrm>
          <a:prstGeom prst="wedgeEllipseCallout">
            <a:avLst>
              <a:gd name="adj1" fmla="val -55109"/>
              <a:gd name="adj2" fmla="val 4985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 help assess the potential value and promote new opportunities</a:t>
            </a:r>
          </a:p>
        </p:txBody>
      </p:sp>
    </p:spTree>
    <p:extLst>
      <p:ext uri="{BB962C8B-B14F-4D97-AF65-F5344CB8AC3E}">
        <p14:creationId xmlns:p14="http://schemas.microsoft.com/office/powerpoint/2010/main" val="202381349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E45B1F-3F36-4920-B9D8-61FBB3814148}"/>
              </a:ext>
            </a:extLst>
          </p:cNvPr>
          <p:cNvSpPr>
            <a:spLocks noGrp="1"/>
          </p:cNvSpPr>
          <p:nvPr>
            <p:ph type="title"/>
          </p:nvPr>
        </p:nvSpPr>
        <p:spPr/>
        <p:txBody>
          <a:bodyPr>
            <a:normAutofit fontScale="90000"/>
          </a:bodyPr>
          <a:lstStyle/>
          <a:p>
            <a:r>
              <a:rPr lang="en-US" dirty="0"/>
              <a:t>Zoom on : </a:t>
            </a:r>
            <a:br>
              <a:rPr lang="en-US" dirty="0"/>
            </a:br>
            <a:r>
              <a:rPr lang="en-US" dirty="0"/>
              <a:t>Level 3 scout</a:t>
            </a:r>
          </a:p>
        </p:txBody>
      </p:sp>
      <p:grpSp>
        <p:nvGrpSpPr>
          <p:cNvPr id="67" name="Groupe 66">
            <a:extLst>
              <a:ext uri="{FF2B5EF4-FFF2-40B4-BE49-F238E27FC236}">
                <a16:creationId xmlns:a16="http://schemas.microsoft.com/office/drawing/2014/main" id="{3C280916-C6BA-481E-AC08-A27FD508D8D3}"/>
              </a:ext>
            </a:extLst>
          </p:cNvPr>
          <p:cNvGrpSpPr/>
          <p:nvPr/>
        </p:nvGrpSpPr>
        <p:grpSpPr>
          <a:xfrm>
            <a:off x="5487224" y="1539625"/>
            <a:ext cx="982042" cy="1063416"/>
            <a:chOff x="7560150" y="2879049"/>
            <a:chExt cx="982042" cy="1063416"/>
          </a:xfrm>
          <a:solidFill>
            <a:srgbClr val="ED7D31"/>
          </a:solidFill>
        </p:grpSpPr>
        <p:grpSp>
          <p:nvGrpSpPr>
            <p:cNvPr id="68" name="Groupe 67">
              <a:extLst>
                <a:ext uri="{FF2B5EF4-FFF2-40B4-BE49-F238E27FC236}">
                  <a16:creationId xmlns:a16="http://schemas.microsoft.com/office/drawing/2014/main" id="{419CE332-5558-446C-B4AA-3F35EBB84006}"/>
                </a:ext>
              </a:extLst>
            </p:cNvPr>
            <p:cNvGrpSpPr/>
            <p:nvPr/>
          </p:nvGrpSpPr>
          <p:grpSpPr>
            <a:xfrm>
              <a:off x="7798849" y="2879049"/>
              <a:ext cx="743343" cy="1063416"/>
              <a:chOff x="6391015" y="3260296"/>
              <a:chExt cx="743343" cy="1063416"/>
            </a:xfrm>
            <a:grpFill/>
          </p:grpSpPr>
          <p:grpSp>
            <p:nvGrpSpPr>
              <p:cNvPr id="70" name="Groupe 69">
                <a:extLst>
                  <a:ext uri="{FF2B5EF4-FFF2-40B4-BE49-F238E27FC236}">
                    <a16:creationId xmlns:a16="http://schemas.microsoft.com/office/drawing/2014/main" id="{37749DDE-4563-4EFA-8922-7A4EA37C80C1}"/>
                  </a:ext>
                </a:extLst>
              </p:cNvPr>
              <p:cNvGrpSpPr/>
              <p:nvPr/>
            </p:nvGrpSpPr>
            <p:grpSpPr>
              <a:xfrm>
                <a:off x="6391015" y="3260296"/>
                <a:ext cx="743343" cy="1063416"/>
                <a:chOff x="6298348" y="3168316"/>
                <a:chExt cx="867130" cy="1240504"/>
              </a:xfrm>
              <a:grpFill/>
            </p:grpSpPr>
            <p:pic>
              <p:nvPicPr>
                <p:cNvPr id="72" name="Graphique 71" descr="Enseignant avec un remplissage uni">
                  <a:extLst>
                    <a:ext uri="{FF2B5EF4-FFF2-40B4-BE49-F238E27FC236}">
                      <a16:creationId xmlns:a16="http://schemas.microsoft.com/office/drawing/2014/main" id="{B44BA01C-D7C8-462D-A6C2-12D0974AC2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73" name="Graphique 72" descr="Personne confuse avec un remplissage uni">
                  <a:extLst>
                    <a:ext uri="{FF2B5EF4-FFF2-40B4-BE49-F238E27FC236}">
                      <a16:creationId xmlns:a16="http://schemas.microsoft.com/office/drawing/2014/main" id="{B3B0A39A-6AA1-48D0-8EC5-EDE33B378D2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74" name="Rectangle : coins arrondis 73">
                  <a:extLst>
                    <a:ext uri="{FF2B5EF4-FFF2-40B4-BE49-F238E27FC236}">
                      <a16:creationId xmlns:a16="http://schemas.microsoft.com/office/drawing/2014/main" id="{90256180-F2D1-4249-8B73-5E20EDD5C90F}"/>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71" name="Image 70">
                <a:extLst>
                  <a:ext uri="{FF2B5EF4-FFF2-40B4-BE49-F238E27FC236}">
                    <a16:creationId xmlns:a16="http://schemas.microsoft.com/office/drawing/2014/main" id="{699D0F59-3D3C-4358-9EE6-05BBF89165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69" name="Graphique 68" descr="Presse-papiers mixte avec un remplissage uni">
              <a:extLst>
                <a:ext uri="{FF2B5EF4-FFF2-40B4-BE49-F238E27FC236}">
                  <a16:creationId xmlns:a16="http://schemas.microsoft.com/office/drawing/2014/main" id="{6F02CE5B-69BA-4035-B83D-FB74B0A4C5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pic>
        <p:nvPicPr>
          <p:cNvPr id="75" name="Graphique 74" descr="Personne confuse avec un remplissage uni">
            <a:extLst>
              <a:ext uri="{FF2B5EF4-FFF2-40B4-BE49-F238E27FC236}">
                <a16:creationId xmlns:a16="http://schemas.microsoft.com/office/drawing/2014/main" id="{41A94411-BD03-40A4-AEA8-EA981FC280A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118615" y="2598320"/>
            <a:ext cx="818795" cy="818795"/>
          </a:xfrm>
          <a:prstGeom prst="rect">
            <a:avLst/>
          </a:prstGeom>
        </p:spPr>
      </p:pic>
      <p:pic>
        <p:nvPicPr>
          <p:cNvPr id="76" name="Graphique 75" descr="Personne confuse avec un remplissage uni">
            <a:extLst>
              <a:ext uri="{FF2B5EF4-FFF2-40B4-BE49-F238E27FC236}">
                <a16:creationId xmlns:a16="http://schemas.microsoft.com/office/drawing/2014/main" id="{6255562A-7CBF-4305-A4FF-32CB9772220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85848" y="2646134"/>
            <a:ext cx="818795" cy="818795"/>
          </a:xfrm>
          <a:prstGeom prst="rect">
            <a:avLst/>
          </a:prstGeom>
        </p:spPr>
      </p:pic>
      <p:pic>
        <p:nvPicPr>
          <p:cNvPr id="77" name="Graphique 76" descr="Personne confuse avec un remplissage uni">
            <a:extLst>
              <a:ext uri="{FF2B5EF4-FFF2-40B4-BE49-F238E27FC236}">
                <a16:creationId xmlns:a16="http://schemas.microsoft.com/office/drawing/2014/main" id="{6C34A966-6492-44D8-9CAC-E443AAC15BF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69717" y="2611596"/>
            <a:ext cx="818795" cy="818795"/>
          </a:xfrm>
          <a:prstGeom prst="rect">
            <a:avLst/>
          </a:prstGeom>
        </p:spPr>
      </p:pic>
      <p:pic>
        <p:nvPicPr>
          <p:cNvPr id="78" name="Graphique 77" descr="Personne confuse avec un remplissage uni">
            <a:extLst>
              <a:ext uri="{FF2B5EF4-FFF2-40B4-BE49-F238E27FC236}">
                <a16:creationId xmlns:a16="http://schemas.microsoft.com/office/drawing/2014/main" id="{FCA4EDB1-685E-4782-B433-BF8667E4F03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31075" y="2611596"/>
            <a:ext cx="818795" cy="818795"/>
          </a:xfrm>
          <a:prstGeom prst="rect">
            <a:avLst/>
          </a:prstGeom>
        </p:spPr>
      </p:pic>
      <p:pic>
        <p:nvPicPr>
          <p:cNvPr id="79" name="Graphique 78" descr="Personne confuse avec un remplissage uni">
            <a:extLst>
              <a:ext uri="{FF2B5EF4-FFF2-40B4-BE49-F238E27FC236}">
                <a16:creationId xmlns:a16="http://schemas.microsoft.com/office/drawing/2014/main" id="{2478D934-43D6-4193-97EB-C61E60EB6CA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33732" y="2561301"/>
            <a:ext cx="818795" cy="818795"/>
          </a:xfrm>
          <a:prstGeom prst="rect">
            <a:avLst/>
          </a:prstGeom>
        </p:spPr>
      </p:pic>
      <p:grpSp>
        <p:nvGrpSpPr>
          <p:cNvPr id="95" name="Groupe 94">
            <a:extLst>
              <a:ext uri="{FF2B5EF4-FFF2-40B4-BE49-F238E27FC236}">
                <a16:creationId xmlns:a16="http://schemas.microsoft.com/office/drawing/2014/main" id="{EB299622-5820-4A1E-8400-8FD795BDBDFF}"/>
              </a:ext>
            </a:extLst>
          </p:cNvPr>
          <p:cNvGrpSpPr/>
          <p:nvPr/>
        </p:nvGrpSpPr>
        <p:grpSpPr>
          <a:xfrm>
            <a:off x="9304672" y="2814024"/>
            <a:ext cx="978178" cy="925014"/>
            <a:chOff x="4763560" y="3762738"/>
            <a:chExt cx="978178" cy="925014"/>
          </a:xfrm>
        </p:grpSpPr>
        <p:grpSp>
          <p:nvGrpSpPr>
            <p:cNvPr id="96" name="Groupe 95">
              <a:extLst>
                <a:ext uri="{FF2B5EF4-FFF2-40B4-BE49-F238E27FC236}">
                  <a16:creationId xmlns:a16="http://schemas.microsoft.com/office/drawing/2014/main" id="{8F0A73B5-BBF1-4257-B92C-872954EC3342}"/>
                </a:ext>
              </a:extLst>
            </p:cNvPr>
            <p:cNvGrpSpPr/>
            <p:nvPr/>
          </p:nvGrpSpPr>
          <p:grpSpPr>
            <a:xfrm flipH="1">
              <a:off x="4766064" y="3762738"/>
              <a:ext cx="975674" cy="925014"/>
              <a:chOff x="4716415" y="3792004"/>
              <a:chExt cx="1009529" cy="925014"/>
            </a:xfrm>
          </p:grpSpPr>
          <p:pic>
            <p:nvPicPr>
              <p:cNvPr id="99" name="Graphique 98" descr="Mégaphone1 avec un remplissage uni">
                <a:extLst>
                  <a:ext uri="{FF2B5EF4-FFF2-40B4-BE49-F238E27FC236}">
                    <a16:creationId xmlns:a16="http://schemas.microsoft.com/office/drawing/2014/main" id="{B63F3822-DBFA-4CC9-B349-A69904AC406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716415" y="3792004"/>
                <a:ext cx="384826" cy="398002"/>
              </a:xfrm>
              <a:prstGeom prst="rect">
                <a:avLst/>
              </a:prstGeom>
            </p:spPr>
          </p:pic>
          <p:grpSp>
            <p:nvGrpSpPr>
              <p:cNvPr id="100" name="Groupe 99">
                <a:extLst>
                  <a:ext uri="{FF2B5EF4-FFF2-40B4-BE49-F238E27FC236}">
                    <a16:creationId xmlns:a16="http://schemas.microsoft.com/office/drawing/2014/main" id="{AB0E09F8-FFA7-4171-810B-87077C5FF569}"/>
                  </a:ext>
                </a:extLst>
              </p:cNvPr>
              <p:cNvGrpSpPr/>
              <p:nvPr/>
            </p:nvGrpSpPr>
            <p:grpSpPr>
              <a:xfrm>
                <a:off x="5048496" y="3886444"/>
                <a:ext cx="633086" cy="830574"/>
                <a:chOff x="5018285" y="3873291"/>
                <a:chExt cx="696980" cy="914400"/>
              </a:xfrm>
            </p:grpSpPr>
            <p:pic>
              <p:nvPicPr>
                <p:cNvPr id="103" name="Graphique 102" descr="Personne confuse avec un remplissage uni">
                  <a:extLst>
                    <a:ext uri="{FF2B5EF4-FFF2-40B4-BE49-F238E27FC236}">
                      <a16:creationId xmlns:a16="http://schemas.microsoft.com/office/drawing/2014/main" id="{4BB4DA1D-5882-44EC-8D41-5187CA636DD0}"/>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104" name="Rectangle : coins arrondis 103">
                  <a:extLst>
                    <a:ext uri="{FF2B5EF4-FFF2-40B4-BE49-F238E27FC236}">
                      <a16:creationId xmlns:a16="http://schemas.microsoft.com/office/drawing/2014/main" id="{D7E2A250-4F37-4094-A00E-DB0FAEEACCCB}"/>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01" name="Graphique 100" descr="Balance de la justice avec un remplissage uni">
                <a:extLst>
                  <a:ext uri="{FF2B5EF4-FFF2-40B4-BE49-F238E27FC236}">
                    <a16:creationId xmlns:a16="http://schemas.microsoft.com/office/drawing/2014/main" id="{6DCFB968-EF0F-4A6B-A46E-A4C9E8BA75B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74349" y="3867945"/>
                <a:ext cx="351595" cy="351595"/>
              </a:xfrm>
              <a:prstGeom prst="rect">
                <a:avLst/>
              </a:prstGeom>
            </p:spPr>
          </p:pic>
          <p:pic>
            <p:nvPicPr>
              <p:cNvPr id="102" name="Image 101">
                <a:extLst>
                  <a:ext uri="{FF2B5EF4-FFF2-40B4-BE49-F238E27FC236}">
                    <a16:creationId xmlns:a16="http://schemas.microsoft.com/office/drawing/2014/main" id="{7BDF4758-992D-45A7-92AF-A47862A748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97" name="Graphique 96" descr="Balance de la justice avec un remplissage uni">
              <a:extLst>
                <a:ext uri="{FF2B5EF4-FFF2-40B4-BE49-F238E27FC236}">
                  <a16:creationId xmlns:a16="http://schemas.microsoft.com/office/drawing/2014/main" id="{6EAFA0CB-721B-42BC-9248-9CC2AA0B60AF}"/>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7711" t="16230" r="55712" b="32471"/>
            <a:stretch/>
          </p:blipFill>
          <p:spPr>
            <a:xfrm flipH="1">
              <a:off x="4955380" y="3895743"/>
              <a:ext cx="124289" cy="180364"/>
            </a:xfrm>
            <a:prstGeom prst="rect">
              <a:avLst/>
            </a:prstGeom>
          </p:spPr>
        </p:pic>
        <p:pic>
          <p:nvPicPr>
            <p:cNvPr id="98" name="Graphique 97" descr="Balance de la justice avec un remplissage uni">
              <a:extLst>
                <a:ext uri="{FF2B5EF4-FFF2-40B4-BE49-F238E27FC236}">
                  <a16:creationId xmlns:a16="http://schemas.microsoft.com/office/drawing/2014/main" id="{D24F529D-B1AC-4B2D-B875-CE38F3E0731C}"/>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58383" t="16186" b="30375"/>
            <a:stretch/>
          </p:blipFill>
          <p:spPr>
            <a:xfrm flipH="1">
              <a:off x="4763560" y="3895742"/>
              <a:ext cx="141416" cy="187889"/>
            </a:xfrm>
            <a:prstGeom prst="rect">
              <a:avLst/>
            </a:prstGeom>
          </p:spPr>
        </p:pic>
      </p:grpSp>
      <p:pic>
        <p:nvPicPr>
          <p:cNvPr id="105" name="Graphique 104" descr="Personne confuse avec un remplissage uni">
            <a:extLst>
              <a:ext uri="{FF2B5EF4-FFF2-40B4-BE49-F238E27FC236}">
                <a16:creationId xmlns:a16="http://schemas.microsoft.com/office/drawing/2014/main" id="{F41EBB73-777E-4387-9FFC-E9FF60B8110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65364" y="3314358"/>
            <a:ext cx="818795" cy="818795"/>
          </a:xfrm>
          <a:prstGeom prst="rect">
            <a:avLst/>
          </a:prstGeom>
        </p:spPr>
      </p:pic>
      <p:pic>
        <p:nvPicPr>
          <p:cNvPr id="106" name="Graphique 105" descr="Personne confuse avec un remplissage uni">
            <a:extLst>
              <a:ext uri="{FF2B5EF4-FFF2-40B4-BE49-F238E27FC236}">
                <a16:creationId xmlns:a16="http://schemas.microsoft.com/office/drawing/2014/main" id="{F0908DB4-4443-4B2F-ABB9-508E55C470D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32597" y="3362172"/>
            <a:ext cx="818795" cy="818795"/>
          </a:xfrm>
          <a:prstGeom prst="rect">
            <a:avLst/>
          </a:prstGeom>
        </p:spPr>
      </p:pic>
      <p:pic>
        <p:nvPicPr>
          <p:cNvPr id="107" name="Graphique 106" descr="Personne confuse avec un remplissage uni">
            <a:extLst>
              <a:ext uri="{FF2B5EF4-FFF2-40B4-BE49-F238E27FC236}">
                <a16:creationId xmlns:a16="http://schemas.microsoft.com/office/drawing/2014/main" id="{464CAF4D-B27E-4054-9AA0-70E3EC1C3EF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416466" y="3327634"/>
            <a:ext cx="818795" cy="818795"/>
          </a:xfrm>
          <a:prstGeom prst="rect">
            <a:avLst/>
          </a:prstGeom>
        </p:spPr>
      </p:pic>
      <p:pic>
        <p:nvPicPr>
          <p:cNvPr id="108" name="Graphique 107" descr="Personne confuse avec un remplissage uni">
            <a:extLst>
              <a:ext uri="{FF2B5EF4-FFF2-40B4-BE49-F238E27FC236}">
                <a16:creationId xmlns:a16="http://schemas.microsoft.com/office/drawing/2014/main" id="{22422E7E-1431-41A1-A911-74F237E44AB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77824" y="3327634"/>
            <a:ext cx="818795" cy="818795"/>
          </a:xfrm>
          <a:prstGeom prst="rect">
            <a:avLst/>
          </a:prstGeom>
        </p:spPr>
      </p:pic>
      <p:pic>
        <p:nvPicPr>
          <p:cNvPr id="109" name="Graphique 108" descr="Personne confuse avec un remplissage uni">
            <a:extLst>
              <a:ext uri="{FF2B5EF4-FFF2-40B4-BE49-F238E27FC236}">
                <a16:creationId xmlns:a16="http://schemas.microsoft.com/office/drawing/2014/main" id="{B30BF4A2-0DD7-410A-AEF5-CD9BCD71DD7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980481" y="3277339"/>
            <a:ext cx="818795" cy="818795"/>
          </a:xfrm>
          <a:prstGeom prst="rect">
            <a:avLst/>
          </a:prstGeom>
        </p:spPr>
      </p:pic>
      <p:sp>
        <p:nvSpPr>
          <p:cNvPr id="7" name="ZoneTexte 6">
            <a:extLst>
              <a:ext uri="{FF2B5EF4-FFF2-40B4-BE49-F238E27FC236}">
                <a16:creationId xmlns:a16="http://schemas.microsoft.com/office/drawing/2014/main" id="{B02819AF-6A4D-4669-8231-8F08DD1BD5C0}"/>
              </a:ext>
            </a:extLst>
          </p:cNvPr>
          <p:cNvSpPr txBox="1"/>
          <p:nvPr/>
        </p:nvSpPr>
        <p:spPr>
          <a:xfrm>
            <a:off x="9899292" y="4129305"/>
            <a:ext cx="1714500" cy="553998"/>
          </a:xfrm>
          <a:prstGeom prst="rect">
            <a:avLst/>
          </a:prstGeom>
          <a:noFill/>
        </p:spPr>
        <p:txBody>
          <a:bodyPr wrap="square" rtlCol="0">
            <a:spAutoFit/>
          </a:bodyPr>
          <a:lstStyle/>
          <a:p>
            <a:r>
              <a:rPr lang="en-US" sz="1000" dirty="0"/>
              <a:t>New audience and potential for new learning event</a:t>
            </a:r>
          </a:p>
        </p:txBody>
      </p:sp>
      <p:grpSp>
        <p:nvGrpSpPr>
          <p:cNvPr id="82" name="Groupe 81">
            <a:extLst>
              <a:ext uri="{FF2B5EF4-FFF2-40B4-BE49-F238E27FC236}">
                <a16:creationId xmlns:a16="http://schemas.microsoft.com/office/drawing/2014/main" id="{C98AF364-B0D8-412D-9889-6E19D1DDAD77}"/>
              </a:ext>
            </a:extLst>
          </p:cNvPr>
          <p:cNvGrpSpPr/>
          <p:nvPr/>
        </p:nvGrpSpPr>
        <p:grpSpPr>
          <a:xfrm>
            <a:off x="8162512" y="4763234"/>
            <a:ext cx="978178" cy="925014"/>
            <a:chOff x="4763560" y="3762738"/>
            <a:chExt cx="978178" cy="925014"/>
          </a:xfrm>
        </p:grpSpPr>
        <p:grpSp>
          <p:nvGrpSpPr>
            <p:cNvPr id="83" name="Groupe 82">
              <a:extLst>
                <a:ext uri="{FF2B5EF4-FFF2-40B4-BE49-F238E27FC236}">
                  <a16:creationId xmlns:a16="http://schemas.microsoft.com/office/drawing/2014/main" id="{E94E8041-180F-4DD1-A38E-9540DD1933A3}"/>
                </a:ext>
              </a:extLst>
            </p:cNvPr>
            <p:cNvGrpSpPr/>
            <p:nvPr/>
          </p:nvGrpSpPr>
          <p:grpSpPr>
            <a:xfrm flipH="1">
              <a:off x="4766064" y="3762738"/>
              <a:ext cx="975674" cy="925014"/>
              <a:chOff x="4716415" y="3792004"/>
              <a:chExt cx="1009529" cy="925014"/>
            </a:xfrm>
          </p:grpSpPr>
          <p:pic>
            <p:nvPicPr>
              <p:cNvPr id="86" name="Graphique 85" descr="Mégaphone1 avec un remplissage uni">
                <a:extLst>
                  <a:ext uri="{FF2B5EF4-FFF2-40B4-BE49-F238E27FC236}">
                    <a16:creationId xmlns:a16="http://schemas.microsoft.com/office/drawing/2014/main" id="{4075351E-BEA2-4371-AA08-8879CB0E686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716415" y="3792004"/>
                <a:ext cx="384826" cy="398002"/>
              </a:xfrm>
              <a:prstGeom prst="rect">
                <a:avLst/>
              </a:prstGeom>
            </p:spPr>
          </p:pic>
          <p:grpSp>
            <p:nvGrpSpPr>
              <p:cNvPr id="87" name="Groupe 86">
                <a:extLst>
                  <a:ext uri="{FF2B5EF4-FFF2-40B4-BE49-F238E27FC236}">
                    <a16:creationId xmlns:a16="http://schemas.microsoft.com/office/drawing/2014/main" id="{E4245F54-3589-4F38-B392-4F17BA7920CD}"/>
                  </a:ext>
                </a:extLst>
              </p:cNvPr>
              <p:cNvGrpSpPr/>
              <p:nvPr/>
            </p:nvGrpSpPr>
            <p:grpSpPr>
              <a:xfrm>
                <a:off x="5048496" y="3886444"/>
                <a:ext cx="633086" cy="830574"/>
                <a:chOff x="5018285" y="3873291"/>
                <a:chExt cx="696980" cy="914400"/>
              </a:xfrm>
            </p:grpSpPr>
            <p:pic>
              <p:nvPicPr>
                <p:cNvPr id="90" name="Graphique 89" descr="Personne confuse avec un remplissage uni">
                  <a:extLst>
                    <a:ext uri="{FF2B5EF4-FFF2-40B4-BE49-F238E27FC236}">
                      <a16:creationId xmlns:a16="http://schemas.microsoft.com/office/drawing/2014/main" id="{703FB18D-FCA8-46A2-B524-B7A024ABD79F}"/>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91" name="Rectangle : coins arrondis 90">
                  <a:extLst>
                    <a:ext uri="{FF2B5EF4-FFF2-40B4-BE49-F238E27FC236}">
                      <a16:creationId xmlns:a16="http://schemas.microsoft.com/office/drawing/2014/main" id="{C8A6C6A0-C774-4580-B258-1DE01DE37B52}"/>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88" name="Graphique 87" descr="Balance de la justice avec un remplissage uni">
                <a:extLst>
                  <a:ext uri="{FF2B5EF4-FFF2-40B4-BE49-F238E27FC236}">
                    <a16:creationId xmlns:a16="http://schemas.microsoft.com/office/drawing/2014/main" id="{6D536636-2031-455E-ABF7-3BA82169410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74349" y="3867945"/>
                <a:ext cx="351595" cy="351595"/>
              </a:xfrm>
              <a:prstGeom prst="rect">
                <a:avLst/>
              </a:prstGeom>
            </p:spPr>
          </p:pic>
          <p:pic>
            <p:nvPicPr>
              <p:cNvPr id="89" name="Image 88">
                <a:extLst>
                  <a:ext uri="{FF2B5EF4-FFF2-40B4-BE49-F238E27FC236}">
                    <a16:creationId xmlns:a16="http://schemas.microsoft.com/office/drawing/2014/main" id="{2514E545-AC11-4708-861C-87B8E13AED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84" name="Graphique 83" descr="Balance de la justice avec un remplissage uni">
              <a:extLst>
                <a:ext uri="{FF2B5EF4-FFF2-40B4-BE49-F238E27FC236}">
                  <a16:creationId xmlns:a16="http://schemas.microsoft.com/office/drawing/2014/main" id="{3257A7AF-3822-4B10-82BA-348E7CDB3891}"/>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7711" t="16230" r="55712" b="32471"/>
            <a:stretch/>
          </p:blipFill>
          <p:spPr>
            <a:xfrm flipH="1">
              <a:off x="4955380" y="3895743"/>
              <a:ext cx="124289" cy="180364"/>
            </a:xfrm>
            <a:prstGeom prst="rect">
              <a:avLst/>
            </a:prstGeom>
          </p:spPr>
        </p:pic>
        <p:pic>
          <p:nvPicPr>
            <p:cNvPr id="85" name="Graphique 84" descr="Balance de la justice avec un remplissage uni">
              <a:extLst>
                <a:ext uri="{FF2B5EF4-FFF2-40B4-BE49-F238E27FC236}">
                  <a16:creationId xmlns:a16="http://schemas.microsoft.com/office/drawing/2014/main" id="{95887753-E68D-48A9-AF85-718F17BBAC83}"/>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58383" t="16186" b="30375"/>
            <a:stretch/>
          </p:blipFill>
          <p:spPr>
            <a:xfrm flipH="1">
              <a:off x="4763560" y="3895742"/>
              <a:ext cx="141416" cy="187889"/>
            </a:xfrm>
            <a:prstGeom prst="rect">
              <a:avLst/>
            </a:prstGeom>
          </p:spPr>
        </p:pic>
      </p:grpSp>
      <p:pic>
        <p:nvPicPr>
          <p:cNvPr id="130" name="Graphique 129" descr="Personne confuse avec un remplissage uni">
            <a:extLst>
              <a:ext uri="{FF2B5EF4-FFF2-40B4-BE49-F238E27FC236}">
                <a16:creationId xmlns:a16="http://schemas.microsoft.com/office/drawing/2014/main" id="{A9BFBB88-BEA9-48A5-912B-88F689B5F44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67924" y="5388062"/>
            <a:ext cx="818795" cy="818795"/>
          </a:xfrm>
          <a:prstGeom prst="rect">
            <a:avLst/>
          </a:prstGeom>
        </p:spPr>
      </p:pic>
      <p:pic>
        <p:nvPicPr>
          <p:cNvPr id="131" name="Graphique 130" descr="Personne confuse avec un remplissage uni">
            <a:extLst>
              <a:ext uri="{FF2B5EF4-FFF2-40B4-BE49-F238E27FC236}">
                <a16:creationId xmlns:a16="http://schemas.microsoft.com/office/drawing/2014/main" id="{BB34BABF-91AA-47C4-86E6-F4F3875058D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35157" y="5435876"/>
            <a:ext cx="818795" cy="818795"/>
          </a:xfrm>
          <a:prstGeom prst="rect">
            <a:avLst/>
          </a:prstGeom>
        </p:spPr>
      </p:pic>
      <p:pic>
        <p:nvPicPr>
          <p:cNvPr id="132" name="Graphique 131" descr="Personne confuse avec un remplissage uni">
            <a:extLst>
              <a:ext uri="{FF2B5EF4-FFF2-40B4-BE49-F238E27FC236}">
                <a16:creationId xmlns:a16="http://schemas.microsoft.com/office/drawing/2014/main" id="{7DD7EA1D-6234-44F7-BC30-AF6ECC7D74C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19026" y="5401338"/>
            <a:ext cx="818795" cy="818795"/>
          </a:xfrm>
          <a:prstGeom prst="rect">
            <a:avLst/>
          </a:prstGeom>
        </p:spPr>
      </p:pic>
      <p:pic>
        <p:nvPicPr>
          <p:cNvPr id="133" name="Graphique 132" descr="Personne confuse avec un remplissage uni">
            <a:extLst>
              <a:ext uri="{FF2B5EF4-FFF2-40B4-BE49-F238E27FC236}">
                <a16:creationId xmlns:a16="http://schemas.microsoft.com/office/drawing/2014/main" id="{F57495DE-AAE1-4CD4-8DC1-7B08D331A4A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80384" y="5401338"/>
            <a:ext cx="818795" cy="818795"/>
          </a:xfrm>
          <a:prstGeom prst="rect">
            <a:avLst/>
          </a:prstGeom>
        </p:spPr>
      </p:pic>
      <p:pic>
        <p:nvPicPr>
          <p:cNvPr id="134" name="Graphique 133" descr="Personne confuse avec un remplissage uni">
            <a:extLst>
              <a:ext uri="{FF2B5EF4-FFF2-40B4-BE49-F238E27FC236}">
                <a16:creationId xmlns:a16="http://schemas.microsoft.com/office/drawing/2014/main" id="{7EEB7261-002A-4673-96DA-6133DCCC441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683041" y="5351043"/>
            <a:ext cx="818795" cy="818795"/>
          </a:xfrm>
          <a:prstGeom prst="rect">
            <a:avLst/>
          </a:prstGeom>
        </p:spPr>
      </p:pic>
      <p:sp>
        <p:nvSpPr>
          <p:cNvPr id="135" name="ZoneTexte 134">
            <a:extLst>
              <a:ext uri="{FF2B5EF4-FFF2-40B4-BE49-F238E27FC236}">
                <a16:creationId xmlns:a16="http://schemas.microsoft.com/office/drawing/2014/main" id="{DB8662CE-97A9-4174-B7B6-5DC00D6AA1FD}"/>
              </a:ext>
            </a:extLst>
          </p:cNvPr>
          <p:cNvSpPr txBox="1"/>
          <p:nvPr/>
        </p:nvSpPr>
        <p:spPr>
          <a:xfrm>
            <a:off x="8601852" y="6203009"/>
            <a:ext cx="1714500" cy="553998"/>
          </a:xfrm>
          <a:prstGeom prst="rect">
            <a:avLst/>
          </a:prstGeom>
          <a:noFill/>
        </p:spPr>
        <p:txBody>
          <a:bodyPr wrap="square" rtlCol="0">
            <a:spAutoFit/>
          </a:bodyPr>
          <a:lstStyle/>
          <a:p>
            <a:r>
              <a:rPr lang="en-US" sz="1000" dirty="0"/>
              <a:t>New audience and potential for new learning event</a:t>
            </a:r>
          </a:p>
        </p:txBody>
      </p:sp>
      <p:grpSp>
        <p:nvGrpSpPr>
          <p:cNvPr id="136" name="Groupe 135">
            <a:extLst>
              <a:ext uri="{FF2B5EF4-FFF2-40B4-BE49-F238E27FC236}">
                <a16:creationId xmlns:a16="http://schemas.microsoft.com/office/drawing/2014/main" id="{CF3B8582-B7A6-458B-8C22-D672A88C425E}"/>
              </a:ext>
            </a:extLst>
          </p:cNvPr>
          <p:cNvGrpSpPr/>
          <p:nvPr/>
        </p:nvGrpSpPr>
        <p:grpSpPr>
          <a:xfrm>
            <a:off x="5319436" y="5071446"/>
            <a:ext cx="978178" cy="925014"/>
            <a:chOff x="4763560" y="3762738"/>
            <a:chExt cx="978178" cy="925014"/>
          </a:xfrm>
        </p:grpSpPr>
        <p:grpSp>
          <p:nvGrpSpPr>
            <p:cNvPr id="137" name="Groupe 136">
              <a:extLst>
                <a:ext uri="{FF2B5EF4-FFF2-40B4-BE49-F238E27FC236}">
                  <a16:creationId xmlns:a16="http://schemas.microsoft.com/office/drawing/2014/main" id="{BF010B3E-BAFC-496C-826F-871ED30C8B31}"/>
                </a:ext>
              </a:extLst>
            </p:cNvPr>
            <p:cNvGrpSpPr/>
            <p:nvPr/>
          </p:nvGrpSpPr>
          <p:grpSpPr>
            <a:xfrm flipH="1">
              <a:off x="4766064" y="3762738"/>
              <a:ext cx="975674" cy="925014"/>
              <a:chOff x="4716415" y="3792004"/>
              <a:chExt cx="1009529" cy="925014"/>
            </a:xfrm>
          </p:grpSpPr>
          <p:pic>
            <p:nvPicPr>
              <p:cNvPr id="140" name="Graphique 139" descr="Mégaphone1 avec un remplissage uni">
                <a:extLst>
                  <a:ext uri="{FF2B5EF4-FFF2-40B4-BE49-F238E27FC236}">
                    <a16:creationId xmlns:a16="http://schemas.microsoft.com/office/drawing/2014/main" id="{D2CEA525-AE5A-48F3-8C51-0FD7050D12F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716415" y="3792004"/>
                <a:ext cx="384826" cy="398002"/>
              </a:xfrm>
              <a:prstGeom prst="rect">
                <a:avLst/>
              </a:prstGeom>
            </p:spPr>
          </p:pic>
          <p:grpSp>
            <p:nvGrpSpPr>
              <p:cNvPr id="141" name="Groupe 140">
                <a:extLst>
                  <a:ext uri="{FF2B5EF4-FFF2-40B4-BE49-F238E27FC236}">
                    <a16:creationId xmlns:a16="http://schemas.microsoft.com/office/drawing/2014/main" id="{9A3169C9-3F21-48ED-A49B-E6B16B164169}"/>
                  </a:ext>
                </a:extLst>
              </p:cNvPr>
              <p:cNvGrpSpPr/>
              <p:nvPr/>
            </p:nvGrpSpPr>
            <p:grpSpPr>
              <a:xfrm>
                <a:off x="5048496" y="3886444"/>
                <a:ext cx="633086" cy="830574"/>
                <a:chOff x="5018285" y="3873291"/>
                <a:chExt cx="696980" cy="914400"/>
              </a:xfrm>
            </p:grpSpPr>
            <p:pic>
              <p:nvPicPr>
                <p:cNvPr id="144" name="Graphique 143" descr="Personne confuse avec un remplissage uni">
                  <a:extLst>
                    <a:ext uri="{FF2B5EF4-FFF2-40B4-BE49-F238E27FC236}">
                      <a16:creationId xmlns:a16="http://schemas.microsoft.com/office/drawing/2014/main" id="{A9F80C83-1781-4A3D-A0EB-45B5D2929DC4}"/>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145" name="Rectangle : coins arrondis 144">
                  <a:extLst>
                    <a:ext uri="{FF2B5EF4-FFF2-40B4-BE49-F238E27FC236}">
                      <a16:creationId xmlns:a16="http://schemas.microsoft.com/office/drawing/2014/main" id="{1E555CE4-C5C2-482C-9D25-12987178CE3D}"/>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42" name="Graphique 141" descr="Balance de la justice avec un remplissage uni">
                <a:extLst>
                  <a:ext uri="{FF2B5EF4-FFF2-40B4-BE49-F238E27FC236}">
                    <a16:creationId xmlns:a16="http://schemas.microsoft.com/office/drawing/2014/main" id="{72BC1FF9-F0B4-46C9-B330-B1906082385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74349" y="3867945"/>
                <a:ext cx="351595" cy="351595"/>
              </a:xfrm>
              <a:prstGeom prst="rect">
                <a:avLst/>
              </a:prstGeom>
            </p:spPr>
          </p:pic>
          <p:pic>
            <p:nvPicPr>
              <p:cNvPr id="143" name="Image 142">
                <a:extLst>
                  <a:ext uri="{FF2B5EF4-FFF2-40B4-BE49-F238E27FC236}">
                    <a16:creationId xmlns:a16="http://schemas.microsoft.com/office/drawing/2014/main" id="{B2169154-75F1-4337-BC06-DE0F8D42F3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38" name="Graphique 137" descr="Balance de la justice avec un remplissage uni">
              <a:extLst>
                <a:ext uri="{FF2B5EF4-FFF2-40B4-BE49-F238E27FC236}">
                  <a16:creationId xmlns:a16="http://schemas.microsoft.com/office/drawing/2014/main" id="{EE88846F-2FF6-4B8E-85E7-3B790F256D2C}"/>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7711" t="16230" r="55712" b="32471"/>
            <a:stretch/>
          </p:blipFill>
          <p:spPr>
            <a:xfrm flipH="1">
              <a:off x="4955380" y="3895743"/>
              <a:ext cx="124289" cy="180364"/>
            </a:xfrm>
            <a:prstGeom prst="rect">
              <a:avLst/>
            </a:prstGeom>
          </p:spPr>
        </p:pic>
        <p:pic>
          <p:nvPicPr>
            <p:cNvPr id="139" name="Graphique 138" descr="Balance de la justice avec un remplissage uni">
              <a:extLst>
                <a:ext uri="{FF2B5EF4-FFF2-40B4-BE49-F238E27FC236}">
                  <a16:creationId xmlns:a16="http://schemas.microsoft.com/office/drawing/2014/main" id="{409C4D45-AEDA-4796-9E3F-817E69B030F9}"/>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58383" t="16186" b="30375"/>
            <a:stretch/>
          </p:blipFill>
          <p:spPr>
            <a:xfrm flipH="1">
              <a:off x="4763560" y="3895742"/>
              <a:ext cx="141416" cy="187889"/>
            </a:xfrm>
            <a:prstGeom prst="rect">
              <a:avLst/>
            </a:prstGeom>
          </p:spPr>
        </p:pic>
      </p:grpSp>
      <p:pic>
        <p:nvPicPr>
          <p:cNvPr id="146" name="Graphique 145" descr="Personne confuse avec un remplissage uni">
            <a:extLst>
              <a:ext uri="{FF2B5EF4-FFF2-40B4-BE49-F238E27FC236}">
                <a16:creationId xmlns:a16="http://schemas.microsoft.com/office/drawing/2014/main" id="{871F31C0-13A6-4A00-8D63-AF23C60E2BB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22879" y="5701430"/>
            <a:ext cx="818795" cy="818795"/>
          </a:xfrm>
          <a:prstGeom prst="rect">
            <a:avLst/>
          </a:prstGeom>
        </p:spPr>
      </p:pic>
      <p:pic>
        <p:nvPicPr>
          <p:cNvPr id="147" name="Graphique 146" descr="Personne confuse avec un remplissage uni">
            <a:extLst>
              <a:ext uri="{FF2B5EF4-FFF2-40B4-BE49-F238E27FC236}">
                <a16:creationId xmlns:a16="http://schemas.microsoft.com/office/drawing/2014/main" id="{B9099D0F-F8C2-4BCE-8763-28463101B10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90112" y="5749244"/>
            <a:ext cx="818795" cy="818795"/>
          </a:xfrm>
          <a:prstGeom prst="rect">
            <a:avLst/>
          </a:prstGeom>
        </p:spPr>
      </p:pic>
      <p:pic>
        <p:nvPicPr>
          <p:cNvPr id="148" name="Graphique 147" descr="Personne confuse avec un remplissage uni">
            <a:extLst>
              <a:ext uri="{FF2B5EF4-FFF2-40B4-BE49-F238E27FC236}">
                <a16:creationId xmlns:a16="http://schemas.microsoft.com/office/drawing/2014/main" id="{D9D658AE-267E-41BE-80AB-33E6FB673CB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73981" y="5714706"/>
            <a:ext cx="818795" cy="818795"/>
          </a:xfrm>
          <a:prstGeom prst="rect">
            <a:avLst/>
          </a:prstGeom>
        </p:spPr>
      </p:pic>
      <p:pic>
        <p:nvPicPr>
          <p:cNvPr id="149" name="Graphique 148" descr="Personne confuse avec un remplissage uni">
            <a:extLst>
              <a:ext uri="{FF2B5EF4-FFF2-40B4-BE49-F238E27FC236}">
                <a16:creationId xmlns:a16="http://schemas.microsoft.com/office/drawing/2014/main" id="{EFAED611-6F44-4A26-8B4B-D1226A61FA6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5339" y="5714706"/>
            <a:ext cx="818795" cy="818795"/>
          </a:xfrm>
          <a:prstGeom prst="rect">
            <a:avLst/>
          </a:prstGeom>
        </p:spPr>
      </p:pic>
      <p:pic>
        <p:nvPicPr>
          <p:cNvPr id="150" name="Graphique 149" descr="Personne confuse avec un remplissage uni">
            <a:extLst>
              <a:ext uri="{FF2B5EF4-FFF2-40B4-BE49-F238E27FC236}">
                <a16:creationId xmlns:a16="http://schemas.microsoft.com/office/drawing/2014/main" id="{27EF9220-70AE-4DE9-9D92-504DF4F246F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37996" y="5664411"/>
            <a:ext cx="818795" cy="818795"/>
          </a:xfrm>
          <a:prstGeom prst="rect">
            <a:avLst/>
          </a:prstGeom>
        </p:spPr>
      </p:pic>
      <p:sp>
        <p:nvSpPr>
          <p:cNvPr id="151" name="ZoneTexte 150">
            <a:extLst>
              <a:ext uri="{FF2B5EF4-FFF2-40B4-BE49-F238E27FC236}">
                <a16:creationId xmlns:a16="http://schemas.microsoft.com/office/drawing/2014/main" id="{2440FB0A-75C1-4D1F-AD8E-BEBAFD9B0FD1}"/>
              </a:ext>
            </a:extLst>
          </p:cNvPr>
          <p:cNvSpPr txBox="1"/>
          <p:nvPr/>
        </p:nvSpPr>
        <p:spPr>
          <a:xfrm>
            <a:off x="4856807" y="6516377"/>
            <a:ext cx="1714500" cy="553998"/>
          </a:xfrm>
          <a:prstGeom prst="rect">
            <a:avLst/>
          </a:prstGeom>
          <a:noFill/>
        </p:spPr>
        <p:txBody>
          <a:bodyPr wrap="square" rtlCol="0">
            <a:spAutoFit/>
          </a:bodyPr>
          <a:lstStyle/>
          <a:p>
            <a:r>
              <a:rPr lang="en-US" sz="1000" dirty="0"/>
              <a:t>New audience and potential for new learning event</a:t>
            </a:r>
          </a:p>
        </p:txBody>
      </p:sp>
      <p:grpSp>
        <p:nvGrpSpPr>
          <p:cNvPr id="152" name="Groupe 151">
            <a:extLst>
              <a:ext uri="{FF2B5EF4-FFF2-40B4-BE49-F238E27FC236}">
                <a16:creationId xmlns:a16="http://schemas.microsoft.com/office/drawing/2014/main" id="{74E9A00F-0025-4191-9A9A-DB1F10E2F485}"/>
              </a:ext>
            </a:extLst>
          </p:cNvPr>
          <p:cNvGrpSpPr/>
          <p:nvPr/>
        </p:nvGrpSpPr>
        <p:grpSpPr>
          <a:xfrm>
            <a:off x="2591427" y="4254662"/>
            <a:ext cx="978178" cy="925014"/>
            <a:chOff x="4763560" y="3762738"/>
            <a:chExt cx="978178" cy="925014"/>
          </a:xfrm>
        </p:grpSpPr>
        <p:grpSp>
          <p:nvGrpSpPr>
            <p:cNvPr id="153" name="Groupe 152">
              <a:extLst>
                <a:ext uri="{FF2B5EF4-FFF2-40B4-BE49-F238E27FC236}">
                  <a16:creationId xmlns:a16="http://schemas.microsoft.com/office/drawing/2014/main" id="{4294832F-28A7-45FB-A13C-E49F33141317}"/>
                </a:ext>
              </a:extLst>
            </p:cNvPr>
            <p:cNvGrpSpPr/>
            <p:nvPr/>
          </p:nvGrpSpPr>
          <p:grpSpPr>
            <a:xfrm flipH="1">
              <a:off x="4766064" y="3762738"/>
              <a:ext cx="975674" cy="925014"/>
              <a:chOff x="4716415" y="3792004"/>
              <a:chExt cx="1009529" cy="925014"/>
            </a:xfrm>
          </p:grpSpPr>
          <p:pic>
            <p:nvPicPr>
              <p:cNvPr id="156" name="Graphique 155" descr="Mégaphone1 avec un remplissage uni">
                <a:extLst>
                  <a:ext uri="{FF2B5EF4-FFF2-40B4-BE49-F238E27FC236}">
                    <a16:creationId xmlns:a16="http://schemas.microsoft.com/office/drawing/2014/main" id="{DE3D66C2-C201-4A41-93D1-436BD535C2B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716415" y="3792004"/>
                <a:ext cx="384826" cy="398002"/>
              </a:xfrm>
              <a:prstGeom prst="rect">
                <a:avLst/>
              </a:prstGeom>
            </p:spPr>
          </p:pic>
          <p:grpSp>
            <p:nvGrpSpPr>
              <p:cNvPr id="157" name="Groupe 156">
                <a:extLst>
                  <a:ext uri="{FF2B5EF4-FFF2-40B4-BE49-F238E27FC236}">
                    <a16:creationId xmlns:a16="http://schemas.microsoft.com/office/drawing/2014/main" id="{8FACB1EA-CF9E-4CB7-8EE2-01FB163D43D4}"/>
                  </a:ext>
                </a:extLst>
              </p:cNvPr>
              <p:cNvGrpSpPr/>
              <p:nvPr/>
            </p:nvGrpSpPr>
            <p:grpSpPr>
              <a:xfrm>
                <a:off x="5048496" y="3886444"/>
                <a:ext cx="633086" cy="830574"/>
                <a:chOff x="5018285" y="3873291"/>
                <a:chExt cx="696980" cy="914400"/>
              </a:xfrm>
            </p:grpSpPr>
            <p:pic>
              <p:nvPicPr>
                <p:cNvPr id="160" name="Graphique 159" descr="Personne confuse avec un remplissage uni">
                  <a:extLst>
                    <a:ext uri="{FF2B5EF4-FFF2-40B4-BE49-F238E27FC236}">
                      <a16:creationId xmlns:a16="http://schemas.microsoft.com/office/drawing/2014/main" id="{9B8A0C72-AE70-41F7-B0D2-101E8D2FA5E5}"/>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161" name="Rectangle : coins arrondis 160">
                  <a:extLst>
                    <a:ext uri="{FF2B5EF4-FFF2-40B4-BE49-F238E27FC236}">
                      <a16:creationId xmlns:a16="http://schemas.microsoft.com/office/drawing/2014/main" id="{CBDD560B-797C-4346-899E-78BB7BFEA9A8}"/>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58" name="Graphique 157" descr="Balance de la justice avec un remplissage uni">
                <a:extLst>
                  <a:ext uri="{FF2B5EF4-FFF2-40B4-BE49-F238E27FC236}">
                    <a16:creationId xmlns:a16="http://schemas.microsoft.com/office/drawing/2014/main" id="{A85AA286-4552-476D-BF0B-35C382CE450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74349" y="3867945"/>
                <a:ext cx="351595" cy="351595"/>
              </a:xfrm>
              <a:prstGeom prst="rect">
                <a:avLst/>
              </a:prstGeom>
            </p:spPr>
          </p:pic>
          <p:pic>
            <p:nvPicPr>
              <p:cNvPr id="159" name="Image 158">
                <a:extLst>
                  <a:ext uri="{FF2B5EF4-FFF2-40B4-BE49-F238E27FC236}">
                    <a16:creationId xmlns:a16="http://schemas.microsoft.com/office/drawing/2014/main" id="{0B1F4335-AFF7-405F-B9F4-DA548A058A9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54" name="Graphique 153" descr="Balance de la justice avec un remplissage uni">
              <a:extLst>
                <a:ext uri="{FF2B5EF4-FFF2-40B4-BE49-F238E27FC236}">
                  <a16:creationId xmlns:a16="http://schemas.microsoft.com/office/drawing/2014/main" id="{3D4FD86F-B6ED-41ED-B27B-3C48164934A9}"/>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7711" t="16230" r="55712" b="32471"/>
            <a:stretch/>
          </p:blipFill>
          <p:spPr>
            <a:xfrm flipH="1">
              <a:off x="4955380" y="3895743"/>
              <a:ext cx="124289" cy="180364"/>
            </a:xfrm>
            <a:prstGeom prst="rect">
              <a:avLst/>
            </a:prstGeom>
          </p:spPr>
        </p:pic>
        <p:pic>
          <p:nvPicPr>
            <p:cNvPr id="155" name="Graphique 154" descr="Balance de la justice avec un remplissage uni">
              <a:extLst>
                <a:ext uri="{FF2B5EF4-FFF2-40B4-BE49-F238E27FC236}">
                  <a16:creationId xmlns:a16="http://schemas.microsoft.com/office/drawing/2014/main" id="{E88ECD0B-9088-4DD2-832E-6F69392281C2}"/>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58383" t="16186" b="30375"/>
            <a:stretch/>
          </p:blipFill>
          <p:spPr>
            <a:xfrm flipH="1">
              <a:off x="4763560" y="3895742"/>
              <a:ext cx="141416" cy="187889"/>
            </a:xfrm>
            <a:prstGeom prst="rect">
              <a:avLst/>
            </a:prstGeom>
          </p:spPr>
        </p:pic>
      </p:grpSp>
      <p:pic>
        <p:nvPicPr>
          <p:cNvPr id="162" name="Graphique 161" descr="Personne confuse avec un remplissage uni">
            <a:extLst>
              <a:ext uri="{FF2B5EF4-FFF2-40B4-BE49-F238E27FC236}">
                <a16:creationId xmlns:a16="http://schemas.microsoft.com/office/drawing/2014/main" id="{13DD78E1-7C04-4285-A361-41F14F17DB4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94033" y="4390856"/>
            <a:ext cx="818795" cy="818795"/>
          </a:xfrm>
          <a:prstGeom prst="rect">
            <a:avLst/>
          </a:prstGeom>
        </p:spPr>
      </p:pic>
      <p:pic>
        <p:nvPicPr>
          <p:cNvPr id="163" name="Graphique 162" descr="Personne confuse avec un remplissage uni">
            <a:extLst>
              <a:ext uri="{FF2B5EF4-FFF2-40B4-BE49-F238E27FC236}">
                <a16:creationId xmlns:a16="http://schemas.microsoft.com/office/drawing/2014/main" id="{E12A5A8D-0A30-4B83-933B-E234161FCCE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1266" y="4438670"/>
            <a:ext cx="818795" cy="818795"/>
          </a:xfrm>
          <a:prstGeom prst="rect">
            <a:avLst/>
          </a:prstGeom>
        </p:spPr>
      </p:pic>
      <p:pic>
        <p:nvPicPr>
          <p:cNvPr id="164" name="Graphique 163" descr="Personne confuse avec un remplissage uni">
            <a:extLst>
              <a:ext uri="{FF2B5EF4-FFF2-40B4-BE49-F238E27FC236}">
                <a16:creationId xmlns:a16="http://schemas.microsoft.com/office/drawing/2014/main" id="{A1E064F8-47FB-4B26-84F4-91EE9B7B707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45135" y="4404132"/>
            <a:ext cx="818795" cy="818795"/>
          </a:xfrm>
          <a:prstGeom prst="rect">
            <a:avLst/>
          </a:prstGeom>
        </p:spPr>
      </p:pic>
      <p:pic>
        <p:nvPicPr>
          <p:cNvPr id="165" name="Graphique 164" descr="Personne confuse avec un remplissage uni">
            <a:extLst>
              <a:ext uri="{FF2B5EF4-FFF2-40B4-BE49-F238E27FC236}">
                <a16:creationId xmlns:a16="http://schemas.microsoft.com/office/drawing/2014/main" id="{520D1180-E4EE-4979-9992-D53022AB3F4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606493" y="4404132"/>
            <a:ext cx="818795" cy="818795"/>
          </a:xfrm>
          <a:prstGeom prst="rect">
            <a:avLst/>
          </a:prstGeom>
        </p:spPr>
      </p:pic>
      <p:pic>
        <p:nvPicPr>
          <p:cNvPr id="166" name="Graphique 165" descr="Personne confuse avec un remplissage uni">
            <a:extLst>
              <a:ext uri="{FF2B5EF4-FFF2-40B4-BE49-F238E27FC236}">
                <a16:creationId xmlns:a16="http://schemas.microsoft.com/office/drawing/2014/main" id="{886BD169-0A4C-4CEF-B845-8A6BF5EB82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909150" y="4353837"/>
            <a:ext cx="818795" cy="818795"/>
          </a:xfrm>
          <a:prstGeom prst="rect">
            <a:avLst/>
          </a:prstGeom>
        </p:spPr>
      </p:pic>
      <p:sp>
        <p:nvSpPr>
          <p:cNvPr id="167" name="ZoneTexte 166">
            <a:extLst>
              <a:ext uri="{FF2B5EF4-FFF2-40B4-BE49-F238E27FC236}">
                <a16:creationId xmlns:a16="http://schemas.microsoft.com/office/drawing/2014/main" id="{BBAFB91B-9C4D-452E-A302-52C35B272295}"/>
              </a:ext>
            </a:extLst>
          </p:cNvPr>
          <p:cNvSpPr txBox="1"/>
          <p:nvPr/>
        </p:nvSpPr>
        <p:spPr>
          <a:xfrm>
            <a:off x="827961" y="5205803"/>
            <a:ext cx="1714500" cy="553998"/>
          </a:xfrm>
          <a:prstGeom prst="rect">
            <a:avLst/>
          </a:prstGeom>
          <a:noFill/>
        </p:spPr>
        <p:txBody>
          <a:bodyPr wrap="square" rtlCol="0">
            <a:spAutoFit/>
          </a:bodyPr>
          <a:lstStyle/>
          <a:p>
            <a:r>
              <a:rPr lang="en-US" sz="1000" dirty="0"/>
              <a:t>New audience and potential for new learning event</a:t>
            </a:r>
          </a:p>
        </p:txBody>
      </p:sp>
      <p:grpSp>
        <p:nvGrpSpPr>
          <p:cNvPr id="168" name="Groupe 167">
            <a:extLst>
              <a:ext uri="{FF2B5EF4-FFF2-40B4-BE49-F238E27FC236}">
                <a16:creationId xmlns:a16="http://schemas.microsoft.com/office/drawing/2014/main" id="{A7A76379-C068-4F36-803C-D93C39EEAF4F}"/>
              </a:ext>
            </a:extLst>
          </p:cNvPr>
          <p:cNvGrpSpPr/>
          <p:nvPr/>
        </p:nvGrpSpPr>
        <p:grpSpPr>
          <a:xfrm>
            <a:off x="2499649" y="2485078"/>
            <a:ext cx="978178" cy="925014"/>
            <a:chOff x="4763560" y="3762738"/>
            <a:chExt cx="978178" cy="925014"/>
          </a:xfrm>
        </p:grpSpPr>
        <p:grpSp>
          <p:nvGrpSpPr>
            <p:cNvPr id="169" name="Groupe 168">
              <a:extLst>
                <a:ext uri="{FF2B5EF4-FFF2-40B4-BE49-F238E27FC236}">
                  <a16:creationId xmlns:a16="http://schemas.microsoft.com/office/drawing/2014/main" id="{7ED4495E-C5CB-45D9-809F-41F24C63BC42}"/>
                </a:ext>
              </a:extLst>
            </p:cNvPr>
            <p:cNvGrpSpPr/>
            <p:nvPr/>
          </p:nvGrpSpPr>
          <p:grpSpPr>
            <a:xfrm flipH="1">
              <a:off x="4766064" y="3762738"/>
              <a:ext cx="975674" cy="925014"/>
              <a:chOff x="4716415" y="3792004"/>
              <a:chExt cx="1009529" cy="925014"/>
            </a:xfrm>
          </p:grpSpPr>
          <p:pic>
            <p:nvPicPr>
              <p:cNvPr id="172" name="Graphique 171" descr="Mégaphone1 avec un remplissage uni">
                <a:extLst>
                  <a:ext uri="{FF2B5EF4-FFF2-40B4-BE49-F238E27FC236}">
                    <a16:creationId xmlns:a16="http://schemas.microsoft.com/office/drawing/2014/main" id="{7D2206BC-B598-4803-893D-105E813265C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4716415" y="3792004"/>
                <a:ext cx="384826" cy="398002"/>
              </a:xfrm>
              <a:prstGeom prst="rect">
                <a:avLst/>
              </a:prstGeom>
            </p:spPr>
          </p:pic>
          <p:grpSp>
            <p:nvGrpSpPr>
              <p:cNvPr id="173" name="Groupe 172">
                <a:extLst>
                  <a:ext uri="{FF2B5EF4-FFF2-40B4-BE49-F238E27FC236}">
                    <a16:creationId xmlns:a16="http://schemas.microsoft.com/office/drawing/2014/main" id="{007C624E-22FF-4F31-B1CE-8AC614C59379}"/>
                  </a:ext>
                </a:extLst>
              </p:cNvPr>
              <p:cNvGrpSpPr/>
              <p:nvPr/>
            </p:nvGrpSpPr>
            <p:grpSpPr>
              <a:xfrm>
                <a:off x="5048496" y="3886444"/>
                <a:ext cx="633086" cy="830574"/>
                <a:chOff x="5018285" y="3873291"/>
                <a:chExt cx="696980" cy="914400"/>
              </a:xfrm>
            </p:grpSpPr>
            <p:pic>
              <p:nvPicPr>
                <p:cNvPr id="176" name="Graphique 175" descr="Personne confuse avec un remplissage uni">
                  <a:extLst>
                    <a:ext uri="{FF2B5EF4-FFF2-40B4-BE49-F238E27FC236}">
                      <a16:creationId xmlns:a16="http://schemas.microsoft.com/office/drawing/2014/main" id="{C0E20806-889B-4235-8BA0-C1B8FF64D2AA}"/>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177" name="Rectangle : coins arrondis 176">
                  <a:extLst>
                    <a:ext uri="{FF2B5EF4-FFF2-40B4-BE49-F238E27FC236}">
                      <a16:creationId xmlns:a16="http://schemas.microsoft.com/office/drawing/2014/main" id="{999F2061-C1D9-4ADD-8152-8B8AAE93B1DB}"/>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74" name="Graphique 173" descr="Balance de la justice avec un remplissage uni">
                <a:extLst>
                  <a:ext uri="{FF2B5EF4-FFF2-40B4-BE49-F238E27FC236}">
                    <a16:creationId xmlns:a16="http://schemas.microsoft.com/office/drawing/2014/main" id="{CA0A41DF-E4E5-4F7F-B660-010F1B5A60E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74349" y="3867945"/>
                <a:ext cx="351595" cy="351595"/>
              </a:xfrm>
              <a:prstGeom prst="rect">
                <a:avLst/>
              </a:prstGeom>
            </p:spPr>
          </p:pic>
          <p:pic>
            <p:nvPicPr>
              <p:cNvPr id="175" name="Image 174">
                <a:extLst>
                  <a:ext uri="{FF2B5EF4-FFF2-40B4-BE49-F238E27FC236}">
                    <a16:creationId xmlns:a16="http://schemas.microsoft.com/office/drawing/2014/main" id="{41962124-06DE-4B64-9F39-F555867888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70" name="Graphique 169" descr="Balance de la justice avec un remplissage uni">
              <a:extLst>
                <a:ext uri="{FF2B5EF4-FFF2-40B4-BE49-F238E27FC236}">
                  <a16:creationId xmlns:a16="http://schemas.microsoft.com/office/drawing/2014/main" id="{4756B6D5-BA8C-41C1-8111-E09D49A38D83}"/>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7711" t="16230" r="55712" b="32471"/>
            <a:stretch/>
          </p:blipFill>
          <p:spPr>
            <a:xfrm flipH="1">
              <a:off x="4955380" y="3895743"/>
              <a:ext cx="124289" cy="180364"/>
            </a:xfrm>
            <a:prstGeom prst="rect">
              <a:avLst/>
            </a:prstGeom>
          </p:spPr>
        </p:pic>
        <p:pic>
          <p:nvPicPr>
            <p:cNvPr id="171" name="Graphique 170" descr="Balance de la justice avec un remplissage uni">
              <a:extLst>
                <a:ext uri="{FF2B5EF4-FFF2-40B4-BE49-F238E27FC236}">
                  <a16:creationId xmlns:a16="http://schemas.microsoft.com/office/drawing/2014/main" id="{EF04DDBC-1D77-428D-B61E-1B334378967E}"/>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58383" t="16186" b="30375"/>
            <a:stretch/>
          </p:blipFill>
          <p:spPr>
            <a:xfrm flipH="1">
              <a:off x="4763560" y="3895742"/>
              <a:ext cx="141416" cy="187889"/>
            </a:xfrm>
            <a:prstGeom prst="rect">
              <a:avLst/>
            </a:prstGeom>
          </p:spPr>
        </p:pic>
      </p:grpSp>
      <p:pic>
        <p:nvPicPr>
          <p:cNvPr id="178" name="Graphique 177" descr="Personne confuse avec un remplissage uni">
            <a:extLst>
              <a:ext uri="{FF2B5EF4-FFF2-40B4-BE49-F238E27FC236}">
                <a16:creationId xmlns:a16="http://schemas.microsoft.com/office/drawing/2014/main" id="{6BA5D67E-EEAD-4068-83E3-C853D976296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4944" y="2211366"/>
            <a:ext cx="818795" cy="818795"/>
          </a:xfrm>
          <a:prstGeom prst="rect">
            <a:avLst/>
          </a:prstGeom>
        </p:spPr>
      </p:pic>
      <p:pic>
        <p:nvPicPr>
          <p:cNvPr id="179" name="Graphique 178" descr="Personne confuse avec un remplissage uni">
            <a:extLst>
              <a:ext uri="{FF2B5EF4-FFF2-40B4-BE49-F238E27FC236}">
                <a16:creationId xmlns:a16="http://schemas.microsoft.com/office/drawing/2014/main" id="{9AF9A905-4252-4EB2-9888-0F41D7492F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2177" y="2259180"/>
            <a:ext cx="818795" cy="818795"/>
          </a:xfrm>
          <a:prstGeom prst="rect">
            <a:avLst/>
          </a:prstGeom>
        </p:spPr>
      </p:pic>
      <p:pic>
        <p:nvPicPr>
          <p:cNvPr id="180" name="Graphique 179" descr="Personne confuse avec un remplissage uni">
            <a:extLst>
              <a:ext uri="{FF2B5EF4-FFF2-40B4-BE49-F238E27FC236}">
                <a16:creationId xmlns:a16="http://schemas.microsoft.com/office/drawing/2014/main" id="{075BA096-3A35-45FD-8333-EC0783C56C5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16046" y="2224642"/>
            <a:ext cx="818795" cy="818795"/>
          </a:xfrm>
          <a:prstGeom prst="rect">
            <a:avLst/>
          </a:prstGeom>
        </p:spPr>
      </p:pic>
      <p:pic>
        <p:nvPicPr>
          <p:cNvPr id="181" name="Graphique 180" descr="Personne confuse avec un remplissage uni">
            <a:extLst>
              <a:ext uri="{FF2B5EF4-FFF2-40B4-BE49-F238E27FC236}">
                <a16:creationId xmlns:a16="http://schemas.microsoft.com/office/drawing/2014/main" id="{38F0BCDC-E594-4896-914A-3FE619A8B37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577404" y="2224642"/>
            <a:ext cx="818795" cy="818795"/>
          </a:xfrm>
          <a:prstGeom prst="rect">
            <a:avLst/>
          </a:prstGeom>
        </p:spPr>
      </p:pic>
      <p:pic>
        <p:nvPicPr>
          <p:cNvPr id="182" name="Graphique 181" descr="Personne confuse avec un remplissage uni">
            <a:extLst>
              <a:ext uri="{FF2B5EF4-FFF2-40B4-BE49-F238E27FC236}">
                <a16:creationId xmlns:a16="http://schemas.microsoft.com/office/drawing/2014/main" id="{367360FC-CFCE-4504-A1BD-714B6C5DF3B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880061" y="2174347"/>
            <a:ext cx="818795" cy="818795"/>
          </a:xfrm>
          <a:prstGeom prst="rect">
            <a:avLst/>
          </a:prstGeom>
        </p:spPr>
      </p:pic>
      <p:sp>
        <p:nvSpPr>
          <p:cNvPr id="183" name="ZoneTexte 182">
            <a:extLst>
              <a:ext uri="{FF2B5EF4-FFF2-40B4-BE49-F238E27FC236}">
                <a16:creationId xmlns:a16="http://schemas.microsoft.com/office/drawing/2014/main" id="{38DCEE40-31E5-48A8-9C5A-27E547AABA79}"/>
              </a:ext>
            </a:extLst>
          </p:cNvPr>
          <p:cNvSpPr txBox="1"/>
          <p:nvPr/>
        </p:nvSpPr>
        <p:spPr>
          <a:xfrm>
            <a:off x="801233" y="2987897"/>
            <a:ext cx="1714500" cy="553998"/>
          </a:xfrm>
          <a:prstGeom prst="rect">
            <a:avLst/>
          </a:prstGeom>
          <a:noFill/>
        </p:spPr>
        <p:txBody>
          <a:bodyPr wrap="square" rtlCol="0">
            <a:spAutoFit/>
          </a:bodyPr>
          <a:lstStyle/>
          <a:p>
            <a:r>
              <a:rPr lang="en-US" sz="1000" dirty="0"/>
              <a:t>New audience and potential for new learning event</a:t>
            </a:r>
          </a:p>
        </p:txBody>
      </p:sp>
      <p:sp>
        <p:nvSpPr>
          <p:cNvPr id="184" name="ZoneTexte 183">
            <a:extLst>
              <a:ext uri="{FF2B5EF4-FFF2-40B4-BE49-F238E27FC236}">
                <a16:creationId xmlns:a16="http://schemas.microsoft.com/office/drawing/2014/main" id="{024C7B87-C034-45D1-BCBE-ABD8EF997B32}"/>
              </a:ext>
            </a:extLst>
          </p:cNvPr>
          <p:cNvSpPr txBox="1"/>
          <p:nvPr/>
        </p:nvSpPr>
        <p:spPr>
          <a:xfrm>
            <a:off x="5065939" y="1004847"/>
            <a:ext cx="1714500" cy="646331"/>
          </a:xfrm>
          <a:prstGeom prst="rect">
            <a:avLst/>
          </a:prstGeom>
          <a:noFill/>
        </p:spPr>
        <p:txBody>
          <a:bodyPr wrap="square" rtlCol="0">
            <a:spAutoFit/>
          </a:bodyPr>
          <a:lstStyle/>
          <a:p>
            <a:pPr algn="ctr"/>
            <a:r>
              <a:rPr lang="en-US" dirty="0"/>
              <a:t>First Learning event</a:t>
            </a:r>
          </a:p>
        </p:txBody>
      </p:sp>
      <p:cxnSp>
        <p:nvCxnSpPr>
          <p:cNvPr id="5" name="Connecteur droit avec flèche 4">
            <a:extLst>
              <a:ext uri="{FF2B5EF4-FFF2-40B4-BE49-F238E27FC236}">
                <a16:creationId xmlns:a16="http://schemas.microsoft.com/office/drawing/2014/main" id="{5AA57DB0-8CD4-4C4F-B672-77F3F06E7D80}"/>
              </a:ext>
            </a:extLst>
          </p:cNvPr>
          <p:cNvCxnSpPr>
            <a:stCxn id="75" idx="1"/>
          </p:cNvCxnSpPr>
          <p:nvPr/>
        </p:nvCxnSpPr>
        <p:spPr>
          <a:xfrm flipH="1">
            <a:off x="3368398" y="3007718"/>
            <a:ext cx="1750217" cy="58044"/>
          </a:xfrm>
          <a:prstGeom prst="straightConnector1">
            <a:avLst/>
          </a:prstGeom>
          <a:ln>
            <a:solidFill>
              <a:srgbClr val="EC7B2B"/>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Connecteur droit avec flèche 184">
            <a:extLst>
              <a:ext uri="{FF2B5EF4-FFF2-40B4-BE49-F238E27FC236}">
                <a16:creationId xmlns:a16="http://schemas.microsoft.com/office/drawing/2014/main" id="{FAC3C3DD-1747-4E7D-9B73-844344CD4369}"/>
              </a:ext>
            </a:extLst>
          </p:cNvPr>
          <p:cNvCxnSpPr>
            <a:cxnSpLocks/>
          </p:cNvCxnSpPr>
          <p:nvPr/>
        </p:nvCxnSpPr>
        <p:spPr>
          <a:xfrm flipH="1">
            <a:off x="3511695" y="3574754"/>
            <a:ext cx="2214229" cy="1397785"/>
          </a:xfrm>
          <a:prstGeom prst="straightConnector1">
            <a:avLst/>
          </a:prstGeom>
          <a:ln>
            <a:solidFill>
              <a:srgbClr val="EC7B2B"/>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1A174CDB-8EF0-4756-A713-221E5BD1BF91}"/>
              </a:ext>
            </a:extLst>
          </p:cNvPr>
          <p:cNvCxnSpPr>
            <a:cxnSpLocks/>
          </p:cNvCxnSpPr>
          <p:nvPr/>
        </p:nvCxnSpPr>
        <p:spPr>
          <a:xfrm flipH="1">
            <a:off x="5706216" y="3473145"/>
            <a:ext cx="332998" cy="1549373"/>
          </a:xfrm>
          <a:prstGeom prst="straightConnector1">
            <a:avLst/>
          </a:prstGeom>
          <a:ln>
            <a:solidFill>
              <a:srgbClr val="EC7B2B"/>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31A6DA05-8653-4AF4-8459-778AC32ECE55}"/>
              </a:ext>
            </a:extLst>
          </p:cNvPr>
          <p:cNvCxnSpPr>
            <a:cxnSpLocks/>
            <a:endCxn id="84" idx="0"/>
          </p:cNvCxnSpPr>
          <p:nvPr/>
        </p:nvCxnSpPr>
        <p:spPr>
          <a:xfrm>
            <a:off x="6366281" y="3425038"/>
            <a:ext cx="2050195" cy="1471201"/>
          </a:xfrm>
          <a:prstGeom prst="straightConnector1">
            <a:avLst/>
          </a:prstGeom>
          <a:ln>
            <a:solidFill>
              <a:srgbClr val="EC7B2B"/>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986B1B8F-B1AA-4BD5-91A3-B2C03B88261D}"/>
              </a:ext>
            </a:extLst>
          </p:cNvPr>
          <p:cNvCxnSpPr>
            <a:cxnSpLocks/>
            <a:stCxn id="79" idx="3"/>
            <a:endCxn id="103" idx="3"/>
          </p:cNvCxnSpPr>
          <p:nvPr/>
        </p:nvCxnSpPr>
        <p:spPr>
          <a:xfrm>
            <a:off x="7052527" y="2970699"/>
            <a:ext cx="2297523" cy="353052"/>
          </a:xfrm>
          <a:prstGeom prst="straightConnector1">
            <a:avLst/>
          </a:prstGeom>
          <a:ln>
            <a:solidFill>
              <a:srgbClr val="EC7B2B"/>
            </a:solidFill>
            <a:tailEnd type="triangle"/>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2CB9CD14-7CBE-4C9B-83C5-6932068A50BA}"/>
              </a:ext>
            </a:extLst>
          </p:cNvPr>
          <p:cNvSpPr txBox="1"/>
          <p:nvPr/>
        </p:nvSpPr>
        <p:spPr>
          <a:xfrm>
            <a:off x="4724955" y="3659990"/>
            <a:ext cx="2677338" cy="369332"/>
          </a:xfrm>
          <a:prstGeom prst="rect">
            <a:avLst/>
          </a:prstGeom>
          <a:noFill/>
        </p:spPr>
        <p:txBody>
          <a:bodyPr wrap="square" rtlCol="0">
            <a:spAutoFit/>
          </a:bodyPr>
          <a:lstStyle/>
          <a:p>
            <a:r>
              <a:rPr lang="en-US" dirty="0">
                <a:solidFill>
                  <a:srgbClr val="EC7B2B"/>
                </a:solidFill>
              </a:rPr>
              <a:t>Players turn into scouts</a:t>
            </a:r>
          </a:p>
        </p:txBody>
      </p:sp>
      <p:grpSp>
        <p:nvGrpSpPr>
          <p:cNvPr id="20" name="Groupe 19">
            <a:extLst>
              <a:ext uri="{FF2B5EF4-FFF2-40B4-BE49-F238E27FC236}">
                <a16:creationId xmlns:a16="http://schemas.microsoft.com/office/drawing/2014/main" id="{B1DCD3FF-CF28-4B90-A78A-A111CF478AAD}"/>
              </a:ext>
            </a:extLst>
          </p:cNvPr>
          <p:cNvGrpSpPr/>
          <p:nvPr/>
        </p:nvGrpSpPr>
        <p:grpSpPr>
          <a:xfrm>
            <a:off x="2668664" y="3629020"/>
            <a:ext cx="1135414" cy="544521"/>
            <a:chOff x="3003654" y="3456617"/>
            <a:chExt cx="1135414" cy="544521"/>
          </a:xfrm>
        </p:grpSpPr>
        <p:sp>
          <p:nvSpPr>
            <p:cNvPr id="189" name="Bulle narrative : ronde 188">
              <a:extLst>
                <a:ext uri="{FF2B5EF4-FFF2-40B4-BE49-F238E27FC236}">
                  <a16:creationId xmlns:a16="http://schemas.microsoft.com/office/drawing/2014/main" id="{248F4A3A-E7D5-41DD-827E-0D53ABFA5A14}"/>
                </a:ext>
              </a:extLst>
            </p:cNvPr>
            <p:cNvSpPr/>
            <p:nvPr/>
          </p:nvSpPr>
          <p:spPr>
            <a:xfrm>
              <a:off x="3003654" y="3456617"/>
              <a:ext cx="1135414" cy="544521"/>
            </a:xfrm>
            <a:prstGeom prst="wedgeEllipseCallout">
              <a:avLst>
                <a:gd name="adj1" fmla="val -14649"/>
                <a:gd name="adj2" fmla="val 7798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nvGrpSpPr>
            <p:cNvPr id="190" name="Groupe 189">
              <a:extLst>
                <a:ext uri="{FF2B5EF4-FFF2-40B4-BE49-F238E27FC236}">
                  <a16:creationId xmlns:a16="http://schemas.microsoft.com/office/drawing/2014/main" id="{C988C543-2D19-4F5E-8856-675ACD6B40BD}"/>
                </a:ext>
              </a:extLst>
            </p:cNvPr>
            <p:cNvGrpSpPr/>
            <p:nvPr/>
          </p:nvGrpSpPr>
          <p:grpSpPr>
            <a:xfrm>
              <a:off x="3343525" y="3477359"/>
              <a:ext cx="432442" cy="468275"/>
              <a:chOff x="7560150" y="2879049"/>
              <a:chExt cx="982042" cy="1063416"/>
            </a:xfrm>
            <a:solidFill>
              <a:srgbClr val="ED7D31"/>
            </a:solidFill>
          </p:grpSpPr>
          <p:grpSp>
            <p:nvGrpSpPr>
              <p:cNvPr id="191" name="Groupe 190">
                <a:extLst>
                  <a:ext uri="{FF2B5EF4-FFF2-40B4-BE49-F238E27FC236}">
                    <a16:creationId xmlns:a16="http://schemas.microsoft.com/office/drawing/2014/main" id="{0BE5B045-FA2B-4298-86AE-C9988606FD0E}"/>
                  </a:ext>
                </a:extLst>
              </p:cNvPr>
              <p:cNvGrpSpPr/>
              <p:nvPr/>
            </p:nvGrpSpPr>
            <p:grpSpPr>
              <a:xfrm>
                <a:off x="7798849" y="2879049"/>
                <a:ext cx="743343" cy="1063416"/>
                <a:chOff x="6391015" y="3260296"/>
                <a:chExt cx="743343" cy="1063416"/>
              </a:xfrm>
              <a:grpFill/>
            </p:grpSpPr>
            <p:grpSp>
              <p:nvGrpSpPr>
                <p:cNvPr id="193" name="Groupe 192">
                  <a:extLst>
                    <a:ext uri="{FF2B5EF4-FFF2-40B4-BE49-F238E27FC236}">
                      <a16:creationId xmlns:a16="http://schemas.microsoft.com/office/drawing/2014/main" id="{109ED920-A194-4ABB-82D1-782A5A20492B}"/>
                    </a:ext>
                  </a:extLst>
                </p:cNvPr>
                <p:cNvGrpSpPr/>
                <p:nvPr/>
              </p:nvGrpSpPr>
              <p:grpSpPr>
                <a:xfrm>
                  <a:off x="6391015" y="3260296"/>
                  <a:ext cx="743343" cy="1063416"/>
                  <a:chOff x="6298348" y="3168316"/>
                  <a:chExt cx="867130" cy="1240504"/>
                </a:xfrm>
                <a:grpFill/>
              </p:grpSpPr>
              <p:pic>
                <p:nvPicPr>
                  <p:cNvPr id="195" name="Graphique 194" descr="Enseignant avec un remplissage uni">
                    <a:extLst>
                      <a:ext uri="{FF2B5EF4-FFF2-40B4-BE49-F238E27FC236}">
                        <a16:creationId xmlns:a16="http://schemas.microsoft.com/office/drawing/2014/main" id="{56A5CB76-77C8-4B86-86DF-D8EDBA4513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196" name="Graphique 195" descr="Personne confuse avec un remplissage uni">
                    <a:extLst>
                      <a:ext uri="{FF2B5EF4-FFF2-40B4-BE49-F238E27FC236}">
                        <a16:creationId xmlns:a16="http://schemas.microsoft.com/office/drawing/2014/main" id="{8A146F96-CEE4-4244-AC4B-E45FB461B38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197" name="Rectangle : coins arrondis 196">
                    <a:extLst>
                      <a:ext uri="{FF2B5EF4-FFF2-40B4-BE49-F238E27FC236}">
                        <a16:creationId xmlns:a16="http://schemas.microsoft.com/office/drawing/2014/main" id="{A6DB562A-309D-4C6B-9F0F-3B9BF7D11605}"/>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94" name="Image 193">
                  <a:extLst>
                    <a:ext uri="{FF2B5EF4-FFF2-40B4-BE49-F238E27FC236}">
                      <a16:creationId xmlns:a16="http://schemas.microsoft.com/office/drawing/2014/main" id="{593711FF-C094-4294-BCA5-531B53C90A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92" name="Graphique 191" descr="Presse-papiers mixte avec un remplissage uni">
                <a:extLst>
                  <a:ext uri="{FF2B5EF4-FFF2-40B4-BE49-F238E27FC236}">
                    <a16:creationId xmlns:a16="http://schemas.microsoft.com/office/drawing/2014/main" id="{BFC09591-A9B3-4E2C-B245-A33295075BE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grpSp>
      <p:grpSp>
        <p:nvGrpSpPr>
          <p:cNvPr id="199" name="Groupe 198">
            <a:extLst>
              <a:ext uri="{FF2B5EF4-FFF2-40B4-BE49-F238E27FC236}">
                <a16:creationId xmlns:a16="http://schemas.microsoft.com/office/drawing/2014/main" id="{64668F21-3A9A-46A0-8379-FE78C54EBAD2}"/>
              </a:ext>
            </a:extLst>
          </p:cNvPr>
          <p:cNvGrpSpPr/>
          <p:nvPr/>
        </p:nvGrpSpPr>
        <p:grpSpPr>
          <a:xfrm>
            <a:off x="2583415" y="1855387"/>
            <a:ext cx="1135414" cy="544521"/>
            <a:chOff x="3003654" y="3456617"/>
            <a:chExt cx="1135414" cy="544521"/>
          </a:xfrm>
        </p:grpSpPr>
        <p:sp>
          <p:nvSpPr>
            <p:cNvPr id="200" name="Bulle narrative : ronde 199">
              <a:extLst>
                <a:ext uri="{FF2B5EF4-FFF2-40B4-BE49-F238E27FC236}">
                  <a16:creationId xmlns:a16="http://schemas.microsoft.com/office/drawing/2014/main" id="{57156DD0-A91B-4395-A899-8CD24474F944}"/>
                </a:ext>
              </a:extLst>
            </p:cNvPr>
            <p:cNvSpPr/>
            <p:nvPr/>
          </p:nvSpPr>
          <p:spPr>
            <a:xfrm>
              <a:off x="3003654" y="3456617"/>
              <a:ext cx="1135414" cy="544521"/>
            </a:xfrm>
            <a:prstGeom prst="wedgeEllipseCallout">
              <a:avLst>
                <a:gd name="adj1" fmla="val -14649"/>
                <a:gd name="adj2" fmla="val 7798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nvGrpSpPr>
            <p:cNvPr id="201" name="Groupe 200">
              <a:extLst>
                <a:ext uri="{FF2B5EF4-FFF2-40B4-BE49-F238E27FC236}">
                  <a16:creationId xmlns:a16="http://schemas.microsoft.com/office/drawing/2014/main" id="{14C01657-09DE-4255-8B22-6C966F4B1706}"/>
                </a:ext>
              </a:extLst>
            </p:cNvPr>
            <p:cNvGrpSpPr/>
            <p:nvPr/>
          </p:nvGrpSpPr>
          <p:grpSpPr>
            <a:xfrm>
              <a:off x="3343525" y="3477359"/>
              <a:ext cx="432442" cy="468275"/>
              <a:chOff x="7560150" y="2879049"/>
              <a:chExt cx="982042" cy="1063416"/>
            </a:xfrm>
            <a:solidFill>
              <a:srgbClr val="ED7D31"/>
            </a:solidFill>
          </p:grpSpPr>
          <p:grpSp>
            <p:nvGrpSpPr>
              <p:cNvPr id="202" name="Groupe 201">
                <a:extLst>
                  <a:ext uri="{FF2B5EF4-FFF2-40B4-BE49-F238E27FC236}">
                    <a16:creationId xmlns:a16="http://schemas.microsoft.com/office/drawing/2014/main" id="{C9F1F275-E222-43CB-BD51-BF4E9ECA642F}"/>
                  </a:ext>
                </a:extLst>
              </p:cNvPr>
              <p:cNvGrpSpPr/>
              <p:nvPr/>
            </p:nvGrpSpPr>
            <p:grpSpPr>
              <a:xfrm>
                <a:off x="7798849" y="2879049"/>
                <a:ext cx="743343" cy="1063416"/>
                <a:chOff x="6391015" y="3260296"/>
                <a:chExt cx="743343" cy="1063416"/>
              </a:xfrm>
              <a:grpFill/>
            </p:grpSpPr>
            <p:grpSp>
              <p:nvGrpSpPr>
                <p:cNvPr id="204" name="Groupe 203">
                  <a:extLst>
                    <a:ext uri="{FF2B5EF4-FFF2-40B4-BE49-F238E27FC236}">
                      <a16:creationId xmlns:a16="http://schemas.microsoft.com/office/drawing/2014/main" id="{BA88C0A4-A933-4F48-BDFA-697B538D0E27}"/>
                    </a:ext>
                  </a:extLst>
                </p:cNvPr>
                <p:cNvGrpSpPr/>
                <p:nvPr/>
              </p:nvGrpSpPr>
              <p:grpSpPr>
                <a:xfrm>
                  <a:off x="6391015" y="3260296"/>
                  <a:ext cx="743343" cy="1063416"/>
                  <a:chOff x="6298348" y="3168316"/>
                  <a:chExt cx="867130" cy="1240504"/>
                </a:xfrm>
                <a:grpFill/>
              </p:grpSpPr>
              <p:pic>
                <p:nvPicPr>
                  <p:cNvPr id="206" name="Graphique 205" descr="Enseignant avec un remplissage uni">
                    <a:extLst>
                      <a:ext uri="{FF2B5EF4-FFF2-40B4-BE49-F238E27FC236}">
                        <a16:creationId xmlns:a16="http://schemas.microsoft.com/office/drawing/2014/main" id="{E9956834-B17C-4CE6-A9D2-85D0A6B73A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07" name="Graphique 206" descr="Personne confuse avec un remplissage uni">
                    <a:extLst>
                      <a:ext uri="{FF2B5EF4-FFF2-40B4-BE49-F238E27FC236}">
                        <a16:creationId xmlns:a16="http://schemas.microsoft.com/office/drawing/2014/main" id="{79DA9E25-FCA7-4D35-BA11-48FC8259992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08" name="Rectangle : coins arrondis 207">
                    <a:extLst>
                      <a:ext uri="{FF2B5EF4-FFF2-40B4-BE49-F238E27FC236}">
                        <a16:creationId xmlns:a16="http://schemas.microsoft.com/office/drawing/2014/main" id="{E86B49C1-43A9-47ED-8579-84C033EF808E}"/>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205" name="Image 204">
                  <a:extLst>
                    <a:ext uri="{FF2B5EF4-FFF2-40B4-BE49-F238E27FC236}">
                      <a16:creationId xmlns:a16="http://schemas.microsoft.com/office/drawing/2014/main" id="{F1F957A8-E5F9-43EA-B229-ACC26FDD22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03" name="Graphique 202" descr="Presse-papiers mixte avec un remplissage uni">
                <a:extLst>
                  <a:ext uri="{FF2B5EF4-FFF2-40B4-BE49-F238E27FC236}">
                    <a16:creationId xmlns:a16="http://schemas.microsoft.com/office/drawing/2014/main" id="{94227721-0D37-43DD-9703-228BBB9E982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grpSp>
      <p:grpSp>
        <p:nvGrpSpPr>
          <p:cNvPr id="209" name="Groupe 208">
            <a:extLst>
              <a:ext uri="{FF2B5EF4-FFF2-40B4-BE49-F238E27FC236}">
                <a16:creationId xmlns:a16="http://schemas.microsoft.com/office/drawing/2014/main" id="{36EA97B8-A275-448A-A3EB-86D51E2501E4}"/>
              </a:ext>
            </a:extLst>
          </p:cNvPr>
          <p:cNvGrpSpPr/>
          <p:nvPr/>
        </p:nvGrpSpPr>
        <p:grpSpPr>
          <a:xfrm>
            <a:off x="5479881" y="4408801"/>
            <a:ext cx="1135414" cy="544521"/>
            <a:chOff x="3003654" y="3456617"/>
            <a:chExt cx="1135414" cy="544521"/>
          </a:xfrm>
        </p:grpSpPr>
        <p:sp>
          <p:nvSpPr>
            <p:cNvPr id="210" name="Bulle narrative : ronde 209">
              <a:extLst>
                <a:ext uri="{FF2B5EF4-FFF2-40B4-BE49-F238E27FC236}">
                  <a16:creationId xmlns:a16="http://schemas.microsoft.com/office/drawing/2014/main" id="{3DBE7AC4-A6AD-45BA-9455-46E57FBD8945}"/>
                </a:ext>
              </a:extLst>
            </p:cNvPr>
            <p:cNvSpPr/>
            <p:nvPr/>
          </p:nvSpPr>
          <p:spPr>
            <a:xfrm>
              <a:off x="3003654" y="3456617"/>
              <a:ext cx="1135414" cy="544521"/>
            </a:xfrm>
            <a:prstGeom prst="wedgeEllipseCallout">
              <a:avLst>
                <a:gd name="adj1" fmla="val -14649"/>
                <a:gd name="adj2" fmla="val 7798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nvGrpSpPr>
            <p:cNvPr id="211" name="Groupe 210">
              <a:extLst>
                <a:ext uri="{FF2B5EF4-FFF2-40B4-BE49-F238E27FC236}">
                  <a16:creationId xmlns:a16="http://schemas.microsoft.com/office/drawing/2014/main" id="{4B254B7C-546F-4095-A9F7-14342ABC3237}"/>
                </a:ext>
              </a:extLst>
            </p:cNvPr>
            <p:cNvGrpSpPr/>
            <p:nvPr/>
          </p:nvGrpSpPr>
          <p:grpSpPr>
            <a:xfrm>
              <a:off x="3343525" y="3477359"/>
              <a:ext cx="432442" cy="468275"/>
              <a:chOff x="7560150" y="2879049"/>
              <a:chExt cx="982042" cy="1063416"/>
            </a:xfrm>
            <a:solidFill>
              <a:srgbClr val="ED7D31"/>
            </a:solidFill>
          </p:grpSpPr>
          <p:grpSp>
            <p:nvGrpSpPr>
              <p:cNvPr id="212" name="Groupe 211">
                <a:extLst>
                  <a:ext uri="{FF2B5EF4-FFF2-40B4-BE49-F238E27FC236}">
                    <a16:creationId xmlns:a16="http://schemas.microsoft.com/office/drawing/2014/main" id="{03CD1F05-E40D-4BD5-B901-A4F8AF22354E}"/>
                  </a:ext>
                </a:extLst>
              </p:cNvPr>
              <p:cNvGrpSpPr/>
              <p:nvPr/>
            </p:nvGrpSpPr>
            <p:grpSpPr>
              <a:xfrm>
                <a:off x="7798849" y="2879049"/>
                <a:ext cx="743343" cy="1063416"/>
                <a:chOff x="6391015" y="3260296"/>
                <a:chExt cx="743343" cy="1063416"/>
              </a:xfrm>
              <a:grpFill/>
            </p:grpSpPr>
            <p:grpSp>
              <p:nvGrpSpPr>
                <p:cNvPr id="214" name="Groupe 213">
                  <a:extLst>
                    <a:ext uri="{FF2B5EF4-FFF2-40B4-BE49-F238E27FC236}">
                      <a16:creationId xmlns:a16="http://schemas.microsoft.com/office/drawing/2014/main" id="{A435AF0D-DF81-4058-BB2D-DE4CE363A15D}"/>
                    </a:ext>
                  </a:extLst>
                </p:cNvPr>
                <p:cNvGrpSpPr/>
                <p:nvPr/>
              </p:nvGrpSpPr>
              <p:grpSpPr>
                <a:xfrm>
                  <a:off x="6391015" y="3260296"/>
                  <a:ext cx="743343" cy="1063416"/>
                  <a:chOff x="6298348" y="3168316"/>
                  <a:chExt cx="867130" cy="1240504"/>
                </a:xfrm>
                <a:grpFill/>
              </p:grpSpPr>
              <p:pic>
                <p:nvPicPr>
                  <p:cNvPr id="216" name="Graphique 215" descr="Enseignant avec un remplissage uni">
                    <a:extLst>
                      <a:ext uri="{FF2B5EF4-FFF2-40B4-BE49-F238E27FC236}">
                        <a16:creationId xmlns:a16="http://schemas.microsoft.com/office/drawing/2014/main" id="{774B50FC-8407-4739-B988-90DC4DE5A3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17" name="Graphique 216" descr="Personne confuse avec un remplissage uni">
                    <a:extLst>
                      <a:ext uri="{FF2B5EF4-FFF2-40B4-BE49-F238E27FC236}">
                        <a16:creationId xmlns:a16="http://schemas.microsoft.com/office/drawing/2014/main" id="{1FE5A4C0-7B7A-4731-871F-966B83F0DE3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18" name="Rectangle : coins arrondis 217">
                    <a:extLst>
                      <a:ext uri="{FF2B5EF4-FFF2-40B4-BE49-F238E27FC236}">
                        <a16:creationId xmlns:a16="http://schemas.microsoft.com/office/drawing/2014/main" id="{2ED8B2B2-6366-4777-B250-64D55ED2918F}"/>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215" name="Image 214">
                  <a:extLst>
                    <a:ext uri="{FF2B5EF4-FFF2-40B4-BE49-F238E27FC236}">
                      <a16:creationId xmlns:a16="http://schemas.microsoft.com/office/drawing/2014/main" id="{A0DA645B-B440-494D-B72B-9C0BB537C4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13" name="Graphique 212" descr="Presse-papiers mixte avec un remplissage uni">
                <a:extLst>
                  <a:ext uri="{FF2B5EF4-FFF2-40B4-BE49-F238E27FC236}">
                    <a16:creationId xmlns:a16="http://schemas.microsoft.com/office/drawing/2014/main" id="{DC85CED8-F549-4686-BFA7-D65E2ADA702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grpSp>
      <p:grpSp>
        <p:nvGrpSpPr>
          <p:cNvPr id="219" name="Groupe 218">
            <a:extLst>
              <a:ext uri="{FF2B5EF4-FFF2-40B4-BE49-F238E27FC236}">
                <a16:creationId xmlns:a16="http://schemas.microsoft.com/office/drawing/2014/main" id="{1405C76A-7083-4581-85D1-22812BC337E6}"/>
              </a:ext>
            </a:extLst>
          </p:cNvPr>
          <p:cNvGrpSpPr/>
          <p:nvPr/>
        </p:nvGrpSpPr>
        <p:grpSpPr>
          <a:xfrm>
            <a:off x="9459875" y="2180536"/>
            <a:ext cx="1135414" cy="544521"/>
            <a:chOff x="3003654" y="3456617"/>
            <a:chExt cx="1135414" cy="544521"/>
          </a:xfrm>
        </p:grpSpPr>
        <p:sp>
          <p:nvSpPr>
            <p:cNvPr id="220" name="Bulle narrative : ronde 219">
              <a:extLst>
                <a:ext uri="{FF2B5EF4-FFF2-40B4-BE49-F238E27FC236}">
                  <a16:creationId xmlns:a16="http://schemas.microsoft.com/office/drawing/2014/main" id="{D94A1799-39C7-4836-A933-56475C292ECC}"/>
                </a:ext>
              </a:extLst>
            </p:cNvPr>
            <p:cNvSpPr/>
            <p:nvPr/>
          </p:nvSpPr>
          <p:spPr>
            <a:xfrm>
              <a:off x="3003654" y="3456617"/>
              <a:ext cx="1135414" cy="544521"/>
            </a:xfrm>
            <a:prstGeom prst="wedgeEllipseCallout">
              <a:avLst>
                <a:gd name="adj1" fmla="val -14649"/>
                <a:gd name="adj2" fmla="val 7798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nvGrpSpPr>
            <p:cNvPr id="221" name="Groupe 220">
              <a:extLst>
                <a:ext uri="{FF2B5EF4-FFF2-40B4-BE49-F238E27FC236}">
                  <a16:creationId xmlns:a16="http://schemas.microsoft.com/office/drawing/2014/main" id="{319624D9-91C1-4006-9FB5-99228BE4180C}"/>
                </a:ext>
              </a:extLst>
            </p:cNvPr>
            <p:cNvGrpSpPr/>
            <p:nvPr/>
          </p:nvGrpSpPr>
          <p:grpSpPr>
            <a:xfrm>
              <a:off x="3343525" y="3477359"/>
              <a:ext cx="432442" cy="468275"/>
              <a:chOff x="7560150" y="2879049"/>
              <a:chExt cx="982042" cy="1063416"/>
            </a:xfrm>
            <a:solidFill>
              <a:srgbClr val="ED7D31"/>
            </a:solidFill>
          </p:grpSpPr>
          <p:grpSp>
            <p:nvGrpSpPr>
              <p:cNvPr id="222" name="Groupe 221">
                <a:extLst>
                  <a:ext uri="{FF2B5EF4-FFF2-40B4-BE49-F238E27FC236}">
                    <a16:creationId xmlns:a16="http://schemas.microsoft.com/office/drawing/2014/main" id="{625569F5-53A0-447A-973A-A9957433A486}"/>
                  </a:ext>
                </a:extLst>
              </p:cNvPr>
              <p:cNvGrpSpPr/>
              <p:nvPr/>
            </p:nvGrpSpPr>
            <p:grpSpPr>
              <a:xfrm>
                <a:off x="7798849" y="2879049"/>
                <a:ext cx="743343" cy="1063416"/>
                <a:chOff x="6391015" y="3260296"/>
                <a:chExt cx="743343" cy="1063416"/>
              </a:xfrm>
              <a:grpFill/>
            </p:grpSpPr>
            <p:grpSp>
              <p:nvGrpSpPr>
                <p:cNvPr id="224" name="Groupe 223">
                  <a:extLst>
                    <a:ext uri="{FF2B5EF4-FFF2-40B4-BE49-F238E27FC236}">
                      <a16:creationId xmlns:a16="http://schemas.microsoft.com/office/drawing/2014/main" id="{4932DE4B-0012-4655-8E70-AD3BF81D58F6}"/>
                    </a:ext>
                  </a:extLst>
                </p:cNvPr>
                <p:cNvGrpSpPr/>
                <p:nvPr/>
              </p:nvGrpSpPr>
              <p:grpSpPr>
                <a:xfrm>
                  <a:off x="6391015" y="3260296"/>
                  <a:ext cx="743343" cy="1063416"/>
                  <a:chOff x="6298348" y="3168316"/>
                  <a:chExt cx="867130" cy="1240504"/>
                </a:xfrm>
                <a:grpFill/>
              </p:grpSpPr>
              <p:pic>
                <p:nvPicPr>
                  <p:cNvPr id="226" name="Graphique 225" descr="Enseignant avec un remplissage uni">
                    <a:extLst>
                      <a:ext uri="{FF2B5EF4-FFF2-40B4-BE49-F238E27FC236}">
                        <a16:creationId xmlns:a16="http://schemas.microsoft.com/office/drawing/2014/main" id="{6BC3E35F-EEBE-4AC7-8248-859CAE3BE7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27" name="Graphique 226" descr="Personne confuse avec un remplissage uni">
                    <a:extLst>
                      <a:ext uri="{FF2B5EF4-FFF2-40B4-BE49-F238E27FC236}">
                        <a16:creationId xmlns:a16="http://schemas.microsoft.com/office/drawing/2014/main" id="{2B2418D7-5B64-45C6-BAB7-A84C1BFC567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28" name="Rectangle : coins arrondis 227">
                    <a:extLst>
                      <a:ext uri="{FF2B5EF4-FFF2-40B4-BE49-F238E27FC236}">
                        <a16:creationId xmlns:a16="http://schemas.microsoft.com/office/drawing/2014/main" id="{C7B5B86E-5150-4D60-927E-F30B638D46CA}"/>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225" name="Image 224">
                  <a:extLst>
                    <a:ext uri="{FF2B5EF4-FFF2-40B4-BE49-F238E27FC236}">
                      <a16:creationId xmlns:a16="http://schemas.microsoft.com/office/drawing/2014/main" id="{468D1395-3544-45DA-B195-187F6E1586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23" name="Graphique 222" descr="Presse-papiers mixte avec un remplissage uni">
                <a:extLst>
                  <a:ext uri="{FF2B5EF4-FFF2-40B4-BE49-F238E27FC236}">
                    <a16:creationId xmlns:a16="http://schemas.microsoft.com/office/drawing/2014/main" id="{A038A073-DE16-4F28-8916-952ACB66663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grpSp>
      <p:grpSp>
        <p:nvGrpSpPr>
          <p:cNvPr id="229" name="Groupe 228">
            <a:extLst>
              <a:ext uri="{FF2B5EF4-FFF2-40B4-BE49-F238E27FC236}">
                <a16:creationId xmlns:a16="http://schemas.microsoft.com/office/drawing/2014/main" id="{10EED6CA-497E-45F4-AE5B-322F8BD89C09}"/>
              </a:ext>
            </a:extLst>
          </p:cNvPr>
          <p:cNvGrpSpPr/>
          <p:nvPr/>
        </p:nvGrpSpPr>
        <p:grpSpPr>
          <a:xfrm>
            <a:off x="8239966" y="4145959"/>
            <a:ext cx="1135414" cy="544521"/>
            <a:chOff x="3003654" y="3456617"/>
            <a:chExt cx="1135414" cy="544521"/>
          </a:xfrm>
        </p:grpSpPr>
        <p:sp>
          <p:nvSpPr>
            <p:cNvPr id="230" name="Bulle narrative : ronde 229">
              <a:extLst>
                <a:ext uri="{FF2B5EF4-FFF2-40B4-BE49-F238E27FC236}">
                  <a16:creationId xmlns:a16="http://schemas.microsoft.com/office/drawing/2014/main" id="{2A16470C-39E2-4E15-AEA5-34871F25BC0C}"/>
                </a:ext>
              </a:extLst>
            </p:cNvPr>
            <p:cNvSpPr/>
            <p:nvPr/>
          </p:nvSpPr>
          <p:spPr>
            <a:xfrm>
              <a:off x="3003654" y="3456617"/>
              <a:ext cx="1135414" cy="544521"/>
            </a:xfrm>
            <a:prstGeom prst="wedgeEllipseCallout">
              <a:avLst>
                <a:gd name="adj1" fmla="val -14649"/>
                <a:gd name="adj2" fmla="val 7798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nvGrpSpPr>
            <p:cNvPr id="231" name="Groupe 230">
              <a:extLst>
                <a:ext uri="{FF2B5EF4-FFF2-40B4-BE49-F238E27FC236}">
                  <a16:creationId xmlns:a16="http://schemas.microsoft.com/office/drawing/2014/main" id="{8E111C22-A68F-4FDC-96EA-7F1A26A7798A}"/>
                </a:ext>
              </a:extLst>
            </p:cNvPr>
            <p:cNvGrpSpPr/>
            <p:nvPr/>
          </p:nvGrpSpPr>
          <p:grpSpPr>
            <a:xfrm>
              <a:off x="3343525" y="3477359"/>
              <a:ext cx="432442" cy="468275"/>
              <a:chOff x="7560150" y="2879049"/>
              <a:chExt cx="982042" cy="1063416"/>
            </a:xfrm>
            <a:solidFill>
              <a:srgbClr val="ED7D31"/>
            </a:solidFill>
          </p:grpSpPr>
          <p:grpSp>
            <p:nvGrpSpPr>
              <p:cNvPr id="232" name="Groupe 231">
                <a:extLst>
                  <a:ext uri="{FF2B5EF4-FFF2-40B4-BE49-F238E27FC236}">
                    <a16:creationId xmlns:a16="http://schemas.microsoft.com/office/drawing/2014/main" id="{8AF95A1C-891A-4FB4-876C-6A4789928FD2}"/>
                  </a:ext>
                </a:extLst>
              </p:cNvPr>
              <p:cNvGrpSpPr/>
              <p:nvPr/>
            </p:nvGrpSpPr>
            <p:grpSpPr>
              <a:xfrm>
                <a:off x="7798849" y="2879049"/>
                <a:ext cx="743343" cy="1063416"/>
                <a:chOff x="6391015" y="3260296"/>
                <a:chExt cx="743343" cy="1063416"/>
              </a:xfrm>
              <a:grpFill/>
            </p:grpSpPr>
            <p:grpSp>
              <p:nvGrpSpPr>
                <p:cNvPr id="234" name="Groupe 233">
                  <a:extLst>
                    <a:ext uri="{FF2B5EF4-FFF2-40B4-BE49-F238E27FC236}">
                      <a16:creationId xmlns:a16="http://schemas.microsoft.com/office/drawing/2014/main" id="{62C64A7B-8746-4505-95F1-092F62ACC4C8}"/>
                    </a:ext>
                  </a:extLst>
                </p:cNvPr>
                <p:cNvGrpSpPr/>
                <p:nvPr/>
              </p:nvGrpSpPr>
              <p:grpSpPr>
                <a:xfrm>
                  <a:off x="6391015" y="3260296"/>
                  <a:ext cx="743343" cy="1063416"/>
                  <a:chOff x="6298348" y="3168316"/>
                  <a:chExt cx="867130" cy="1240504"/>
                </a:xfrm>
                <a:grpFill/>
              </p:grpSpPr>
              <p:pic>
                <p:nvPicPr>
                  <p:cNvPr id="236" name="Graphique 235" descr="Enseignant avec un remplissage uni">
                    <a:extLst>
                      <a:ext uri="{FF2B5EF4-FFF2-40B4-BE49-F238E27FC236}">
                        <a16:creationId xmlns:a16="http://schemas.microsoft.com/office/drawing/2014/main" id="{ED540525-8C25-4277-AC2B-05F2E2044B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37" name="Graphique 236" descr="Personne confuse avec un remplissage uni">
                    <a:extLst>
                      <a:ext uri="{FF2B5EF4-FFF2-40B4-BE49-F238E27FC236}">
                        <a16:creationId xmlns:a16="http://schemas.microsoft.com/office/drawing/2014/main" id="{DFE77038-BA3B-4DE1-B7B1-E5CDF842EC5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38" name="Rectangle : coins arrondis 237">
                    <a:extLst>
                      <a:ext uri="{FF2B5EF4-FFF2-40B4-BE49-F238E27FC236}">
                        <a16:creationId xmlns:a16="http://schemas.microsoft.com/office/drawing/2014/main" id="{CF401C56-3436-459D-9A57-4ADE3F6538F8}"/>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235" name="Image 234">
                  <a:extLst>
                    <a:ext uri="{FF2B5EF4-FFF2-40B4-BE49-F238E27FC236}">
                      <a16:creationId xmlns:a16="http://schemas.microsoft.com/office/drawing/2014/main" id="{E8F31B26-4A9A-44CB-A931-3B8CD5E626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33" name="Graphique 232" descr="Presse-papiers mixte avec un remplissage uni">
                <a:extLst>
                  <a:ext uri="{FF2B5EF4-FFF2-40B4-BE49-F238E27FC236}">
                    <a16:creationId xmlns:a16="http://schemas.microsoft.com/office/drawing/2014/main" id="{F6BD8DE6-3E49-4EB0-9177-F354044DA37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grpSp>
    </p:spTree>
    <p:extLst>
      <p:ext uri="{BB962C8B-B14F-4D97-AF65-F5344CB8AC3E}">
        <p14:creationId xmlns:p14="http://schemas.microsoft.com/office/powerpoint/2010/main" val="349008348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E45B1F-3F36-4920-B9D8-61FBB3814148}"/>
              </a:ext>
            </a:extLst>
          </p:cNvPr>
          <p:cNvSpPr>
            <a:spLocks noGrp="1"/>
          </p:cNvSpPr>
          <p:nvPr>
            <p:ph type="title"/>
          </p:nvPr>
        </p:nvSpPr>
        <p:spPr/>
        <p:txBody>
          <a:bodyPr>
            <a:normAutofit fontScale="90000"/>
          </a:bodyPr>
          <a:lstStyle/>
          <a:p>
            <a:r>
              <a:rPr lang="en-US" dirty="0"/>
              <a:t>Zoom on : </a:t>
            </a:r>
            <a:br>
              <a:rPr lang="en-US" dirty="0"/>
            </a:br>
            <a:r>
              <a:rPr lang="en-US" dirty="0"/>
              <a:t>Level 4 Co-host</a:t>
            </a:r>
          </a:p>
        </p:txBody>
      </p:sp>
      <p:grpSp>
        <p:nvGrpSpPr>
          <p:cNvPr id="49" name="Groupe 48">
            <a:extLst>
              <a:ext uri="{FF2B5EF4-FFF2-40B4-BE49-F238E27FC236}">
                <a16:creationId xmlns:a16="http://schemas.microsoft.com/office/drawing/2014/main" id="{6FF20EC1-3F21-40F3-A220-7BAADC916653}"/>
              </a:ext>
            </a:extLst>
          </p:cNvPr>
          <p:cNvGrpSpPr/>
          <p:nvPr/>
        </p:nvGrpSpPr>
        <p:grpSpPr>
          <a:xfrm>
            <a:off x="545101" y="4252029"/>
            <a:ext cx="978178" cy="925014"/>
            <a:chOff x="4763560" y="3762738"/>
            <a:chExt cx="978178" cy="925014"/>
          </a:xfrm>
        </p:grpSpPr>
        <p:grpSp>
          <p:nvGrpSpPr>
            <p:cNvPr id="50" name="Groupe 49">
              <a:extLst>
                <a:ext uri="{FF2B5EF4-FFF2-40B4-BE49-F238E27FC236}">
                  <a16:creationId xmlns:a16="http://schemas.microsoft.com/office/drawing/2014/main" id="{F5CDC3FA-652C-4945-B8CA-810F0FAE46FD}"/>
                </a:ext>
              </a:extLst>
            </p:cNvPr>
            <p:cNvGrpSpPr/>
            <p:nvPr/>
          </p:nvGrpSpPr>
          <p:grpSpPr>
            <a:xfrm flipH="1">
              <a:off x="4766064" y="3762738"/>
              <a:ext cx="975674" cy="925014"/>
              <a:chOff x="4716415" y="3792004"/>
              <a:chExt cx="1009529" cy="925014"/>
            </a:xfrm>
          </p:grpSpPr>
          <p:pic>
            <p:nvPicPr>
              <p:cNvPr id="53" name="Graphique 52" descr="Mégaphone1 avec un remplissage uni">
                <a:extLst>
                  <a:ext uri="{FF2B5EF4-FFF2-40B4-BE49-F238E27FC236}">
                    <a16:creationId xmlns:a16="http://schemas.microsoft.com/office/drawing/2014/main" id="{06394CD0-13B3-4528-B424-62F39ADA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54" name="Groupe 53">
                <a:extLst>
                  <a:ext uri="{FF2B5EF4-FFF2-40B4-BE49-F238E27FC236}">
                    <a16:creationId xmlns:a16="http://schemas.microsoft.com/office/drawing/2014/main" id="{C2D91214-4901-4580-AB7E-2BF0E2C04CA6}"/>
                  </a:ext>
                </a:extLst>
              </p:cNvPr>
              <p:cNvGrpSpPr/>
              <p:nvPr/>
            </p:nvGrpSpPr>
            <p:grpSpPr>
              <a:xfrm>
                <a:off x="5048496" y="3886444"/>
                <a:ext cx="633086" cy="830574"/>
                <a:chOff x="5018285" y="3873291"/>
                <a:chExt cx="696980" cy="914400"/>
              </a:xfrm>
            </p:grpSpPr>
            <p:pic>
              <p:nvPicPr>
                <p:cNvPr id="57" name="Graphique 56" descr="Personne confuse avec un remplissage uni">
                  <a:extLst>
                    <a:ext uri="{FF2B5EF4-FFF2-40B4-BE49-F238E27FC236}">
                      <a16:creationId xmlns:a16="http://schemas.microsoft.com/office/drawing/2014/main" id="{B6E218ED-9516-4696-9A59-5F436EE993D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58" name="Rectangle : coins arrondis 57">
                  <a:extLst>
                    <a:ext uri="{FF2B5EF4-FFF2-40B4-BE49-F238E27FC236}">
                      <a16:creationId xmlns:a16="http://schemas.microsoft.com/office/drawing/2014/main" id="{DD4B668A-FA7D-42A6-95A3-BBA2636D8B4D}"/>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55" name="Graphique 54" descr="Balance de la justice avec un remplissage uni">
                <a:extLst>
                  <a:ext uri="{FF2B5EF4-FFF2-40B4-BE49-F238E27FC236}">
                    <a16:creationId xmlns:a16="http://schemas.microsoft.com/office/drawing/2014/main" id="{FFA8DDDC-D4A8-47C1-B1FF-8B61B82F56F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56" name="Image 55">
                <a:extLst>
                  <a:ext uri="{FF2B5EF4-FFF2-40B4-BE49-F238E27FC236}">
                    <a16:creationId xmlns:a16="http://schemas.microsoft.com/office/drawing/2014/main" id="{A497F58C-7ABB-4154-AB39-0E0DED7BB6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51" name="Graphique 50" descr="Balance de la justice avec un remplissage uni">
              <a:extLst>
                <a:ext uri="{FF2B5EF4-FFF2-40B4-BE49-F238E27FC236}">
                  <a16:creationId xmlns:a16="http://schemas.microsoft.com/office/drawing/2014/main" id="{E3E0148E-BCAB-4EB7-BEA6-2DC35D10CAE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52" name="Graphique 51" descr="Balance de la justice avec un remplissage uni">
              <a:extLst>
                <a:ext uri="{FF2B5EF4-FFF2-40B4-BE49-F238E27FC236}">
                  <a16:creationId xmlns:a16="http://schemas.microsoft.com/office/drawing/2014/main" id="{33CDE872-2956-475F-B4A5-E4EA486470B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61" name="Bulle narrative : ronde 60">
            <a:extLst>
              <a:ext uri="{FF2B5EF4-FFF2-40B4-BE49-F238E27FC236}">
                <a16:creationId xmlns:a16="http://schemas.microsoft.com/office/drawing/2014/main" id="{4A3C84FA-4BB6-49AF-96E4-5037D69059B0}"/>
              </a:ext>
            </a:extLst>
          </p:cNvPr>
          <p:cNvSpPr/>
          <p:nvPr/>
        </p:nvSpPr>
        <p:spPr>
          <a:xfrm>
            <a:off x="390454" y="2589733"/>
            <a:ext cx="2474324" cy="1384511"/>
          </a:xfrm>
          <a:prstGeom prst="wedgeEllipseCallout">
            <a:avLst>
              <a:gd name="adj1" fmla="val -26690"/>
              <a:gd name="adj2" fmla="val 74949"/>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 have promoted n lot and now I feel ready to spread, but with assistance </a:t>
            </a:r>
          </a:p>
        </p:txBody>
      </p:sp>
      <p:sp>
        <p:nvSpPr>
          <p:cNvPr id="14" name="Titre 1">
            <a:extLst>
              <a:ext uri="{FF2B5EF4-FFF2-40B4-BE49-F238E27FC236}">
                <a16:creationId xmlns:a16="http://schemas.microsoft.com/office/drawing/2014/main" id="{B4D28942-D3F8-4D60-8D04-5C4915F268DD}"/>
              </a:ext>
            </a:extLst>
          </p:cNvPr>
          <p:cNvSpPr txBox="1">
            <a:spLocks/>
          </p:cNvSpPr>
          <p:nvPr/>
        </p:nvSpPr>
        <p:spPr>
          <a:xfrm>
            <a:off x="154361" y="5293481"/>
            <a:ext cx="1779551"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sz="2400" dirty="0"/>
              <a:t>Promoting as a scout (level 3)</a:t>
            </a:r>
          </a:p>
        </p:txBody>
      </p:sp>
      <p:sp>
        <p:nvSpPr>
          <p:cNvPr id="15" name="Titre 1">
            <a:extLst>
              <a:ext uri="{FF2B5EF4-FFF2-40B4-BE49-F238E27FC236}">
                <a16:creationId xmlns:a16="http://schemas.microsoft.com/office/drawing/2014/main" id="{A922BF5B-85C9-4F11-BB1C-DC49A7062C7A}"/>
              </a:ext>
            </a:extLst>
          </p:cNvPr>
          <p:cNvSpPr txBox="1">
            <a:spLocks/>
          </p:cNvSpPr>
          <p:nvPr/>
        </p:nvSpPr>
        <p:spPr>
          <a:xfrm>
            <a:off x="3217418" y="5338025"/>
            <a:ext cx="1779551"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sz="2400" dirty="0"/>
              <a:t>Becoming a Co-Host (level 4)</a:t>
            </a:r>
          </a:p>
        </p:txBody>
      </p:sp>
      <p:sp>
        <p:nvSpPr>
          <p:cNvPr id="16" name="Titre 1">
            <a:extLst>
              <a:ext uri="{FF2B5EF4-FFF2-40B4-BE49-F238E27FC236}">
                <a16:creationId xmlns:a16="http://schemas.microsoft.com/office/drawing/2014/main" id="{EB283737-90EA-4635-AAD4-08A00D36EABE}"/>
              </a:ext>
            </a:extLst>
          </p:cNvPr>
          <p:cNvSpPr txBox="1">
            <a:spLocks/>
          </p:cNvSpPr>
          <p:nvPr/>
        </p:nvSpPr>
        <p:spPr>
          <a:xfrm>
            <a:off x="6096000" y="5409920"/>
            <a:ext cx="2383367" cy="1179576"/>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sz="2400" dirty="0"/>
              <a:t>Train as a co-host (level 4) with a host (level 5)</a:t>
            </a:r>
          </a:p>
        </p:txBody>
      </p:sp>
      <p:sp>
        <p:nvSpPr>
          <p:cNvPr id="17" name="Flèche : droite 16">
            <a:extLst>
              <a:ext uri="{FF2B5EF4-FFF2-40B4-BE49-F238E27FC236}">
                <a16:creationId xmlns:a16="http://schemas.microsoft.com/office/drawing/2014/main" id="{B9EE9309-8317-4EE5-A006-94310656BF37}"/>
              </a:ext>
            </a:extLst>
          </p:cNvPr>
          <p:cNvSpPr/>
          <p:nvPr/>
        </p:nvSpPr>
        <p:spPr>
          <a:xfrm rot="20113869">
            <a:off x="3936552" y="4591117"/>
            <a:ext cx="427061" cy="275416"/>
          </a:xfrm>
          <a:prstGeom prst="right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Connecteur droit avec flèche 17">
            <a:extLst>
              <a:ext uri="{FF2B5EF4-FFF2-40B4-BE49-F238E27FC236}">
                <a16:creationId xmlns:a16="http://schemas.microsoft.com/office/drawing/2014/main" id="{066DCD48-2496-4854-9F7D-DF74435CB621}"/>
              </a:ext>
            </a:extLst>
          </p:cNvPr>
          <p:cNvCxnSpPr/>
          <p:nvPr/>
        </p:nvCxnSpPr>
        <p:spPr>
          <a:xfrm>
            <a:off x="154361" y="5293481"/>
            <a:ext cx="117978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9" name="Groupe 18">
            <a:extLst>
              <a:ext uri="{FF2B5EF4-FFF2-40B4-BE49-F238E27FC236}">
                <a16:creationId xmlns:a16="http://schemas.microsoft.com/office/drawing/2014/main" id="{C2DD5154-8C5E-4227-B554-1450539C3B0B}"/>
              </a:ext>
            </a:extLst>
          </p:cNvPr>
          <p:cNvGrpSpPr/>
          <p:nvPr/>
        </p:nvGrpSpPr>
        <p:grpSpPr>
          <a:xfrm>
            <a:off x="3129015" y="4217058"/>
            <a:ext cx="978178" cy="925014"/>
            <a:chOff x="4763560" y="3762738"/>
            <a:chExt cx="978178" cy="925014"/>
          </a:xfrm>
        </p:grpSpPr>
        <p:grpSp>
          <p:nvGrpSpPr>
            <p:cNvPr id="20" name="Groupe 19">
              <a:extLst>
                <a:ext uri="{FF2B5EF4-FFF2-40B4-BE49-F238E27FC236}">
                  <a16:creationId xmlns:a16="http://schemas.microsoft.com/office/drawing/2014/main" id="{46965B7C-3EA4-45E4-9C35-A806D5699396}"/>
                </a:ext>
              </a:extLst>
            </p:cNvPr>
            <p:cNvGrpSpPr/>
            <p:nvPr/>
          </p:nvGrpSpPr>
          <p:grpSpPr>
            <a:xfrm flipH="1">
              <a:off x="4766064" y="3762738"/>
              <a:ext cx="975674" cy="925014"/>
              <a:chOff x="4716415" y="3792004"/>
              <a:chExt cx="1009529" cy="925014"/>
            </a:xfrm>
          </p:grpSpPr>
          <p:pic>
            <p:nvPicPr>
              <p:cNvPr id="23" name="Graphique 22" descr="Mégaphone1 avec un remplissage uni">
                <a:extLst>
                  <a:ext uri="{FF2B5EF4-FFF2-40B4-BE49-F238E27FC236}">
                    <a16:creationId xmlns:a16="http://schemas.microsoft.com/office/drawing/2014/main" id="{B39D34F4-F2E0-4C2E-B94E-DEA4D272F9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24" name="Groupe 23">
                <a:extLst>
                  <a:ext uri="{FF2B5EF4-FFF2-40B4-BE49-F238E27FC236}">
                    <a16:creationId xmlns:a16="http://schemas.microsoft.com/office/drawing/2014/main" id="{8B304635-84CF-4C6D-B5F5-D1ED820DF6EE}"/>
                  </a:ext>
                </a:extLst>
              </p:cNvPr>
              <p:cNvGrpSpPr/>
              <p:nvPr/>
            </p:nvGrpSpPr>
            <p:grpSpPr>
              <a:xfrm>
                <a:off x="5048496" y="3886444"/>
                <a:ext cx="633086" cy="830574"/>
                <a:chOff x="5018285" y="3873291"/>
                <a:chExt cx="696980" cy="914400"/>
              </a:xfrm>
            </p:grpSpPr>
            <p:pic>
              <p:nvPicPr>
                <p:cNvPr id="27" name="Graphique 26" descr="Personne confuse avec un remplissage uni">
                  <a:extLst>
                    <a:ext uri="{FF2B5EF4-FFF2-40B4-BE49-F238E27FC236}">
                      <a16:creationId xmlns:a16="http://schemas.microsoft.com/office/drawing/2014/main" id="{D6EAB6AC-7904-408C-9AF7-7D2F8F85A28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28" name="Rectangle : coins arrondis 27">
                  <a:extLst>
                    <a:ext uri="{FF2B5EF4-FFF2-40B4-BE49-F238E27FC236}">
                      <a16:creationId xmlns:a16="http://schemas.microsoft.com/office/drawing/2014/main" id="{CCFC872E-4C0B-4625-9B73-80F6C7CC98A9}"/>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25" name="Graphique 24" descr="Balance de la justice avec un remplissage uni">
                <a:extLst>
                  <a:ext uri="{FF2B5EF4-FFF2-40B4-BE49-F238E27FC236}">
                    <a16:creationId xmlns:a16="http://schemas.microsoft.com/office/drawing/2014/main" id="{EEF829B0-5940-47EB-8AC4-EA5C49819E7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26" name="Image 25">
                <a:extLst>
                  <a:ext uri="{FF2B5EF4-FFF2-40B4-BE49-F238E27FC236}">
                    <a16:creationId xmlns:a16="http://schemas.microsoft.com/office/drawing/2014/main" id="{B1603643-CDC3-4775-BE1D-DA15FAB3F1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21" name="Graphique 20" descr="Balance de la justice avec un remplissage uni">
              <a:extLst>
                <a:ext uri="{FF2B5EF4-FFF2-40B4-BE49-F238E27FC236}">
                  <a16:creationId xmlns:a16="http://schemas.microsoft.com/office/drawing/2014/main" id="{A65928D9-31DE-4DC7-95F9-C0D0160DD03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22" name="Graphique 21" descr="Balance de la justice avec un remplissage uni">
              <a:extLst>
                <a:ext uri="{FF2B5EF4-FFF2-40B4-BE49-F238E27FC236}">
                  <a16:creationId xmlns:a16="http://schemas.microsoft.com/office/drawing/2014/main" id="{22B86E8B-5056-4B3E-B783-058D7E54CA0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grpSp>
        <p:nvGrpSpPr>
          <p:cNvPr id="29" name="Groupe 28">
            <a:extLst>
              <a:ext uri="{FF2B5EF4-FFF2-40B4-BE49-F238E27FC236}">
                <a16:creationId xmlns:a16="http://schemas.microsoft.com/office/drawing/2014/main" id="{38C197C2-A07F-4F2D-84F7-3FE3D8406329}"/>
              </a:ext>
            </a:extLst>
          </p:cNvPr>
          <p:cNvGrpSpPr/>
          <p:nvPr/>
        </p:nvGrpSpPr>
        <p:grpSpPr>
          <a:xfrm>
            <a:off x="4177584" y="4081421"/>
            <a:ext cx="819385" cy="883274"/>
            <a:chOff x="6060465" y="3463636"/>
            <a:chExt cx="819385" cy="883274"/>
          </a:xfrm>
          <a:solidFill>
            <a:srgbClr val="ED7D31"/>
          </a:solidFill>
        </p:grpSpPr>
        <p:pic>
          <p:nvPicPr>
            <p:cNvPr id="30" name="Graphique 29" descr="Presse-papiers mixte avec un remplissage uni">
              <a:extLst>
                <a:ext uri="{FF2B5EF4-FFF2-40B4-BE49-F238E27FC236}">
                  <a16:creationId xmlns:a16="http://schemas.microsoft.com/office/drawing/2014/main" id="{44792DBC-E017-4821-88D4-9CCB4B71FA7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20207580">
              <a:off x="6060465" y="3580343"/>
              <a:ext cx="314429" cy="314429"/>
            </a:xfrm>
            <a:prstGeom prst="rect">
              <a:avLst/>
            </a:prstGeom>
          </p:spPr>
        </p:pic>
        <p:grpSp>
          <p:nvGrpSpPr>
            <p:cNvPr id="31" name="Groupe 30">
              <a:extLst>
                <a:ext uri="{FF2B5EF4-FFF2-40B4-BE49-F238E27FC236}">
                  <a16:creationId xmlns:a16="http://schemas.microsoft.com/office/drawing/2014/main" id="{931C5CDA-58FC-4F51-A13A-D9652BB43215}"/>
                </a:ext>
              </a:extLst>
            </p:cNvPr>
            <p:cNvGrpSpPr/>
            <p:nvPr/>
          </p:nvGrpSpPr>
          <p:grpSpPr>
            <a:xfrm>
              <a:off x="6132133" y="3463636"/>
              <a:ext cx="612923" cy="883274"/>
              <a:chOff x="6132133" y="3463636"/>
              <a:chExt cx="612923" cy="883274"/>
            </a:xfrm>
            <a:grpFill/>
          </p:grpSpPr>
          <p:pic>
            <p:nvPicPr>
              <p:cNvPr id="34" name="Graphique 33" descr="Centre d’appels avec un remplissage uni">
                <a:extLst>
                  <a:ext uri="{FF2B5EF4-FFF2-40B4-BE49-F238E27FC236}">
                    <a16:creationId xmlns:a16="http://schemas.microsoft.com/office/drawing/2014/main" id="{D90C0886-0A42-4395-A117-C9D9116A337F}"/>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b="44092"/>
              <a:stretch/>
            </p:blipFill>
            <p:spPr>
              <a:xfrm>
                <a:off x="6322855" y="3463636"/>
                <a:ext cx="422201" cy="236042"/>
              </a:xfrm>
              <a:prstGeom prst="rect">
                <a:avLst/>
              </a:prstGeom>
            </p:spPr>
          </p:pic>
          <p:grpSp>
            <p:nvGrpSpPr>
              <p:cNvPr id="35" name="Groupe 34">
                <a:extLst>
                  <a:ext uri="{FF2B5EF4-FFF2-40B4-BE49-F238E27FC236}">
                    <a16:creationId xmlns:a16="http://schemas.microsoft.com/office/drawing/2014/main" id="{C546BE71-09D1-45AA-A97F-C4E959D2B5D6}"/>
                  </a:ext>
                </a:extLst>
              </p:cNvPr>
              <p:cNvGrpSpPr/>
              <p:nvPr/>
            </p:nvGrpSpPr>
            <p:grpSpPr>
              <a:xfrm flipH="1">
                <a:off x="6132133" y="3682042"/>
                <a:ext cx="611857" cy="664868"/>
                <a:chOff x="5018285" y="4055721"/>
                <a:chExt cx="696982" cy="731970"/>
              </a:xfrm>
              <a:grpFill/>
            </p:grpSpPr>
            <p:pic>
              <p:nvPicPr>
                <p:cNvPr id="36" name="Graphique 35" descr="Personne confuse avec un remplissage uni">
                  <a:extLst>
                    <a:ext uri="{FF2B5EF4-FFF2-40B4-BE49-F238E27FC236}">
                      <a16:creationId xmlns:a16="http://schemas.microsoft.com/office/drawing/2014/main" id="{66106871-DF41-4905-8691-B58457986CC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t="19951" r="-1"/>
                <a:stretch/>
              </p:blipFill>
              <p:spPr>
                <a:xfrm>
                  <a:off x="5079207" y="4055721"/>
                  <a:ext cx="636060" cy="731970"/>
                </a:xfrm>
                <a:prstGeom prst="rect">
                  <a:avLst/>
                </a:prstGeom>
              </p:spPr>
            </p:pic>
            <p:sp>
              <p:nvSpPr>
                <p:cNvPr id="37" name="Rectangle : coins arrondis 36">
                  <a:extLst>
                    <a:ext uri="{FF2B5EF4-FFF2-40B4-BE49-F238E27FC236}">
                      <a16:creationId xmlns:a16="http://schemas.microsoft.com/office/drawing/2014/main" id="{3CB7255C-A7EC-42D2-8FFC-5A7C12B1F02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32" name="Image 31">
              <a:extLst>
                <a:ext uri="{FF2B5EF4-FFF2-40B4-BE49-F238E27FC236}">
                  <a16:creationId xmlns:a16="http://schemas.microsoft.com/office/drawing/2014/main" id="{5D530F3D-FE69-4844-B608-EA1873F7FED8}"/>
                </a:ext>
              </a:extLst>
            </p:cNvPr>
            <p:cNvPicPr>
              <a:picLocks noChangeAspect="1"/>
            </p:cNvPicPr>
            <p:nvPr/>
          </p:nvPicPr>
          <p:blipFill>
            <a:blip r:embed="rId17">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33" name="Graphique 32" descr="Chronomètre avec un remplissage uni">
              <a:extLst>
                <a:ext uri="{FF2B5EF4-FFF2-40B4-BE49-F238E27FC236}">
                  <a16:creationId xmlns:a16="http://schemas.microsoft.com/office/drawing/2014/main" id="{AA3DCBF9-A136-4BC3-9F1B-662660A4442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714271" y="3602551"/>
              <a:ext cx="165579" cy="165579"/>
            </a:xfrm>
            <a:prstGeom prst="rect">
              <a:avLst/>
            </a:prstGeom>
          </p:spPr>
        </p:pic>
      </p:grpSp>
      <p:grpSp>
        <p:nvGrpSpPr>
          <p:cNvPr id="38" name="Groupe 37">
            <a:extLst>
              <a:ext uri="{FF2B5EF4-FFF2-40B4-BE49-F238E27FC236}">
                <a16:creationId xmlns:a16="http://schemas.microsoft.com/office/drawing/2014/main" id="{11EDD182-9015-463D-8051-D92C827153AD}"/>
              </a:ext>
            </a:extLst>
          </p:cNvPr>
          <p:cNvGrpSpPr/>
          <p:nvPr/>
        </p:nvGrpSpPr>
        <p:grpSpPr>
          <a:xfrm>
            <a:off x="6319186" y="3530381"/>
            <a:ext cx="819385" cy="883274"/>
            <a:chOff x="6060465" y="3463636"/>
            <a:chExt cx="819385" cy="883274"/>
          </a:xfrm>
          <a:solidFill>
            <a:srgbClr val="ED7D31"/>
          </a:solidFill>
        </p:grpSpPr>
        <p:pic>
          <p:nvPicPr>
            <p:cNvPr id="39" name="Graphique 38" descr="Presse-papiers mixte avec un remplissage uni">
              <a:extLst>
                <a:ext uri="{FF2B5EF4-FFF2-40B4-BE49-F238E27FC236}">
                  <a16:creationId xmlns:a16="http://schemas.microsoft.com/office/drawing/2014/main" id="{FDD9ACC2-51EF-4B01-B8C3-D757BD66C0B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20207580">
              <a:off x="6060465" y="3580343"/>
              <a:ext cx="314429" cy="314429"/>
            </a:xfrm>
            <a:prstGeom prst="rect">
              <a:avLst/>
            </a:prstGeom>
          </p:spPr>
        </p:pic>
        <p:grpSp>
          <p:nvGrpSpPr>
            <p:cNvPr id="40" name="Groupe 39">
              <a:extLst>
                <a:ext uri="{FF2B5EF4-FFF2-40B4-BE49-F238E27FC236}">
                  <a16:creationId xmlns:a16="http://schemas.microsoft.com/office/drawing/2014/main" id="{2911D82D-0EF8-4224-91B5-F8405E751E77}"/>
                </a:ext>
              </a:extLst>
            </p:cNvPr>
            <p:cNvGrpSpPr/>
            <p:nvPr/>
          </p:nvGrpSpPr>
          <p:grpSpPr>
            <a:xfrm>
              <a:off x="6132133" y="3463636"/>
              <a:ext cx="612923" cy="883274"/>
              <a:chOff x="6132133" y="3463636"/>
              <a:chExt cx="612923" cy="883274"/>
            </a:xfrm>
            <a:grpFill/>
          </p:grpSpPr>
          <p:pic>
            <p:nvPicPr>
              <p:cNvPr id="43" name="Graphique 42" descr="Centre d’appels avec un remplissage uni">
                <a:extLst>
                  <a:ext uri="{FF2B5EF4-FFF2-40B4-BE49-F238E27FC236}">
                    <a16:creationId xmlns:a16="http://schemas.microsoft.com/office/drawing/2014/main" id="{897F62A6-CAC9-4DB4-BE23-9E94C80E5AA5}"/>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b="44092"/>
              <a:stretch/>
            </p:blipFill>
            <p:spPr>
              <a:xfrm>
                <a:off x="6322855" y="3463636"/>
                <a:ext cx="422201" cy="236042"/>
              </a:xfrm>
              <a:prstGeom prst="rect">
                <a:avLst/>
              </a:prstGeom>
            </p:spPr>
          </p:pic>
          <p:grpSp>
            <p:nvGrpSpPr>
              <p:cNvPr id="44" name="Groupe 43">
                <a:extLst>
                  <a:ext uri="{FF2B5EF4-FFF2-40B4-BE49-F238E27FC236}">
                    <a16:creationId xmlns:a16="http://schemas.microsoft.com/office/drawing/2014/main" id="{88BCD22C-A20B-44E7-B01C-2E921B2A6680}"/>
                  </a:ext>
                </a:extLst>
              </p:cNvPr>
              <p:cNvGrpSpPr/>
              <p:nvPr/>
            </p:nvGrpSpPr>
            <p:grpSpPr>
              <a:xfrm flipH="1">
                <a:off x="6132133" y="3682042"/>
                <a:ext cx="611857" cy="664868"/>
                <a:chOff x="5018285" y="4055721"/>
                <a:chExt cx="696982" cy="731970"/>
              </a:xfrm>
              <a:grpFill/>
            </p:grpSpPr>
            <p:pic>
              <p:nvPicPr>
                <p:cNvPr id="45" name="Graphique 44" descr="Personne confuse avec un remplissage uni">
                  <a:extLst>
                    <a:ext uri="{FF2B5EF4-FFF2-40B4-BE49-F238E27FC236}">
                      <a16:creationId xmlns:a16="http://schemas.microsoft.com/office/drawing/2014/main" id="{5FB756C6-F073-4B51-AB6B-6F680330484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t="19951" r="-1"/>
                <a:stretch/>
              </p:blipFill>
              <p:spPr>
                <a:xfrm>
                  <a:off x="5079207" y="4055721"/>
                  <a:ext cx="636060" cy="731970"/>
                </a:xfrm>
                <a:prstGeom prst="rect">
                  <a:avLst/>
                </a:prstGeom>
              </p:spPr>
            </p:pic>
            <p:sp>
              <p:nvSpPr>
                <p:cNvPr id="46" name="Rectangle : coins arrondis 45">
                  <a:extLst>
                    <a:ext uri="{FF2B5EF4-FFF2-40B4-BE49-F238E27FC236}">
                      <a16:creationId xmlns:a16="http://schemas.microsoft.com/office/drawing/2014/main" id="{8C67E903-BCAC-4B97-9A78-68E4BAC99B5A}"/>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41" name="Image 40">
              <a:extLst>
                <a:ext uri="{FF2B5EF4-FFF2-40B4-BE49-F238E27FC236}">
                  <a16:creationId xmlns:a16="http://schemas.microsoft.com/office/drawing/2014/main" id="{6270DBED-9D34-4FCA-8568-200238D2D98F}"/>
                </a:ext>
              </a:extLst>
            </p:cNvPr>
            <p:cNvPicPr>
              <a:picLocks noChangeAspect="1"/>
            </p:cNvPicPr>
            <p:nvPr/>
          </p:nvPicPr>
          <p:blipFill>
            <a:blip r:embed="rId17">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2" name="Graphique 41" descr="Chronomètre avec un remplissage uni">
              <a:extLst>
                <a:ext uri="{FF2B5EF4-FFF2-40B4-BE49-F238E27FC236}">
                  <a16:creationId xmlns:a16="http://schemas.microsoft.com/office/drawing/2014/main" id="{1BEB935B-01B4-491A-8361-7BABA26FB36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714271" y="3602551"/>
              <a:ext cx="165579" cy="165579"/>
            </a:xfrm>
            <a:prstGeom prst="rect">
              <a:avLst/>
            </a:prstGeom>
          </p:spPr>
        </p:pic>
      </p:grpSp>
      <p:grpSp>
        <p:nvGrpSpPr>
          <p:cNvPr id="47" name="Groupe 46">
            <a:extLst>
              <a:ext uri="{FF2B5EF4-FFF2-40B4-BE49-F238E27FC236}">
                <a16:creationId xmlns:a16="http://schemas.microsoft.com/office/drawing/2014/main" id="{3FCE2836-83F1-44C9-BEF3-AEADB5D2E796}"/>
              </a:ext>
            </a:extLst>
          </p:cNvPr>
          <p:cNvGrpSpPr/>
          <p:nvPr/>
        </p:nvGrpSpPr>
        <p:grpSpPr>
          <a:xfrm>
            <a:off x="6994467" y="3359147"/>
            <a:ext cx="982042" cy="1063416"/>
            <a:chOff x="7560150" y="2879049"/>
            <a:chExt cx="982042" cy="1063416"/>
          </a:xfrm>
          <a:solidFill>
            <a:srgbClr val="ED7D31"/>
          </a:solidFill>
        </p:grpSpPr>
        <p:grpSp>
          <p:nvGrpSpPr>
            <p:cNvPr id="48" name="Groupe 47">
              <a:extLst>
                <a:ext uri="{FF2B5EF4-FFF2-40B4-BE49-F238E27FC236}">
                  <a16:creationId xmlns:a16="http://schemas.microsoft.com/office/drawing/2014/main" id="{9ABCA28F-173E-49DC-8631-E3E095C3F0B3}"/>
                </a:ext>
              </a:extLst>
            </p:cNvPr>
            <p:cNvGrpSpPr/>
            <p:nvPr/>
          </p:nvGrpSpPr>
          <p:grpSpPr>
            <a:xfrm>
              <a:off x="7798849" y="2879049"/>
              <a:ext cx="743343" cy="1063416"/>
              <a:chOff x="6391015" y="3260296"/>
              <a:chExt cx="743343" cy="1063416"/>
            </a:xfrm>
            <a:grpFill/>
          </p:grpSpPr>
          <p:grpSp>
            <p:nvGrpSpPr>
              <p:cNvPr id="60" name="Groupe 59">
                <a:extLst>
                  <a:ext uri="{FF2B5EF4-FFF2-40B4-BE49-F238E27FC236}">
                    <a16:creationId xmlns:a16="http://schemas.microsoft.com/office/drawing/2014/main" id="{701FCDD5-EFC6-4CC2-A11D-5F57B02B3428}"/>
                  </a:ext>
                </a:extLst>
              </p:cNvPr>
              <p:cNvGrpSpPr/>
              <p:nvPr/>
            </p:nvGrpSpPr>
            <p:grpSpPr>
              <a:xfrm>
                <a:off x="6391015" y="3260296"/>
                <a:ext cx="743343" cy="1063416"/>
                <a:chOff x="6298348" y="3168316"/>
                <a:chExt cx="867130" cy="1240504"/>
              </a:xfrm>
              <a:grpFill/>
            </p:grpSpPr>
            <p:pic>
              <p:nvPicPr>
                <p:cNvPr id="63" name="Graphique 62" descr="Enseignant avec un remplissage uni">
                  <a:extLst>
                    <a:ext uri="{FF2B5EF4-FFF2-40B4-BE49-F238E27FC236}">
                      <a16:creationId xmlns:a16="http://schemas.microsoft.com/office/drawing/2014/main" id="{D5E685C6-EDBB-4C30-B687-9A88B10CA3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298348" y="3168316"/>
                  <a:ext cx="867130" cy="867130"/>
                </a:xfrm>
                <a:prstGeom prst="rect">
                  <a:avLst/>
                </a:prstGeom>
              </p:spPr>
            </p:pic>
            <p:pic>
              <p:nvPicPr>
                <p:cNvPr id="64" name="Graphique 63" descr="Personne confuse avec un remplissage uni">
                  <a:extLst>
                    <a:ext uri="{FF2B5EF4-FFF2-40B4-BE49-F238E27FC236}">
                      <a16:creationId xmlns:a16="http://schemas.microsoft.com/office/drawing/2014/main" id="{8A1B26C6-F76C-4773-99CE-58D8E7043403}"/>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34664" t="32545" r="38513" b="-1"/>
                <a:stretch/>
              </p:blipFill>
              <p:spPr>
                <a:xfrm>
                  <a:off x="6367463" y="3792004"/>
                  <a:ext cx="245268" cy="616816"/>
                </a:xfrm>
                <a:prstGeom prst="rect">
                  <a:avLst/>
                </a:prstGeom>
              </p:spPr>
            </p:pic>
            <p:sp>
              <p:nvSpPr>
                <p:cNvPr id="65" name="Rectangle : coins arrondis 64">
                  <a:extLst>
                    <a:ext uri="{FF2B5EF4-FFF2-40B4-BE49-F238E27FC236}">
                      <a16:creationId xmlns:a16="http://schemas.microsoft.com/office/drawing/2014/main" id="{4C389CDF-E57F-417F-8059-EF8320C02BC2}"/>
                    </a:ext>
                  </a:extLst>
                </p:cNvPr>
                <p:cNvSpPr/>
                <p:nvPr/>
              </p:nvSpPr>
              <p:spPr>
                <a:xfrm rot="6712184">
                  <a:off x="6254922" y="3844588"/>
                  <a:ext cx="234739"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62" name="Image 61">
                <a:extLst>
                  <a:ext uri="{FF2B5EF4-FFF2-40B4-BE49-F238E27FC236}">
                    <a16:creationId xmlns:a16="http://schemas.microsoft.com/office/drawing/2014/main" id="{EBAEB13F-C015-4E37-BA19-A4D082E475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9" name="Graphique 58" descr="Presse-papiers mixte avec un remplissage uni">
              <a:extLst>
                <a:ext uri="{FF2B5EF4-FFF2-40B4-BE49-F238E27FC236}">
                  <a16:creationId xmlns:a16="http://schemas.microsoft.com/office/drawing/2014/main" id="{FF1099D6-B36E-47BC-8077-773B107C3D0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0207580">
              <a:off x="7560150" y="3329802"/>
              <a:ext cx="314429" cy="314429"/>
            </a:xfrm>
            <a:prstGeom prst="rect">
              <a:avLst/>
            </a:prstGeom>
          </p:spPr>
        </p:pic>
      </p:grpSp>
      <p:pic>
        <p:nvPicPr>
          <p:cNvPr id="66" name="Graphique 65" descr="Personne confuse avec un remplissage uni">
            <a:extLst>
              <a:ext uri="{FF2B5EF4-FFF2-40B4-BE49-F238E27FC236}">
                <a16:creationId xmlns:a16="http://schemas.microsoft.com/office/drawing/2014/main" id="{064E976C-6408-4F20-B0CF-E2FC3B75167E}"/>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43010" y="4251919"/>
            <a:ext cx="818795" cy="818795"/>
          </a:xfrm>
          <a:prstGeom prst="rect">
            <a:avLst/>
          </a:prstGeom>
        </p:spPr>
      </p:pic>
      <p:pic>
        <p:nvPicPr>
          <p:cNvPr id="67" name="Graphique 66" descr="Personne confuse avec un remplissage uni">
            <a:extLst>
              <a:ext uri="{FF2B5EF4-FFF2-40B4-BE49-F238E27FC236}">
                <a16:creationId xmlns:a16="http://schemas.microsoft.com/office/drawing/2014/main" id="{2B6A19F7-4516-4101-B697-FB516961C81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510243" y="4299733"/>
            <a:ext cx="818795" cy="818795"/>
          </a:xfrm>
          <a:prstGeom prst="rect">
            <a:avLst/>
          </a:prstGeom>
        </p:spPr>
      </p:pic>
      <p:pic>
        <p:nvPicPr>
          <p:cNvPr id="68" name="Graphique 67" descr="Personne confuse avec un remplissage uni">
            <a:extLst>
              <a:ext uri="{FF2B5EF4-FFF2-40B4-BE49-F238E27FC236}">
                <a16:creationId xmlns:a16="http://schemas.microsoft.com/office/drawing/2014/main" id="{39B7F05D-77B3-4A3B-A0FB-C5BC09CCA70E}"/>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794112" y="4265195"/>
            <a:ext cx="818795" cy="818795"/>
          </a:xfrm>
          <a:prstGeom prst="rect">
            <a:avLst/>
          </a:prstGeom>
        </p:spPr>
      </p:pic>
      <p:pic>
        <p:nvPicPr>
          <p:cNvPr id="69" name="Graphique 68" descr="Personne confuse avec un remplissage uni">
            <a:extLst>
              <a:ext uri="{FF2B5EF4-FFF2-40B4-BE49-F238E27FC236}">
                <a16:creationId xmlns:a16="http://schemas.microsoft.com/office/drawing/2014/main" id="{DA901B7D-B5E4-4DCC-BA79-46739B35FF1E}"/>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055470" y="4265195"/>
            <a:ext cx="818795" cy="818795"/>
          </a:xfrm>
          <a:prstGeom prst="rect">
            <a:avLst/>
          </a:prstGeom>
        </p:spPr>
      </p:pic>
      <p:pic>
        <p:nvPicPr>
          <p:cNvPr id="70" name="Graphique 69" descr="Personne confuse avec un remplissage uni">
            <a:extLst>
              <a:ext uri="{FF2B5EF4-FFF2-40B4-BE49-F238E27FC236}">
                <a16:creationId xmlns:a16="http://schemas.microsoft.com/office/drawing/2014/main" id="{04D2E227-8D90-4495-BE53-6F458C705E3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358127" y="4214900"/>
            <a:ext cx="818795" cy="818795"/>
          </a:xfrm>
          <a:prstGeom prst="rect">
            <a:avLst/>
          </a:prstGeom>
        </p:spPr>
      </p:pic>
      <p:sp>
        <p:nvSpPr>
          <p:cNvPr id="71" name="Titre 1">
            <a:extLst>
              <a:ext uri="{FF2B5EF4-FFF2-40B4-BE49-F238E27FC236}">
                <a16:creationId xmlns:a16="http://schemas.microsoft.com/office/drawing/2014/main" id="{DBFCE514-99A8-468A-8C7A-2F13968588FF}"/>
              </a:ext>
            </a:extLst>
          </p:cNvPr>
          <p:cNvSpPr txBox="1">
            <a:spLocks/>
          </p:cNvSpPr>
          <p:nvPr/>
        </p:nvSpPr>
        <p:spPr>
          <a:xfrm>
            <a:off x="9277350" y="5441835"/>
            <a:ext cx="2383367" cy="1179576"/>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en-US" sz="2400" dirty="0"/>
              <a:t>Train as a host (level 5) with a former host as co-host (level 4)</a:t>
            </a:r>
          </a:p>
        </p:txBody>
      </p:sp>
      <p:grpSp>
        <p:nvGrpSpPr>
          <p:cNvPr id="89" name="Groupe 88">
            <a:extLst>
              <a:ext uri="{FF2B5EF4-FFF2-40B4-BE49-F238E27FC236}">
                <a16:creationId xmlns:a16="http://schemas.microsoft.com/office/drawing/2014/main" id="{79C1C5ED-4283-45B3-AE3E-A35D105021DB}"/>
              </a:ext>
            </a:extLst>
          </p:cNvPr>
          <p:cNvGrpSpPr/>
          <p:nvPr/>
        </p:nvGrpSpPr>
        <p:grpSpPr>
          <a:xfrm>
            <a:off x="10537271" y="3525159"/>
            <a:ext cx="819385" cy="883274"/>
            <a:chOff x="6060465" y="3463636"/>
            <a:chExt cx="819385" cy="883274"/>
          </a:xfrm>
          <a:solidFill>
            <a:srgbClr val="ED7D31"/>
          </a:solidFill>
        </p:grpSpPr>
        <p:pic>
          <p:nvPicPr>
            <p:cNvPr id="90" name="Graphique 89" descr="Presse-papiers mixte avec un remplissage uni">
              <a:extLst>
                <a:ext uri="{FF2B5EF4-FFF2-40B4-BE49-F238E27FC236}">
                  <a16:creationId xmlns:a16="http://schemas.microsoft.com/office/drawing/2014/main" id="{A041F0EC-9CA9-4048-A564-B8A4D799128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20207580">
              <a:off x="6060465" y="3580343"/>
              <a:ext cx="314429" cy="314429"/>
            </a:xfrm>
            <a:prstGeom prst="rect">
              <a:avLst/>
            </a:prstGeom>
          </p:spPr>
        </p:pic>
        <p:grpSp>
          <p:nvGrpSpPr>
            <p:cNvPr id="91" name="Groupe 90">
              <a:extLst>
                <a:ext uri="{FF2B5EF4-FFF2-40B4-BE49-F238E27FC236}">
                  <a16:creationId xmlns:a16="http://schemas.microsoft.com/office/drawing/2014/main" id="{54EE4DD0-C8E5-49A1-BB43-9DF631D7B12F}"/>
                </a:ext>
              </a:extLst>
            </p:cNvPr>
            <p:cNvGrpSpPr/>
            <p:nvPr/>
          </p:nvGrpSpPr>
          <p:grpSpPr>
            <a:xfrm>
              <a:off x="6132133" y="3463636"/>
              <a:ext cx="612923" cy="883274"/>
              <a:chOff x="6132133" y="3463636"/>
              <a:chExt cx="612923" cy="883274"/>
            </a:xfrm>
            <a:grpFill/>
          </p:grpSpPr>
          <p:pic>
            <p:nvPicPr>
              <p:cNvPr id="94" name="Graphique 93" descr="Centre d’appels avec un remplissage uni">
                <a:extLst>
                  <a:ext uri="{FF2B5EF4-FFF2-40B4-BE49-F238E27FC236}">
                    <a16:creationId xmlns:a16="http://schemas.microsoft.com/office/drawing/2014/main" id="{48F63C89-5314-46E9-AE0C-09BD1B745528}"/>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44092"/>
              <a:stretch/>
            </p:blipFill>
            <p:spPr>
              <a:xfrm>
                <a:off x="6322855" y="3463636"/>
                <a:ext cx="422201" cy="236042"/>
              </a:xfrm>
              <a:prstGeom prst="rect">
                <a:avLst/>
              </a:prstGeom>
            </p:spPr>
          </p:pic>
          <p:grpSp>
            <p:nvGrpSpPr>
              <p:cNvPr id="95" name="Groupe 94">
                <a:extLst>
                  <a:ext uri="{FF2B5EF4-FFF2-40B4-BE49-F238E27FC236}">
                    <a16:creationId xmlns:a16="http://schemas.microsoft.com/office/drawing/2014/main" id="{C537E9C9-8A7D-4A24-A658-01980DDAEBE3}"/>
                  </a:ext>
                </a:extLst>
              </p:cNvPr>
              <p:cNvGrpSpPr/>
              <p:nvPr/>
            </p:nvGrpSpPr>
            <p:grpSpPr>
              <a:xfrm flipH="1">
                <a:off x="6132133" y="3682042"/>
                <a:ext cx="611857" cy="664868"/>
                <a:chOff x="5018285" y="4055721"/>
                <a:chExt cx="696982" cy="731970"/>
              </a:xfrm>
              <a:grpFill/>
            </p:grpSpPr>
            <p:pic>
              <p:nvPicPr>
                <p:cNvPr id="96" name="Graphique 95" descr="Personne confuse avec un remplissage uni">
                  <a:extLst>
                    <a:ext uri="{FF2B5EF4-FFF2-40B4-BE49-F238E27FC236}">
                      <a16:creationId xmlns:a16="http://schemas.microsoft.com/office/drawing/2014/main" id="{CF397064-79C3-4470-929F-98C03B9BB150}"/>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30"/>
                    </a:ext>
                  </a:extLst>
                </a:blip>
                <a:srcRect l="30440" t="19951" r="-1"/>
                <a:stretch/>
              </p:blipFill>
              <p:spPr>
                <a:xfrm>
                  <a:off x="5079207" y="4055721"/>
                  <a:ext cx="636060" cy="731970"/>
                </a:xfrm>
                <a:prstGeom prst="rect">
                  <a:avLst/>
                </a:prstGeom>
              </p:spPr>
            </p:pic>
            <p:sp>
              <p:nvSpPr>
                <p:cNvPr id="97" name="Rectangle : coins arrondis 96">
                  <a:extLst>
                    <a:ext uri="{FF2B5EF4-FFF2-40B4-BE49-F238E27FC236}">
                      <a16:creationId xmlns:a16="http://schemas.microsoft.com/office/drawing/2014/main" id="{A737239F-EB85-425A-87F6-1DF570771251}"/>
                    </a:ext>
                  </a:extLst>
                </p:cNvPr>
                <p:cNvSpPr/>
                <p:nvPr/>
              </p:nvSpPr>
              <p:spPr>
                <a:xfrm rot="3462276">
                  <a:off x="4958575" y="4176566"/>
                  <a:ext cx="184553" cy="65134"/>
                </a:xfrm>
                <a:prstGeom prst="roundRect">
                  <a:avLst>
                    <a:gd name="adj" fmla="val 50000"/>
                  </a:avLst>
                </a:prstGeom>
                <a:solidFill>
                  <a:srgbClr val="00B05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92" name="Image 91">
              <a:extLst>
                <a:ext uri="{FF2B5EF4-FFF2-40B4-BE49-F238E27FC236}">
                  <a16:creationId xmlns:a16="http://schemas.microsoft.com/office/drawing/2014/main" id="{14364A68-845B-4C17-911C-B94107F51282}"/>
                </a:ext>
              </a:extLst>
            </p:cNvPr>
            <p:cNvPicPr>
              <a:picLocks noChangeAspect="1"/>
            </p:cNvPicPr>
            <p:nvPr/>
          </p:nvPicPr>
          <p:blipFill>
            <a:blip r:embed="rId17">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0059" y="3713113"/>
              <a:ext cx="109675" cy="109475"/>
            </a:xfrm>
            <a:prstGeom prst="rect">
              <a:avLst/>
            </a:prstGeom>
            <a:solidFill>
              <a:srgbClr val="00B050"/>
            </a:solidFill>
          </p:spPr>
        </p:pic>
        <p:pic>
          <p:nvPicPr>
            <p:cNvPr id="93" name="Graphique 92" descr="Chronomètre avec un remplissage uni">
              <a:extLst>
                <a:ext uri="{FF2B5EF4-FFF2-40B4-BE49-F238E27FC236}">
                  <a16:creationId xmlns:a16="http://schemas.microsoft.com/office/drawing/2014/main" id="{D1C3F96C-73B2-4DA6-B5D6-4A83E77CBD6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714271" y="3602551"/>
              <a:ext cx="165579" cy="165579"/>
            </a:xfrm>
            <a:prstGeom prst="rect">
              <a:avLst/>
            </a:prstGeom>
          </p:spPr>
        </p:pic>
      </p:grpSp>
      <p:grpSp>
        <p:nvGrpSpPr>
          <p:cNvPr id="111" name="Groupe 110">
            <a:extLst>
              <a:ext uri="{FF2B5EF4-FFF2-40B4-BE49-F238E27FC236}">
                <a16:creationId xmlns:a16="http://schemas.microsoft.com/office/drawing/2014/main" id="{440A123B-0821-41A4-B82F-9797B2B0FB96}"/>
              </a:ext>
            </a:extLst>
          </p:cNvPr>
          <p:cNvGrpSpPr/>
          <p:nvPr/>
        </p:nvGrpSpPr>
        <p:grpSpPr>
          <a:xfrm>
            <a:off x="9580990" y="3318222"/>
            <a:ext cx="982042" cy="1063416"/>
            <a:chOff x="7560150" y="2879049"/>
            <a:chExt cx="982042" cy="1063416"/>
          </a:xfrm>
          <a:solidFill>
            <a:srgbClr val="ED7D31"/>
          </a:solidFill>
        </p:grpSpPr>
        <p:grpSp>
          <p:nvGrpSpPr>
            <p:cNvPr id="112" name="Groupe 111">
              <a:extLst>
                <a:ext uri="{FF2B5EF4-FFF2-40B4-BE49-F238E27FC236}">
                  <a16:creationId xmlns:a16="http://schemas.microsoft.com/office/drawing/2014/main" id="{6BBDC680-B38A-4BED-82A8-518D2F927589}"/>
                </a:ext>
              </a:extLst>
            </p:cNvPr>
            <p:cNvGrpSpPr/>
            <p:nvPr/>
          </p:nvGrpSpPr>
          <p:grpSpPr>
            <a:xfrm>
              <a:off x="7798849" y="2879049"/>
              <a:ext cx="743343" cy="1063416"/>
              <a:chOff x="6391015" y="3260296"/>
              <a:chExt cx="743343" cy="1063416"/>
            </a:xfrm>
            <a:grpFill/>
          </p:grpSpPr>
          <p:grpSp>
            <p:nvGrpSpPr>
              <p:cNvPr id="114" name="Groupe 113">
                <a:extLst>
                  <a:ext uri="{FF2B5EF4-FFF2-40B4-BE49-F238E27FC236}">
                    <a16:creationId xmlns:a16="http://schemas.microsoft.com/office/drawing/2014/main" id="{7E97A9BF-031E-486C-A52C-A558A6F84B42}"/>
                  </a:ext>
                </a:extLst>
              </p:cNvPr>
              <p:cNvGrpSpPr/>
              <p:nvPr/>
            </p:nvGrpSpPr>
            <p:grpSpPr>
              <a:xfrm>
                <a:off x="6391015" y="3260296"/>
                <a:ext cx="743343" cy="1063416"/>
                <a:chOff x="6298348" y="3168316"/>
                <a:chExt cx="867130" cy="1240504"/>
              </a:xfrm>
              <a:grpFill/>
            </p:grpSpPr>
            <p:pic>
              <p:nvPicPr>
                <p:cNvPr id="116" name="Graphique 115" descr="Enseignant avec un remplissage uni">
                  <a:extLst>
                    <a:ext uri="{FF2B5EF4-FFF2-40B4-BE49-F238E27FC236}">
                      <a16:creationId xmlns:a16="http://schemas.microsoft.com/office/drawing/2014/main" id="{178EBE98-1CC5-473D-AD37-830072DAC7AD}"/>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6298348" y="3168316"/>
                  <a:ext cx="867130" cy="867130"/>
                </a:xfrm>
                <a:prstGeom prst="rect">
                  <a:avLst/>
                </a:prstGeom>
              </p:spPr>
            </p:pic>
            <p:pic>
              <p:nvPicPr>
                <p:cNvPr id="117" name="Graphique 116" descr="Personne confuse avec un remplissage uni">
                  <a:extLst>
                    <a:ext uri="{FF2B5EF4-FFF2-40B4-BE49-F238E27FC236}">
                      <a16:creationId xmlns:a16="http://schemas.microsoft.com/office/drawing/2014/main" id="{E1F2A97E-C26B-43A0-B553-F6EA10F17ED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33"/>
                    </a:ext>
                  </a:extLst>
                </a:blip>
                <a:srcRect l="34664" t="32545" r="38513" b="-1"/>
                <a:stretch/>
              </p:blipFill>
              <p:spPr>
                <a:xfrm>
                  <a:off x="6367463" y="3792004"/>
                  <a:ext cx="245268" cy="616816"/>
                </a:xfrm>
                <a:prstGeom prst="rect">
                  <a:avLst/>
                </a:prstGeom>
              </p:spPr>
            </p:pic>
            <p:sp>
              <p:nvSpPr>
                <p:cNvPr id="118" name="Rectangle : coins arrondis 117">
                  <a:extLst>
                    <a:ext uri="{FF2B5EF4-FFF2-40B4-BE49-F238E27FC236}">
                      <a16:creationId xmlns:a16="http://schemas.microsoft.com/office/drawing/2014/main" id="{BBD394E2-B6FF-469B-8B98-1EF9DB74F7E4}"/>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15" name="Image 114">
                <a:extLst>
                  <a:ext uri="{FF2B5EF4-FFF2-40B4-BE49-F238E27FC236}">
                    <a16:creationId xmlns:a16="http://schemas.microsoft.com/office/drawing/2014/main" id="{61B1C4E9-A26C-4165-B08F-78DF189640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13" name="Graphique 112" descr="Presse-papiers mixte avec un remplissage uni">
              <a:extLst>
                <a:ext uri="{FF2B5EF4-FFF2-40B4-BE49-F238E27FC236}">
                  <a16:creationId xmlns:a16="http://schemas.microsoft.com/office/drawing/2014/main" id="{27E39E25-83AB-4776-8C48-51647FA0910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0207580">
              <a:off x="7560150" y="3329802"/>
              <a:ext cx="314429" cy="314429"/>
            </a:xfrm>
            <a:prstGeom prst="rect">
              <a:avLst/>
            </a:prstGeom>
          </p:spPr>
        </p:pic>
      </p:grpSp>
      <p:pic>
        <p:nvPicPr>
          <p:cNvPr id="119" name="Graphique 118" descr="Personne confuse avec un remplissage uni">
            <a:extLst>
              <a:ext uri="{FF2B5EF4-FFF2-40B4-BE49-F238E27FC236}">
                <a16:creationId xmlns:a16="http://schemas.microsoft.com/office/drawing/2014/main" id="{76169E95-66F5-43EF-8A91-07DA5A2C5DA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562689" y="4354759"/>
            <a:ext cx="818795" cy="818795"/>
          </a:xfrm>
          <a:prstGeom prst="rect">
            <a:avLst/>
          </a:prstGeom>
        </p:spPr>
      </p:pic>
      <p:pic>
        <p:nvPicPr>
          <p:cNvPr id="120" name="Graphique 119" descr="Personne confuse avec un remplissage uni">
            <a:extLst>
              <a:ext uri="{FF2B5EF4-FFF2-40B4-BE49-F238E27FC236}">
                <a16:creationId xmlns:a16="http://schemas.microsoft.com/office/drawing/2014/main" id="{2548F136-F6B0-4E1B-9EAA-FFA08B94FE8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829922" y="4402573"/>
            <a:ext cx="818795" cy="818795"/>
          </a:xfrm>
          <a:prstGeom prst="rect">
            <a:avLst/>
          </a:prstGeom>
        </p:spPr>
      </p:pic>
      <p:pic>
        <p:nvPicPr>
          <p:cNvPr id="121" name="Graphique 120" descr="Personne confuse avec un remplissage uni">
            <a:extLst>
              <a:ext uri="{FF2B5EF4-FFF2-40B4-BE49-F238E27FC236}">
                <a16:creationId xmlns:a16="http://schemas.microsoft.com/office/drawing/2014/main" id="{104D3843-3177-4D35-B126-08C5EA111D2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113791" y="4368035"/>
            <a:ext cx="818795" cy="818795"/>
          </a:xfrm>
          <a:prstGeom prst="rect">
            <a:avLst/>
          </a:prstGeom>
        </p:spPr>
      </p:pic>
      <p:pic>
        <p:nvPicPr>
          <p:cNvPr id="122" name="Graphique 121" descr="Personne confuse avec un remplissage uni">
            <a:extLst>
              <a:ext uri="{FF2B5EF4-FFF2-40B4-BE49-F238E27FC236}">
                <a16:creationId xmlns:a16="http://schemas.microsoft.com/office/drawing/2014/main" id="{1EF1A820-82A9-491D-8606-F3AFE6B80975}"/>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375149" y="4368035"/>
            <a:ext cx="818795" cy="818795"/>
          </a:xfrm>
          <a:prstGeom prst="rect">
            <a:avLst/>
          </a:prstGeom>
        </p:spPr>
      </p:pic>
      <p:pic>
        <p:nvPicPr>
          <p:cNvPr id="123" name="Graphique 122" descr="Personne confuse avec un remplissage uni">
            <a:extLst>
              <a:ext uri="{FF2B5EF4-FFF2-40B4-BE49-F238E27FC236}">
                <a16:creationId xmlns:a16="http://schemas.microsoft.com/office/drawing/2014/main" id="{80B2639D-D019-4C7F-8E60-69CAF45D4CB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677806" y="4317740"/>
            <a:ext cx="818795" cy="818795"/>
          </a:xfrm>
          <a:prstGeom prst="rect">
            <a:avLst/>
          </a:prstGeom>
        </p:spPr>
      </p:pic>
    </p:spTree>
    <p:extLst>
      <p:ext uri="{BB962C8B-B14F-4D97-AF65-F5344CB8AC3E}">
        <p14:creationId xmlns:p14="http://schemas.microsoft.com/office/powerpoint/2010/main" val="414320314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 coins arrondis 64">
            <a:extLst>
              <a:ext uri="{FF2B5EF4-FFF2-40B4-BE49-F238E27FC236}">
                <a16:creationId xmlns:a16="http://schemas.microsoft.com/office/drawing/2014/main" id="{204C6E36-4193-4E56-B29D-CA2F5988C260}"/>
              </a:ext>
            </a:extLst>
          </p:cNvPr>
          <p:cNvSpPr/>
          <p:nvPr/>
        </p:nvSpPr>
        <p:spPr>
          <a:xfrm>
            <a:off x="1035403" y="2263806"/>
            <a:ext cx="2286148" cy="2508725"/>
          </a:xfrm>
          <a:prstGeom prst="roundRect">
            <a:avLst>
              <a:gd name="adj" fmla="val 5038"/>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200">
              <a:solidFill>
                <a:schemeClr val="tx1"/>
              </a:solidFill>
            </a:endParaRPr>
          </a:p>
          <a:p>
            <a:pPr algn="ctr"/>
            <a:r>
              <a:rPr lang="fr-FR" sz="1200">
                <a:solidFill>
                  <a:schemeClr val="tx1"/>
                </a:solidFill>
              </a:rPr>
              <a:t>Rappel des rôles, du potentiel d’évolution de </a:t>
            </a:r>
            <a:r>
              <a:rPr lang="fr-FR" sz="1200" err="1">
                <a:solidFill>
                  <a:schemeClr val="tx1"/>
                </a:solidFill>
              </a:rPr>
              <a:t>chacun.e</a:t>
            </a:r>
            <a:endParaRPr lang="fr-FR" sz="1200">
              <a:solidFill>
                <a:schemeClr val="tx1"/>
              </a:solidFill>
            </a:endParaRPr>
          </a:p>
        </p:txBody>
      </p:sp>
      <p:sp>
        <p:nvSpPr>
          <p:cNvPr id="2" name="Titre 1">
            <a:extLst>
              <a:ext uri="{FF2B5EF4-FFF2-40B4-BE49-F238E27FC236}">
                <a16:creationId xmlns:a16="http://schemas.microsoft.com/office/drawing/2014/main" id="{FE502D17-3680-4741-9E23-9BFA7C2BDD7D}"/>
              </a:ext>
            </a:extLst>
          </p:cNvPr>
          <p:cNvSpPr>
            <a:spLocks noGrp="1"/>
          </p:cNvSpPr>
          <p:nvPr>
            <p:ph type="title"/>
          </p:nvPr>
        </p:nvSpPr>
        <p:spPr>
          <a:xfrm>
            <a:off x="2199220" y="548640"/>
            <a:ext cx="9084476" cy="1179576"/>
          </a:xfrm>
        </p:spPr>
        <p:txBody>
          <a:bodyPr>
            <a:normAutofit/>
          </a:bodyPr>
          <a:lstStyle/>
          <a:p>
            <a:r>
              <a:rPr lang="fr-FR" dirty="0"/>
              <a:t>Engage at the end of </a:t>
            </a:r>
            <a:r>
              <a:rPr lang="fr-FR" dirty="0" err="1"/>
              <a:t>every</a:t>
            </a:r>
            <a:r>
              <a:rPr lang="fr-FR" dirty="0"/>
              <a:t> </a:t>
            </a:r>
            <a:r>
              <a:rPr lang="fr-FR" dirty="0" err="1"/>
              <a:t>event</a:t>
            </a:r>
            <a:endParaRPr lang="fr-FR" dirty="0"/>
          </a:p>
        </p:txBody>
      </p:sp>
      <p:sp>
        <p:nvSpPr>
          <p:cNvPr id="4" name="Flèche : droite 3">
            <a:extLst>
              <a:ext uri="{FF2B5EF4-FFF2-40B4-BE49-F238E27FC236}">
                <a16:creationId xmlns:a16="http://schemas.microsoft.com/office/drawing/2014/main" id="{004D2512-B628-49B5-BF5A-44E9187B8A58}"/>
              </a:ext>
            </a:extLst>
          </p:cNvPr>
          <p:cNvSpPr/>
          <p:nvPr/>
        </p:nvSpPr>
        <p:spPr>
          <a:xfrm>
            <a:off x="721665" y="4870464"/>
            <a:ext cx="10902667" cy="20229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5" name="Espace réservé du contenu 3">
            <a:extLst>
              <a:ext uri="{FF2B5EF4-FFF2-40B4-BE49-F238E27FC236}">
                <a16:creationId xmlns:a16="http://schemas.microsoft.com/office/drawing/2014/main" id="{86FAD739-773B-443F-A075-6D1BDF384BC9}"/>
              </a:ext>
            </a:extLst>
          </p:cNvPr>
          <p:cNvGraphicFramePr>
            <a:graphicFrameLocks noGrp="1"/>
          </p:cNvGraphicFramePr>
          <p:nvPr>
            <p:ph idx="1"/>
          </p:nvPr>
        </p:nvGraphicFramePr>
        <p:xfrm>
          <a:off x="1198820" y="4056679"/>
          <a:ext cx="1986259" cy="7262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4" name="Groupe 63">
            <a:extLst>
              <a:ext uri="{FF2B5EF4-FFF2-40B4-BE49-F238E27FC236}">
                <a16:creationId xmlns:a16="http://schemas.microsoft.com/office/drawing/2014/main" id="{FCA3DA1B-0B85-4E42-BF00-D9D4D772B20F}"/>
              </a:ext>
            </a:extLst>
          </p:cNvPr>
          <p:cNvGrpSpPr/>
          <p:nvPr/>
        </p:nvGrpSpPr>
        <p:grpSpPr>
          <a:xfrm>
            <a:off x="1198820" y="3844731"/>
            <a:ext cx="1903882" cy="676024"/>
            <a:chOff x="1824569" y="1944527"/>
            <a:chExt cx="9850239" cy="3497591"/>
          </a:xfrm>
        </p:grpSpPr>
        <p:grpSp>
          <p:nvGrpSpPr>
            <p:cNvPr id="6" name="Groupe 5">
              <a:extLst>
                <a:ext uri="{FF2B5EF4-FFF2-40B4-BE49-F238E27FC236}">
                  <a16:creationId xmlns:a16="http://schemas.microsoft.com/office/drawing/2014/main" id="{13537BB5-CF38-4473-87E4-C393A9C03FD5}"/>
                </a:ext>
              </a:extLst>
            </p:cNvPr>
            <p:cNvGrpSpPr/>
            <p:nvPr/>
          </p:nvGrpSpPr>
          <p:grpSpPr>
            <a:xfrm>
              <a:off x="10408603" y="1944527"/>
              <a:ext cx="1266205" cy="1138016"/>
              <a:chOff x="10408603" y="1944527"/>
              <a:chExt cx="1266205" cy="1138016"/>
            </a:xfrm>
            <a:solidFill>
              <a:srgbClr val="3494BA"/>
            </a:solidFill>
          </p:grpSpPr>
          <p:grpSp>
            <p:nvGrpSpPr>
              <p:cNvPr id="7" name="Groupe 6">
                <a:extLst>
                  <a:ext uri="{FF2B5EF4-FFF2-40B4-BE49-F238E27FC236}">
                    <a16:creationId xmlns:a16="http://schemas.microsoft.com/office/drawing/2014/main" id="{01DBA578-25AD-49FE-9F36-3E251E92ADEC}"/>
                  </a:ext>
                </a:extLst>
              </p:cNvPr>
              <p:cNvGrpSpPr/>
              <p:nvPr/>
            </p:nvGrpSpPr>
            <p:grpSpPr>
              <a:xfrm>
                <a:off x="10781788" y="2168143"/>
                <a:ext cx="696980" cy="914400"/>
                <a:chOff x="5018285" y="3873291"/>
                <a:chExt cx="696980" cy="914400"/>
              </a:xfrm>
              <a:grpFill/>
            </p:grpSpPr>
            <p:pic>
              <p:nvPicPr>
                <p:cNvPr id="13" name="Graphique 12" descr="Personne confuse avec un remplissage uni">
                  <a:extLst>
                    <a:ext uri="{FF2B5EF4-FFF2-40B4-BE49-F238E27FC236}">
                      <a16:creationId xmlns:a16="http://schemas.microsoft.com/office/drawing/2014/main" id="{85BBB3A3-BF18-4346-AE02-433B2B867B26}"/>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30440" r="-1"/>
                <a:stretch/>
              </p:blipFill>
              <p:spPr>
                <a:xfrm>
                  <a:off x="5079206" y="3873291"/>
                  <a:ext cx="636059" cy="914400"/>
                </a:xfrm>
                <a:prstGeom prst="rect">
                  <a:avLst/>
                </a:prstGeom>
              </p:spPr>
            </p:pic>
            <p:sp>
              <p:nvSpPr>
                <p:cNvPr id="14" name="Rectangle : coins arrondis 13">
                  <a:extLst>
                    <a:ext uri="{FF2B5EF4-FFF2-40B4-BE49-F238E27FC236}">
                      <a16:creationId xmlns:a16="http://schemas.microsoft.com/office/drawing/2014/main" id="{C0E19C5F-63FF-42D5-B291-7ACEF93950E9}"/>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8" name="Graphique 7" descr="Panneau de signalisation avec un remplissage uni">
                <a:extLst>
                  <a:ext uri="{FF2B5EF4-FFF2-40B4-BE49-F238E27FC236}">
                    <a16:creationId xmlns:a16="http://schemas.microsoft.com/office/drawing/2014/main" id="{8C286D52-191B-4C16-87C5-AB52B4AD796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18628"/>
              <a:stretch/>
            </p:blipFill>
            <p:spPr>
              <a:xfrm>
                <a:off x="10932558" y="1976438"/>
                <a:ext cx="742250" cy="603990"/>
              </a:xfrm>
              <a:prstGeom prst="rect">
                <a:avLst/>
              </a:prstGeom>
            </p:spPr>
          </p:pic>
          <p:grpSp>
            <p:nvGrpSpPr>
              <p:cNvPr id="9" name="Groupe 8">
                <a:extLst>
                  <a:ext uri="{FF2B5EF4-FFF2-40B4-BE49-F238E27FC236}">
                    <a16:creationId xmlns:a16="http://schemas.microsoft.com/office/drawing/2014/main" id="{07C2541D-2C9D-457A-BC98-4A98CA9B2A65}"/>
                  </a:ext>
                </a:extLst>
              </p:cNvPr>
              <p:cNvGrpSpPr/>
              <p:nvPr/>
            </p:nvGrpSpPr>
            <p:grpSpPr>
              <a:xfrm rot="21051146" flipH="1">
                <a:off x="10408603" y="1944527"/>
                <a:ext cx="391604" cy="567289"/>
                <a:chOff x="5616686" y="6627757"/>
                <a:chExt cx="644414" cy="888746"/>
              </a:xfrm>
              <a:grpFill/>
            </p:grpSpPr>
            <p:pic>
              <p:nvPicPr>
                <p:cNvPr id="11" name="Graphique 10" descr="Drapeau de golf dans un trou avec un remplissage uni">
                  <a:extLst>
                    <a:ext uri="{FF2B5EF4-FFF2-40B4-BE49-F238E27FC236}">
                      <a16:creationId xmlns:a16="http://schemas.microsoft.com/office/drawing/2014/main" id="{59DA4690-75D9-405E-B462-E36AAC77FF21}"/>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9715" t="5069" r="36313" b="56423"/>
                <a:stretch/>
              </p:blipFill>
              <p:spPr>
                <a:xfrm>
                  <a:off x="5616686" y="6627757"/>
                  <a:ext cx="644414" cy="564328"/>
                </a:xfrm>
                <a:prstGeom prst="rect">
                  <a:avLst/>
                </a:prstGeom>
              </p:spPr>
            </p:pic>
            <p:sp>
              <p:nvSpPr>
                <p:cNvPr id="12" name="Rectangle : coins arrondis 11">
                  <a:extLst>
                    <a:ext uri="{FF2B5EF4-FFF2-40B4-BE49-F238E27FC236}">
                      <a16:creationId xmlns:a16="http://schemas.microsoft.com/office/drawing/2014/main" id="{80AA6340-AE4B-4267-8D29-47D3164A56EC}"/>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 name="Image 9">
                <a:extLst>
                  <a:ext uri="{FF2B5EF4-FFF2-40B4-BE49-F238E27FC236}">
                    <a16:creationId xmlns:a16="http://schemas.microsoft.com/office/drawing/2014/main" id="{4E01D887-648B-492F-9A6B-1437CF7F36C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15" name="Groupe 14">
              <a:extLst>
                <a:ext uri="{FF2B5EF4-FFF2-40B4-BE49-F238E27FC236}">
                  <a16:creationId xmlns:a16="http://schemas.microsoft.com/office/drawing/2014/main" id="{C96A15A9-DE62-4454-8B19-BA2E11D7BB1E}"/>
                </a:ext>
              </a:extLst>
            </p:cNvPr>
            <p:cNvGrpSpPr/>
            <p:nvPr/>
          </p:nvGrpSpPr>
          <p:grpSpPr>
            <a:xfrm>
              <a:off x="3239584" y="4265153"/>
              <a:ext cx="944022" cy="834837"/>
              <a:chOff x="3239584" y="4265153"/>
              <a:chExt cx="944022" cy="834837"/>
            </a:xfrm>
          </p:grpSpPr>
          <p:grpSp>
            <p:nvGrpSpPr>
              <p:cNvPr id="16" name="Groupe 15">
                <a:extLst>
                  <a:ext uri="{FF2B5EF4-FFF2-40B4-BE49-F238E27FC236}">
                    <a16:creationId xmlns:a16="http://schemas.microsoft.com/office/drawing/2014/main" id="{0C015CB9-06CD-4D53-986D-FF2361015B33}"/>
                  </a:ext>
                </a:extLst>
              </p:cNvPr>
              <p:cNvGrpSpPr/>
              <p:nvPr/>
            </p:nvGrpSpPr>
            <p:grpSpPr>
              <a:xfrm>
                <a:off x="3239584" y="4265153"/>
                <a:ext cx="944022" cy="834837"/>
                <a:chOff x="3239584" y="4265153"/>
                <a:chExt cx="944022" cy="834837"/>
              </a:xfrm>
            </p:grpSpPr>
            <p:pic>
              <p:nvPicPr>
                <p:cNvPr id="18" name="Graphique 17" descr="Personne confuse avec un remplissage uni">
                  <a:extLst>
                    <a:ext uri="{FF2B5EF4-FFF2-40B4-BE49-F238E27FC236}">
                      <a16:creationId xmlns:a16="http://schemas.microsoft.com/office/drawing/2014/main" id="{449F8F9F-4E3B-4FA3-9376-F0B9C823C00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239584" y="4281195"/>
                  <a:ext cx="818795" cy="818795"/>
                </a:xfrm>
                <a:prstGeom prst="rect">
                  <a:avLst/>
                </a:prstGeom>
              </p:spPr>
            </p:pic>
            <p:pic>
              <p:nvPicPr>
                <p:cNvPr id="19" name="Graphique 18" descr="Calendrier journalier avec un remplissage uni">
                  <a:extLst>
                    <a:ext uri="{FF2B5EF4-FFF2-40B4-BE49-F238E27FC236}">
                      <a16:creationId xmlns:a16="http://schemas.microsoft.com/office/drawing/2014/main" id="{9E49980D-0C00-4B3E-8EAA-4A465B59E58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826152" y="4265153"/>
                  <a:ext cx="357454" cy="357454"/>
                </a:xfrm>
                <a:prstGeom prst="rect">
                  <a:avLst/>
                </a:prstGeom>
              </p:spPr>
            </p:pic>
          </p:grpSp>
          <p:pic>
            <p:nvPicPr>
              <p:cNvPr id="17" name="Image 16">
                <a:extLst>
                  <a:ext uri="{FF2B5EF4-FFF2-40B4-BE49-F238E27FC236}">
                    <a16:creationId xmlns:a16="http://schemas.microsoft.com/office/drawing/2014/main" id="{0E88E0B7-B7D8-4F10-ABA3-62BDC1B707E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20" name="Graphique 19" descr="Homme avec un remplissage uni">
              <a:extLst>
                <a:ext uri="{FF2B5EF4-FFF2-40B4-BE49-F238E27FC236}">
                  <a16:creationId xmlns:a16="http://schemas.microsoft.com/office/drawing/2014/main" id="{D199078E-CFB8-4FE0-84F9-9D9EB31D4B2F}"/>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759" b="1"/>
            <a:stretch/>
          </p:blipFill>
          <p:spPr>
            <a:xfrm>
              <a:off x="1824569" y="4750750"/>
              <a:ext cx="696654" cy="691368"/>
            </a:xfrm>
            <a:prstGeom prst="rect">
              <a:avLst/>
            </a:prstGeom>
          </p:spPr>
        </p:pic>
        <p:grpSp>
          <p:nvGrpSpPr>
            <p:cNvPr id="21" name="Groupe 20">
              <a:extLst>
                <a:ext uri="{FF2B5EF4-FFF2-40B4-BE49-F238E27FC236}">
                  <a16:creationId xmlns:a16="http://schemas.microsoft.com/office/drawing/2014/main" id="{EB0E5405-5AD8-4277-BB55-BF121B73D4FE}"/>
                </a:ext>
              </a:extLst>
            </p:cNvPr>
            <p:cNvGrpSpPr/>
            <p:nvPr/>
          </p:nvGrpSpPr>
          <p:grpSpPr>
            <a:xfrm>
              <a:off x="6181018" y="3463980"/>
              <a:ext cx="819385" cy="883274"/>
              <a:chOff x="6060465" y="3463636"/>
              <a:chExt cx="819385" cy="883274"/>
            </a:xfrm>
            <a:solidFill>
              <a:srgbClr val="ED7D31"/>
            </a:solidFill>
          </p:grpSpPr>
          <p:pic>
            <p:nvPicPr>
              <p:cNvPr id="22" name="Graphique 21" descr="Presse-papiers mixte avec un remplissage uni">
                <a:extLst>
                  <a:ext uri="{FF2B5EF4-FFF2-40B4-BE49-F238E27FC236}">
                    <a16:creationId xmlns:a16="http://schemas.microsoft.com/office/drawing/2014/main" id="{CA9A1459-6CD0-4285-9ED2-C17C14357CA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20207580">
                <a:off x="6060465" y="3580343"/>
                <a:ext cx="314429" cy="314429"/>
              </a:xfrm>
              <a:prstGeom prst="rect">
                <a:avLst/>
              </a:prstGeom>
            </p:spPr>
          </p:pic>
          <p:grpSp>
            <p:nvGrpSpPr>
              <p:cNvPr id="23" name="Groupe 22">
                <a:extLst>
                  <a:ext uri="{FF2B5EF4-FFF2-40B4-BE49-F238E27FC236}">
                    <a16:creationId xmlns:a16="http://schemas.microsoft.com/office/drawing/2014/main" id="{3F58B1E0-FBFB-43C4-B576-7DDBD6B6CF88}"/>
                  </a:ext>
                </a:extLst>
              </p:cNvPr>
              <p:cNvGrpSpPr/>
              <p:nvPr/>
            </p:nvGrpSpPr>
            <p:grpSpPr>
              <a:xfrm>
                <a:off x="6132133" y="3463636"/>
                <a:ext cx="612923" cy="883274"/>
                <a:chOff x="6132133" y="3463636"/>
                <a:chExt cx="612923" cy="883274"/>
              </a:xfrm>
              <a:grpFill/>
            </p:grpSpPr>
            <p:pic>
              <p:nvPicPr>
                <p:cNvPr id="26" name="Graphique 25" descr="Centre d’appels avec un remplissage uni">
                  <a:extLst>
                    <a:ext uri="{FF2B5EF4-FFF2-40B4-BE49-F238E27FC236}">
                      <a16:creationId xmlns:a16="http://schemas.microsoft.com/office/drawing/2014/main" id="{766EFA83-87F7-48B3-89E9-4D7263CE9A5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b="44092"/>
                <a:stretch/>
              </p:blipFill>
              <p:spPr>
                <a:xfrm>
                  <a:off x="6322855" y="3463636"/>
                  <a:ext cx="422201" cy="236042"/>
                </a:xfrm>
                <a:prstGeom prst="rect">
                  <a:avLst/>
                </a:prstGeom>
              </p:spPr>
            </p:pic>
            <p:grpSp>
              <p:nvGrpSpPr>
                <p:cNvPr id="27" name="Groupe 26">
                  <a:extLst>
                    <a:ext uri="{FF2B5EF4-FFF2-40B4-BE49-F238E27FC236}">
                      <a16:creationId xmlns:a16="http://schemas.microsoft.com/office/drawing/2014/main" id="{8639E731-9230-4881-A297-E7FE711E8679}"/>
                    </a:ext>
                  </a:extLst>
                </p:cNvPr>
                <p:cNvGrpSpPr/>
                <p:nvPr/>
              </p:nvGrpSpPr>
              <p:grpSpPr>
                <a:xfrm flipH="1">
                  <a:off x="6132133" y="3682042"/>
                  <a:ext cx="611857" cy="664868"/>
                  <a:chOff x="5018285" y="4055721"/>
                  <a:chExt cx="696982" cy="731970"/>
                </a:xfrm>
                <a:grpFill/>
              </p:grpSpPr>
              <p:pic>
                <p:nvPicPr>
                  <p:cNvPr id="28" name="Graphique 27" descr="Personne confuse avec un remplissage uni">
                    <a:extLst>
                      <a:ext uri="{FF2B5EF4-FFF2-40B4-BE49-F238E27FC236}">
                        <a16:creationId xmlns:a16="http://schemas.microsoft.com/office/drawing/2014/main" id="{87E485C1-41B1-466E-9CA4-CE2D9B4583A4}"/>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30440" t="19951" r="-1"/>
                  <a:stretch/>
                </p:blipFill>
                <p:spPr>
                  <a:xfrm>
                    <a:off x="5079207" y="4055721"/>
                    <a:ext cx="636060" cy="731970"/>
                  </a:xfrm>
                  <a:prstGeom prst="rect">
                    <a:avLst/>
                  </a:prstGeom>
                </p:spPr>
              </p:pic>
              <p:sp>
                <p:nvSpPr>
                  <p:cNvPr id="29" name="Rectangle : coins arrondis 28">
                    <a:extLst>
                      <a:ext uri="{FF2B5EF4-FFF2-40B4-BE49-F238E27FC236}">
                        <a16:creationId xmlns:a16="http://schemas.microsoft.com/office/drawing/2014/main" id="{EB77BDF8-1E5C-45F0-9A53-7CBD87E255F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4" name="Image 23">
                <a:extLst>
                  <a:ext uri="{FF2B5EF4-FFF2-40B4-BE49-F238E27FC236}">
                    <a16:creationId xmlns:a16="http://schemas.microsoft.com/office/drawing/2014/main" id="{5C72C1AF-F29F-464A-9097-C105B6F7A0C6}"/>
                  </a:ext>
                </a:extLst>
              </p:cNvPr>
              <p:cNvPicPr>
                <a:picLocks noChangeAspect="1"/>
              </p:cNvPicPr>
              <p:nvPr/>
            </p:nvPicPr>
            <p:blipFill>
              <a:blip r:embed="rId26">
                <a:extLst>
                  <a:ext uri="{BEBA8EAE-BF5A-486C-A8C5-ECC9F3942E4B}">
                    <a14:imgProps xmlns:a14="http://schemas.microsoft.com/office/drawing/2010/main">
                      <a14:imgLayer r:embed="rId2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5" name="Graphique 24" descr="Chronomètre avec un remplissage uni">
                <a:extLst>
                  <a:ext uri="{FF2B5EF4-FFF2-40B4-BE49-F238E27FC236}">
                    <a16:creationId xmlns:a16="http://schemas.microsoft.com/office/drawing/2014/main" id="{33892522-8F7B-4D67-916E-531C4C81E3C3}"/>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6714271" y="3602551"/>
                <a:ext cx="165579" cy="165579"/>
              </a:xfrm>
              <a:prstGeom prst="rect">
                <a:avLst/>
              </a:prstGeom>
            </p:spPr>
          </p:pic>
        </p:grpSp>
        <p:grpSp>
          <p:nvGrpSpPr>
            <p:cNvPr id="30" name="Groupe 29">
              <a:extLst>
                <a:ext uri="{FF2B5EF4-FFF2-40B4-BE49-F238E27FC236}">
                  <a16:creationId xmlns:a16="http://schemas.microsoft.com/office/drawing/2014/main" id="{0AD07063-5002-4867-A3C7-EDDDBD44EA8A}"/>
                </a:ext>
              </a:extLst>
            </p:cNvPr>
            <p:cNvGrpSpPr/>
            <p:nvPr/>
          </p:nvGrpSpPr>
          <p:grpSpPr>
            <a:xfrm>
              <a:off x="7560150" y="2879049"/>
              <a:ext cx="982042" cy="1063416"/>
              <a:chOff x="7560150" y="2879049"/>
              <a:chExt cx="982042" cy="1063416"/>
            </a:xfrm>
            <a:solidFill>
              <a:srgbClr val="ED7D31"/>
            </a:solidFill>
          </p:grpSpPr>
          <p:grpSp>
            <p:nvGrpSpPr>
              <p:cNvPr id="31" name="Groupe 30">
                <a:extLst>
                  <a:ext uri="{FF2B5EF4-FFF2-40B4-BE49-F238E27FC236}">
                    <a16:creationId xmlns:a16="http://schemas.microsoft.com/office/drawing/2014/main" id="{ABC01049-AFDA-45D7-84F7-ADD9B064E881}"/>
                  </a:ext>
                </a:extLst>
              </p:cNvPr>
              <p:cNvGrpSpPr/>
              <p:nvPr/>
            </p:nvGrpSpPr>
            <p:grpSpPr>
              <a:xfrm>
                <a:off x="7798849" y="2879049"/>
                <a:ext cx="743343" cy="1063416"/>
                <a:chOff x="6391015" y="3260296"/>
                <a:chExt cx="743343" cy="1063416"/>
              </a:xfrm>
              <a:grpFill/>
            </p:grpSpPr>
            <p:grpSp>
              <p:nvGrpSpPr>
                <p:cNvPr id="33" name="Groupe 32">
                  <a:extLst>
                    <a:ext uri="{FF2B5EF4-FFF2-40B4-BE49-F238E27FC236}">
                      <a16:creationId xmlns:a16="http://schemas.microsoft.com/office/drawing/2014/main" id="{3A06C5FA-987F-4BE2-9BBB-E7C53D6AF860}"/>
                    </a:ext>
                  </a:extLst>
                </p:cNvPr>
                <p:cNvGrpSpPr/>
                <p:nvPr/>
              </p:nvGrpSpPr>
              <p:grpSpPr>
                <a:xfrm>
                  <a:off x="6391015" y="3260296"/>
                  <a:ext cx="743343" cy="1063416"/>
                  <a:chOff x="6298348" y="3168316"/>
                  <a:chExt cx="867130" cy="1240504"/>
                </a:xfrm>
                <a:grpFill/>
              </p:grpSpPr>
              <p:pic>
                <p:nvPicPr>
                  <p:cNvPr id="35" name="Graphique 34" descr="Enseignant avec un remplissage uni">
                    <a:extLst>
                      <a:ext uri="{FF2B5EF4-FFF2-40B4-BE49-F238E27FC236}">
                        <a16:creationId xmlns:a16="http://schemas.microsoft.com/office/drawing/2014/main" id="{09AE260C-627D-4B22-BDDA-28C583119A50}"/>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298348" y="3168316"/>
                    <a:ext cx="867130" cy="867130"/>
                  </a:xfrm>
                  <a:prstGeom prst="rect">
                    <a:avLst/>
                  </a:prstGeom>
                </p:spPr>
              </p:pic>
              <p:pic>
                <p:nvPicPr>
                  <p:cNvPr id="36" name="Graphique 35" descr="Personne confuse avec un remplissage uni">
                    <a:extLst>
                      <a:ext uri="{FF2B5EF4-FFF2-40B4-BE49-F238E27FC236}">
                        <a16:creationId xmlns:a16="http://schemas.microsoft.com/office/drawing/2014/main" id="{2656D1B3-8693-4C74-A5A4-8D18C7069D3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32"/>
                      </a:ext>
                    </a:extLst>
                  </a:blip>
                  <a:srcRect l="34664" t="32545" r="38513" b="-1"/>
                  <a:stretch/>
                </p:blipFill>
                <p:spPr>
                  <a:xfrm>
                    <a:off x="6367463" y="3792004"/>
                    <a:ext cx="245268" cy="616816"/>
                  </a:xfrm>
                  <a:prstGeom prst="rect">
                    <a:avLst/>
                  </a:prstGeom>
                </p:spPr>
              </p:pic>
              <p:sp>
                <p:nvSpPr>
                  <p:cNvPr id="37" name="Rectangle : coins arrondis 36">
                    <a:extLst>
                      <a:ext uri="{FF2B5EF4-FFF2-40B4-BE49-F238E27FC236}">
                        <a16:creationId xmlns:a16="http://schemas.microsoft.com/office/drawing/2014/main" id="{DAAAAD73-790A-4894-AA9B-74B596C34A34}"/>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4" name="Image 33">
                  <a:extLst>
                    <a:ext uri="{FF2B5EF4-FFF2-40B4-BE49-F238E27FC236}">
                      <a16:creationId xmlns:a16="http://schemas.microsoft.com/office/drawing/2014/main" id="{2A885046-9694-4796-9F22-A156D1D271B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32" name="Graphique 31" descr="Presse-papiers mixte avec un remplissage uni">
                <a:extLst>
                  <a:ext uri="{FF2B5EF4-FFF2-40B4-BE49-F238E27FC236}">
                    <a16:creationId xmlns:a16="http://schemas.microsoft.com/office/drawing/2014/main" id="{6CA127F2-CE56-4B9E-9D73-BA7BBF6CBBC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7560150" y="3329802"/>
                <a:ext cx="314429" cy="314429"/>
              </a:xfrm>
              <a:prstGeom prst="rect">
                <a:avLst/>
              </a:prstGeom>
            </p:spPr>
          </p:pic>
        </p:grpSp>
        <p:grpSp>
          <p:nvGrpSpPr>
            <p:cNvPr id="38" name="Groupe 37">
              <a:extLst>
                <a:ext uri="{FF2B5EF4-FFF2-40B4-BE49-F238E27FC236}">
                  <a16:creationId xmlns:a16="http://schemas.microsoft.com/office/drawing/2014/main" id="{C2204DEB-2BBD-4296-81A0-058BD04AFDA4}"/>
                </a:ext>
              </a:extLst>
            </p:cNvPr>
            <p:cNvGrpSpPr/>
            <p:nvPr/>
          </p:nvGrpSpPr>
          <p:grpSpPr>
            <a:xfrm>
              <a:off x="8930936" y="2408583"/>
              <a:ext cx="1216113" cy="1173074"/>
              <a:chOff x="8930936" y="2408583"/>
              <a:chExt cx="1216113" cy="1173074"/>
            </a:xfrm>
            <a:solidFill>
              <a:schemeClr val="accent1"/>
            </a:solidFill>
          </p:grpSpPr>
          <p:grpSp>
            <p:nvGrpSpPr>
              <p:cNvPr id="39" name="Groupe 38">
                <a:extLst>
                  <a:ext uri="{FF2B5EF4-FFF2-40B4-BE49-F238E27FC236}">
                    <a16:creationId xmlns:a16="http://schemas.microsoft.com/office/drawing/2014/main" id="{79FE68AD-C5FB-4704-93CD-D13BB2E21B19}"/>
                  </a:ext>
                </a:extLst>
              </p:cNvPr>
              <p:cNvGrpSpPr/>
              <p:nvPr/>
            </p:nvGrpSpPr>
            <p:grpSpPr>
              <a:xfrm>
                <a:off x="8930936" y="2408583"/>
                <a:ext cx="1216113" cy="1173074"/>
                <a:chOff x="8930936" y="2401291"/>
                <a:chExt cx="1216113" cy="1173074"/>
              </a:xfrm>
              <a:grpFill/>
            </p:grpSpPr>
            <p:pic>
              <p:nvPicPr>
                <p:cNvPr id="43" name="Graphique 42" descr="Plan avec un remplissage uni">
                  <a:extLst>
                    <a:ext uri="{FF2B5EF4-FFF2-40B4-BE49-F238E27FC236}">
                      <a16:creationId xmlns:a16="http://schemas.microsoft.com/office/drawing/2014/main" id="{6BCDE925-A8EE-456D-BF7C-5753254151D0}"/>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30936" y="2401291"/>
                  <a:ext cx="590762" cy="590762"/>
                </a:xfrm>
                <a:prstGeom prst="rect">
                  <a:avLst/>
                </a:prstGeom>
              </p:spPr>
            </p:pic>
            <p:grpSp>
              <p:nvGrpSpPr>
                <p:cNvPr id="44" name="Groupe 43">
                  <a:extLst>
                    <a:ext uri="{FF2B5EF4-FFF2-40B4-BE49-F238E27FC236}">
                      <a16:creationId xmlns:a16="http://schemas.microsoft.com/office/drawing/2014/main" id="{599EC74E-2D50-4FDB-B789-ACD309C9316D}"/>
                    </a:ext>
                  </a:extLst>
                </p:cNvPr>
                <p:cNvGrpSpPr/>
                <p:nvPr/>
              </p:nvGrpSpPr>
              <p:grpSpPr>
                <a:xfrm>
                  <a:off x="9450069" y="2659965"/>
                  <a:ext cx="696980" cy="914400"/>
                  <a:chOff x="5018285" y="3873291"/>
                  <a:chExt cx="696980" cy="914400"/>
                </a:xfrm>
                <a:grpFill/>
              </p:grpSpPr>
              <p:pic>
                <p:nvPicPr>
                  <p:cNvPr id="45" name="Graphique 44" descr="Personne confuse avec un remplissage uni">
                    <a:extLst>
                      <a:ext uri="{FF2B5EF4-FFF2-40B4-BE49-F238E27FC236}">
                        <a16:creationId xmlns:a16="http://schemas.microsoft.com/office/drawing/2014/main" id="{B5110627-0C39-4A52-9DF7-84F68DA68AA6}"/>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0440" r="-1"/>
                  <a:stretch/>
                </p:blipFill>
                <p:spPr>
                  <a:xfrm>
                    <a:off x="5079206" y="3873291"/>
                    <a:ext cx="636059" cy="914400"/>
                  </a:xfrm>
                  <a:prstGeom prst="rect">
                    <a:avLst/>
                  </a:prstGeom>
                </p:spPr>
              </p:pic>
              <p:sp>
                <p:nvSpPr>
                  <p:cNvPr id="46" name="Rectangle : coins arrondis 45">
                    <a:extLst>
                      <a:ext uri="{FF2B5EF4-FFF2-40B4-BE49-F238E27FC236}">
                        <a16:creationId xmlns:a16="http://schemas.microsoft.com/office/drawing/2014/main" id="{9B644F0F-EEE7-4348-84A5-73E05583E965}"/>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40" name="Groupe 39">
                <a:extLst>
                  <a:ext uri="{FF2B5EF4-FFF2-40B4-BE49-F238E27FC236}">
                    <a16:creationId xmlns:a16="http://schemas.microsoft.com/office/drawing/2014/main" id="{5A85E54A-A065-4741-85BA-3E6FC7E02CA7}"/>
                  </a:ext>
                </a:extLst>
              </p:cNvPr>
              <p:cNvGrpSpPr/>
              <p:nvPr/>
            </p:nvGrpSpPr>
            <p:grpSpPr>
              <a:xfrm>
                <a:off x="9237852" y="2714693"/>
                <a:ext cx="199881" cy="170748"/>
                <a:chOff x="8303417" y="2625343"/>
                <a:chExt cx="199881" cy="170748"/>
              </a:xfrm>
              <a:grpFill/>
            </p:grpSpPr>
            <p:sp>
              <p:nvSpPr>
                <p:cNvPr id="41" name="Rectangle 40">
                  <a:extLst>
                    <a:ext uri="{FF2B5EF4-FFF2-40B4-BE49-F238E27FC236}">
                      <a16:creationId xmlns:a16="http://schemas.microsoft.com/office/drawing/2014/main" id="{0F269796-06D2-40D8-BE8E-F02E02C3AA05}"/>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2" name="Image 41">
                  <a:extLst>
                    <a:ext uri="{FF2B5EF4-FFF2-40B4-BE49-F238E27FC236}">
                      <a16:creationId xmlns:a16="http://schemas.microsoft.com/office/drawing/2014/main" id="{D588E7C9-94B7-426D-9828-2B1BB97D1B9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47" name="Groupe 46">
              <a:extLst>
                <a:ext uri="{FF2B5EF4-FFF2-40B4-BE49-F238E27FC236}">
                  <a16:creationId xmlns:a16="http://schemas.microsoft.com/office/drawing/2014/main" id="{DBF7ADFB-933A-4265-8CDA-325167711A06}"/>
                </a:ext>
              </a:extLst>
            </p:cNvPr>
            <p:cNvGrpSpPr/>
            <p:nvPr/>
          </p:nvGrpSpPr>
          <p:grpSpPr>
            <a:xfrm>
              <a:off x="4763560" y="3762738"/>
              <a:ext cx="978178" cy="925014"/>
              <a:chOff x="4763560" y="3762738"/>
              <a:chExt cx="978178" cy="925014"/>
            </a:xfrm>
          </p:grpSpPr>
          <p:grpSp>
            <p:nvGrpSpPr>
              <p:cNvPr id="48" name="Groupe 47">
                <a:extLst>
                  <a:ext uri="{FF2B5EF4-FFF2-40B4-BE49-F238E27FC236}">
                    <a16:creationId xmlns:a16="http://schemas.microsoft.com/office/drawing/2014/main" id="{129517F9-AFB9-47A6-A2E4-A722D9C9E525}"/>
                  </a:ext>
                </a:extLst>
              </p:cNvPr>
              <p:cNvGrpSpPr/>
              <p:nvPr/>
            </p:nvGrpSpPr>
            <p:grpSpPr>
              <a:xfrm flipH="1">
                <a:off x="4766064" y="3762738"/>
                <a:ext cx="975674" cy="925014"/>
                <a:chOff x="4716415" y="3792004"/>
                <a:chExt cx="1009529" cy="925014"/>
              </a:xfrm>
            </p:grpSpPr>
            <p:pic>
              <p:nvPicPr>
                <p:cNvPr id="51" name="Graphique 50" descr="Mégaphone1 avec un remplissage uni">
                  <a:extLst>
                    <a:ext uri="{FF2B5EF4-FFF2-40B4-BE49-F238E27FC236}">
                      <a16:creationId xmlns:a16="http://schemas.microsoft.com/office/drawing/2014/main" id="{A667BD7F-BCB8-4E18-875E-CC89AEE09806}"/>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flipH="1">
                  <a:off x="4716415" y="3792004"/>
                  <a:ext cx="384826" cy="398002"/>
                </a:xfrm>
                <a:prstGeom prst="rect">
                  <a:avLst/>
                </a:prstGeom>
              </p:spPr>
            </p:pic>
            <p:grpSp>
              <p:nvGrpSpPr>
                <p:cNvPr id="52" name="Groupe 51">
                  <a:extLst>
                    <a:ext uri="{FF2B5EF4-FFF2-40B4-BE49-F238E27FC236}">
                      <a16:creationId xmlns:a16="http://schemas.microsoft.com/office/drawing/2014/main" id="{4532B03D-294A-47EA-A9A2-A4BD185A4DB9}"/>
                    </a:ext>
                  </a:extLst>
                </p:cNvPr>
                <p:cNvGrpSpPr/>
                <p:nvPr/>
              </p:nvGrpSpPr>
              <p:grpSpPr>
                <a:xfrm>
                  <a:off x="5048496" y="3886444"/>
                  <a:ext cx="633086" cy="830574"/>
                  <a:chOff x="5018285" y="3873291"/>
                  <a:chExt cx="696980" cy="914400"/>
                </a:xfrm>
              </p:grpSpPr>
              <p:pic>
                <p:nvPicPr>
                  <p:cNvPr id="55" name="Graphique 54" descr="Personne confuse avec un remplissage uni">
                    <a:extLst>
                      <a:ext uri="{FF2B5EF4-FFF2-40B4-BE49-F238E27FC236}">
                        <a16:creationId xmlns:a16="http://schemas.microsoft.com/office/drawing/2014/main" id="{ADDF4855-46E1-4DAF-BF3F-8EDCA1E02CF4}"/>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30440" r="-1"/>
                  <a:stretch/>
                </p:blipFill>
                <p:spPr>
                  <a:xfrm>
                    <a:off x="5079206" y="3873291"/>
                    <a:ext cx="636059" cy="914400"/>
                  </a:xfrm>
                  <a:prstGeom prst="rect">
                    <a:avLst/>
                  </a:prstGeom>
                </p:spPr>
              </p:pic>
              <p:sp>
                <p:nvSpPr>
                  <p:cNvPr id="56" name="Rectangle : coins arrondis 55">
                    <a:extLst>
                      <a:ext uri="{FF2B5EF4-FFF2-40B4-BE49-F238E27FC236}">
                        <a16:creationId xmlns:a16="http://schemas.microsoft.com/office/drawing/2014/main" id="{4806636D-403F-477D-AB02-D547B5B9C510}"/>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3" name="Graphique 52" descr="Balance de la justice avec un remplissage uni">
                  <a:extLst>
                    <a:ext uri="{FF2B5EF4-FFF2-40B4-BE49-F238E27FC236}">
                      <a16:creationId xmlns:a16="http://schemas.microsoft.com/office/drawing/2014/main" id="{DB1CEF00-C5DB-4DAB-9853-36E55D27F292}"/>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5374349" y="3867945"/>
                  <a:ext cx="351595" cy="351595"/>
                </a:xfrm>
                <a:prstGeom prst="rect">
                  <a:avLst/>
                </a:prstGeom>
              </p:spPr>
            </p:pic>
            <p:pic>
              <p:nvPicPr>
                <p:cNvPr id="54" name="Image 53">
                  <a:extLst>
                    <a:ext uri="{FF2B5EF4-FFF2-40B4-BE49-F238E27FC236}">
                      <a16:creationId xmlns:a16="http://schemas.microsoft.com/office/drawing/2014/main" id="{9764CE18-2376-4B62-AAD8-611DC63CF34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49" name="Graphique 48" descr="Balance de la justice avec un remplissage uni">
                <a:extLst>
                  <a:ext uri="{FF2B5EF4-FFF2-40B4-BE49-F238E27FC236}">
                    <a16:creationId xmlns:a16="http://schemas.microsoft.com/office/drawing/2014/main" id="{02C4B233-4140-444B-8627-EBBF9D958A13}"/>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7711" t="16230" r="55712" b="32471"/>
              <a:stretch/>
            </p:blipFill>
            <p:spPr>
              <a:xfrm flipH="1">
                <a:off x="4955380" y="3895743"/>
                <a:ext cx="124289" cy="180364"/>
              </a:xfrm>
              <a:prstGeom prst="rect">
                <a:avLst/>
              </a:prstGeom>
            </p:spPr>
          </p:pic>
          <p:pic>
            <p:nvPicPr>
              <p:cNvPr id="50" name="Graphique 49" descr="Balance de la justice avec un remplissage uni">
                <a:extLst>
                  <a:ext uri="{FF2B5EF4-FFF2-40B4-BE49-F238E27FC236}">
                    <a16:creationId xmlns:a16="http://schemas.microsoft.com/office/drawing/2014/main" id="{93B65468-2FFF-4F35-B130-CD6ADB44B7E4}"/>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58383" t="16186" b="30375"/>
              <a:stretch/>
            </p:blipFill>
            <p:spPr>
              <a:xfrm flipH="1">
                <a:off x="4763560" y="3895742"/>
                <a:ext cx="141416" cy="187889"/>
              </a:xfrm>
              <a:prstGeom prst="rect">
                <a:avLst/>
              </a:prstGeom>
            </p:spPr>
          </p:pic>
        </p:grpSp>
      </p:grpSp>
      <p:sp>
        <p:nvSpPr>
          <p:cNvPr id="66" name="Rectangle : coins arrondis 65">
            <a:extLst>
              <a:ext uri="{FF2B5EF4-FFF2-40B4-BE49-F238E27FC236}">
                <a16:creationId xmlns:a16="http://schemas.microsoft.com/office/drawing/2014/main" id="{8C35CACB-CBD1-45F5-9FA9-88439FBC1E53}"/>
              </a:ext>
            </a:extLst>
          </p:cNvPr>
          <p:cNvSpPr/>
          <p:nvPr/>
        </p:nvSpPr>
        <p:spPr>
          <a:xfrm>
            <a:off x="3405473" y="3251072"/>
            <a:ext cx="5461355" cy="15588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a:t>Présentation</a:t>
            </a:r>
          </a:p>
          <a:p>
            <a:pPr algn="ctr"/>
            <a:r>
              <a:rPr lang="fr-FR" sz="1100"/>
              <a:t>Transmission</a:t>
            </a:r>
          </a:p>
          <a:p>
            <a:pPr algn="ctr"/>
            <a:r>
              <a:rPr lang="fr-FR" sz="1100"/>
              <a:t>Atelier</a:t>
            </a:r>
          </a:p>
          <a:p>
            <a:pPr algn="ctr"/>
            <a:r>
              <a:rPr lang="fr-FR" sz="1100"/>
              <a:t>Meet-up</a:t>
            </a:r>
          </a:p>
          <a:p>
            <a:pPr algn="ctr"/>
            <a:r>
              <a:rPr lang="fr-FR" sz="1100"/>
              <a:t>Contenu spécifique à la communauté</a:t>
            </a:r>
          </a:p>
        </p:txBody>
      </p:sp>
      <p:sp>
        <p:nvSpPr>
          <p:cNvPr id="67" name="Rectangle : coins arrondis 66">
            <a:extLst>
              <a:ext uri="{FF2B5EF4-FFF2-40B4-BE49-F238E27FC236}">
                <a16:creationId xmlns:a16="http://schemas.microsoft.com/office/drawing/2014/main" id="{DB8706D8-5A84-4F42-8CCC-E36CD2916007}"/>
              </a:ext>
            </a:extLst>
          </p:cNvPr>
          <p:cNvSpPr/>
          <p:nvPr/>
        </p:nvSpPr>
        <p:spPr>
          <a:xfrm>
            <a:off x="8997548" y="2263806"/>
            <a:ext cx="2286148" cy="2546496"/>
          </a:xfrm>
          <a:prstGeom prst="roundRect">
            <a:avLst>
              <a:gd name="adj" fmla="val 5038"/>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200">
                <a:solidFill>
                  <a:schemeClr val="tx1"/>
                </a:solidFill>
              </a:rPr>
              <a:t>Débriefing lié au rôle : Qui souhaite augmenter de niveau ? (+ prises d’engagements)</a:t>
            </a:r>
          </a:p>
        </p:txBody>
      </p:sp>
      <p:graphicFrame>
        <p:nvGraphicFramePr>
          <p:cNvPr id="68" name="Espace réservé du contenu 3">
            <a:extLst>
              <a:ext uri="{FF2B5EF4-FFF2-40B4-BE49-F238E27FC236}">
                <a16:creationId xmlns:a16="http://schemas.microsoft.com/office/drawing/2014/main" id="{D11038D4-0C55-4F12-AB76-D3333B6E9ED5}"/>
              </a:ext>
            </a:extLst>
          </p:cNvPr>
          <p:cNvGraphicFramePr>
            <a:graphicFrameLocks/>
          </p:cNvGraphicFramePr>
          <p:nvPr/>
        </p:nvGraphicFramePr>
        <p:xfrm>
          <a:off x="9536479" y="3987919"/>
          <a:ext cx="1201643" cy="679788"/>
        </p:xfrm>
        <a:graphic>
          <a:graphicData uri="http://schemas.openxmlformats.org/drawingml/2006/diagram">
            <dgm:relIds xmlns:dgm="http://schemas.openxmlformats.org/drawingml/2006/diagram" xmlns:r="http://schemas.openxmlformats.org/officeDocument/2006/relationships" r:dm="rId45" r:lo="rId46" r:qs="rId47" r:cs="rId48"/>
          </a:graphicData>
        </a:graphic>
      </p:graphicFrame>
      <p:sp>
        <p:nvSpPr>
          <p:cNvPr id="70" name="ZoneTexte 69">
            <a:extLst>
              <a:ext uri="{FF2B5EF4-FFF2-40B4-BE49-F238E27FC236}">
                <a16:creationId xmlns:a16="http://schemas.microsoft.com/office/drawing/2014/main" id="{E3E88514-058F-4E99-ABCC-4F6133F48D36}"/>
              </a:ext>
            </a:extLst>
          </p:cNvPr>
          <p:cNvSpPr txBox="1"/>
          <p:nvPr/>
        </p:nvSpPr>
        <p:spPr>
          <a:xfrm>
            <a:off x="312597" y="5033877"/>
            <a:ext cx="1412482" cy="369332"/>
          </a:xfrm>
          <a:prstGeom prst="rect">
            <a:avLst/>
          </a:prstGeom>
          <a:noFill/>
        </p:spPr>
        <p:txBody>
          <a:bodyPr wrap="square">
            <a:spAutoFit/>
          </a:bodyPr>
          <a:lstStyle/>
          <a:p>
            <a:pPr algn="ctr"/>
            <a:r>
              <a:rPr lang="fr-FR" sz="1800">
                <a:solidFill>
                  <a:schemeClr val="tx1"/>
                </a:solidFill>
              </a:rPr>
              <a:t>Début</a:t>
            </a:r>
          </a:p>
        </p:txBody>
      </p:sp>
      <p:sp>
        <p:nvSpPr>
          <p:cNvPr id="71" name="ZoneTexte 70">
            <a:extLst>
              <a:ext uri="{FF2B5EF4-FFF2-40B4-BE49-F238E27FC236}">
                <a16:creationId xmlns:a16="http://schemas.microsoft.com/office/drawing/2014/main" id="{A2E37FD5-5B2A-4929-8E29-C926D2294F63}"/>
              </a:ext>
            </a:extLst>
          </p:cNvPr>
          <p:cNvSpPr txBox="1"/>
          <p:nvPr/>
        </p:nvSpPr>
        <p:spPr>
          <a:xfrm>
            <a:off x="10881051" y="5007387"/>
            <a:ext cx="1114309" cy="369332"/>
          </a:xfrm>
          <a:prstGeom prst="rect">
            <a:avLst/>
          </a:prstGeom>
          <a:noFill/>
        </p:spPr>
        <p:txBody>
          <a:bodyPr wrap="square">
            <a:spAutoFit/>
          </a:bodyPr>
          <a:lstStyle/>
          <a:p>
            <a:pPr algn="ctr"/>
            <a:r>
              <a:rPr lang="fr-FR"/>
              <a:t>Fin</a:t>
            </a:r>
            <a:endParaRPr lang="fr-FR" sz="1800">
              <a:solidFill>
                <a:schemeClr val="tx1"/>
              </a:solidFill>
            </a:endParaRPr>
          </a:p>
        </p:txBody>
      </p:sp>
      <p:pic>
        <p:nvPicPr>
          <p:cNvPr id="74" name="Graphique 73" descr="Drapeau de course avec un remplissage uni">
            <a:extLst>
              <a:ext uri="{FF2B5EF4-FFF2-40B4-BE49-F238E27FC236}">
                <a16:creationId xmlns:a16="http://schemas.microsoft.com/office/drawing/2014/main" id="{714C73C2-301B-4FD9-9834-48F2E4C1E3E3}"/>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10978318" y="5188522"/>
            <a:ext cx="914400" cy="914400"/>
          </a:xfrm>
          <a:prstGeom prst="rect">
            <a:avLst/>
          </a:prstGeom>
        </p:spPr>
      </p:pic>
      <p:pic>
        <p:nvPicPr>
          <p:cNvPr id="76" name="Graphique 75" descr="Flèche : incurvée dans le sens des aiguilles d’une montre avec un remplissage uni">
            <a:extLst>
              <a:ext uri="{FF2B5EF4-FFF2-40B4-BE49-F238E27FC236}">
                <a16:creationId xmlns:a16="http://schemas.microsoft.com/office/drawing/2014/main" id="{8A799538-607C-481E-85C4-F1180754431F}"/>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rot="4027213" flipH="1">
            <a:off x="9529237" y="3146405"/>
            <a:ext cx="1051080" cy="925220"/>
          </a:xfrm>
          <a:prstGeom prst="rect">
            <a:avLst/>
          </a:prstGeom>
        </p:spPr>
      </p:pic>
      <p:sp>
        <p:nvSpPr>
          <p:cNvPr id="77" name="ZoneTexte 76">
            <a:extLst>
              <a:ext uri="{FF2B5EF4-FFF2-40B4-BE49-F238E27FC236}">
                <a16:creationId xmlns:a16="http://schemas.microsoft.com/office/drawing/2014/main" id="{D0E3C1D0-F12A-40BE-9A6A-C73900F71919}"/>
              </a:ext>
            </a:extLst>
          </p:cNvPr>
          <p:cNvSpPr txBox="1"/>
          <p:nvPr/>
        </p:nvSpPr>
        <p:spPr>
          <a:xfrm>
            <a:off x="4019139" y="2488973"/>
            <a:ext cx="4139383" cy="646331"/>
          </a:xfrm>
          <a:prstGeom prst="rect">
            <a:avLst/>
          </a:prstGeom>
          <a:noFill/>
        </p:spPr>
        <p:txBody>
          <a:bodyPr wrap="square">
            <a:spAutoFit/>
          </a:bodyPr>
          <a:lstStyle/>
          <a:p>
            <a:pPr algn="ctr"/>
            <a:r>
              <a:rPr lang="fr-FR" sz="1200"/>
              <a:t>Les événements commencent et terminent par l’invitation à l’engagement. Cet engagement est facilité par les rôles #OSG.</a:t>
            </a:r>
            <a:endParaRPr lang="fr-FR" sz="1200">
              <a:solidFill>
                <a:schemeClr val="tx1"/>
              </a:solidFill>
            </a:endParaRPr>
          </a:p>
        </p:txBody>
      </p:sp>
      <p:sp>
        <p:nvSpPr>
          <p:cNvPr id="78" name="Flèche : gauche 77">
            <a:extLst>
              <a:ext uri="{FF2B5EF4-FFF2-40B4-BE49-F238E27FC236}">
                <a16:creationId xmlns:a16="http://schemas.microsoft.com/office/drawing/2014/main" id="{EACF3B2A-5E3D-4986-BDAC-B69F06EABC31}"/>
              </a:ext>
            </a:extLst>
          </p:cNvPr>
          <p:cNvSpPr/>
          <p:nvPr/>
        </p:nvSpPr>
        <p:spPr>
          <a:xfrm>
            <a:off x="3559946" y="2635519"/>
            <a:ext cx="328473" cy="217993"/>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9" name="Flèche : gauche 78">
            <a:extLst>
              <a:ext uri="{FF2B5EF4-FFF2-40B4-BE49-F238E27FC236}">
                <a16:creationId xmlns:a16="http://schemas.microsoft.com/office/drawing/2014/main" id="{DE2933DC-4233-43B5-AA19-A58623A38442}"/>
              </a:ext>
            </a:extLst>
          </p:cNvPr>
          <p:cNvSpPr/>
          <p:nvPr/>
        </p:nvSpPr>
        <p:spPr>
          <a:xfrm flipH="1">
            <a:off x="8417383" y="2594192"/>
            <a:ext cx="328472" cy="217993"/>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57" name="Graphique 56" descr="Jouer avec un remplissage uni">
            <a:extLst>
              <a:ext uri="{FF2B5EF4-FFF2-40B4-BE49-F238E27FC236}">
                <a16:creationId xmlns:a16="http://schemas.microsoft.com/office/drawing/2014/main" id="{AF7D63EE-3AE9-46DA-99DC-95B3A5F81F84}"/>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624018" y="5397650"/>
            <a:ext cx="516398" cy="516398"/>
          </a:xfrm>
          <a:prstGeom prst="rect">
            <a:avLst/>
          </a:prstGeom>
        </p:spPr>
      </p:pic>
      <p:pic>
        <p:nvPicPr>
          <p:cNvPr id="58" name="Graphique 57" descr="Calendrier mensuel avec un remplissage uni">
            <a:extLst>
              <a:ext uri="{FF2B5EF4-FFF2-40B4-BE49-F238E27FC236}">
                <a16:creationId xmlns:a16="http://schemas.microsoft.com/office/drawing/2014/main" id="{5931F2DD-F751-482F-A35D-944568C5A6B7}"/>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834622" y="366763"/>
            <a:ext cx="1433649" cy="1433649"/>
          </a:xfrm>
          <a:prstGeom prst="rect">
            <a:avLst/>
          </a:prstGeom>
        </p:spPr>
      </p:pic>
    </p:spTree>
    <p:extLst>
      <p:ext uri="{BB962C8B-B14F-4D97-AF65-F5344CB8AC3E}">
        <p14:creationId xmlns:p14="http://schemas.microsoft.com/office/powerpoint/2010/main" val="177430614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 coins arrondis 64">
            <a:extLst>
              <a:ext uri="{FF2B5EF4-FFF2-40B4-BE49-F238E27FC236}">
                <a16:creationId xmlns:a16="http://schemas.microsoft.com/office/drawing/2014/main" id="{204C6E36-4193-4E56-B29D-CA2F5988C260}"/>
              </a:ext>
            </a:extLst>
          </p:cNvPr>
          <p:cNvSpPr/>
          <p:nvPr/>
        </p:nvSpPr>
        <p:spPr>
          <a:xfrm>
            <a:off x="1120540" y="2619989"/>
            <a:ext cx="2286148" cy="2000711"/>
          </a:xfrm>
          <a:prstGeom prst="roundRect">
            <a:avLst>
              <a:gd name="adj" fmla="val 5038"/>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200" dirty="0">
              <a:solidFill>
                <a:schemeClr val="tx1"/>
              </a:solidFill>
            </a:endParaRPr>
          </a:p>
          <a:p>
            <a:pPr algn="ctr"/>
            <a:r>
              <a:rPr lang="fr-FR" sz="1200" dirty="0">
                <a:solidFill>
                  <a:schemeClr val="tx1"/>
                </a:solidFill>
              </a:rPr>
              <a:t>Rappel au début du contenu : vous aussi pouvez aussi contribuer à l’écriture / l’enregistrement / la production</a:t>
            </a:r>
          </a:p>
        </p:txBody>
      </p:sp>
      <p:sp>
        <p:nvSpPr>
          <p:cNvPr id="2" name="Titre 1">
            <a:extLst>
              <a:ext uri="{FF2B5EF4-FFF2-40B4-BE49-F238E27FC236}">
                <a16:creationId xmlns:a16="http://schemas.microsoft.com/office/drawing/2014/main" id="{FE502D17-3680-4741-9E23-9BFA7C2BDD7D}"/>
              </a:ext>
            </a:extLst>
          </p:cNvPr>
          <p:cNvSpPr>
            <a:spLocks noGrp="1"/>
          </p:cNvSpPr>
          <p:nvPr>
            <p:ph type="title"/>
          </p:nvPr>
        </p:nvSpPr>
        <p:spPr>
          <a:xfrm>
            <a:off x="2560879" y="548640"/>
            <a:ext cx="8722817" cy="1179576"/>
          </a:xfrm>
        </p:spPr>
        <p:txBody>
          <a:bodyPr>
            <a:normAutofit fontScale="90000"/>
          </a:bodyPr>
          <a:lstStyle/>
          <a:p>
            <a:r>
              <a:rPr lang="fr-FR" dirty="0"/>
              <a:t>Engage at the end of </a:t>
            </a:r>
            <a:r>
              <a:rPr lang="fr-FR" dirty="0" err="1"/>
              <a:t>Every</a:t>
            </a:r>
            <a:r>
              <a:rPr lang="fr-FR" dirty="0"/>
              <a:t> content</a:t>
            </a:r>
          </a:p>
        </p:txBody>
      </p:sp>
      <p:graphicFrame>
        <p:nvGraphicFramePr>
          <p:cNvPr id="5" name="Espace réservé du contenu 3">
            <a:extLst>
              <a:ext uri="{FF2B5EF4-FFF2-40B4-BE49-F238E27FC236}">
                <a16:creationId xmlns:a16="http://schemas.microsoft.com/office/drawing/2014/main" id="{86FAD739-773B-443F-A075-6D1BDF384BC9}"/>
              </a:ext>
            </a:extLst>
          </p:cNvPr>
          <p:cNvGraphicFramePr>
            <a:graphicFrameLocks noGrp="1"/>
          </p:cNvGraphicFramePr>
          <p:nvPr>
            <p:ph idx="1"/>
          </p:nvPr>
        </p:nvGraphicFramePr>
        <p:xfrm>
          <a:off x="1352926" y="3894445"/>
          <a:ext cx="1986259" cy="7262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4" name="Groupe 63">
            <a:extLst>
              <a:ext uri="{FF2B5EF4-FFF2-40B4-BE49-F238E27FC236}">
                <a16:creationId xmlns:a16="http://schemas.microsoft.com/office/drawing/2014/main" id="{FCA3DA1B-0B85-4E42-BF00-D9D4D772B20F}"/>
              </a:ext>
            </a:extLst>
          </p:cNvPr>
          <p:cNvGrpSpPr/>
          <p:nvPr/>
        </p:nvGrpSpPr>
        <p:grpSpPr>
          <a:xfrm>
            <a:off x="1352926" y="3682497"/>
            <a:ext cx="1903882" cy="676024"/>
            <a:chOff x="1824569" y="1944527"/>
            <a:chExt cx="9850239" cy="3497591"/>
          </a:xfrm>
        </p:grpSpPr>
        <p:grpSp>
          <p:nvGrpSpPr>
            <p:cNvPr id="6" name="Groupe 5">
              <a:extLst>
                <a:ext uri="{FF2B5EF4-FFF2-40B4-BE49-F238E27FC236}">
                  <a16:creationId xmlns:a16="http://schemas.microsoft.com/office/drawing/2014/main" id="{13537BB5-CF38-4473-87E4-C393A9C03FD5}"/>
                </a:ext>
              </a:extLst>
            </p:cNvPr>
            <p:cNvGrpSpPr/>
            <p:nvPr/>
          </p:nvGrpSpPr>
          <p:grpSpPr>
            <a:xfrm>
              <a:off x="10408603" y="1944527"/>
              <a:ext cx="1266205" cy="1138016"/>
              <a:chOff x="10408603" y="1944527"/>
              <a:chExt cx="1266205" cy="1138016"/>
            </a:xfrm>
            <a:solidFill>
              <a:srgbClr val="3494BA"/>
            </a:solidFill>
          </p:grpSpPr>
          <p:grpSp>
            <p:nvGrpSpPr>
              <p:cNvPr id="7" name="Groupe 6">
                <a:extLst>
                  <a:ext uri="{FF2B5EF4-FFF2-40B4-BE49-F238E27FC236}">
                    <a16:creationId xmlns:a16="http://schemas.microsoft.com/office/drawing/2014/main" id="{01DBA578-25AD-49FE-9F36-3E251E92ADEC}"/>
                  </a:ext>
                </a:extLst>
              </p:cNvPr>
              <p:cNvGrpSpPr/>
              <p:nvPr/>
            </p:nvGrpSpPr>
            <p:grpSpPr>
              <a:xfrm>
                <a:off x="10781788" y="2168143"/>
                <a:ext cx="696980" cy="914400"/>
                <a:chOff x="5018285" y="3873291"/>
                <a:chExt cx="696980" cy="914400"/>
              </a:xfrm>
              <a:grpFill/>
            </p:grpSpPr>
            <p:pic>
              <p:nvPicPr>
                <p:cNvPr id="13" name="Graphique 12" descr="Personne confuse avec un remplissage uni">
                  <a:extLst>
                    <a:ext uri="{FF2B5EF4-FFF2-40B4-BE49-F238E27FC236}">
                      <a16:creationId xmlns:a16="http://schemas.microsoft.com/office/drawing/2014/main" id="{85BBB3A3-BF18-4346-AE02-433B2B867B26}"/>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30440" r="-1"/>
                <a:stretch/>
              </p:blipFill>
              <p:spPr>
                <a:xfrm>
                  <a:off x="5079206" y="3873291"/>
                  <a:ext cx="636059" cy="914400"/>
                </a:xfrm>
                <a:prstGeom prst="rect">
                  <a:avLst/>
                </a:prstGeom>
              </p:spPr>
            </p:pic>
            <p:sp>
              <p:nvSpPr>
                <p:cNvPr id="14" name="Rectangle : coins arrondis 13">
                  <a:extLst>
                    <a:ext uri="{FF2B5EF4-FFF2-40B4-BE49-F238E27FC236}">
                      <a16:creationId xmlns:a16="http://schemas.microsoft.com/office/drawing/2014/main" id="{C0E19C5F-63FF-42D5-B291-7ACEF93950E9}"/>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8" name="Graphique 7" descr="Panneau de signalisation avec un remplissage uni">
                <a:extLst>
                  <a:ext uri="{FF2B5EF4-FFF2-40B4-BE49-F238E27FC236}">
                    <a16:creationId xmlns:a16="http://schemas.microsoft.com/office/drawing/2014/main" id="{8C286D52-191B-4C16-87C5-AB52B4AD796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18628"/>
              <a:stretch/>
            </p:blipFill>
            <p:spPr>
              <a:xfrm>
                <a:off x="10932558" y="1976438"/>
                <a:ext cx="742250" cy="603990"/>
              </a:xfrm>
              <a:prstGeom prst="rect">
                <a:avLst/>
              </a:prstGeom>
            </p:spPr>
          </p:pic>
          <p:grpSp>
            <p:nvGrpSpPr>
              <p:cNvPr id="9" name="Groupe 8">
                <a:extLst>
                  <a:ext uri="{FF2B5EF4-FFF2-40B4-BE49-F238E27FC236}">
                    <a16:creationId xmlns:a16="http://schemas.microsoft.com/office/drawing/2014/main" id="{07C2541D-2C9D-457A-BC98-4A98CA9B2A65}"/>
                  </a:ext>
                </a:extLst>
              </p:cNvPr>
              <p:cNvGrpSpPr/>
              <p:nvPr/>
            </p:nvGrpSpPr>
            <p:grpSpPr>
              <a:xfrm rot="21051146" flipH="1">
                <a:off x="10408603" y="1944527"/>
                <a:ext cx="391604" cy="567289"/>
                <a:chOff x="5616686" y="6627757"/>
                <a:chExt cx="644414" cy="888746"/>
              </a:xfrm>
              <a:grpFill/>
            </p:grpSpPr>
            <p:pic>
              <p:nvPicPr>
                <p:cNvPr id="11" name="Graphique 10" descr="Drapeau de golf dans un trou avec un remplissage uni">
                  <a:extLst>
                    <a:ext uri="{FF2B5EF4-FFF2-40B4-BE49-F238E27FC236}">
                      <a16:creationId xmlns:a16="http://schemas.microsoft.com/office/drawing/2014/main" id="{59DA4690-75D9-405E-B462-E36AAC77FF21}"/>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9715" t="5069" r="36313" b="56423"/>
                <a:stretch/>
              </p:blipFill>
              <p:spPr>
                <a:xfrm>
                  <a:off x="5616686" y="6627757"/>
                  <a:ext cx="644414" cy="564328"/>
                </a:xfrm>
                <a:prstGeom prst="rect">
                  <a:avLst/>
                </a:prstGeom>
              </p:spPr>
            </p:pic>
            <p:sp>
              <p:nvSpPr>
                <p:cNvPr id="12" name="Rectangle : coins arrondis 11">
                  <a:extLst>
                    <a:ext uri="{FF2B5EF4-FFF2-40B4-BE49-F238E27FC236}">
                      <a16:creationId xmlns:a16="http://schemas.microsoft.com/office/drawing/2014/main" id="{80AA6340-AE4B-4267-8D29-47D3164A56EC}"/>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 name="Image 9">
                <a:extLst>
                  <a:ext uri="{FF2B5EF4-FFF2-40B4-BE49-F238E27FC236}">
                    <a16:creationId xmlns:a16="http://schemas.microsoft.com/office/drawing/2014/main" id="{4E01D887-648B-492F-9A6B-1437CF7F36C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15" name="Groupe 14">
              <a:extLst>
                <a:ext uri="{FF2B5EF4-FFF2-40B4-BE49-F238E27FC236}">
                  <a16:creationId xmlns:a16="http://schemas.microsoft.com/office/drawing/2014/main" id="{C96A15A9-DE62-4454-8B19-BA2E11D7BB1E}"/>
                </a:ext>
              </a:extLst>
            </p:cNvPr>
            <p:cNvGrpSpPr/>
            <p:nvPr/>
          </p:nvGrpSpPr>
          <p:grpSpPr>
            <a:xfrm>
              <a:off x="3239584" y="4265153"/>
              <a:ext cx="944022" cy="834837"/>
              <a:chOff x="3239584" y="4265153"/>
              <a:chExt cx="944022" cy="834837"/>
            </a:xfrm>
          </p:grpSpPr>
          <p:grpSp>
            <p:nvGrpSpPr>
              <p:cNvPr id="16" name="Groupe 15">
                <a:extLst>
                  <a:ext uri="{FF2B5EF4-FFF2-40B4-BE49-F238E27FC236}">
                    <a16:creationId xmlns:a16="http://schemas.microsoft.com/office/drawing/2014/main" id="{0C015CB9-06CD-4D53-986D-FF2361015B33}"/>
                  </a:ext>
                </a:extLst>
              </p:cNvPr>
              <p:cNvGrpSpPr/>
              <p:nvPr/>
            </p:nvGrpSpPr>
            <p:grpSpPr>
              <a:xfrm>
                <a:off x="3239584" y="4265153"/>
                <a:ext cx="944022" cy="834837"/>
                <a:chOff x="3239584" y="4265153"/>
                <a:chExt cx="944022" cy="834837"/>
              </a:xfrm>
            </p:grpSpPr>
            <p:pic>
              <p:nvPicPr>
                <p:cNvPr id="18" name="Graphique 17" descr="Personne confuse avec un remplissage uni">
                  <a:extLst>
                    <a:ext uri="{FF2B5EF4-FFF2-40B4-BE49-F238E27FC236}">
                      <a16:creationId xmlns:a16="http://schemas.microsoft.com/office/drawing/2014/main" id="{449F8F9F-4E3B-4FA3-9376-F0B9C823C00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239584" y="4281195"/>
                  <a:ext cx="818795" cy="818795"/>
                </a:xfrm>
                <a:prstGeom prst="rect">
                  <a:avLst/>
                </a:prstGeom>
              </p:spPr>
            </p:pic>
            <p:pic>
              <p:nvPicPr>
                <p:cNvPr id="19" name="Graphique 18" descr="Calendrier journalier avec un remplissage uni">
                  <a:extLst>
                    <a:ext uri="{FF2B5EF4-FFF2-40B4-BE49-F238E27FC236}">
                      <a16:creationId xmlns:a16="http://schemas.microsoft.com/office/drawing/2014/main" id="{9E49980D-0C00-4B3E-8EAA-4A465B59E58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826152" y="4265153"/>
                  <a:ext cx="357454" cy="357454"/>
                </a:xfrm>
                <a:prstGeom prst="rect">
                  <a:avLst/>
                </a:prstGeom>
              </p:spPr>
            </p:pic>
          </p:grpSp>
          <p:pic>
            <p:nvPicPr>
              <p:cNvPr id="17" name="Image 16">
                <a:extLst>
                  <a:ext uri="{FF2B5EF4-FFF2-40B4-BE49-F238E27FC236}">
                    <a16:creationId xmlns:a16="http://schemas.microsoft.com/office/drawing/2014/main" id="{0E88E0B7-B7D8-4F10-ABA3-62BDC1B707E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20" name="Graphique 19" descr="Homme avec un remplissage uni">
              <a:extLst>
                <a:ext uri="{FF2B5EF4-FFF2-40B4-BE49-F238E27FC236}">
                  <a16:creationId xmlns:a16="http://schemas.microsoft.com/office/drawing/2014/main" id="{D199078E-CFB8-4FE0-84F9-9D9EB31D4B2F}"/>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759" b="1"/>
            <a:stretch/>
          </p:blipFill>
          <p:spPr>
            <a:xfrm>
              <a:off x="1824569" y="4750750"/>
              <a:ext cx="696654" cy="691368"/>
            </a:xfrm>
            <a:prstGeom prst="rect">
              <a:avLst/>
            </a:prstGeom>
          </p:spPr>
        </p:pic>
        <p:grpSp>
          <p:nvGrpSpPr>
            <p:cNvPr id="21" name="Groupe 20">
              <a:extLst>
                <a:ext uri="{FF2B5EF4-FFF2-40B4-BE49-F238E27FC236}">
                  <a16:creationId xmlns:a16="http://schemas.microsoft.com/office/drawing/2014/main" id="{EB0E5405-5AD8-4277-BB55-BF121B73D4FE}"/>
                </a:ext>
              </a:extLst>
            </p:cNvPr>
            <p:cNvGrpSpPr/>
            <p:nvPr/>
          </p:nvGrpSpPr>
          <p:grpSpPr>
            <a:xfrm>
              <a:off x="6181018" y="3463980"/>
              <a:ext cx="819385" cy="883274"/>
              <a:chOff x="6060465" y="3463636"/>
              <a:chExt cx="819385" cy="883274"/>
            </a:xfrm>
            <a:solidFill>
              <a:srgbClr val="ED7D31"/>
            </a:solidFill>
          </p:grpSpPr>
          <p:pic>
            <p:nvPicPr>
              <p:cNvPr id="22" name="Graphique 21" descr="Presse-papiers mixte avec un remplissage uni">
                <a:extLst>
                  <a:ext uri="{FF2B5EF4-FFF2-40B4-BE49-F238E27FC236}">
                    <a16:creationId xmlns:a16="http://schemas.microsoft.com/office/drawing/2014/main" id="{CA9A1459-6CD0-4285-9ED2-C17C14357CA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20207580">
                <a:off x="6060465" y="3580343"/>
                <a:ext cx="314429" cy="314429"/>
              </a:xfrm>
              <a:prstGeom prst="rect">
                <a:avLst/>
              </a:prstGeom>
            </p:spPr>
          </p:pic>
          <p:grpSp>
            <p:nvGrpSpPr>
              <p:cNvPr id="23" name="Groupe 22">
                <a:extLst>
                  <a:ext uri="{FF2B5EF4-FFF2-40B4-BE49-F238E27FC236}">
                    <a16:creationId xmlns:a16="http://schemas.microsoft.com/office/drawing/2014/main" id="{3F58B1E0-FBFB-43C4-B576-7DDBD6B6CF88}"/>
                  </a:ext>
                </a:extLst>
              </p:cNvPr>
              <p:cNvGrpSpPr/>
              <p:nvPr/>
            </p:nvGrpSpPr>
            <p:grpSpPr>
              <a:xfrm>
                <a:off x="6132133" y="3463636"/>
                <a:ext cx="612923" cy="883274"/>
                <a:chOff x="6132133" y="3463636"/>
                <a:chExt cx="612923" cy="883274"/>
              </a:xfrm>
              <a:grpFill/>
            </p:grpSpPr>
            <p:pic>
              <p:nvPicPr>
                <p:cNvPr id="26" name="Graphique 25" descr="Centre d’appels avec un remplissage uni">
                  <a:extLst>
                    <a:ext uri="{FF2B5EF4-FFF2-40B4-BE49-F238E27FC236}">
                      <a16:creationId xmlns:a16="http://schemas.microsoft.com/office/drawing/2014/main" id="{766EFA83-87F7-48B3-89E9-4D7263CE9A5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b="44092"/>
                <a:stretch/>
              </p:blipFill>
              <p:spPr>
                <a:xfrm>
                  <a:off x="6322855" y="3463636"/>
                  <a:ext cx="422201" cy="236042"/>
                </a:xfrm>
                <a:prstGeom prst="rect">
                  <a:avLst/>
                </a:prstGeom>
              </p:spPr>
            </p:pic>
            <p:grpSp>
              <p:nvGrpSpPr>
                <p:cNvPr id="27" name="Groupe 26">
                  <a:extLst>
                    <a:ext uri="{FF2B5EF4-FFF2-40B4-BE49-F238E27FC236}">
                      <a16:creationId xmlns:a16="http://schemas.microsoft.com/office/drawing/2014/main" id="{8639E731-9230-4881-A297-E7FE711E8679}"/>
                    </a:ext>
                  </a:extLst>
                </p:cNvPr>
                <p:cNvGrpSpPr/>
                <p:nvPr/>
              </p:nvGrpSpPr>
              <p:grpSpPr>
                <a:xfrm flipH="1">
                  <a:off x="6132133" y="3682042"/>
                  <a:ext cx="611857" cy="664868"/>
                  <a:chOff x="5018285" y="4055721"/>
                  <a:chExt cx="696982" cy="731970"/>
                </a:xfrm>
                <a:grpFill/>
              </p:grpSpPr>
              <p:pic>
                <p:nvPicPr>
                  <p:cNvPr id="28" name="Graphique 27" descr="Personne confuse avec un remplissage uni">
                    <a:extLst>
                      <a:ext uri="{FF2B5EF4-FFF2-40B4-BE49-F238E27FC236}">
                        <a16:creationId xmlns:a16="http://schemas.microsoft.com/office/drawing/2014/main" id="{87E485C1-41B1-466E-9CA4-CE2D9B4583A4}"/>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30440" t="19951" r="-1"/>
                  <a:stretch/>
                </p:blipFill>
                <p:spPr>
                  <a:xfrm>
                    <a:off x="5079207" y="4055721"/>
                    <a:ext cx="636060" cy="731970"/>
                  </a:xfrm>
                  <a:prstGeom prst="rect">
                    <a:avLst/>
                  </a:prstGeom>
                </p:spPr>
              </p:pic>
              <p:sp>
                <p:nvSpPr>
                  <p:cNvPr id="29" name="Rectangle : coins arrondis 28">
                    <a:extLst>
                      <a:ext uri="{FF2B5EF4-FFF2-40B4-BE49-F238E27FC236}">
                        <a16:creationId xmlns:a16="http://schemas.microsoft.com/office/drawing/2014/main" id="{EB77BDF8-1E5C-45F0-9A53-7CBD87E255F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4" name="Image 23">
                <a:extLst>
                  <a:ext uri="{FF2B5EF4-FFF2-40B4-BE49-F238E27FC236}">
                    <a16:creationId xmlns:a16="http://schemas.microsoft.com/office/drawing/2014/main" id="{5C72C1AF-F29F-464A-9097-C105B6F7A0C6}"/>
                  </a:ext>
                </a:extLst>
              </p:cNvPr>
              <p:cNvPicPr>
                <a:picLocks noChangeAspect="1"/>
              </p:cNvPicPr>
              <p:nvPr/>
            </p:nvPicPr>
            <p:blipFill>
              <a:blip r:embed="rId26">
                <a:extLst>
                  <a:ext uri="{BEBA8EAE-BF5A-486C-A8C5-ECC9F3942E4B}">
                    <a14:imgProps xmlns:a14="http://schemas.microsoft.com/office/drawing/2010/main">
                      <a14:imgLayer r:embed="rId2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5" name="Graphique 24" descr="Chronomètre avec un remplissage uni">
                <a:extLst>
                  <a:ext uri="{FF2B5EF4-FFF2-40B4-BE49-F238E27FC236}">
                    <a16:creationId xmlns:a16="http://schemas.microsoft.com/office/drawing/2014/main" id="{33892522-8F7B-4D67-916E-531C4C81E3C3}"/>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6714271" y="3602551"/>
                <a:ext cx="165579" cy="165579"/>
              </a:xfrm>
              <a:prstGeom prst="rect">
                <a:avLst/>
              </a:prstGeom>
            </p:spPr>
          </p:pic>
        </p:grpSp>
        <p:grpSp>
          <p:nvGrpSpPr>
            <p:cNvPr id="30" name="Groupe 29">
              <a:extLst>
                <a:ext uri="{FF2B5EF4-FFF2-40B4-BE49-F238E27FC236}">
                  <a16:creationId xmlns:a16="http://schemas.microsoft.com/office/drawing/2014/main" id="{0AD07063-5002-4867-A3C7-EDDDBD44EA8A}"/>
                </a:ext>
              </a:extLst>
            </p:cNvPr>
            <p:cNvGrpSpPr/>
            <p:nvPr/>
          </p:nvGrpSpPr>
          <p:grpSpPr>
            <a:xfrm>
              <a:off x="7560150" y="2879049"/>
              <a:ext cx="982042" cy="1063416"/>
              <a:chOff x="7560150" y="2879049"/>
              <a:chExt cx="982042" cy="1063416"/>
            </a:xfrm>
            <a:solidFill>
              <a:srgbClr val="ED7D31"/>
            </a:solidFill>
          </p:grpSpPr>
          <p:grpSp>
            <p:nvGrpSpPr>
              <p:cNvPr id="31" name="Groupe 30">
                <a:extLst>
                  <a:ext uri="{FF2B5EF4-FFF2-40B4-BE49-F238E27FC236}">
                    <a16:creationId xmlns:a16="http://schemas.microsoft.com/office/drawing/2014/main" id="{ABC01049-AFDA-45D7-84F7-ADD9B064E881}"/>
                  </a:ext>
                </a:extLst>
              </p:cNvPr>
              <p:cNvGrpSpPr/>
              <p:nvPr/>
            </p:nvGrpSpPr>
            <p:grpSpPr>
              <a:xfrm>
                <a:off x="7798849" y="2879049"/>
                <a:ext cx="743343" cy="1063416"/>
                <a:chOff x="6391015" y="3260296"/>
                <a:chExt cx="743343" cy="1063416"/>
              </a:xfrm>
              <a:grpFill/>
            </p:grpSpPr>
            <p:grpSp>
              <p:nvGrpSpPr>
                <p:cNvPr id="33" name="Groupe 32">
                  <a:extLst>
                    <a:ext uri="{FF2B5EF4-FFF2-40B4-BE49-F238E27FC236}">
                      <a16:creationId xmlns:a16="http://schemas.microsoft.com/office/drawing/2014/main" id="{3A06C5FA-987F-4BE2-9BBB-E7C53D6AF860}"/>
                    </a:ext>
                  </a:extLst>
                </p:cNvPr>
                <p:cNvGrpSpPr/>
                <p:nvPr/>
              </p:nvGrpSpPr>
              <p:grpSpPr>
                <a:xfrm>
                  <a:off x="6391015" y="3260296"/>
                  <a:ext cx="743343" cy="1063416"/>
                  <a:chOff x="6298348" y="3168316"/>
                  <a:chExt cx="867130" cy="1240504"/>
                </a:xfrm>
                <a:grpFill/>
              </p:grpSpPr>
              <p:pic>
                <p:nvPicPr>
                  <p:cNvPr id="35" name="Graphique 34" descr="Enseignant avec un remplissage uni">
                    <a:extLst>
                      <a:ext uri="{FF2B5EF4-FFF2-40B4-BE49-F238E27FC236}">
                        <a16:creationId xmlns:a16="http://schemas.microsoft.com/office/drawing/2014/main" id="{09AE260C-627D-4B22-BDDA-28C583119A50}"/>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298348" y="3168316"/>
                    <a:ext cx="867130" cy="867130"/>
                  </a:xfrm>
                  <a:prstGeom prst="rect">
                    <a:avLst/>
                  </a:prstGeom>
                </p:spPr>
              </p:pic>
              <p:pic>
                <p:nvPicPr>
                  <p:cNvPr id="36" name="Graphique 35" descr="Personne confuse avec un remplissage uni">
                    <a:extLst>
                      <a:ext uri="{FF2B5EF4-FFF2-40B4-BE49-F238E27FC236}">
                        <a16:creationId xmlns:a16="http://schemas.microsoft.com/office/drawing/2014/main" id="{2656D1B3-8693-4C74-A5A4-8D18C7069D3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32"/>
                      </a:ext>
                    </a:extLst>
                  </a:blip>
                  <a:srcRect l="34664" t="32545" r="38513" b="-1"/>
                  <a:stretch/>
                </p:blipFill>
                <p:spPr>
                  <a:xfrm>
                    <a:off x="6367463" y="3792004"/>
                    <a:ext cx="245268" cy="616816"/>
                  </a:xfrm>
                  <a:prstGeom prst="rect">
                    <a:avLst/>
                  </a:prstGeom>
                </p:spPr>
              </p:pic>
              <p:sp>
                <p:nvSpPr>
                  <p:cNvPr id="37" name="Rectangle : coins arrondis 36">
                    <a:extLst>
                      <a:ext uri="{FF2B5EF4-FFF2-40B4-BE49-F238E27FC236}">
                        <a16:creationId xmlns:a16="http://schemas.microsoft.com/office/drawing/2014/main" id="{DAAAAD73-790A-4894-AA9B-74B596C34A34}"/>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4" name="Image 33">
                  <a:extLst>
                    <a:ext uri="{FF2B5EF4-FFF2-40B4-BE49-F238E27FC236}">
                      <a16:creationId xmlns:a16="http://schemas.microsoft.com/office/drawing/2014/main" id="{2A885046-9694-4796-9F22-A156D1D271B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32" name="Graphique 31" descr="Presse-papiers mixte avec un remplissage uni">
                <a:extLst>
                  <a:ext uri="{FF2B5EF4-FFF2-40B4-BE49-F238E27FC236}">
                    <a16:creationId xmlns:a16="http://schemas.microsoft.com/office/drawing/2014/main" id="{6CA127F2-CE56-4B9E-9D73-BA7BBF6CBBC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7560150" y="3329802"/>
                <a:ext cx="314429" cy="314429"/>
              </a:xfrm>
              <a:prstGeom prst="rect">
                <a:avLst/>
              </a:prstGeom>
            </p:spPr>
          </p:pic>
        </p:grpSp>
        <p:grpSp>
          <p:nvGrpSpPr>
            <p:cNvPr id="38" name="Groupe 37">
              <a:extLst>
                <a:ext uri="{FF2B5EF4-FFF2-40B4-BE49-F238E27FC236}">
                  <a16:creationId xmlns:a16="http://schemas.microsoft.com/office/drawing/2014/main" id="{C2204DEB-2BBD-4296-81A0-058BD04AFDA4}"/>
                </a:ext>
              </a:extLst>
            </p:cNvPr>
            <p:cNvGrpSpPr/>
            <p:nvPr/>
          </p:nvGrpSpPr>
          <p:grpSpPr>
            <a:xfrm>
              <a:off x="8930936" y="2408583"/>
              <a:ext cx="1216113" cy="1173074"/>
              <a:chOff x="8930936" y="2408583"/>
              <a:chExt cx="1216113" cy="1173074"/>
            </a:xfrm>
            <a:solidFill>
              <a:schemeClr val="accent1"/>
            </a:solidFill>
          </p:grpSpPr>
          <p:grpSp>
            <p:nvGrpSpPr>
              <p:cNvPr id="39" name="Groupe 38">
                <a:extLst>
                  <a:ext uri="{FF2B5EF4-FFF2-40B4-BE49-F238E27FC236}">
                    <a16:creationId xmlns:a16="http://schemas.microsoft.com/office/drawing/2014/main" id="{79FE68AD-C5FB-4704-93CD-D13BB2E21B19}"/>
                  </a:ext>
                </a:extLst>
              </p:cNvPr>
              <p:cNvGrpSpPr/>
              <p:nvPr/>
            </p:nvGrpSpPr>
            <p:grpSpPr>
              <a:xfrm>
                <a:off x="8930936" y="2408583"/>
                <a:ext cx="1216113" cy="1173074"/>
                <a:chOff x="8930936" y="2401291"/>
                <a:chExt cx="1216113" cy="1173074"/>
              </a:xfrm>
              <a:grpFill/>
            </p:grpSpPr>
            <p:pic>
              <p:nvPicPr>
                <p:cNvPr id="43" name="Graphique 42" descr="Plan avec un remplissage uni">
                  <a:extLst>
                    <a:ext uri="{FF2B5EF4-FFF2-40B4-BE49-F238E27FC236}">
                      <a16:creationId xmlns:a16="http://schemas.microsoft.com/office/drawing/2014/main" id="{6BCDE925-A8EE-456D-BF7C-5753254151D0}"/>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30936" y="2401291"/>
                  <a:ext cx="590762" cy="590762"/>
                </a:xfrm>
                <a:prstGeom prst="rect">
                  <a:avLst/>
                </a:prstGeom>
              </p:spPr>
            </p:pic>
            <p:grpSp>
              <p:nvGrpSpPr>
                <p:cNvPr id="44" name="Groupe 43">
                  <a:extLst>
                    <a:ext uri="{FF2B5EF4-FFF2-40B4-BE49-F238E27FC236}">
                      <a16:creationId xmlns:a16="http://schemas.microsoft.com/office/drawing/2014/main" id="{599EC74E-2D50-4FDB-B789-ACD309C9316D}"/>
                    </a:ext>
                  </a:extLst>
                </p:cNvPr>
                <p:cNvGrpSpPr/>
                <p:nvPr/>
              </p:nvGrpSpPr>
              <p:grpSpPr>
                <a:xfrm>
                  <a:off x="9450069" y="2659965"/>
                  <a:ext cx="696980" cy="914400"/>
                  <a:chOff x="5018285" y="3873291"/>
                  <a:chExt cx="696980" cy="914400"/>
                </a:xfrm>
                <a:grpFill/>
              </p:grpSpPr>
              <p:pic>
                <p:nvPicPr>
                  <p:cNvPr id="45" name="Graphique 44" descr="Personne confuse avec un remplissage uni">
                    <a:extLst>
                      <a:ext uri="{FF2B5EF4-FFF2-40B4-BE49-F238E27FC236}">
                        <a16:creationId xmlns:a16="http://schemas.microsoft.com/office/drawing/2014/main" id="{B5110627-0C39-4A52-9DF7-84F68DA68AA6}"/>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0440" r="-1"/>
                  <a:stretch/>
                </p:blipFill>
                <p:spPr>
                  <a:xfrm>
                    <a:off x="5079206" y="3873291"/>
                    <a:ext cx="636059" cy="914400"/>
                  </a:xfrm>
                  <a:prstGeom prst="rect">
                    <a:avLst/>
                  </a:prstGeom>
                </p:spPr>
              </p:pic>
              <p:sp>
                <p:nvSpPr>
                  <p:cNvPr id="46" name="Rectangle : coins arrondis 45">
                    <a:extLst>
                      <a:ext uri="{FF2B5EF4-FFF2-40B4-BE49-F238E27FC236}">
                        <a16:creationId xmlns:a16="http://schemas.microsoft.com/office/drawing/2014/main" id="{9B644F0F-EEE7-4348-84A5-73E05583E965}"/>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40" name="Groupe 39">
                <a:extLst>
                  <a:ext uri="{FF2B5EF4-FFF2-40B4-BE49-F238E27FC236}">
                    <a16:creationId xmlns:a16="http://schemas.microsoft.com/office/drawing/2014/main" id="{5A85E54A-A065-4741-85BA-3E6FC7E02CA7}"/>
                  </a:ext>
                </a:extLst>
              </p:cNvPr>
              <p:cNvGrpSpPr/>
              <p:nvPr/>
            </p:nvGrpSpPr>
            <p:grpSpPr>
              <a:xfrm>
                <a:off x="9237852" y="2714693"/>
                <a:ext cx="199881" cy="170748"/>
                <a:chOff x="8303417" y="2625343"/>
                <a:chExt cx="199881" cy="170748"/>
              </a:xfrm>
              <a:grpFill/>
            </p:grpSpPr>
            <p:sp>
              <p:nvSpPr>
                <p:cNvPr id="41" name="Rectangle 40">
                  <a:extLst>
                    <a:ext uri="{FF2B5EF4-FFF2-40B4-BE49-F238E27FC236}">
                      <a16:creationId xmlns:a16="http://schemas.microsoft.com/office/drawing/2014/main" id="{0F269796-06D2-40D8-BE8E-F02E02C3AA05}"/>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2" name="Image 41">
                  <a:extLst>
                    <a:ext uri="{FF2B5EF4-FFF2-40B4-BE49-F238E27FC236}">
                      <a16:creationId xmlns:a16="http://schemas.microsoft.com/office/drawing/2014/main" id="{D588E7C9-94B7-426D-9828-2B1BB97D1B9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47" name="Groupe 46">
              <a:extLst>
                <a:ext uri="{FF2B5EF4-FFF2-40B4-BE49-F238E27FC236}">
                  <a16:creationId xmlns:a16="http://schemas.microsoft.com/office/drawing/2014/main" id="{DBF7ADFB-933A-4265-8CDA-325167711A06}"/>
                </a:ext>
              </a:extLst>
            </p:cNvPr>
            <p:cNvGrpSpPr/>
            <p:nvPr/>
          </p:nvGrpSpPr>
          <p:grpSpPr>
            <a:xfrm>
              <a:off x="4763560" y="3762738"/>
              <a:ext cx="978178" cy="925014"/>
              <a:chOff x="4763560" y="3762738"/>
              <a:chExt cx="978178" cy="925014"/>
            </a:xfrm>
          </p:grpSpPr>
          <p:grpSp>
            <p:nvGrpSpPr>
              <p:cNvPr id="48" name="Groupe 47">
                <a:extLst>
                  <a:ext uri="{FF2B5EF4-FFF2-40B4-BE49-F238E27FC236}">
                    <a16:creationId xmlns:a16="http://schemas.microsoft.com/office/drawing/2014/main" id="{129517F9-AFB9-47A6-A2E4-A722D9C9E525}"/>
                  </a:ext>
                </a:extLst>
              </p:cNvPr>
              <p:cNvGrpSpPr/>
              <p:nvPr/>
            </p:nvGrpSpPr>
            <p:grpSpPr>
              <a:xfrm flipH="1">
                <a:off x="4766064" y="3762738"/>
                <a:ext cx="975674" cy="925014"/>
                <a:chOff x="4716415" y="3792004"/>
                <a:chExt cx="1009529" cy="925014"/>
              </a:xfrm>
            </p:grpSpPr>
            <p:pic>
              <p:nvPicPr>
                <p:cNvPr id="51" name="Graphique 50" descr="Mégaphone1 avec un remplissage uni">
                  <a:extLst>
                    <a:ext uri="{FF2B5EF4-FFF2-40B4-BE49-F238E27FC236}">
                      <a16:creationId xmlns:a16="http://schemas.microsoft.com/office/drawing/2014/main" id="{A667BD7F-BCB8-4E18-875E-CC89AEE09806}"/>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flipH="1">
                  <a:off x="4716415" y="3792004"/>
                  <a:ext cx="384826" cy="398002"/>
                </a:xfrm>
                <a:prstGeom prst="rect">
                  <a:avLst/>
                </a:prstGeom>
              </p:spPr>
            </p:pic>
            <p:grpSp>
              <p:nvGrpSpPr>
                <p:cNvPr id="52" name="Groupe 51">
                  <a:extLst>
                    <a:ext uri="{FF2B5EF4-FFF2-40B4-BE49-F238E27FC236}">
                      <a16:creationId xmlns:a16="http://schemas.microsoft.com/office/drawing/2014/main" id="{4532B03D-294A-47EA-A9A2-A4BD185A4DB9}"/>
                    </a:ext>
                  </a:extLst>
                </p:cNvPr>
                <p:cNvGrpSpPr/>
                <p:nvPr/>
              </p:nvGrpSpPr>
              <p:grpSpPr>
                <a:xfrm>
                  <a:off x="5048496" y="3886444"/>
                  <a:ext cx="633086" cy="830574"/>
                  <a:chOff x="5018285" y="3873291"/>
                  <a:chExt cx="696980" cy="914400"/>
                </a:xfrm>
              </p:grpSpPr>
              <p:pic>
                <p:nvPicPr>
                  <p:cNvPr id="55" name="Graphique 54" descr="Personne confuse avec un remplissage uni">
                    <a:extLst>
                      <a:ext uri="{FF2B5EF4-FFF2-40B4-BE49-F238E27FC236}">
                        <a16:creationId xmlns:a16="http://schemas.microsoft.com/office/drawing/2014/main" id="{ADDF4855-46E1-4DAF-BF3F-8EDCA1E02CF4}"/>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30440" r="-1"/>
                  <a:stretch/>
                </p:blipFill>
                <p:spPr>
                  <a:xfrm>
                    <a:off x="5079206" y="3873291"/>
                    <a:ext cx="636059" cy="914400"/>
                  </a:xfrm>
                  <a:prstGeom prst="rect">
                    <a:avLst/>
                  </a:prstGeom>
                </p:spPr>
              </p:pic>
              <p:sp>
                <p:nvSpPr>
                  <p:cNvPr id="56" name="Rectangle : coins arrondis 55">
                    <a:extLst>
                      <a:ext uri="{FF2B5EF4-FFF2-40B4-BE49-F238E27FC236}">
                        <a16:creationId xmlns:a16="http://schemas.microsoft.com/office/drawing/2014/main" id="{4806636D-403F-477D-AB02-D547B5B9C510}"/>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3" name="Graphique 52" descr="Balance de la justice avec un remplissage uni">
                  <a:extLst>
                    <a:ext uri="{FF2B5EF4-FFF2-40B4-BE49-F238E27FC236}">
                      <a16:creationId xmlns:a16="http://schemas.microsoft.com/office/drawing/2014/main" id="{DB1CEF00-C5DB-4DAB-9853-36E55D27F292}"/>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5374349" y="3867945"/>
                  <a:ext cx="351595" cy="351595"/>
                </a:xfrm>
                <a:prstGeom prst="rect">
                  <a:avLst/>
                </a:prstGeom>
              </p:spPr>
            </p:pic>
            <p:pic>
              <p:nvPicPr>
                <p:cNvPr id="54" name="Image 53">
                  <a:extLst>
                    <a:ext uri="{FF2B5EF4-FFF2-40B4-BE49-F238E27FC236}">
                      <a16:creationId xmlns:a16="http://schemas.microsoft.com/office/drawing/2014/main" id="{9764CE18-2376-4B62-AAD8-611DC63CF34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49" name="Graphique 48" descr="Balance de la justice avec un remplissage uni">
                <a:extLst>
                  <a:ext uri="{FF2B5EF4-FFF2-40B4-BE49-F238E27FC236}">
                    <a16:creationId xmlns:a16="http://schemas.microsoft.com/office/drawing/2014/main" id="{02C4B233-4140-444B-8627-EBBF9D958A13}"/>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7711" t="16230" r="55712" b="32471"/>
              <a:stretch/>
            </p:blipFill>
            <p:spPr>
              <a:xfrm flipH="1">
                <a:off x="4955380" y="3895743"/>
                <a:ext cx="124289" cy="180364"/>
              </a:xfrm>
              <a:prstGeom prst="rect">
                <a:avLst/>
              </a:prstGeom>
            </p:spPr>
          </p:pic>
          <p:pic>
            <p:nvPicPr>
              <p:cNvPr id="50" name="Graphique 49" descr="Balance de la justice avec un remplissage uni">
                <a:extLst>
                  <a:ext uri="{FF2B5EF4-FFF2-40B4-BE49-F238E27FC236}">
                    <a16:creationId xmlns:a16="http://schemas.microsoft.com/office/drawing/2014/main" id="{93B65468-2FFF-4F35-B130-CD6ADB44B7E4}"/>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58383" t="16186" b="30375"/>
              <a:stretch/>
            </p:blipFill>
            <p:spPr>
              <a:xfrm flipH="1">
                <a:off x="4763560" y="3895742"/>
                <a:ext cx="141416" cy="187889"/>
              </a:xfrm>
              <a:prstGeom prst="rect">
                <a:avLst/>
              </a:prstGeom>
            </p:spPr>
          </p:pic>
        </p:grpSp>
      </p:grpSp>
      <p:sp>
        <p:nvSpPr>
          <p:cNvPr id="67" name="Rectangle : coins arrondis 66">
            <a:extLst>
              <a:ext uri="{FF2B5EF4-FFF2-40B4-BE49-F238E27FC236}">
                <a16:creationId xmlns:a16="http://schemas.microsoft.com/office/drawing/2014/main" id="{DB8706D8-5A84-4F42-8CCC-E36CD2916007}"/>
              </a:ext>
            </a:extLst>
          </p:cNvPr>
          <p:cNvSpPr/>
          <p:nvPr/>
        </p:nvSpPr>
        <p:spPr>
          <a:xfrm>
            <a:off x="7871040" y="4855479"/>
            <a:ext cx="2286148" cy="2000711"/>
          </a:xfrm>
          <a:prstGeom prst="roundRect">
            <a:avLst>
              <a:gd name="adj" fmla="val 5038"/>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200" dirty="0">
                <a:solidFill>
                  <a:schemeClr val="tx1"/>
                </a:solidFill>
              </a:rPr>
              <a:t>Call-to-action : Vous aussi, vous pouvez produire du contenu !</a:t>
            </a:r>
          </a:p>
        </p:txBody>
      </p:sp>
      <p:graphicFrame>
        <p:nvGraphicFramePr>
          <p:cNvPr id="68" name="Espace réservé du contenu 3">
            <a:extLst>
              <a:ext uri="{FF2B5EF4-FFF2-40B4-BE49-F238E27FC236}">
                <a16:creationId xmlns:a16="http://schemas.microsoft.com/office/drawing/2014/main" id="{D11038D4-0C55-4F12-AB76-D3333B6E9ED5}"/>
              </a:ext>
            </a:extLst>
          </p:cNvPr>
          <p:cNvGraphicFramePr>
            <a:graphicFrameLocks/>
          </p:cNvGraphicFramePr>
          <p:nvPr/>
        </p:nvGraphicFramePr>
        <p:xfrm>
          <a:off x="8390608" y="6202806"/>
          <a:ext cx="1201643" cy="679788"/>
        </p:xfrm>
        <a:graphic>
          <a:graphicData uri="http://schemas.openxmlformats.org/drawingml/2006/diagram">
            <dgm:relIds xmlns:dgm="http://schemas.openxmlformats.org/drawingml/2006/diagram" xmlns:r="http://schemas.openxmlformats.org/officeDocument/2006/relationships" r:dm="rId45" r:lo="rId46" r:qs="rId47" r:cs="rId48"/>
          </a:graphicData>
        </a:graphic>
      </p:graphicFrame>
      <p:sp>
        <p:nvSpPr>
          <p:cNvPr id="70" name="ZoneTexte 69">
            <a:extLst>
              <a:ext uri="{FF2B5EF4-FFF2-40B4-BE49-F238E27FC236}">
                <a16:creationId xmlns:a16="http://schemas.microsoft.com/office/drawing/2014/main" id="{E3E88514-058F-4E99-ABCC-4F6133F48D36}"/>
              </a:ext>
            </a:extLst>
          </p:cNvPr>
          <p:cNvSpPr txBox="1"/>
          <p:nvPr/>
        </p:nvSpPr>
        <p:spPr>
          <a:xfrm>
            <a:off x="1478370" y="2168912"/>
            <a:ext cx="1412482" cy="646331"/>
          </a:xfrm>
          <a:prstGeom prst="rect">
            <a:avLst/>
          </a:prstGeom>
          <a:noFill/>
        </p:spPr>
        <p:txBody>
          <a:bodyPr wrap="square">
            <a:spAutoFit/>
          </a:bodyPr>
          <a:lstStyle/>
          <a:p>
            <a:pPr algn="ctr"/>
            <a:r>
              <a:rPr lang="fr-FR" sz="1800" dirty="0">
                <a:solidFill>
                  <a:schemeClr val="tx1"/>
                </a:solidFill>
              </a:rPr>
              <a:t>Début du contenu</a:t>
            </a:r>
          </a:p>
        </p:txBody>
      </p:sp>
      <p:sp>
        <p:nvSpPr>
          <p:cNvPr id="71" name="ZoneTexte 70">
            <a:extLst>
              <a:ext uri="{FF2B5EF4-FFF2-40B4-BE49-F238E27FC236}">
                <a16:creationId xmlns:a16="http://schemas.microsoft.com/office/drawing/2014/main" id="{A2E37FD5-5B2A-4929-8E29-C926D2294F63}"/>
              </a:ext>
            </a:extLst>
          </p:cNvPr>
          <p:cNvSpPr txBox="1"/>
          <p:nvPr/>
        </p:nvSpPr>
        <p:spPr>
          <a:xfrm>
            <a:off x="8456959" y="4248834"/>
            <a:ext cx="1114309" cy="646331"/>
          </a:xfrm>
          <a:prstGeom prst="rect">
            <a:avLst/>
          </a:prstGeom>
          <a:noFill/>
        </p:spPr>
        <p:txBody>
          <a:bodyPr wrap="square">
            <a:spAutoFit/>
          </a:bodyPr>
          <a:lstStyle/>
          <a:p>
            <a:pPr algn="ctr"/>
            <a:r>
              <a:rPr lang="fr-FR"/>
              <a:t>Fin du contenu</a:t>
            </a:r>
            <a:endParaRPr lang="fr-FR" sz="1800">
              <a:solidFill>
                <a:schemeClr val="tx1"/>
              </a:solidFill>
            </a:endParaRPr>
          </a:p>
        </p:txBody>
      </p:sp>
      <p:pic>
        <p:nvPicPr>
          <p:cNvPr id="76" name="Graphique 75" descr="Flèche : incurvée dans le sens des aiguilles d’une montre avec un remplissage uni">
            <a:extLst>
              <a:ext uri="{FF2B5EF4-FFF2-40B4-BE49-F238E27FC236}">
                <a16:creationId xmlns:a16="http://schemas.microsoft.com/office/drawing/2014/main" id="{8A799538-607C-481E-85C4-F1180754431F}"/>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rot="4027213" flipH="1">
            <a:off x="8383366" y="5361292"/>
            <a:ext cx="1051080" cy="925220"/>
          </a:xfrm>
          <a:prstGeom prst="rect">
            <a:avLst/>
          </a:prstGeom>
        </p:spPr>
      </p:pic>
      <p:sp>
        <p:nvSpPr>
          <p:cNvPr id="77" name="ZoneTexte 76">
            <a:extLst>
              <a:ext uri="{FF2B5EF4-FFF2-40B4-BE49-F238E27FC236}">
                <a16:creationId xmlns:a16="http://schemas.microsoft.com/office/drawing/2014/main" id="{D0E3C1D0-F12A-40BE-9A6A-C73900F71919}"/>
              </a:ext>
            </a:extLst>
          </p:cNvPr>
          <p:cNvSpPr txBox="1"/>
          <p:nvPr/>
        </p:nvSpPr>
        <p:spPr>
          <a:xfrm>
            <a:off x="8176577" y="2198380"/>
            <a:ext cx="1711004" cy="1754326"/>
          </a:xfrm>
          <a:prstGeom prst="rect">
            <a:avLst/>
          </a:prstGeom>
          <a:noFill/>
        </p:spPr>
        <p:txBody>
          <a:bodyPr wrap="square">
            <a:spAutoFit/>
          </a:bodyPr>
          <a:lstStyle/>
          <a:p>
            <a:pPr algn="ctr"/>
            <a:r>
              <a:rPr lang="fr-FR" sz="1200" dirty="0"/>
              <a:t>Les contenus commencent et terminent par l’invitation à l’engagement. </a:t>
            </a:r>
          </a:p>
          <a:p>
            <a:pPr algn="ctr"/>
            <a:endParaRPr lang="fr-FR" sz="1200" dirty="0"/>
          </a:p>
          <a:p>
            <a:pPr algn="ctr"/>
            <a:r>
              <a:rPr lang="fr-FR" sz="1200" dirty="0"/>
              <a:t>Cet engagement est facilité par les rôles #OSG.</a:t>
            </a:r>
            <a:endParaRPr lang="fr-FR" sz="1200" dirty="0">
              <a:solidFill>
                <a:schemeClr val="tx1"/>
              </a:solidFill>
            </a:endParaRPr>
          </a:p>
        </p:txBody>
      </p:sp>
      <p:pic>
        <p:nvPicPr>
          <p:cNvPr id="58" name="Graphique 57" descr="Journal avec un remplissage uni">
            <a:extLst>
              <a:ext uri="{FF2B5EF4-FFF2-40B4-BE49-F238E27FC236}">
                <a16:creationId xmlns:a16="http://schemas.microsoft.com/office/drawing/2014/main" id="{E420A7B7-2558-46BC-BD79-0D08FFE62501}"/>
              </a:ext>
            </a:extLst>
          </p:cNvPr>
          <p:cNvPicPr>
            <a:picLocks noChangeAspect="1"/>
          </p:cNvPicPr>
          <p:nvPr/>
        </p:nvPicPr>
        <p:blipFill rotWithShape="1">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rcRect l="10810" t="11544" r="11314" b="11241"/>
          <a:stretch/>
        </p:blipFill>
        <p:spPr>
          <a:xfrm>
            <a:off x="4446574" y="2131871"/>
            <a:ext cx="2885380" cy="2860896"/>
          </a:xfrm>
          <a:prstGeom prst="rect">
            <a:avLst/>
          </a:prstGeom>
        </p:spPr>
      </p:pic>
      <p:pic>
        <p:nvPicPr>
          <p:cNvPr id="72" name="Graphique 71" descr="Journal avec un remplissage uni">
            <a:extLst>
              <a:ext uri="{FF2B5EF4-FFF2-40B4-BE49-F238E27FC236}">
                <a16:creationId xmlns:a16="http://schemas.microsoft.com/office/drawing/2014/main" id="{2AC7D7CD-AF5F-4612-B1D3-30E53EBD5E89}"/>
              </a:ext>
            </a:extLst>
          </p:cNvPr>
          <p:cNvPicPr>
            <a:picLocks noChangeAspect="1"/>
          </p:cNvPicPr>
          <p:nvPr/>
        </p:nvPicPr>
        <p:blipFill rotWithShape="1">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rcRect l="10810" t="11544" r="11314" b="11241"/>
          <a:stretch/>
        </p:blipFill>
        <p:spPr>
          <a:xfrm>
            <a:off x="1150516" y="404776"/>
            <a:ext cx="1334766" cy="1323440"/>
          </a:xfrm>
          <a:prstGeom prst="rect">
            <a:avLst/>
          </a:prstGeom>
        </p:spPr>
      </p:pic>
      <p:sp>
        <p:nvSpPr>
          <p:cNvPr id="69" name="Flèche : gauche 68">
            <a:extLst>
              <a:ext uri="{FF2B5EF4-FFF2-40B4-BE49-F238E27FC236}">
                <a16:creationId xmlns:a16="http://schemas.microsoft.com/office/drawing/2014/main" id="{8CC30B7F-2FE2-4761-A9FB-EF48A5392D64}"/>
              </a:ext>
            </a:extLst>
          </p:cNvPr>
          <p:cNvSpPr/>
          <p:nvPr/>
        </p:nvSpPr>
        <p:spPr>
          <a:xfrm rot="10800000">
            <a:off x="3601951" y="2467864"/>
            <a:ext cx="1350002" cy="304250"/>
          </a:xfrm>
          <a:prstGeom prst="leftArrow">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3" name="Flèche : gauche 72">
            <a:extLst>
              <a:ext uri="{FF2B5EF4-FFF2-40B4-BE49-F238E27FC236}">
                <a16:creationId xmlns:a16="http://schemas.microsoft.com/office/drawing/2014/main" id="{2C1754DF-D0AE-4F1D-AA04-87F9CD44899C}"/>
              </a:ext>
            </a:extLst>
          </p:cNvPr>
          <p:cNvSpPr/>
          <p:nvPr/>
        </p:nvSpPr>
        <p:spPr>
          <a:xfrm rot="10800000" flipH="1">
            <a:off x="6348757" y="4435657"/>
            <a:ext cx="1629383" cy="217993"/>
          </a:xfrm>
          <a:prstGeom prst="leftArrow">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856398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FE6F1D6-E53F-4AEA-A24E-B253DF0EA09C}"/>
              </a:ext>
            </a:extLst>
          </p:cNvPr>
          <p:cNvSpPr>
            <a:spLocks noGrp="1"/>
          </p:cNvSpPr>
          <p:nvPr>
            <p:ph type="ctrTitle"/>
          </p:nvPr>
        </p:nvSpPr>
        <p:spPr/>
        <p:txBody>
          <a:bodyPr>
            <a:normAutofit/>
          </a:bodyPr>
          <a:lstStyle/>
          <a:p>
            <a:r>
              <a:rPr lang="fr-FR" dirty="0"/>
              <a:t>Link-first Community Building in 7 </a:t>
            </a:r>
            <a:r>
              <a:rPr lang="fr-FR" dirty="0" err="1"/>
              <a:t>steps</a:t>
            </a:r>
            <a:endParaRPr lang="fr-FR" dirty="0"/>
          </a:p>
        </p:txBody>
      </p:sp>
      <p:sp>
        <p:nvSpPr>
          <p:cNvPr id="6" name="Sous-titre 5">
            <a:extLst>
              <a:ext uri="{FF2B5EF4-FFF2-40B4-BE49-F238E27FC236}">
                <a16:creationId xmlns:a16="http://schemas.microsoft.com/office/drawing/2014/main" id="{1DA1DFF8-E005-4BB9-BF81-3B24C684D422}"/>
              </a:ext>
            </a:extLst>
          </p:cNvPr>
          <p:cNvSpPr>
            <a:spLocks noGrp="1"/>
          </p:cNvSpPr>
          <p:nvPr>
            <p:ph type="subTitle" idx="1"/>
          </p:nvPr>
        </p:nvSpPr>
        <p:spPr/>
        <p:txBody>
          <a:bodyPr/>
          <a:lstStyle/>
          <a:p>
            <a:endParaRPr lang="fr-FR" dirty="0"/>
          </a:p>
        </p:txBody>
      </p:sp>
    </p:spTree>
    <p:extLst>
      <p:ext uri="{BB962C8B-B14F-4D97-AF65-F5344CB8AC3E}">
        <p14:creationId xmlns:p14="http://schemas.microsoft.com/office/powerpoint/2010/main" val="64520474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010705-4DD7-42FA-BC68-BF30CDE3A949}"/>
              </a:ext>
            </a:extLst>
          </p:cNvPr>
          <p:cNvSpPr>
            <a:spLocks noGrp="1"/>
          </p:cNvSpPr>
          <p:nvPr>
            <p:ph type="title"/>
          </p:nvPr>
        </p:nvSpPr>
        <p:spPr/>
        <p:txBody>
          <a:bodyPr/>
          <a:lstStyle/>
          <a:p>
            <a:r>
              <a:rPr lang="fr-FR" dirty="0"/>
              <a:t>7 </a:t>
            </a:r>
            <a:r>
              <a:rPr lang="fr-FR" dirty="0" err="1"/>
              <a:t>steps</a:t>
            </a:r>
            <a:endParaRPr lang="fr-FR" dirty="0"/>
          </a:p>
        </p:txBody>
      </p:sp>
      <p:sp>
        <p:nvSpPr>
          <p:cNvPr id="3" name="Espace réservé du contenu 2">
            <a:extLst>
              <a:ext uri="{FF2B5EF4-FFF2-40B4-BE49-F238E27FC236}">
                <a16:creationId xmlns:a16="http://schemas.microsoft.com/office/drawing/2014/main" id="{4BFDF60C-E79A-4C53-9507-4F18A0B4D9E6}"/>
              </a:ext>
            </a:extLst>
          </p:cNvPr>
          <p:cNvSpPr>
            <a:spLocks noGrp="1"/>
          </p:cNvSpPr>
          <p:nvPr>
            <p:ph idx="1"/>
          </p:nvPr>
        </p:nvSpPr>
        <p:spPr>
          <a:xfrm>
            <a:off x="1115568" y="2478024"/>
            <a:ext cx="10168128" cy="4082574"/>
          </a:xfrm>
        </p:spPr>
        <p:txBody>
          <a:bodyPr>
            <a:normAutofit lnSpcReduction="10000"/>
          </a:bodyPr>
          <a:lstStyle/>
          <a:p>
            <a:pPr marL="514350" indent="-514350">
              <a:buAutoNum type="arabicPeriod"/>
            </a:pPr>
            <a:r>
              <a:rPr lang="fr-FR" dirty="0" err="1"/>
              <a:t>Define</a:t>
            </a:r>
            <a:r>
              <a:rPr lang="fr-FR" dirty="0"/>
              <a:t> Community Identity &amp; Value</a:t>
            </a:r>
            <a:endParaRPr lang="fr-FR" dirty="0">
              <a:sym typeface="Wingdings" panose="05000000000000000000" pitchFamily="2" charset="2"/>
            </a:endParaRPr>
          </a:p>
          <a:p>
            <a:pPr marL="514350" indent="-514350">
              <a:buAutoNum type="arabicPeriod"/>
            </a:pPr>
            <a:r>
              <a:rPr lang="fr-FR" dirty="0" err="1">
                <a:sym typeface="Wingdings" panose="05000000000000000000" pitchFamily="2" charset="2"/>
              </a:rPr>
              <a:t>Define</a:t>
            </a:r>
            <a:r>
              <a:rPr lang="fr-FR" dirty="0">
                <a:sym typeface="Wingdings" panose="05000000000000000000" pitchFamily="2" charset="2"/>
              </a:rPr>
              <a:t> Community People Graph Target</a:t>
            </a:r>
          </a:p>
          <a:p>
            <a:pPr marL="514350" indent="-514350">
              <a:buFont typeface="Arial" panose="020B0604020202020204" pitchFamily="34" charset="0"/>
              <a:buAutoNum type="arabicPeriod"/>
            </a:pPr>
            <a:r>
              <a:rPr lang="fr-FR" dirty="0" err="1">
                <a:sym typeface="Wingdings" panose="05000000000000000000" pitchFamily="2" charset="2"/>
              </a:rPr>
              <a:t>Define</a:t>
            </a:r>
            <a:r>
              <a:rPr lang="fr-FR" dirty="0">
                <a:sym typeface="Wingdings" panose="05000000000000000000" pitchFamily="2" charset="2"/>
              </a:rPr>
              <a:t> Community Engagement </a:t>
            </a:r>
            <a:r>
              <a:rPr lang="fr-FR" dirty="0" err="1">
                <a:sym typeface="Wingdings" panose="05000000000000000000" pitchFamily="2" charset="2"/>
              </a:rPr>
              <a:t>Paths</a:t>
            </a:r>
            <a:r>
              <a:rPr lang="fr-FR" dirty="0">
                <a:sym typeface="Wingdings" panose="05000000000000000000" pitchFamily="2" charset="2"/>
              </a:rPr>
              <a:t> (User </a:t>
            </a:r>
            <a:r>
              <a:rPr lang="fr-FR" dirty="0" err="1">
                <a:sym typeface="Wingdings" panose="05000000000000000000" pitchFamily="2" charset="2"/>
              </a:rPr>
              <a:t>experience</a:t>
            </a:r>
            <a:r>
              <a:rPr lang="fr-FR" dirty="0">
                <a:sym typeface="Wingdings" panose="05000000000000000000" pitchFamily="2" charset="2"/>
              </a:rPr>
              <a:t>)</a:t>
            </a:r>
          </a:p>
          <a:p>
            <a:pPr marL="514350" indent="-514350">
              <a:buAutoNum type="arabicPeriod"/>
            </a:pPr>
            <a:r>
              <a:rPr lang="fr-FR" dirty="0">
                <a:sym typeface="Wingdings" panose="05000000000000000000" pitchFamily="2" charset="2"/>
              </a:rPr>
              <a:t>Set up Community </a:t>
            </a:r>
            <a:r>
              <a:rPr lang="fr-FR" dirty="0" err="1">
                <a:sym typeface="Wingdings" panose="05000000000000000000" pitchFamily="2" charset="2"/>
              </a:rPr>
              <a:t>Shared</a:t>
            </a:r>
            <a:r>
              <a:rPr lang="fr-FR" dirty="0">
                <a:sym typeface="Wingdings" panose="05000000000000000000" pitchFamily="2" charset="2"/>
              </a:rPr>
              <a:t> </a:t>
            </a:r>
            <a:r>
              <a:rPr lang="fr-FR" dirty="0" err="1">
                <a:sym typeface="Wingdings" panose="05000000000000000000" pitchFamily="2" charset="2"/>
              </a:rPr>
              <a:t>Calendar</a:t>
            </a:r>
            <a:endParaRPr lang="fr-FR" dirty="0">
              <a:sym typeface="Wingdings" panose="05000000000000000000" pitchFamily="2" charset="2"/>
            </a:endParaRPr>
          </a:p>
          <a:p>
            <a:pPr marL="514350" indent="-514350">
              <a:buAutoNum type="arabicPeriod"/>
            </a:pPr>
            <a:r>
              <a:rPr lang="fr-FR" dirty="0">
                <a:sym typeface="Wingdings" panose="05000000000000000000" pitchFamily="2" charset="2"/>
              </a:rPr>
              <a:t>Set up Community Content </a:t>
            </a:r>
            <a:r>
              <a:rPr lang="fr-FR" dirty="0" err="1">
                <a:sym typeface="Wingdings" panose="05000000000000000000" pitchFamily="2" charset="2"/>
              </a:rPr>
              <a:t>Strategy</a:t>
            </a:r>
            <a:endParaRPr lang="fr-FR" dirty="0">
              <a:sym typeface="Wingdings" panose="05000000000000000000" pitchFamily="2" charset="2"/>
            </a:endParaRPr>
          </a:p>
          <a:p>
            <a:pPr marL="514350" indent="-514350">
              <a:buAutoNum type="arabicPeriod"/>
            </a:pPr>
            <a:r>
              <a:rPr lang="fr-FR" dirty="0">
                <a:sym typeface="Wingdings" panose="05000000000000000000" pitchFamily="2" charset="2"/>
              </a:rPr>
              <a:t>Community </a:t>
            </a:r>
            <a:r>
              <a:rPr lang="fr-FR" dirty="0" err="1">
                <a:sym typeface="Wingdings" panose="05000000000000000000" pitchFamily="2" charset="2"/>
              </a:rPr>
              <a:t>Processes</a:t>
            </a:r>
            <a:r>
              <a:rPr lang="fr-FR" dirty="0">
                <a:sym typeface="Wingdings" panose="05000000000000000000" pitchFamily="2" charset="2"/>
              </a:rPr>
              <a:t> &amp; </a:t>
            </a:r>
            <a:r>
              <a:rPr lang="fr-FR" dirty="0" err="1">
                <a:sym typeface="Wingdings" panose="05000000000000000000" pitchFamily="2" charset="2"/>
              </a:rPr>
              <a:t>Rituals</a:t>
            </a:r>
            <a:endParaRPr lang="fr-FR" dirty="0">
              <a:sym typeface="Wingdings" panose="05000000000000000000" pitchFamily="2" charset="2"/>
            </a:endParaRPr>
          </a:p>
          <a:p>
            <a:pPr marL="514350" indent="-514350">
              <a:buAutoNum type="arabicPeriod"/>
            </a:pPr>
            <a:r>
              <a:rPr lang="fr-FR" dirty="0">
                <a:sym typeface="Wingdings" panose="05000000000000000000" pitchFamily="2" charset="2"/>
              </a:rPr>
              <a:t>Set up </a:t>
            </a:r>
            <a:r>
              <a:rPr lang="fr-FR" dirty="0" err="1">
                <a:sym typeface="Wingdings" panose="05000000000000000000" pitchFamily="2" charset="2"/>
              </a:rPr>
              <a:t>Growth</a:t>
            </a:r>
            <a:r>
              <a:rPr lang="fr-FR" dirty="0">
                <a:sym typeface="Wingdings" panose="05000000000000000000" pitchFamily="2" charset="2"/>
              </a:rPr>
              <a:t> and </a:t>
            </a:r>
            <a:r>
              <a:rPr lang="fr-FR" dirty="0" err="1">
                <a:sym typeface="Wingdings" panose="05000000000000000000" pitchFamily="2" charset="2"/>
              </a:rPr>
              <a:t>continuous</a:t>
            </a:r>
            <a:r>
              <a:rPr lang="fr-FR" dirty="0">
                <a:sym typeface="Wingdings" panose="05000000000000000000" pitchFamily="2" charset="2"/>
              </a:rPr>
              <a:t> building habit</a:t>
            </a:r>
          </a:p>
          <a:p>
            <a:pPr marL="514350" indent="-514350">
              <a:buAutoNum type="arabicPeriod"/>
            </a:pPr>
            <a:endParaRPr lang="fr-FR" dirty="0">
              <a:sym typeface="Wingdings" panose="05000000000000000000" pitchFamily="2" charset="2"/>
            </a:endParaRPr>
          </a:p>
          <a:p>
            <a:pPr marL="514350" indent="-514350">
              <a:buAutoNum type="arabicPeriod"/>
            </a:pPr>
            <a:endParaRPr lang="fr-FR" dirty="0"/>
          </a:p>
        </p:txBody>
      </p:sp>
    </p:spTree>
    <p:extLst>
      <p:ext uri="{BB962C8B-B14F-4D97-AF65-F5344CB8AC3E}">
        <p14:creationId xmlns:p14="http://schemas.microsoft.com/office/powerpoint/2010/main" val="132705650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1BEAB1-BB36-47F8-A356-503DE68BB6BA}"/>
              </a:ext>
            </a:extLst>
          </p:cNvPr>
          <p:cNvSpPr>
            <a:spLocks noGrp="1"/>
          </p:cNvSpPr>
          <p:nvPr>
            <p:ph type="title"/>
          </p:nvPr>
        </p:nvSpPr>
        <p:spPr/>
        <p:txBody>
          <a:bodyPr>
            <a:normAutofit fontScale="90000"/>
          </a:bodyPr>
          <a:lstStyle/>
          <a:p>
            <a:r>
              <a:rPr lang="fr-FR" dirty="0" err="1"/>
              <a:t>Step</a:t>
            </a:r>
            <a:r>
              <a:rPr lang="fr-FR" dirty="0"/>
              <a:t> 1 : </a:t>
            </a:r>
            <a:r>
              <a:rPr lang="fr-FR" dirty="0" err="1"/>
              <a:t>Define</a:t>
            </a:r>
            <a:r>
              <a:rPr lang="fr-FR" dirty="0"/>
              <a:t> Community Identity &amp; Value</a:t>
            </a:r>
          </a:p>
        </p:txBody>
      </p:sp>
      <p:sp>
        <p:nvSpPr>
          <p:cNvPr id="3" name="Espace réservé du contenu 2">
            <a:extLst>
              <a:ext uri="{FF2B5EF4-FFF2-40B4-BE49-F238E27FC236}">
                <a16:creationId xmlns:a16="http://schemas.microsoft.com/office/drawing/2014/main" id="{05156FA7-CE23-4A77-AB03-80A1B4445143}"/>
              </a:ext>
            </a:extLst>
          </p:cNvPr>
          <p:cNvSpPr>
            <a:spLocks noGrp="1"/>
          </p:cNvSpPr>
          <p:nvPr>
            <p:ph idx="1"/>
          </p:nvPr>
        </p:nvSpPr>
        <p:spPr>
          <a:xfrm>
            <a:off x="5921120" y="2447926"/>
            <a:ext cx="5362575" cy="3724274"/>
          </a:xfrm>
        </p:spPr>
        <p:txBody>
          <a:bodyPr>
            <a:normAutofit fontScale="62500" lnSpcReduction="20000"/>
          </a:bodyPr>
          <a:lstStyle/>
          <a:p>
            <a:pPr marL="0" indent="0">
              <a:buNone/>
            </a:pPr>
            <a:r>
              <a:rPr lang="en-US" dirty="0"/>
              <a:t>Facilitates General Overview</a:t>
            </a:r>
          </a:p>
          <a:p>
            <a:pPr marL="0" indent="0">
              <a:buNone/>
            </a:pPr>
            <a:endParaRPr lang="en-US" dirty="0"/>
          </a:p>
          <a:p>
            <a:pPr marL="0" indent="0">
              <a:buNone/>
            </a:pPr>
            <a:r>
              <a:rPr lang="en-US" dirty="0"/>
              <a:t>Can be filled in Co-design workshop</a:t>
            </a:r>
          </a:p>
          <a:p>
            <a:pPr marL="0" indent="0">
              <a:buNone/>
            </a:pPr>
            <a:endParaRPr lang="en-US" dirty="0"/>
          </a:p>
          <a:p>
            <a:pPr marL="0" indent="0">
              <a:buNone/>
            </a:pPr>
            <a:r>
              <a:rPr lang="en-US" dirty="0"/>
              <a:t>Good for setting business objectives, defining and aligning sponsors</a:t>
            </a:r>
          </a:p>
          <a:p>
            <a:pPr marL="0" indent="0">
              <a:buNone/>
            </a:pPr>
            <a:endParaRPr lang="en-US" dirty="0"/>
          </a:p>
          <a:p>
            <a:pPr marL="0" indent="0">
              <a:buNone/>
            </a:pPr>
            <a:r>
              <a:rPr lang="en-US" dirty="0"/>
              <a:t>To be completed with more practical view</a:t>
            </a:r>
          </a:p>
          <a:p>
            <a:pPr marL="0" indent="0">
              <a:buNone/>
            </a:pPr>
            <a:endParaRPr lang="en-US" dirty="0"/>
          </a:p>
          <a:p>
            <a:pPr marL="0" indent="0">
              <a:buNone/>
            </a:pPr>
            <a:r>
              <a:rPr lang="en-US" dirty="0">
                <a:hlinkClick r:id="rId2"/>
              </a:rPr>
              <a:t>https://community-canvas.org/</a:t>
            </a:r>
            <a:endParaRPr lang="en-US" dirty="0"/>
          </a:p>
          <a:p>
            <a:pPr marL="0" indent="0">
              <a:buNone/>
            </a:pPr>
            <a:endParaRPr lang="en-US" dirty="0"/>
          </a:p>
        </p:txBody>
      </p:sp>
      <p:pic>
        <p:nvPicPr>
          <p:cNvPr id="5" name="Image 4">
            <a:extLst>
              <a:ext uri="{FF2B5EF4-FFF2-40B4-BE49-F238E27FC236}">
                <a16:creationId xmlns:a16="http://schemas.microsoft.com/office/drawing/2014/main" id="{BFA38145-DAA1-44FA-8887-5CE622190F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922348"/>
            <a:ext cx="5362575" cy="4597514"/>
          </a:xfrm>
          <a:prstGeom prst="rect">
            <a:avLst/>
          </a:prstGeom>
        </p:spPr>
      </p:pic>
    </p:spTree>
    <p:extLst>
      <p:ext uri="{BB962C8B-B14F-4D97-AF65-F5344CB8AC3E}">
        <p14:creationId xmlns:p14="http://schemas.microsoft.com/office/powerpoint/2010/main" val="328550811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A9A838-85A4-47FE-A0DF-3DFBE78E8CE6}"/>
              </a:ext>
            </a:extLst>
          </p:cNvPr>
          <p:cNvSpPr>
            <a:spLocks noGrp="1"/>
          </p:cNvSpPr>
          <p:nvPr>
            <p:ph type="title"/>
          </p:nvPr>
        </p:nvSpPr>
        <p:spPr/>
        <p:txBody>
          <a:bodyPr>
            <a:normAutofit fontScale="90000"/>
          </a:bodyPr>
          <a:lstStyle/>
          <a:p>
            <a:r>
              <a:rPr lang="en-US" dirty="0"/>
              <a:t>Step 2A : Define Community People Graph Target</a:t>
            </a:r>
          </a:p>
        </p:txBody>
      </p:sp>
      <p:sp>
        <p:nvSpPr>
          <p:cNvPr id="3" name="Espace réservé du contenu 2">
            <a:extLst>
              <a:ext uri="{FF2B5EF4-FFF2-40B4-BE49-F238E27FC236}">
                <a16:creationId xmlns:a16="http://schemas.microsoft.com/office/drawing/2014/main" id="{0DA23461-FCD0-4EEF-97F2-AA08D1592793}"/>
              </a:ext>
            </a:extLst>
          </p:cNvPr>
          <p:cNvSpPr>
            <a:spLocks noGrp="1"/>
          </p:cNvSpPr>
          <p:nvPr>
            <p:ph idx="1"/>
          </p:nvPr>
        </p:nvSpPr>
        <p:spPr>
          <a:xfrm>
            <a:off x="7440974" y="2556768"/>
            <a:ext cx="3842722" cy="3615431"/>
          </a:xfrm>
        </p:spPr>
        <p:txBody>
          <a:bodyPr>
            <a:normAutofit/>
          </a:bodyPr>
          <a:lstStyle/>
          <a:p>
            <a:pPr marL="0" indent="0">
              <a:buNone/>
            </a:pPr>
            <a:r>
              <a:rPr lang="en-US" sz="2000" dirty="0"/>
              <a:t>Facilitates growth or engagement strategy</a:t>
            </a:r>
          </a:p>
          <a:p>
            <a:pPr marL="0" indent="0">
              <a:buNone/>
            </a:pPr>
            <a:endParaRPr lang="en-US" sz="2000" dirty="0"/>
          </a:p>
          <a:p>
            <a:pPr marL="0" indent="0">
              <a:buNone/>
            </a:pPr>
            <a:r>
              <a:rPr lang="en-US" sz="2000" dirty="0"/>
              <a:t>Facilitates Expectations Management</a:t>
            </a:r>
          </a:p>
          <a:p>
            <a:pPr marL="0" indent="0">
              <a:buNone/>
            </a:pPr>
            <a:endParaRPr lang="en-US" sz="2000" dirty="0"/>
          </a:p>
          <a:p>
            <a:pPr marL="0" indent="0">
              <a:buNone/>
            </a:pPr>
            <a:r>
              <a:rPr lang="en-US" sz="2000" dirty="0"/>
              <a:t>Facilitates Operational Objectives Settings </a:t>
            </a:r>
          </a:p>
          <a:p>
            <a:pPr marL="0" indent="0">
              <a:buNone/>
            </a:pPr>
            <a:endParaRPr lang="en-US" sz="2000" dirty="0"/>
          </a:p>
          <a:p>
            <a:pPr marL="0" indent="0">
              <a:buNone/>
            </a:pPr>
            <a:endParaRPr lang="en-US" sz="2000" dirty="0"/>
          </a:p>
        </p:txBody>
      </p:sp>
      <p:grpSp>
        <p:nvGrpSpPr>
          <p:cNvPr id="4" name="Groupe 3">
            <a:extLst>
              <a:ext uri="{FF2B5EF4-FFF2-40B4-BE49-F238E27FC236}">
                <a16:creationId xmlns:a16="http://schemas.microsoft.com/office/drawing/2014/main" id="{918492B3-040A-474F-9F86-AC543457C223}"/>
              </a:ext>
            </a:extLst>
          </p:cNvPr>
          <p:cNvGrpSpPr/>
          <p:nvPr/>
        </p:nvGrpSpPr>
        <p:grpSpPr>
          <a:xfrm>
            <a:off x="197803" y="2660570"/>
            <a:ext cx="1180014" cy="970807"/>
            <a:chOff x="5468385" y="2437161"/>
            <a:chExt cx="1588490" cy="1306864"/>
          </a:xfrm>
        </p:grpSpPr>
        <p:grpSp>
          <p:nvGrpSpPr>
            <p:cNvPr id="5" name="Groupe 4">
              <a:extLst>
                <a:ext uri="{FF2B5EF4-FFF2-40B4-BE49-F238E27FC236}">
                  <a16:creationId xmlns:a16="http://schemas.microsoft.com/office/drawing/2014/main" id="{2D2CE398-F869-48D6-992D-CBAE4811C070}"/>
                </a:ext>
              </a:extLst>
            </p:cNvPr>
            <p:cNvGrpSpPr/>
            <p:nvPr/>
          </p:nvGrpSpPr>
          <p:grpSpPr>
            <a:xfrm>
              <a:off x="5958602" y="2814201"/>
              <a:ext cx="482060" cy="476703"/>
              <a:chOff x="5958602" y="2814201"/>
              <a:chExt cx="482060" cy="476703"/>
            </a:xfrm>
          </p:grpSpPr>
          <p:sp>
            <p:nvSpPr>
              <p:cNvPr id="40" name="Ellipse 39">
                <a:extLst>
                  <a:ext uri="{FF2B5EF4-FFF2-40B4-BE49-F238E27FC236}">
                    <a16:creationId xmlns:a16="http://schemas.microsoft.com/office/drawing/2014/main" id="{A3D15483-34FD-4D1E-A54B-A7E44B034013}"/>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que 40" descr="Utilisateur avec un remplissage uni">
                <a:extLst>
                  <a:ext uri="{FF2B5EF4-FFF2-40B4-BE49-F238E27FC236}">
                    <a16:creationId xmlns:a16="http://schemas.microsoft.com/office/drawing/2014/main" id="{91C23D7A-4F82-4FF6-8ACE-DDBF239D58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58602" y="3001738"/>
                <a:ext cx="187537" cy="187537"/>
              </a:xfrm>
              <a:prstGeom prst="rect">
                <a:avLst/>
              </a:prstGeom>
            </p:spPr>
          </p:pic>
          <p:pic>
            <p:nvPicPr>
              <p:cNvPr id="42" name="Graphique 41" descr="Utilisateur avec un remplissage uni">
                <a:extLst>
                  <a:ext uri="{FF2B5EF4-FFF2-40B4-BE49-F238E27FC236}">
                    <a16:creationId xmlns:a16="http://schemas.microsoft.com/office/drawing/2014/main" id="{085FEA5C-DB93-405D-9DC0-9312CA71FB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05754" y="2814201"/>
                <a:ext cx="187537" cy="187537"/>
              </a:xfrm>
              <a:prstGeom prst="rect">
                <a:avLst/>
              </a:prstGeom>
            </p:spPr>
          </p:pic>
          <p:pic>
            <p:nvPicPr>
              <p:cNvPr id="43" name="Graphique 42" descr="Utilisateur avec un remplissage uni">
                <a:extLst>
                  <a:ext uri="{FF2B5EF4-FFF2-40B4-BE49-F238E27FC236}">
                    <a16:creationId xmlns:a16="http://schemas.microsoft.com/office/drawing/2014/main" id="{73835708-068C-4ADD-A350-3EAB97B5692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53125" y="3001738"/>
                <a:ext cx="187537" cy="187537"/>
              </a:xfrm>
              <a:prstGeom prst="rect">
                <a:avLst/>
              </a:prstGeom>
            </p:spPr>
          </p:pic>
          <p:cxnSp>
            <p:nvCxnSpPr>
              <p:cNvPr id="44" name="Connecteur droit 43">
                <a:extLst>
                  <a:ext uri="{FF2B5EF4-FFF2-40B4-BE49-F238E27FC236}">
                    <a16:creationId xmlns:a16="http://schemas.microsoft.com/office/drawing/2014/main" id="{78F8F967-8B47-401D-B07D-7257B9EFC8E4}"/>
                  </a:ext>
                </a:extLst>
              </p:cNvPr>
              <p:cNvCxnSpPr>
                <a:cxnSpLocks/>
                <a:stCxn id="41" idx="3"/>
                <a:endCxn id="42"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C176D08F-05B0-4E0E-AA96-BD23128B114E}"/>
                  </a:ext>
                </a:extLst>
              </p:cNvPr>
              <p:cNvCxnSpPr>
                <a:cxnSpLocks/>
                <a:stCxn id="41" idx="3"/>
                <a:endCxn id="43"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9C470F1E-0B08-4CA0-B1BB-7DD3BB524070}"/>
                  </a:ext>
                </a:extLst>
              </p:cNvPr>
              <p:cNvCxnSpPr>
                <a:cxnSpLocks/>
                <a:stCxn id="42" idx="2"/>
                <a:endCxn id="43"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6" name="Graphique 5" descr="Utilisateur avec un remplissage uni">
              <a:extLst>
                <a:ext uri="{FF2B5EF4-FFF2-40B4-BE49-F238E27FC236}">
                  <a16:creationId xmlns:a16="http://schemas.microsoft.com/office/drawing/2014/main" id="{1D1B31BD-5E9A-4331-9ED0-8B8E05BA4A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6324" y="3376812"/>
              <a:ext cx="187537" cy="187537"/>
            </a:xfrm>
            <a:prstGeom prst="rect">
              <a:avLst/>
            </a:prstGeom>
          </p:spPr>
        </p:pic>
        <p:pic>
          <p:nvPicPr>
            <p:cNvPr id="7" name="Graphique 6" descr="Utilisateur avec un remplissage uni">
              <a:extLst>
                <a:ext uri="{FF2B5EF4-FFF2-40B4-BE49-F238E27FC236}">
                  <a16:creationId xmlns:a16="http://schemas.microsoft.com/office/drawing/2014/main" id="{1D6BAAF8-A341-4E7F-A7DC-8CD0D56EB1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53125" y="3556488"/>
              <a:ext cx="187537" cy="187537"/>
            </a:xfrm>
            <a:prstGeom prst="rect">
              <a:avLst/>
            </a:prstGeom>
          </p:spPr>
        </p:pic>
        <p:pic>
          <p:nvPicPr>
            <p:cNvPr id="8" name="Graphique 7" descr="Utilisateur avec un remplissage uni">
              <a:extLst>
                <a:ext uri="{FF2B5EF4-FFF2-40B4-BE49-F238E27FC236}">
                  <a16:creationId xmlns:a16="http://schemas.microsoft.com/office/drawing/2014/main" id="{024C24F9-AE18-4465-9C91-62892329DAF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30815" y="3267322"/>
              <a:ext cx="187537" cy="187537"/>
            </a:xfrm>
            <a:prstGeom prst="rect">
              <a:avLst/>
            </a:prstGeom>
          </p:spPr>
        </p:pic>
        <p:pic>
          <p:nvPicPr>
            <p:cNvPr id="9" name="Graphique 8" descr="Utilisateur avec un remplissage uni">
              <a:extLst>
                <a:ext uri="{FF2B5EF4-FFF2-40B4-BE49-F238E27FC236}">
                  <a16:creationId xmlns:a16="http://schemas.microsoft.com/office/drawing/2014/main" id="{4BF6F459-D9E9-48F0-9380-1E297B7EDCE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7616" y="3446998"/>
              <a:ext cx="187537" cy="187537"/>
            </a:xfrm>
            <a:prstGeom prst="rect">
              <a:avLst/>
            </a:prstGeom>
          </p:spPr>
        </p:pic>
        <p:pic>
          <p:nvPicPr>
            <p:cNvPr id="10" name="Graphique 9" descr="Utilisateur avec un remplissage uni">
              <a:extLst>
                <a:ext uri="{FF2B5EF4-FFF2-40B4-BE49-F238E27FC236}">
                  <a16:creationId xmlns:a16="http://schemas.microsoft.com/office/drawing/2014/main" id="{131203CD-0AC6-405E-9E95-21120598DC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0662" y="3138461"/>
              <a:ext cx="187537" cy="187537"/>
            </a:xfrm>
            <a:prstGeom prst="rect">
              <a:avLst/>
            </a:prstGeom>
          </p:spPr>
        </p:pic>
        <p:pic>
          <p:nvPicPr>
            <p:cNvPr id="11" name="Graphique 10" descr="Utilisateur avec un remplissage uni">
              <a:extLst>
                <a:ext uri="{FF2B5EF4-FFF2-40B4-BE49-F238E27FC236}">
                  <a16:creationId xmlns:a16="http://schemas.microsoft.com/office/drawing/2014/main" id="{5FD92A52-6D37-43C4-9737-1CEB72962EC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7463" y="3318137"/>
              <a:ext cx="187537" cy="187537"/>
            </a:xfrm>
            <a:prstGeom prst="rect">
              <a:avLst/>
            </a:prstGeom>
          </p:spPr>
        </p:pic>
        <p:pic>
          <p:nvPicPr>
            <p:cNvPr id="12" name="Graphique 11" descr="Utilisateur avec un remplissage uni">
              <a:extLst>
                <a:ext uri="{FF2B5EF4-FFF2-40B4-BE49-F238E27FC236}">
                  <a16:creationId xmlns:a16="http://schemas.microsoft.com/office/drawing/2014/main" id="{46142581-1032-4BEF-BFF6-33E4EFA4AC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1954" y="3208647"/>
              <a:ext cx="187537" cy="187537"/>
            </a:xfrm>
            <a:prstGeom prst="rect">
              <a:avLst/>
            </a:prstGeom>
          </p:spPr>
        </p:pic>
        <p:pic>
          <p:nvPicPr>
            <p:cNvPr id="13" name="Graphique 12" descr="Utilisateur avec un remplissage uni">
              <a:extLst>
                <a:ext uri="{FF2B5EF4-FFF2-40B4-BE49-F238E27FC236}">
                  <a16:creationId xmlns:a16="http://schemas.microsoft.com/office/drawing/2014/main" id="{042A4DF5-BF2D-4521-AF89-0241526F2A7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32073" y="3358814"/>
              <a:ext cx="187537" cy="187537"/>
            </a:xfrm>
            <a:prstGeom prst="rect">
              <a:avLst/>
            </a:prstGeom>
          </p:spPr>
        </p:pic>
        <p:pic>
          <p:nvPicPr>
            <p:cNvPr id="14" name="Graphique 13" descr="Utilisateur avec un remplissage uni">
              <a:extLst>
                <a:ext uri="{FF2B5EF4-FFF2-40B4-BE49-F238E27FC236}">
                  <a16:creationId xmlns:a16="http://schemas.microsoft.com/office/drawing/2014/main" id="{FFAC5491-089F-4F67-A7CE-1FAABA41C4F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63365" y="3429000"/>
              <a:ext cx="187537" cy="187537"/>
            </a:xfrm>
            <a:prstGeom prst="rect">
              <a:avLst/>
            </a:prstGeom>
          </p:spPr>
        </p:pic>
        <p:pic>
          <p:nvPicPr>
            <p:cNvPr id="15" name="Graphique 14" descr="Utilisateur avec un remplissage uni">
              <a:extLst>
                <a:ext uri="{FF2B5EF4-FFF2-40B4-BE49-F238E27FC236}">
                  <a16:creationId xmlns:a16="http://schemas.microsoft.com/office/drawing/2014/main" id="{AD4C9189-6FA0-4989-A72C-700697E772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73212" y="3300139"/>
              <a:ext cx="187537" cy="187537"/>
            </a:xfrm>
            <a:prstGeom prst="rect">
              <a:avLst/>
            </a:prstGeom>
          </p:spPr>
        </p:pic>
        <p:pic>
          <p:nvPicPr>
            <p:cNvPr id="16" name="Graphique 15" descr="Utilisateur avec un remplissage uni">
              <a:extLst>
                <a:ext uri="{FF2B5EF4-FFF2-40B4-BE49-F238E27FC236}">
                  <a16:creationId xmlns:a16="http://schemas.microsoft.com/office/drawing/2014/main" id="{CE8427B6-065C-43E8-84D0-7A768AED5B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87415" y="3272906"/>
              <a:ext cx="187537" cy="187537"/>
            </a:xfrm>
            <a:prstGeom prst="rect">
              <a:avLst/>
            </a:prstGeom>
          </p:spPr>
        </p:pic>
        <p:pic>
          <p:nvPicPr>
            <p:cNvPr id="17" name="Graphique 16" descr="Utilisateur avec un remplissage uni">
              <a:extLst>
                <a:ext uri="{FF2B5EF4-FFF2-40B4-BE49-F238E27FC236}">
                  <a16:creationId xmlns:a16="http://schemas.microsoft.com/office/drawing/2014/main" id="{72AF2527-B652-475B-BE90-35F055184E9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1906" y="3163416"/>
              <a:ext cx="187537" cy="187537"/>
            </a:xfrm>
            <a:prstGeom prst="rect">
              <a:avLst/>
            </a:prstGeom>
          </p:spPr>
        </p:pic>
        <p:pic>
          <p:nvPicPr>
            <p:cNvPr id="18" name="Graphique 17" descr="Utilisateur avec un remplissage uni">
              <a:extLst>
                <a:ext uri="{FF2B5EF4-FFF2-40B4-BE49-F238E27FC236}">
                  <a16:creationId xmlns:a16="http://schemas.microsoft.com/office/drawing/2014/main" id="{BC534492-A54F-4654-BCE2-2EFEC5BECC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1691" y="2987670"/>
              <a:ext cx="187537" cy="187537"/>
            </a:xfrm>
            <a:prstGeom prst="rect">
              <a:avLst/>
            </a:prstGeom>
          </p:spPr>
        </p:pic>
        <p:pic>
          <p:nvPicPr>
            <p:cNvPr id="19" name="Graphique 18" descr="Utilisateur avec un remplissage uni">
              <a:extLst>
                <a:ext uri="{FF2B5EF4-FFF2-40B4-BE49-F238E27FC236}">
                  <a16:creationId xmlns:a16="http://schemas.microsoft.com/office/drawing/2014/main" id="{592932BF-3398-4648-B4CE-90D66AFF981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88519" y="2808305"/>
              <a:ext cx="187537" cy="187537"/>
            </a:xfrm>
            <a:prstGeom prst="rect">
              <a:avLst/>
            </a:prstGeom>
          </p:spPr>
        </p:pic>
        <p:pic>
          <p:nvPicPr>
            <p:cNvPr id="20" name="Graphique 19" descr="Utilisateur avec un remplissage uni">
              <a:extLst>
                <a:ext uri="{FF2B5EF4-FFF2-40B4-BE49-F238E27FC236}">
                  <a16:creationId xmlns:a16="http://schemas.microsoft.com/office/drawing/2014/main" id="{C63B7AB6-8998-4A6B-9990-6538CF5B76E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43861" y="2722397"/>
              <a:ext cx="187537" cy="187537"/>
            </a:xfrm>
            <a:prstGeom prst="rect">
              <a:avLst/>
            </a:prstGeom>
          </p:spPr>
        </p:pic>
        <p:pic>
          <p:nvPicPr>
            <p:cNvPr id="21" name="Graphique 20" descr="Utilisateur avec un remplissage uni">
              <a:extLst>
                <a:ext uri="{FF2B5EF4-FFF2-40B4-BE49-F238E27FC236}">
                  <a16:creationId xmlns:a16="http://schemas.microsoft.com/office/drawing/2014/main" id="{0F7C9074-A232-4DD5-9C9B-ED42AB8895F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8352" y="2612907"/>
              <a:ext cx="187537" cy="187537"/>
            </a:xfrm>
            <a:prstGeom prst="rect">
              <a:avLst/>
            </a:prstGeom>
          </p:spPr>
        </p:pic>
        <p:pic>
          <p:nvPicPr>
            <p:cNvPr id="22" name="Graphique 21" descr="Utilisateur avec un remplissage uni">
              <a:extLst>
                <a:ext uri="{FF2B5EF4-FFF2-40B4-BE49-F238E27FC236}">
                  <a16:creationId xmlns:a16="http://schemas.microsoft.com/office/drawing/2014/main" id="{28FC322F-7EEE-45AC-A03C-1F3AD1BEC7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98137" y="2437161"/>
              <a:ext cx="187537" cy="187537"/>
            </a:xfrm>
            <a:prstGeom prst="rect">
              <a:avLst/>
            </a:prstGeom>
          </p:spPr>
        </p:pic>
        <p:pic>
          <p:nvPicPr>
            <p:cNvPr id="23" name="Graphique 22" descr="Utilisateur avec un remplissage uni">
              <a:extLst>
                <a:ext uri="{FF2B5EF4-FFF2-40B4-BE49-F238E27FC236}">
                  <a16:creationId xmlns:a16="http://schemas.microsoft.com/office/drawing/2014/main" id="{DB9A25F7-4DB4-4D43-821F-3734EACF50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8826" y="2580060"/>
              <a:ext cx="187537" cy="187537"/>
            </a:xfrm>
            <a:prstGeom prst="rect">
              <a:avLst/>
            </a:prstGeom>
          </p:spPr>
        </p:pic>
        <p:pic>
          <p:nvPicPr>
            <p:cNvPr id="24" name="Graphique 23" descr="Utilisateur avec un remplissage uni">
              <a:extLst>
                <a:ext uri="{FF2B5EF4-FFF2-40B4-BE49-F238E27FC236}">
                  <a16:creationId xmlns:a16="http://schemas.microsoft.com/office/drawing/2014/main" id="{1C63B9E6-796F-4031-AFE6-F47E037D9D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3317" y="2470570"/>
              <a:ext cx="187537" cy="187537"/>
            </a:xfrm>
            <a:prstGeom prst="rect">
              <a:avLst/>
            </a:prstGeom>
          </p:spPr>
        </p:pic>
        <p:pic>
          <p:nvPicPr>
            <p:cNvPr id="25" name="Graphique 24" descr="Utilisateur avec un remplissage uni">
              <a:extLst>
                <a:ext uri="{FF2B5EF4-FFF2-40B4-BE49-F238E27FC236}">
                  <a16:creationId xmlns:a16="http://schemas.microsoft.com/office/drawing/2014/main" id="{93D02FD9-135C-44AA-9FE9-8A5CC7C961C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80118" y="2650246"/>
              <a:ext cx="187537" cy="187537"/>
            </a:xfrm>
            <a:prstGeom prst="rect">
              <a:avLst/>
            </a:prstGeom>
          </p:spPr>
        </p:pic>
        <p:pic>
          <p:nvPicPr>
            <p:cNvPr id="26" name="Graphique 25" descr="Utilisateur avec un remplissage uni">
              <a:extLst>
                <a:ext uri="{FF2B5EF4-FFF2-40B4-BE49-F238E27FC236}">
                  <a16:creationId xmlns:a16="http://schemas.microsoft.com/office/drawing/2014/main" id="{28E52564-7D29-4F8B-BCB7-42AAB984002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89965" y="2521385"/>
              <a:ext cx="187537" cy="187537"/>
            </a:xfrm>
            <a:prstGeom prst="rect">
              <a:avLst/>
            </a:prstGeom>
          </p:spPr>
        </p:pic>
        <p:pic>
          <p:nvPicPr>
            <p:cNvPr id="27" name="Graphique 26" descr="Utilisateur avec un remplissage uni">
              <a:extLst>
                <a:ext uri="{FF2B5EF4-FFF2-40B4-BE49-F238E27FC236}">
                  <a16:creationId xmlns:a16="http://schemas.microsoft.com/office/drawing/2014/main" id="{9B405172-DE50-4AB4-99A4-CD1C072036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4575" y="2562062"/>
              <a:ext cx="187537" cy="187537"/>
            </a:xfrm>
            <a:prstGeom prst="rect">
              <a:avLst/>
            </a:prstGeom>
          </p:spPr>
        </p:pic>
        <p:pic>
          <p:nvPicPr>
            <p:cNvPr id="28" name="Graphique 27" descr="Utilisateur avec un remplissage uni">
              <a:extLst>
                <a:ext uri="{FF2B5EF4-FFF2-40B4-BE49-F238E27FC236}">
                  <a16:creationId xmlns:a16="http://schemas.microsoft.com/office/drawing/2014/main" id="{B0583A93-D69D-481C-94E7-8B77E0C9F0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5867" y="2632248"/>
              <a:ext cx="187537" cy="187537"/>
            </a:xfrm>
            <a:prstGeom prst="rect">
              <a:avLst/>
            </a:prstGeom>
          </p:spPr>
        </p:pic>
        <p:pic>
          <p:nvPicPr>
            <p:cNvPr id="29" name="Graphique 28" descr="Utilisateur avec un remplissage uni">
              <a:extLst>
                <a:ext uri="{FF2B5EF4-FFF2-40B4-BE49-F238E27FC236}">
                  <a16:creationId xmlns:a16="http://schemas.microsoft.com/office/drawing/2014/main" id="{E896BD11-D581-4C84-AE99-EB828C9294B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5714" y="2503387"/>
              <a:ext cx="187537" cy="187537"/>
            </a:xfrm>
            <a:prstGeom prst="rect">
              <a:avLst/>
            </a:prstGeom>
          </p:spPr>
        </p:pic>
        <p:pic>
          <p:nvPicPr>
            <p:cNvPr id="30" name="Graphique 29" descr="Utilisateur avec un remplissage uni">
              <a:extLst>
                <a:ext uri="{FF2B5EF4-FFF2-40B4-BE49-F238E27FC236}">
                  <a16:creationId xmlns:a16="http://schemas.microsoft.com/office/drawing/2014/main" id="{6CC49757-9A9F-4257-AB50-A2F7528F6EE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9917" y="2476154"/>
              <a:ext cx="187537" cy="187537"/>
            </a:xfrm>
            <a:prstGeom prst="rect">
              <a:avLst/>
            </a:prstGeom>
          </p:spPr>
        </p:pic>
        <p:pic>
          <p:nvPicPr>
            <p:cNvPr id="31" name="Graphique 30" descr="Utilisateur avec un remplissage uni">
              <a:extLst>
                <a:ext uri="{FF2B5EF4-FFF2-40B4-BE49-F238E27FC236}">
                  <a16:creationId xmlns:a16="http://schemas.microsoft.com/office/drawing/2014/main" id="{375A6756-6B51-4CAA-85F9-7DA99760CA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8199" y="2984133"/>
              <a:ext cx="187537" cy="187537"/>
            </a:xfrm>
            <a:prstGeom prst="rect">
              <a:avLst/>
            </a:prstGeom>
          </p:spPr>
        </p:pic>
        <p:pic>
          <p:nvPicPr>
            <p:cNvPr id="32" name="Graphique 31" descr="Utilisateur avec un remplissage uni">
              <a:extLst>
                <a:ext uri="{FF2B5EF4-FFF2-40B4-BE49-F238E27FC236}">
                  <a16:creationId xmlns:a16="http://schemas.microsoft.com/office/drawing/2014/main" id="{FAD6ECE7-F4D5-4E75-8E0D-28DCD4F05E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2690" y="2874643"/>
              <a:ext cx="187537" cy="187537"/>
            </a:xfrm>
            <a:prstGeom prst="rect">
              <a:avLst/>
            </a:prstGeom>
          </p:spPr>
        </p:pic>
        <p:pic>
          <p:nvPicPr>
            <p:cNvPr id="33" name="Graphique 32" descr="Utilisateur avec un remplissage uni">
              <a:extLst>
                <a:ext uri="{FF2B5EF4-FFF2-40B4-BE49-F238E27FC236}">
                  <a16:creationId xmlns:a16="http://schemas.microsoft.com/office/drawing/2014/main" id="{22D701C4-6EE0-428D-A6CA-E95F274460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59491" y="3054319"/>
              <a:ext cx="187537" cy="187537"/>
            </a:xfrm>
            <a:prstGeom prst="rect">
              <a:avLst/>
            </a:prstGeom>
          </p:spPr>
        </p:pic>
        <p:pic>
          <p:nvPicPr>
            <p:cNvPr id="34" name="Graphique 33" descr="Utilisateur avec un remplissage uni">
              <a:extLst>
                <a:ext uri="{FF2B5EF4-FFF2-40B4-BE49-F238E27FC236}">
                  <a16:creationId xmlns:a16="http://schemas.microsoft.com/office/drawing/2014/main" id="{74D821A5-BF76-44EA-ADA1-BF4547F1425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69338" y="2925458"/>
              <a:ext cx="187537" cy="187537"/>
            </a:xfrm>
            <a:prstGeom prst="rect">
              <a:avLst/>
            </a:prstGeom>
          </p:spPr>
        </p:pic>
        <p:pic>
          <p:nvPicPr>
            <p:cNvPr id="35" name="Graphique 34" descr="Utilisateur avec un remplissage uni">
              <a:extLst>
                <a:ext uri="{FF2B5EF4-FFF2-40B4-BE49-F238E27FC236}">
                  <a16:creationId xmlns:a16="http://schemas.microsoft.com/office/drawing/2014/main" id="{8457188A-595A-43D1-A305-D6003D42DC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6499" y="2960551"/>
              <a:ext cx="187537" cy="187537"/>
            </a:xfrm>
            <a:prstGeom prst="rect">
              <a:avLst/>
            </a:prstGeom>
          </p:spPr>
        </p:pic>
        <p:pic>
          <p:nvPicPr>
            <p:cNvPr id="36" name="Graphique 35" descr="Utilisateur avec un remplissage uni">
              <a:extLst>
                <a:ext uri="{FF2B5EF4-FFF2-40B4-BE49-F238E27FC236}">
                  <a16:creationId xmlns:a16="http://schemas.microsoft.com/office/drawing/2014/main" id="{787EB6FE-5802-462B-8BCE-AEE28C94A5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6346" y="2831690"/>
              <a:ext cx="187537" cy="187537"/>
            </a:xfrm>
            <a:prstGeom prst="rect">
              <a:avLst/>
            </a:prstGeom>
          </p:spPr>
        </p:pic>
        <p:pic>
          <p:nvPicPr>
            <p:cNvPr id="37" name="Graphique 36" descr="Utilisateur avec un remplissage uni">
              <a:extLst>
                <a:ext uri="{FF2B5EF4-FFF2-40B4-BE49-F238E27FC236}">
                  <a16:creationId xmlns:a16="http://schemas.microsoft.com/office/drawing/2014/main" id="{F171E15A-F05E-4261-8D60-01FB2A53636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8385" y="2867011"/>
              <a:ext cx="187537" cy="187537"/>
            </a:xfrm>
            <a:prstGeom prst="rect">
              <a:avLst/>
            </a:prstGeom>
          </p:spPr>
        </p:pic>
        <p:pic>
          <p:nvPicPr>
            <p:cNvPr id="38" name="Graphique 37" descr="Utilisateur avec un remplissage uni">
              <a:extLst>
                <a:ext uri="{FF2B5EF4-FFF2-40B4-BE49-F238E27FC236}">
                  <a16:creationId xmlns:a16="http://schemas.microsoft.com/office/drawing/2014/main" id="{E4FE7C2B-33F4-4F62-87CF-5948636ECF4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5186" y="3046687"/>
              <a:ext cx="187537" cy="187537"/>
            </a:xfrm>
            <a:prstGeom prst="rect">
              <a:avLst/>
            </a:prstGeom>
          </p:spPr>
        </p:pic>
        <p:pic>
          <p:nvPicPr>
            <p:cNvPr id="39" name="Graphique 38" descr="Utilisateur avec un remplissage uni">
              <a:extLst>
                <a:ext uri="{FF2B5EF4-FFF2-40B4-BE49-F238E27FC236}">
                  <a16:creationId xmlns:a16="http://schemas.microsoft.com/office/drawing/2014/main" id="{F50F5490-0386-4588-A09A-12ADEDD273A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99677" y="2937197"/>
              <a:ext cx="187537" cy="187537"/>
            </a:xfrm>
            <a:prstGeom prst="rect">
              <a:avLst/>
            </a:prstGeom>
          </p:spPr>
        </p:pic>
      </p:grpSp>
      <p:grpSp>
        <p:nvGrpSpPr>
          <p:cNvPr id="47" name="Groupe 46">
            <a:extLst>
              <a:ext uri="{FF2B5EF4-FFF2-40B4-BE49-F238E27FC236}">
                <a16:creationId xmlns:a16="http://schemas.microsoft.com/office/drawing/2014/main" id="{2CE3CC35-8EAF-4422-9A40-5957A4100858}"/>
              </a:ext>
            </a:extLst>
          </p:cNvPr>
          <p:cNvGrpSpPr/>
          <p:nvPr/>
        </p:nvGrpSpPr>
        <p:grpSpPr>
          <a:xfrm>
            <a:off x="1624986" y="2655121"/>
            <a:ext cx="1169984" cy="1067123"/>
            <a:chOff x="5672245" y="3646729"/>
            <a:chExt cx="1858254" cy="1562480"/>
          </a:xfrm>
        </p:grpSpPr>
        <p:grpSp>
          <p:nvGrpSpPr>
            <p:cNvPr id="48" name="Groupe 47">
              <a:extLst>
                <a:ext uri="{FF2B5EF4-FFF2-40B4-BE49-F238E27FC236}">
                  <a16:creationId xmlns:a16="http://schemas.microsoft.com/office/drawing/2014/main" id="{96E33521-B94F-4715-87BC-946DBA43AB2E}"/>
                </a:ext>
              </a:extLst>
            </p:cNvPr>
            <p:cNvGrpSpPr/>
            <p:nvPr/>
          </p:nvGrpSpPr>
          <p:grpSpPr>
            <a:xfrm>
              <a:off x="6396090" y="3646729"/>
              <a:ext cx="558608" cy="428625"/>
              <a:chOff x="6495179" y="4021931"/>
              <a:chExt cx="558608" cy="428625"/>
            </a:xfrm>
          </p:grpSpPr>
          <p:pic>
            <p:nvPicPr>
              <p:cNvPr id="105" name="Graphique 104" descr="Utilisateur avec un remplissage uni">
                <a:extLst>
                  <a:ext uri="{FF2B5EF4-FFF2-40B4-BE49-F238E27FC236}">
                    <a16:creationId xmlns:a16="http://schemas.microsoft.com/office/drawing/2014/main" id="{77C8D4B2-8C91-45BE-B16D-1E94796489B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95179" y="4222610"/>
                <a:ext cx="126206" cy="142875"/>
              </a:xfrm>
              <a:prstGeom prst="rect">
                <a:avLst/>
              </a:prstGeom>
            </p:spPr>
          </p:pic>
          <p:pic>
            <p:nvPicPr>
              <p:cNvPr id="106" name="Graphique 105" descr="Utilisateur avec un remplissage uni">
                <a:extLst>
                  <a:ext uri="{FF2B5EF4-FFF2-40B4-BE49-F238E27FC236}">
                    <a16:creationId xmlns:a16="http://schemas.microsoft.com/office/drawing/2014/main" id="{E5A87A08-5A49-4E24-9180-7D224E2B6C9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27581" y="4164805"/>
                <a:ext cx="126206" cy="142875"/>
              </a:xfrm>
              <a:prstGeom prst="rect">
                <a:avLst/>
              </a:prstGeom>
            </p:spPr>
          </p:pic>
          <p:pic>
            <p:nvPicPr>
              <p:cNvPr id="107" name="Graphique 106" descr="Utilisateur avec un remplissage uni">
                <a:extLst>
                  <a:ext uri="{FF2B5EF4-FFF2-40B4-BE49-F238E27FC236}">
                    <a16:creationId xmlns:a16="http://schemas.microsoft.com/office/drawing/2014/main" id="{8742B10E-08F7-4951-86C9-57403F1ED47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94952" y="4307681"/>
                <a:ext cx="126206" cy="142875"/>
              </a:xfrm>
              <a:prstGeom prst="rect">
                <a:avLst/>
              </a:prstGeom>
            </p:spPr>
          </p:pic>
          <p:pic>
            <p:nvPicPr>
              <p:cNvPr id="108" name="Graphique 107" descr="Utilisateur avec un remplissage uni">
                <a:extLst>
                  <a:ext uri="{FF2B5EF4-FFF2-40B4-BE49-F238E27FC236}">
                    <a16:creationId xmlns:a16="http://schemas.microsoft.com/office/drawing/2014/main" id="{09D7FA9A-E711-42F6-985C-E1BC76A3C0A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1375" y="4021931"/>
                <a:ext cx="126206" cy="142875"/>
              </a:xfrm>
              <a:prstGeom prst="rect">
                <a:avLst/>
              </a:prstGeom>
            </p:spPr>
          </p:pic>
          <p:cxnSp>
            <p:nvCxnSpPr>
              <p:cNvPr id="109" name="Connecteur droit 108">
                <a:extLst>
                  <a:ext uri="{FF2B5EF4-FFF2-40B4-BE49-F238E27FC236}">
                    <a16:creationId xmlns:a16="http://schemas.microsoft.com/office/drawing/2014/main" id="{1BD5E0FF-3737-41BD-9C1F-9D94CFEB003C}"/>
                  </a:ext>
                </a:extLst>
              </p:cNvPr>
              <p:cNvCxnSpPr>
                <a:stCxn id="108" idx="2"/>
                <a:endCxn id="107"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Connecteur droit 109">
                <a:extLst>
                  <a:ext uri="{FF2B5EF4-FFF2-40B4-BE49-F238E27FC236}">
                    <a16:creationId xmlns:a16="http://schemas.microsoft.com/office/drawing/2014/main" id="{C9A19233-B95B-477B-BAE8-69907C7C7832}"/>
                  </a:ext>
                </a:extLst>
              </p:cNvPr>
              <p:cNvCxnSpPr>
                <a:cxnSpLocks/>
                <a:stCxn id="106" idx="1"/>
                <a:endCxn id="105"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Connecteur droit 110">
                <a:extLst>
                  <a:ext uri="{FF2B5EF4-FFF2-40B4-BE49-F238E27FC236}">
                    <a16:creationId xmlns:a16="http://schemas.microsoft.com/office/drawing/2014/main" id="{FFFA7B06-BA6C-4795-B532-C190641B27A1}"/>
                  </a:ext>
                </a:extLst>
              </p:cNvPr>
              <p:cNvCxnSpPr>
                <a:cxnSpLocks/>
                <a:stCxn id="108" idx="2"/>
                <a:endCxn id="106"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5D6B444E-A65E-4205-9DD0-0878B33A19F6}"/>
                  </a:ext>
                </a:extLst>
              </p:cNvPr>
              <p:cNvCxnSpPr>
                <a:cxnSpLocks/>
                <a:stCxn id="107" idx="0"/>
                <a:endCxn id="106"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Connecteur droit 112">
                <a:extLst>
                  <a:ext uri="{FF2B5EF4-FFF2-40B4-BE49-F238E27FC236}">
                    <a16:creationId xmlns:a16="http://schemas.microsoft.com/office/drawing/2014/main" id="{60DB3DB2-41D3-4CCB-9136-F0F47C9D0916}"/>
                  </a:ext>
                </a:extLst>
              </p:cNvPr>
              <p:cNvCxnSpPr>
                <a:cxnSpLocks/>
                <a:stCxn id="107" idx="0"/>
                <a:endCxn id="105"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Connecteur droit 113">
                <a:extLst>
                  <a:ext uri="{FF2B5EF4-FFF2-40B4-BE49-F238E27FC236}">
                    <a16:creationId xmlns:a16="http://schemas.microsoft.com/office/drawing/2014/main" id="{681B5553-DC40-421A-A0B5-9B5E2B01068B}"/>
                  </a:ext>
                </a:extLst>
              </p:cNvPr>
              <p:cNvCxnSpPr>
                <a:cxnSpLocks/>
                <a:stCxn id="108" idx="2"/>
                <a:endCxn id="105"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9" name="Groupe 48">
              <a:extLst>
                <a:ext uri="{FF2B5EF4-FFF2-40B4-BE49-F238E27FC236}">
                  <a16:creationId xmlns:a16="http://schemas.microsoft.com/office/drawing/2014/main" id="{713CA732-AAED-403C-92ED-C8C65152642A}"/>
                </a:ext>
              </a:extLst>
            </p:cNvPr>
            <p:cNvGrpSpPr/>
            <p:nvPr/>
          </p:nvGrpSpPr>
          <p:grpSpPr>
            <a:xfrm>
              <a:off x="6928840" y="4396781"/>
              <a:ext cx="601659" cy="306706"/>
              <a:chOff x="6448876" y="5104829"/>
              <a:chExt cx="601659" cy="306706"/>
            </a:xfrm>
          </p:grpSpPr>
          <p:pic>
            <p:nvPicPr>
              <p:cNvPr id="99" name="Graphique 98" descr="Utilisateur avec un remplissage uni">
                <a:extLst>
                  <a:ext uri="{FF2B5EF4-FFF2-40B4-BE49-F238E27FC236}">
                    <a16:creationId xmlns:a16="http://schemas.microsoft.com/office/drawing/2014/main" id="{CA6DBB94-F8E8-43D3-B008-4B5603697A8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48876" y="5104829"/>
                <a:ext cx="126206" cy="142875"/>
              </a:xfrm>
              <a:prstGeom prst="rect">
                <a:avLst/>
              </a:prstGeom>
            </p:spPr>
          </p:pic>
          <p:pic>
            <p:nvPicPr>
              <p:cNvPr id="100" name="Graphique 99" descr="Utilisateur avec un remplissage uni">
                <a:extLst>
                  <a:ext uri="{FF2B5EF4-FFF2-40B4-BE49-F238E27FC236}">
                    <a16:creationId xmlns:a16="http://schemas.microsoft.com/office/drawing/2014/main" id="{B901EE9B-3978-4B33-8E62-4D1160B8DE2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24329" y="5190444"/>
                <a:ext cx="126206" cy="142875"/>
              </a:xfrm>
              <a:prstGeom prst="rect">
                <a:avLst/>
              </a:prstGeom>
            </p:spPr>
          </p:pic>
          <p:pic>
            <p:nvPicPr>
              <p:cNvPr id="101" name="Graphique 100" descr="Utilisateur avec un remplissage uni">
                <a:extLst>
                  <a:ext uri="{FF2B5EF4-FFF2-40B4-BE49-F238E27FC236}">
                    <a16:creationId xmlns:a16="http://schemas.microsoft.com/office/drawing/2014/main" id="{E66D4875-3FCA-4E2C-9AC3-03CBE11A044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21376" y="5268660"/>
                <a:ext cx="126206" cy="142875"/>
              </a:xfrm>
              <a:prstGeom prst="rect">
                <a:avLst/>
              </a:prstGeom>
            </p:spPr>
          </p:pic>
          <p:cxnSp>
            <p:nvCxnSpPr>
              <p:cNvPr id="102" name="Connecteur droit 101">
                <a:extLst>
                  <a:ext uri="{FF2B5EF4-FFF2-40B4-BE49-F238E27FC236}">
                    <a16:creationId xmlns:a16="http://schemas.microsoft.com/office/drawing/2014/main" id="{FA867059-B0AF-4AFD-89EE-0B44DA71FD2F}"/>
                  </a:ext>
                </a:extLst>
              </p:cNvPr>
              <p:cNvCxnSpPr>
                <a:cxnSpLocks/>
                <a:stCxn id="100" idx="1"/>
                <a:endCxn id="99" idx="3"/>
              </p:cNvCxnSpPr>
              <p:nvPr/>
            </p:nvCxnSpPr>
            <p:spPr>
              <a:xfrm flipH="1" flipV="1">
                <a:off x="6575082" y="5176267"/>
                <a:ext cx="349247" cy="85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Connecteur droit 102">
                <a:extLst>
                  <a:ext uri="{FF2B5EF4-FFF2-40B4-BE49-F238E27FC236}">
                    <a16:creationId xmlns:a16="http://schemas.microsoft.com/office/drawing/2014/main" id="{DEB5749E-126A-4062-B3ED-D281D327427C}"/>
                  </a:ext>
                </a:extLst>
              </p:cNvPr>
              <p:cNvCxnSpPr>
                <a:cxnSpLocks/>
                <a:stCxn id="101" idx="0"/>
                <a:endCxn id="100" idx="1"/>
              </p:cNvCxnSpPr>
              <p:nvPr/>
            </p:nvCxnSpPr>
            <p:spPr>
              <a:xfrm flipV="1">
                <a:off x="6784479" y="5261882"/>
                <a:ext cx="139850" cy="6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Connecteur droit 103">
                <a:extLst>
                  <a:ext uri="{FF2B5EF4-FFF2-40B4-BE49-F238E27FC236}">
                    <a16:creationId xmlns:a16="http://schemas.microsoft.com/office/drawing/2014/main" id="{47D258DA-6AC8-430E-8B45-B5237A6F5AE6}"/>
                  </a:ext>
                </a:extLst>
              </p:cNvPr>
              <p:cNvCxnSpPr>
                <a:cxnSpLocks/>
                <a:stCxn id="101" idx="0"/>
                <a:endCxn id="99" idx="3"/>
              </p:cNvCxnSpPr>
              <p:nvPr/>
            </p:nvCxnSpPr>
            <p:spPr>
              <a:xfrm flipH="1" flipV="1">
                <a:off x="6575082" y="5176267"/>
                <a:ext cx="209397" cy="9239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0" name="Groupe 49">
              <a:extLst>
                <a:ext uri="{FF2B5EF4-FFF2-40B4-BE49-F238E27FC236}">
                  <a16:creationId xmlns:a16="http://schemas.microsoft.com/office/drawing/2014/main" id="{8EBD04F4-B27F-440F-BECE-052ED4F0476C}"/>
                </a:ext>
              </a:extLst>
            </p:cNvPr>
            <p:cNvGrpSpPr/>
            <p:nvPr/>
          </p:nvGrpSpPr>
          <p:grpSpPr>
            <a:xfrm>
              <a:off x="6843061" y="3949255"/>
              <a:ext cx="631706" cy="445842"/>
              <a:chOff x="6428428" y="4530096"/>
              <a:chExt cx="631706" cy="445842"/>
            </a:xfrm>
          </p:grpSpPr>
          <p:pic>
            <p:nvPicPr>
              <p:cNvPr id="84" name="Graphique 83" descr="Utilisateur avec un remplissage uni">
                <a:extLst>
                  <a:ext uri="{FF2B5EF4-FFF2-40B4-BE49-F238E27FC236}">
                    <a16:creationId xmlns:a16="http://schemas.microsoft.com/office/drawing/2014/main" id="{43818DE7-33B4-45E5-AAB2-0A1BB7EC4178}"/>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28428" y="4725905"/>
                <a:ext cx="126206" cy="142875"/>
              </a:xfrm>
              <a:prstGeom prst="rect">
                <a:avLst/>
              </a:prstGeom>
            </p:spPr>
          </p:pic>
          <p:pic>
            <p:nvPicPr>
              <p:cNvPr id="85" name="Graphique 84" descr="Utilisateur avec un remplissage uni">
                <a:extLst>
                  <a:ext uri="{FF2B5EF4-FFF2-40B4-BE49-F238E27FC236}">
                    <a16:creationId xmlns:a16="http://schemas.microsoft.com/office/drawing/2014/main" id="{70B730DA-7689-40AE-A113-4FB78E8C26E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33928" y="4690187"/>
                <a:ext cx="126206" cy="142875"/>
              </a:xfrm>
              <a:prstGeom prst="rect">
                <a:avLst/>
              </a:prstGeom>
            </p:spPr>
          </p:pic>
          <p:pic>
            <p:nvPicPr>
              <p:cNvPr id="86" name="Graphique 85" descr="Utilisateur avec un remplissage uni">
                <a:extLst>
                  <a:ext uri="{FF2B5EF4-FFF2-40B4-BE49-F238E27FC236}">
                    <a16:creationId xmlns:a16="http://schemas.microsoft.com/office/drawing/2014/main" id="{0B75099E-7E04-4963-8529-4198184F4C7F}"/>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1299" y="4833063"/>
                <a:ext cx="126206" cy="142875"/>
              </a:xfrm>
              <a:prstGeom prst="rect">
                <a:avLst/>
              </a:prstGeom>
            </p:spPr>
          </p:pic>
          <p:pic>
            <p:nvPicPr>
              <p:cNvPr id="87" name="Graphique 86" descr="Utilisateur avec un remplissage uni">
                <a:extLst>
                  <a:ext uri="{FF2B5EF4-FFF2-40B4-BE49-F238E27FC236}">
                    <a16:creationId xmlns:a16="http://schemas.microsoft.com/office/drawing/2014/main" id="{BB874902-1E85-4E01-B5FD-C62BD208E507}"/>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7722" y="4547313"/>
                <a:ext cx="126206" cy="142875"/>
              </a:xfrm>
              <a:prstGeom prst="rect">
                <a:avLst/>
              </a:prstGeom>
            </p:spPr>
          </p:pic>
          <p:cxnSp>
            <p:nvCxnSpPr>
              <p:cNvPr id="88" name="Connecteur droit 87">
                <a:extLst>
                  <a:ext uri="{FF2B5EF4-FFF2-40B4-BE49-F238E27FC236}">
                    <a16:creationId xmlns:a16="http://schemas.microsoft.com/office/drawing/2014/main" id="{ED318BD6-7840-49B8-B903-939DEC7F0914}"/>
                  </a:ext>
                </a:extLst>
              </p:cNvPr>
              <p:cNvCxnSpPr>
                <a:stCxn id="87" idx="2"/>
                <a:endCxn id="86"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76990035-4EB1-4FF0-B01A-1DF96B1303DA}"/>
                  </a:ext>
                </a:extLst>
              </p:cNvPr>
              <p:cNvCxnSpPr>
                <a:cxnSpLocks/>
                <a:stCxn id="85" idx="1"/>
                <a:endCxn id="84"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D51C2589-4FE2-4567-AA0F-3000381EF74B}"/>
                  </a:ext>
                </a:extLst>
              </p:cNvPr>
              <p:cNvCxnSpPr>
                <a:cxnSpLocks/>
                <a:stCxn id="87" idx="2"/>
                <a:endCxn id="85"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E930D554-917C-4B9E-84DA-7A9B936A8D00}"/>
                  </a:ext>
                </a:extLst>
              </p:cNvPr>
              <p:cNvCxnSpPr>
                <a:cxnSpLocks/>
                <a:stCxn id="86" idx="0"/>
                <a:endCxn id="85"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8018DF2E-830C-46FA-A6A4-A2DF680E1D09}"/>
                  </a:ext>
                </a:extLst>
              </p:cNvPr>
              <p:cNvCxnSpPr>
                <a:cxnSpLocks/>
                <a:stCxn id="86" idx="0"/>
                <a:endCxn id="84"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108A76DD-0C79-4713-93BF-C2C1343A3628}"/>
                  </a:ext>
                </a:extLst>
              </p:cNvPr>
              <p:cNvCxnSpPr>
                <a:cxnSpLocks/>
                <a:stCxn id="87" idx="2"/>
                <a:endCxn id="84"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94" name="Graphique 93" descr="Utilisateur avec un remplissage uni">
                <a:extLst>
                  <a:ext uri="{FF2B5EF4-FFF2-40B4-BE49-F238E27FC236}">
                    <a16:creationId xmlns:a16="http://schemas.microsoft.com/office/drawing/2014/main" id="{6C685503-38A5-4A6D-87E6-6BDB066A65E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654461" y="4530096"/>
                <a:ext cx="126206" cy="142875"/>
              </a:xfrm>
              <a:prstGeom prst="rect">
                <a:avLst/>
              </a:prstGeom>
            </p:spPr>
          </p:pic>
          <p:cxnSp>
            <p:nvCxnSpPr>
              <p:cNvPr id="95" name="Connecteur droit 94">
                <a:extLst>
                  <a:ext uri="{FF2B5EF4-FFF2-40B4-BE49-F238E27FC236}">
                    <a16:creationId xmlns:a16="http://schemas.microsoft.com/office/drawing/2014/main" id="{E1699805-0ED5-4B4D-A59D-5409F36603D7}"/>
                  </a:ext>
                </a:extLst>
              </p:cNvPr>
              <p:cNvCxnSpPr>
                <a:cxnSpLocks/>
                <a:stCxn id="94" idx="2"/>
                <a:endCxn id="84"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B84D3BC0-E495-47B0-A7E3-25AF54781A56}"/>
                  </a:ext>
                </a:extLst>
              </p:cNvPr>
              <p:cNvCxnSpPr>
                <a:cxnSpLocks/>
                <a:stCxn id="94" idx="2"/>
                <a:endCxn id="86"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461E9846-D88D-48BA-8299-33E16D10E48A}"/>
                  </a:ext>
                </a:extLst>
              </p:cNvPr>
              <p:cNvCxnSpPr>
                <a:cxnSpLocks/>
                <a:stCxn id="87" idx="2"/>
                <a:endCxn id="94"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0325F084-E503-4633-965E-68E13F54B5C7}"/>
                  </a:ext>
                </a:extLst>
              </p:cNvPr>
              <p:cNvCxnSpPr>
                <a:cxnSpLocks/>
                <a:stCxn id="85" idx="1"/>
                <a:endCxn id="94"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51" name="Graphique 50" descr="Utilisateur avec un remplissage uni">
              <a:extLst>
                <a:ext uri="{FF2B5EF4-FFF2-40B4-BE49-F238E27FC236}">
                  <a16:creationId xmlns:a16="http://schemas.microsoft.com/office/drawing/2014/main" id="{12A4338D-7DC3-4C2D-8E83-C79E2A2CC83F}"/>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81522" y="4216501"/>
              <a:ext cx="126206" cy="142875"/>
            </a:xfrm>
            <a:prstGeom prst="rect">
              <a:avLst/>
            </a:prstGeom>
          </p:spPr>
        </p:pic>
        <p:cxnSp>
          <p:nvCxnSpPr>
            <p:cNvPr id="52" name="Connecteur droit 51">
              <a:extLst>
                <a:ext uri="{FF2B5EF4-FFF2-40B4-BE49-F238E27FC236}">
                  <a16:creationId xmlns:a16="http://schemas.microsoft.com/office/drawing/2014/main" id="{B7E48FB4-8367-4336-8D09-E8B47BFB8C65}"/>
                </a:ext>
              </a:extLst>
            </p:cNvPr>
            <p:cNvCxnSpPr>
              <a:cxnSpLocks/>
              <a:stCxn id="105" idx="1"/>
              <a:endCxn id="51" idx="3"/>
            </p:cNvCxnSpPr>
            <p:nvPr/>
          </p:nvCxnSpPr>
          <p:spPr>
            <a:xfrm>
              <a:off x="6396090" y="3918846"/>
              <a:ext cx="111638" cy="369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08C704B7-EF3E-4518-BF6E-F7491BA58755}"/>
                </a:ext>
              </a:extLst>
            </p:cNvPr>
            <p:cNvCxnSpPr>
              <a:cxnSpLocks/>
              <a:stCxn id="84" idx="1"/>
              <a:endCxn id="51" idx="3"/>
            </p:cNvCxnSpPr>
            <p:nvPr/>
          </p:nvCxnSpPr>
          <p:spPr>
            <a:xfrm flipH="1">
              <a:off x="6507728" y="4216502"/>
              <a:ext cx="33533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7005DE9B-B010-4EE2-AB68-9F887747BC4B}"/>
                </a:ext>
              </a:extLst>
            </p:cNvPr>
            <p:cNvCxnSpPr>
              <a:cxnSpLocks/>
              <a:stCxn id="99" idx="1"/>
              <a:endCxn id="51" idx="3"/>
            </p:cNvCxnSpPr>
            <p:nvPr/>
          </p:nvCxnSpPr>
          <p:spPr>
            <a:xfrm flipH="1" flipV="1">
              <a:off x="6507728" y="4287939"/>
              <a:ext cx="421112" cy="180280"/>
            </a:xfrm>
            <a:prstGeom prst="line">
              <a:avLst/>
            </a:prstGeom>
          </p:spPr>
          <p:style>
            <a:lnRef idx="1">
              <a:schemeClr val="accent1"/>
            </a:lnRef>
            <a:fillRef idx="0">
              <a:schemeClr val="accent1"/>
            </a:fillRef>
            <a:effectRef idx="0">
              <a:schemeClr val="accent1"/>
            </a:effectRef>
            <a:fontRef idx="minor">
              <a:schemeClr val="tx1"/>
            </a:fontRef>
          </p:style>
        </p:cxnSp>
        <p:pic>
          <p:nvPicPr>
            <p:cNvPr id="55" name="Graphique 54" descr="Utilisateur avec un remplissage uni">
              <a:extLst>
                <a:ext uri="{FF2B5EF4-FFF2-40B4-BE49-F238E27FC236}">
                  <a16:creationId xmlns:a16="http://schemas.microsoft.com/office/drawing/2014/main" id="{A9837752-E263-4F52-A37F-71417E9E795F}"/>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89889" y="4524939"/>
              <a:ext cx="126206" cy="142875"/>
            </a:xfrm>
            <a:prstGeom prst="rect">
              <a:avLst/>
            </a:prstGeom>
          </p:spPr>
        </p:pic>
        <p:grpSp>
          <p:nvGrpSpPr>
            <p:cNvPr id="56" name="Groupe 55">
              <a:extLst>
                <a:ext uri="{FF2B5EF4-FFF2-40B4-BE49-F238E27FC236}">
                  <a16:creationId xmlns:a16="http://schemas.microsoft.com/office/drawing/2014/main" id="{49A29981-8C59-4184-8CFC-96F09F774BB6}"/>
                </a:ext>
              </a:extLst>
            </p:cNvPr>
            <p:cNvGrpSpPr/>
            <p:nvPr/>
          </p:nvGrpSpPr>
          <p:grpSpPr>
            <a:xfrm>
              <a:off x="6390010" y="4567872"/>
              <a:ext cx="390004" cy="294767"/>
              <a:chOff x="6448876" y="5033391"/>
              <a:chExt cx="390004" cy="294767"/>
            </a:xfrm>
          </p:grpSpPr>
          <p:pic>
            <p:nvPicPr>
              <p:cNvPr id="78" name="Graphique 77" descr="Utilisateur avec un remplissage uni">
                <a:extLst>
                  <a:ext uri="{FF2B5EF4-FFF2-40B4-BE49-F238E27FC236}">
                    <a16:creationId xmlns:a16="http://schemas.microsoft.com/office/drawing/2014/main" id="{2F7AE6D0-31CB-4BD0-A53C-C58D7C64299A}"/>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48876" y="5104829"/>
                <a:ext cx="126206" cy="142875"/>
              </a:xfrm>
              <a:prstGeom prst="rect">
                <a:avLst/>
              </a:prstGeom>
            </p:spPr>
          </p:pic>
          <p:pic>
            <p:nvPicPr>
              <p:cNvPr id="79" name="Graphique 78" descr="Utilisateur avec un remplissage uni">
                <a:extLst>
                  <a:ext uri="{FF2B5EF4-FFF2-40B4-BE49-F238E27FC236}">
                    <a16:creationId xmlns:a16="http://schemas.microsoft.com/office/drawing/2014/main" id="{71A111C7-9F7D-4AD3-95CB-14CF83A8874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685741" y="5033391"/>
                <a:ext cx="126206" cy="142875"/>
              </a:xfrm>
              <a:prstGeom prst="rect">
                <a:avLst/>
              </a:prstGeom>
            </p:spPr>
          </p:pic>
          <p:pic>
            <p:nvPicPr>
              <p:cNvPr id="80" name="Graphique 79" descr="Utilisateur avec un remplissage uni">
                <a:extLst>
                  <a:ext uri="{FF2B5EF4-FFF2-40B4-BE49-F238E27FC236}">
                    <a16:creationId xmlns:a16="http://schemas.microsoft.com/office/drawing/2014/main" id="{32B0F0EC-F17F-4679-B40C-AEA0FCC8E838}"/>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12674" y="5185283"/>
                <a:ext cx="126206" cy="142875"/>
              </a:xfrm>
              <a:prstGeom prst="rect">
                <a:avLst/>
              </a:prstGeom>
            </p:spPr>
          </p:pic>
          <p:cxnSp>
            <p:nvCxnSpPr>
              <p:cNvPr id="81" name="Connecteur droit 80">
                <a:extLst>
                  <a:ext uri="{FF2B5EF4-FFF2-40B4-BE49-F238E27FC236}">
                    <a16:creationId xmlns:a16="http://schemas.microsoft.com/office/drawing/2014/main" id="{0C069495-1912-4D1B-A6F4-A005B9FB94EC}"/>
                  </a:ext>
                </a:extLst>
              </p:cNvPr>
              <p:cNvCxnSpPr>
                <a:cxnSpLocks/>
                <a:stCxn id="79" idx="1"/>
                <a:endCxn id="78" idx="3"/>
              </p:cNvCxnSpPr>
              <p:nvPr/>
            </p:nvCxnSpPr>
            <p:spPr>
              <a:xfrm flipH="1">
                <a:off x="6575082" y="5104829"/>
                <a:ext cx="11065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1D0B2BCC-4185-4031-A47A-43957C7F38B9}"/>
                  </a:ext>
                </a:extLst>
              </p:cNvPr>
              <p:cNvCxnSpPr>
                <a:cxnSpLocks/>
                <a:stCxn id="80" idx="0"/>
                <a:endCxn id="79" idx="1"/>
              </p:cNvCxnSpPr>
              <p:nvPr/>
            </p:nvCxnSpPr>
            <p:spPr>
              <a:xfrm flipH="1" flipV="1">
                <a:off x="6685741" y="5104829"/>
                <a:ext cx="90036" cy="80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7C035806-0CA4-4772-BCD9-F0FC849410E9}"/>
                  </a:ext>
                </a:extLst>
              </p:cNvPr>
              <p:cNvCxnSpPr>
                <a:cxnSpLocks/>
                <a:stCxn id="80" idx="0"/>
                <a:endCxn id="78" idx="3"/>
              </p:cNvCxnSpPr>
              <p:nvPr/>
            </p:nvCxnSpPr>
            <p:spPr>
              <a:xfrm flipH="1" flipV="1">
                <a:off x="6575082" y="5176267"/>
                <a:ext cx="200695" cy="901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 name="Groupe 56">
              <a:extLst>
                <a:ext uri="{FF2B5EF4-FFF2-40B4-BE49-F238E27FC236}">
                  <a16:creationId xmlns:a16="http://schemas.microsoft.com/office/drawing/2014/main" id="{44E1FBDC-4AD5-4F72-8528-D9A87EC5609D}"/>
                </a:ext>
              </a:extLst>
            </p:cNvPr>
            <p:cNvGrpSpPr/>
            <p:nvPr/>
          </p:nvGrpSpPr>
          <p:grpSpPr>
            <a:xfrm>
              <a:off x="6458221" y="4787629"/>
              <a:ext cx="759637" cy="421580"/>
              <a:chOff x="6495179" y="4093369"/>
              <a:chExt cx="759637" cy="421580"/>
            </a:xfrm>
          </p:grpSpPr>
          <p:pic>
            <p:nvPicPr>
              <p:cNvPr id="68" name="Graphique 67" descr="Utilisateur avec un remplissage uni">
                <a:extLst>
                  <a:ext uri="{FF2B5EF4-FFF2-40B4-BE49-F238E27FC236}">
                    <a16:creationId xmlns:a16="http://schemas.microsoft.com/office/drawing/2014/main" id="{7D1E739F-5EE4-4223-A350-30B78AE6CB7C}"/>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95179" y="4222610"/>
                <a:ext cx="126206" cy="142875"/>
              </a:xfrm>
              <a:prstGeom prst="rect">
                <a:avLst/>
              </a:prstGeom>
            </p:spPr>
          </p:pic>
          <p:pic>
            <p:nvPicPr>
              <p:cNvPr id="69" name="Graphique 68" descr="Utilisateur avec un remplissage uni">
                <a:extLst>
                  <a:ext uri="{FF2B5EF4-FFF2-40B4-BE49-F238E27FC236}">
                    <a16:creationId xmlns:a16="http://schemas.microsoft.com/office/drawing/2014/main" id="{FD5B85B5-4254-468B-A2F1-F01D332137B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7128610" y="4270527"/>
                <a:ext cx="126206" cy="142875"/>
              </a:xfrm>
              <a:prstGeom prst="rect">
                <a:avLst/>
              </a:prstGeom>
            </p:spPr>
          </p:pic>
          <p:pic>
            <p:nvPicPr>
              <p:cNvPr id="70" name="Graphique 69" descr="Utilisateur avec un remplissage uni">
                <a:extLst>
                  <a:ext uri="{FF2B5EF4-FFF2-40B4-BE49-F238E27FC236}">
                    <a16:creationId xmlns:a16="http://schemas.microsoft.com/office/drawing/2014/main" id="{A8050FD9-5798-4F8F-8CAC-1C10515EFF6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92147" y="4372074"/>
                <a:ext cx="126206" cy="142875"/>
              </a:xfrm>
              <a:prstGeom prst="rect">
                <a:avLst/>
              </a:prstGeom>
            </p:spPr>
          </p:pic>
          <p:pic>
            <p:nvPicPr>
              <p:cNvPr id="71" name="Graphique 70" descr="Utilisateur avec un remplissage uni">
                <a:extLst>
                  <a:ext uri="{FF2B5EF4-FFF2-40B4-BE49-F238E27FC236}">
                    <a16:creationId xmlns:a16="http://schemas.microsoft.com/office/drawing/2014/main" id="{D67A7DEC-367F-4EDC-AB19-64C8929B713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48219" y="4093369"/>
                <a:ext cx="126206" cy="142875"/>
              </a:xfrm>
              <a:prstGeom prst="rect">
                <a:avLst/>
              </a:prstGeom>
            </p:spPr>
          </p:pic>
          <p:cxnSp>
            <p:nvCxnSpPr>
              <p:cNvPr id="72" name="Connecteur droit 71">
                <a:extLst>
                  <a:ext uri="{FF2B5EF4-FFF2-40B4-BE49-F238E27FC236}">
                    <a16:creationId xmlns:a16="http://schemas.microsoft.com/office/drawing/2014/main" id="{E6F0A219-4BF7-47F8-BD90-23433EAE14E4}"/>
                  </a:ext>
                </a:extLst>
              </p:cNvPr>
              <p:cNvCxnSpPr>
                <a:stCxn id="71" idx="2"/>
                <a:endCxn id="70" idx="0"/>
              </p:cNvCxnSpPr>
              <p:nvPr/>
            </p:nvCxnSpPr>
            <p:spPr>
              <a:xfrm flipH="1">
                <a:off x="6955250" y="4236244"/>
                <a:ext cx="56072" cy="135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3F72541A-F797-411A-A209-0BA7E2455770}"/>
                  </a:ext>
                </a:extLst>
              </p:cNvPr>
              <p:cNvCxnSpPr>
                <a:cxnSpLocks/>
                <a:stCxn id="69" idx="1"/>
                <a:endCxn id="68" idx="3"/>
              </p:cNvCxnSpPr>
              <p:nvPr/>
            </p:nvCxnSpPr>
            <p:spPr>
              <a:xfrm flipH="1" flipV="1">
                <a:off x="6621385" y="4294048"/>
                <a:ext cx="507225" cy="47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Connecteur droit 73">
                <a:extLst>
                  <a:ext uri="{FF2B5EF4-FFF2-40B4-BE49-F238E27FC236}">
                    <a16:creationId xmlns:a16="http://schemas.microsoft.com/office/drawing/2014/main" id="{24793043-7BCD-4610-BF6C-FDA1B6B98CD0}"/>
                  </a:ext>
                </a:extLst>
              </p:cNvPr>
              <p:cNvCxnSpPr>
                <a:cxnSpLocks/>
                <a:stCxn id="71" idx="2"/>
                <a:endCxn id="69" idx="1"/>
              </p:cNvCxnSpPr>
              <p:nvPr/>
            </p:nvCxnSpPr>
            <p:spPr>
              <a:xfrm>
                <a:off x="7011322" y="4236244"/>
                <a:ext cx="117288" cy="105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D1AC61E9-C82E-4973-92B7-C93D472FAFE8}"/>
                  </a:ext>
                </a:extLst>
              </p:cNvPr>
              <p:cNvCxnSpPr>
                <a:cxnSpLocks/>
                <a:stCxn id="70" idx="0"/>
                <a:endCxn id="69" idx="1"/>
              </p:cNvCxnSpPr>
              <p:nvPr/>
            </p:nvCxnSpPr>
            <p:spPr>
              <a:xfrm flipV="1">
                <a:off x="6955250" y="4341965"/>
                <a:ext cx="173360" cy="3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487E52DA-5406-4929-8D8E-AA838E0C9FE8}"/>
                  </a:ext>
                </a:extLst>
              </p:cNvPr>
              <p:cNvCxnSpPr>
                <a:cxnSpLocks/>
                <a:stCxn id="70" idx="0"/>
                <a:endCxn id="68" idx="3"/>
              </p:cNvCxnSpPr>
              <p:nvPr/>
            </p:nvCxnSpPr>
            <p:spPr>
              <a:xfrm flipH="1" flipV="1">
                <a:off x="6621385" y="4294048"/>
                <a:ext cx="333865" cy="7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75797C30-3B6F-429A-ADE8-D60C310889C6}"/>
                  </a:ext>
                </a:extLst>
              </p:cNvPr>
              <p:cNvCxnSpPr>
                <a:cxnSpLocks/>
                <a:stCxn id="71" idx="2"/>
                <a:endCxn id="68" idx="3"/>
              </p:cNvCxnSpPr>
              <p:nvPr/>
            </p:nvCxnSpPr>
            <p:spPr>
              <a:xfrm flipH="1">
                <a:off x="6621385" y="4236244"/>
                <a:ext cx="389937" cy="5780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8" name="Connecteur droit 57">
              <a:extLst>
                <a:ext uri="{FF2B5EF4-FFF2-40B4-BE49-F238E27FC236}">
                  <a16:creationId xmlns:a16="http://schemas.microsoft.com/office/drawing/2014/main" id="{011D6261-5922-48D2-BC3A-E1F888A2C9B2}"/>
                </a:ext>
              </a:extLst>
            </p:cNvPr>
            <p:cNvCxnSpPr>
              <a:cxnSpLocks/>
              <a:stCxn id="99" idx="1"/>
              <a:endCxn id="84" idx="1"/>
            </p:cNvCxnSpPr>
            <p:nvPr/>
          </p:nvCxnSpPr>
          <p:spPr>
            <a:xfrm flipH="1" flipV="1">
              <a:off x="6843061" y="4216502"/>
              <a:ext cx="85779" cy="251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27AF159B-AAC7-47BD-B912-801890E70667}"/>
                </a:ext>
              </a:extLst>
            </p:cNvPr>
            <p:cNvCxnSpPr>
              <a:cxnSpLocks/>
              <a:stCxn id="99" idx="1"/>
              <a:endCxn id="105" idx="1"/>
            </p:cNvCxnSpPr>
            <p:nvPr/>
          </p:nvCxnSpPr>
          <p:spPr>
            <a:xfrm flipH="1" flipV="1">
              <a:off x="6396090" y="3918846"/>
              <a:ext cx="532750" cy="549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Connecteur droit 59">
              <a:extLst>
                <a:ext uri="{FF2B5EF4-FFF2-40B4-BE49-F238E27FC236}">
                  <a16:creationId xmlns:a16="http://schemas.microsoft.com/office/drawing/2014/main" id="{5779039A-6DC3-49A6-81F5-2C0630EC829E}"/>
                </a:ext>
              </a:extLst>
            </p:cNvPr>
            <p:cNvCxnSpPr>
              <a:cxnSpLocks/>
              <a:stCxn id="84" idx="1"/>
              <a:endCxn id="105" idx="1"/>
            </p:cNvCxnSpPr>
            <p:nvPr/>
          </p:nvCxnSpPr>
          <p:spPr>
            <a:xfrm flipH="1" flipV="1">
              <a:off x="6396090" y="3918846"/>
              <a:ext cx="446971" cy="297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4DA3BB1F-D90D-4581-86B8-F52270320273}"/>
                </a:ext>
              </a:extLst>
            </p:cNvPr>
            <p:cNvCxnSpPr>
              <a:cxnSpLocks/>
              <a:stCxn id="68" idx="1"/>
              <a:endCxn id="78" idx="1"/>
            </p:cNvCxnSpPr>
            <p:nvPr/>
          </p:nvCxnSpPr>
          <p:spPr>
            <a:xfrm flipH="1" flipV="1">
              <a:off x="6390010" y="4710748"/>
              <a:ext cx="68211" cy="27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1295C9C4-E0F6-444E-87A0-0B0F44329434}"/>
                </a:ext>
              </a:extLst>
            </p:cNvPr>
            <p:cNvCxnSpPr>
              <a:cxnSpLocks/>
              <a:stCxn id="68" idx="1"/>
              <a:endCxn id="55" idx="3"/>
            </p:cNvCxnSpPr>
            <p:nvPr/>
          </p:nvCxnSpPr>
          <p:spPr>
            <a:xfrm flipH="1" flipV="1">
              <a:off x="6216095" y="4596377"/>
              <a:ext cx="242126" cy="391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09514163-61E0-4E5D-856C-263AC85C80B0}"/>
                </a:ext>
              </a:extLst>
            </p:cNvPr>
            <p:cNvCxnSpPr>
              <a:cxnSpLocks/>
              <a:stCxn id="78" idx="1"/>
              <a:endCxn id="55" idx="3"/>
            </p:cNvCxnSpPr>
            <p:nvPr/>
          </p:nvCxnSpPr>
          <p:spPr>
            <a:xfrm flipH="1" flipV="1">
              <a:off x="6216095" y="4596377"/>
              <a:ext cx="173915" cy="114371"/>
            </a:xfrm>
            <a:prstGeom prst="line">
              <a:avLst/>
            </a:prstGeom>
          </p:spPr>
          <p:style>
            <a:lnRef idx="1">
              <a:schemeClr val="accent1"/>
            </a:lnRef>
            <a:fillRef idx="0">
              <a:schemeClr val="accent1"/>
            </a:fillRef>
            <a:effectRef idx="0">
              <a:schemeClr val="accent1"/>
            </a:effectRef>
            <a:fontRef idx="minor">
              <a:schemeClr val="tx1"/>
            </a:fontRef>
          </p:style>
        </p:cxnSp>
        <p:pic>
          <p:nvPicPr>
            <p:cNvPr id="64" name="Graphique 63" descr="Utilisateur avec un remplissage uni">
              <a:extLst>
                <a:ext uri="{FF2B5EF4-FFF2-40B4-BE49-F238E27FC236}">
                  <a16:creationId xmlns:a16="http://schemas.microsoft.com/office/drawing/2014/main" id="{608B2556-F85C-4512-952A-653FFB00363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7759" t="11596" r="14944" b="12219"/>
            <a:stretch/>
          </p:blipFill>
          <p:spPr>
            <a:xfrm>
              <a:off x="5672245" y="4378468"/>
              <a:ext cx="126206" cy="142875"/>
            </a:xfrm>
            <a:prstGeom prst="rect">
              <a:avLst/>
            </a:prstGeom>
          </p:spPr>
        </p:pic>
        <p:cxnSp>
          <p:nvCxnSpPr>
            <p:cNvPr id="65" name="Connecteur droit 64">
              <a:extLst>
                <a:ext uri="{FF2B5EF4-FFF2-40B4-BE49-F238E27FC236}">
                  <a16:creationId xmlns:a16="http://schemas.microsoft.com/office/drawing/2014/main" id="{56562C8D-6DE3-4634-A876-548DC10FCA44}"/>
                </a:ext>
              </a:extLst>
            </p:cNvPr>
            <p:cNvCxnSpPr>
              <a:cxnSpLocks/>
              <a:stCxn id="64" idx="3"/>
              <a:endCxn id="51" idx="1"/>
            </p:cNvCxnSpPr>
            <p:nvPr/>
          </p:nvCxnSpPr>
          <p:spPr>
            <a:xfrm flipV="1">
              <a:off x="5798451" y="4287939"/>
              <a:ext cx="583071" cy="16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CC4D8312-29A2-40DE-BEC3-B2C04798F376}"/>
                </a:ext>
              </a:extLst>
            </p:cNvPr>
            <p:cNvCxnSpPr>
              <a:cxnSpLocks/>
              <a:stCxn id="64" idx="3"/>
              <a:endCxn id="55" idx="1"/>
            </p:cNvCxnSpPr>
            <p:nvPr/>
          </p:nvCxnSpPr>
          <p:spPr>
            <a:xfrm>
              <a:off x="5798451" y="4449906"/>
              <a:ext cx="291438" cy="14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3D3CAC79-707F-4617-B905-B02EBBC26461}"/>
                </a:ext>
              </a:extLst>
            </p:cNvPr>
            <p:cNvCxnSpPr>
              <a:cxnSpLocks/>
              <a:stCxn id="51" idx="1"/>
              <a:endCxn id="55" idx="1"/>
            </p:cNvCxnSpPr>
            <p:nvPr/>
          </p:nvCxnSpPr>
          <p:spPr>
            <a:xfrm flipH="1">
              <a:off x="6089889" y="4287939"/>
              <a:ext cx="291633" cy="30843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5" name="Groupe 114">
            <a:extLst>
              <a:ext uri="{FF2B5EF4-FFF2-40B4-BE49-F238E27FC236}">
                <a16:creationId xmlns:a16="http://schemas.microsoft.com/office/drawing/2014/main" id="{D34E5C36-9725-4435-9819-BFE5D56D053D}"/>
              </a:ext>
            </a:extLst>
          </p:cNvPr>
          <p:cNvGrpSpPr/>
          <p:nvPr/>
        </p:nvGrpSpPr>
        <p:grpSpPr>
          <a:xfrm>
            <a:off x="2970580" y="2639370"/>
            <a:ext cx="1495832" cy="1043657"/>
            <a:chOff x="5930169" y="5735666"/>
            <a:chExt cx="1310976" cy="914681"/>
          </a:xfrm>
        </p:grpSpPr>
        <p:pic>
          <p:nvPicPr>
            <p:cNvPr id="116" name="Graphique 115" descr="Utilisateur avec un remplissage uni">
              <a:extLst>
                <a:ext uri="{FF2B5EF4-FFF2-40B4-BE49-F238E27FC236}">
                  <a16:creationId xmlns:a16="http://schemas.microsoft.com/office/drawing/2014/main" id="{F5542675-0007-45F7-A5D9-6540CC466AD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34053" y="5957405"/>
              <a:ext cx="126206" cy="142875"/>
            </a:xfrm>
            <a:prstGeom prst="rect">
              <a:avLst/>
            </a:prstGeom>
          </p:spPr>
        </p:pic>
        <p:pic>
          <p:nvPicPr>
            <p:cNvPr id="117" name="Graphique 116" descr="Utilisateur avec un remplissage uni">
              <a:extLst>
                <a:ext uri="{FF2B5EF4-FFF2-40B4-BE49-F238E27FC236}">
                  <a16:creationId xmlns:a16="http://schemas.microsoft.com/office/drawing/2014/main" id="{A6159F2F-AD0F-4F5A-96AF-AD336C61634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21632" y="6282682"/>
              <a:ext cx="126206" cy="142875"/>
            </a:xfrm>
            <a:prstGeom prst="rect">
              <a:avLst/>
            </a:prstGeom>
          </p:spPr>
        </p:pic>
        <p:pic>
          <p:nvPicPr>
            <p:cNvPr id="118" name="Graphique 117" descr="Utilisateur avec un remplissage uni">
              <a:extLst>
                <a:ext uri="{FF2B5EF4-FFF2-40B4-BE49-F238E27FC236}">
                  <a16:creationId xmlns:a16="http://schemas.microsoft.com/office/drawing/2014/main" id="{C6EA53AC-79EB-4744-89DA-D4F8D932CE2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700239" y="6257442"/>
              <a:ext cx="126206" cy="142875"/>
            </a:xfrm>
            <a:prstGeom prst="rect">
              <a:avLst/>
            </a:prstGeom>
          </p:spPr>
        </p:pic>
        <p:pic>
          <p:nvPicPr>
            <p:cNvPr id="119" name="Graphique 118" descr="Utilisateur avec un remplissage uni">
              <a:extLst>
                <a:ext uri="{FF2B5EF4-FFF2-40B4-BE49-F238E27FC236}">
                  <a16:creationId xmlns:a16="http://schemas.microsoft.com/office/drawing/2014/main" id="{CD0DDC65-04C2-40CC-BA12-BB10E44C1DE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563684" y="6135998"/>
              <a:ext cx="126206" cy="142875"/>
            </a:xfrm>
            <a:prstGeom prst="rect">
              <a:avLst/>
            </a:prstGeom>
          </p:spPr>
        </p:pic>
        <p:pic>
          <p:nvPicPr>
            <p:cNvPr id="120" name="Graphique 119" descr="Utilisateur avec un remplissage uni">
              <a:extLst>
                <a:ext uri="{FF2B5EF4-FFF2-40B4-BE49-F238E27FC236}">
                  <a16:creationId xmlns:a16="http://schemas.microsoft.com/office/drawing/2014/main" id="{C67D2409-9786-4494-8C2E-28ACB62F2DA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1250" y="6507472"/>
              <a:ext cx="126206" cy="142875"/>
            </a:xfrm>
            <a:prstGeom prst="rect">
              <a:avLst/>
            </a:prstGeom>
          </p:spPr>
        </p:pic>
        <p:pic>
          <p:nvPicPr>
            <p:cNvPr id="121" name="Graphique 120" descr="Utilisateur avec un remplissage uni">
              <a:extLst>
                <a:ext uri="{FF2B5EF4-FFF2-40B4-BE49-F238E27FC236}">
                  <a16:creationId xmlns:a16="http://schemas.microsoft.com/office/drawing/2014/main" id="{C7F4272B-7FF3-4A85-AE9C-2C7269072A9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29870" y="6436035"/>
              <a:ext cx="126206" cy="142875"/>
            </a:xfrm>
            <a:prstGeom prst="rect">
              <a:avLst/>
            </a:prstGeom>
          </p:spPr>
        </p:pic>
        <p:pic>
          <p:nvPicPr>
            <p:cNvPr id="122" name="Graphique 121" descr="Utilisateur avec un remplissage uni">
              <a:extLst>
                <a:ext uri="{FF2B5EF4-FFF2-40B4-BE49-F238E27FC236}">
                  <a16:creationId xmlns:a16="http://schemas.microsoft.com/office/drawing/2014/main" id="{DF078BC5-07F9-4E5E-B14F-7767B57235C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20237" y="5885968"/>
              <a:ext cx="126206" cy="142875"/>
            </a:xfrm>
            <a:prstGeom prst="rect">
              <a:avLst/>
            </a:prstGeom>
          </p:spPr>
        </p:pic>
        <p:pic>
          <p:nvPicPr>
            <p:cNvPr id="123" name="Graphique 122" descr="Utilisateur avec un remplissage uni">
              <a:extLst>
                <a:ext uri="{FF2B5EF4-FFF2-40B4-BE49-F238E27FC236}">
                  <a16:creationId xmlns:a16="http://schemas.microsoft.com/office/drawing/2014/main" id="{28006D7F-DB49-4CA0-A419-1B4092DA82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86423" y="6186005"/>
              <a:ext cx="126206" cy="142875"/>
            </a:xfrm>
            <a:prstGeom prst="rect">
              <a:avLst/>
            </a:prstGeom>
          </p:spPr>
        </p:pic>
        <p:pic>
          <p:nvPicPr>
            <p:cNvPr id="124" name="Graphique 123" descr="Utilisateur avec un remplissage uni">
              <a:extLst>
                <a:ext uri="{FF2B5EF4-FFF2-40B4-BE49-F238E27FC236}">
                  <a16:creationId xmlns:a16="http://schemas.microsoft.com/office/drawing/2014/main" id="{DEAC0917-0D32-4480-9B22-52A6C9E3790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49868" y="6064561"/>
              <a:ext cx="126206" cy="142875"/>
            </a:xfrm>
            <a:prstGeom prst="rect">
              <a:avLst/>
            </a:prstGeom>
          </p:spPr>
        </p:pic>
        <p:pic>
          <p:nvPicPr>
            <p:cNvPr id="125" name="Graphique 124" descr="Utilisateur avec un remplissage uni">
              <a:extLst>
                <a:ext uri="{FF2B5EF4-FFF2-40B4-BE49-F238E27FC236}">
                  <a16:creationId xmlns:a16="http://schemas.microsoft.com/office/drawing/2014/main" id="{63B32BA5-1EFD-4396-B804-2E66F858AAE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835795" y="5932401"/>
              <a:ext cx="126206" cy="142875"/>
            </a:xfrm>
            <a:prstGeom prst="rect">
              <a:avLst/>
            </a:prstGeom>
          </p:spPr>
        </p:pic>
        <p:pic>
          <p:nvPicPr>
            <p:cNvPr id="126" name="Graphique 125" descr="Utilisateur avec un remplissage uni">
              <a:extLst>
                <a:ext uri="{FF2B5EF4-FFF2-40B4-BE49-F238E27FC236}">
                  <a16:creationId xmlns:a16="http://schemas.microsoft.com/office/drawing/2014/main" id="{A014AD1E-51F1-4A9A-A0A7-5D3597D18D5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70955" y="5753808"/>
              <a:ext cx="126206" cy="142875"/>
            </a:xfrm>
            <a:prstGeom prst="rect">
              <a:avLst/>
            </a:prstGeom>
          </p:spPr>
        </p:pic>
        <p:pic>
          <p:nvPicPr>
            <p:cNvPr id="127" name="Graphique 126" descr="Utilisateur avec un remplissage uni">
              <a:extLst>
                <a:ext uri="{FF2B5EF4-FFF2-40B4-BE49-F238E27FC236}">
                  <a16:creationId xmlns:a16="http://schemas.microsoft.com/office/drawing/2014/main" id="{F2A1425A-817C-47CF-BCDF-AFD0291DE99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961805" y="6275301"/>
              <a:ext cx="126206" cy="142875"/>
            </a:xfrm>
            <a:prstGeom prst="rect">
              <a:avLst/>
            </a:prstGeom>
          </p:spPr>
        </p:pic>
        <p:pic>
          <p:nvPicPr>
            <p:cNvPr id="128" name="Graphique 127" descr="Utilisateur avec un remplissage uni">
              <a:extLst>
                <a:ext uri="{FF2B5EF4-FFF2-40B4-BE49-F238E27FC236}">
                  <a16:creationId xmlns:a16="http://schemas.microsoft.com/office/drawing/2014/main" id="{971DFBEF-BAD1-47D8-859F-50566961E0A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048753" y="5953832"/>
              <a:ext cx="126206" cy="142875"/>
            </a:xfrm>
            <a:prstGeom prst="rect">
              <a:avLst/>
            </a:prstGeom>
          </p:spPr>
        </p:pic>
        <p:pic>
          <p:nvPicPr>
            <p:cNvPr id="129" name="Graphique 128" descr="Utilisateur avec un remplissage uni">
              <a:extLst>
                <a:ext uri="{FF2B5EF4-FFF2-40B4-BE49-F238E27FC236}">
                  <a16:creationId xmlns:a16="http://schemas.microsoft.com/office/drawing/2014/main" id="{1EAF0116-24C3-4C28-89AB-2EBEB8559B8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114939" y="6253869"/>
              <a:ext cx="126206" cy="142875"/>
            </a:xfrm>
            <a:prstGeom prst="rect">
              <a:avLst/>
            </a:prstGeom>
          </p:spPr>
        </p:pic>
        <p:pic>
          <p:nvPicPr>
            <p:cNvPr id="130" name="Graphique 129" descr="Utilisateur avec un remplissage uni">
              <a:extLst>
                <a:ext uri="{FF2B5EF4-FFF2-40B4-BE49-F238E27FC236}">
                  <a16:creationId xmlns:a16="http://schemas.microsoft.com/office/drawing/2014/main" id="{CD83E75A-663F-45A8-B8C9-B251457635C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02488" y="5735666"/>
              <a:ext cx="126206" cy="142875"/>
            </a:xfrm>
            <a:prstGeom prst="rect">
              <a:avLst/>
            </a:prstGeom>
          </p:spPr>
        </p:pic>
        <p:pic>
          <p:nvPicPr>
            <p:cNvPr id="131" name="Graphique 130" descr="Utilisateur avec un remplissage uni">
              <a:extLst>
                <a:ext uri="{FF2B5EF4-FFF2-40B4-BE49-F238E27FC236}">
                  <a16:creationId xmlns:a16="http://schemas.microsoft.com/office/drawing/2014/main" id="{E5FE59DE-6379-4D0D-9E85-AAD98C52C3B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2119" y="5914259"/>
              <a:ext cx="126206" cy="142875"/>
            </a:xfrm>
            <a:prstGeom prst="rect">
              <a:avLst/>
            </a:prstGeom>
          </p:spPr>
        </p:pic>
        <p:pic>
          <p:nvPicPr>
            <p:cNvPr id="132" name="Graphique 131" descr="Utilisateur avec un remplissage uni">
              <a:extLst>
                <a:ext uri="{FF2B5EF4-FFF2-40B4-BE49-F238E27FC236}">
                  <a16:creationId xmlns:a16="http://schemas.microsoft.com/office/drawing/2014/main" id="{58590ADE-CE84-480D-89F1-78EE6DC55EB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5930169" y="6243154"/>
              <a:ext cx="126206" cy="142875"/>
            </a:xfrm>
            <a:prstGeom prst="rect">
              <a:avLst/>
            </a:prstGeom>
          </p:spPr>
        </p:pic>
        <p:cxnSp>
          <p:nvCxnSpPr>
            <p:cNvPr id="133" name="Connecteur droit 132">
              <a:extLst>
                <a:ext uri="{FF2B5EF4-FFF2-40B4-BE49-F238E27FC236}">
                  <a16:creationId xmlns:a16="http://schemas.microsoft.com/office/drawing/2014/main" id="{DA53A8B4-45CE-4BB6-B3C3-26B38D47CB90}"/>
                </a:ext>
              </a:extLst>
            </p:cNvPr>
            <p:cNvCxnSpPr>
              <a:cxnSpLocks/>
              <a:stCxn id="122" idx="3"/>
              <a:endCxn id="130"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Connecteur droit 133">
              <a:extLst>
                <a:ext uri="{FF2B5EF4-FFF2-40B4-BE49-F238E27FC236}">
                  <a16:creationId xmlns:a16="http://schemas.microsoft.com/office/drawing/2014/main" id="{2E2FE0D1-B84A-4C62-97B3-BC515A9812C0}"/>
                </a:ext>
              </a:extLst>
            </p:cNvPr>
            <p:cNvCxnSpPr>
              <a:cxnSpLocks/>
              <a:stCxn id="122" idx="3"/>
              <a:endCxn id="123"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Connecteur droit 134">
              <a:extLst>
                <a:ext uri="{FF2B5EF4-FFF2-40B4-BE49-F238E27FC236}">
                  <a16:creationId xmlns:a16="http://schemas.microsoft.com/office/drawing/2014/main" id="{9C25EAB0-3CE2-4A42-A965-C3E43E081490}"/>
                </a:ext>
              </a:extLst>
            </p:cNvPr>
            <p:cNvCxnSpPr>
              <a:cxnSpLocks/>
              <a:stCxn id="130" idx="3"/>
              <a:endCxn id="131"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Connecteur droit 135">
              <a:extLst>
                <a:ext uri="{FF2B5EF4-FFF2-40B4-BE49-F238E27FC236}">
                  <a16:creationId xmlns:a16="http://schemas.microsoft.com/office/drawing/2014/main" id="{21BDB0CC-0280-45AD-ACFC-2AF14B7A9B0F}"/>
                </a:ext>
              </a:extLst>
            </p:cNvPr>
            <p:cNvCxnSpPr>
              <a:cxnSpLocks/>
              <a:stCxn id="131" idx="3"/>
              <a:endCxn id="116"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7" name="Connecteur droit 136">
              <a:extLst>
                <a:ext uri="{FF2B5EF4-FFF2-40B4-BE49-F238E27FC236}">
                  <a16:creationId xmlns:a16="http://schemas.microsoft.com/office/drawing/2014/main" id="{0358DE1D-EB2F-4B38-9DC4-FE4C6BEF3DBF}"/>
                </a:ext>
              </a:extLst>
            </p:cNvPr>
            <p:cNvCxnSpPr>
              <a:cxnSpLocks/>
              <a:stCxn id="117" idx="0"/>
              <a:endCxn id="116"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3629B87F-607E-43C9-924F-488657DD45E1}"/>
                </a:ext>
              </a:extLst>
            </p:cNvPr>
            <p:cNvCxnSpPr>
              <a:cxnSpLocks/>
              <a:stCxn id="124" idx="3"/>
              <a:endCxn id="116"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9" name="Connecteur droit 138">
              <a:extLst>
                <a:ext uri="{FF2B5EF4-FFF2-40B4-BE49-F238E27FC236}">
                  <a16:creationId xmlns:a16="http://schemas.microsoft.com/office/drawing/2014/main" id="{D1737F9E-3BD3-4852-A437-3EA7C83B9349}"/>
                </a:ext>
              </a:extLst>
            </p:cNvPr>
            <p:cNvCxnSpPr>
              <a:cxnSpLocks/>
              <a:stCxn id="124" idx="3"/>
              <a:endCxn id="117"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0" name="Connecteur droit 139">
              <a:extLst>
                <a:ext uri="{FF2B5EF4-FFF2-40B4-BE49-F238E27FC236}">
                  <a16:creationId xmlns:a16="http://schemas.microsoft.com/office/drawing/2014/main" id="{0844ACA8-3B74-46B7-8ECF-2E04EF5E8116}"/>
                </a:ext>
              </a:extLst>
            </p:cNvPr>
            <p:cNvCxnSpPr>
              <a:cxnSpLocks/>
              <a:stCxn id="130" idx="3"/>
              <a:endCxn id="126"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Connecteur droit 140">
              <a:extLst>
                <a:ext uri="{FF2B5EF4-FFF2-40B4-BE49-F238E27FC236}">
                  <a16:creationId xmlns:a16="http://schemas.microsoft.com/office/drawing/2014/main" id="{023C6106-4EDA-417D-9EB7-92A481065106}"/>
                </a:ext>
              </a:extLst>
            </p:cNvPr>
            <p:cNvCxnSpPr>
              <a:cxnSpLocks/>
              <a:stCxn id="124" idx="0"/>
              <a:endCxn id="122"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7D565069-CC30-42BB-BDD0-274E54FBA935}"/>
                </a:ext>
              </a:extLst>
            </p:cNvPr>
            <p:cNvCxnSpPr>
              <a:cxnSpLocks/>
              <a:stCxn id="130" idx="1"/>
              <a:endCxn id="124"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EC31705D-98DD-4690-B15E-5FF0BED85422}"/>
                </a:ext>
              </a:extLst>
            </p:cNvPr>
            <p:cNvCxnSpPr>
              <a:cxnSpLocks/>
              <a:stCxn id="130" idx="3"/>
              <a:endCxn id="116"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295728AB-5CB0-4D1E-AEBB-192C935AEB16}"/>
                </a:ext>
              </a:extLst>
            </p:cNvPr>
            <p:cNvCxnSpPr>
              <a:cxnSpLocks/>
              <a:stCxn id="120" idx="1"/>
              <a:endCxn id="132"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CC4C7B9C-079B-4831-AA64-670CBFF41365}"/>
                </a:ext>
              </a:extLst>
            </p:cNvPr>
            <p:cNvCxnSpPr>
              <a:cxnSpLocks/>
              <a:stCxn id="123" idx="1"/>
              <a:endCxn id="132"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3F61B9F0-FC59-48C7-97A6-29B58297EA61}"/>
                </a:ext>
              </a:extLst>
            </p:cNvPr>
            <p:cNvCxnSpPr>
              <a:cxnSpLocks/>
              <a:stCxn id="117" idx="1"/>
              <a:endCxn id="120"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7" name="Connecteur droit 146">
              <a:extLst>
                <a:ext uri="{FF2B5EF4-FFF2-40B4-BE49-F238E27FC236}">
                  <a16:creationId xmlns:a16="http://schemas.microsoft.com/office/drawing/2014/main" id="{6D655545-098E-4935-BEA0-DA03B5E0ED4A}"/>
                </a:ext>
              </a:extLst>
            </p:cNvPr>
            <p:cNvCxnSpPr>
              <a:cxnSpLocks/>
              <a:stCxn id="117" idx="1"/>
              <a:endCxn id="132"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Connecteur droit 147">
              <a:extLst>
                <a:ext uri="{FF2B5EF4-FFF2-40B4-BE49-F238E27FC236}">
                  <a16:creationId xmlns:a16="http://schemas.microsoft.com/office/drawing/2014/main" id="{3ED4D62F-57AA-4782-9F3A-0DCA1C3B316F}"/>
                </a:ext>
              </a:extLst>
            </p:cNvPr>
            <p:cNvCxnSpPr>
              <a:cxnSpLocks/>
              <a:stCxn id="123" idx="3"/>
              <a:endCxn id="120"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9" name="Connecteur droit 148">
              <a:extLst>
                <a:ext uri="{FF2B5EF4-FFF2-40B4-BE49-F238E27FC236}">
                  <a16:creationId xmlns:a16="http://schemas.microsoft.com/office/drawing/2014/main" id="{5820F9BA-5739-4B43-8277-0236D99176BE}"/>
                </a:ext>
              </a:extLst>
            </p:cNvPr>
            <p:cNvCxnSpPr>
              <a:cxnSpLocks/>
              <a:stCxn id="119" idx="2"/>
              <a:endCxn id="118"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0" name="Connecteur droit 149">
              <a:extLst>
                <a:ext uri="{FF2B5EF4-FFF2-40B4-BE49-F238E27FC236}">
                  <a16:creationId xmlns:a16="http://schemas.microsoft.com/office/drawing/2014/main" id="{3EF8DDF8-A9EF-43B3-8C05-A7B304BD1DDD}"/>
                </a:ext>
              </a:extLst>
            </p:cNvPr>
            <p:cNvCxnSpPr>
              <a:cxnSpLocks/>
              <a:stCxn id="124" idx="3"/>
              <a:endCxn id="119"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1" name="Connecteur droit 150">
              <a:extLst>
                <a:ext uri="{FF2B5EF4-FFF2-40B4-BE49-F238E27FC236}">
                  <a16:creationId xmlns:a16="http://schemas.microsoft.com/office/drawing/2014/main" id="{0F068010-8BA3-4938-BA6C-D841F9497B34}"/>
                </a:ext>
              </a:extLst>
            </p:cNvPr>
            <p:cNvCxnSpPr>
              <a:cxnSpLocks/>
              <a:stCxn id="119" idx="3"/>
              <a:endCxn id="125"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2" name="Connecteur droit 151">
              <a:extLst>
                <a:ext uri="{FF2B5EF4-FFF2-40B4-BE49-F238E27FC236}">
                  <a16:creationId xmlns:a16="http://schemas.microsoft.com/office/drawing/2014/main" id="{19FFA017-A8AD-49F7-9349-BB956CEDB9BE}"/>
                </a:ext>
              </a:extLst>
            </p:cNvPr>
            <p:cNvCxnSpPr>
              <a:cxnSpLocks/>
              <a:stCxn id="118" idx="0"/>
              <a:endCxn id="125"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529B41B6-6D89-4C11-A139-570AA61DE04D}"/>
                </a:ext>
              </a:extLst>
            </p:cNvPr>
            <p:cNvCxnSpPr>
              <a:stCxn id="117" idx="3"/>
              <a:endCxn id="121"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23CC7FB5-7E8B-4D5B-8D11-77589AB17CC3}"/>
                </a:ext>
              </a:extLst>
            </p:cNvPr>
            <p:cNvCxnSpPr>
              <a:cxnSpLocks/>
              <a:stCxn id="120" idx="3"/>
              <a:endCxn id="118"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5" name="Connecteur droit 154">
              <a:extLst>
                <a:ext uri="{FF2B5EF4-FFF2-40B4-BE49-F238E27FC236}">
                  <a16:creationId xmlns:a16="http://schemas.microsoft.com/office/drawing/2014/main" id="{AC0C4F77-7F89-4208-8EE8-AC497F02B790}"/>
                </a:ext>
              </a:extLst>
            </p:cNvPr>
            <p:cNvCxnSpPr>
              <a:cxnSpLocks/>
              <a:stCxn id="118" idx="1"/>
              <a:endCxn id="117"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Connecteur droit 155">
              <a:extLst>
                <a:ext uri="{FF2B5EF4-FFF2-40B4-BE49-F238E27FC236}">
                  <a16:creationId xmlns:a16="http://schemas.microsoft.com/office/drawing/2014/main" id="{ADE55B55-07EE-49FF-9C3A-AF8A0C16A53F}"/>
                </a:ext>
              </a:extLst>
            </p:cNvPr>
            <p:cNvCxnSpPr>
              <a:cxnSpLocks/>
              <a:stCxn id="128" idx="2"/>
              <a:endCxn id="121"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Connecteur droit 156">
              <a:extLst>
                <a:ext uri="{FF2B5EF4-FFF2-40B4-BE49-F238E27FC236}">
                  <a16:creationId xmlns:a16="http://schemas.microsoft.com/office/drawing/2014/main" id="{5D046F07-972B-41EE-B806-5BA72AEB1110}"/>
                </a:ext>
              </a:extLst>
            </p:cNvPr>
            <p:cNvCxnSpPr>
              <a:stCxn id="129" idx="0"/>
              <a:endCxn id="125"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8" name="Connecteur droit 157">
              <a:extLst>
                <a:ext uri="{FF2B5EF4-FFF2-40B4-BE49-F238E27FC236}">
                  <a16:creationId xmlns:a16="http://schemas.microsoft.com/office/drawing/2014/main" id="{CD60EBEF-1023-401D-8184-1D7E4A89E4C0}"/>
                </a:ext>
              </a:extLst>
            </p:cNvPr>
            <p:cNvCxnSpPr>
              <a:cxnSpLocks/>
              <a:stCxn id="125" idx="2"/>
              <a:endCxn id="127"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1C093021-7102-40AA-AB07-5AA3EC12285F}"/>
                </a:ext>
              </a:extLst>
            </p:cNvPr>
            <p:cNvCxnSpPr>
              <a:cxnSpLocks/>
              <a:stCxn id="131" idx="2"/>
              <a:endCxn id="127"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CAC419DE-A873-4C8C-9A06-0BC76E2AF427}"/>
                </a:ext>
              </a:extLst>
            </p:cNvPr>
            <p:cNvCxnSpPr>
              <a:cxnSpLocks/>
              <a:stCxn id="127" idx="0"/>
              <a:endCxn id="129"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9ABD90AD-0844-47CA-A4A3-E878D90683AD}"/>
                </a:ext>
              </a:extLst>
            </p:cNvPr>
            <p:cNvCxnSpPr>
              <a:cxnSpLocks/>
              <a:stCxn id="128" idx="2"/>
              <a:endCxn id="118"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62" name="Groupe 161">
            <a:extLst>
              <a:ext uri="{FF2B5EF4-FFF2-40B4-BE49-F238E27FC236}">
                <a16:creationId xmlns:a16="http://schemas.microsoft.com/office/drawing/2014/main" id="{D9A5BCAA-BA10-4E31-BEDC-016E2DD11255}"/>
              </a:ext>
            </a:extLst>
          </p:cNvPr>
          <p:cNvGrpSpPr/>
          <p:nvPr/>
        </p:nvGrpSpPr>
        <p:grpSpPr>
          <a:xfrm>
            <a:off x="4836587" y="2671676"/>
            <a:ext cx="1040526" cy="1001778"/>
            <a:chOff x="10205909" y="2492666"/>
            <a:chExt cx="1400717" cy="1348556"/>
          </a:xfrm>
        </p:grpSpPr>
        <p:grpSp>
          <p:nvGrpSpPr>
            <p:cNvPr id="163" name="Groupe 162">
              <a:extLst>
                <a:ext uri="{FF2B5EF4-FFF2-40B4-BE49-F238E27FC236}">
                  <a16:creationId xmlns:a16="http://schemas.microsoft.com/office/drawing/2014/main" id="{30F086E9-AEE1-457A-B4C5-32D91E3F1BFC}"/>
                </a:ext>
              </a:extLst>
            </p:cNvPr>
            <p:cNvGrpSpPr/>
            <p:nvPr/>
          </p:nvGrpSpPr>
          <p:grpSpPr>
            <a:xfrm>
              <a:off x="10205909" y="2492666"/>
              <a:ext cx="1382273" cy="1216510"/>
              <a:chOff x="5882851" y="2722176"/>
              <a:chExt cx="646223" cy="568728"/>
            </a:xfrm>
          </p:grpSpPr>
          <p:sp>
            <p:nvSpPr>
              <p:cNvPr id="171" name="Ellipse 170">
                <a:extLst>
                  <a:ext uri="{FF2B5EF4-FFF2-40B4-BE49-F238E27FC236}">
                    <a16:creationId xmlns:a16="http://schemas.microsoft.com/office/drawing/2014/main" id="{E3D36B5E-C500-47FC-9C41-F6D40F8F4C9D}"/>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2" name="Graphique 171" descr="Utilisateur avec un remplissage uni">
                <a:extLst>
                  <a:ext uri="{FF2B5EF4-FFF2-40B4-BE49-F238E27FC236}">
                    <a16:creationId xmlns:a16="http://schemas.microsoft.com/office/drawing/2014/main" id="{05D5394E-B0F6-49C9-9F63-64EE5BDB59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82851" y="3028701"/>
                <a:ext cx="187537" cy="187537"/>
              </a:xfrm>
              <a:prstGeom prst="rect">
                <a:avLst/>
              </a:prstGeom>
            </p:spPr>
          </p:pic>
          <p:pic>
            <p:nvPicPr>
              <p:cNvPr id="173" name="Graphique 172" descr="Utilisateur avec un remplissage uni">
                <a:extLst>
                  <a:ext uri="{FF2B5EF4-FFF2-40B4-BE49-F238E27FC236}">
                    <a16:creationId xmlns:a16="http://schemas.microsoft.com/office/drawing/2014/main" id="{D3DE7F5C-BB3C-46F0-862E-D783D92917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08335" y="2722176"/>
                <a:ext cx="187537" cy="187537"/>
              </a:xfrm>
              <a:prstGeom prst="rect">
                <a:avLst/>
              </a:prstGeom>
            </p:spPr>
          </p:pic>
          <p:pic>
            <p:nvPicPr>
              <p:cNvPr id="174" name="Graphique 173" descr="Utilisateur avec un remplissage uni">
                <a:extLst>
                  <a:ext uri="{FF2B5EF4-FFF2-40B4-BE49-F238E27FC236}">
                    <a16:creationId xmlns:a16="http://schemas.microsoft.com/office/drawing/2014/main" id="{320E7291-25CB-41C1-B405-0AA98A918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41537" y="3034959"/>
                <a:ext cx="187537" cy="187537"/>
              </a:xfrm>
              <a:prstGeom prst="rect">
                <a:avLst/>
              </a:prstGeom>
            </p:spPr>
          </p:pic>
        </p:grpSp>
        <p:pic>
          <p:nvPicPr>
            <p:cNvPr id="164" name="Graphique 163" descr="Utilisateur avec un remplissage uni">
              <a:extLst>
                <a:ext uri="{FF2B5EF4-FFF2-40B4-BE49-F238E27FC236}">
                  <a16:creationId xmlns:a16="http://schemas.microsoft.com/office/drawing/2014/main" id="{4BF711F8-7094-4742-B293-8BDD814E7C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04913" y="2600697"/>
              <a:ext cx="401142" cy="401142"/>
            </a:xfrm>
            <a:prstGeom prst="rect">
              <a:avLst/>
            </a:prstGeom>
          </p:spPr>
        </p:pic>
        <p:pic>
          <p:nvPicPr>
            <p:cNvPr id="165" name="Graphique 164" descr="Utilisateur avec un remplissage uni">
              <a:extLst>
                <a:ext uri="{FF2B5EF4-FFF2-40B4-BE49-F238E27FC236}">
                  <a16:creationId xmlns:a16="http://schemas.microsoft.com/office/drawing/2014/main" id="{7B513DB9-194B-46B8-9F33-1A3793B6D4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05484" y="2830772"/>
              <a:ext cx="401142" cy="401142"/>
            </a:xfrm>
            <a:prstGeom prst="rect">
              <a:avLst/>
            </a:prstGeom>
          </p:spPr>
        </p:pic>
        <p:pic>
          <p:nvPicPr>
            <p:cNvPr id="166" name="Graphique 165" descr="Utilisateur avec un remplissage uni">
              <a:extLst>
                <a:ext uri="{FF2B5EF4-FFF2-40B4-BE49-F238E27FC236}">
                  <a16:creationId xmlns:a16="http://schemas.microsoft.com/office/drawing/2014/main" id="{92DF52BB-A2A6-4811-8AD5-30005AFAD5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04913" y="3403817"/>
              <a:ext cx="401142" cy="401142"/>
            </a:xfrm>
            <a:prstGeom prst="rect">
              <a:avLst/>
            </a:prstGeom>
          </p:spPr>
        </p:pic>
        <p:pic>
          <p:nvPicPr>
            <p:cNvPr id="167" name="Graphique 166" descr="Utilisateur avec un remplissage uni">
              <a:extLst>
                <a:ext uri="{FF2B5EF4-FFF2-40B4-BE49-F238E27FC236}">
                  <a16:creationId xmlns:a16="http://schemas.microsoft.com/office/drawing/2014/main" id="{826C95FE-701D-4808-8CBD-A55200A3FE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65511" y="3383814"/>
              <a:ext cx="401142" cy="401142"/>
            </a:xfrm>
            <a:prstGeom prst="rect">
              <a:avLst/>
            </a:prstGeom>
          </p:spPr>
        </p:pic>
        <p:pic>
          <p:nvPicPr>
            <p:cNvPr id="168" name="Graphique 167" descr="Utilisateur avec un remplissage uni">
              <a:extLst>
                <a:ext uri="{FF2B5EF4-FFF2-40B4-BE49-F238E27FC236}">
                  <a16:creationId xmlns:a16="http://schemas.microsoft.com/office/drawing/2014/main" id="{A33F266E-BB54-4AF9-A0AC-686F72AA5D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70558" y="3440080"/>
              <a:ext cx="401142" cy="401142"/>
            </a:xfrm>
            <a:prstGeom prst="rect">
              <a:avLst/>
            </a:prstGeom>
          </p:spPr>
        </p:pic>
        <p:pic>
          <p:nvPicPr>
            <p:cNvPr id="169" name="Graphique 168" descr="Utilisateur avec un remplissage uni">
              <a:extLst>
                <a:ext uri="{FF2B5EF4-FFF2-40B4-BE49-F238E27FC236}">
                  <a16:creationId xmlns:a16="http://schemas.microsoft.com/office/drawing/2014/main" id="{5B36B9B3-A46D-4293-8803-E5A7204368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14952" y="2788041"/>
              <a:ext cx="401142" cy="401142"/>
            </a:xfrm>
            <a:prstGeom prst="rect">
              <a:avLst/>
            </a:prstGeom>
          </p:spPr>
        </p:pic>
        <p:pic>
          <p:nvPicPr>
            <p:cNvPr id="170" name="Graphique 169" descr="Utilisateur avec un remplissage uni">
              <a:extLst>
                <a:ext uri="{FF2B5EF4-FFF2-40B4-BE49-F238E27FC236}">
                  <a16:creationId xmlns:a16="http://schemas.microsoft.com/office/drawing/2014/main" id="{4EFC8997-8AB6-44FC-89E1-773AD2984A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79719" y="2509970"/>
              <a:ext cx="401142" cy="401142"/>
            </a:xfrm>
            <a:prstGeom prst="rect">
              <a:avLst/>
            </a:prstGeom>
          </p:spPr>
        </p:pic>
      </p:grpSp>
      <p:sp>
        <p:nvSpPr>
          <p:cNvPr id="176" name="ZoneTexte 175">
            <a:extLst>
              <a:ext uri="{FF2B5EF4-FFF2-40B4-BE49-F238E27FC236}">
                <a16:creationId xmlns:a16="http://schemas.microsoft.com/office/drawing/2014/main" id="{88D57B90-1A21-4F15-9979-A54F6E123CA5}"/>
              </a:ext>
            </a:extLst>
          </p:cNvPr>
          <p:cNvSpPr txBox="1"/>
          <p:nvPr/>
        </p:nvSpPr>
        <p:spPr>
          <a:xfrm>
            <a:off x="328155" y="2115191"/>
            <a:ext cx="4806421" cy="369332"/>
          </a:xfrm>
          <a:prstGeom prst="rect">
            <a:avLst/>
          </a:prstGeom>
          <a:noFill/>
        </p:spPr>
        <p:txBody>
          <a:bodyPr wrap="square" rtlCol="0">
            <a:spAutoFit/>
          </a:bodyPr>
          <a:lstStyle/>
          <a:p>
            <a:r>
              <a:rPr lang="en-US" dirty="0"/>
              <a:t>Choose Community architecture :</a:t>
            </a:r>
          </a:p>
        </p:txBody>
      </p:sp>
      <p:sp>
        <p:nvSpPr>
          <p:cNvPr id="177" name="Flèche : bas 176">
            <a:extLst>
              <a:ext uri="{FF2B5EF4-FFF2-40B4-BE49-F238E27FC236}">
                <a16:creationId xmlns:a16="http://schemas.microsoft.com/office/drawing/2014/main" id="{6B6F1702-5C56-4C1C-B0EC-62855029E898}"/>
              </a:ext>
            </a:extLst>
          </p:cNvPr>
          <p:cNvSpPr/>
          <p:nvPr/>
        </p:nvSpPr>
        <p:spPr>
          <a:xfrm>
            <a:off x="337115" y="3914775"/>
            <a:ext cx="741452" cy="5715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Flèche : bas 177">
            <a:extLst>
              <a:ext uri="{FF2B5EF4-FFF2-40B4-BE49-F238E27FC236}">
                <a16:creationId xmlns:a16="http://schemas.microsoft.com/office/drawing/2014/main" id="{656DEFD3-78C3-4A5E-A8B1-4F3E70E5AA04}"/>
              </a:ext>
            </a:extLst>
          </p:cNvPr>
          <p:cNvSpPr/>
          <p:nvPr/>
        </p:nvSpPr>
        <p:spPr>
          <a:xfrm>
            <a:off x="1902789" y="3933123"/>
            <a:ext cx="741452" cy="5715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Flèche : bas 178">
            <a:extLst>
              <a:ext uri="{FF2B5EF4-FFF2-40B4-BE49-F238E27FC236}">
                <a16:creationId xmlns:a16="http://schemas.microsoft.com/office/drawing/2014/main" id="{D30FE93A-65D1-4F2A-8148-63B655ADB6FF}"/>
              </a:ext>
            </a:extLst>
          </p:cNvPr>
          <p:cNvSpPr/>
          <p:nvPr/>
        </p:nvSpPr>
        <p:spPr>
          <a:xfrm>
            <a:off x="3398217" y="3924401"/>
            <a:ext cx="741452" cy="5715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Flèche : bas 179">
            <a:extLst>
              <a:ext uri="{FF2B5EF4-FFF2-40B4-BE49-F238E27FC236}">
                <a16:creationId xmlns:a16="http://schemas.microsoft.com/office/drawing/2014/main" id="{A203583C-BE8E-4A1A-855C-B0AB7D85F3D2}"/>
              </a:ext>
            </a:extLst>
          </p:cNvPr>
          <p:cNvSpPr/>
          <p:nvPr/>
        </p:nvSpPr>
        <p:spPr>
          <a:xfrm>
            <a:off x="4988199" y="3881288"/>
            <a:ext cx="741452" cy="5715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ZoneTexte 180">
            <a:extLst>
              <a:ext uri="{FF2B5EF4-FFF2-40B4-BE49-F238E27FC236}">
                <a16:creationId xmlns:a16="http://schemas.microsoft.com/office/drawing/2014/main" id="{FF7DD428-197F-43DE-9C55-2D1C3F09B5FB}"/>
              </a:ext>
            </a:extLst>
          </p:cNvPr>
          <p:cNvSpPr txBox="1"/>
          <p:nvPr/>
        </p:nvSpPr>
        <p:spPr>
          <a:xfrm>
            <a:off x="-40696" y="4573119"/>
            <a:ext cx="1542964" cy="2308324"/>
          </a:xfrm>
          <a:prstGeom prst="rect">
            <a:avLst/>
          </a:prstGeom>
          <a:noFill/>
        </p:spPr>
        <p:txBody>
          <a:bodyPr wrap="square" rtlCol="0">
            <a:spAutoFit/>
          </a:bodyPr>
          <a:lstStyle/>
          <a:p>
            <a:pPr algn="ctr"/>
            <a:r>
              <a:rPr lang="en-US" sz="1200" dirty="0"/>
              <a:t>Broadcast first</a:t>
            </a:r>
          </a:p>
          <a:p>
            <a:pPr algn="ctr"/>
            <a:endParaRPr lang="en-US" sz="1200" dirty="0"/>
          </a:p>
          <a:p>
            <a:pPr algn="ctr"/>
            <a:r>
              <a:rPr lang="en-US" sz="1200" dirty="0"/>
              <a:t>Ex : Online Fans community</a:t>
            </a:r>
          </a:p>
          <a:p>
            <a:pPr algn="ctr"/>
            <a:endParaRPr lang="en-US" sz="1200" dirty="0"/>
          </a:p>
          <a:p>
            <a:pPr algn="ctr"/>
            <a:r>
              <a:rPr lang="en-US" sz="1200" b="1" dirty="0"/>
              <a:t>Key strategy : </a:t>
            </a:r>
          </a:p>
          <a:p>
            <a:pPr algn="ctr"/>
            <a:r>
              <a:rPr lang="en-US" sz="1200" dirty="0"/>
              <a:t>Efficient mass content</a:t>
            </a:r>
          </a:p>
          <a:p>
            <a:pPr algn="ctr"/>
            <a:endParaRPr lang="en-US" sz="1200" dirty="0"/>
          </a:p>
          <a:p>
            <a:pPr algn="ctr"/>
            <a:r>
              <a:rPr lang="en-US" sz="1200" b="1" dirty="0"/>
              <a:t>Key quality : </a:t>
            </a:r>
          </a:p>
          <a:p>
            <a:pPr algn="ctr"/>
            <a:r>
              <a:rPr lang="en-US" sz="1200" dirty="0"/>
              <a:t>Content production quality</a:t>
            </a:r>
          </a:p>
        </p:txBody>
      </p:sp>
      <p:sp>
        <p:nvSpPr>
          <p:cNvPr id="182" name="ZoneTexte 181">
            <a:extLst>
              <a:ext uri="{FF2B5EF4-FFF2-40B4-BE49-F238E27FC236}">
                <a16:creationId xmlns:a16="http://schemas.microsoft.com/office/drawing/2014/main" id="{C44BE657-F399-4E8B-A5B3-D943E2D74127}"/>
              </a:ext>
            </a:extLst>
          </p:cNvPr>
          <p:cNvSpPr txBox="1"/>
          <p:nvPr/>
        </p:nvSpPr>
        <p:spPr>
          <a:xfrm>
            <a:off x="1684498" y="4573119"/>
            <a:ext cx="1238505" cy="2123658"/>
          </a:xfrm>
          <a:prstGeom prst="rect">
            <a:avLst/>
          </a:prstGeom>
          <a:noFill/>
        </p:spPr>
        <p:txBody>
          <a:bodyPr wrap="square" rtlCol="0">
            <a:spAutoFit/>
          </a:bodyPr>
          <a:lstStyle/>
          <a:p>
            <a:pPr algn="ctr"/>
            <a:r>
              <a:rPr lang="en-US" sz="1200" dirty="0"/>
              <a:t>Order first</a:t>
            </a:r>
          </a:p>
          <a:p>
            <a:pPr algn="ctr"/>
            <a:endParaRPr lang="en-US" sz="1200" dirty="0"/>
          </a:p>
          <a:p>
            <a:pPr algn="ctr"/>
            <a:r>
              <a:rPr lang="en-US" sz="1200" dirty="0"/>
              <a:t>Ex : Religious Order</a:t>
            </a:r>
          </a:p>
          <a:p>
            <a:pPr algn="ctr"/>
            <a:endParaRPr lang="en-US" sz="1200" dirty="0"/>
          </a:p>
          <a:p>
            <a:pPr algn="ctr"/>
            <a:r>
              <a:rPr lang="en-US" sz="1200" b="1" dirty="0"/>
              <a:t>Key strategy : </a:t>
            </a:r>
          </a:p>
          <a:p>
            <a:pPr algn="ctr"/>
            <a:r>
              <a:rPr lang="en-US" sz="1200" dirty="0"/>
              <a:t>Find and Hire Key people</a:t>
            </a:r>
          </a:p>
          <a:p>
            <a:pPr algn="ctr"/>
            <a:endParaRPr lang="en-US" sz="1200" dirty="0"/>
          </a:p>
          <a:p>
            <a:pPr algn="ctr"/>
            <a:r>
              <a:rPr lang="en-US" sz="1200" b="1" dirty="0"/>
              <a:t>Key quality :</a:t>
            </a:r>
          </a:p>
          <a:p>
            <a:pPr algn="ctr"/>
            <a:r>
              <a:rPr lang="en-US" sz="1200" dirty="0"/>
              <a:t>Alignment</a:t>
            </a:r>
          </a:p>
        </p:txBody>
      </p:sp>
      <p:sp>
        <p:nvSpPr>
          <p:cNvPr id="183" name="ZoneTexte 182">
            <a:extLst>
              <a:ext uri="{FF2B5EF4-FFF2-40B4-BE49-F238E27FC236}">
                <a16:creationId xmlns:a16="http://schemas.microsoft.com/office/drawing/2014/main" id="{913788AA-C411-4EA4-A6A5-84958A5DAADA}"/>
              </a:ext>
            </a:extLst>
          </p:cNvPr>
          <p:cNvSpPr txBox="1"/>
          <p:nvPr/>
        </p:nvSpPr>
        <p:spPr>
          <a:xfrm>
            <a:off x="3124568" y="4564713"/>
            <a:ext cx="1487425" cy="2308324"/>
          </a:xfrm>
          <a:prstGeom prst="rect">
            <a:avLst/>
          </a:prstGeom>
          <a:noFill/>
        </p:spPr>
        <p:txBody>
          <a:bodyPr wrap="square" rtlCol="0">
            <a:spAutoFit/>
          </a:bodyPr>
          <a:lstStyle/>
          <a:p>
            <a:pPr algn="ctr"/>
            <a:r>
              <a:rPr lang="en-US" sz="1200" dirty="0"/>
              <a:t>Link first</a:t>
            </a:r>
          </a:p>
          <a:p>
            <a:pPr algn="ctr"/>
            <a:endParaRPr lang="en-US" sz="1200" dirty="0"/>
          </a:p>
          <a:p>
            <a:pPr algn="ctr"/>
            <a:r>
              <a:rPr lang="en-US" sz="1200" dirty="0"/>
              <a:t>Ex : Business network</a:t>
            </a:r>
          </a:p>
          <a:p>
            <a:pPr algn="ctr"/>
            <a:endParaRPr lang="en-US" sz="1200" dirty="0"/>
          </a:p>
          <a:p>
            <a:pPr algn="ctr"/>
            <a:r>
              <a:rPr lang="en-US" sz="1200" b="1" dirty="0"/>
              <a:t>Key strategy : </a:t>
            </a:r>
          </a:p>
          <a:p>
            <a:pPr algn="ctr"/>
            <a:r>
              <a:rPr lang="en-US" sz="1200" dirty="0"/>
              <a:t>Facilitate link building </a:t>
            </a:r>
          </a:p>
          <a:p>
            <a:pPr algn="ctr"/>
            <a:endParaRPr lang="en-US" sz="1200" dirty="0"/>
          </a:p>
          <a:p>
            <a:pPr algn="ctr"/>
            <a:r>
              <a:rPr lang="en-US" sz="1200" b="1" dirty="0"/>
              <a:t>Key quality : </a:t>
            </a:r>
          </a:p>
          <a:p>
            <a:pPr algn="ctr"/>
            <a:r>
              <a:rPr lang="en-US" sz="1200" dirty="0"/>
              <a:t>Connectiveness Graph Knowledge</a:t>
            </a:r>
          </a:p>
        </p:txBody>
      </p:sp>
      <p:sp>
        <p:nvSpPr>
          <p:cNvPr id="184" name="ZoneTexte 183">
            <a:extLst>
              <a:ext uri="{FF2B5EF4-FFF2-40B4-BE49-F238E27FC236}">
                <a16:creationId xmlns:a16="http://schemas.microsoft.com/office/drawing/2014/main" id="{4EF01FF3-1F4A-4321-9451-9AC0DE1FA2AF}"/>
              </a:ext>
            </a:extLst>
          </p:cNvPr>
          <p:cNvSpPr txBox="1"/>
          <p:nvPr/>
        </p:nvSpPr>
        <p:spPr>
          <a:xfrm>
            <a:off x="4675666" y="4545620"/>
            <a:ext cx="1487425" cy="2123658"/>
          </a:xfrm>
          <a:prstGeom prst="rect">
            <a:avLst/>
          </a:prstGeom>
          <a:noFill/>
        </p:spPr>
        <p:txBody>
          <a:bodyPr wrap="square" rtlCol="0">
            <a:spAutoFit/>
          </a:bodyPr>
          <a:lstStyle/>
          <a:p>
            <a:pPr algn="ctr"/>
            <a:r>
              <a:rPr lang="en-US" sz="1200" dirty="0"/>
              <a:t>Focus First</a:t>
            </a:r>
          </a:p>
          <a:p>
            <a:pPr algn="ctr"/>
            <a:endParaRPr lang="en-US" sz="1200" dirty="0"/>
          </a:p>
          <a:p>
            <a:pPr algn="ctr"/>
            <a:r>
              <a:rPr lang="en-US" sz="1200" dirty="0"/>
              <a:t>Ex : Circle of experts</a:t>
            </a:r>
          </a:p>
          <a:p>
            <a:pPr algn="ctr"/>
            <a:endParaRPr lang="en-US" sz="1200" dirty="0"/>
          </a:p>
          <a:p>
            <a:pPr algn="ctr"/>
            <a:r>
              <a:rPr lang="en-US" sz="1200" b="1" dirty="0"/>
              <a:t>Key strategy : </a:t>
            </a:r>
          </a:p>
          <a:p>
            <a:pPr algn="ctr"/>
            <a:r>
              <a:rPr lang="en-US" sz="1200" dirty="0"/>
              <a:t>Increase Local Value &amp; Expertise</a:t>
            </a:r>
          </a:p>
          <a:p>
            <a:pPr algn="ctr"/>
            <a:endParaRPr lang="en-US" sz="1200" dirty="0"/>
          </a:p>
          <a:p>
            <a:pPr algn="ctr"/>
            <a:r>
              <a:rPr lang="en-US" sz="1200" b="1" dirty="0"/>
              <a:t>Key quality : </a:t>
            </a:r>
            <a:r>
              <a:rPr lang="en-US" sz="1200" dirty="0"/>
              <a:t>Regularity</a:t>
            </a:r>
          </a:p>
        </p:txBody>
      </p:sp>
    </p:spTree>
    <p:extLst>
      <p:ext uri="{BB962C8B-B14F-4D97-AF65-F5344CB8AC3E}">
        <p14:creationId xmlns:p14="http://schemas.microsoft.com/office/powerpoint/2010/main" val="149342993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6BCB581-533E-4D0A-9619-45005F572712}"/>
              </a:ext>
            </a:extLst>
          </p:cNvPr>
          <p:cNvSpPr>
            <a:spLocks noGrp="1"/>
          </p:cNvSpPr>
          <p:nvPr>
            <p:ph type="title"/>
          </p:nvPr>
        </p:nvSpPr>
        <p:spPr/>
        <p:txBody>
          <a:bodyPr/>
          <a:lstStyle/>
          <a:p>
            <a:r>
              <a:rPr lang="en-US" dirty="0"/>
              <a:t>The specific case of “Link First” community</a:t>
            </a:r>
          </a:p>
        </p:txBody>
      </p:sp>
      <p:sp>
        <p:nvSpPr>
          <p:cNvPr id="5" name="Espace réservé du texte 4">
            <a:extLst>
              <a:ext uri="{FF2B5EF4-FFF2-40B4-BE49-F238E27FC236}">
                <a16:creationId xmlns:a16="http://schemas.microsoft.com/office/drawing/2014/main" id="{BB6DECDF-6ADF-4679-8745-F07F91F323CA}"/>
              </a:ext>
            </a:extLst>
          </p:cNvPr>
          <p:cNvSpPr>
            <a:spLocks noGrp="1"/>
          </p:cNvSpPr>
          <p:nvPr>
            <p:ph type="body" idx="1"/>
          </p:nvPr>
        </p:nvSpPr>
        <p:spPr/>
        <p:txBody>
          <a:bodyPr/>
          <a:lstStyle/>
          <a:p>
            <a:endParaRPr lang="en-US" dirty="0"/>
          </a:p>
        </p:txBody>
      </p:sp>
      <p:grpSp>
        <p:nvGrpSpPr>
          <p:cNvPr id="6" name="Groupe 5">
            <a:extLst>
              <a:ext uri="{FF2B5EF4-FFF2-40B4-BE49-F238E27FC236}">
                <a16:creationId xmlns:a16="http://schemas.microsoft.com/office/drawing/2014/main" id="{9B8F375D-A8E1-4C5B-9DE0-EBFCD76C5663}"/>
              </a:ext>
            </a:extLst>
          </p:cNvPr>
          <p:cNvGrpSpPr/>
          <p:nvPr/>
        </p:nvGrpSpPr>
        <p:grpSpPr>
          <a:xfrm>
            <a:off x="1208454" y="543870"/>
            <a:ext cx="2944445" cy="2054369"/>
            <a:chOff x="5930169" y="5735666"/>
            <a:chExt cx="1310976" cy="914681"/>
          </a:xfrm>
        </p:grpSpPr>
        <p:pic>
          <p:nvPicPr>
            <p:cNvPr id="7" name="Graphique 6" descr="Utilisateur avec un remplissage uni">
              <a:extLst>
                <a:ext uri="{FF2B5EF4-FFF2-40B4-BE49-F238E27FC236}">
                  <a16:creationId xmlns:a16="http://schemas.microsoft.com/office/drawing/2014/main" id="{9F7E0B14-6C6B-4083-9ECE-5F9E0696BC7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8" name="Graphique 7" descr="Utilisateur avec un remplissage uni">
              <a:extLst>
                <a:ext uri="{FF2B5EF4-FFF2-40B4-BE49-F238E27FC236}">
                  <a16:creationId xmlns:a16="http://schemas.microsoft.com/office/drawing/2014/main" id="{925A9F18-6651-450C-80AF-2A9CA097438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9" name="Graphique 8" descr="Utilisateur avec un remplissage uni">
              <a:extLst>
                <a:ext uri="{FF2B5EF4-FFF2-40B4-BE49-F238E27FC236}">
                  <a16:creationId xmlns:a16="http://schemas.microsoft.com/office/drawing/2014/main" id="{0AF128BB-D934-4D4D-B538-2022EDA6F2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10" name="Graphique 9" descr="Utilisateur avec un remplissage uni">
              <a:extLst>
                <a:ext uri="{FF2B5EF4-FFF2-40B4-BE49-F238E27FC236}">
                  <a16:creationId xmlns:a16="http://schemas.microsoft.com/office/drawing/2014/main" id="{CBBB545D-DFF4-42EA-95E3-9D97CB8E3AB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11" name="Graphique 10" descr="Utilisateur avec un remplissage uni">
              <a:extLst>
                <a:ext uri="{FF2B5EF4-FFF2-40B4-BE49-F238E27FC236}">
                  <a16:creationId xmlns:a16="http://schemas.microsoft.com/office/drawing/2014/main" id="{D7FC6D2C-BBB0-4EA6-AC80-7F492B8C2CE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12" name="Graphique 11" descr="Utilisateur avec un remplissage uni">
              <a:extLst>
                <a:ext uri="{FF2B5EF4-FFF2-40B4-BE49-F238E27FC236}">
                  <a16:creationId xmlns:a16="http://schemas.microsoft.com/office/drawing/2014/main" id="{98BE8B3A-A325-4360-AE85-D88E4B53F0E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13" name="Graphique 12" descr="Utilisateur avec un remplissage uni">
              <a:extLst>
                <a:ext uri="{FF2B5EF4-FFF2-40B4-BE49-F238E27FC236}">
                  <a16:creationId xmlns:a16="http://schemas.microsoft.com/office/drawing/2014/main" id="{681DBC2B-6207-45AC-8D9C-5DB82C6069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14" name="Graphique 13" descr="Utilisateur avec un remplissage uni">
              <a:extLst>
                <a:ext uri="{FF2B5EF4-FFF2-40B4-BE49-F238E27FC236}">
                  <a16:creationId xmlns:a16="http://schemas.microsoft.com/office/drawing/2014/main" id="{9FEA12FC-C98B-4366-B343-1B23AB1D38F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15" name="Graphique 14" descr="Utilisateur avec un remplissage uni">
              <a:extLst>
                <a:ext uri="{FF2B5EF4-FFF2-40B4-BE49-F238E27FC236}">
                  <a16:creationId xmlns:a16="http://schemas.microsoft.com/office/drawing/2014/main" id="{E171B58F-0B23-4620-B794-7D380D04F37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16" name="Graphique 15" descr="Utilisateur avec un remplissage uni">
              <a:extLst>
                <a:ext uri="{FF2B5EF4-FFF2-40B4-BE49-F238E27FC236}">
                  <a16:creationId xmlns:a16="http://schemas.microsoft.com/office/drawing/2014/main" id="{13C679FC-DFFD-44C6-B9A2-53532C91D4F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17" name="Graphique 16" descr="Utilisateur avec un remplissage uni">
              <a:extLst>
                <a:ext uri="{FF2B5EF4-FFF2-40B4-BE49-F238E27FC236}">
                  <a16:creationId xmlns:a16="http://schemas.microsoft.com/office/drawing/2014/main" id="{904DD993-2CCE-4D85-A471-388FF453A0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18" name="Graphique 17" descr="Utilisateur avec un remplissage uni">
              <a:extLst>
                <a:ext uri="{FF2B5EF4-FFF2-40B4-BE49-F238E27FC236}">
                  <a16:creationId xmlns:a16="http://schemas.microsoft.com/office/drawing/2014/main" id="{111334E7-0276-4363-B6FF-9BF34E58E3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19" name="Graphique 18" descr="Utilisateur avec un remplissage uni">
              <a:extLst>
                <a:ext uri="{FF2B5EF4-FFF2-40B4-BE49-F238E27FC236}">
                  <a16:creationId xmlns:a16="http://schemas.microsoft.com/office/drawing/2014/main" id="{51D42D9C-4B13-4116-B789-FED649B127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20" name="Graphique 19" descr="Utilisateur avec un remplissage uni">
              <a:extLst>
                <a:ext uri="{FF2B5EF4-FFF2-40B4-BE49-F238E27FC236}">
                  <a16:creationId xmlns:a16="http://schemas.microsoft.com/office/drawing/2014/main" id="{445ACB38-3981-429D-A633-EFEAFB318E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21" name="Graphique 20" descr="Utilisateur avec un remplissage uni">
              <a:extLst>
                <a:ext uri="{FF2B5EF4-FFF2-40B4-BE49-F238E27FC236}">
                  <a16:creationId xmlns:a16="http://schemas.microsoft.com/office/drawing/2014/main" id="{266CF519-4F06-4EE7-A1D9-CC3FD72265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22" name="Graphique 21" descr="Utilisateur avec un remplissage uni">
              <a:extLst>
                <a:ext uri="{FF2B5EF4-FFF2-40B4-BE49-F238E27FC236}">
                  <a16:creationId xmlns:a16="http://schemas.microsoft.com/office/drawing/2014/main" id="{D127F61C-D3F0-4282-8D17-BEF9BDBFB67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23" name="Graphique 22" descr="Utilisateur avec un remplissage uni">
              <a:extLst>
                <a:ext uri="{FF2B5EF4-FFF2-40B4-BE49-F238E27FC236}">
                  <a16:creationId xmlns:a16="http://schemas.microsoft.com/office/drawing/2014/main" id="{1E461BB3-E802-4C17-8ED2-FB16A29061F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24" name="Connecteur droit 23">
              <a:extLst>
                <a:ext uri="{FF2B5EF4-FFF2-40B4-BE49-F238E27FC236}">
                  <a16:creationId xmlns:a16="http://schemas.microsoft.com/office/drawing/2014/main" id="{A2B8D760-F78A-4DE6-962B-C12DC9C18586}"/>
                </a:ext>
              </a:extLst>
            </p:cNvPr>
            <p:cNvCxnSpPr>
              <a:cxnSpLocks/>
              <a:stCxn id="13" idx="3"/>
              <a:endCxn id="21"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CAE6EDB5-7A53-40BC-8AD8-5DE211160887}"/>
                </a:ext>
              </a:extLst>
            </p:cNvPr>
            <p:cNvCxnSpPr>
              <a:cxnSpLocks/>
              <a:stCxn id="13" idx="3"/>
              <a:endCxn id="14"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24FFFBC7-8712-4D75-9C77-A0E9924BC474}"/>
                </a:ext>
              </a:extLst>
            </p:cNvPr>
            <p:cNvCxnSpPr>
              <a:cxnSpLocks/>
              <a:stCxn id="21" idx="3"/>
              <a:endCxn id="22"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55EE3C6A-D070-4ABC-A6A0-39B30BF3E5F3}"/>
                </a:ext>
              </a:extLst>
            </p:cNvPr>
            <p:cNvCxnSpPr>
              <a:cxnSpLocks/>
              <a:stCxn id="22" idx="3"/>
              <a:endCxn id="7"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17C6BFDE-69C1-46C6-ABF9-D0C85E5535C5}"/>
                </a:ext>
              </a:extLst>
            </p:cNvPr>
            <p:cNvCxnSpPr>
              <a:cxnSpLocks/>
              <a:stCxn id="8" idx="0"/>
              <a:endCxn id="7"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AB14F119-A14E-4518-AD37-73C29CA9CE6F}"/>
                </a:ext>
              </a:extLst>
            </p:cNvPr>
            <p:cNvCxnSpPr>
              <a:cxnSpLocks/>
              <a:stCxn id="15" idx="3"/>
              <a:endCxn id="7"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5133671B-837F-4146-959E-314530E67314}"/>
                </a:ext>
              </a:extLst>
            </p:cNvPr>
            <p:cNvCxnSpPr>
              <a:cxnSpLocks/>
              <a:stCxn id="15" idx="3"/>
              <a:endCxn id="8"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638CC9F6-3A94-44F0-800C-FA1DD3A4B482}"/>
                </a:ext>
              </a:extLst>
            </p:cNvPr>
            <p:cNvCxnSpPr>
              <a:cxnSpLocks/>
              <a:stCxn id="21" idx="3"/>
              <a:endCxn id="17"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CDFCF770-D07E-4BC2-914F-530562D112D0}"/>
                </a:ext>
              </a:extLst>
            </p:cNvPr>
            <p:cNvCxnSpPr>
              <a:cxnSpLocks/>
              <a:stCxn id="15" idx="0"/>
              <a:endCxn id="13"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B216D24A-9915-48E0-99A2-E555B2E9B802}"/>
                </a:ext>
              </a:extLst>
            </p:cNvPr>
            <p:cNvCxnSpPr>
              <a:cxnSpLocks/>
              <a:stCxn id="21" idx="1"/>
              <a:endCxn id="15"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8286FAA0-83EC-46B6-BAD6-1FBD06453F00}"/>
                </a:ext>
              </a:extLst>
            </p:cNvPr>
            <p:cNvCxnSpPr>
              <a:cxnSpLocks/>
              <a:stCxn id="21" idx="3"/>
              <a:endCxn id="7"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C657488C-D1B7-4A4D-8794-CAE2501678A3}"/>
                </a:ext>
              </a:extLst>
            </p:cNvPr>
            <p:cNvCxnSpPr>
              <a:cxnSpLocks/>
              <a:stCxn id="11" idx="1"/>
              <a:endCxn id="23"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126D323A-05B5-401A-912A-6DA07021218B}"/>
                </a:ext>
              </a:extLst>
            </p:cNvPr>
            <p:cNvCxnSpPr>
              <a:cxnSpLocks/>
              <a:stCxn id="14" idx="1"/>
              <a:endCxn id="23"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DDAFF090-368C-43EA-99BE-F9180D100475}"/>
                </a:ext>
              </a:extLst>
            </p:cNvPr>
            <p:cNvCxnSpPr>
              <a:cxnSpLocks/>
              <a:stCxn id="8" idx="1"/>
              <a:endCxn id="11"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FA8FDDF5-0B28-49AA-B5F3-EA9EEB25E1A3}"/>
                </a:ext>
              </a:extLst>
            </p:cNvPr>
            <p:cNvCxnSpPr>
              <a:cxnSpLocks/>
              <a:stCxn id="8" idx="1"/>
              <a:endCxn id="23"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5E1496F3-52E1-4426-A4E4-5FA6C1014822}"/>
                </a:ext>
              </a:extLst>
            </p:cNvPr>
            <p:cNvCxnSpPr>
              <a:cxnSpLocks/>
              <a:stCxn id="14" idx="3"/>
              <a:endCxn id="11"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9A0027DE-0421-455F-A18C-33DB48DFDDC6}"/>
                </a:ext>
              </a:extLst>
            </p:cNvPr>
            <p:cNvCxnSpPr>
              <a:cxnSpLocks/>
              <a:stCxn id="10" idx="2"/>
              <a:endCxn id="9"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1FBA321-2F6F-4439-87F8-B08D858FAEB1}"/>
                </a:ext>
              </a:extLst>
            </p:cNvPr>
            <p:cNvCxnSpPr>
              <a:cxnSpLocks/>
              <a:stCxn id="15" idx="3"/>
              <a:endCxn id="10"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63D0420C-2633-4944-A5F0-09FEFE4F10F2}"/>
                </a:ext>
              </a:extLst>
            </p:cNvPr>
            <p:cNvCxnSpPr>
              <a:cxnSpLocks/>
              <a:stCxn id="10" idx="3"/>
              <a:endCxn id="16"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2501F63F-AB25-4FE0-B73E-529AEBA189F2}"/>
                </a:ext>
              </a:extLst>
            </p:cNvPr>
            <p:cNvCxnSpPr>
              <a:cxnSpLocks/>
              <a:stCxn id="9" idx="0"/>
              <a:endCxn id="16"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B6E86DEF-16CC-492B-9094-E350745FBEE8}"/>
                </a:ext>
              </a:extLst>
            </p:cNvPr>
            <p:cNvCxnSpPr>
              <a:stCxn id="8" idx="3"/>
              <a:endCxn id="12"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414680D4-C16F-42AB-9823-5F9AD00C60D6}"/>
                </a:ext>
              </a:extLst>
            </p:cNvPr>
            <p:cNvCxnSpPr>
              <a:cxnSpLocks/>
              <a:stCxn id="11" idx="3"/>
              <a:endCxn id="9"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63AAA4F-1BC3-44F2-8B99-1C90D90443D1}"/>
                </a:ext>
              </a:extLst>
            </p:cNvPr>
            <p:cNvCxnSpPr>
              <a:cxnSpLocks/>
              <a:stCxn id="9" idx="1"/>
              <a:endCxn id="8"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3131E173-59A0-448F-AA0C-9F769EC2404B}"/>
                </a:ext>
              </a:extLst>
            </p:cNvPr>
            <p:cNvCxnSpPr>
              <a:cxnSpLocks/>
              <a:stCxn id="19" idx="2"/>
              <a:endCxn id="12"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1C859DFA-C7FB-44A0-B89B-DF96A59A948E}"/>
                </a:ext>
              </a:extLst>
            </p:cNvPr>
            <p:cNvCxnSpPr>
              <a:stCxn id="20" idx="0"/>
              <a:endCxn id="16"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9" name="Connecteur droit 48">
              <a:extLst>
                <a:ext uri="{FF2B5EF4-FFF2-40B4-BE49-F238E27FC236}">
                  <a16:creationId xmlns:a16="http://schemas.microsoft.com/office/drawing/2014/main" id="{E74EC9FC-023B-4F23-B9C0-AAFF9270B6E6}"/>
                </a:ext>
              </a:extLst>
            </p:cNvPr>
            <p:cNvCxnSpPr>
              <a:cxnSpLocks/>
              <a:stCxn id="16" idx="2"/>
              <a:endCxn id="18"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E866A302-599E-4DE4-AFBE-E9B1A44B8B5E}"/>
                </a:ext>
              </a:extLst>
            </p:cNvPr>
            <p:cNvCxnSpPr>
              <a:cxnSpLocks/>
              <a:stCxn id="22" idx="2"/>
              <a:endCxn id="18"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59B424CC-3DCD-4FBE-8B31-96D2535E98FB}"/>
                </a:ext>
              </a:extLst>
            </p:cNvPr>
            <p:cNvCxnSpPr>
              <a:cxnSpLocks/>
              <a:stCxn id="18" idx="0"/>
              <a:endCxn id="20"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2" name="Connecteur droit 51">
              <a:extLst>
                <a:ext uri="{FF2B5EF4-FFF2-40B4-BE49-F238E27FC236}">
                  <a16:creationId xmlns:a16="http://schemas.microsoft.com/office/drawing/2014/main" id="{D7492B88-15C9-46B4-AEFC-95107F98A289}"/>
                </a:ext>
              </a:extLst>
            </p:cNvPr>
            <p:cNvCxnSpPr>
              <a:cxnSpLocks/>
              <a:stCxn id="19" idx="2"/>
              <a:endCxn id="9"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6238105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e 63">
            <a:extLst>
              <a:ext uri="{FF2B5EF4-FFF2-40B4-BE49-F238E27FC236}">
                <a16:creationId xmlns:a16="http://schemas.microsoft.com/office/drawing/2014/main" id="{6198B55A-195B-458E-A2FC-21A64850348D}"/>
              </a:ext>
            </a:extLst>
          </p:cNvPr>
          <p:cNvGrpSpPr/>
          <p:nvPr/>
        </p:nvGrpSpPr>
        <p:grpSpPr>
          <a:xfrm>
            <a:off x="1173630" y="2305699"/>
            <a:ext cx="1505851" cy="1449775"/>
            <a:chOff x="10205909" y="2492666"/>
            <a:chExt cx="1400717" cy="1348556"/>
          </a:xfrm>
        </p:grpSpPr>
        <p:grpSp>
          <p:nvGrpSpPr>
            <p:cNvPr id="65" name="Groupe 64">
              <a:extLst>
                <a:ext uri="{FF2B5EF4-FFF2-40B4-BE49-F238E27FC236}">
                  <a16:creationId xmlns:a16="http://schemas.microsoft.com/office/drawing/2014/main" id="{42751938-052C-4D07-A839-54574F23C161}"/>
                </a:ext>
              </a:extLst>
            </p:cNvPr>
            <p:cNvGrpSpPr/>
            <p:nvPr/>
          </p:nvGrpSpPr>
          <p:grpSpPr>
            <a:xfrm>
              <a:off x="10205909" y="2492666"/>
              <a:ext cx="1382273" cy="1216510"/>
              <a:chOff x="5882851" y="2722176"/>
              <a:chExt cx="646223" cy="568728"/>
            </a:xfrm>
          </p:grpSpPr>
          <p:sp>
            <p:nvSpPr>
              <p:cNvPr id="73" name="Ellipse 72">
                <a:extLst>
                  <a:ext uri="{FF2B5EF4-FFF2-40B4-BE49-F238E27FC236}">
                    <a16:creationId xmlns:a16="http://schemas.microsoft.com/office/drawing/2014/main" id="{73E3D13F-DE27-447B-A7F3-01D8DFA297B3}"/>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Graphique 73" descr="Utilisateur avec un remplissage uni">
                <a:extLst>
                  <a:ext uri="{FF2B5EF4-FFF2-40B4-BE49-F238E27FC236}">
                    <a16:creationId xmlns:a16="http://schemas.microsoft.com/office/drawing/2014/main" id="{E30B42BB-97FC-4211-A27F-7C4ADB0586E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82851" y="3028701"/>
                <a:ext cx="187537" cy="187537"/>
              </a:xfrm>
              <a:prstGeom prst="rect">
                <a:avLst/>
              </a:prstGeom>
            </p:spPr>
          </p:pic>
          <p:pic>
            <p:nvPicPr>
              <p:cNvPr id="75" name="Graphique 74" descr="Utilisateur avec un remplissage uni">
                <a:extLst>
                  <a:ext uri="{FF2B5EF4-FFF2-40B4-BE49-F238E27FC236}">
                    <a16:creationId xmlns:a16="http://schemas.microsoft.com/office/drawing/2014/main" id="{B0DDEC33-E6E0-4B3F-9B7F-52729B509D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8335" y="2722176"/>
                <a:ext cx="187537" cy="187537"/>
              </a:xfrm>
              <a:prstGeom prst="rect">
                <a:avLst/>
              </a:prstGeom>
            </p:spPr>
          </p:pic>
          <p:pic>
            <p:nvPicPr>
              <p:cNvPr id="76" name="Graphique 75" descr="Utilisateur avec un remplissage uni">
                <a:extLst>
                  <a:ext uri="{FF2B5EF4-FFF2-40B4-BE49-F238E27FC236}">
                    <a16:creationId xmlns:a16="http://schemas.microsoft.com/office/drawing/2014/main" id="{D09674CB-9788-44EB-8FD1-488809100F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1537" y="3034959"/>
                <a:ext cx="187537" cy="187537"/>
              </a:xfrm>
              <a:prstGeom prst="rect">
                <a:avLst/>
              </a:prstGeom>
            </p:spPr>
          </p:pic>
        </p:grpSp>
        <p:pic>
          <p:nvPicPr>
            <p:cNvPr id="66" name="Graphique 65" descr="Utilisateur avec un remplissage uni">
              <a:extLst>
                <a:ext uri="{FF2B5EF4-FFF2-40B4-BE49-F238E27FC236}">
                  <a16:creationId xmlns:a16="http://schemas.microsoft.com/office/drawing/2014/main" id="{C27320C6-2952-4E5F-97BE-85A94220F8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2600697"/>
              <a:ext cx="401142" cy="401142"/>
            </a:xfrm>
            <a:prstGeom prst="rect">
              <a:avLst/>
            </a:prstGeom>
          </p:spPr>
        </p:pic>
        <p:pic>
          <p:nvPicPr>
            <p:cNvPr id="67" name="Graphique 66" descr="Utilisateur avec un remplissage uni">
              <a:extLst>
                <a:ext uri="{FF2B5EF4-FFF2-40B4-BE49-F238E27FC236}">
                  <a16:creationId xmlns:a16="http://schemas.microsoft.com/office/drawing/2014/main" id="{7B3B80A1-E0F4-4EE6-B2F3-B29BA3B9A3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05484" y="2830772"/>
              <a:ext cx="401142" cy="401142"/>
            </a:xfrm>
            <a:prstGeom prst="rect">
              <a:avLst/>
            </a:prstGeom>
          </p:spPr>
        </p:pic>
        <p:pic>
          <p:nvPicPr>
            <p:cNvPr id="68" name="Graphique 67" descr="Utilisateur avec un remplissage uni">
              <a:extLst>
                <a:ext uri="{FF2B5EF4-FFF2-40B4-BE49-F238E27FC236}">
                  <a16:creationId xmlns:a16="http://schemas.microsoft.com/office/drawing/2014/main" id="{B83A92D0-6A89-4267-879A-6B8FD28530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3403817"/>
              <a:ext cx="401142" cy="401142"/>
            </a:xfrm>
            <a:prstGeom prst="rect">
              <a:avLst/>
            </a:prstGeom>
          </p:spPr>
        </p:pic>
        <p:pic>
          <p:nvPicPr>
            <p:cNvPr id="69" name="Graphique 68" descr="Utilisateur avec un remplissage uni">
              <a:extLst>
                <a:ext uri="{FF2B5EF4-FFF2-40B4-BE49-F238E27FC236}">
                  <a16:creationId xmlns:a16="http://schemas.microsoft.com/office/drawing/2014/main" id="{93375F8F-10DD-4A7B-BEAF-FEB14FA2BAC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65511" y="3383814"/>
              <a:ext cx="401142" cy="401142"/>
            </a:xfrm>
            <a:prstGeom prst="rect">
              <a:avLst/>
            </a:prstGeom>
          </p:spPr>
        </p:pic>
        <p:pic>
          <p:nvPicPr>
            <p:cNvPr id="70" name="Graphique 69" descr="Utilisateur avec un remplissage uni">
              <a:extLst>
                <a:ext uri="{FF2B5EF4-FFF2-40B4-BE49-F238E27FC236}">
                  <a16:creationId xmlns:a16="http://schemas.microsoft.com/office/drawing/2014/main" id="{E894FF30-F8E7-4040-B2FB-1491CB7AF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0558" y="3440080"/>
              <a:ext cx="401142" cy="401142"/>
            </a:xfrm>
            <a:prstGeom prst="rect">
              <a:avLst/>
            </a:prstGeom>
          </p:spPr>
        </p:pic>
        <p:pic>
          <p:nvPicPr>
            <p:cNvPr id="71" name="Graphique 70" descr="Utilisateur avec un remplissage uni">
              <a:extLst>
                <a:ext uri="{FF2B5EF4-FFF2-40B4-BE49-F238E27FC236}">
                  <a16:creationId xmlns:a16="http://schemas.microsoft.com/office/drawing/2014/main" id="{C10EEF56-0EEF-4678-B001-202782C448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14952" y="2788041"/>
              <a:ext cx="401142" cy="401142"/>
            </a:xfrm>
            <a:prstGeom prst="rect">
              <a:avLst/>
            </a:prstGeom>
          </p:spPr>
        </p:pic>
        <p:pic>
          <p:nvPicPr>
            <p:cNvPr id="72" name="Graphique 71" descr="Utilisateur avec un remplissage uni">
              <a:extLst>
                <a:ext uri="{FF2B5EF4-FFF2-40B4-BE49-F238E27FC236}">
                  <a16:creationId xmlns:a16="http://schemas.microsoft.com/office/drawing/2014/main" id="{A802CC68-C83E-4A25-9ECF-66D69B5D37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79719" y="2509970"/>
              <a:ext cx="401142" cy="401142"/>
            </a:xfrm>
            <a:prstGeom prst="rect">
              <a:avLst/>
            </a:prstGeom>
          </p:spPr>
        </p:pic>
      </p:grpSp>
      <p:grpSp>
        <p:nvGrpSpPr>
          <p:cNvPr id="17" name="Groupe 16">
            <a:extLst>
              <a:ext uri="{FF2B5EF4-FFF2-40B4-BE49-F238E27FC236}">
                <a16:creationId xmlns:a16="http://schemas.microsoft.com/office/drawing/2014/main" id="{2BCF43C1-F786-49C4-BF49-EE7E8F3C1341}"/>
              </a:ext>
            </a:extLst>
          </p:cNvPr>
          <p:cNvGrpSpPr/>
          <p:nvPr/>
        </p:nvGrpSpPr>
        <p:grpSpPr>
          <a:xfrm>
            <a:off x="282923" y="3430157"/>
            <a:ext cx="3971320" cy="2770830"/>
            <a:chOff x="5930169" y="5735666"/>
            <a:chExt cx="1310976" cy="914681"/>
          </a:xfrm>
        </p:grpSpPr>
        <p:pic>
          <p:nvPicPr>
            <p:cNvPr id="18" name="Graphique 17" descr="Utilisateur avec un remplissage uni">
              <a:extLst>
                <a:ext uri="{FF2B5EF4-FFF2-40B4-BE49-F238E27FC236}">
                  <a16:creationId xmlns:a16="http://schemas.microsoft.com/office/drawing/2014/main" id="{564062F4-72CD-439B-BCC2-5E289021D6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19" name="Graphique 18" descr="Utilisateur avec un remplissage uni">
              <a:extLst>
                <a:ext uri="{FF2B5EF4-FFF2-40B4-BE49-F238E27FC236}">
                  <a16:creationId xmlns:a16="http://schemas.microsoft.com/office/drawing/2014/main" id="{E3931FD7-0519-482B-B9B5-9DA29EA9586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20" name="Graphique 19" descr="Utilisateur avec un remplissage uni">
              <a:extLst>
                <a:ext uri="{FF2B5EF4-FFF2-40B4-BE49-F238E27FC236}">
                  <a16:creationId xmlns:a16="http://schemas.microsoft.com/office/drawing/2014/main" id="{B90A38D2-1FE5-44F0-A568-11332C126C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21" name="Graphique 20" descr="Utilisateur avec un remplissage uni">
              <a:extLst>
                <a:ext uri="{FF2B5EF4-FFF2-40B4-BE49-F238E27FC236}">
                  <a16:creationId xmlns:a16="http://schemas.microsoft.com/office/drawing/2014/main" id="{A3DAD854-8A17-4755-8E8B-B1BDF021C40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22" name="Graphique 21" descr="Utilisateur avec un remplissage uni">
              <a:extLst>
                <a:ext uri="{FF2B5EF4-FFF2-40B4-BE49-F238E27FC236}">
                  <a16:creationId xmlns:a16="http://schemas.microsoft.com/office/drawing/2014/main" id="{CD80E560-478D-41D0-A178-D433C01351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23" name="Graphique 22" descr="Utilisateur avec un remplissage uni">
              <a:extLst>
                <a:ext uri="{FF2B5EF4-FFF2-40B4-BE49-F238E27FC236}">
                  <a16:creationId xmlns:a16="http://schemas.microsoft.com/office/drawing/2014/main" id="{E775525F-D985-4136-83D6-03D20C5770C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24" name="Graphique 23" descr="Utilisateur avec un remplissage uni">
              <a:extLst>
                <a:ext uri="{FF2B5EF4-FFF2-40B4-BE49-F238E27FC236}">
                  <a16:creationId xmlns:a16="http://schemas.microsoft.com/office/drawing/2014/main" id="{0B685025-9C63-4ECB-BD21-E6D7610554A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25" name="Graphique 24" descr="Utilisateur avec un remplissage uni">
              <a:extLst>
                <a:ext uri="{FF2B5EF4-FFF2-40B4-BE49-F238E27FC236}">
                  <a16:creationId xmlns:a16="http://schemas.microsoft.com/office/drawing/2014/main" id="{D94C8D8B-5770-4205-8038-79CC493DF4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26" name="Graphique 25" descr="Utilisateur avec un remplissage uni">
              <a:extLst>
                <a:ext uri="{FF2B5EF4-FFF2-40B4-BE49-F238E27FC236}">
                  <a16:creationId xmlns:a16="http://schemas.microsoft.com/office/drawing/2014/main" id="{0828D1DE-A618-4C94-A3D1-AC344854A8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27" name="Graphique 26" descr="Utilisateur avec un remplissage uni">
              <a:extLst>
                <a:ext uri="{FF2B5EF4-FFF2-40B4-BE49-F238E27FC236}">
                  <a16:creationId xmlns:a16="http://schemas.microsoft.com/office/drawing/2014/main" id="{D7E90F5E-E211-41CE-97CF-AFF8DCE8872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28" name="Graphique 27" descr="Utilisateur avec un remplissage uni">
              <a:extLst>
                <a:ext uri="{FF2B5EF4-FFF2-40B4-BE49-F238E27FC236}">
                  <a16:creationId xmlns:a16="http://schemas.microsoft.com/office/drawing/2014/main" id="{F170CDBA-CF92-4288-B681-726448D657C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29" name="Graphique 28" descr="Utilisateur avec un remplissage uni">
              <a:extLst>
                <a:ext uri="{FF2B5EF4-FFF2-40B4-BE49-F238E27FC236}">
                  <a16:creationId xmlns:a16="http://schemas.microsoft.com/office/drawing/2014/main" id="{712CD263-379B-445A-9F12-15F3829D40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30" name="Graphique 29" descr="Utilisateur avec un remplissage uni">
              <a:extLst>
                <a:ext uri="{FF2B5EF4-FFF2-40B4-BE49-F238E27FC236}">
                  <a16:creationId xmlns:a16="http://schemas.microsoft.com/office/drawing/2014/main" id="{029AFFE4-7CB1-4683-86E7-74D837AD755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31" name="Graphique 30" descr="Utilisateur avec un remplissage uni">
              <a:extLst>
                <a:ext uri="{FF2B5EF4-FFF2-40B4-BE49-F238E27FC236}">
                  <a16:creationId xmlns:a16="http://schemas.microsoft.com/office/drawing/2014/main" id="{E196256B-88BB-4D9F-A670-55F3AA5E18B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32" name="Graphique 31" descr="Utilisateur avec un remplissage uni">
              <a:extLst>
                <a:ext uri="{FF2B5EF4-FFF2-40B4-BE49-F238E27FC236}">
                  <a16:creationId xmlns:a16="http://schemas.microsoft.com/office/drawing/2014/main" id="{FED8DAAC-29A2-4FB6-B791-33DB38C1360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33" name="Graphique 32" descr="Utilisateur avec un remplissage uni">
              <a:extLst>
                <a:ext uri="{FF2B5EF4-FFF2-40B4-BE49-F238E27FC236}">
                  <a16:creationId xmlns:a16="http://schemas.microsoft.com/office/drawing/2014/main" id="{CFBA0A1A-7687-44DB-8197-3B9AD8FDD8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34" name="Graphique 33" descr="Utilisateur avec un remplissage uni">
              <a:extLst>
                <a:ext uri="{FF2B5EF4-FFF2-40B4-BE49-F238E27FC236}">
                  <a16:creationId xmlns:a16="http://schemas.microsoft.com/office/drawing/2014/main" id="{AC37CA8A-D17D-46EB-A496-A603C9F709D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35" name="Connecteur droit 34">
              <a:extLst>
                <a:ext uri="{FF2B5EF4-FFF2-40B4-BE49-F238E27FC236}">
                  <a16:creationId xmlns:a16="http://schemas.microsoft.com/office/drawing/2014/main" id="{2FF82AC7-0EB9-4077-81DC-C013242B9459}"/>
                </a:ext>
              </a:extLst>
            </p:cNvPr>
            <p:cNvCxnSpPr>
              <a:cxnSpLocks/>
              <a:stCxn id="24" idx="3"/>
              <a:endCxn id="3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4E676D81-299D-4B97-82C4-D3B91A7CF8F6}"/>
                </a:ext>
              </a:extLst>
            </p:cNvPr>
            <p:cNvCxnSpPr>
              <a:cxnSpLocks/>
              <a:stCxn id="24" idx="3"/>
              <a:endCxn id="25"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632F9E9A-C8F8-4C08-B890-6227F1A1A1AA}"/>
                </a:ext>
              </a:extLst>
            </p:cNvPr>
            <p:cNvCxnSpPr>
              <a:cxnSpLocks/>
              <a:stCxn id="32" idx="3"/>
              <a:endCxn id="3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B34C50DA-9817-4E70-BDBB-69FF021DBB30}"/>
                </a:ext>
              </a:extLst>
            </p:cNvPr>
            <p:cNvCxnSpPr>
              <a:cxnSpLocks/>
              <a:stCxn id="33" idx="3"/>
              <a:endCxn id="18"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50FEFE03-FDD2-413C-A1D2-24FA2F35C3A2}"/>
                </a:ext>
              </a:extLst>
            </p:cNvPr>
            <p:cNvCxnSpPr>
              <a:cxnSpLocks/>
              <a:stCxn id="19" idx="0"/>
              <a:endCxn id="18"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FC7A8948-2F80-4AA9-8C52-37EA19AA6663}"/>
                </a:ext>
              </a:extLst>
            </p:cNvPr>
            <p:cNvCxnSpPr>
              <a:cxnSpLocks/>
              <a:stCxn id="26" idx="3"/>
              <a:endCxn id="18"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6E540D8D-67D3-4973-972E-D3E54821BA70}"/>
                </a:ext>
              </a:extLst>
            </p:cNvPr>
            <p:cNvCxnSpPr>
              <a:cxnSpLocks/>
              <a:stCxn id="26" idx="3"/>
              <a:endCxn id="19"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AD5BED75-7829-4997-8EF0-6EB3988C504B}"/>
                </a:ext>
              </a:extLst>
            </p:cNvPr>
            <p:cNvCxnSpPr>
              <a:cxnSpLocks/>
              <a:stCxn id="32" idx="3"/>
              <a:endCxn id="2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268DB64F-12D0-4D81-B95C-26FE1DF0784B}"/>
                </a:ext>
              </a:extLst>
            </p:cNvPr>
            <p:cNvCxnSpPr>
              <a:cxnSpLocks/>
              <a:stCxn id="26" idx="0"/>
              <a:endCxn id="24"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D9B949ED-D071-4D86-890A-3B4D25E40CF3}"/>
                </a:ext>
              </a:extLst>
            </p:cNvPr>
            <p:cNvCxnSpPr>
              <a:cxnSpLocks/>
              <a:stCxn id="32" idx="1"/>
              <a:endCxn id="26"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3F4F994F-C5D5-4193-9B53-59EDBD5749CD}"/>
                </a:ext>
              </a:extLst>
            </p:cNvPr>
            <p:cNvCxnSpPr>
              <a:cxnSpLocks/>
              <a:stCxn id="32" idx="3"/>
              <a:endCxn id="18"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FE6A3AD3-A11D-4B8C-A1A0-AA52FBE33B13}"/>
                </a:ext>
              </a:extLst>
            </p:cNvPr>
            <p:cNvCxnSpPr>
              <a:cxnSpLocks/>
              <a:stCxn id="22" idx="1"/>
              <a:endCxn id="3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F3278A6C-0EFB-4EE7-BB07-0A5D25A82158}"/>
                </a:ext>
              </a:extLst>
            </p:cNvPr>
            <p:cNvCxnSpPr>
              <a:cxnSpLocks/>
              <a:stCxn id="25" idx="1"/>
              <a:endCxn id="3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3F3C47A5-641D-43BB-B3C8-F21ABD52EE60}"/>
                </a:ext>
              </a:extLst>
            </p:cNvPr>
            <p:cNvCxnSpPr>
              <a:cxnSpLocks/>
              <a:stCxn id="19" idx="1"/>
              <a:endCxn id="22"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Connecteur droit 48">
              <a:extLst>
                <a:ext uri="{FF2B5EF4-FFF2-40B4-BE49-F238E27FC236}">
                  <a16:creationId xmlns:a16="http://schemas.microsoft.com/office/drawing/2014/main" id="{39C62E8A-077F-4305-BBD2-2AD8BE7C658C}"/>
                </a:ext>
              </a:extLst>
            </p:cNvPr>
            <p:cNvCxnSpPr>
              <a:cxnSpLocks/>
              <a:stCxn id="19" idx="1"/>
              <a:endCxn id="3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1424020-44D6-498B-996E-CBBA64469302}"/>
                </a:ext>
              </a:extLst>
            </p:cNvPr>
            <p:cNvCxnSpPr>
              <a:cxnSpLocks/>
              <a:stCxn id="25" idx="3"/>
              <a:endCxn id="22"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F444446E-B10F-4443-B202-D6213E67351D}"/>
                </a:ext>
              </a:extLst>
            </p:cNvPr>
            <p:cNvCxnSpPr>
              <a:cxnSpLocks/>
              <a:stCxn id="21" idx="2"/>
              <a:endCxn id="20"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2" name="Connecteur droit 51">
              <a:extLst>
                <a:ext uri="{FF2B5EF4-FFF2-40B4-BE49-F238E27FC236}">
                  <a16:creationId xmlns:a16="http://schemas.microsoft.com/office/drawing/2014/main" id="{83C75CB0-A7A0-4760-9C25-CECAE1850A66}"/>
                </a:ext>
              </a:extLst>
            </p:cNvPr>
            <p:cNvCxnSpPr>
              <a:cxnSpLocks/>
              <a:stCxn id="26" idx="3"/>
              <a:endCxn id="21"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70579416-0A70-4D12-A298-EDDE4BF63C6B}"/>
                </a:ext>
              </a:extLst>
            </p:cNvPr>
            <p:cNvCxnSpPr>
              <a:cxnSpLocks/>
              <a:stCxn id="21" idx="3"/>
              <a:endCxn id="2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D70ACC26-E2A8-48A7-AA7A-55E16C5BC401}"/>
                </a:ext>
              </a:extLst>
            </p:cNvPr>
            <p:cNvCxnSpPr>
              <a:cxnSpLocks/>
              <a:stCxn id="20" idx="0"/>
              <a:endCxn id="2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B7FA6A0B-2EEF-4D92-ABB1-D62319E43941}"/>
                </a:ext>
              </a:extLst>
            </p:cNvPr>
            <p:cNvCxnSpPr>
              <a:stCxn id="19" idx="3"/>
              <a:endCxn id="23"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30AA9F47-5E72-4D0F-A9CC-778D2DAD804B}"/>
                </a:ext>
              </a:extLst>
            </p:cNvPr>
            <p:cNvCxnSpPr>
              <a:cxnSpLocks/>
              <a:stCxn id="22" idx="3"/>
              <a:endCxn id="20"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4795B29C-DB67-4596-909A-C80F5FB26F5C}"/>
                </a:ext>
              </a:extLst>
            </p:cNvPr>
            <p:cNvCxnSpPr>
              <a:cxnSpLocks/>
              <a:stCxn id="20" idx="1"/>
              <a:endCxn id="19"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5CA9F6CD-5533-42B7-981E-4EEEE5E9C230}"/>
                </a:ext>
              </a:extLst>
            </p:cNvPr>
            <p:cNvCxnSpPr>
              <a:cxnSpLocks/>
              <a:stCxn id="30" idx="2"/>
              <a:endCxn id="23"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D45F6E7B-C9DA-42FB-BD88-83A22D1CE5E6}"/>
                </a:ext>
              </a:extLst>
            </p:cNvPr>
            <p:cNvCxnSpPr>
              <a:stCxn id="31" idx="0"/>
              <a:endCxn id="2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0" name="Connecteur droit 59">
              <a:extLst>
                <a:ext uri="{FF2B5EF4-FFF2-40B4-BE49-F238E27FC236}">
                  <a16:creationId xmlns:a16="http://schemas.microsoft.com/office/drawing/2014/main" id="{6E9E0CDF-F336-4EFB-BFE0-5DDD1E87306F}"/>
                </a:ext>
              </a:extLst>
            </p:cNvPr>
            <p:cNvCxnSpPr>
              <a:cxnSpLocks/>
              <a:stCxn id="27" idx="2"/>
              <a:endCxn id="2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D83E9313-6EB2-4887-BD4C-0D4BDA2F0AAD}"/>
                </a:ext>
              </a:extLst>
            </p:cNvPr>
            <p:cNvCxnSpPr>
              <a:cxnSpLocks/>
              <a:stCxn id="33" idx="2"/>
              <a:endCxn id="2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749E8897-9940-4EE9-B0C7-E74E479BF1C9}"/>
                </a:ext>
              </a:extLst>
            </p:cNvPr>
            <p:cNvCxnSpPr>
              <a:cxnSpLocks/>
              <a:stCxn id="29" idx="0"/>
              <a:endCxn id="3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5FD552C6-AE15-4B42-ADB1-F645F73EEEA1}"/>
                </a:ext>
              </a:extLst>
            </p:cNvPr>
            <p:cNvCxnSpPr>
              <a:cxnSpLocks/>
              <a:stCxn id="30" idx="2"/>
              <a:endCxn id="20"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4340D029-EDF2-4E58-848A-6F4B459A7127}"/>
              </a:ext>
            </a:extLst>
          </p:cNvPr>
          <p:cNvSpPr>
            <a:spLocks noGrp="1"/>
          </p:cNvSpPr>
          <p:nvPr>
            <p:ph type="title"/>
          </p:nvPr>
        </p:nvSpPr>
        <p:spPr>
          <a:xfrm>
            <a:off x="867918" y="510551"/>
            <a:ext cx="10168128" cy="1179576"/>
          </a:xfrm>
        </p:spPr>
        <p:txBody>
          <a:bodyPr>
            <a:normAutofit fontScale="90000"/>
          </a:bodyPr>
          <a:lstStyle/>
          <a:p>
            <a:r>
              <a:rPr lang="en-US" dirty="0"/>
              <a:t>Step 2B : Identify Community People Graph</a:t>
            </a:r>
          </a:p>
        </p:txBody>
      </p:sp>
      <p:pic>
        <p:nvPicPr>
          <p:cNvPr id="10" name="Espace réservé du contenu 9">
            <a:extLst>
              <a:ext uri="{FF2B5EF4-FFF2-40B4-BE49-F238E27FC236}">
                <a16:creationId xmlns:a16="http://schemas.microsoft.com/office/drawing/2014/main" id="{F0A47EA6-3360-495A-8094-16AADCA4C6C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335364" y="5078334"/>
            <a:ext cx="463887" cy="463887"/>
          </a:xfrm>
        </p:spPr>
      </p:pic>
      <p:pic>
        <p:nvPicPr>
          <p:cNvPr id="4" name="Image 3">
            <a:extLst>
              <a:ext uri="{FF2B5EF4-FFF2-40B4-BE49-F238E27FC236}">
                <a16:creationId xmlns:a16="http://schemas.microsoft.com/office/drawing/2014/main" id="{2C13039C-F11E-4637-B84F-EA325AB276F4}"/>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24895" y="3765613"/>
            <a:ext cx="583321" cy="583321"/>
          </a:xfrm>
          <a:prstGeom prst="rect">
            <a:avLst/>
          </a:prstGeom>
        </p:spPr>
      </p:pic>
      <p:pic>
        <p:nvPicPr>
          <p:cNvPr id="6" name="Image 5" descr="Une image contenant homme, personne, mur, verres&#10;&#10;Description générée automatiquement">
            <a:extLst>
              <a:ext uri="{FF2B5EF4-FFF2-40B4-BE49-F238E27FC236}">
                <a16:creationId xmlns:a16="http://schemas.microsoft.com/office/drawing/2014/main" id="{7EED10B9-6F4A-460B-A1F8-09F42C24D62D}"/>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2133649" y="4554911"/>
            <a:ext cx="509726" cy="509726"/>
          </a:xfrm>
          <a:prstGeom prst="rect">
            <a:avLst/>
          </a:prstGeom>
        </p:spPr>
      </p:pic>
      <p:pic>
        <p:nvPicPr>
          <p:cNvPr id="7" name="Image 6" descr="Une image contenant personne, femme, herbe, extérieur&#10;&#10;Description générée automatiquement">
            <a:extLst>
              <a:ext uri="{FF2B5EF4-FFF2-40B4-BE49-F238E27FC236}">
                <a16:creationId xmlns:a16="http://schemas.microsoft.com/office/drawing/2014/main" id="{37A7224E-D142-4E1C-AA63-F907EC49E6FC}"/>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191568" y="4905241"/>
            <a:ext cx="593827" cy="593827"/>
          </a:xfrm>
          <a:prstGeom prst="rect">
            <a:avLst/>
          </a:prstGeom>
        </p:spPr>
      </p:pic>
      <p:pic>
        <p:nvPicPr>
          <p:cNvPr id="8" name="Image 7" descr="Une image contenant personne, extérieur, verres, souriant&#10;&#10;Description générée automatiquement">
            <a:extLst>
              <a:ext uri="{FF2B5EF4-FFF2-40B4-BE49-F238E27FC236}">
                <a16:creationId xmlns:a16="http://schemas.microsoft.com/office/drawing/2014/main" id="{E2695D50-AA1B-4D93-915B-E745C5425EE6}"/>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1651093" y="3355684"/>
            <a:ext cx="550927" cy="550927"/>
          </a:xfrm>
          <a:prstGeom prst="rect">
            <a:avLst/>
          </a:prstGeom>
        </p:spPr>
      </p:pic>
      <p:pic>
        <p:nvPicPr>
          <p:cNvPr id="16" name="Image 15">
            <a:extLst>
              <a:ext uri="{FF2B5EF4-FFF2-40B4-BE49-F238E27FC236}">
                <a16:creationId xmlns:a16="http://schemas.microsoft.com/office/drawing/2014/main" id="{7EE82242-A886-4E7F-B434-FC152D197523}"/>
              </a:ext>
            </a:extLst>
          </p:cNvPr>
          <p:cNvPicPr>
            <a:picLocks noChangeAspect="1"/>
          </p:cNvPicPr>
          <p:nvPr/>
        </p:nvPicPr>
        <p:blipFill>
          <a:blip r:embed="rId9"/>
          <a:stretch>
            <a:fillRect/>
          </a:stretch>
        </p:blipFill>
        <p:spPr>
          <a:xfrm>
            <a:off x="1370775" y="5687879"/>
            <a:ext cx="668859" cy="659570"/>
          </a:xfrm>
          <a:prstGeom prst="rect">
            <a:avLst/>
          </a:prstGeom>
        </p:spPr>
      </p:pic>
      <p:grpSp>
        <p:nvGrpSpPr>
          <p:cNvPr id="147" name="Groupe 146">
            <a:extLst>
              <a:ext uri="{FF2B5EF4-FFF2-40B4-BE49-F238E27FC236}">
                <a16:creationId xmlns:a16="http://schemas.microsoft.com/office/drawing/2014/main" id="{46D57D96-0808-4769-B4E1-40C0A7A05652}"/>
              </a:ext>
            </a:extLst>
          </p:cNvPr>
          <p:cNvGrpSpPr/>
          <p:nvPr/>
        </p:nvGrpSpPr>
        <p:grpSpPr>
          <a:xfrm>
            <a:off x="3769987" y="3078326"/>
            <a:ext cx="1832222" cy="1493441"/>
            <a:chOff x="6767382" y="2818209"/>
            <a:chExt cx="688323" cy="561051"/>
          </a:xfrm>
        </p:grpSpPr>
        <p:grpSp>
          <p:nvGrpSpPr>
            <p:cNvPr id="80" name="Groupe 79">
              <a:extLst>
                <a:ext uri="{FF2B5EF4-FFF2-40B4-BE49-F238E27FC236}">
                  <a16:creationId xmlns:a16="http://schemas.microsoft.com/office/drawing/2014/main" id="{530B7640-FD9E-46BD-BF77-83E6D198832D}"/>
                </a:ext>
              </a:extLst>
            </p:cNvPr>
            <p:cNvGrpSpPr/>
            <p:nvPr/>
          </p:nvGrpSpPr>
          <p:grpSpPr>
            <a:xfrm>
              <a:off x="6776554" y="2818209"/>
              <a:ext cx="351708" cy="292737"/>
              <a:chOff x="6495179" y="4021931"/>
              <a:chExt cx="558608" cy="428625"/>
            </a:xfrm>
          </p:grpSpPr>
          <p:pic>
            <p:nvPicPr>
              <p:cNvPr id="137" name="Graphique 136" descr="Utilisateur avec un remplissage uni">
                <a:extLst>
                  <a:ext uri="{FF2B5EF4-FFF2-40B4-BE49-F238E27FC236}">
                    <a16:creationId xmlns:a16="http://schemas.microsoft.com/office/drawing/2014/main" id="{58B07F50-7D94-4F7C-BB97-F3203C1E53E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6495179" y="4222610"/>
                <a:ext cx="126206" cy="142875"/>
              </a:xfrm>
              <a:prstGeom prst="rect">
                <a:avLst/>
              </a:prstGeom>
            </p:spPr>
          </p:pic>
          <p:pic>
            <p:nvPicPr>
              <p:cNvPr id="138" name="Graphique 137" descr="Utilisateur avec un remplissage uni">
                <a:extLst>
                  <a:ext uri="{FF2B5EF4-FFF2-40B4-BE49-F238E27FC236}">
                    <a16:creationId xmlns:a16="http://schemas.microsoft.com/office/drawing/2014/main" id="{66C2161B-2C43-4165-BD4F-F93A9BB3E5E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927581" y="4164805"/>
                <a:ext cx="126206" cy="142875"/>
              </a:xfrm>
              <a:prstGeom prst="rect">
                <a:avLst/>
              </a:prstGeom>
            </p:spPr>
          </p:pic>
          <p:pic>
            <p:nvPicPr>
              <p:cNvPr id="139" name="Graphique 138" descr="Utilisateur avec un remplissage uni">
                <a:extLst>
                  <a:ext uri="{FF2B5EF4-FFF2-40B4-BE49-F238E27FC236}">
                    <a16:creationId xmlns:a16="http://schemas.microsoft.com/office/drawing/2014/main" id="{3ABE83A0-FB27-4080-AFB4-B57BB5E9A0D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794952" y="4307681"/>
                <a:ext cx="126206" cy="142875"/>
              </a:xfrm>
              <a:prstGeom prst="rect">
                <a:avLst/>
              </a:prstGeom>
            </p:spPr>
          </p:pic>
          <p:pic>
            <p:nvPicPr>
              <p:cNvPr id="140" name="Graphique 139" descr="Utilisateur avec un remplissage uni">
                <a:extLst>
                  <a:ext uri="{FF2B5EF4-FFF2-40B4-BE49-F238E27FC236}">
                    <a16:creationId xmlns:a16="http://schemas.microsoft.com/office/drawing/2014/main" id="{1F24B702-8345-43E1-B752-A33BBB4BD4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1375" y="4021931"/>
                <a:ext cx="126206" cy="142875"/>
              </a:xfrm>
              <a:prstGeom prst="rect">
                <a:avLst/>
              </a:prstGeom>
            </p:spPr>
          </p:pic>
          <p:cxnSp>
            <p:nvCxnSpPr>
              <p:cNvPr id="141" name="Connecteur droit 140">
                <a:extLst>
                  <a:ext uri="{FF2B5EF4-FFF2-40B4-BE49-F238E27FC236}">
                    <a16:creationId xmlns:a16="http://schemas.microsoft.com/office/drawing/2014/main" id="{5A162D61-0E0C-4933-9F42-749102BADCDE}"/>
                  </a:ext>
                </a:extLst>
              </p:cNvPr>
              <p:cNvCxnSpPr>
                <a:stCxn id="140" idx="2"/>
                <a:endCxn id="139"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5815E81A-7150-4EB9-962B-B79BB2243AE8}"/>
                  </a:ext>
                </a:extLst>
              </p:cNvPr>
              <p:cNvCxnSpPr>
                <a:cxnSpLocks/>
                <a:stCxn id="138" idx="1"/>
                <a:endCxn id="137"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0EFD9DEC-9040-4818-B00B-3CA2E472CC9E}"/>
                  </a:ext>
                </a:extLst>
              </p:cNvPr>
              <p:cNvCxnSpPr>
                <a:cxnSpLocks/>
                <a:stCxn id="140" idx="2"/>
                <a:endCxn id="138"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E8B85ECE-0E61-42A1-8F40-AC0F5FDA943B}"/>
                  </a:ext>
                </a:extLst>
              </p:cNvPr>
              <p:cNvCxnSpPr>
                <a:cxnSpLocks/>
                <a:stCxn id="139" idx="0"/>
                <a:endCxn id="138"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85A5FAC7-A79B-4E3C-81FC-D1AA1D2DDEA3}"/>
                  </a:ext>
                </a:extLst>
              </p:cNvPr>
              <p:cNvCxnSpPr>
                <a:cxnSpLocks/>
                <a:stCxn id="139" idx="0"/>
                <a:endCxn id="137"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143152FD-986A-4F04-87EA-53BBB567BC7A}"/>
                  </a:ext>
                </a:extLst>
              </p:cNvPr>
              <p:cNvCxnSpPr>
                <a:cxnSpLocks/>
                <a:stCxn id="140" idx="2"/>
                <a:endCxn id="137"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2" name="Groupe 81">
              <a:extLst>
                <a:ext uri="{FF2B5EF4-FFF2-40B4-BE49-F238E27FC236}">
                  <a16:creationId xmlns:a16="http://schemas.microsoft.com/office/drawing/2014/main" id="{16C1FB1E-47AA-47C6-8E3D-4E6992448AB4}"/>
                </a:ext>
              </a:extLst>
            </p:cNvPr>
            <p:cNvGrpSpPr/>
            <p:nvPr/>
          </p:nvGrpSpPr>
          <p:grpSpPr>
            <a:xfrm>
              <a:off x="7057974" y="3024824"/>
              <a:ext cx="397731" cy="304496"/>
              <a:chOff x="6428428" y="4530096"/>
              <a:chExt cx="631706" cy="445842"/>
            </a:xfrm>
          </p:grpSpPr>
          <p:pic>
            <p:nvPicPr>
              <p:cNvPr id="116" name="Graphique 115" descr="Utilisateur avec un remplissage uni">
                <a:extLst>
                  <a:ext uri="{FF2B5EF4-FFF2-40B4-BE49-F238E27FC236}">
                    <a16:creationId xmlns:a16="http://schemas.microsoft.com/office/drawing/2014/main" id="{8A76DCB4-ED03-4ADF-B214-CAFE066381E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6428428" y="4725905"/>
                <a:ext cx="126206" cy="142875"/>
              </a:xfrm>
              <a:prstGeom prst="rect">
                <a:avLst/>
              </a:prstGeom>
            </p:spPr>
          </p:pic>
          <p:pic>
            <p:nvPicPr>
              <p:cNvPr id="117" name="Graphique 116" descr="Utilisateur avec un remplissage uni">
                <a:extLst>
                  <a:ext uri="{FF2B5EF4-FFF2-40B4-BE49-F238E27FC236}">
                    <a16:creationId xmlns:a16="http://schemas.microsoft.com/office/drawing/2014/main" id="{86D06F0C-5242-4446-A600-ED7DE81EF0C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933928" y="4690187"/>
                <a:ext cx="126206" cy="142875"/>
              </a:xfrm>
              <a:prstGeom prst="rect">
                <a:avLst/>
              </a:prstGeom>
            </p:spPr>
          </p:pic>
          <p:pic>
            <p:nvPicPr>
              <p:cNvPr id="118" name="Graphique 117" descr="Utilisateur avec un remplissage uni">
                <a:extLst>
                  <a:ext uri="{FF2B5EF4-FFF2-40B4-BE49-F238E27FC236}">
                    <a16:creationId xmlns:a16="http://schemas.microsoft.com/office/drawing/2014/main" id="{2ADE433A-5F78-4AAA-8D17-A48F11591D2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1299" y="4833063"/>
                <a:ext cx="126206" cy="142875"/>
              </a:xfrm>
              <a:prstGeom prst="rect">
                <a:avLst/>
              </a:prstGeom>
            </p:spPr>
          </p:pic>
          <p:pic>
            <p:nvPicPr>
              <p:cNvPr id="119" name="Graphique 118" descr="Utilisateur avec un remplissage uni">
                <a:extLst>
                  <a:ext uri="{FF2B5EF4-FFF2-40B4-BE49-F238E27FC236}">
                    <a16:creationId xmlns:a16="http://schemas.microsoft.com/office/drawing/2014/main" id="{63B5C70C-4D87-44E3-92D8-502065BDE5E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7722" y="4547313"/>
                <a:ext cx="126206" cy="142875"/>
              </a:xfrm>
              <a:prstGeom prst="rect">
                <a:avLst/>
              </a:prstGeom>
            </p:spPr>
          </p:pic>
          <p:cxnSp>
            <p:nvCxnSpPr>
              <p:cNvPr id="120" name="Connecteur droit 119">
                <a:extLst>
                  <a:ext uri="{FF2B5EF4-FFF2-40B4-BE49-F238E27FC236}">
                    <a16:creationId xmlns:a16="http://schemas.microsoft.com/office/drawing/2014/main" id="{DAEB5319-7C43-479F-B8C8-9F990C79A70F}"/>
                  </a:ext>
                </a:extLst>
              </p:cNvPr>
              <p:cNvCxnSpPr>
                <a:stCxn id="119" idx="2"/>
                <a:endCxn id="118"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Connecteur droit 120">
                <a:extLst>
                  <a:ext uri="{FF2B5EF4-FFF2-40B4-BE49-F238E27FC236}">
                    <a16:creationId xmlns:a16="http://schemas.microsoft.com/office/drawing/2014/main" id="{9ACF8BFA-41E8-46C3-8AB2-66F64C27E54F}"/>
                  </a:ext>
                </a:extLst>
              </p:cNvPr>
              <p:cNvCxnSpPr>
                <a:cxnSpLocks/>
                <a:stCxn id="117" idx="1"/>
                <a:endCxn id="116"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Connecteur droit 121">
                <a:extLst>
                  <a:ext uri="{FF2B5EF4-FFF2-40B4-BE49-F238E27FC236}">
                    <a16:creationId xmlns:a16="http://schemas.microsoft.com/office/drawing/2014/main" id="{065E98B7-2919-4CE8-B499-20C8F21B2B7A}"/>
                  </a:ext>
                </a:extLst>
              </p:cNvPr>
              <p:cNvCxnSpPr>
                <a:cxnSpLocks/>
                <a:stCxn id="119" idx="2"/>
                <a:endCxn id="117"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Connecteur droit 122">
                <a:extLst>
                  <a:ext uri="{FF2B5EF4-FFF2-40B4-BE49-F238E27FC236}">
                    <a16:creationId xmlns:a16="http://schemas.microsoft.com/office/drawing/2014/main" id="{258948BF-81F8-41B9-A857-2E31160CA3D3}"/>
                  </a:ext>
                </a:extLst>
              </p:cNvPr>
              <p:cNvCxnSpPr>
                <a:cxnSpLocks/>
                <a:stCxn id="118" idx="0"/>
                <a:endCxn id="117"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Connecteur droit 123">
                <a:extLst>
                  <a:ext uri="{FF2B5EF4-FFF2-40B4-BE49-F238E27FC236}">
                    <a16:creationId xmlns:a16="http://schemas.microsoft.com/office/drawing/2014/main" id="{CBAA3DAC-15A1-4573-B33D-2956808CBD6D}"/>
                  </a:ext>
                </a:extLst>
              </p:cNvPr>
              <p:cNvCxnSpPr>
                <a:cxnSpLocks/>
                <a:stCxn id="118" idx="0"/>
                <a:endCxn id="116"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Connecteur droit 124">
                <a:extLst>
                  <a:ext uri="{FF2B5EF4-FFF2-40B4-BE49-F238E27FC236}">
                    <a16:creationId xmlns:a16="http://schemas.microsoft.com/office/drawing/2014/main" id="{F2F5D47C-A8C6-4417-BDDA-893B0F3E80D7}"/>
                  </a:ext>
                </a:extLst>
              </p:cNvPr>
              <p:cNvCxnSpPr>
                <a:cxnSpLocks/>
                <a:stCxn id="119" idx="2"/>
                <a:endCxn id="116"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126" name="Graphique 125" descr="Utilisateur avec un remplissage uni">
                <a:extLst>
                  <a:ext uri="{FF2B5EF4-FFF2-40B4-BE49-F238E27FC236}">
                    <a16:creationId xmlns:a16="http://schemas.microsoft.com/office/drawing/2014/main" id="{B92A0700-341D-4704-8D7A-69BAEC17C1A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654461" y="4530096"/>
                <a:ext cx="126206" cy="142875"/>
              </a:xfrm>
              <a:prstGeom prst="rect">
                <a:avLst/>
              </a:prstGeom>
            </p:spPr>
          </p:pic>
          <p:cxnSp>
            <p:nvCxnSpPr>
              <p:cNvPr id="127" name="Connecteur droit 126">
                <a:extLst>
                  <a:ext uri="{FF2B5EF4-FFF2-40B4-BE49-F238E27FC236}">
                    <a16:creationId xmlns:a16="http://schemas.microsoft.com/office/drawing/2014/main" id="{8460D07C-F3D5-4465-8CC0-BDCD3B98EE23}"/>
                  </a:ext>
                </a:extLst>
              </p:cNvPr>
              <p:cNvCxnSpPr>
                <a:cxnSpLocks/>
                <a:stCxn id="126" idx="2"/>
                <a:endCxn id="116"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3EE52AAB-040F-4100-9171-F60B1E98D9EF}"/>
                  </a:ext>
                </a:extLst>
              </p:cNvPr>
              <p:cNvCxnSpPr>
                <a:cxnSpLocks/>
                <a:stCxn id="126" idx="2"/>
                <a:endCxn id="118"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74DE9D24-90CA-4A6E-BE9A-A97233780D47}"/>
                  </a:ext>
                </a:extLst>
              </p:cNvPr>
              <p:cNvCxnSpPr>
                <a:cxnSpLocks/>
                <a:stCxn id="119" idx="2"/>
                <a:endCxn id="126"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D9D6A597-408A-4DC8-BA92-F3E5B04D2E4F}"/>
                  </a:ext>
                </a:extLst>
              </p:cNvPr>
              <p:cNvCxnSpPr>
                <a:cxnSpLocks/>
                <a:stCxn id="117" idx="1"/>
                <a:endCxn id="126"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83" name="Graphique 82" descr="Utilisateur avec un remplissage uni">
              <a:extLst>
                <a:ext uri="{FF2B5EF4-FFF2-40B4-BE49-F238E27FC236}">
                  <a16:creationId xmlns:a16="http://schemas.microsoft.com/office/drawing/2014/main" id="{DC777568-CAAB-4A85-9913-489E2981413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67382" y="3207345"/>
              <a:ext cx="79461" cy="97579"/>
            </a:xfrm>
            <a:prstGeom prst="rect">
              <a:avLst/>
            </a:prstGeom>
          </p:spPr>
        </p:pic>
        <p:cxnSp>
          <p:nvCxnSpPr>
            <p:cNvPr id="84" name="Connecteur droit 83">
              <a:extLst>
                <a:ext uri="{FF2B5EF4-FFF2-40B4-BE49-F238E27FC236}">
                  <a16:creationId xmlns:a16="http://schemas.microsoft.com/office/drawing/2014/main" id="{7D57680C-2C59-493A-996E-A22AF9833DC7}"/>
                </a:ext>
              </a:extLst>
            </p:cNvPr>
            <p:cNvCxnSpPr>
              <a:cxnSpLocks/>
              <a:stCxn id="137" idx="1"/>
              <a:endCxn id="83" idx="3"/>
            </p:cNvCxnSpPr>
            <p:nvPr/>
          </p:nvCxnSpPr>
          <p:spPr>
            <a:xfrm>
              <a:off x="6776554" y="3004056"/>
              <a:ext cx="70289" cy="252079"/>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0EE378A0-DEB8-417C-9986-662FB6D7860B}"/>
                </a:ext>
              </a:extLst>
            </p:cNvPr>
            <p:cNvCxnSpPr>
              <a:cxnSpLocks/>
              <a:stCxn id="116" idx="1"/>
              <a:endCxn id="83" idx="3"/>
            </p:cNvCxnSpPr>
            <p:nvPr/>
          </p:nvCxnSpPr>
          <p:spPr>
            <a:xfrm flipH="1">
              <a:off x="6846843" y="3207345"/>
              <a:ext cx="211131" cy="48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Connecteur droit 85">
              <a:extLst>
                <a:ext uri="{FF2B5EF4-FFF2-40B4-BE49-F238E27FC236}">
                  <a16:creationId xmlns:a16="http://schemas.microsoft.com/office/drawing/2014/main" id="{202C2E74-CCDF-44D1-894E-C4386F7DEDD4}"/>
                </a:ext>
              </a:extLst>
            </p:cNvPr>
            <p:cNvCxnSpPr>
              <a:cxnSpLocks/>
              <a:endCxn id="83" idx="3"/>
            </p:cNvCxnSpPr>
            <p:nvPr/>
          </p:nvCxnSpPr>
          <p:spPr>
            <a:xfrm flipH="1" flipV="1">
              <a:off x="6846843" y="3256135"/>
              <a:ext cx="265138" cy="123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3876F8AE-2887-40DB-AEDE-3EA8416D9430}"/>
                </a:ext>
              </a:extLst>
            </p:cNvPr>
            <p:cNvCxnSpPr>
              <a:cxnSpLocks/>
              <a:endCxn id="116" idx="1"/>
            </p:cNvCxnSpPr>
            <p:nvPr/>
          </p:nvCxnSpPr>
          <p:spPr>
            <a:xfrm flipH="1" flipV="1">
              <a:off x="7057974" y="3207345"/>
              <a:ext cx="54008" cy="171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69276A52-F0DD-41C7-8389-21999CBC40B4}"/>
                </a:ext>
              </a:extLst>
            </p:cNvPr>
            <p:cNvCxnSpPr>
              <a:cxnSpLocks/>
              <a:endCxn id="137" idx="1"/>
            </p:cNvCxnSpPr>
            <p:nvPr/>
          </p:nvCxnSpPr>
          <p:spPr>
            <a:xfrm flipH="1" flipV="1">
              <a:off x="6776554" y="3004056"/>
              <a:ext cx="335427" cy="375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50D04299-B229-4790-B07A-FC2DD38125B1}"/>
                </a:ext>
              </a:extLst>
            </p:cNvPr>
            <p:cNvCxnSpPr>
              <a:cxnSpLocks/>
              <a:stCxn id="116" idx="1"/>
              <a:endCxn id="137" idx="1"/>
            </p:cNvCxnSpPr>
            <p:nvPr/>
          </p:nvCxnSpPr>
          <p:spPr>
            <a:xfrm flipH="1" flipV="1">
              <a:off x="6776554" y="3004056"/>
              <a:ext cx="281420" cy="203289"/>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48" name="Image 147">
            <a:extLst>
              <a:ext uri="{FF2B5EF4-FFF2-40B4-BE49-F238E27FC236}">
                <a16:creationId xmlns:a16="http://schemas.microsoft.com/office/drawing/2014/main" id="{4E80F18D-28FA-4D55-9441-0DF9717AB162}"/>
              </a:ext>
            </a:extLst>
          </p:cNvPr>
          <p:cNvPicPr>
            <a:picLocks noChangeAspect="1"/>
          </p:cNvPicPr>
          <p:nvPr/>
        </p:nvPicPr>
        <p:blipFill>
          <a:blip r:embed="rId14"/>
          <a:stretch>
            <a:fillRect/>
          </a:stretch>
        </p:blipFill>
        <p:spPr>
          <a:xfrm>
            <a:off x="3629920" y="4090542"/>
            <a:ext cx="553224" cy="566263"/>
          </a:xfrm>
          <a:prstGeom prst="rect">
            <a:avLst/>
          </a:prstGeom>
        </p:spPr>
      </p:pic>
      <p:sp>
        <p:nvSpPr>
          <p:cNvPr id="149" name="Espace réservé du contenu 2">
            <a:extLst>
              <a:ext uri="{FF2B5EF4-FFF2-40B4-BE49-F238E27FC236}">
                <a16:creationId xmlns:a16="http://schemas.microsoft.com/office/drawing/2014/main" id="{EB8B1788-5277-4A7B-9ED8-A550CB815192}"/>
              </a:ext>
            </a:extLst>
          </p:cNvPr>
          <p:cNvSpPr txBox="1">
            <a:spLocks/>
          </p:cNvSpPr>
          <p:nvPr/>
        </p:nvSpPr>
        <p:spPr>
          <a:xfrm>
            <a:off x="6582338" y="2556768"/>
            <a:ext cx="4701358" cy="361543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Makes identifying key people easier</a:t>
            </a:r>
          </a:p>
          <a:p>
            <a:pPr marL="0" indent="0">
              <a:buFont typeface="Arial" panose="020B0604020202020204" pitchFamily="34" charset="0"/>
              <a:buNone/>
            </a:pPr>
            <a:r>
              <a:rPr lang="en-US" sz="2000" dirty="0"/>
              <a:t>Represents key links between people</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Can be initiated in a Community Boosters Workshop</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Better for organic growth consistency</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Can be used as a basis for decision making and growth follow-up</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Strategy : Try to reuse existing link, and if there is no existing link, set up new links</a:t>
            </a:r>
          </a:p>
        </p:txBody>
      </p:sp>
    </p:spTree>
    <p:extLst>
      <p:ext uri="{BB962C8B-B14F-4D97-AF65-F5344CB8AC3E}">
        <p14:creationId xmlns:p14="http://schemas.microsoft.com/office/powerpoint/2010/main" val="249374627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Connecteur droit avec flèche 10">
            <a:extLst>
              <a:ext uri="{FF2B5EF4-FFF2-40B4-BE49-F238E27FC236}">
                <a16:creationId xmlns:a16="http://schemas.microsoft.com/office/drawing/2014/main" id="{F6FEAEF1-B512-4EB8-9240-A54FC239445E}"/>
              </a:ext>
            </a:extLst>
          </p:cNvPr>
          <p:cNvCxnSpPr/>
          <p:nvPr/>
        </p:nvCxnSpPr>
        <p:spPr>
          <a:xfrm>
            <a:off x="319087" y="4306047"/>
            <a:ext cx="115538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4340D029-EDF2-4E58-848A-6F4B459A7127}"/>
              </a:ext>
            </a:extLst>
          </p:cNvPr>
          <p:cNvSpPr>
            <a:spLocks noGrp="1"/>
          </p:cNvSpPr>
          <p:nvPr>
            <p:ph type="title"/>
          </p:nvPr>
        </p:nvSpPr>
        <p:spPr>
          <a:xfrm>
            <a:off x="867918" y="510551"/>
            <a:ext cx="10168128" cy="1179576"/>
          </a:xfrm>
        </p:spPr>
        <p:txBody>
          <a:bodyPr>
            <a:normAutofit fontScale="90000"/>
          </a:bodyPr>
          <a:lstStyle/>
          <a:p>
            <a:r>
              <a:rPr lang="en-US" dirty="0"/>
              <a:t>Step 3 : Define Community Engagement Path</a:t>
            </a:r>
          </a:p>
        </p:txBody>
      </p:sp>
      <p:sp>
        <p:nvSpPr>
          <p:cNvPr id="108" name="Forme libre : forme 107">
            <a:extLst>
              <a:ext uri="{FF2B5EF4-FFF2-40B4-BE49-F238E27FC236}">
                <a16:creationId xmlns:a16="http://schemas.microsoft.com/office/drawing/2014/main" id="{98ABB007-3F03-4061-89FC-A6460D716C01}"/>
              </a:ext>
            </a:extLst>
          </p:cNvPr>
          <p:cNvSpPr/>
          <p:nvPr/>
        </p:nvSpPr>
        <p:spPr>
          <a:xfrm>
            <a:off x="1178116" y="4791596"/>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1 CURIOUS</a:t>
            </a:r>
            <a:endParaRPr lang="fr-FR" sz="1300" kern="1200" dirty="0"/>
          </a:p>
        </p:txBody>
      </p:sp>
      <p:sp>
        <p:nvSpPr>
          <p:cNvPr id="109" name="Forme libre : forme 108">
            <a:extLst>
              <a:ext uri="{FF2B5EF4-FFF2-40B4-BE49-F238E27FC236}">
                <a16:creationId xmlns:a16="http://schemas.microsoft.com/office/drawing/2014/main" id="{8FF35E66-4B92-458E-AF93-BF540209870F}"/>
              </a:ext>
            </a:extLst>
          </p:cNvPr>
          <p:cNvSpPr/>
          <p:nvPr/>
        </p:nvSpPr>
        <p:spPr>
          <a:xfrm>
            <a:off x="2649588" y="4791596"/>
            <a:ext cx="1201990" cy="689498"/>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2 PLAYERS</a:t>
            </a:r>
            <a:endParaRPr lang="fr-FR" sz="1300" kern="1200" dirty="0"/>
          </a:p>
        </p:txBody>
      </p:sp>
      <p:sp>
        <p:nvSpPr>
          <p:cNvPr id="110" name="Forme libre : forme 109">
            <a:extLst>
              <a:ext uri="{FF2B5EF4-FFF2-40B4-BE49-F238E27FC236}">
                <a16:creationId xmlns:a16="http://schemas.microsoft.com/office/drawing/2014/main" id="{B07D7955-3D81-4C14-806C-A2A3CBF3273F}"/>
              </a:ext>
            </a:extLst>
          </p:cNvPr>
          <p:cNvSpPr/>
          <p:nvPr/>
        </p:nvSpPr>
        <p:spPr>
          <a:xfrm>
            <a:off x="4031694" y="4791595"/>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3 SCOUTS</a:t>
            </a:r>
            <a:endParaRPr lang="fr-FR" sz="1300" kern="1200" dirty="0"/>
          </a:p>
        </p:txBody>
      </p:sp>
      <p:sp>
        <p:nvSpPr>
          <p:cNvPr id="111" name="Forme libre : forme 110">
            <a:extLst>
              <a:ext uri="{FF2B5EF4-FFF2-40B4-BE49-F238E27FC236}">
                <a16:creationId xmlns:a16="http://schemas.microsoft.com/office/drawing/2014/main" id="{7200A2AA-47E2-4496-8EEE-5771AB56C180}"/>
              </a:ext>
            </a:extLst>
          </p:cNvPr>
          <p:cNvSpPr/>
          <p:nvPr/>
        </p:nvSpPr>
        <p:spPr>
          <a:xfrm>
            <a:off x="5545879" y="4791595"/>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4 CO-HOST</a:t>
            </a:r>
            <a:endParaRPr lang="fr-FR" sz="1300" kern="1200" dirty="0"/>
          </a:p>
        </p:txBody>
      </p:sp>
      <p:sp>
        <p:nvSpPr>
          <p:cNvPr id="112" name="Forme libre : forme 111">
            <a:extLst>
              <a:ext uri="{FF2B5EF4-FFF2-40B4-BE49-F238E27FC236}">
                <a16:creationId xmlns:a16="http://schemas.microsoft.com/office/drawing/2014/main" id="{F3C7371B-F6E3-41F4-AFEA-6799D53CE18B}"/>
              </a:ext>
            </a:extLst>
          </p:cNvPr>
          <p:cNvSpPr/>
          <p:nvPr/>
        </p:nvSpPr>
        <p:spPr>
          <a:xfrm>
            <a:off x="7064241" y="4791595"/>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5 HOST</a:t>
            </a:r>
            <a:endParaRPr lang="fr-FR" sz="1300" kern="1200" dirty="0"/>
          </a:p>
        </p:txBody>
      </p:sp>
      <p:sp>
        <p:nvSpPr>
          <p:cNvPr id="113" name="Forme libre : forme 112">
            <a:extLst>
              <a:ext uri="{FF2B5EF4-FFF2-40B4-BE49-F238E27FC236}">
                <a16:creationId xmlns:a16="http://schemas.microsoft.com/office/drawing/2014/main" id="{E308C24F-C31C-404F-B321-8AF73538F5A0}"/>
              </a:ext>
            </a:extLst>
          </p:cNvPr>
          <p:cNvSpPr/>
          <p:nvPr/>
        </p:nvSpPr>
        <p:spPr>
          <a:xfrm>
            <a:off x="8531232" y="4791594"/>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6 CREATOR</a:t>
            </a:r>
            <a:endParaRPr lang="fr-FR" sz="1300" kern="1200" dirty="0"/>
          </a:p>
        </p:txBody>
      </p:sp>
      <p:sp>
        <p:nvSpPr>
          <p:cNvPr id="114" name="Forme libre : forme 113">
            <a:extLst>
              <a:ext uri="{FF2B5EF4-FFF2-40B4-BE49-F238E27FC236}">
                <a16:creationId xmlns:a16="http://schemas.microsoft.com/office/drawing/2014/main" id="{9A3BD0C7-C0A0-419C-9ECA-6546A72BDF20}"/>
              </a:ext>
            </a:extLst>
          </p:cNvPr>
          <p:cNvSpPr/>
          <p:nvPr/>
        </p:nvSpPr>
        <p:spPr>
          <a:xfrm>
            <a:off x="10108077" y="4754925"/>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1" kern="1200" dirty="0"/>
              <a:t>LEVEL 7 CONTENT COMMUNITY BOOSTER</a:t>
            </a:r>
            <a:endParaRPr lang="fr-FR" sz="1300" kern="1200" dirty="0"/>
          </a:p>
        </p:txBody>
      </p:sp>
      <p:grpSp>
        <p:nvGrpSpPr>
          <p:cNvPr id="115" name="Groupe 114">
            <a:extLst>
              <a:ext uri="{FF2B5EF4-FFF2-40B4-BE49-F238E27FC236}">
                <a16:creationId xmlns:a16="http://schemas.microsoft.com/office/drawing/2014/main" id="{B1A028AD-DF58-4134-A21F-9DB1C584CA6B}"/>
              </a:ext>
            </a:extLst>
          </p:cNvPr>
          <p:cNvGrpSpPr/>
          <p:nvPr/>
        </p:nvGrpSpPr>
        <p:grpSpPr>
          <a:xfrm>
            <a:off x="9927384" y="3597468"/>
            <a:ext cx="1266205" cy="1138016"/>
            <a:chOff x="10408603" y="1944527"/>
            <a:chExt cx="1266205" cy="1138016"/>
          </a:xfrm>
          <a:solidFill>
            <a:srgbClr val="3494BA"/>
          </a:solidFill>
        </p:grpSpPr>
        <p:grpSp>
          <p:nvGrpSpPr>
            <p:cNvPr id="131" name="Groupe 130">
              <a:extLst>
                <a:ext uri="{FF2B5EF4-FFF2-40B4-BE49-F238E27FC236}">
                  <a16:creationId xmlns:a16="http://schemas.microsoft.com/office/drawing/2014/main" id="{7695BAF1-DBFF-4700-9D78-E6D6CB618C3E}"/>
                </a:ext>
              </a:extLst>
            </p:cNvPr>
            <p:cNvGrpSpPr/>
            <p:nvPr/>
          </p:nvGrpSpPr>
          <p:grpSpPr>
            <a:xfrm>
              <a:off x="10781788" y="2168143"/>
              <a:ext cx="696980" cy="914400"/>
              <a:chOff x="5018285" y="3873291"/>
              <a:chExt cx="696980" cy="914400"/>
            </a:xfrm>
            <a:grpFill/>
          </p:grpSpPr>
          <p:pic>
            <p:nvPicPr>
              <p:cNvPr id="150" name="Graphique 149" descr="Personne confuse avec un remplissage uni">
                <a:extLst>
                  <a:ext uri="{FF2B5EF4-FFF2-40B4-BE49-F238E27FC236}">
                    <a16:creationId xmlns:a16="http://schemas.microsoft.com/office/drawing/2014/main" id="{5659C47F-404D-42C6-91AB-85B6F21E1AA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0440" r="-1"/>
              <a:stretch/>
            </p:blipFill>
            <p:spPr>
              <a:xfrm>
                <a:off x="5079206" y="3873291"/>
                <a:ext cx="636059" cy="914400"/>
              </a:xfrm>
              <a:prstGeom prst="rect">
                <a:avLst/>
              </a:prstGeom>
            </p:spPr>
          </p:pic>
          <p:sp>
            <p:nvSpPr>
              <p:cNvPr id="151" name="Rectangle : coins arrondis 150">
                <a:extLst>
                  <a:ext uri="{FF2B5EF4-FFF2-40B4-BE49-F238E27FC236}">
                    <a16:creationId xmlns:a16="http://schemas.microsoft.com/office/drawing/2014/main" id="{903B7183-2FD6-4324-8980-A85F07566981}"/>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32" name="Graphique 131" descr="Panneau de signalisation avec un remplissage uni">
              <a:extLst>
                <a:ext uri="{FF2B5EF4-FFF2-40B4-BE49-F238E27FC236}">
                  <a16:creationId xmlns:a16="http://schemas.microsoft.com/office/drawing/2014/main" id="{A8FFB6CD-EDEE-412F-85DB-DED81D6881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8628"/>
            <a:stretch/>
          </p:blipFill>
          <p:spPr>
            <a:xfrm>
              <a:off x="10932558" y="1976438"/>
              <a:ext cx="742250" cy="603990"/>
            </a:xfrm>
            <a:prstGeom prst="rect">
              <a:avLst/>
            </a:prstGeom>
          </p:spPr>
        </p:pic>
        <p:grpSp>
          <p:nvGrpSpPr>
            <p:cNvPr id="133" name="Groupe 132">
              <a:extLst>
                <a:ext uri="{FF2B5EF4-FFF2-40B4-BE49-F238E27FC236}">
                  <a16:creationId xmlns:a16="http://schemas.microsoft.com/office/drawing/2014/main" id="{9A703AFC-CE94-4761-B354-973123514B7A}"/>
                </a:ext>
              </a:extLst>
            </p:cNvPr>
            <p:cNvGrpSpPr/>
            <p:nvPr/>
          </p:nvGrpSpPr>
          <p:grpSpPr>
            <a:xfrm rot="21051146" flipH="1">
              <a:off x="10408603" y="1944527"/>
              <a:ext cx="391604" cy="567289"/>
              <a:chOff x="5616686" y="6627757"/>
              <a:chExt cx="644414" cy="888746"/>
            </a:xfrm>
            <a:grpFill/>
          </p:grpSpPr>
          <p:pic>
            <p:nvPicPr>
              <p:cNvPr id="135" name="Graphique 134" descr="Drapeau de golf dans un trou avec un remplissage uni">
                <a:extLst>
                  <a:ext uri="{FF2B5EF4-FFF2-40B4-BE49-F238E27FC236}">
                    <a16:creationId xmlns:a16="http://schemas.microsoft.com/office/drawing/2014/main" id="{8BDD7739-FEBB-44F2-8CE0-5733D952A39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9715" t="5069" r="36313" b="56423"/>
              <a:stretch/>
            </p:blipFill>
            <p:spPr>
              <a:xfrm>
                <a:off x="5616686" y="6627757"/>
                <a:ext cx="644414" cy="564328"/>
              </a:xfrm>
              <a:prstGeom prst="rect">
                <a:avLst/>
              </a:prstGeom>
            </p:spPr>
          </p:pic>
          <p:sp>
            <p:nvSpPr>
              <p:cNvPr id="136" name="Rectangle : coins arrondis 135">
                <a:extLst>
                  <a:ext uri="{FF2B5EF4-FFF2-40B4-BE49-F238E27FC236}">
                    <a16:creationId xmlns:a16="http://schemas.microsoft.com/office/drawing/2014/main" id="{FC9F0F47-8EB3-49DC-BDB4-71867822E0B1}"/>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34" name="Image 133">
              <a:extLst>
                <a:ext uri="{FF2B5EF4-FFF2-40B4-BE49-F238E27FC236}">
                  <a16:creationId xmlns:a16="http://schemas.microsoft.com/office/drawing/2014/main" id="{C9DC01D8-1C2C-4761-A820-A281E7F46A7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152" name="Groupe 151">
            <a:extLst>
              <a:ext uri="{FF2B5EF4-FFF2-40B4-BE49-F238E27FC236}">
                <a16:creationId xmlns:a16="http://schemas.microsoft.com/office/drawing/2014/main" id="{1DB51055-C018-4551-8260-1C2931C819E5}"/>
              </a:ext>
            </a:extLst>
          </p:cNvPr>
          <p:cNvGrpSpPr/>
          <p:nvPr/>
        </p:nvGrpSpPr>
        <p:grpSpPr>
          <a:xfrm>
            <a:off x="2667231" y="3870439"/>
            <a:ext cx="944022" cy="834837"/>
            <a:chOff x="3239584" y="4265153"/>
            <a:chExt cx="944022" cy="834837"/>
          </a:xfrm>
        </p:grpSpPr>
        <p:grpSp>
          <p:nvGrpSpPr>
            <p:cNvPr id="153" name="Groupe 152">
              <a:extLst>
                <a:ext uri="{FF2B5EF4-FFF2-40B4-BE49-F238E27FC236}">
                  <a16:creationId xmlns:a16="http://schemas.microsoft.com/office/drawing/2014/main" id="{AC81BDD3-133C-4861-85A0-2830ABC0D6FC}"/>
                </a:ext>
              </a:extLst>
            </p:cNvPr>
            <p:cNvGrpSpPr/>
            <p:nvPr/>
          </p:nvGrpSpPr>
          <p:grpSpPr>
            <a:xfrm>
              <a:off x="3239584" y="4265153"/>
              <a:ext cx="944022" cy="834837"/>
              <a:chOff x="3239584" y="4265153"/>
              <a:chExt cx="944022" cy="834837"/>
            </a:xfrm>
          </p:grpSpPr>
          <p:pic>
            <p:nvPicPr>
              <p:cNvPr id="155" name="Graphique 154" descr="Personne confuse avec un remplissage uni">
                <a:extLst>
                  <a:ext uri="{FF2B5EF4-FFF2-40B4-BE49-F238E27FC236}">
                    <a16:creationId xmlns:a16="http://schemas.microsoft.com/office/drawing/2014/main" id="{F20E226B-7C0C-4F84-B88F-1016F80B3A7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39584" y="4281195"/>
                <a:ext cx="818795" cy="818795"/>
              </a:xfrm>
              <a:prstGeom prst="rect">
                <a:avLst/>
              </a:prstGeom>
            </p:spPr>
          </p:pic>
          <p:pic>
            <p:nvPicPr>
              <p:cNvPr id="156" name="Graphique 155" descr="Calendrier journalier avec un remplissage uni">
                <a:extLst>
                  <a:ext uri="{FF2B5EF4-FFF2-40B4-BE49-F238E27FC236}">
                    <a16:creationId xmlns:a16="http://schemas.microsoft.com/office/drawing/2014/main" id="{F2243EA1-755B-4010-9FF1-3831E8540BF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826152" y="4265153"/>
                <a:ext cx="357454" cy="357454"/>
              </a:xfrm>
              <a:prstGeom prst="rect">
                <a:avLst/>
              </a:prstGeom>
            </p:spPr>
          </p:pic>
        </p:grpSp>
        <p:pic>
          <p:nvPicPr>
            <p:cNvPr id="154" name="Image 153">
              <a:extLst>
                <a:ext uri="{FF2B5EF4-FFF2-40B4-BE49-F238E27FC236}">
                  <a16:creationId xmlns:a16="http://schemas.microsoft.com/office/drawing/2014/main" id="{002DD4CD-C85D-42D6-862F-FB20256205E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157" name="Graphique 156" descr="Homme avec un remplissage uni">
            <a:extLst>
              <a:ext uri="{FF2B5EF4-FFF2-40B4-BE49-F238E27FC236}">
                <a16:creationId xmlns:a16="http://schemas.microsoft.com/office/drawing/2014/main" id="{7F1FBAAA-E176-47E5-871A-DD470B6ACA10}"/>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t="759" b="1"/>
          <a:stretch/>
        </p:blipFill>
        <p:spPr>
          <a:xfrm>
            <a:off x="1227656" y="3958643"/>
            <a:ext cx="696654" cy="691368"/>
          </a:xfrm>
          <a:prstGeom prst="rect">
            <a:avLst/>
          </a:prstGeom>
        </p:spPr>
      </p:pic>
      <p:grpSp>
        <p:nvGrpSpPr>
          <p:cNvPr id="158" name="Groupe 157">
            <a:extLst>
              <a:ext uri="{FF2B5EF4-FFF2-40B4-BE49-F238E27FC236}">
                <a16:creationId xmlns:a16="http://schemas.microsoft.com/office/drawing/2014/main" id="{8B104A04-0737-4001-9E74-9F3419E03BF1}"/>
              </a:ext>
            </a:extLst>
          </p:cNvPr>
          <p:cNvGrpSpPr/>
          <p:nvPr/>
        </p:nvGrpSpPr>
        <p:grpSpPr>
          <a:xfrm>
            <a:off x="5521825" y="3852323"/>
            <a:ext cx="819385" cy="883274"/>
            <a:chOff x="6060465" y="3463636"/>
            <a:chExt cx="819385" cy="883274"/>
          </a:xfrm>
          <a:solidFill>
            <a:srgbClr val="ED7D31"/>
          </a:solidFill>
        </p:grpSpPr>
        <p:pic>
          <p:nvPicPr>
            <p:cNvPr id="159" name="Graphique 158" descr="Presse-papiers mixte avec un remplissage uni">
              <a:extLst>
                <a:ext uri="{FF2B5EF4-FFF2-40B4-BE49-F238E27FC236}">
                  <a16:creationId xmlns:a16="http://schemas.microsoft.com/office/drawing/2014/main" id="{57905FF9-6310-4C90-A0B4-CC6F7D6E22B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6060465" y="3580343"/>
              <a:ext cx="314429" cy="314429"/>
            </a:xfrm>
            <a:prstGeom prst="rect">
              <a:avLst/>
            </a:prstGeom>
          </p:spPr>
        </p:pic>
        <p:grpSp>
          <p:nvGrpSpPr>
            <p:cNvPr id="160" name="Groupe 159">
              <a:extLst>
                <a:ext uri="{FF2B5EF4-FFF2-40B4-BE49-F238E27FC236}">
                  <a16:creationId xmlns:a16="http://schemas.microsoft.com/office/drawing/2014/main" id="{AA087D4E-6162-4EFE-98F3-C17075E9C3E3}"/>
                </a:ext>
              </a:extLst>
            </p:cNvPr>
            <p:cNvGrpSpPr/>
            <p:nvPr/>
          </p:nvGrpSpPr>
          <p:grpSpPr>
            <a:xfrm>
              <a:off x="6132133" y="3463636"/>
              <a:ext cx="612923" cy="883274"/>
              <a:chOff x="6132133" y="3463636"/>
              <a:chExt cx="612923" cy="883274"/>
            </a:xfrm>
            <a:grpFill/>
          </p:grpSpPr>
          <p:pic>
            <p:nvPicPr>
              <p:cNvPr id="163" name="Graphique 162" descr="Centre d’appels avec un remplissage uni">
                <a:extLst>
                  <a:ext uri="{FF2B5EF4-FFF2-40B4-BE49-F238E27FC236}">
                    <a16:creationId xmlns:a16="http://schemas.microsoft.com/office/drawing/2014/main" id="{16B22DD5-FA72-4589-995D-555A2F714F29}"/>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b="44092"/>
              <a:stretch/>
            </p:blipFill>
            <p:spPr>
              <a:xfrm>
                <a:off x="6322855" y="3463636"/>
                <a:ext cx="422201" cy="236042"/>
              </a:xfrm>
              <a:prstGeom prst="rect">
                <a:avLst/>
              </a:prstGeom>
            </p:spPr>
          </p:pic>
          <p:grpSp>
            <p:nvGrpSpPr>
              <p:cNvPr id="164" name="Groupe 163">
                <a:extLst>
                  <a:ext uri="{FF2B5EF4-FFF2-40B4-BE49-F238E27FC236}">
                    <a16:creationId xmlns:a16="http://schemas.microsoft.com/office/drawing/2014/main" id="{072C4CF6-04C4-4B03-AE9E-921E7A4673B5}"/>
                  </a:ext>
                </a:extLst>
              </p:cNvPr>
              <p:cNvGrpSpPr/>
              <p:nvPr/>
            </p:nvGrpSpPr>
            <p:grpSpPr>
              <a:xfrm flipH="1">
                <a:off x="6132133" y="3682042"/>
                <a:ext cx="611857" cy="664868"/>
                <a:chOff x="5018285" y="4055721"/>
                <a:chExt cx="696982" cy="731970"/>
              </a:xfrm>
              <a:grpFill/>
            </p:grpSpPr>
            <p:pic>
              <p:nvPicPr>
                <p:cNvPr id="165" name="Graphique 164" descr="Personne confuse avec un remplissage uni">
                  <a:extLst>
                    <a:ext uri="{FF2B5EF4-FFF2-40B4-BE49-F238E27FC236}">
                      <a16:creationId xmlns:a16="http://schemas.microsoft.com/office/drawing/2014/main" id="{B9228F0E-E957-49BB-9AAF-874F26D7FB1C}"/>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30440" t="19951" r="-1"/>
                <a:stretch/>
              </p:blipFill>
              <p:spPr>
                <a:xfrm>
                  <a:off x="5079207" y="4055721"/>
                  <a:ext cx="636060" cy="731970"/>
                </a:xfrm>
                <a:prstGeom prst="rect">
                  <a:avLst/>
                </a:prstGeom>
              </p:spPr>
            </p:pic>
            <p:sp>
              <p:nvSpPr>
                <p:cNvPr id="166" name="Rectangle : coins arrondis 165">
                  <a:extLst>
                    <a:ext uri="{FF2B5EF4-FFF2-40B4-BE49-F238E27FC236}">
                      <a16:creationId xmlns:a16="http://schemas.microsoft.com/office/drawing/2014/main" id="{D62D0397-1AC6-4A19-A444-E8844C1BE145}"/>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pic>
          <p:nvPicPr>
            <p:cNvPr id="161" name="Image 160">
              <a:extLst>
                <a:ext uri="{FF2B5EF4-FFF2-40B4-BE49-F238E27FC236}">
                  <a16:creationId xmlns:a16="http://schemas.microsoft.com/office/drawing/2014/main" id="{F03AEFB8-A947-4A9D-9458-CD5E12292B89}"/>
                </a:ext>
              </a:extLst>
            </p:cNvPr>
            <p:cNvPicPr>
              <a:picLocks noChangeAspect="1"/>
            </p:cNvPicPr>
            <p:nvPr/>
          </p:nvPicPr>
          <p:blipFill>
            <a:blip r:embed="rId21">
              <a:extLst>
                <a:ext uri="{BEBA8EAE-BF5A-486C-A8C5-ECC9F3942E4B}">
                  <a14:imgProps xmlns:a14="http://schemas.microsoft.com/office/drawing/2010/main">
                    <a14:imgLayer r:embed="rId2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162" name="Graphique 161" descr="Chronomètre avec un remplissage uni">
              <a:extLst>
                <a:ext uri="{FF2B5EF4-FFF2-40B4-BE49-F238E27FC236}">
                  <a16:creationId xmlns:a16="http://schemas.microsoft.com/office/drawing/2014/main" id="{C9391479-1C93-41C8-9879-DDA308A4D832}"/>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714271" y="3602551"/>
              <a:ext cx="165579" cy="165579"/>
            </a:xfrm>
            <a:prstGeom prst="rect">
              <a:avLst/>
            </a:prstGeom>
          </p:spPr>
        </p:pic>
      </p:grpSp>
      <p:grpSp>
        <p:nvGrpSpPr>
          <p:cNvPr id="167" name="Groupe 166">
            <a:extLst>
              <a:ext uri="{FF2B5EF4-FFF2-40B4-BE49-F238E27FC236}">
                <a16:creationId xmlns:a16="http://schemas.microsoft.com/office/drawing/2014/main" id="{6177689F-1F53-4AF2-9076-118B6703729B}"/>
              </a:ext>
            </a:extLst>
          </p:cNvPr>
          <p:cNvGrpSpPr/>
          <p:nvPr/>
        </p:nvGrpSpPr>
        <p:grpSpPr>
          <a:xfrm>
            <a:off x="6963325" y="3629379"/>
            <a:ext cx="982042" cy="1063416"/>
            <a:chOff x="7560150" y="2879049"/>
            <a:chExt cx="982042" cy="1063416"/>
          </a:xfrm>
          <a:solidFill>
            <a:srgbClr val="ED7D31"/>
          </a:solidFill>
        </p:grpSpPr>
        <p:grpSp>
          <p:nvGrpSpPr>
            <p:cNvPr id="168" name="Groupe 167">
              <a:extLst>
                <a:ext uri="{FF2B5EF4-FFF2-40B4-BE49-F238E27FC236}">
                  <a16:creationId xmlns:a16="http://schemas.microsoft.com/office/drawing/2014/main" id="{44079A84-41BF-4C12-83BF-6D7EBF100143}"/>
                </a:ext>
              </a:extLst>
            </p:cNvPr>
            <p:cNvGrpSpPr/>
            <p:nvPr/>
          </p:nvGrpSpPr>
          <p:grpSpPr>
            <a:xfrm>
              <a:off x="7798849" y="2879049"/>
              <a:ext cx="743343" cy="1063416"/>
              <a:chOff x="6391015" y="3260296"/>
              <a:chExt cx="743343" cy="1063416"/>
            </a:xfrm>
            <a:grpFill/>
          </p:grpSpPr>
          <p:grpSp>
            <p:nvGrpSpPr>
              <p:cNvPr id="170" name="Groupe 169">
                <a:extLst>
                  <a:ext uri="{FF2B5EF4-FFF2-40B4-BE49-F238E27FC236}">
                    <a16:creationId xmlns:a16="http://schemas.microsoft.com/office/drawing/2014/main" id="{F152E5E8-1114-4DB2-A011-5C6F61678774}"/>
                  </a:ext>
                </a:extLst>
              </p:cNvPr>
              <p:cNvGrpSpPr/>
              <p:nvPr/>
            </p:nvGrpSpPr>
            <p:grpSpPr>
              <a:xfrm>
                <a:off x="6391015" y="3260296"/>
                <a:ext cx="743343" cy="1063416"/>
                <a:chOff x="6298348" y="3168316"/>
                <a:chExt cx="867130" cy="1240504"/>
              </a:xfrm>
              <a:grpFill/>
            </p:grpSpPr>
            <p:pic>
              <p:nvPicPr>
                <p:cNvPr id="172" name="Graphique 171" descr="Enseignant avec un remplissage uni">
                  <a:extLst>
                    <a:ext uri="{FF2B5EF4-FFF2-40B4-BE49-F238E27FC236}">
                      <a16:creationId xmlns:a16="http://schemas.microsoft.com/office/drawing/2014/main" id="{98EC04A1-B81D-4B49-AC16-D012FE436FAB}"/>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298348" y="3168316"/>
                  <a:ext cx="867130" cy="867130"/>
                </a:xfrm>
                <a:prstGeom prst="rect">
                  <a:avLst/>
                </a:prstGeom>
              </p:spPr>
            </p:pic>
            <p:pic>
              <p:nvPicPr>
                <p:cNvPr id="173" name="Graphique 172" descr="Personne confuse avec un remplissage uni">
                  <a:extLst>
                    <a:ext uri="{FF2B5EF4-FFF2-40B4-BE49-F238E27FC236}">
                      <a16:creationId xmlns:a16="http://schemas.microsoft.com/office/drawing/2014/main" id="{CE6C44C3-0FC1-453B-AAF0-0251EE10176E}"/>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7"/>
                    </a:ext>
                  </a:extLst>
                </a:blip>
                <a:srcRect l="34664" t="32545" r="38513" b="-1"/>
                <a:stretch/>
              </p:blipFill>
              <p:spPr>
                <a:xfrm>
                  <a:off x="6367463" y="3792004"/>
                  <a:ext cx="245268" cy="616816"/>
                </a:xfrm>
                <a:prstGeom prst="rect">
                  <a:avLst/>
                </a:prstGeom>
              </p:spPr>
            </p:pic>
            <p:sp>
              <p:nvSpPr>
                <p:cNvPr id="174" name="Rectangle : coins arrondis 173">
                  <a:extLst>
                    <a:ext uri="{FF2B5EF4-FFF2-40B4-BE49-F238E27FC236}">
                      <a16:creationId xmlns:a16="http://schemas.microsoft.com/office/drawing/2014/main" id="{4DD5C9AA-1A81-45F8-A5EF-2E0E7D2775D0}"/>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71" name="Image 170">
                <a:extLst>
                  <a:ext uri="{FF2B5EF4-FFF2-40B4-BE49-F238E27FC236}">
                    <a16:creationId xmlns:a16="http://schemas.microsoft.com/office/drawing/2014/main" id="{3A1534B5-FF71-473A-A927-08E76D67D9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69" name="Graphique 168" descr="Presse-papiers mixte avec un remplissage uni">
              <a:extLst>
                <a:ext uri="{FF2B5EF4-FFF2-40B4-BE49-F238E27FC236}">
                  <a16:creationId xmlns:a16="http://schemas.microsoft.com/office/drawing/2014/main" id="{48AF2187-73A1-4A88-99E6-650AE54FDB7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20207580">
              <a:off x="7560150" y="3329802"/>
              <a:ext cx="314429" cy="314429"/>
            </a:xfrm>
            <a:prstGeom prst="rect">
              <a:avLst/>
            </a:prstGeom>
          </p:spPr>
        </p:pic>
      </p:grpSp>
      <p:grpSp>
        <p:nvGrpSpPr>
          <p:cNvPr id="175" name="Groupe 174">
            <a:extLst>
              <a:ext uri="{FF2B5EF4-FFF2-40B4-BE49-F238E27FC236}">
                <a16:creationId xmlns:a16="http://schemas.microsoft.com/office/drawing/2014/main" id="{7C2A39CC-08DF-438E-ACD3-78DF45109CA0}"/>
              </a:ext>
            </a:extLst>
          </p:cNvPr>
          <p:cNvGrpSpPr/>
          <p:nvPr/>
        </p:nvGrpSpPr>
        <p:grpSpPr>
          <a:xfrm>
            <a:off x="8238076" y="3544776"/>
            <a:ext cx="1216113" cy="1173074"/>
            <a:chOff x="8930936" y="2408583"/>
            <a:chExt cx="1216113" cy="1173074"/>
          </a:xfrm>
          <a:solidFill>
            <a:schemeClr val="accent1"/>
          </a:solidFill>
        </p:grpSpPr>
        <p:grpSp>
          <p:nvGrpSpPr>
            <p:cNvPr id="176" name="Groupe 175">
              <a:extLst>
                <a:ext uri="{FF2B5EF4-FFF2-40B4-BE49-F238E27FC236}">
                  <a16:creationId xmlns:a16="http://schemas.microsoft.com/office/drawing/2014/main" id="{0DA25086-8FF2-441D-9A91-A501ECDD7957}"/>
                </a:ext>
              </a:extLst>
            </p:cNvPr>
            <p:cNvGrpSpPr/>
            <p:nvPr/>
          </p:nvGrpSpPr>
          <p:grpSpPr>
            <a:xfrm>
              <a:off x="8930936" y="2408583"/>
              <a:ext cx="1216113" cy="1173074"/>
              <a:chOff x="8930936" y="2401291"/>
              <a:chExt cx="1216113" cy="1173074"/>
            </a:xfrm>
            <a:grpFill/>
          </p:grpSpPr>
          <p:pic>
            <p:nvPicPr>
              <p:cNvPr id="180" name="Graphique 179" descr="Plan avec un remplissage uni">
                <a:extLst>
                  <a:ext uri="{FF2B5EF4-FFF2-40B4-BE49-F238E27FC236}">
                    <a16:creationId xmlns:a16="http://schemas.microsoft.com/office/drawing/2014/main" id="{6A1C1627-1623-41B3-A78C-6950C339558E}"/>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8930936" y="2401291"/>
                <a:ext cx="590762" cy="590762"/>
              </a:xfrm>
              <a:prstGeom prst="rect">
                <a:avLst/>
              </a:prstGeom>
            </p:spPr>
          </p:pic>
          <p:grpSp>
            <p:nvGrpSpPr>
              <p:cNvPr id="181" name="Groupe 180">
                <a:extLst>
                  <a:ext uri="{FF2B5EF4-FFF2-40B4-BE49-F238E27FC236}">
                    <a16:creationId xmlns:a16="http://schemas.microsoft.com/office/drawing/2014/main" id="{C06F4812-C599-4E7F-B583-352A60D1F60E}"/>
                  </a:ext>
                </a:extLst>
              </p:cNvPr>
              <p:cNvGrpSpPr/>
              <p:nvPr/>
            </p:nvGrpSpPr>
            <p:grpSpPr>
              <a:xfrm>
                <a:off x="9450069" y="2659965"/>
                <a:ext cx="696980" cy="914400"/>
                <a:chOff x="5018285" y="3873291"/>
                <a:chExt cx="696980" cy="914400"/>
              </a:xfrm>
              <a:grpFill/>
            </p:grpSpPr>
            <p:pic>
              <p:nvPicPr>
                <p:cNvPr id="182" name="Graphique 181" descr="Personne confuse avec un remplissage uni">
                  <a:extLst>
                    <a:ext uri="{FF2B5EF4-FFF2-40B4-BE49-F238E27FC236}">
                      <a16:creationId xmlns:a16="http://schemas.microsoft.com/office/drawing/2014/main" id="{6E062545-2EC3-41A6-8A09-18B5D5C929A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1"/>
                    </a:ext>
                  </a:extLst>
                </a:blip>
                <a:srcRect l="30440" r="-1"/>
                <a:stretch/>
              </p:blipFill>
              <p:spPr>
                <a:xfrm>
                  <a:off x="5079206" y="3873291"/>
                  <a:ext cx="636059" cy="914400"/>
                </a:xfrm>
                <a:prstGeom prst="rect">
                  <a:avLst/>
                </a:prstGeom>
              </p:spPr>
            </p:pic>
            <p:sp>
              <p:nvSpPr>
                <p:cNvPr id="183" name="Rectangle : coins arrondis 182">
                  <a:extLst>
                    <a:ext uri="{FF2B5EF4-FFF2-40B4-BE49-F238E27FC236}">
                      <a16:creationId xmlns:a16="http://schemas.microsoft.com/office/drawing/2014/main" id="{8354FB9B-DBF0-4B12-8CCF-EB87EFE8DE20}"/>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nvGrpSpPr>
            <p:cNvPr id="177" name="Groupe 176">
              <a:extLst>
                <a:ext uri="{FF2B5EF4-FFF2-40B4-BE49-F238E27FC236}">
                  <a16:creationId xmlns:a16="http://schemas.microsoft.com/office/drawing/2014/main" id="{BF4FE010-AD3F-4F0D-8591-9C6320F33AB3}"/>
                </a:ext>
              </a:extLst>
            </p:cNvPr>
            <p:cNvGrpSpPr/>
            <p:nvPr/>
          </p:nvGrpSpPr>
          <p:grpSpPr>
            <a:xfrm>
              <a:off x="9237852" y="2714693"/>
              <a:ext cx="199881" cy="170748"/>
              <a:chOff x="8303417" y="2625343"/>
              <a:chExt cx="199881" cy="170748"/>
            </a:xfrm>
            <a:grpFill/>
          </p:grpSpPr>
          <p:sp>
            <p:nvSpPr>
              <p:cNvPr id="178" name="Rectangle 177">
                <a:extLst>
                  <a:ext uri="{FF2B5EF4-FFF2-40B4-BE49-F238E27FC236}">
                    <a16:creationId xmlns:a16="http://schemas.microsoft.com/office/drawing/2014/main" id="{4C8332B6-4771-442A-BADD-A17E62A495F6}"/>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9" name="Image 178">
                <a:extLst>
                  <a:ext uri="{FF2B5EF4-FFF2-40B4-BE49-F238E27FC236}">
                    <a16:creationId xmlns:a16="http://schemas.microsoft.com/office/drawing/2014/main" id="{40591B5B-5EB5-41B8-9A6F-D2A3F9703C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84" name="Groupe 183">
            <a:extLst>
              <a:ext uri="{FF2B5EF4-FFF2-40B4-BE49-F238E27FC236}">
                <a16:creationId xmlns:a16="http://schemas.microsoft.com/office/drawing/2014/main" id="{28410F66-AC64-4AD1-9B4B-A5450CEE18FA}"/>
              </a:ext>
            </a:extLst>
          </p:cNvPr>
          <p:cNvGrpSpPr/>
          <p:nvPr/>
        </p:nvGrpSpPr>
        <p:grpSpPr>
          <a:xfrm>
            <a:off x="3943030" y="3774351"/>
            <a:ext cx="978178" cy="925014"/>
            <a:chOff x="4763560" y="3762738"/>
            <a:chExt cx="978178" cy="925014"/>
          </a:xfrm>
        </p:grpSpPr>
        <p:grpSp>
          <p:nvGrpSpPr>
            <p:cNvPr id="185" name="Groupe 184">
              <a:extLst>
                <a:ext uri="{FF2B5EF4-FFF2-40B4-BE49-F238E27FC236}">
                  <a16:creationId xmlns:a16="http://schemas.microsoft.com/office/drawing/2014/main" id="{39B8363B-A354-4257-969F-CEA9A475491D}"/>
                </a:ext>
              </a:extLst>
            </p:cNvPr>
            <p:cNvGrpSpPr/>
            <p:nvPr/>
          </p:nvGrpSpPr>
          <p:grpSpPr>
            <a:xfrm flipH="1">
              <a:off x="4766064" y="3762738"/>
              <a:ext cx="975674" cy="925014"/>
              <a:chOff x="4716415" y="3792004"/>
              <a:chExt cx="1009529" cy="925014"/>
            </a:xfrm>
          </p:grpSpPr>
          <p:pic>
            <p:nvPicPr>
              <p:cNvPr id="188" name="Graphique 187" descr="Mégaphone1 avec un remplissage uni">
                <a:extLst>
                  <a:ext uri="{FF2B5EF4-FFF2-40B4-BE49-F238E27FC236}">
                    <a16:creationId xmlns:a16="http://schemas.microsoft.com/office/drawing/2014/main" id="{1A7B5E4D-E9A3-4543-83FA-617257953A21}"/>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flipH="1">
                <a:off x="4716415" y="3792004"/>
                <a:ext cx="384826" cy="398002"/>
              </a:xfrm>
              <a:prstGeom prst="rect">
                <a:avLst/>
              </a:prstGeom>
            </p:spPr>
          </p:pic>
          <p:grpSp>
            <p:nvGrpSpPr>
              <p:cNvPr id="189" name="Groupe 188">
                <a:extLst>
                  <a:ext uri="{FF2B5EF4-FFF2-40B4-BE49-F238E27FC236}">
                    <a16:creationId xmlns:a16="http://schemas.microsoft.com/office/drawing/2014/main" id="{A1C91556-F0E3-4296-BC64-BDF20C8CB232}"/>
                  </a:ext>
                </a:extLst>
              </p:cNvPr>
              <p:cNvGrpSpPr/>
              <p:nvPr/>
            </p:nvGrpSpPr>
            <p:grpSpPr>
              <a:xfrm>
                <a:off x="5048496" y="3886444"/>
                <a:ext cx="633086" cy="830574"/>
                <a:chOff x="5018285" y="3873291"/>
                <a:chExt cx="696980" cy="914400"/>
              </a:xfrm>
            </p:grpSpPr>
            <p:pic>
              <p:nvPicPr>
                <p:cNvPr id="192" name="Graphique 191" descr="Personne confuse avec un remplissage uni">
                  <a:extLst>
                    <a:ext uri="{FF2B5EF4-FFF2-40B4-BE49-F238E27FC236}">
                      <a16:creationId xmlns:a16="http://schemas.microsoft.com/office/drawing/2014/main" id="{1C5D47F7-2C8E-4A2D-A1D6-BAA6869B96F2}"/>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30440" r="-1"/>
                <a:stretch/>
              </p:blipFill>
              <p:spPr>
                <a:xfrm>
                  <a:off x="5079206" y="3873291"/>
                  <a:ext cx="636059" cy="914400"/>
                </a:xfrm>
                <a:prstGeom prst="rect">
                  <a:avLst/>
                </a:prstGeom>
              </p:spPr>
            </p:pic>
            <p:sp>
              <p:nvSpPr>
                <p:cNvPr id="193" name="Rectangle : coins arrondis 192">
                  <a:extLst>
                    <a:ext uri="{FF2B5EF4-FFF2-40B4-BE49-F238E27FC236}">
                      <a16:creationId xmlns:a16="http://schemas.microsoft.com/office/drawing/2014/main" id="{D5F607B0-42D5-42CB-B953-1D9294EAAC0E}"/>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pic>
            <p:nvPicPr>
              <p:cNvPr id="190" name="Graphique 189" descr="Balance de la justice avec un remplissage uni">
                <a:extLst>
                  <a:ext uri="{FF2B5EF4-FFF2-40B4-BE49-F238E27FC236}">
                    <a16:creationId xmlns:a16="http://schemas.microsoft.com/office/drawing/2014/main" id="{B3055D21-0FE7-4640-BFA6-8617D2379EB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5374349" y="3867945"/>
                <a:ext cx="351595" cy="351595"/>
              </a:xfrm>
              <a:prstGeom prst="rect">
                <a:avLst/>
              </a:prstGeom>
            </p:spPr>
          </p:pic>
          <p:pic>
            <p:nvPicPr>
              <p:cNvPr id="191" name="Image 190">
                <a:extLst>
                  <a:ext uri="{FF2B5EF4-FFF2-40B4-BE49-F238E27FC236}">
                    <a16:creationId xmlns:a16="http://schemas.microsoft.com/office/drawing/2014/main" id="{DB29B026-B79B-4BBC-AEB5-74657844505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86" name="Graphique 185" descr="Balance de la justice avec un remplissage uni">
              <a:extLst>
                <a:ext uri="{FF2B5EF4-FFF2-40B4-BE49-F238E27FC236}">
                  <a16:creationId xmlns:a16="http://schemas.microsoft.com/office/drawing/2014/main" id="{3D695DA9-A7B7-4F50-A9B3-54E132997CC6}"/>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7711" t="16230" r="55712" b="32471"/>
            <a:stretch/>
          </p:blipFill>
          <p:spPr>
            <a:xfrm flipH="1">
              <a:off x="4955380" y="3895743"/>
              <a:ext cx="124289" cy="180364"/>
            </a:xfrm>
            <a:prstGeom prst="rect">
              <a:avLst/>
            </a:prstGeom>
          </p:spPr>
        </p:pic>
        <p:pic>
          <p:nvPicPr>
            <p:cNvPr id="187" name="Graphique 186" descr="Balance de la justice avec un remplissage uni">
              <a:extLst>
                <a:ext uri="{FF2B5EF4-FFF2-40B4-BE49-F238E27FC236}">
                  <a16:creationId xmlns:a16="http://schemas.microsoft.com/office/drawing/2014/main" id="{1A54292A-9337-4C2C-B378-49614DEEA755}"/>
                </a:ext>
              </a:extLst>
            </p:cNvPr>
            <p:cNvPicPr>
              <a:picLocks noChangeAspect="1"/>
            </p:cNvPicPr>
            <p:nvPr/>
          </p:nvPicPr>
          <p:blipFill rotWithShape="1">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rcRect l="58383" t="16186" b="30375"/>
            <a:stretch/>
          </p:blipFill>
          <p:spPr>
            <a:xfrm flipH="1">
              <a:off x="4763560" y="3895742"/>
              <a:ext cx="141416" cy="187889"/>
            </a:xfrm>
            <a:prstGeom prst="rect">
              <a:avLst/>
            </a:prstGeom>
          </p:spPr>
        </p:pic>
      </p:grpSp>
      <p:sp>
        <p:nvSpPr>
          <p:cNvPr id="194" name="Bulle narrative : ronde 193">
            <a:extLst>
              <a:ext uri="{FF2B5EF4-FFF2-40B4-BE49-F238E27FC236}">
                <a16:creationId xmlns:a16="http://schemas.microsoft.com/office/drawing/2014/main" id="{9E2B50AB-4618-4C87-BC07-6F9FEBB3927C}"/>
              </a:ext>
            </a:extLst>
          </p:cNvPr>
          <p:cNvSpPr/>
          <p:nvPr/>
        </p:nvSpPr>
        <p:spPr>
          <a:xfrm>
            <a:off x="808704" y="2672366"/>
            <a:ext cx="1201990" cy="576000"/>
          </a:xfrm>
          <a:prstGeom prst="wedgeEllipseCallout">
            <a:avLst>
              <a:gd name="adj1" fmla="val 12056"/>
              <a:gd name="adj2" fmla="val 15981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I’m interested</a:t>
            </a:r>
          </a:p>
        </p:txBody>
      </p:sp>
      <p:sp>
        <p:nvSpPr>
          <p:cNvPr id="195" name="Bulle narrative : ronde 194">
            <a:extLst>
              <a:ext uri="{FF2B5EF4-FFF2-40B4-BE49-F238E27FC236}">
                <a16:creationId xmlns:a16="http://schemas.microsoft.com/office/drawing/2014/main" id="{ECE77734-FB04-49A1-90D1-19D4768678D5}"/>
              </a:ext>
            </a:extLst>
          </p:cNvPr>
          <p:cNvSpPr/>
          <p:nvPr/>
        </p:nvSpPr>
        <p:spPr>
          <a:xfrm>
            <a:off x="2483356" y="2672366"/>
            <a:ext cx="1100576" cy="576000"/>
          </a:xfrm>
          <a:prstGeom prst="wedgeEllipseCallout">
            <a:avLst>
              <a:gd name="adj1" fmla="val 15331"/>
              <a:gd name="adj2" fmla="val 136724"/>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try</a:t>
            </a:r>
          </a:p>
        </p:txBody>
      </p:sp>
      <p:sp>
        <p:nvSpPr>
          <p:cNvPr id="196" name="Bulle narrative : ronde 195">
            <a:extLst>
              <a:ext uri="{FF2B5EF4-FFF2-40B4-BE49-F238E27FC236}">
                <a16:creationId xmlns:a16="http://schemas.microsoft.com/office/drawing/2014/main" id="{58590D21-071C-4043-8ADD-5D6088FEFE63}"/>
              </a:ext>
            </a:extLst>
          </p:cNvPr>
          <p:cNvSpPr/>
          <p:nvPr/>
        </p:nvSpPr>
        <p:spPr>
          <a:xfrm>
            <a:off x="3686627" y="2631527"/>
            <a:ext cx="1427335" cy="576000"/>
          </a:xfrm>
          <a:prstGeom prst="wedgeEllipseCallout">
            <a:avLst>
              <a:gd name="adj1" fmla="val 181"/>
              <a:gd name="adj2" fmla="val 14455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promote </a:t>
            </a:r>
          </a:p>
        </p:txBody>
      </p:sp>
      <p:sp>
        <p:nvSpPr>
          <p:cNvPr id="197" name="Bulle narrative : ronde 196">
            <a:extLst>
              <a:ext uri="{FF2B5EF4-FFF2-40B4-BE49-F238E27FC236}">
                <a16:creationId xmlns:a16="http://schemas.microsoft.com/office/drawing/2014/main" id="{431258B5-5930-4808-90D6-A7990485CEBB}"/>
              </a:ext>
            </a:extLst>
          </p:cNvPr>
          <p:cNvSpPr/>
          <p:nvPr/>
        </p:nvSpPr>
        <p:spPr>
          <a:xfrm>
            <a:off x="5229128" y="2607548"/>
            <a:ext cx="1268912" cy="576000"/>
          </a:xfrm>
          <a:prstGeom prst="wedgeEllipseCallout">
            <a:avLst>
              <a:gd name="adj1" fmla="val 10312"/>
              <a:gd name="adj2" fmla="val 16276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help in knowledge sharing </a:t>
            </a:r>
          </a:p>
        </p:txBody>
      </p:sp>
      <p:sp>
        <p:nvSpPr>
          <p:cNvPr id="198" name="Bulle narrative : ronde 197">
            <a:extLst>
              <a:ext uri="{FF2B5EF4-FFF2-40B4-BE49-F238E27FC236}">
                <a16:creationId xmlns:a16="http://schemas.microsoft.com/office/drawing/2014/main" id="{97D64265-8C45-44C1-8131-4ADDD8BC0B40}"/>
              </a:ext>
            </a:extLst>
          </p:cNvPr>
          <p:cNvSpPr/>
          <p:nvPr/>
        </p:nvSpPr>
        <p:spPr>
          <a:xfrm>
            <a:off x="6788005" y="2576050"/>
            <a:ext cx="1268518" cy="576000"/>
          </a:xfrm>
          <a:prstGeom prst="wedgeEllipseCallout">
            <a:avLst>
              <a:gd name="adj1" fmla="val -5510"/>
              <a:gd name="adj2" fmla="val 131834"/>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 share knowledge </a:t>
            </a:r>
          </a:p>
        </p:txBody>
      </p:sp>
      <p:sp>
        <p:nvSpPr>
          <p:cNvPr id="199" name="Bulle narrative : ronde 198">
            <a:extLst>
              <a:ext uri="{FF2B5EF4-FFF2-40B4-BE49-F238E27FC236}">
                <a16:creationId xmlns:a16="http://schemas.microsoft.com/office/drawing/2014/main" id="{C547D937-57F4-446E-9746-6DF0CE17CB05}"/>
              </a:ext>
            </a:extLst>
          </p:cNvPr>
          <p:cNvSpPr/>
          <p:nvPr/>
        </p:nvSpPr>
        <p:spPr>
          <a:xfrm>
            <a:off x="8194929" y="2671360"/>
            <a:ext cx="1538293" cy="576000"/>
          </a:xfrm>
          <a:prstGeom prst="wedgeEllipseCallout">
            <a:avLst>
              <a:gd name="adj1" fmla="val 11988"/>
              <a:gd name="adj2" fmla="val 106172"/>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create content, variations</a:t>
            </a:r>
          </a:p>
        </p:txBody>
      </p:sp>
      <p:sp>
        <p:nvSpPr>
          <p:cNvPr id="200" name="Bulle narrative : ronde 199">
            <a:extLst>
              <a:ext uri="{FF2B5EF4-FFF2-40B4-BE49-F238E27FC236}">
                <a16:creationId xmlns:a16="http://schemas.microsoft.com/office/drawing/2014/main" id="{F5045BFF-B0F4-4654-9731-0ADFF4E83786}"/>
              </a:ext>
            </a:extLst>
          </p:cNvPr>
          <p:cNvSpPr/>
          <p:nvPr/>
        </p:nvSpPr>
        <p:spPr>
          <a:xfrm>
            <a:off x="9963953" y="2629280"/>
            <a:ext cx="1319743" cy="576000"/>
          </a:xfrm>
          <a:prstGeom prst="wedgeEllipseCallout">
            <a:avLst>
              <a:gd name="adj1" fmla="val -11721"/>
              <a:gd name="adj2" fmla="val 131787"/>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I boost members into upper levels</a:t>
            </a:r>
          </a:p>
        </p:txBody>
      </p:sp>
      <p:sp>
        <p:nvSpPr>
          <p:cNvPr id="201" name="Espace réservé du contenu 2">
            <a:extLst>
              <a:ext uri="{FF2B5EF4-FFF2-40B4-BE49-F238E27FC236}">
                <a16:creationId xmlns:a16="http://schemas.microsoft.com/office/drawing/2014/main" id="{DD272C12-769B-41E5-9596-98382A14C724}"/>
              </a:ext>
            </a:extLst>
          </p:cNvPr>
          <p:cNvSpPr txBox="1">
            <a:spLocks/>
          </p:cNvSpPr>
          <p:nvPr/>
        </p:nvSpPr>
        <p:spPr>
          <a:xfrm>
            <a:off x="1075189" y="5953669"/>
            <a:ext cx="8307877" cy="70088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Goal is to bring every member to their max engagement level</a:t>
            </a:r>
          </a:p>
        </p:txBody>
      </p:sp>
      <p:sp>
        <p:nvSpPr>
          <p:cNvPr id="202" name="Espace réservé du contenu 2">
            <a:extLst>
              <a:ext uri="{FF2B5EF4-FFF2-40B4-BE49-F238E27FC236}">
                <a16:creationId xmlns:a16="http://schemas.microsoft.com/office/drawing/2014/main" id="{B46D2D64-C109-403B-AB43-07EE40A31B6D}"/>
              </a:ext>
            </a:extLst>
          </p:cNvPr>
          <p:cNvSpPr txBox="1">
            <a:spLocks/>
          </p:cNvSpPr>
          <p:nvPr/>
        </p:nvSpPr>
        <p:spPr>
          <a:xfrm>
            <a:off x="702361" y="1956234"/>
            <a:ext cx="8307877" cy="44800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Example : The #OpenSeriousPath</a:t>
            </a:r>
          </a:p>
        </p:txBody>
      </p:sp>
    </p:spTree>
    <p:extLst>
      <p:ext uri="{BB962C8B-B14F-4D97-AF65-F5344CB8AC3E}">
        <p14:creationId xmlns:p14="http://schemas.microsoft.com/office/powerpoint/2010/main" val="55687001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e 63">
            <a:extLst>
              <a:ext uri="{FF2B5EF4-FFF2-40B4-BE49-F238E27FC236}">
                <a16:creationId xmlns:a16="http://schemas.microsoft.com/office/drawing/2014/main" id="{6198B55A-195B-458E-A2FC-21A64850348D}"/>
              </a:ext>
            </a:extLst>
          </p:cNvPr>
          <p:cNvGrpSpPr/>
          <p:nvPr/>
        </p:nvGrpSpPr>
        <p:grpSpPr>
          <a:xfrm>
            <a:off x="2278530" y="2229499"/>
            <a:ext cx="1505851" cy="1449775"/>
            <a:chOff x="10205909" y="2492666"/>
            <a:chExt cx="1400717" cy="1348556"/>
          </a:xfrm>
        </p:grpSpPr>
        <p:grpSp>
          <p:nvGrpSpPr>
            <p:cNvPr id="65" name="Groupe 64">
              <a:extLst>
                <a:ext uri="{FF2B5EF4-FFF2-40B4-BE49-F238E27FC236}">
                  <a16:creationId xmlns:a16="http://schemas.microsoft.com/office/drawing/2014/main" id="{42751938-052C-4D07-A839-54574F23C161}"/>
                </a:ext>
              </a:extLst>
            </p:cNvPr>
            <p:cNvGrpSpPr/>
            <p:nvPr/>
          </p:nvGrpSpPr>
          <p:grpSpPr>
            <a:xfrm>
              <a:off x="10205909" y="2492666"/>
              <a:ext cx="1382273" cy="1216510"/>
              <a:chOff x="5882851" y="2722176"/>
              <a:chExt cx="646223" cy="568728"/>
            </a:xfrm>
          </p:grpSpPr>
          <p:sp>
            <p:nvSpPr>
              <p:cNvPr id="73" name="Ellipse 72">
                <a:extLst>
                  <a:ext uri="{FF2B5EF4-FFF2-40B4-BE49-F238E27FC236}">
                    <a16:creationId xmlns:a16="http://schemas.microsoft.com/office/drawing/2014/main" id="{73E3D13F-DE27-447B-A7F3-01D8DFA297B3}"/>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Graphique 73" descr="Utilisateur avec un remplissage uni">
                <a:extLst>
                  <a:ext uri="{FF2B5EF4-FFF2-40B4-BE49-F238E27FC236}">
                    <a16:creationId xmlns:a16="http://schemas.microsoft.com/office/drawing/2014/main" id="{E30B42BB-97FC-4211-A27F-7C4ADB0586E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82851" y="3028701"/>
                <a:ext cx="187537" cy="187537"/>
              </a:xfrm>
              <a:prstGeom prst="rect">
                <a:avLst/>
              </a:prstGeom>
            </p:spPr>
          </p:pic>
          <p:pic>
            <p:nvPicPr>
              <p:cNvPr id="75" name="Graphique 74" descr="Utilisateur avec un remplissage uni">
                <a:extLst>
                  <a:ext uri="{FF2B5EF4-FFF2-40B4-BE49-F238E27FC236}">
                    <a16:creationId xmlns:a16="http://schemas.microsoft.com/office/drawing/2014/main" id="{B0DDEC33-E6E0-4B3F-9B7F-52729B509D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8335" y="2722176"/>
                <a:ext cx="187537" cy="187537"/>
              </a:xfrm>
              <a:prstGeom prst="rect">
                <a:avLst/>
              </a:prstGeom>
            </p:spPr>
          </p:pic>
          <p:pic>
            <p:nvPicPr>
              <p:cNvPr id="76" name="Graphique 75" descr="Utilisateur avec un remplissage uni">
                <a:extLst>
                  <a:ext uri="{FF2B5EF4-FFF2-40B4-BE49-F238E27FC236}">
                    <a16:creationId xmlns:a16="http://schemas.microsoft.com/office/drawing/2014/main" id="{D09674CB-9788-44EB-8FD1-488809100F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1537" y="3034959"/>
                <a:ext cx="187537" cy="187537"/>
              </a:xfrm>
              <a:prstGeom prst="rect">
                <a:avLst/>
              </a:prstGeom>
            </p:spPr>
          </p:pic>
        </p:grpSp>
        <p:pic>
          <p:nvPicPr>
            <p:cNvPr id="66" name="Graphique 65" descr="Utilisateur avec un remplissage uni">
              <a:extLst>
                <a:ext uri="{FF2B5EF4-FFF2-40B4-BE49-F238E27FC236}">
                  <a16:creationId xmlns:a16="http://schemas.microsoft.com/office/drawing/2014/main" id="{C27320C6-2952-4E5F-97BE-85A94220F8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2600697"/>
              <a:ext cx="401142" cy="401142"/>
            </a:xfrm>
            <a:prstGeom prst="rect">
              <a:avLst/>
            </a:prstGeom>
          </p:spPr>
        </p:pic>
        <p:pic>
          <p:nvPicPr>
            <p:cNvPr id="67" name="Graphique 66" descr="Utilisateur avec un remplissage uni">
              <a:extLst>
                <a:ext uri="{FF2B5EF4-FFF2-40B4-BE49-F238E27FC236}">
                  <a16:creationId xmlns:a16="http://schemas.microsoft.com/office/drawing/2014/main" id="{7B3B80A1-E0F4-4EE6-B2F3-B29BA3B9A3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05484" y="2830772"/>
              <a:ext cx="401142" cy="401142"/>
            </a:xfrm>
            <a:prstGeom prst="rect">
              <a:avLst/>
            </a:prstGeom>
          </p:spPr>
        </p:pic>
        <p:pic>
          <p:nvPicPr>
            <p:cNvPr id="68" name="Graphique 67" descr="Utilisateur avec un remplissage uni">
              <a:extLst>
                <a:ext uri="{FF2B5EF4-FFF2-40B4-BE49-F238E27FC236}">
                  <a16:creationId xmlns:a16="http://schemas.microsoft.com/office/drawing/2014/main" id="{B83A92D0-6A89-4267-879A-6B8FD28530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3403817"/>
              <a:ext cx="401142" cy="401142"/>
            </a:xfrm>
            <a:prstGeom prst="rect">
              <a:avLst/>
            </a:prstGeom>
          </p:spPr>
        </p:pic>
        <p:pic>
          <p:nvPicPr>
            <p:cNvPr id="69" name="Graphique 68" descr="Utilisateur avec un remplissage uni">
              <a:extLst>
                <a:ext uri="{FF2B5EF4-FFF2-40B4-BE49-F238E27FC236}">
                  <a16:creationId xmlns:a16="http://schemas.microsoft.com/office/drawing/2014/main" id="{93375F8F-10DD-4A7B-BEAF-FEB14FA2BAC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65511" y="3383814"/>
              <a:ext cx="401142" cy="401142"/>
            </a:xfrm>
            <a:prstGeom prst="rect">
              <a:avLst/>
            </a:prstGeom>
          </p:spPr>
        </p:pic>
        <p:pic>
          <p:nvPicPr>
            <p:cNvPr id="70" name="Graphique 69" descr="Utilisateur avec un remplissage uni">
              <a:extLst>
                <a:ext uri="{FF2B5EF4-FFF2-40B4-BE49-F238E27FC236}">
                  <a16:creationId xmlns:a16="http://schemas.microsoft.com/office/drawing/2014/main" id="{E894FF30-F8E7-4040-B2FB-1491CB7AF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0558" y="3440080"/>
              <a:ext cx="401142" cy="401142"/>
            </a:xfrm>
            <a:prstGeom prst="rect">
              <a:avLst/>
            </a:prstGeom>
          </p:spPr>
        </p:pic>
        <p:pic>
          <p:nvPicPr>
            <p:cNvPr id="71" name="Graphique 70" descr="Utilisateur avec un remplissage uni">
              <a:extLst>
                <a:ext uri="{FF2B5EF4-FFF2-40B4-BE49-F238E27FC236}">
                  <a16:creationId xmlns:a16="http://schemas.microsoft.com/office/drawing/2014/main" id="{C10EEF56-0EEF-4678-B001-202782C448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14952" y="2788041"/>
              <a:ext cx="401142" cy="401142"/>
            </a:xfrm>
            <a:prstGeom prst="rect">
              <a:avLst/>
            </a:prstGeom>
          </p:spPr>
        </p:pic>
        <p:pic>
          <p:nvPicPr>
            <p:cNvPr id="72" name="Graphique 71" descr="Utilisateur avec un remplissage uni">
              <a:extLst>
                <a:ext uri="{FF2B5EF4-FFF2-40B4-BE49-F238E27FC236}">
                  <a16:creationId xmlns:a16="http://schemas.microsoft.com/office/drawing/2014/main" id="{A802CC68-C83E-4A25-9ECF-66D69B5D37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79719" y="2509970"/>
              <a:ext cx="401142" cy="401142"/>
            </a:xfrm>
            <a:prstGeom prst="rect">
              <a:avLst/>
            </a:prstGeom>
          </p:spPr>
        </p:pic>
      </p:grpSp>
      <p:grpSp>
        <p:nvGrpSpPr>
          <p:cNvPr id="17" name="Groupe 16">
            <a:extLst>
              <a:ext uri="{FF2B5EF4-FFF2-40B4-BE49-F238E27FC236}">
                <a16:creationId xmlns:a16="http://schemas.microsoft.com/office/drawing/2014/main" id="{2BCF43C1-F786-49C4-BF49-EE7E8F3C1341}"/>
              </a:ext>
            </a:extLst>
          </p:cNvPr>
          <p:cNvGrpSpPr/>
          <p:nvPr/>
        </p:nvGrpSpPr>
        <p:grpSpPr>
          <a:xfrm>
            <a:off x="1387823" y="3353957"/>
            <a:ext cx="3971320" cy="2770830"/>
            <a:chOff x="5930169" y="5735666"/>
            <a:chExt cx="1310976" cy="914681"/>
          </a:xfrm>
        </p:grpSpPr>
        <p:pic>
          <p:nvPicPr>
            <p:cNvPr id="18" name="Graphique 17" descr="Utilisateur avec un remplissage uni">
              <a:extLst>
                <a:ext uri="{FF2B5EF4-FFF2-40B4-BE49-F238E27FC236}">
                  <a16:creationId xmlns:a16="http://schemas.microsoft.com/office/drawing/2014/main" id="{564062F4-72CD-439B-BCC2-5E289021D6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19" name="Graphique 18" descr="Utilisateur avec un remplissage uni">
              <a:extLst>
                <a:ext uri="{FF2B5EF4-FFF2-40B4-BE49-F238E27FC236}">
                  <a16:creationId xmlns:a16="http://schemas.microsoft.com/office/drawing/2014/main" id="{E3931FD7-0519-482B-B9B5-9DA29EA9586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20" name="Graphique 19" descr="Utilisateur avec un remplissage uni">
              <a:extLst>
                <a:ext uri="{FF2B5EF4-FFF2-40B4-BE49-F238E27FC236}">
                  <a16:creationId xmlns:a16="http://schemas.microsoft.com/office/drawing/2014/main" id="{B90A38D2-1FE5-44F0-A568-11332C126C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21" name="Graphique 20" descr="Utilisateur avec un remplissage uni">
              <a:extLst>
                <a:ext uri="{FF2B5EF4-FFF2-40B4-BE49-F238E27FC236}">
                  <a16:creationId xmlns:a16="http://schemas.microsoft.com/office/drawing/2014/main" id="{A3DAD854-8A17-4755-8E8B-B1BDF021C40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22" name="Graphique 21" descr="Utilisateur avec un remplissage uni">
              <a:extLst>
                <a:ext uri="{FF2B5EF4-FFF2-40B4-BE49-F238E27FC236}">
                  <a16:creationId xmlns:a16="http://schemas.microsoft.com/office/drawing/2014/main" id="{CD80E560-478D-41D0-A178-D433C01351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23" name="Graphique 22" descr="Utilisateur avec un remplissage uni">
              <a:extLst>
                <a:ext uri="{FF2B5EF4-FFF2-40B4-BE49-F238E27FC236}">
                  <a16:creationId xmlns:a16="http://schemas.microsoft.com/office/drawing/2014/main" id="{E775525F-D985-4136-83D6-03D20C5770C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24" name="Graphique 23" descr="Utilisateur avec un remplissage uni">
              <a:extLst>
                <a:ext uri="{FF2B5EF4-FFF2-40B4-BE49-F238E27FC236}">
                  <a16:creationId xmlns:a16="http://schemas.microsoft.com/office/drawing/2014/main" id="{0B685025-9C63-4ECB-BD21-E6D7610554A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25" name="Graphique 24" descr="Utilisateur avec un remplissage uni">
              <a:extLst>
                <a:ext uri="{FF2B5EF4-FFF2-40B4-BE49-F238E27FC236}">
                  <a16:creationId xmlns:a16="http://schemas.microsoft.com/office/drawing/2014/main" id="{D94C8D8B-5770-4205-8038-79CC493DF4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26" name="Graphique 25" descr="Utilisateur avec un remplissage uni">
              <a:extLst>
                <a:ext uri="{FF2B5EF4-FFF2-40B4-BE49-F238E27FC236}">
                  <a16:creationId xmlns:a16="http://schemas.microsoft.com/office/drawing/2014/main" id="{0828D1DE-A618-4C94-A3D1-AC344854A8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27" name="Graphique 26" descr="Utilisateur avec un remplissage uni">
              <a:extLst>
                <a:ext uri="{FF2B5EF4-FFF2-40B4-BE49-F238E27FC236}">
                  <a16:creationId xmlns:a16="http://schemas.microsoft.com/office/drawing/2014/main" id="{D7E90F5E-E211-41CE-97CF-AFF8DCE8872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28" name="Graphique 27" descr="Utilisateur avec un remplissage uni">
              <a:extLst>
                <a:ext uri="{FF2B5EF4-FFF2-40B4-BE49-F238E27FC236}">
                  <a16:creationId xmlns:a16="http://schemas.microsoft.com/office/drawing/2014/main" id="{F170CDBA-CF92-4288-B681-726448D657C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29" name="Graphique 28" descr="Utilisateur avec un remplissage uni">
              <a:extLst>
                <a:ext uri="{FF2B5EF4-FFF2-40B4-BE49-F238E27FC236}">
                  <a16:creationId xmlns:a16="http://schemas.microsoft.com/office/drawing/2014/main" id="{712CD263-379B-445A-9F12-15F3829D40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30" name="Graphique 29" descr="Utilisateur avec un remplissage uni">
              <a:extLst>
                <a:ext uri="{FF2B5EF4-FFF2-40B4-BE49-F238E27FC236}">
                  <a16:creationId xmlns:a16="http://schemas.microsoft.com/office/drawing/2014/main" id="{029AFFE4-7CB1-4683-86E7-74D837AD755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31" name="Graphique 30" descr="Utilisateur avec un remplissage uni">
              <a:extLst>
                <a:ext uri="{FF2B5EF4-FFF2-40B4-BE49-F238E27FC236}">
                  <a16:creationId xmlns:a16="http://schemas.microsoft.com/office/drawing/2014/main" id="{E196256B-88BB-4D9F-A670-55F3AA5E18B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32" name="Graphique 31" descr="Utilisateur avec un remplissage uni">
              <a:extLst>
                <a:ext uri="{FF2B5EF4-FFF2-40B4-BE49-F238E27FC236}">
                  <a16:creationId xmlns:a16="http://schemas.microsoft.com/office/drawing/2014/main" id="{FED8DAAC-29A2-4FB6-B791-33DB38C1360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33" name="Graphique 32" descr="Utilisateur avec un remplissage uni">
              <a:extLst>
                <a:ext uri="{FF2B5EF4-FFF2-40B4-BE49-F238E27FC236}">
                  <a16:creationId xmlns:a16="http://schemas.microsoft.com/office/drawing/2014/main" id="{CFBA0A1A-7687-44DB-8197-3B9AD8FDD8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34" name="Graphique 33" descr="Utilisateur avec un remplissage uni">
              <a:extLst>
                <a:ext uri="{FF2B5EF4-FFF2-40B4-BE49-F238E27FC236}">
                  <a16:creationId xmlns:a16="http://schemas.microsoft.com/office/drawing/2014/main" id="{AC37CA8A-D17D-46EB-A496-A603C9F709D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35" name="Connecteur droit 34">
              <a:extLst>
                <a:ext uri="{FF2B5EF4-FFF2-40B4-BE49-F238E27FC236}">
                  <a16:creationId xmlns:a16="http://schemas.microsoft.com/office/drawing/2014/main" id="{2FF82AC7-0EB9-4077-81DC-C013242B9459}"/>
                </a:ext>
              </a:extLst>
            </p:cNvPr>
            <p:cNvCxnSpPr>
              <a:cxnSpLocks/>
              <a:stCxn id="24" idx="3"/>
              <a:endCxn id="3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4E676D81-299D-4B97-82C4-D3B91A7CF8F6}"/>
                </a:ext>
              </a:extLst>
            </p:cNvPr>
            <p:cNvCxnSpPr>
              <a:cxnSpLocks/>
              <a:stCxn id="24" idx="3"/>
              <a:endCxn id="25"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632F9E9A-C8F8-4C08-B890-6227F1A1A1AA}"/>
                </a:ext>
              </a:extLst>
            </p:cNvPr>
            <p:cNvCxnSpPr>
              <a:cxnSpLocks/>
              <a:stCxn id="32" idx="3"/>
              <a:endCxn id="3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B34C50DA-9817-4E70-BDBB-69FF021DBB30}"/>
                </a:ext>
              </a:extLst>
            </p:cNvPr>
            <p:cNvCxnSpPr>
              <a:cxnSpLocks/>
              <a:stCxn id="33" idx="3"/>
              <a:endCxn id="18"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50FEFE03-FDD2-413C-A1D2-24FA2F35C3A2}"/>
                </a:ext>
              </a:extLst>
            </p:cNvPr>
            <p:cNvCxnSpPr>
              <a:cxnSpLocks/>
              <a:stCxn id="19" idx="0"/>
              <a:endCxn id="18"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FC7A8948-2F80-4AA9-8C52-37EA19AA6663}"/>
                </a:ext>
              </a:extLst>
            </p:cNvPr>
            <p:cNvCxnSpPr>
              <a:cxnSpLocks/>
              <a:stCxn id="26" idx="3"/>
              <a:endCxn id="18"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6E540D8D-67D3-4973-972E-D3E54821BA70}"/>
                </a:ext>
              </a:extLst>
            </p:cNvPr>
            <p:cNvCxnSpPr>
              <a:cxnSpLocks/>
              <a:stCxn id="26" idx="3"/>
              <a:endCxn id="19"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AD5BED75-7829-4997-8EF0-6EB3988C504B}"/>
                </a:ext>
              </a:extLst>
            </p:cNvPr>
            <p:cNvCxnSpPr>
              <a:cxnSpLocks/>
              <a:stCxn id="32" idx="3"/>
              <a:endCxn id="2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268DB64F-12D0-4D81-B95C-26FE1DF0784B}"/>
                </a:ext>
              </a:extLst>
            </p:cNvPr>
            <p:cNvCxnSpPr>
              <a:cxnSpLocks/>
              <a:stCxn id="26" idx="0"/>
              <a:endCxn id="24"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D9B949ED-D071-4D86-890A-3B4D25E40CF3}"/>
                </a:ext>
              </a:extLst>
            </p:cNvPr>
            <p:cNvCxnSpPr>
              <a:cxnSpLocks/>
              <a:stCxn id="32" idx="1"/>
              <a:endCxn id="26"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3F4F994F-C5D5-4193-9B53-59EDBD5749CD}"/>
                </a:ext>
              </a:extLst>
            </p:cNvPr>
            <p:cNvCxnSpPr>
              <a:cxnSpLocks/>
              <a:stCxn id="32" idx="3"/>
              <a:endCxn id="18"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FE6A3AD3-A11D-4B8C-A1A0-AA52FBE33B13}"/>
                </a:ext>
              </a:extLst>
            </p:cNvPr>
            <p:cNvCxnSpPr>
              <a:cxnSpLocks/>
              <a:stCxn id="22" idx="1"/>
              <a:endCxn id="3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F3278A6C-0EFB-4EE7-BB07-0A5D25A82158}"/>
                </a:ext>
              </a:extLst>
            </p:cNvPr>
            <p:cNvCxnSpPr>
              <a:cxnSpLocks/>
              <a:stCxn id="25" idx="1"/>
              <a:endCxn id="3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3F3C47A5-641D-43BB-B3C8-F21ABD52EE60}"/>
                </a:ext>
              </a:extLst>
            </p:cNvPr>
            <p:cNvCxnSpPr>
              <a:cxnSpLocks/>
              <a:stCxn id="19" idx="1"/>
              <a:endCxn id="22"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Connecteur droit 48">
              <a:extLst>
                <a:ext uri="{FF2B5EF4-FFF2-40B4-BE49-F238E27FC236}">
                  <a16:creationId xmlns:a16="http://schemas.microsoft.com/office/drawing/2014/main" id="{39C62E8A-077F-4305-BBD2-2AD8BE7C658C}"/>
                </a:ext>
              </a:extLst>
            </p:cNvPr>
            <p:cNvCxnSpPr>
              <a:cxnSpLocks/>
              <a:stCxn id="19" idx="1"/>
              <a:endCxn id="3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1424020-44D6-498B-996E-CBBA64469302}"/>
                </a:ext>
              </a:extLst>
            </p:cNvPr>
            <p:cNvCxnSpPr>
              <a:cxnSpLocks/>
              <a:stCxn id="25" idx="3"/>
              <a:endCxn id="22"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F444446E-B10F-4443-B202-D6213E67351D}"/>
                </a:ext>
              </a:extLst>
            </p:cNvPr>
            <p:cNvCxnSpPr>
              <a:cxnSpLocks/>
              <a:stCxn id="21" idx="2"/>
              <a:endCxn id="20"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2" name="Connecteur droit 51">
              <a:extLst>
                <a:ext uri="{FF2B5EF4-FFF2-40B4-BE49-F238E27FC236}">
                  <a16:creationId xmlns:a16="http://schemas.microsoft.com/office/drawing/2014/main" id="{83C75CB0-A7A0-4760-9C25-CECAE1850A66}"/>
                </a:ext>
              </a:extLst>
            </p:cNvPr>
            <p:cNvCxnSpPr>
              <a:cxnSpLocks/>
              <a:stCxn id="26" idx="3"/>
              <a:endCxn id="21"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70579416-0A70-4D12-A298-EDDE4BF63C6B}"/>
                </a:ext>
              </a:extLst>
            </p:cNvPr>
            <p:cNvCxnSpPr>
              <a:cxnSpLocks/>
              <a:stCxn id="21" idx="3"/>
              <a:endCxn id="2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D70ACC26-E2A8-48A7-AA7A-55E16C5BC401}"/>
                </a:ext>
              </a:extLst>
            </p:cNvPr>
            <p:cNvCxnSpPr>
              <a:cxnSpLocks/>
              <a:stCxn id="20" idx="0"/>
              <a:endCxn id="2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B7FA6A0B-2EEF-4D92-ABB1-D62319E43941}"/>
                </a:ext>
              </a:extLst>
            </p:cNvPr>
            <p:cNvCxnSpPr>
              <a:stCxn id="19" idx="3"/>
              <a:endCxn id="23"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30AA9F47-5E72-4D0F-A9CC-778D2DAD804B}"/>
                </a:ext>
              </a:extLst>
            </p:cNvPr>
            <p:cNvCxnSpPr>
              <a:cxnSpLocks/>
              <a:stCxn id="22" idx="3"/>
              <a:endCxn id="20"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4795B29C-DB67-4596-909A-C80F5FB26F5C}"/>
                </a:ext>
              </a:extLst>
            </p:cNvPr>
            <p:cNvCxnSpPr>
              <a:cxnSpLocks/>
              <a:stCxn id="20" idx="1"/>
              <a:endCxn id="19"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5CA9F6CD-5533-42B7-981E-4EEEE5E9C230}"/>
                </a:ext>
              </a:extLst>
            </p:cNvPr>
            <p:cNvCxnSpPr>
              <a:cxnSpLocks/>
              <a:stCxn id="30" idx="2"/>
              <a:endCxn id="23"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D45F6E7B-C9DA-42FB-BD88-83A22D1CE5E6}"/>
                </a:ext>
              </a:extLst>
            </p:cNvPr>
            <p:cNvCxnSpPr>
              <a:stCxn id="31" idx="0"/>
              <a:endCxn id="2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0" name="Connecteur droit 59">
              <a:extLst>
                <a:ext uri="{FF2B5EF4-FFF2-40B4-BE49-F238E27FC236}">
                  <a16:creationId xmlns:a16="http://schemas.microsoft.com/office/drawing/2014/main" id="{6E9E0CDF-F336-4EFB-BFE0-5DDD1E87306F}"/>
                </a:ext>
              </a:extLst>
            </p:cNvPr>
            <p:cNvCxnSpPr>
              <a:cxnSpLocks/>
              <a:stCxn id="27" idx="2"/>
              <a:endCxn id="2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D83E9313-6EB2-4887-BD4C-0D4BDA2F0AAD}"/>
                </a:ext>
              </a:extLst>
            </p:cNvPr>
            <p:cNvCxnSpPr>
              <a:cxnSpLocks/>
              <a:stCxn id="33" idx="2"/>
              <a:endCxn id="2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749E8897-9940-4EE9-B0C7-E74E479BF1C9}"/>
                </a:ext>
              </a:extLst>
            </p:cNvPr>
            <p:cNvCxnSpPr>
              <a:cxnSpLocks/>
              <a:stCxn id="29" idx="0"/>
              <a:endCxn id="3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5FD552C6-AE15-4B42-ADB1-F645F73EEEA1}"/>
                </a:ext>
              </a:extLst>
            </p:cNvPr>
            <p:cNvCxnSpPr>
              <a:cxnSpLocks/>
              <a:stCxn id="30" idx="2"/>
              <a:endCxn id="20"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4340D029-EDF2-4E58-848A-6F4B459A7127}"/>
              </a:ext>
            </a:extLst>
          </p:cNvPr>
          <p:cNvSpPr>
            <a:spLocks noGrp="1"/>
          </p:cNvSpPr>
          <p:nvPr>
            <p:ph type="title"/>
          </p:nvPr>
        </p:nvSpPr>
        <p:spPr>
          <a:xfrm>
            <a:off x="867918" y="510551"/>
            <a:ext cx="10168128" cy="1179576"/>
          </a:xfrm>
        </p:spPr>
        <p:txBody>
          <a:bodyPr>
            <a:normAutofit fontScale="90000"/>
          </a:bodyPr>
          <a:lstStyle/>
          <a:p>
            <a:r>
              <a:rPr lang="en-US" dirty="0"/>
              <a:t>Step 4 : Set up Community Shared Calendar</a:t>
            </a:r>
          </a:p>
        </p:txBody>
      </p:sp>
      <p:pic>
        <p:nvPicPr>
          <p:cNvPr id="10" name="Espace réservé du contenu 9">
            <a:extLst>
              <a:ext uri="{FF2B5EF4-FFF2-40B4-BE49-F238E27FC236}">
                <a16:creationId xmlns:a16="http://schemas.microsoft.com/office/drawing/2014/main" id="{F0A47EA6-3360-495A-8094-16AADCA4C6C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440264" y="5002134"/>
            <a:ext cx="463887" cy="463887"/>
          </a:xfrm>
        </p:spPr>
      </p:pic>
      <p:pic>
        <p:nvPicPr>
          <p:cNvPr id="4" name="Image 3">
            <a:extLst>
              <a:ext uri="{FF2B5EF4-FFF2-40B4-BE49-F238E27FC236}">
                <a16:creationId xmlns:a16="http://schemas.microsoft.com/office/drawing/2014/main" id="{2C13039C-F11E-4637-B84F-EA325AB276F4}"/>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829795" y="3689413"/>
            <a:ext cx="583321" cy="583321"/>
          </a:xfrm>
          <a:prstGeom prst="rect">
            <a:avLst/>
          </a:prstGeom>
        </p:spPr>
      </p:pic>
      <p:pic>
        <p:nvPicPr>
          <p:cNvPr id="6" name="Image 5" descr="Une image contenant homme, personne, mur, verres&#10;&#10;Description générée automatiquement">
            <a:extLst>
              <a:ext uri="{FF2B5EF4-FFF2-40B4-BE49-F238E27FC236}">
                <a16:creationId xmlns:a16="http://schemas.microsoft.com/office/drawing/2014/main" id="{7EED10B9-6F4A-460B-A1F8-09F42C24D62D}"/>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3238549" y="4478711"/>
            <a:ext cx="509726" cy="509726"/>
          </a:xfrm>
          <a:prstGeom prst="rect">
            <a:avLst/>
          </a:prstGeom>
        </p:spPr>
      </p:pic>
      <p:pic>
        <p:nvPicPr>
          <p:cNvPr id="7" name="Image 6" descr="Une image contenant personne, femme, herbe, extérieur&#10;&#10;Description générée automatiquement">
            <a:extLst>
              <a:ext uri="{FF2B5EF4-FFF2-40B4-BE49-F238E27FC236}">
                <a16:creationId xmlns:a16="http://schemas.microsoft.com/office/drawing/2014/main" id="{37A7224E-D142-4E1C-AA63-F907EC49E6FC}"/>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1296468" y="4829041"/>
            <a:ext cx="593827" cy="593827"/>
          </a:xfrm>
          <a:prstGeom prst="rect">
            <a:avLst/>
          </a:prstGeom>
        </p:spPr>
      </p:pic>
      <p:pic>
        <p:nvPicPr>
          <p:cNvPr id="8" name="Image 7" descr="Une image contenant personne, extérieur, verres, souriant&#10;&#10;Description générée automatiquement">
            <a:extLst>
              <a:ext uri="{FF2B5EF4-FFF2-40B4-BE49-F238E27FC236}">
                <a16:creationId xmlns:a16="http://schemas.microsoft.com/office/drawing/2014/main" id="{E2695D50-AA1B-4D93-915B-E745C5425EE6}"/>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2755993" y="3279484"/>
            <a:ext cx="550927" cy="550927"/>
          </a:xfrm>
          <a:prstGeom prst="rect">
            <a:avLst/>
          </a:prstGeom>
        </p:spPr>
      </p:pic>
      <p:pic>
        <p:nvPicPr>
          <p:cNvPr id="16" name="Image 15">
            <a:extLst>
              <a:ext uri="{FF2B5EF4-FFF2-40B4-BE49-F238E27FC236}">
                <a16:creationId xmlns:a16="http://schemas.microsoft.com/office/drawing/2014/main" id="{7EE82242-A886-4E7F-B434-FC152D197523}"/>
              </a:ext>
            </a:extLst>
          </p:cNvPr>
          <p:cNvPicPr>
            <a:picLocks noChangeAspect="1"/>
          </p:cNvPicPr>
          <p:nvPr/>
        </p:nvPicPr>
        <p:blipFill>
          <a:blip r:embed="rId9"/>
          <a:stretch>
            <a:fillRect/>
          </a:stretch>
        </p:blipFill>
        <p:spPr>
          <a:xfrm>
            <a:off x="2475675" y="5611679"/>
            <a:ext cx="668859" cy="659570"/>
          </a:xfrm>
          <a:prstGeom prst="rect">
            <a:avLst/>
          </a:prstGeom>
        </p:spPr>
      </p:pic>
      <p:grpSp>
        <p:nvGrpSpPr>
          <p:cNvPr id="147" name="Groupe 146">
            <a:extLst>
              <a:ext uri="{FF2B5EF4-FFF2-40B4-BE49-F238E27FC236}">
                <a16:creationId xmlns:a16="http://schemas.microsoft.com/office/drawing/2014/main" id="{46D57D96-0808-4769-B4E1-40C0A7A05652}"/>
              </a:ext>
            </a:extLst>
          </p:cNvPr>
          <p:cNvGrpSpPr/>
          <p:nvPr/>
        </p:nvGrpSpPr>
        <p:grpSpPr>
          <a:xfrm>
            <a:off x="4874887" y="3002126"/>
            <a:ext cx="1832222" cy="1493441"/>
            <a:chOff x="6767382" y="2818209"/>
            <a:chExt cx="688323" cy="561051"/>
          </a:xfrm>
        </p:grpSpPr>
        <p:grpSp>
          <p:nvGrpSpPr>
            <p:cNvPr id="80" name="Groupe 79">
              <a:extLst>
                <a:ext uri="{FF2B5EF4-FFF2-40B4-BE49-F238E27FC236}">
                  <a16:creationId xmlns:a16="http://schemas.microsoft.com/office/drawing/2014/main" id="{530B7640-FD9E-46BD-BF77-83E6D198832D}"/>
                </a:ext>
              </a:extLst>
            </p:cNvPr>
            <p:cNvGrpSpPr/>
            <p:nvPr/>
          </p:nvGrpSpPr>
          <p:grpSpPr>
            <a:xfrm>
              <a:off x="6776554" y="2818209"/>
              <a:ext cx="351708" cy="292737"/>
              <a:chOff x="6495179" y="4021931"/>
              <a:chExt cx="558608" cy="428625"/>
            </a:xfrm>
          </p:grpSpPr>
          <p:pic>
            <p:nvPicPr>
              <p:cNvPr id="137" name="Graphique 136" descr="Utilisateur avec un remplissage uni">
                <a:extLst>
                  <a:ext uri="{FF2B5EF4-FFF2-40B4-BE49-F238E27FC236}">
                    <a16:creationId xmlns:a16="http://schemas.microsoft.com/office/drawing/2014/main" id="{58B07F50-7D94-4F7C-BB97-F3203C1E53E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6495179" y="4222610"/>
                <a:ext cx="126206" cy="142875"/>
              </a:xfrm>
              <a:prstGeom prst="rect">
                <a:avLst/>
              </a:prstGeom>
            </p:spPr>
          </p:pic>
          <p:pic>
            <p:nvPicPr>
              <p:cNvPr id="138" name="Graphique 137" descr="Utilisateur avec un remplissage uni">
                <a:extLst>
                  <a:ext uri="{FF2B5EF4-FFF2-40B4-BE49-F238E27FC236}">
                    <a16:creationId xmlns:a16="http://schemas.microsoft.com/office/drawing/2014/main" id="{66C2161B-2C43-4165-BD4F-F93A9BB3E5E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927581" y="4164805"/>
                <a:ext cx="126206" cy="142875"/>
              </a:xfrm>
              <a:prstGeom prst="rect">
                <a:avLst/>
              </a:prstGeom>
            </p:spPr>
          </p:pic>
          <p:pic>
            <p:nvPicPr>
              <p:cNvPr id="139" name="Graphique 138" descr="Utilisateur avec un remplissage uni">
                <a:extLst>
                  <a:ext uri="{FF2B5EF4-FFF2-40B4-BE49-F238E27FC236}">
                    <a16:creationId xmlns:a16="http://schemas.microsoft.com/office/drawing/2014/main" id="{3ABE83A0-FB27-4080-AFB4-B57BB5E9A0D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794952" y="4307681"/>
                <a:ext cx="126206" cy="142875"/>
              </a:xfrm>
              <a:prstGeom prst="rect">
                <a:avLst/>
              </a:prstGeom>
            </p:spPr>
          </p:pic>
          <p:pic>
            <p:nvPicPr>
              <p:cNvPr id="140" name="Graphique 139" descr="Utilisateur avec un remplissage uni">
                <a:extLst>
                  <a:ext uri="{FF2B5EF4-FFF2-40B4-BE49-F238E27FC236}">
                    <a16:creationId xmlns:a16="http://schemas.microsoft.com/office/drawing/2014/main" id="{1F24B702-8345-43E1-B752-A33BBB4BD4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1375" y="4021931"/>
                <a:ext cx="126206" cy="142875"/>
              </a:xfrm>
              <a:prstGeom prst="rect">
                <a:avLst/>
              </a:prstGeom>
            </p:spPr>
          </p:pic>
          <p:cxnSp>
            <p:nvCxnSpPr>
              <p:cNvPr id="141" name="Connecteur droit 140">
                <a:extLst>
                  <a:ext uri="{FF2B5EF4-FFF2-40B4-BE49-F238E27FC236}">
                    <a16:creationId xmlns:a16="http://schemas.microsoft.com/office/drawing/2014/main" id="{5A162D61-0E0C-4933-9F42-749102BADCDE}"/>
                  </a:ext>
                </a:extLst>
              </p:cNvPr>
              <p:cNvCxnSpPr>
                <a:stCxn id="140" idx="2"/>
                <a:endCxn id="139"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5815E81A-7150-4EB9-962B-B79BB2243AE8}"/>
                  </a:ext>
                </a:extLst>
              </p:cNvPr>
              <p:cNvCxnSpPr>
                <a:cxnSpLocks/>
                <a:stCxn id="138" idx="1"/>
                <a:endCxn id="137"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0EFD9DEC-9040-4818-B00B-3CA2E472CC9E}"/>
                  </a:ext>
                </a:extLst>
              </p:cNvPr>
              <p:cNvCxnSpPr>
                <a:cxnSpLocks/>
                <a:stCxn id="140" idx="2"/>
                <a:endCxn id="138"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E8B85ECE-0E61-42A1-8F40-AC0F5FDA943B}"/>
                  </a:ext>
                </a:extLst>
              </p:cNvPr>
              <p:cNvCxnSpPr>
                <a:cxnSpLocks/>
                <a:stCxn id="139" idx="0"/>
                <a:endCxn id="138"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85A5FAC7-A79B-4E3C-81FC-D1AA1D2DDEA3}"/>
                  </a:ext>
                </a:extLst>
              </p:cNvPr>
              <p:cNvCxnSpPr>
                <a:cxnSpLocks/>
                <a:stCxn id="139" idx="0"/>
                <a:endCxn id="137"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143152FD-986A-4F04-87EA-53BBB567BC7A}"/>
                  </a:ext>
                </a:extLst>
              </p:cNvPr>
              <p:cNvCxnSpPr>
                <a:cxnSpLocks/>
                <a:stCxn id="140" idx="2"/>
                <a:endCxn id="137"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2" name="Groupe 81">
              <a:extLst>
                <a:ext uri="{FF2B5EF4-FFF2-40B4-BE49-F238E27FC236}">
                  <a16:creationId xmlns:a16="http://schemas.microsoft.com/office/drawing/2014/main" id="{16C1FB1E-47AA-47C6-8E3D-4E6992448AB4}"/>
                </a:ext>
              </a:extLst>
            </p:cNvPr>
            <p:cNvGrpSpPr/>
            <p:nvPr/>
          </p:nvGrpSpPr>
          <p:grpSpPr>
            <a:xfrm>
              <a:off x="7057974" y="3024824"/>
              <a:ext cx="397731" cy="304496"/>
              <a:chOff x="6428428" y="4530096"/>
              <a:chExt cx="631706" cy="445842"/>
            </a:xfrm>
          </p:grpSpPr>
          <p:pic>
            <p:nvPicPr>
              <p:cNvPr id="116" name="Graphique 115" descr="Utilisateur avec un remplissage uni">
                <a:extLst>
                  <a:ext uri="{FF2B5EF4-FFF2-40B4-BE49-F238E27FC236}">
                    <a16:creationId xmlns:a16="http://schemas.microsoft.com/office/drawing/2014/main" id="{8A76DCB4-ED03-4ADF-B214-CAFE066381E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6428428" y="4725905"/>
                <a:ext cx="126206" cy="142875"/>
              </a:xfrm>
              <a:prstGeom prst="rect">
                <a:avLst/>
              </a:prstGeom>
            </p:spPr>
          </p:pic>
          <p:pic>
            <p:nvPicPr>
              <p:cNvPr id="117" name="Graphique 116" descr="Utilisateur avec un remplissage uni">
                <a:extLst>
                  <a:ext uri="{FF2B5EF4-FFF2-40B4-BE49-F238E27FC236}">
                    <a16:creationId xmlns:a16="http://schemas.microsoft.com/office/drawing/2014/main" id="{86D06F0C-5242-4446-A600-ED7DE81EF0C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933928" y="4690187"/>
                <a:ext cx="126206" cy="142875"/>
              </a:xfrm>
              <a:prstGeom prst="rect">
                <a:avLst/>
              </a:prstGeom>
            </p:spPr>
          </p:pic>
          <p:pic>
            <p:nvPicPr>
              <p:cNvPr id="118" name="Graphique 117" descr="Utilisateur avec un remplissage uni">
                <a:extLst>
                  <a:ext uri="{FF2B5EF4-FFF2-40B4-BE49-F238E27FC236}">
                    <a16:creationId xmlns:a16="http://schemas.microsoft.com/office/drawing/2014/main" id="{2ADE433A-5F78-4AAA-8D17-A48F11591D2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1299" y="4833063"/>
                <a:ext cx="126206" cy="142875"/>
              </a:xfrm>
              <a:prstGeom prst="rect">
                <a:avLst/>
              </a:prstGeom>
            </p:spPr>
          </p:pic>
          <p:pic>
            <p:nvPicPr>
              <p:cNvPr id="119" name="Graphique 118" descr="Utilisateur avec un remplissage uni">
                <a:extLst>
                  <a:ext uri="{FF2B5EF4-FFF2-40B4-BE49-F238E27FC236}">
                    <a16:creationId xmlns:a16="http://schemas.microsoft.com/office/drawing/2014/main" id="{63B5C70C-4D87-44E3-92D8-502065BDE5E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7722" y="4547313"/>
                <a:ext cx="126206" cy="142875"/>
              </a:xfrm>
              <a:prstGeom prst="rect">
                <a:avLst/>
              </a:prstGeom>
            </p:spPr>
          </p:pic>
          <p:cxnSp>
            <p:nvCxnSpPr>
              <p:cNvPr id="120" name="Connecteur droit 119">
                <a:extLst>
                  <a:ext uri="{FF2B5EF4-FFF2-40B4-BE49-F238E27FC236}">
                    <a16:creationId xmlns:a16="http://schemas.microsoft.com/office/drawing/2014/main" id="{DAEB5319-7C43-479F-B8C8-9F990C79A70F}"/>
                  </a:ext>
                </a:extLst>
              </p:cNvPr>
              <p:cNvCxnSpPr>
                <a:stCxn id="119" idx="2"/>
                <a:endCxn id="118"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Connecteur droit 120">
                <a:extLst>
                  <a:ext uri="{FF2B5EF4-FFF2-40B4-BE49-F238E27FC236}">
                    <a16:creationId xmlns:a16="http://schemas.microsoft.com/office/drawing/2014/main" id="{9ACF8BFA-41E8-46C3-8AB2-66F64C27E54F}"/>
                  </a:ext>
                </a:extLst>
              </p:cNvPr>
              <p:cNvCxnSpPr>
                <a:cxnSpLocks/>
                <a:stCxn id="117" idx="1"/>
                <a:endCxn id="116"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Connecteur droit 121">
                <a:extLst>
                  <a:ext uri="{FF2B5EF4-FFF2-40B4-BE49-F238E27FC236}">
                    <a16:creationId xmlns:a16="http://schemas.microsoft.com/office/drawing/2014/main" id="{065E98B7-2919-4CE8-B499-20C8F21B2B7A}"/>
                  </a:ext>
                </a:extLst>
              </p:cNvPr>
              <p:cNvCxnSpPr>
                <a:cxnSpLocks/>
                <a:stCxn id="119" idx="2"/>
                <a:endCxn id="117"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Connecteur droit 122">
                <a:extLst>
                  <a:ext uri="{FF2B5EF4-FFF2-40B4-BE49-F238E27FC236}">
                    <a16:creationId xmlns:a16="http://schemas.microsoft.com/office/drawing/2014/main" id="{258948BF-81F8-41B9-A857-2E31160CA3D3}"/>
                  </a:ext>
                </a:extLst>
              </p:cNvPr>
              <p:cNvCxnSpPr>
                <a:cxnSpLocks/>
                <a:stCxn id="118" idx="0"/>
                <a:endCxn id="117"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Connecteur droit 123">
                <a:extLst>
                  <a:ext uri="{FF2B5EF4-FFF2-40B4-BE49-F238E27FC236}">
                    <a16:creationId xmlns:a16="http://schemas.microsoft.com/office/drawing/2014/main" id="{CBAA3DAC-15A1-4573-B33D-2956808CBD6D}"/>
                  </a:ext>
                </a:extLst>
              </p:cNvPr>
              <p:cNvCxnSpPr>
                <a:cxnSpLocks/>
                <a:stCxn id="118" idx="0"/>
                <a:endCxn id="116"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Connecteur droit 124">
                <a:extLst>
                  <a:ext uri="{FF2B5EF4-FFF2-40B4-BE49-F238E27FC236}">
                    <a16:creationId xmlns:a16="http://schemas.microsoft.com/office/drawing/2014/main" id="{F2F5D47C-A8C6-4417-BDDA-893B0F3E80D7}"/>
                  </a:ext>
                </a:extLst>
              </p:cNvPr>
              <p:cNvCxnSpPr>
                <a:cxnSpLocks/>
                <a:stCxn id="119" idx="2"/>
                <a:endCxn id="116"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126" name="Graphique 125" descr="Utilisateur avec un remplissage uni">
                <a:extLst>
                  <a:ext uri="{FF2B5EF4-FFF2-40B4-BE49-F238E27FC236}">
                    <a16:creationId xmlns:a16="http://schemas.microsoft.com/office/drawing/2014/main" id="{B92A0700-341D-4704-8D7A-69BAEC17C1A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654461" y="4530096"/>
                <a:ext cx="126206" cy="142875"/>
              </a:xfrm>
              <a:prstGeom prst="rect">
                <a:avLst/>
              </a:prstGeom>
            </p:spPr>
          </p:pic>
          <p:cxnSp>
            <p:nvCxnSpPr>
              <p:cNvPr id="127" name="Connecteur droit 126">
                <a:extLst>
                  <a:ext uri="{FF2B5EF4-FFF2-40B4-BE49-F238E27FC236}">
                    <a16:creationId xmlns:a16="http://schemas.microsoft.com/office/drawing/2014/main" id="{8460D07C-F3D5-4465-8CC0-BDCD3B98EE23}"/>
                  </a:ext>
                </a:extLst>
              </p:cNvPr>
              <p:cNvCxnSpPr>
                <a:cxnSpLocks/>
                <a:stCxn id="126" idx="2"/>
                <a:endCxn id="116"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3EE52AAB-040F-4100-9171-F60B1E98D9EF}"/>
                  </a:ext>
                </a:extLst>
              </p:cNvPr>
              <p:cNvCxnSpPr>
                <a:cxnSpLocks/>
                <a:stCxn id="126" idx="2"/>
                <a:endCxn id="118"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74DE9D24-90CA-4A6E-BE9A-A97233780D47}"/>
                  </a:ext>
                </a:extLst>
              </p:cNvPr>
              <p:cNvCxnSpPr>
                <a:cxnSpLocks/>
                <a:stCxn id="119" idx="2"/>
                <a:endCxn id="126"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D9D6A597-408A-4DC8-BA92-F3E5B04D2E4F}"/>
                  </a:ext>
                </a:extLst>
              </p:cNvPr>
              <p:cNvCxnSpPr>
                <a:cxnSpLocks/>
                <a:stCxn id="117" idx="1"/>
                <a:endCxn id="126"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83" name="Graphique 82" descr="Utilisateur avec un remplissage uni">
              <a:extLst>
                <a:ext uri="{FF2B5EF4-FFF2-40B4-BE49-F238E27FC236}">
                  <a16:creationId xmlns:a16="http://schemas.microsoft.com/office/drawing/2014/main" id="{DC777568-CAAB-4A85-9913-489E2981413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67382" y="3207345"/>
              <a:ext cx="79461" cy="97579"/>
            </a:xfrm>
            <a:prstGeom prst="rect">
              <a:avLst/>
            </a:prstGeom>
          </p:spPr>
        </p:pic>
        <p:cxnSp>
          <p:nvCxnSpPr>
            <p:cNvPr id="84" name="Connecteur droit 83">
              <a:extLst>
                <a:ext uri="{FF2B5EF4-FFF2-40B4-BE49-F238E27FC236}">
                  <a16:creationId xmlns:a16="http://schemas.microsoft.com/office/drawing/2014/main" id="{7D57680C-2C59-493A-996E-A22AF9833DC7}"/>
                </a:ext>
              </a:extLst>
            </p:cNvPr>
            <p:cNvCxnSpPr>
              <a:cxnSpLocks/>
              <a:stCxn id="137" idx="1"/>
              <a:endCxn id="83" idx="3"/>
            </p:cNvCxnSpPr>
            <p:nvPr/>
          </p:nvCxnSpPr>
          <p:spPr>
            <a:xfrm>
              <a:off x="6776554" y="3004056"/>
              <a:ext cx="70289" cy="252079"/>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0EE378A0-DEB8-417C-9986-662FB6D7860B}"/>
                </a:ext>
              </a:extLst>
            </p:cNvPr>
            <p:cNvCxnSpPr>
              <a:cxnSpLocks/>
              <a:stCxn id="116" idx="1"/>
              <a:endCxn id="83" idx="3"/>
            </p:cNvCxnSpPr>
            <p:nvPr/>
          </p:nvCxnSpPr>
          <p:spPr>
            <a:xfrm flipH="1">
              <a:off x="6846843" y="3207345"/>
              <a:ext cx="211131" cy="48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Connecteur droit 85">
              <a:extLst>
                <a:ext uri="{FF2B5EF4-FFF2-40B4-BE49-F238E27FC236}">
                  <a16:creationId xmlns:a16="http://schemas.microsoft.com/office/drawing/2014/main" id="{202C2E74-CCDF-44D1-894E-C4386F7DEDD4}"/>
                </a:ext>
              </a:extLst>
            </p:cNvPr>
            <p:cNvCxnSpPr>
              <a:cxnSpLocks/>
              <a:endCxn id="83" idx="3"/>
            </p:cNvCxnSpPr>
            <p:nvPr/>
          </p:nvCxnSpPr>
          <p:spPr>
            <a:xfrm flipH="1" flipV="1">
              <a:off x="6846843" y="3256135"/>
              <a:ext cx="265138" cy="123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3876F8AE-2887-40DB-AEDE-3EA8416D9430}"/>
                </a:ext>
              </a:extLst>
            </p:cNvPr>
            <p:cNvCxnSpPr>
              <a:cxnSpLocks/>
              <a:endCxn id="116" idx="1"/>
            </p:cNvCxnSpPr>
            <p:nvPr/>
          </p:nvCxnSpPr>
          <p:spPr>
            <a:xfrm flipH="1" flipV="1">
              <a:off x="7057974" y="3207345"/>
              <a:ext cx="54008" cy="171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69276A52-F0DD-41C7-8389-21999CBC40B4}"/>
                </a:ext>
              </a:extLst>
            </p:cNvPr>
            <p:cNvCxnSpPr>
              <a:cxnSpLocks/>
              <a:endCxn id="137" idx="1"/>
            </p:cNvCxnSpPr>
            <p:nvPr/>
          </p:nvCxnSpPr>
          <p:spPr>
            <a:xfrm flipH="1" flipV="1">
              <a:off x="6776554" y="3004056"/>
              <a:ext cx="335427" cy="375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50D04299-B229-4790-B07A-FC2DD38125B1}"/>
                </a:ext>
              </a:extLst>
            </p:cNvPr>
            <p:cNvCxnSpPr>
              <a:cxnSpLocks/>
              <a:stCxn id="116" idx="1"/>
              <a:endCxn id="137" idx="1"/>
            </p:cNvCxnSpPr>
            <p:nvPr/>
          </p:nvCxnSpPr>
          <p:spPr>
            <a:xfrm flipH="1" flipV="1">
              <a:off x="6776554" y="3004056"/>
              <a:ext cx="281420" cy="203289"/>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48" name="Image 147">
            <a:extLst>
              <a:ext uri="{FF2B5EF4-FFF2-40B4-BE49-F238E27FC236}">
                <a16:creationId xmlns:a16="http://schemas.microsoft.com/office/drawing/2014/main" id="{4E80F18D-28FA-4D55-9441-0DF9717AB162}"/>
              </a:ext>
            </a:extLst>
          </p:cNvPr>
          <p:cNvPicPr>
            <a:picLocks noChangeAspect="1"/>
          </p:cNvPicPr>
          <p:nvPr/>
        </p:nvPicPr>
        <p:blipFill>
          <a:blip r:embed="rId14"/>
          <a:stretch>
            <a:fillRect/>
          </a:stretch>
        </p:blipFill>
        <p:spPr>
          <a:xfrm>
            <a:off x="4734820" y="4014342"/>
            <a:ext cx="553224" cy="566263"/>
          </a:xfrm>
          <a:prstGeom prst="rect">
            <a:avLst/>
          </a:prstGeom>
        </p:spPr>
      </p:pic>
      <p:grpSp>
        <p:nvGrpSpPr>
          <p:cNvPr id="110" name="Groupe 109">
            <a:extLst>
              <a:ext uri="{FF2B5EF4-FFF2-40B4-BE49-F238E27FC236}">
                <a16:creationId xmlns:a16="http://schemas.microsoft.com/office/drawing/2014/main" id="{3A7D7DAC-BD0C-4616-A801-CF6D4EFC4B05}"/>
              </a:ext>
            </a:extLst>
          </p:cNvPr>
          <p:cNvGrpSpPr/>
          <p:nvPr/>
        </p:nvGrpSpPr>
        <p:grpSpPr>
          <a:xfrm>
            <a:off x="4404563" y="1592525"/>
            <a:ext cx="604592" cy="814946"/>
            <a:chOff x="733322" y="2943489"/>
            <a:chExt cx="604592" cy="814946"/>
          </a:xfrm>
        </p:grpSpPr>
        <p:pic>
          <p:nvPicPr>
            <p:cNvPr id="111" name="Graphique 110" descr="Calendrier journalier avec un remplissage uni">
              <a:extLst>
                <a:ext uri="{FF2B5EF4-FFF2-40B4-BE49-F238E27FC236}">
                  <a16:creationId xmlns:a16="http://schemas.microsoft.com/office/drawing/2014/main" id="{AA0EA006-30FD-45B3-8E0E-B8D7CD6C82C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3322" y="2943489"/>
              <a:ext cx="593828" cy="593828"/>
            </a:xfrm>
            <a:prstGeom prst="rect">
              <a:avLst/>
            </a:prstGeom>
          </p:spPr>
        </p:pic>
        <p:sp>
          <p:nvSpPr>
            <p:cNvPr id="112" name="ZoneTexte 111">
              <a:extLst>
                <a:ext uri="{FF2B5EF4-FFF2-40B4-BE49-F238E27FC236}">
                  <a16:creationId xmlns:a16="http://schemas.microsoft.com/office/drawing/2014/main" id="{316DB0E9-C2AB-4C76-910E-225CF9B96FEE}"/>
                </a:ext>
              </a:extLst>
            </p:cNvPr>
            <p:cNvSpPr txBox="1"/>
            <p:nvPr/>
          </p:nvSpPr>
          <p:spPr>
            <a:xfrm>
              <a:off x="733322" y="3496825"/>
              <a:ext cx="604592" cy="261610"/>
            </a:xfrm>
            <a:prstGeom prst="rect">
              <a:avLst/>
            </a:prstGeom>
            <a:noFill/>
          </p:spPr>
          <p:txBody>
            <a:bodyPr wrap="square" rtlCol="0">
              <a:spAutoFit/>
            </a:bodyPr>
            <a:lstStyle/>
            <a:p>
              <a:r>
                <a:rPr lang="en-US" sz="1100" dirty="0"/>
                <a:t>Jan 5</a:t>
              </a:r>
            </a:p>
          </p:txBody>
        </p:sp>
      </p:grpSp>
      <p:grpSp>
        <p:nvGrpSpPr>
          <p:cNvPr id="113" name="Groupe 112">
            <a:extLst>
              <a:ext uri="{FF2B5EF4-FFF2-40B4-BE49-F238E27FC236}">
                <a16:creationId xmlns:a16="http://schemas.microsoft.com/office/drawing/2014/main" id="{AE959B22-A193-4D09-A3E7-5E9E31AA5489}"/>
              </a:ext>
            </a:extLst>
          </p:cNvPr>
          <p:cNvGrpSpPr/>
          <p:nvPr/>
        </p:nvGrpSpPr>
        <p:grpSpPr>
          <a:xfrm>
            <a:off x="6676139" y="5160492"/>
            <a:ext cx="604592" cy="984223"/>
            <a:chOff x="733322" y="2943489"/>
            <a:chExt cx="604592" cy="984223"/>
          </a:xfrm>
        </p:grpSpPr>
        <p:pic>
          <p:nvPicPr>
            <p:cNvPr id="114" name="Graphique 113" descr="Calendrier journalier avec un remplissage uni">
              <a:extLst>
                <a:ext uri="{FF2B5EF4-FFF2-40B4-BE49-F238E27FC236}">
                  <a16:creationId xmlns:a16="http://schemas.microsoft.com/office/drawing/2014/main" id="{91585285-69F4-4AF5-A1AF-7126783667C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3322" y="2943489"/>
              <a:ext cx="593828" cy="593828"/>
            </a:xfrm>
            <a:prstGeom prst="rect">
              <a:avLst/>
            </a:prstGeom>
          </p:spPr>
        </p:pic>
        <p:sp>
          <p:nvSpPr>
            <p:cNvPr id="115" name="ZoneTexte 114">
              <a:extLst>
                <a:ext uri="{FF2B5EF4-FFF2-40B4-BE49-F238E27FC236}">
                  <a16:creationId xmlns:a16="http://schemas.microsoft.com/office/drawing/2014/main" id="{340DAF5E-108C-4C41-8654-52965E7A47B8}"/>
                </a:ext>
              </a:extLst>
            </p:cNvPr>
            <p:cNvSpPr txBox="1"/>
            <p:nvPr/>
          </p:nvSpPr>
          <p:spPr>
            <a:xfrm>
              <a:off x="733322" y="3496825"/>
              <a:ext cx="604592" cy="430887"/>
            </a:xfrm>
            <a:prstGeom prst="rect">
              <a:avLst/>
            </a:prstGeom>
            <a:noFill/>
          </p:spPr>
          <p:txBody>
            <a:bodyPr wrap="square" rtlCol="0">
              <a:spAutoFit/>
            </a:bodyPr>
            <a:lstStyle/>
            <a:p>
              <a:r>
                <a:rPr lang="en-US" sz="1100" dirty="0"/>
                <a:t>Dec 15</a:t>
              </a:r>
            </a:p>
          </p:txBody>
        </p:sp>
      </p:grpSp>
      <p:grpSp>
        <p:nvGrpSpPr>
          <p:cNvPr id="131" name="Groupe 130">
            <a:extLst>
              <a:ext uri="{FF2B5EF4-FFF2-40B4-BE49-F238E27FC236}">
                <a16:creationId xmlns:a16="http://schemas.microsoft.com/office/drawing/2014/main" id="{30FBE357-B942-41B9-A901-F299CFC1618E}"/>
              </a:ext>
            </a:extLst>
          </p:cNvPr>
          <p:cNvGrpSpPr/>
          <p:nvPr/>
        </p:nvGrpSpPr>
        <p:grpSpPr>
          <a:xfrm>
            <a:off x="4240992" y="5829108"/>
            <a:ext cx="951433" cy="814946"/>
            <a:chOff x="733321" y="2943489"/>
            <a:chExt cx="951433" cy="814946"/>
          </a:xfrm>
        </p:grpSpPr>
        <p:pic>
          <p:nvPicPr>
            <p:cNvPr id="132" name="Graphique 131" descr="Calendrier journalier avec un remplissage uni">
              <a:extLst>
                <a:ext uri="{FF2B5EF4-FFF2-40B4-BE49-F238E27FC236}">
                  <a16:creationId xmlns:a16="http://schemas.microsoft.com/office/drawing/2014/main" id="{D138F5AF-531E-47C8-AB8D-A29B02269F6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3322" y="2943489"/>
              <a:ext cx="593828" cy="593828"/>
            </a:xfrm>
            <a:prstGeom prst="rect">
              <a:avLst/>
            </a:prstGeom>
          </p:spPr>
        </p:pic>
        <p:sp>
          <p:nvSpPr>
            <p:cNvPr id="133" name="ZoneTexte 132">
              <a:extLst>
                <a:ext uri="{FF2B5EF4-FFF2-40B4-BE49-F238E27FC236}">
                  <a16:creationId xmlns:a16="http://schemas.microsoft.com/office/drawing/2014/main" id="{47CF5D8C-2AA6-4EB2-8C5D-B869998C0785}"/>
                </a:ext>
              </a:extLst>
            </p:cNvPr>
            <p:cNvSpPr txBox="1"/>
            <p:nvPr/>
          </p:nvSpPr>
          <p:spPr>
            <a:xfrm>
              <a:off x="733321" y="3496825"/>
              <a:ext cx="951433" cy="261610"/>
            </a:xfrm>
            <a:prstGeom prst="rect">
              <a:avLst/>
            </a:prstGeom>
            <a:noFill/>
          </p:spPr>
          <p:txBody>
            <a:bodyPr wrap="square" rtlCol="0">
              <a:spAutoFit/>
            </a:bodyPr>
            <a:lstStyle/>
            <a:p>
              <a:r>
                <a:rPr lang="en-US" sz="1100" dirty="0"/>
                <a:t>Oct 23</a:t>
              </a:r>
            </a:p>
          </p:txBody>
        </p:sp>
      </p:grpSp>
      <p:sp>
        <p:nvSpPr>
          <p:cNvPr id="12" name="Ellipse 11">
            <a:extLst>
              <a:ext uri="{FF2B5EF4-FFF2-40B4-BE49-F238E27FC236}">
                <a16:creationId xmlns:a16="http://schemas.microsoft.com/office/drawing/2014/main" id="{4ACF6DBF-FA20-43A5-B223-91F9ED38CDC4}"/>
              </a:ext>
            </a:extLst>
          </p:cNvPr>
          <p:cNvSpPr/>
          <p:nvPr/>
        </p:nvSpPr>
        <p:spPr>
          <a:xfrm>
            <a:off x="1994941" y="1571625"/>
            <a:ext cx="2981888" cy="2429249"/>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Ellipse 133">
            <a:extLst>
              <a:ext uri="{FF2B5EF4-FFF2-40B4-BE49-F238E27FC236}">
                <a16:creationId xmlns:a16="http://schemas.microsoft.com/office/drawing/2014/main" id="{82EF7524-9807-4891-86A9-B6EAB9C94F46}"/>
              </a:ext>
            </a:extLst>
          </p:cNvPr>
          <p:cNvSpPr/>
          <p:nvPr/>
        </p:nvSpPr>
        <p:spPr>
          <a:xfrm>
            <a:off x="4172911" y="2948759"/>
            <a:ext cx="2981888" cy="305286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Ellipse 134">
            <a:extLst>
              <a:ext uri="{FF2B5EF4-FFF2-40B4-BE49-F238E27FC236}">
                <a16:creationId xmlns:a16="http://schemas.microsoft.com/office/drawing/2014/main" id="{A2687F81-8AB3-4272-98A3-7B5A0E49145B}"/>
              </a:ext>
            </a:extLst>
          </p:cNvPr>
          <p:cNvSpPr/>
          <p:nvPr/>
        </p:nvSpPr>
        <p:spPr>
          <a:xfrm>
            <a:off x="1552212" y="5320896"/>
            <a:ext cx="2981888" cy="1537103"/>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e 12">
            <a:extLst>
              <a:ext uri="{FF2B5EF4-FFF2-40B4-BE49-F238E27FC236}">
                <a16:creationId xmlns:a16="http://schemas.microsoft.com/office/drawing/2014/main" id="{EA8AF48E-5B6D-4FBE-B61A-1CA45C66C15A}"/>
              </a:ext>
            </a:extLst>
          </p:cNvPr>
          <p:cNvGrpSpPr/>
          <p:nvPr/>
        </p:nvGrpSpPr>
        <p:grpSpPr>
          <a:xfrm>
            <a:off x="-25527" y="3391297"/>
            <a:ext cx="3449063" cy="2414407"/>
            <a:chOff x="440666" y="3493977"/>
            <a:chExt cx="3449063" cy="2414407"/>
          </a:xfrm>
        </p:grpSpPr>
        <p:grpSp>
          <p:nvGrpSpPr>
            <p:cNvPr id="11" name="Groupe 10">
              <a:extLst>
                <a:ext uri="{FF2B5EF4-FFF2-40B4-BE49-F238E27FC236}">
                  <a16:creationId xmlns:a16="http://schemas.microsoft.com/office/drawing/2014/main" id="{70B31C98-6C62-42A5-958F-19ED76744DB1}"/>
                </a:ext>
              </a:extLst>
            </p:cNvPr>
            <p:cNvGrpSpPr/>
            <p:nvPr/>
          </p:nvGrpSpPr>
          <p:grpSpPr>
            <a:xfrm>
              <a:off x="440666" y="3907060"/>
              <a:ext cx="604592" cy="984223"/>
              <a:chOff x="733322" y="2943489"/>
              <a:chExt cx="604592" cy="984223"/>
            </a:xfrm>
          </p:grpSpPr>
          <p:pic>
            <p:nvPicPr>
              <p:cNvPr id="5" name="Graphique 4" descr="Calendrier journalier avec un remplissage uni">
                <a:extLst>
                  <a:ext uri="{FF2B5EF4-FFF2-40B4-BE49-F238E27FC236}">
                    <a16:creationId xmlns:a16="http://schemas.microsoft.com/office/drawing/2014/main" id="{0AACDFAF-C674-48A8-A3E3-D17BA1B0B08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3322" y="2943489"/>
                <a:ext cx="593828" cy="593828"/>
              </a:xfrm>
              <a:prstGeom prst="rect">
                <a:avLst/>
              </a:prstGeom>
            </p:spPr>
          </p:pic>
          <p:sp>
            <p:nvSpPr>
              <p:cNvPr id="9" name="ZoneTexte 8">
                <a:extLst>
                  <a:ext uri="{FF2B5EF4-FFF2-40B4-BE49-F238E27FC236}">
                    <a16:creationId xmlns:a16="http://schemas.microsoft.com/office/drawing/2014/main" id="{717C09E9-2DED-4AC9-B93F-8657916582C4}"/>
                  </a:ext>
                </a:extLst>
              </p:cNvPr>
              <p:cNvSpPr txBox="1"/>
              <p:nvPr/>
            </p:nvSpPr>
            <p:spPr>
              <a:xfrm>
                <a:off x="733322" y="3496825"/>
                <a:ext cx="604592" cy="430887"/>
              </a:xfrm>
              <a:prstGeom prst="rect">
                <a:avLst/>
              </a:prstGeom>
              <a:noFill/>
            </p:spPr>
            <p:txBody>
              <a:bodyPr wrap="square" rtlCol="0">
                <a:spAutoFit/>
              </a:bodyPr>
              <a:lstStyle/>
              <a:p>
                <a:r>
                  <a:rPr lang="en-US" sz="1100" dirty="0"/>
                  <a:t>Sep 12</a:t>
                </a:r>
              </a:p>
            </p:txBody>
          </p:sp>
        </p:grpSp>
        <p:sp>
          <p:nvSpPr>
            <p:cNvPr id="136" name="Ellipse 135">
              <a:extLst>
                <a:ext uri="{FF2B5EF4-FFF2-40B4-BE49-F238E27FC236}">
                  <a16:creationId xmlns:a16="http://schemas.microsoft.com/office/drawing/2014/main" id="{8D709811-AC0A-450F-BA8B-395C676728DE}"/>
                </a:ext>
              </a:extLst>
            </p:cNvPr>
            <p:cNvSpPr/>
            <p:nvPr/>
          </p:nvSpPr>
          <p:spPr>
            <a:xfrm>
              <a:off x="990210" y="3493977"/>
              <a:ext cx="2899519" cy="2414407"/>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0" name="Espace réservé du contenu 2">
            <a:extLst>
              <a:ext uri="{FF2B5EF4-FFF2-40B4-BE49-F238E27FC236}">
                <a16:creationId xmlns:a16="http://schemas.microsoft.com/office/drawing/2014/main" id="{0BC73067-5E2B-4207-95D5-A88FE1AF6158}"/>
              </a:ext>
            </a:extLst>
          </p:cNvPr>
          <p:cNvSpPr txBox="1">
            <a:spLocks/>
          </p:cNvSpPr>
          <p:nvPr/>
        </p:nvSpPr>
        <p:spPr>
          <a:xfrm>
            <a:off x="7881189" y="2556768"/>
            <a:ext cx="3958385" cy="361543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Shows “Step by Step” Community Growth and Link Reinforcement</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Makes the most of existing Community Link and Community Members</a:t>
            </a:r>
          </a:p>
        </p:txBody>
      </p:sp>
    </p:spTree>
    <p:extLst>
      <p:ext uri="{BB962C8B-B14F-4D97-AF65-F5344CB8AC3E}">
        <p14:creationId xmlns:p14="http://schemas.microsoft.com/office/powerpoint/2010/main" val="233712074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e 63">
            <a:extLst>
              <a:ext uri="{FF2B5EF4-FFF2-40B4-BE49-F238E27FC236}">
                <a16:creationId xmlns:a16="http://schemas.microsoft.com/office/drawing/2014/main" id="{6198B55A-195B-458E-A2FC-21A64850348D}"/>
              </a:ext>
            </a:extLst>
          </p:cNvPr>
          <p:cNvGrpSpPr/>
          <p:nvPr/>
        </p:nvGrpSpPr>
        <p:grpSpPr>
          <a:xfrm>
            <a:off x="1173630" y="2305699"/>
            <a:ext cx="1505851" cy="1449775"/>
            <a:chOff x="10205909" y="2492666"/>
            <a:chExt cx="1400717" cy="1348556"/>
          </a:xfrm>
        </p:grpSpPr>
        <p:grpSp>
          <p:nvGrpSpPr>
            <p:cNvPr id="65" name="Groupe 64">
              <a:extLst>
                <a:ext uri="{FF2B5EF4-FFF2-40B4-BE49-F238E27FC236}">
                  <a16:creationId xmlns:a16="http://schemas.microsoft.com/office/drawing/2014/main" id="{42751938-052C-4D07-A839-54574F23C161}"/>
                </a:ext>
              </a:extLst>
            </p:cNvPr>
            <p:cNvGrpSpPr/>
            <p:nvPr/>
          </p:nvGrpSpPr>
          <p:grpSpPr>
            <a:xfrm>
              <a:off x="10205909" y="2492666"/>
              <a:ext cx="1382273" cy="1216510"/>
              <a:chOff x="5882851" y="2722176"/>
              <a:chExt cx="646223" cy="568728"/>
            </a:xfrm>
          </p:grpSpPr>
          <p:sp>
            <p:nvSpPr>
              <p:cNvPr id="73" name="Ellipse 72">
                <a:extLst>
                  <a:ext uri="{FF2B5EF4-FFF2-40B4-BE49-F238E27FC236}">
                    <a16:creationId xmlns:a16="http://schemas.microsoft.com/office/drawing/2014/main" id="{73E3D13F-DE27-447B-A7F3-01D8DFA297B3}"/>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Graphique 73" descr="Utilisateur avec un remplissage uni">
                <a:extLst>
                  <a:ext uri="{FF2B5EF4-FFF2-40B4-BE49-F238E27FC236}">
                    <a16:creationId xmlns:a16="http://schemas.microsoft.com/office/drawing/2014/main" id="{E30B42BB-97FC-4211-A27F-7C4ADB0586E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82851" y="3028701"/>
                <a:ext cx="187537" cy="187537"/>
              </a:xfrm>
              <a:prstGeom prst="rect">
                <a:avLst/>
              </a:prstGeom>
            </p:spPr>
          </p:pic>
          <p:pic>
            <p:nvPicPr>
              <p:cNvPr id="75" name="Graphique 74" descr="Utilisateur avec un remplissage uni">
                <a:extLst>
                  <a:ext uri="{FF2B5EF4-FFF2-40B4-BE49-F238E27FC236}">
                    <a16:creationId xmlns:a16="http://schemas.microsoft.com/office/drawing/2014/main" id="{B0DDEC33-E6E0-4B3F-9B7F-52729B509D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8335" y="2722176"/>
                <a:ext cx="187537" cy="187537"/>
              </a:xfrm>
              <a:prstGeom prst="rect">
                <a:avLst/>
              </a:prstGeom>
            </p:spPr>
          </p:pic>
          <p:pic>
            <p:nvPicPr>
              <p:cNvPr id="76" name="Graphique 75" descr="Utilisateur avec un remplissage uni">
                <a:extLst>
                  <a:ext uri="{FF2B5EF4-FFF2-40B4-BE49-F238E27FC236}">
                    <a16:creationId xmlns:a16="http://schemas.microsoft.com/office/drawing/2014/main" id="{D09674CB-9788-44EB-8FD1-488809100F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1537" y="3034959"/>
                <a:ext cx="187537" cy="187537"/>
              </a:xfrm>
              <a:prstGeom prst="rect">
                <a:avLst/>
              </a:prstGeom>
            </p:spPr>
          </p:pic>
        </p:grpSp>
        <p:pic>
          <p:nvPicPr>
            <p:cNvPr id="66" name="Graphique 65" descr="Utilisateur avec un remplissage uni">
              <a:extLst>
                <a:ext uri="{FF2B5EF4-FFF2-40B4-BE49-F238E27FC236}">
                  <a16:creationId xmlns:a16="http://schemas.microsoft.com/office/drawing/2014/main" id="{C27320C6-2952-4E5F-97BE-85A94220F8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2600697"/>
              <a:ext cx="401142" cy="401142"/>
            </a:xfrm>
            <a:prstGeom prst="rect">
              <a:avLst/>
            </a:prstGeom>
          </p:spPr>
        </p:pic>
        <p:pic>
          <p:nvPicPr>
            <p:cNvPr id="67" name="Graphique 66" descr="Utilisateur avec un remplissage uni">
              <a:extLst>
                <a:ext uri="{FF2B5EF4-FFF2-40B4-BE49-F238E27FC236}">
                  <a16:creationId xmlns:a16="http://schemas.microsoft.com/office/drawing/2014/main" id="{7B3B80A1-E0F4-4EE6-B2F3-B29BA3B9A3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05484" y="2830772"/>
              <a:ext cx="401142" cy="401142"/>
            </a:xfrm>
            <a:prstGeom prst="rect">
              <a:avLst/>
            </a:prstGeom>
          </p:spPr>
        </p:pic>
        <p:pic>
          <p:nvPicPr>
            <p:cNvPr id="68" name="Graphique 67" descr="Utilisateur avec un remplissage uni">
              <a:extLst>
                <a:ext uri="{FF2B5EF4-FFF2-40B4-BE49-F238E27FC236}">
                  <a16:creationId xmlns:a16="http://schemas.microsoft.com/office/drawing/2014/main" id="{B83A92D0-6A89-4267-879A-6B8FD28530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04913" y="3403817"/>
              <a:ext cx="401142" cy="401142"/>
            </a:xfrm>
            <a:prstGeom prst="rect">
              <a:avLst/>
            </a:prstGeom>
          </p:spPr>
        </p:pic>
        <p:pic>
          <p:nvPicPr>
            <p:cNvPr id="69" name="Graphique 68" descr="Utilisateur avec un remplissage uni">
              <a:extLst>
                <a:ext uri="{FF2B5EF4-FFF2-40B4-BE49-F238E27FC236}">
                  <a16:creationId xmlns:a16="http://schemas.microsoft.com/office/drawing/2014/main" id="{93375F8F-10DD-4A7B-BEAF-FEB14FA2BAC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65511" y="3383814"/>
              <a:ext cx="401142" cy="401142"/>
            </a:xfrm>
            <a:prstGeom prst="rect">
              <a:avLst/>
            </a:prstGeom>
          </p:spPr>
        </p:pic>
        <p:pic>
          <p:nvPicPr>
            <p:cNvPr id="70" name="Graphique 69" descr="Utilisateur avec un remplissage uni">
              <a:extLst>
                <a:ext uri="{FF2B5EF4-FFF2-40B4-BE49-F238E27FC236}">
                  <a16:creationId xmlns:a16="http://schemas.microsoft.com/office/drawing/2014/main" id="{E894FF30-F8E7-4040-B2FB-1491CB7AF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0558" y="3440080"/>
              <a:ext cx="401142" cy="401142"/>
            </a:xfrm>
            <a:prstGeom prst="rect">
              <a:avLst/>
            </a:prstGeom>
          </p:spPr>
        </p:pic>
        <p:pic>
          <p:nvPicPr>
            <p:cNvPr id="71" name="Graphique 70" descr="Utilisateur avec un remplissage uni">
              <a:extLst>
                <a:ext uri="{FF2B5EF4-FFF2-40B4-BE49-F238E27FC236}">
                  <a16:creationId xmlns:a16="http://schemas.microsoft.com/office/drawing/2014/main" id="{C10EEF56-0EEF-4678-B001-202782C448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14952" y="2788041"/>
              <a:ext cx="401142" cy="401142"/>
            </a:xfrm>
            <a:prstGeom prst="rect">
              <a:avLst/>
            </a:prstGeom>
          </p:spPr>
        </p:pic>
        <p:pic>
          <p:nvPicPr>
            <p:cNvPr id="72" name="Graphique 71" descr="Utilisateur avec un remplissage uni">
              <a:extLst>
                <a:ext uri="{FF2B5EF4-FFF2-40B4-BE49-F238E27FC236}">
                  <a16:creationId xmlns:a16="http://schemas.microsoft.com/office/drawing/2014/main" id="{A802CC68-C83E-4A25-9ECF-66D69B5D37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79719" y="2509970"/>
              <a:ext cx="401142" cy="401142"/>
            </a:xfrm>
            <a:prstGeom prst="rect">
              <a:avLst/>
            </a:prstGeom>
          </p:spPr>
        </p:pic>
      </p:grpSp>
      <p:grpSp>
        <p:nvGrpSpPr>
          <p:cNvPr id="17" name="Groupe 16">
            <a:extLst>
              <a:ext uri="{FF2B5EF4-FFF2-40B4-BE49-F238E27FC236}">
                <a16:creationId xmlns:a16="http://schemas.microsoft.com/office/drawing/2014/main" id="{2BCF43C1-F786-49C4-BF49-EE7E8F3C1341}"/>
              </a:ext>
            </a:extLst>
          </p:cNvPr>
          <p:cNvGrpSpPr/>
          <p:nvPr/>
        </p:nvGrpSpPr>
        <p:grpSpPr>
          <a:xfrm>
            <a:off x="282923" y="3430157"/>
            <a:ext cx="3971320" cy="2770830"/>
            <a:chOff x="5930169" y="5735666"/>
            <a:chExt cx="1310976" cy="914681"/>
          </a:xfrm>
        </p:grpSpPr>
        <p:pic>
          <p:nvPicPr>
            <p:cNvPr id="18" name="Graphique 17" descr="Utilisateur avec un remplissage uni">
              <a:extLst>
                <a:ext uri="{FF2B5EF4-FFF2-40B4-BE49-F238E27FC236}">
                  <a16:creationId xmlns:a16="http://schemas.microsoft.com/office/drawing/2014/main" id="{564062F4-72CD-439B-BCC2-5E289021D6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19" name="Graphique 18" descr="Utilisateur avec un remplissage uni">
              <a:extLst>
                <a:ext uri="{FF2B5EF4-FFF2-40B4-BE49-F238E27FC236}">
                  <a16:creationId xmlns:a16="http://schemas.microsoft.com/office/drawing/2014/main" id="{E3931FD7-0519-482B-B9B5-9DA29EA9586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20" name="Graphique 19" descr="Utilisateur avec un remplissage uni">
              <a:extLst>
                <a:ext uri="{FF2B5EF4-FFF2-40B4-BE49-F238E27FC236}">
                  <a16:creationId xmlns:a16="http://schemas.microsoft.com/office/drawing/2014/main" id="{B90A38D2-1FE5-44F0-A568-11332C126C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21" name="Graphique 20" descr="Utilisateur avec un remplissage uni">
              <a:extLst>
                <a:ext uri="{FF2B5EF4-FFF2-40B4-BE49-F238E27FC236}">
                  <a16:creationId xmlns:a16="http://schemas.microsoft.com/office/drawing/2014/main" id="{A3DAD854-8A17-4755-8E8B-B1BDF021C40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22" name="Graphique 21" descr="Utilisateur avec un remplissage uni">
              <a:extLst>
                <a:ext uri="{FF2B5EF4-FFF2-40B4-BE49-F238E27FC236}">
                  <a16:creationId xmlns:a16="http://schemas.microsoft.com/office/drawing/2014/main" id="{CD80E560-478D-41D0-A178-D433C01351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23" name="Graphique 22" descr="Utilisateur avec un remplissage uni">
              <a:extLst>
                <a:ext uri="{FF2B5EF4-FFF2-40B4-BE49-F238E27FC236}">
                  <a16:creationId xmlns:a16="http://schemas.microsoft.com/office/drawing/2014/main" id="{E775525F-D985-4136-83D6-03D20C5770C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24" name="Graphique 23" descr="Utilisateur avec un remplissage uni">
              <a:extLst>
                <a:ext uri="{FF2B5EF4-FFF2-40B4-BE49-F238E27FC236}">
                  <a16:creationId xmlns:a16="http://schemas.microsoft.com/office/drawing/2014/main" id="{0B685025-9C63-4ECB-BD21-E6D7610554A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25" name="Graphique 24" descr="Utilisateur avec un remplissage uni">
              <a:extLst>
                <a:ext uri="{FF2B5EF4-FFF2-40B4-BE49-F238E27FC236}">
                  <a16:creationId xmlns:a16="http://schemas.microsoft.com/office/drawing/2014/main" id="{D94C8D8B-5770-4205-8038-79CC493DF4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26" name="Graphique 25" descr="Utilisateur avec un remplissage uni">
              <a:extLst>
                <a:ext uri="{FF2B5EF4-FFF2-40B4-BE49-F238E27FC236}">
                  <a16:creationId xmlns:a16="http://schemas.microsoft.com/office/drawing/2014/main" id="{0828D1DE-A618-4C94-A3D1-AC344854A8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27" name="Graphique 26" descr="Utilisateur avec un remplissage uni">
              <a:extLst>
                <a:ext uri="{FF2B5EF4-FFF2-40B4-BE49-F238E27FC236}">
                  <a16:creationId xmlns:a16="http://schemas.microsoft.com/office/drawing/2014/main" id="{D7E90F5E-E211-41CE-97CF-AFF8DCE8872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28" name="Graphique 27" descr="Utilisateur avec un remplissage uni">
              <a:extLst>
                <a:ext uri="{FF2B5EF4-FFF2-40B4-BE49-F238E27FC236}">
                  <a16:creationId xmlns:a16="http://schemas.microsoft.com/office/drawing/2014/main" id="{F170CDBA-CF92-4288-B681-726448D657C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29" name="Graphique 28" descr="Utilisateur avec un remplissage uni">
              <a:extLst>
                <a:ext uri="{FF2B5EF4-FFF2-40B4-BE49-F238E27FC236}">
                  <a16:creationId xmlns:a16="http://schemas.microsoft.com/office/drawing/2014/main" id="{712CD263-379B-445A-9F12-15F3829D40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30" name="Graphique 29" descr="Utilisateur avec un remplissage uni">
              <a:extLst>
                <a:ext uri="{FF2B5EF4-FFF2-40B4-BE49-F238E27FC236}">
                  <a16:creationId xmlns:a16="http://schemas.microsoft.com/office/drawing/2014/main" id="{029AFFE4-7CB1-4683-86E7-74D837AD755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31" name="Graphique 30" descr="Utilisateur avec un remplissage uni">
              <a:extLst>
                <a:ext uri="{FF2B5EF4-FFF2-40B4-BE49-F238E27FC236}">
                  <a16:creationId xmlns:a16="http://schemas.microsoft.com/office/drawing/2014/main" id="{E196256B-88BB-4D9F-A670-55F3AA5E18B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32" name="Graphique 31" descr="Utilisateur avec un remplissage uni">
              <a:extLst>
                <a:ext uri="{FF2B5EF4-FFF2-40B4-BE49-F238E27FC236}">
                  <a16:creationId xmlns:a16="http://schemas.microsoft.com/office/drawing/2014/main" id="{FED8DAAC-29A2-4FB6-B791-33DB38C1360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33" name="Graphique 32" descr="Utilisateur avec un remplissage uni">
              <a:extLst>
                <a:ext uri="{FF2B5EF4-FFF2-40B4-BE49-F238E27FC236}">
                  <a16:creationId xmlns:a16="http://schemas.microsoft.com/office/drawing/2014/main" id="{CFBA0A1A-7687-44DB-8197-3B9AD8FDD8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34" name="Graphique 33" descr="Utilisateur avec un remplissage uni">
              <a:extLst>
                <a:ext uri="{FF2B5EF4-FFF2-40B4-BE49-F238E27FC236}">
                  <a16:creationId xmlns:a16="http://schemas.microsoft.com/office/drawing/2014/main" id="{AC37CA8A-D17D-46EB-A496-A603C9F709D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35" name="Connecteur droit 34">
              <a:extLst>
                <a:ext uri="{FF2B5EF4-FFF2-40B4-BE49-F238E27FC236}">
                  <a16:creationId xmlns:a16="http://schemas.microsoft.com/office/drawing/2014/main" id="{2FF82AC7-0EB9-4077-81DC-C013242B9459}"/>
                </a:ext>
              </a:extLst>
            </p:cNvPr>
            <p:cNvCxnSpPr>
              <a:cxnSpLocks/>
              <a:stCxn id="24" idx="3"/>
              <a:endCxn id="3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4E676D81-299D-4B97-82C4-D3B91A7CF8F6}"/>
                </a:ext>
              </a:extLst>
            </p:cNvPr>
            <p:cNvCxnSpPr>
              <a:cxnSpLocks/>
              <a:stCxn id="24" idx="3"/>
              <a:endCxn id="25"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632F9E9A-C8F8-4C08-B890-6227F1A1A1AA}"/>
                </a:ext>
              </a:extLst>
            </p:cNvPr>
            <p:cNvCxnSpPr>
              <a:cxnSpLocks/>
              <a:stCxn id="32" idx="3"/>
              <a:endCxn id="3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B34C50DA-9817-4E70-BDBB-69FF021DBB30}"/>
                </a:ext>
              </a:extLst>
            </p:cNvPr>
            <p:cNvCxnSpPr>
              <a:cxnSpLocks/>
              <a:stCxn id="33" idx="3"/>
              <a:endCxn id="18"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50FEFE03-FDD2-413C-A1D2-24FA2F35C3A2}"/>
                </a:ext>
              </a:extLst>
            </p:cNvPr>
            <p:cNvCxnSpPr>
              <a:cxnSpLocks/>
              <a:stCxn id="19" idx="0"/>
              <a:endCxn id="18"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FC7A8948-2F80-4AA9-8C52-37EA19AA6663}"/>
                </a:ext>
              </a:extLst>
            </p:cNvPr>
            <p:cNvCxnSpPr>
              <a:cxnSpLocks/>
              <a:stCxn id="26" idx="3"/>
              <a:endCxn id="18"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6E540D8D-67D3-4973-972E-D3E54821BA70}"/>
                </a:ext>
              </a:extLst>
            </p:cNvPr>
            <p:cNvCxnSpPr>
              <a:cxnSpLocks/>
              <a:stCxn id="26" idx="3"/>
              <a:endCxn id="19"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AD5BED75-7829-4997-8EF0-6EB3988C504B}"/>
                </a:ext>
              </a:extLst>
            </p:cNvPr>
            <p:cNvCxnSpPr>
              <a:cxnSpLocks/>
              <a:stCxn id="32" idx="3"/>
              <a:endCxn id="2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268DB64F-12D0-4D81-B95C-26FE1DF0784B}"/>
                </a:ext>
              </a:extLst>
            </p:cNvPr>
            <p:cNvCxnSpPr>
              <a:cxnSpLocks/>
              <a:stCxn id="26" idx="0"/>
              <a:endCxn id="24"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D9B949ED-D071-4D86-890A-3B4D25E40CF3}"/>
                </a:ext>
              </a:extLst>
            </p:cNvPr>
            <p:cNvCxnSpPr>
              <a:cxnSpLocks/>
              <a:stCxn id="32" idx="1"/>
              <a:endCxn id="26"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3F4F994F-C5D5-4193-9B53-59EDBD5749CD}"/>
                </a:ext>
              </a:extLst>
            </p:cNvPr>
            <p:cNvCxnSpPr>
              <a:cxnSpLocks/>
              <a:stCxn id="32" idx="3"/>
              <a:endCxn id="18"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FE6A3AD3-A11D-4B8C-A1A0-AA52FBE33B13}"/>
                </a:ext>
              </a:extLst>
            </p:cNvPr>
            <p:cNvCxnSpPr>
              <a:cxnSpLocks/>
              <a:stCxn id="22" idx="1"/>
              <a:endCxn id="3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F3278A6C-0EFB-4EE7-BB07-0A5D25A82158}"/>
                </a:ext>
              </a:extLst>
            </p:cNvPr>
            <p:cNvCxnSpPr>
              <a:cxnSpLocks/>
              <a:stCxn id="25" idx="1"/>
              <a:endCxn id="3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3F3C47A5-641D-43BB-B3C8-F21ABD52EE60}"/>
                </a:ext>
              </a:extLst>
            </p:cNvPr>
            <p:cNvCxnSpPr>
              <a:cxnSpLocks/>
              <a:stCxn id="19" idx="1"/>
              <a:endCxn id="22"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Connecteur droit 48">
              <a:extLst>
                <a:ext uri="{FF2B5EF4-FFF2-40B4-BE49-F238E27FC236}">
                  <a16:creationId xmlns:a16="http://schemas.microsoft.com/office/drawing/2014/main" id="{39C62E8A-077F-4305-BBD2-2AD8BE7C658C}"/>
                </a:ext>
              </a:extLst>
            </p:cNvPr>
            <p:cNvCxnSpPr>
              <a:cxnSpLocks/>
              <a:stCxn id="19" idx="1"/>
              <a:endCxn id="3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81424020-44D6-498B-996E-CBBA64469302}"/>
                </a:ext>
              </a:extLst>
            </p:cNvPr>
            <p:cNvCxnSpPr>
              <a:cxnSpLocks/>
              <a:stCxn id="25" idx="3"/>
              <a:endCxn id="22"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F444446E-B10F-4443-B202-D6213E67351D}"/>
                </a:ext>
              </a:extLst>
            </p:cNvPr>
            <p:cNvCxnSpPr>
              <a:cxnSpLocks/>
              <a:stCxn id="21" idx="2"/>
              <a:endCxn id="20"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2" name="Connecteur droit 51">
              <a:extLst>
                <a:ext uri="{FF2B5EF4-FFF2-40B4-BE49-F238E27FC236}">
                  <a16:creationId xmlns:a16="http://schemas.microsoft.com/office/drawing/2014/main" id="{83C75CB0-A7A0-4760-9C25-CECAE1850A66}"/>
                </a:ext>
              </a:extLst>
            </p:cNvPr>
            <p:cNvCxnSpPr>
              <a:cxnSpLocks/>
              <a:stCxn id="26" idx="3"/>
              <a:endCxn id="21"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70579416-0A70-4D12-A298-EDDE4BF63C6B}"/>
                </a:ext>
              </a:extLst>
            </p:cNvPr>
            <p:cNvCxnSpPr>
              <a:cxnSpLocks/>
              <a:stCxn id="21" idx="3"/>
              <a:endCxn id="2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Connecteur droit 53">
              <a:extLst>
                <a:ext uri="{FF2B5EF4-FFF2-40B4-BE49-F238E27FC236}">
                  <a16:creationId xmlns:a16="http://schemas.microsoft.com/office/drawing/2014/main" id="{D70ACC26-E2A8-48A7-AA7A-55E16C5BC401}"/>
                </a:ext>
              </a:extLst>
            </p:cNvPr>
            <p:cNvCxnSpPr>
              <a:cxnSpLocks/>
              <a:stCxn id="20" idx="0"/>
              <a:endCxn id="2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B7FA6A0B-2EEF-4D92-ABB1-D62319E43941}"/>
                </a:ext>
              </a:extLst>
            </p:cNvPr>
            <p:cNvCxnSpPr>
              <a:stCxn id="19" idx="3"/>
              <a:endCxn id="23"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30AA9F47-5E72-4D0F-A9CC-778D2DAD804B}"/>
                </a:ext>
              </a:extLst>
            </p:cNvPr>
            <p:cNvCxnSpPr>
              <a:cxnSpLocks/>
              <a:stCxn id="22" idx="3"/>
              <a:endCxn id="20"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4795B29C-DB67-4596-909A-C80F5FB26F5C}"/>
                </a:ext>
              </a:extLst>
            </p:cNvPr>
            <p:cNvCxnSpPr>
              <a:cxnSpLocks/>
              <a:stCxn id="20" idx="1"/>
              <a:endCxn id="19"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5CA9F6CD-5533-42B7-981E-4EEEE5E9C230}"/>
                </a:ext>
              </a:extLst>
            </p:cNvPr>
            <p:cNvCxnSpPr>
              <a:cxnSpLocks/>
              <a:stCxn id="30" idx="2"/>
              <a:endCxn id="23"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D45F6E7B-C9DA-42FB-BD88-83A22D1CE5E6}"/>
                </a:ext>
              </a:extLst>
            </p:cNvPr>
            <p:cNvCxnSpPr>
              <a:stCxn id="31" idx="0"/>
              <a:endCxn id="2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0" name="Connecteur droit 59">
              <a:extLst>
                <a:ext uri="{FF2B5EF4-FFF2-40B4-BE49-F238E27FC236}">
                  <a16:creationId xmlns:a16="http://schemas.microsoft.com/office/drawing/2014/main" id="{6E9E0CDF-F336-4EFB-BFE0-5DDD1E87306F}"/>
                </a:ext>
              </a:extLst>
            </p:cNvPr>
            <p:cNvCxnSpPr>
              <a:cxnSpLocks/>
              <a:stCxn id="27" idx="2"/>
              <a:endCxn id="2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D83E9313-6EB2-4887-BD4C-0D4BDA2F0AAD}"/>
                </a:ext>
              </a:extLst>
            </p:cNvPr>
            <p:cNvCxnSpPr>
              <a:cxnSpLocks/>
              <a:stCxn id="33" idx="2"/>
              <a:endCxn id="2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749E8897-9940-4EE9-B0C7-E74E479BF1C9}"/>
                </a:ext>
              </a:extLst>
            </p:cNvPr>
            <p:cNvCxnSpPr>
              <a:cxnSpLocks/>
              <a:stCxn id="29" idx="0"/>
              <a:endCxn id="3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5FD552C6-AE15-4B42-ADB1-F645F73EEEA1}"/>
                </a:ext>
              </a:extLst>
            </p:cNvPr>
            <p:cNvCxnSpPr>
              <a:cxnSpLocks/>
              <a:stCxn id="30" idx="2"/>
              <a:endCxn id="20"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4340D029-EDF2-4E58-848A-6F4B459A7127}"/>
              </a:ext>
            </a:extLst>
          </p:cNvPr>
          <p:cNvSpPr>
            <a:spLocks noGrp="1"/>
          </p:cNvSpPr>
          <p:nvPr>
            <p:ph type="title"/>
          </p:nvPr>
        </p:nvSpPr>
        <p:spPr>
          <a:xfrm>
            <a:off x="867918" y="510551"/>
            <a:ext cx="10168128" cy="1179576"/>
          </a:xfrm>
        </p:spPr>
        <p:txBody>
          <a:bodyPr>
            <a:normAutofit fontScale="90000"/>
          </a:bodyPr>
          <a:lstStyle/>
          <a:p>
            <a:r>
              <a:rPr lang="en-US" dirty="0"/>
              <a:t>Step 5 : Set up community Content strategy</a:t>
            </a:r>
          </a:p>
        </p:txBody>
      </p:sp>
      <p:pic>
        <p:nvPicPr>
          <p:cNvPr id="10" name="Espace réservé du contenu 9">
            <a:extLst>
              <a:ext uri="{FF2B5EF4-FFF2-40B4-BE49-F238E27FC236}">
                <a16:creationId xmlns:a16="http://schemas.microsoft.com/office/drawing/2014/main" id="{F0A47EA6-3360-495A-8094-16AADCA4C6C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335364" y="5078334"/>
            <a:ext cx="463887" cy="463887"/>
          </a:xfrm>
        </p:spPr>
      </p:pic>
      <p:pic>
        <p:nvPicPr>
          <p:cNvPr id="4" name="Image 3">
            <a:extLst>
              <a:ext uri="{FF2B5EF4-FFF2-40B4-BE49-F238E27FC236}">
                <a16:creationId xmlns:a16="http://schemas.microsoft.com/office/drawing/2014/main" id="{2C13039C-F11E-4637-B84F-EA325AB276F4}"/>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24895" y="3765613"/>
            <a:ext cx="583321" cy="583321"/>
          </a:xfrm>
          <a:prstGeom prst="rect">
            <a:avLst/>
          </a:prstGeom>
        </p:spPr>
      </p:pic>
      <p:pic>
        <p:nvPicPr>
          <p:cNvPr id="6" name="Image 5" descr="Une image contenant homme, personne, mur, verres&#10;&#10;Description générée automatiquement">
            <a:extLst>
              <a:ext uri="{FF2B5EF4-FFF2-40B4-BE49-F238E27FC236}">
                <a16:creationId xmlns:a16="http://schemas.microsoft.com/office/drawing/2014/main" id="{7EED10B9-6F4A-460B-A1F8-09F42C24D62D}"/>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2133649" y="4554911"/>
            <a:ext cx="509726" cy="509726"/>
          </a:xfrm>
          <a:prstGeom prst="rect">
            <a:avLst/>
          </a:prstGeom>
        </p:spPr>
      </p:pic>
      <p:pic>
        <p:nvPicPr>
          <p:cNvPr id="7" name="Image 6" descr="Une image contenant personne, femme, herbe, extérieur&#10;&#10;Description générée automatiquement">
            <a:extLst>
              <a:ext uri="{FF2B5EF4-FFF2-40B4-BE49-F238E27FC236}">
                <a16:creationId xmlns:a16="http://schemas.microsoft.com/office/drawing/2014/main" id="{37A7224E-D142-4E1C-AA63-F907EC49E6FC}"/>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191568" y="4905241"/>
            <a:ext cx="593827" cy="593827"/>
          </a:xfrm>
          <a:prstGeom prst="rect">
            <a:avLst/>
          </a:prstGeom>
        </p:spPr>
      </p:pic>
      <p:pic>
        <p:nvPicPr>
          <p:cNvPr id="8" name="Image 7" descr="Une image contenant personne, extérieur, verres, souriant&#10;&#10;Description générée automatiquement">
            <a:extLst>
              <a:ext uri="{FF2B5EF4-FFF2-40B4-BE49-F238E27FC236}">
                <a16:creationId xmlns:a16="http://schemas.microsoft.com/office/drawing/2014/main" id="{E2695D50-AA1B-4D93-915B-E745C5425EE6}"/>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1651093" y="3355684"/>
            <a:ext cx="550927" cy="550927"/>
          </a:xfrm>
          <a:prstGeom prst="rect">
            <a:avLst/>
          </a:prstGeom>
        </p:spPr>
      </p:pic>
      <p:pic>
        <p:nvPicPr>
          <p:cNvPr id="16" name="Image 15">
            <a:extLst>
              <a:ext uri="{FF2B5EF4-FFF2-40B4-BE49-F238E27FC236}">
                <a16:creationId xmlns:a16="http://schemas.microsoft.com/office/drawing/2014/main" id="{7EE82242-A886-4E7F-B434-FC152D197523}"/>
              </a:ext>
            </a:extLst>
          </p:cNvPr>
          <p:cNvPicPr>
            <a:picLocks noChangeAspect="1"/>
          </p:cNvPicPr>
          <p:nvPr/>
        </p:nvPicPr>
        <p:blipFill>
          <a:blip r:embed="rId9"/>
          <a:stretch>
            <a:fillRect/>
          </a:stretch>
        </p:blipFill>
        <p:spPr>
          <a:xfrm>
            <a:off x="1370775" y="5687879"/>
            <a:ext cx="668859" cy="659570"/>
          </a:xfrm>
          <a:prstGeom prst="rect">
            <a:avLst/>
          </a:prstGeom>
        </p:spPr>
      </p:pic>
      <p:grpSp>
        <p:nvGrpSpPr>
          <p:cNvPr id="147" name="Groupe 146">
            <a:extLst>
              <a:ext uri="{FF2B5EF4-FFF2-40B4-BE49-F238E27FC236}">
                <a16:creationId xmlns:a16="http://schemas.microsoft.com/office/drawing/2014/main" id="{46D57D96-0808-4769-B4E1-40C0A7A05652}"/>
              </a:ext>
            </a:extLst>
          </p:cNvPr>
          <p:cNvGrpSpPr/>
          <p:nvPr/>
        </p:nvGrpSpPr>
        <p:grpSpPr>
          <a:xfrm>
            <a:off x="3769987" y="3078326"/>
            <a:ext cx="1832222" cy="1493441"/>
            <a:chOff x="6767382" y="2818209"/>
            <a:chExt cx="688323" cy="561051"/>
          </a:xfrm>
        </p:grpSpPr>
        <p:grpSp>
          <p:nvGrpSpPr>
            <p:cNvPr id="80" name="Groupe 79">
              <a:extLst>
                <a:ext uri="{FF2B5EF4-FFF2-40B4-BE49-F238E27FC236}">
                  <a16:creationId xmlns:a16="http://schemas.microsoft.com/office/drawing/2014/main" id="{530B7640-FD9E-46BD-BF77-83E6D198832D}"/>
                </a:ext>
              </a:extLst>
            </p:cNvPr>
            <p:cNvGrpSpPr/>
            <p:nvPr/>
          </p:nvGrpSpPr>
          <p:grpSpPr>
            <a:xfrm>
              <a:off x="6776554" y="2818209"/>
              <a:ext cx="351708" cy="292737"/>
              <a:chOff x="6495179" y="4021931"/>
              <a:chExt cx="558608" cy="428625"/>
            </a:xfrm>
          </p:grpSpPr>
          <p:pic>
            <p:nvPicPr>
              <p:cNvPr id="137" name="Graphique 136" descr="Utilisateur avec un remplissage uni">
                <a:extLst>
                  <a:ext uri="{FF2B5EF4-FFF2-40B4-BE49-F238E27FC236}">
                    <a16:creationId xmlns:a16="http://schemas.microsoft.com/office/drawing/2014/main" id="{58B07F50-7D94-4F7C-BB97-F3203C1E53E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6495179" y="4222610"/>
                <a:ext cx="126206" cy="142875"/>
              </a:xfrm>
              <a:prstGeom prst="rect">
                <a:avLst/>
              </a:prstGeom>
            </p:spPr>
          </p:pic>
          <p:pic>
            <p:nvPicPr>
              <p:cNvPr id="138" name="Graphique 137" descr="Utilisateur avec un remplissage uni">
                <a:extLst>
                  <a:ext uri="{FF2B5EF4-FFF2-40B4-BE49-F238E27FC236}">
                    <a16:creationId xmlns:a16="http://schemas.microsoft.com/office/drawing/2014/main" id="{66C2161B-2C43-4165-BD4F-F93A9BB3E5E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927581" y="4164805"/>
                <a:ext cx="126206" cy="142875"/>
              </a:xfrm>
              <a:prstGeom prst="rect">
                <a:avLst/>
              </a:prstGeom>
            </p:spPr>
          </p:pic>
          <p:pic>
            <p:nvPicPr>
              <p:cNvPr id="139" name="Graphique 138" descr="Utilisateur avec un remplissage uni">
                <a:extLst>
                  <a:ext uri="{FF2B5EF4-FFF2-40B4-BE49-F238E27FC236}">
                    <a16:creationId xmlns:a16="http://schemas.microsoft.com/office/drawing/2014/main" id="{3ABE83A0-FB27-4080-AFB4-B57BB5E9A0D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794952" y="4307681"/>
                <a:ext cx="126206" cy="142875"/>
              </a:xfrm>
              <a:prstGeom prst="rect">
                <a:avLst/>
              </a:prstGeom>
            </p:spPr>
          </p:pic>
          <p:pic>
            <p:nvPicPr>
              <p:cNvPr id="140" name="Graphique 139" descr="Utilisateur avec un remplissage uni">
                <a:extLst>
                  <a:ext uri="{FF2B5EF4-FFF2-40B4-BE49-F238E27FC236}">
                    <a16:creationId xmlns:a16="http://schemas.microsoft.com/office/drawing/2014/main" id="{1F24B702-8345-43E1-B752-A33BBB4BD4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1375" y="4021931"/>
                <a:ext cx="126206" cy="142875"/>
              </a:xfrm>
              <a:prstGeom prst="rect">
                <a:avLst/>
              </a:prstGeom>
            </p:spPr>
          </p:pic>
          <p:cxnSp>
            <p:nvCxnSpPr>
              <p:cNvPr id="141" name="Connecteur droit 140">
                <a:extLst>
                  <a:ext uri="{FF2B5EF4-FFF2-40B4-BE49-F238E27FC236}">
                    <a16:creationId xmlns:a16="http://schemas.microsoft.com/office/drawing/2014/main" id="{5A162D61-0E0C-4933-9F42-749102BADCDE}"/>
                  </a:ext>
                </a:extLst>
              </p:cNvPr>
              <p:cNvCxnSpPr>
                <a:stCxn id="140" idx="2"/>
                <a:endCxn id="139"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5815E81A-7150-4EB9-962B-B79BB2243AE8}"/>
                  </a:ext>
                </a:extLst>
              </p:cNvPr>
              <p:cNvCxnSpPr>
                <a:cxnSpLocks/>
                <a:stCxn id="138" idx="1"/>
                <a:endCxn id="137"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0EFD9DEC-9040-4818-B00B-3CA2E472CC9E}"/>
                  </a:ext>
                </a:extLst>
              </p:cNvPr>
              <p:cNvCxnSpPr>
                <a:cxnSpLocks/>
                <a:stCxn id="140" idx="2"/>
                <a:endCxn id="138"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E8B85ECE-0E61-42A1-8F40-AC0F5FDA943B}"/>
                  </a:ext>
                </a:extLst>
              </p:cNvPr>
              <p:cNvCxnSpPr>
                <a:cxnSpLocks/>
                <a:stCxn id="139" idx="0"/>
                <a:endCxn id="138"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85A5FAC7-A79B-4E3C-81FC-D1AA1D2DDEA3}"/>
                  </a:ext>
                </a:extLst>
              </p:cNvPr>
              <p:cNvCxnSpPr>
                <a:cxnSpLocks/>
                <a:stCxn id="139" idx="0"/>
                <a:endCxn id="137"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143152FD-986A-4F04-87EA-53BBB567BC7A}"/>
                  </a:ext>
                </a:extLst>
              </p:cNvPr>
              <p:cNvCxnSpPr>
                <a:cxnSpLocks/>
                <a:stCxn id="140" idx="2"/>
                <a:endCxn id="137"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2" name="Groupe 81">
              <a:extLst>
                <a:ext uri="{FF2B5EF4-FFF2-40B4-BE49-F238E27FC236}">
                  <a16:creationId xmlns:a16="http://schemas.microsoft.com/office/drawing/2014/main" id="{16C1FB1E-47AA-47C6-8E3D-4E6992448AB4}"/>
                </a:ext>
              </a:extLst>
            </p:cNvPr>
            <p:cNvGrpSpPr/>
            <p:nvPr/>
          </p:nvGrpSpPr>
          <p:grpSpPr>
            <a:xfrm>
              <a:off x="7057974" y="3024824"/>
              <a:ext cx="397731" cy="304496"/>
              <a:chOff x="6428428" y="4530096"/>
              <a:chExt cx="631706" cy="445842"/>
            </a:xfrm>
          </p:grpSpPr>
          <p:pic>
            <p:nvPicPr>
              <p:cNvPr id="116" name="Graphique 115" descr="Utilisateur avec un remplissage uni">
                <a:extLst>
                  <a:ext uri="{FF2B5EF4-FFF2-40B4-BE49-F238E27FC236}">
                    <a16:creationId xmlns:a16="http://schemas.microsoft.com/office/drawing/2014/main" id="{8A76DCB4-ED03-4ADF-B214-CAFE066381E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759" t="11596" r="14944" b="12219"/>
              <a:stretch/>
            </p:blipFill>
            <p:spPr>
              <a:xfrm>
                <a:off x="6428428" y="4725905"/>
                <a:ext cx="126206" cy="142875"/>
              </a:xfrm>
              <a:prstGeom prst="rect">
                <a:avLst/>
              </a:prstGeom>
            </p:spPr>
          </p:pic>
          <p:pic>
            <p:nvPicPr>
              <p:cNvPr id="117" name="Graphique 116" descr="Utilisateur avec un remplissage uni">
                <a:extLst>
                  <a:ext uri="{FF2B5EF4-FFF2-40B4-BE49-F238E27FC236}">
                    <a16:creationId xmlns:a16="http://schemas.microsoft.com/office/drawing/2014/main" id="{86D06F0C-5242-4446-A600-ED7DE81EF0C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933928" y="4690187"/>
                <a:ext cx="126206" cy="142875"/>
              </a:xfrm>
              <a:prstGeom prst="rect">
                <a:avLst/>
              </a:prstGeom>
            </p:spPr>
          </p:pic>
          <p:pic>
            <p:nvPicPr>
              <p:cNvPr id="118" name="Graphique 117" descr="Utilisateur avec un remplissage uni">
                <a:extLst>
                  <a:ext uri="{FF2B5EF4-FFF2-40B4-BE49-F238E27FC236}">
                    <a16:creationId xmlns:a16="http://schemas.microsoft.com/office/drawing/2014/main" id="{2ADE433A-5F78-4AAA-8D17-A48F11591D2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1299" y="4833063"/>
                <a:ext cx="126206" cy="142875"/>
              </a:xfrm>
              <a:prstGeom prst="rect">
                <a:avLst/>
              </a:prstGeom>
            </p:spPr>
          </p:pic>
          <p:pic>
            <p:nvPicPr>
              <p:cNvPr id="119" name="Graphique 118" descr="Utilisateur avec un remplissage uni">
                <a:extLst>
                  <a:ext uri="{FF2B5EF4-FFF2-40B4-BE49-F238E27FC236}">
                    <a16:creationId xmlns:a16="http://schemas.microsoft.com/office/drawing/2014/main" id="{63B5C70C-4D87-44E3-92D8-502065BDE5E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807722" y="4547313"/>
                <a:ext cx="126206" cy="142875"/>
              </a:xfrm>
              <a:prstGeom prst="rect">
                <a:avLst/>
              </a:prstGeom>
            </p:spPr>
          </p:pic>
          <p:cxnSp>
            <p:nvCxnSpPr>
              <p:cNvPr id="120" name="Connecteur droit 119">
                <a:extLst>
                  <a:ext uri="{FF2B5EF4-FFF2-40B4-BE49-F238E27FC236}">
                    <a16:creationId xmlns:a16="http://schemas.microsoft.com/office/drawing/2014/main" id="{DAEB5319-7C43-479F-B8C8-9F990C79A70F}"/>
                  </a:ext>
                </a:extLst>
              </p:cNvPr>
              <p:cNvCxnSpPr>
                <a:stCxn id="119" idx="2"/>
                <a:endCxn id="118"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Connecteur droit 120">
                <a:extLst>
                  <a:ext uri="{FF2B5EF4-FFF2-40B4-BE49-F238E27FC236}">
                    <a16:creationId xmlns:a16="http://schemas.microsoft.com/office/drawing/2014/main" id="{9ACF8BFA-41E8-46C3-8AB2-66F64C27E54F}"/>
                  </a:ext>
                </a:extLst>
              </p:cNvPr>
              <p:cNvCxnSpPr>
                <a:cxnSpLocks/>
                <a:stCxn id="117" idx="1"/>
                <a:endCxn id="116"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Connecteur droit 121">
                <a:extLst>
                  <a:ext uri="{FF2B5EF4-FFF2-40B4-BE49-F238E27FC236}">
                    <a16:creationId xmlns:a16="http://schemas.microsoft.com/office/drawing/2014/main" id="{065E98B7-2919-4CE8-B499-20C8F21B2B7A}"/>
                  </a:ext>
                </a:extLst>
              </p:cNvPr>
              <p:cNvCxnSpPr>
                <a:cxnSpLocks/>
                <a:stCxn id="119" idx="2"/>
                <a:endCxn id="117"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Connecteur droit 122">
                <a:extLst>
                  <a:ext uri="{FF2B5EF4-FFF2-40B4-BE49-F238E27FC236}">
                    <a16:creationId xmlns:a16="http://schemas.microsoft.com/office/drawing/2014/main" id="{258948BF-81F8-41B9-A857-2E31160CA3D3}"/>
                  </a:ext>
                </a:extLst>
              </p:cNvPr>
              <p:cNvCxnSpPr>
                <a:cxnSpLocks/>
                <a:stCxn id="118" idx="0"/>
                <a:endCxn id="117"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Connecteur droit 123">
                <a:extLst>
                  <a:ext uri="{FF2B5EF4-FFF2-40B4-BE49-F238E27FC236}">
                    <a16:creationId xmlns:a16="http://schemas.microsoft.com/office/drawing/2014/main" id="{CBAA3DAC-15A1-4573-B33D-2956808CBD6D}"/>
                  </a:ext>
                </a:extLst>
              </p:cNvPr>
              <p:cNvCxnSpPr>
                <a:cxnSpLocks/>
                <a:stCxn id="118" idx="0"/>
                <a:endCxn id="116"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Connecteur droit 124">
                <a:extLst>
                  <a:ext uri="{FF2B5EF4-FFF2-40B4-BE49-F238E27FC236}">
                    <a16:creationId xmlns:a16="http://schemas.microsoft.com/office/drawing/2014/main" id="{F2F5D47C-A8C6-4417-BDDA-893B0F3E80D7}"/>
                  </a:ext>
                </a:extLst>
              </p:cNvPr>
              <p:cNvCxnSpPr>
                <a:cxnSpLocks/>
                <a:stCxn id="119" idx="2"/>
                <a:endCxn id="116"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126" name="Graphique 125" descr="Utilisateur avec un remplissage uni">
                <a:extLst>
                  <a:ext uri="{FF2B5EF4-FFF2-40B4-BE49-F238E27FC236}">
                    <a16:creationId xmlns:a16="http://schemas.microsoft.com/office/drawing/2014/main" id="{B92A0700-341D-4704-8D7A-69BAEC17C1A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7759" t="11596" r="14944" b="12219"/>
              <a:stretch/>
            </p:blipFill>
            <p:spPr>
              <a:xfrm>
                <a:off x="6654461" y="4530096"/>
                <a:ext cx="126206" cy="142875"/>
              </a:xfrm>
              <a:prstGeom prst="rect">
                <a:avLst/>
              </a:prstGeom>
            </p:spPr>
          </p:pic>
          <p:cxnSp>
            <p:nvCxnSpPr>
              <p:cNvPr id="127" name="Connecteur droit 126">
                <a:extLst>
                  <a:ext uri="{FF2B5EF4-FFF2-40B4-BE49-F238E27FC236}">
                    <a16:creationId xmlns:a16="http://schemas.microsoft.com/office/drawing/2014/main" id="{8460D07C-F3D5-4465-8CC0-BDCD3B98EE23}"/>
                  </a:ext>
                </a:extLst>
              </p:cNvPr>
              <p:cNvCxnSpPr>
                <a:cxnSpLocks/>
                <a:stCxn id="126" idx="2"/>
                <a:endCxn id="116"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3EE52AAB-040F-4100-9171-F60B1E98D9EF}"/>
                  </a:ext>
                </a:extLst>
              </p:cNvPr>
              <p:cNvCxnSpPr>
                <a:cxnSpLocks/>
                <a:stCxn id="126" idx="2"/>
                <a:endCxn id="118"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74DE9D24-90CA-4A6E-BE9A-A97233780D47}"/>
                  </a:ext>
                </a:extLst>
              </p:cNvPr>
              <p:cNvCxnSpPr>
                <a:cxnSpLocks/>
                <a:stCxn id="119" idx="2"/>
                <a:endCxn id="126"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D9D6A597-408A-4DC8-BA92-F3E5B04D2E4F}"/>
                  </a:ext>
                </a:extLst>
              </p:cNvPr>
              <p:cNvCxnSpPr>
                <a:cxnSpLocks/>
                <a:stCxn id="117" idx="1"/>
                <a:endCxn id="126"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83" name="Graphique 82" descr="Utilisateur avec un remplissage uni">
              <a:extLst>
                <a:ext uri="{FF2B5EF4-FFF2-40B4-BE49-F238E27FC236}">
                  <a16:creationId xmlns:a16="http://schemas.microsoft.com/office/drawing/2014/main" id="{DC777568-CAAB-4A85-9913-489E2981413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67382" y="3207345"/>
              <a:ext cx="79461" cy="97579"/>
            </a:xfrm>
            <a:prstGeom prst="rect">
              <a:avLst/>
            </a:prstGeom>
          </p:spPr>
        </p:pic>
        <p:cxnSp>
          <p:nvCxnSpPr>
            <p:cNvPr id="84" name="Connecteur droit 83">
              <a:extLst>
                <a:ext uri="{FF2B5EF4-FFF2-40B4-BE49-F238E27FC236}">
                  <a16:creationId xmlns:a16="http://schemas.microsoft.com/office/drawing/2014/main" id="{7D57680C-2C59-493A-996E-A22AF9833DC7}"/>
                </a:ext>
              </a:extLst>
            </p:cNvPr>
            <p:cNvCxnSpPr>
              <a:cxnSpLocks/>
              <a:stCxn id="137" idx="1"/>
              <a:endCxn id="83" idx="3"/>
            </p:cNvCxnSpPr>
            <p:nvPr/>
          </p:nvCxnSpPr>
          <p:spPr>
            <a:xfrm>
              <a:off x="6776554" y="3004056"/>
              <a:ext cx="70289" cy="252079"/>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0EE378A0-DEB8-417C-9986-662FB6D7860B}"/>
                </a:ext>
              </a:extLst>
            </p:cNvPr>
            <p:cNvCxnSpPr>
              <a:cxnSpLocks/>
              <a:stCxn id="116" idx="1"/>
              <a:endCxn id="83" idx="3"/>
            </p:cNvCxnSpPr>
            <p:nvPr/>
          </p:nvCxnSpPr>
          <p:spPr>
            <a:xfrm flipH="1">
              <a:off x="6846843" y="3207345"/>
              <a:ext cx="211131" cy="48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Connecteur droit 85">
              <a:extLst>
                <a:ext uri="{FF2B5EF4-FFF2-40B4-BE49-F238E27FC236}">
                  <a16:creationId xmlns:a16="http://schemas.microsoft.com/office/drawing/2014/main" id="{202C2E74-CCDF-44D1-894E-C4386F7DEDD4}"/>
                </a:ext>
              </a:extLst>
            </p:cNvPr>
            <p:cNvCxnSpPr>
              <a:cxnSpLocks/>
              <a:endCxn id="83" idx="3"/>
            </p:cNvCxnSpPr>
            <p:nvPr/>
          </p:nvCxnSpPr>
          <p:spPr>
            <a:xfrm flipH="1" flipV="1">
              <a:off x="6846843" y="3256135"/>
              <a:ext cx="265138" cy="123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3876F8AE-2887-40DB-AEDE-3EA8416D9430}"/>
                </a:ext>
              </a:extLst>
            </p:cNvPr>
            <p:cNvCxnSpPr>
              <a:cxnSpLocks/>
              <a:endCxn id="116" idx="1"/>
            </p:cNvCxnSpPr>
            <p:nvPr/>
          </p:nvCxnSpPr>
          <p:spPr>
            <a:xfrm flipH="1" flipV="1">
              <a:off x="7057974" y="3207345"/>
              <a:ext cx="54008" cy="171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69276A52-F0DD-41C7-8389-21999CBC40B4}"/>
                </a:ext>
              </a:extLst>
            </p:cNvPr>
            <p:cNvCxnSpPr>
              <a:cxnSpLocks/>
              <a:endCxn id="137" idx="1"/>
            </p:cNvCxnSpPr>
            <p:nvPr/>
          </p:nvCxnSpPr>
          <p:spPr>
            <a:xfrm flipH="1" flipV="1">
              <a:off x="6776554" y="3004056"/>
              <a:ext cx="335427" cy="375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50D04299-B229-4790-B07A-FC2DD38125B1}"/>
                </a:ext>
              </a:extLst>
            </p:cNvPr>
            <p:cNvCxnSpPr>
              <a:cxnSpLocks/>
              <a:stCxn id="116" idx="1"/>
              <a:endCxn id="137" idx="1"/>
            </p:cNvCxnSpPr>
            <p:nvPr/>
          </p:nvCxnSpPr>
          <p:spPr>
            <a:xfrm flipH="1" flipV="1">
              <a:off x="6776554" y="3004056"/>
              <a:ext cx="281420" cy="203289"/>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48" name="Image 147">
            <a:extLst>
              <a:ext uri="{FF2B5EF4-FFF2-40B4-BE49-F238E27FC236}">
                <a16:creationId xmlns:a16="http://schemas.microsoft.com/office/drawing/2014/main" id="{4E80F18D-28FA-4D55-9441-0DF9717AB162}"/>
              </a:ext>
            </a:extLst>
          </p:cNvPr>
          <p:cNvPicPr>
            <a:picLocks noChangeAspect="1"/>
          </p:cNvPicPr>
          <p:nvPr/>
        </p:nvPicPr>
        <p:blipFill>
          <a:blip r:embed="rId14"/>
          <a:stretch>
            <a:fillRect/>
          </a:stretch>
        </p:blipFill>
        <p:spPr>
          <a:xfrm>
            <a:off x="3629920" y="4090542"/>
            <a:ext cx="553224" cy="566263"/>
          </a:xfrm>
          <a:prstGeom prst="rect">
            <a:avLst/>
          </a:prstGeom>
        </p:spPr>
      </p:pic>
      <p:sp>
        <p:nvSpPr>
          <p:cNvPr id="149" name="Espace réservé du contenu 2">
            <a:extLst>
              <a:ext uri="{FF2B5EF4-FFF2-40B4-BE49-F238E27FC236}">
                <a16:creationId xmlns:a16="http://schemas.microsoft.com/office/drawing/2014/main" id="{EB8B1788-5277-4A7B-9ED8-A550CB815192}"/>
              </a:ext>
            </a:extLst>
          </p:cNvPr>
          <p:cNvSpPr txBox="1">
            <a:spLocks/>
          </p:cNvSpPr>
          <p:nvPr/>
        </p:nvSpPr>
        <p:spPr>
          <a:xfrm>
            <a:off x="6582338" y="2556768"/>
            <a:ext cx="4701358" cy="361543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Based on assumption : Key people will spread the key content if valuable</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Content must be adapted to the graph according to preferences and habits</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Key quality : Targeting </a:t>
            </a:r>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p:txBody>
      </p:sp>
      <p:sp>
        <p:nvSpPr>
          <p:cNvPr id="3" name="Rectangle 2">
            <a:extLst>
              <a:ext uri="{FF2B5EF4-FFF2-40B4-BE49-F238E27FC236}">
                <a16:creationId xmlns:a16="http://schemas.microsoft.com/office/drawing/2014/main" id="{26EFC52F-E78A-418A-91D5-DDD490B53C9B}"/>
              </a:ext>
            </a:extLst>
          </p:cNvPr>
          <p:cNvSpPr/>
          <p:nvPr/>
        </p:nvSpPr>
        <p:spPr>
          <a:xfrm>
            <a:off x="85724" y="2305699"/>
            <a:ext cx="6124575" cy="4356800"/>
          </a:xfrm>
          <a:prstGeom prst="rect">
            <a:avLst/>
          </a:prstGeom>
          <a:solidFill>
            <a:srgbClr val="3494BA">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lang="en-US" dirty="0"/>
          </a:p>
          <a:p>
            <a:pPr algn="r"/>
            <a:r>
              <a:rPr lang="en-US" dirty="0">
                <a:solidFill>
                  <a:schemeClr val="tx1"/>
                </a:solidFill>
              </a:rPr>
              <a:t>Newsletter – Mail- Push</a:t>
            </a:r>
          </a:p>
        </p:txBody>
      </p:sp>
      <p:sp>
        <p:nvSpPr>
          <p:cNvPr id="107" name="Rectangle 106">
            <a:extLst>
              <a:ext uri="{FF2B5EF4-FFF2-40B4-BE49-F238E27FC236}">
                <a16:creationId xmlns:a16="http://schemas.microsoft.com/office/drawing/2014/main" id="{9021C06C-7C06-4F9E-A67C-F20379E01672}"/>
              </a:ext>
            </a:extLst>
          </p:cNvPr>
          <p:cNvSpPr/>
          <p:nvPr/>
        </p:nvSpPr>
        <p:spPr>
          <a:xfrm>
            <a:off x="133743" y="4857725"/>
            <a:ext cx="2090287" cy="1734064"/>
          </a:xfrm>
          <a:prstGeom prst="rect">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100" dirty="0">
                <a:solidFill>
                  <a:schemeClr val="tx1"/>
                </a:solidFill>
              </a:rPr>
              <a:t>Articles</a:t>
            </a:r>
          </a:p>
          <a:p>
            <a:r>
              <a:rPr lang="en-US" sz="1100" dirty="0">
                <a:solidFill>
                  <a:schemeClr val="tx1"/>
                </a:solidFill>
              </a:rPr>
              <a:t>MS Teams room</a:t>
            </a:r>
          </a:p>
          <a:p>
            <a:r>
              <a:rPr lang="en-US" sz="1100" dirty="0">
                <a:solidFill>
                  <a:schemeClr val="tx1"/>
                </a:solidFill>
              </a:rPr>
              <a:t>Pull</a:t>
            </a:r>
          </a:p>
        </p:txBody>
      </p:sp>
      <p:sp>
        <p:nvSpPr>
          <p:cNvPr id="108" name="Rectangle 107">
            <a:extLst>
              <a:ext uri="{FF2B5EF4-FFF2-40B4-BE49-F238E27FC236}">
                <a16:creationId xmlns:a16="http://schemas.microsoft.com/office/drawing/2014/main" id="{4E551ACF-36CC-4B00-8F3F-D429BEE2B9D3}"/>
              </a:ext>
            </a:extLst>
          </p:cNvPr>
          <p:cNvSpPr/>
          <p:nvPr/>
        </p:nvSpPr>
        <p:spPr>
          <a:xfrm>
            <a:off x="1523128" y="3278677"/>
            <a:ext cx="2090287" cy="1322143"/>
          </a:xfrm>
          <a:prstGeom prst="rect">
            <a:avLst/>
          </a:prstGeom>
          <a:solidFill>
            <a:srgbClr val="00B050">
              <a:alpha val="20000"/>
            </a:srgb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100" dirty="0">
                <a:solidFill>
                  <a:schemeClr val="tx1"/>
                </a:solidFill>
              </a:rPr>
              <a:t>Meetups</a:t>
            </a:r>
          </a:p>
          <a:p>
            <a:pPr algn="r"/>
            <a:r>
              <a:rPr lang="en-US" sz="1100" dirty="0">
                <a:solidFill>
                  <a:schemeClr val="tx1"/>
                </a:solidFill>
              </a:rPr>
              <a:t>Events</a:t>
            </a:r>
          </a:p>
          <a:p>
            <a:pPr algn="r"/>
            <a:r>
              <a:rPr lang="en-US" sz="1100" dirty="0">
                <a:solidFill>
                  <a:schemeClr val="tx1"/>
                </a:solidFill>
              </a:rPr>
              <a:t>Push</a:t>
            </a:r>
          </a:p>
        </p:txBody>
      </p:sp>
    </p:spTree>
    <p:extLst>
      <p:ext uri="{BB962C8B-B14F-4D97-AF65-F5344CB8AC3E}">
        <p14:creationId xmlns:p14="http://schemas.microsoft.com/office/powerpoint/2010/main" val="292623682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40D029-EDF2-4E58-848A-6F4B459A7127}"/>
              </a:ext>
            </a:extLst>
          </p:cNvPr>
          <p:cNvSpPr>
            <a:spLocks noGrp="1"/>
          </p:cNvSpPr>
          <p:nvPr>
            <p:ph type="title"/>
          </p:nvPr>
        </p:nvSpPr>
        <p:spPr>
          <a:xfrm>
            <a:off x="867918" y="510551"/>
            <a:ext cx="10168128" cy="1179576"/>
          </a:xfrm>
        </p:spPr>
        <p:txBody>
          <a:bodyPr>
            <a:normAutofit fontScale="90000"/>
          </a:bodyPr>
          <a:lstStyle/>
          <a:p>
            <a:r>
              <a:rPr lang="en-US" dirty="0"/>
              <a:t>Step 6 : Community Processes and Rituals</a:t>
            </a:r>
          </a:p>
        </p:txBody>
      </p:sp>
      <p:sp>
        <p:nvSpPr>
          <p:cNvPr id="149" name="Espace réservé du contenu 2">
            <a:extLst>
              <a:ext uri="{FF2B5EF4-FFF2-40B4-BE49-F238E27FC236}">
                <a16:creationId xmlns:a16="http://schemas.microsoft.com/office/drawing/2014/main" id="{EB8B1788-5277-4A7B-9ED8-A550CB815192}"/>
              </a:ext>
            </a:extLst>
          </p:cNvPr>
          <p:cNvSpPr txBox="1">
            <a:spLocks/>
          </p:cNvSpPr>
          <p:nvPr/>
        </p:nvSpPr>
        <p:spPr>
          <a:xfrm>
            <a:off x="7212779" y="1908800"/>
            <a:ext cx="4724705" cy="4815849"/>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Choose processes &amp; rituals to </a:t>
            </a:r>
          </a:p>
          <a:p>
            <a:pPr>
              <a:buFontTx/>
              <a:buChar char="-"/>
            </a:pPr>
            <a:r>
              <a:rPr lang="en-US" sz="2000" dirty="0"/>
              <a:t>Boost &amp; Follow-up </a:t>
            </a:r>
            <a:r>
              <a:rPr lang="en-US" sz="2000" b="1" dirty="0"/>
              <a:t>People</a:t>
            </a:r>
          </a:p>
          <a:p>
            <a:pPr lvl="1">
              <a:buFontTx/>
              <a:buChar char="-"/>
            </a:pPr>
            <a:r>
              <a:rPr lang="en-US" sz="1600" dirty="0"/>
              <a:t>Count</a:t>
            </a:r>
          </a:p>
          <a:p>
            <a:pPr lvl="1">
              <a:buFontTx/>
              <a:buChar char="-"/>
            </a:pPr>
            <a:r>
              <a:rPr lang="en-US" sz="1600" dirty="0"/>
              <a:t>Share the counts</a:t>
            </a:r>
          </a:p>
          <a:p>
            <a:pPr lvl="1">
              <a:buFontTx/>
              <a:buChar char="-"/>
            </a:pPr>
            <a:r>
              <a:rPr lang="en-US" sz="1600" dirty="0"/>
              <a:t>Increase the numbers</a:t>
            </a:r>
          </a:p>
          <a:p>
            <a:pPr marL="0" indent="0">
              <a:buFont typeface="Arial" panose="020B0604020202020204" pitchFamily="34" charset="0"/>
              <a:buNone/>
            </a:pPr>
            <a:endParaRPr lang="en-US" sz="2000" dirty="0"/>
          </a:p>
          <a:p>
            <a:pPr>
              <a:buFontTx/>
              <a:buChar char="-"/>
            </a:pPr>
            <a:r>
              <a:rPr lang="en-US" sz="2000" dirty="0"/>
              <a:t>Boost &amp; Follow-up of </a:t>
            </a:r>
            <a:r>
              <a:rPr lang="en-US" sz="2000" b="1" dirty="0"/>
              <a:t>Content</a:t>
            </a:r>
          </a:p>
          <a:p>
            <a:pPr lvl="1">
              <a:buFontTx/>
              <a:buChar char="-"/>
            </a:pPr>
            <a:r>
              <a:rPr lang="en-US" sz="2000" dirty="0"/>
              <a:t>Count</a:t>
            </a:r>
          </a:p>
          <a:p>
            <a:pPr lvl="1">
              <a:buFontTx/>
              <a:buChar char="-"/>
            </a:pPr>
            <a:r>
              <a:rPr lang="en-US" sz="2000" dirty="0"/>
              <a:t>Share</a:t>
            </a:r>
          </a:p>
          <a:p>
            <a:pPr lvl="1">
              <a:buFontTx/>
              <a:buChar char="-"/>
            </a:pPr>
            <a:r>
              <a:rPr lang="en-US" sz="2000" dirty="0"/>
              <a:t>Increase the numbers</a:t>
            </a:r>
          </a:p>
          <a:p>
            <a:pPr marL="0" indent="0">
              <a:buFont typeface="Arial" panose="020B0604020202020204" pitchFamily="34" charset="0"/>
              <a:buNone/>
            </a:pPr>
            <a:endParaRPr lang="en-US" sz="2000" dirty="0"/>
          </a:p>
          <a:p>
            <a:pPr>
              <a:buFontTx/>
              <a:buChar char="-"/>
            </a:pPr>
            <a:r>
              <a:rPr lang="en-US" sz="2000" dirty="0"/>
              <a:t>Boost &amp; Follow-up of </a:t>
            </a:r>
            <a:r>
              <a:rPr lang="en-US" sz="2000" b="1" dirty="0"/>
              <a:t>Value</a:t>
            </a:r>
          </a:p>
          <a:p>
            <a:pPr lvl="1">
              <a:buFontTx/>
              <a:buChar char="-"/>
            </a:pPr>
            <a:r>
              <a:rPr lang="en-US" sz="2000" dirty="0"/>
              <a:t>Count</a:t>
            </a:r>
          </a:p>
          <a:p>
            <a:pPr lvl="1">
              <a:buFontTx/>
              <a:buChar char="-"/>
            </a:pPr>
            <a:r>
              <a:rPr lang="en-US" sz="2000" dirty="0"/>
              <a:t>Share</a:t>
            </a:r>
          </a:p>
          <a:p>
            <a:pPr lvl="1">
              <a:buFontTx/>
              <a:buChar char="-"/>
            </a:pPr>
            <a:r>
              <a:rPr lang="en-US" sz="2000" dirty="0"/>
              <a:t>Increase the numbers</a:t>
            </a:r>
          </a:p>
          <a:p>
            <a:pPr>
              <a:buFontTx/>
              <a:buChar char="-"/>
            </a:pPr>
            <a:endParaRPr lang="en-US" sz="2000" dirty="0"/>
          </a:p>
        </p:txBody>
      </p:sp>
      <p:cxnSp>
        <p:nvCxnSpPr>
          <p:cNvPr id="108" name="Connecteur droit avec flèche 107">
            <a:extLst>
              <a:ext uri="{FF2B5EF4-FFF2-40B4-BE49-F238E27FC236}">
                <a16:creationId xmlns:a16="http://schemas.microsoft.com/office/drawing/2014/main" id="{FDD67E87-4E99-4089-B6A5-07952936863D}"/>
              </a:ext>
            </a:extLst>
          </p:cNvPr>
          <p:cNvCxnSpPr/>
          <p:nvPr/>
        </p:nvCxnSpPr>
        <p:spPr>
          <a:xfrm>
            <a:off x="508752" y="2827975"/>
            <a:ext cx="5034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 name="Forme libre : forme 108">
            <a:extLst>
              <a:ext uri="{FF2B5EF4-FFF2-40B4-BE49-F238E27FC236}">
                <a16:creationId xmlns:a16="http://schemas.microsoft.com/office/drawing/2014/main" id="{707A299A-B527-44AE-B29D-EE5C64A59C8F}"/>
              </a:ext>
            </a:extLst>
          </p:cNvPr>
          <p:cNvSpPr/>
          <p:nvPr/>
        </p:nvSpPr>
        <p:spPr>
          <a:xfrm>
            <a:off x="883090" y="3039562"/>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200</a:t>
            </a:r>
            <a:endParaRPr lang="fr-FR" sz="1000" kern="1200" dirty="0"/>
          </a:p>
        </p:txBody>
      </p:sp>
      <p:sp>
        <p:nvSpPr>
          <p:cNvPr id="110" name="Forme libre : forme 109">
            <a:extLst>
              <a:ext uri="{FF2B5EF4-FFF2-40B4-BE49-F238E27FC236}">
                <a16:creationId xmlns:a16="http://schemas.microsoft.com/office/drawing/2014/main" id="{1A8BECFB-7AB0-49A4-9326-6B600672914B}"/>
              </a:ext>
            </a:extLst>
          </p:cNvPr>
          <p:cNvSpPr/>
          <p:nvPr/>
        </p:nvSpPr>
        <p:spPr>
          <a:xfrm>
            <a:off x="1524312" y="3039562"/>
            <a:ext cx="523790" cy="300462"/>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52</a:t>
            </a:r>
            <a:endParaRPr lang="fr-FR" sz="1000" kern="1200" dirty="0"/>
          </a:p>
        </p:txBody>
      </p:sp>
      <p:sp>
        <p:nvSpPr>
          <p:cNvPr id="111" name="Forme libre : forme 110">
            <a:extLst>
              <a:ext uri="{FF2B5EF4-FFF2-40B4-BE49-F238E27FC236}">
                <a16:creationId xmlns:a16="http://schemas.microsoft.com/office/drawing/2014/main" id="{59A86C7E-9EFB-43AD-A3A1-0753DE52FEBA}"/>
              </a:ext>
            </a:extLst>
          </p:cNvPr>
          <p:cNvSpPr/>
          <p:nvPr/>
        </p:nvSpPr>
        <p:spPr>
          <a:xfrm>
            <a:off x="2126591" y="3039562"/>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35</a:t>
            </a:r>
            <a:endParaRPr lang="fr-FR" sz="1000" kern="1200" dirty="0"/>
          </a:p>
        </p:txBody>
      </p:sp>
      <p:sp>
        <p:nvSpPr>
          <p:cNvPr id="112" name="Forme libre : forme 111">
            <a:extLst>
              <a:ext uri="{FF2B5EF4-FFF2-40B4-BE49-F238E27FC236}">
                <a16:creationId xmlns:a16="http://schemas.microsoft.com/office/drawing/2014/main" id="{8B9F4B11-B57A-41E2-839E-C3AB0F4C57D1}"/>
              </a:ext>
            </a:extLst>
          </p:cNvPr>
          <p:cNvSpPr/>
          <p:nvPr/>
        </p:nvSpPr>
        <p:spPr>
          <a:xfrm>
            <a:off x="2786426" y="3039562"/>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12</a:t>
            </a:r>
            <a:endParaRPr lang="fr-FR" sz="1000" kern="1200" dirty="0"/>
          </a:p>
        </p:txBody>
      </p:sp>
      <p:sp>
        <p:nvSpPr>
          <p:cNvPr id="113" name="Forme libre : forme 112">
            <a:extLst>
              <a:ext uri="{FF2B5EF4-FFF2-40B4-BE49-F238E27FC236}">
                <a16:creationId xmlns:a16="http://schemas.microsoft.com/office/drawing/2014/main" id="{86BA571C-817D-4541-876D-2413A5CBC34E}"/>
              </a:ext>
            </a:extLst>
          </p:cNvPr>
          <p:cNvSpPr/>
          <p:nvPr/>
        </p:nvSpPr>
        <p:spPr>
          <a:xfrm>
            <a:off x="3448081" y="3039562"/>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6</a:t>
            </a:r>
            <a:endParaRPr lang="fr-FR" sz="1000" kern="1200" dirty="0"/>
          </a:p>
        </p:txBody>
      </p:sp>
      <p:sp>
        <p:nvSpPr>
          <p:cNvPr id="114" name="Forme libre : forme 113">
            <a:extLst>
              <a:ext uri="{FF2B5EF4-FFF2-40B4-BE49-F238E27FC236}">
                <a16:creationId xmlns:a16="http://schemas.microsoft.com/office/drawing/2014/main" id="{A807E608-9E97-49A5-AD1F-CA5FEFCFABE2}"/>
              </a:ext>
            </a:extLst>
          </p:cNvPr>
          <p:cNvSpPr/>
          <p:nvPr/>
        </p:nvSpPr>
        <p:spPr>
          <a:xfrm>
            <a:off x="4087350" y="3039561"/>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4</a:t>
            </a:r>
            <a:endParaRPr lang="fr-FR" sz="1000" kern="1200" dirty="0"/>
          </a:p>
        </p:txBody>
      </p:sp>
      <p:sp>
        <p:nvSpPr>
          <p:cNvPr id="115" name="Forme libre : forme 114">
            <a:extLst>
              <a:ext uri="{FF2B5EF4-FFF2-40B4-BE49-F238E27FC236}">
                <a16:creationId xmlns:a16="http://schemas.microsoft.com/office/drawing/2014/main" id="{8DF4F186-B031-4904-9134-A929B298B0F7}"/>
              </a:ext>
            </a:extLst>
          </p:cNvPr>
          <p:cNvSpPr/>
          <p:nvPr/>
        </p:nvSpPr>
        <p:spPr>
          <a:xfrm>
            <a:off x="4774490" y="3023582"/>
            <a:ext cx="523790" cy="590215"/>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dirty="0"/>
              <a:t>2</a:t>
            </a:r>
            <a:endParaRPr lang="fr-FR" sz="1000" kern="1200" dirty="0"/>
          </a:p>
        </p:txBody>
      </p:sp>
      <p:grpSp>
        <p:nvGrpSpPr>
          <p:cNvPr id="131" name="Groupe 130">
            <a:extLst>
              <a:ext uri="{FF2B5EF4-FFF2-40B4-BE49-F238E27FC236}">
                <a16:creationId xmlns:a16="http://schemas.microsoft.com/office/drawing/2014/main" id="{D564C69D-2639-481B-AD71-B9A81B6462E0}"/>
              </a:ext>
            </a:extLst>
          </p:cNvPr>
          <p:cNvGrpSpPr/>
          <p:nvPr/>
        </p:nvGrpSpPr>
        <p:grpSpPr>
          <a:xfrm>
            <a:off x="4695749" y="2519198"/>
            <a:ext cx="551773" cy="495912"/>
            <a:chOff x="10408603" y="1944527"/>
            <a:chExt cx="1266205" cy="1138016"/>
          </a:xfrm>
          <a:solidFill>
            <a:srgbClr val="3494BA"/>
          </a:solidFill>
        </p:grpSpPr>
        <p:grpSp>
          <p:nvGrpSpPr>
            <p:cNvPr id="132" name="Groupe 131">
              <a:extLst>
                <a:ext uri="{FF2B5EF4-FFF2-40B4-BE49-F238E27FC236}">
                  <a16:creationId xmlns:a16="http://schemas.microsoft.com/office/drawing/2014/main" id="{49FED8CA-A583-4334-8D1A-9C364D627518}"/>
                </a:ext>
              </a:extLst>
            </p:cNvPr>
            <p:cNvGrpSpPr/>
            <p:nvPr/>
          </p:nvGrpSpPr>
          <p:grpSpPr>
            <a:xfrm>
              <a:off x="10781788" y="2168143"/>
              <a:ext cx="696980" cy="914400"/>
              <a:chOff x="5018285" y="3873291"/>
              <a:chExt cx="696980" cy="914400"/>
            </a:xfrm>
            <a:grpFill/>
          </p:grpSpPr>
          <p:pic>
            <p:nvPicPr>
              <p:cNvPr id="151" name="Graphique 150" descr="Personne confuse avec un remplissage uni">
                <a:extLst>
                  <a:ext uri="{FF2B5EF4-FFF2-40B4-BE49-F238E27FC236}">
                    <a16:creationId xmlns:a16="http://schemas.microsoft.com/office/drawing/2014/main" id="{7AF58C0B-0A9F-416E-8F56-5C4BD8F0610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0440" r="-1"/>
              <a:stretch/>
            </p:blipFill>
            <p:spPr>
              <a:xfrm>
                <a:off x="5079206" y="3873291"/>
                <a:ext cx="636059" cy="914400"/>
              </a:xfrm>
              <a:prstGeom prst="rect">
                <a:avLst/>
              </a:prstGeom>
            </p:spPr>
          </p:pic>
          <p:sp>
            <p:nvSpPr>
              <p:cNvPr id="152" name="Rectangle : coins arrondis 151">
                <a:extLst>
                  <a:ext uri="{FF2B5EF4-FFF2-40B4-BE49-F238E27FC236}">
                    <a16:creationId xmlns:a16="http://schemas.microsoft.com/office/drawing/2014/main" id="{0722D8DD-6E1D-40A7-93FC-050FCCFA5A3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100" dirty="0"/>
              </a:p>
            </p:txBody>
          </p:sp>
        </p:grpSp>
        <p:pic>
          <p:nvPicPr>
            <p:cNvPr id="133" name="Graphique 132" descr="Panneau de signalisation avec un remplissage uni">
              <a:extLst>
                <a:ext uri="{FF2B5EF4-FFF2-40B4-BE49-F238E27FC236}">
                  <a16:creationId xmlns:a16="http://schemas.microsoft.com/office/drawing/2014/main" id="{93CFB1C9-1ABB-46F5-A9AE-D8B304BE0DF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8628"/>
            <a:stretch/>
          </p:blipFill>
          <p:spPr>
            <a:xfrm>
              <a:off x="10932558" y="1976438"/>
              <a:ext cx="742250" cy="603990"/>
            </a:xfrm>
            <a:prstGeom prst="rect">
              <a:avLst/>
            </a:prstGeom>
          </p:spPr>
        </p:pic>
        <p:grpSp>
          <p:nvGrpSpPr>
            <p:cNvPr id="134" name="Groupe 133">
              <a:extLst>
                <a:ext uri="{FF2B5EF4-FFF2-40B4-BE49-F238E27FC236}">
                  <a16:creationId xmlns:a16="http://schemas.microsoft.com/office/drawing/2014/main" id="{1C58DDE9-9DC0-4009-84E0-E3C9FEA85181}"/>
                </a:ext>
              </a:extLst>
            </p:cNvPr>
            <p:cNvGrpSpPr/>
            <p:nvPr/>
          </p:nvGrpSpPr>
          <p:grpSpPr>
            <a:xfrm rot="21051146" flipH="1">
              <a:off x="10408603" y="1944527"/>
              <a:ext cx="391604" cy="567289"/>
              <a:chOff x="5616686" y="6627757"/>
              <a:chExt cx="644414" cy="888746"/>
            </a:xfrm>
            <a:grpFill/>
          </p:grpSpPr>
          <p:pic>
            <p:nvPicPr>
              <p:cNvPr id="136" name="Graphique 135" descr="Drapeau de golf dans un trou avec un remplissage uni">
                <a:extLst>
                  <a:ext uri="{FF2B5EF4-FFF2-40B4-BE49-F238E27FC236}">
                    <a16:creationId xmlns:a16="http://schemas.microsoft.com/office/drawing/2014/main" id="{FEE29D72-7748-4F50-AF1F-653CBDA037C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9715" t="5069" r="36313" b="56423"/>
              <a:stretch/>
            </p:blipFill>
            <p:spPr>
              <a:xfrm>
                <a:off x="5616686" y="6627757"/>
                <a:ext cx="644414" cy="564328"/>
              </a:xfrm>
              <a:prstGeom prst="rect">
                <a:avLst/>
              </a:prstGeom>
            </p:spPr>
          </p:pic>
          <p:sp>
            <p:nvSpPr>
              <p:cNvPr id="150" name="Rectangle : coins arrondis 149">
                <a:extLst>
                  <a:ext uri="{FF2B5EF4-FFF2-40B4-BE49-F238E27FC236}">
                    <a16:creationId xmlns:a16="http://schemas.microsoft.com/office/drawing/2014/main" id="{96650BF9-2A56-4BB2-BCE9-F78256DF17DF}"/>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100" dirty="0"/>
              </a:p>
            </p:txBody>
          </p:sp>
        </p:grpSp>
        <p:pic>
          <p:nvPicPr>
            <p:cNvPr id="135" name="Image 134">
              <a:extLst>
                <a:ext uri="{FF2B5EF4-FFF2-40B4-BE49-F238E27FC236}">
                  <a16:creationId xmlns:a16="http://schemas.microsoft.com/office/drawing/2014/main" id="{30E74CE0-A8C6-4771-88E4-EB60D258455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153" name="Groupe 152">
            <a:extLst>
              <a:ext uri="{FF2B5EF4-FFF2-40B4-BE49-F238E27FC236}">
                <a16:creationId xmlns:a16="http://schemas.microsoft.com/office/drawing/2014/main" id="{7B0EA049-3D77-41CF-847C-3A3180AFDFF2}"/>
              </a:ext>
            </a:extLst>
          </p:cNvPr>
          <p:cNvGrpSpPr/>
          <p:nvPr/>
        </p:nvGrpSpPr>
        <p:grpSpPr>
          <a:xfrm>
            <a:off x="1532000" y="2638150"/>
            <a:ext cx="411375" cy="363796"/>
            <a:chOff x="3239584" y="4265153"/>
            <a:chExt cx="944022" cy="834837"/>
          </a:xfrm>
        </p:grpSpPr>
        <p:grpSp>
          <p:nvGrpSpPr>
            <p:cNvPr id="154" name="Groupe 153">
              <a:extLst>
                <a:ext uri="{FF2B5EF4-FFF2-40B4-BE49-F238E27FC236}">
                  <a16:creationId xmlns:a16="http://schemas.microsoft.com/office/drawing/2014/main" id="{0CA3B924-5156-40FD-A6E8-84463F961E04}"/>
                </a:ext>
              </a:extLst>
            </p:cNvPr>
            <p:cNvGrpSpPr/>
            <p:nvPr/>
          </p:nvGrpSpPr>
          <p:grpSpPr>
            <a:xfrm>
              <a:off x="3239584" y="4265153"/>
              <a:ext cx="944022" cy="834837"/>
              <a:chOff x="3239584" y="4265153"/>
              <a:chExt cx="944022" cy="834837"/>
            </a:xfrm>
          </p:grpSpPr>
          <p:pic>
            <p:nvPicPr>
              <p:cNvPr id="156" name="Graphique 155" descr="Personne confuse avec un remplissage uni">
                <a:extLst>
                  <a:ext uri="{FF2B5EF4-FFF2-40B4-BE49-F238E27FC236}">
                    <a16:creationId xmlns:a16="http://schemas.microsoft.com/office/drawing/2014/main" id="{75D4E4C2-624C-4815-92B8-DF467C06509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39584" y="4281195"/>
                <a:ext cx="818795" cy="818795"/>
              </a:xfrm>
              <a:prstGeom prst="rect">
                <a:avLst/>
              </a:prstGeom>
            </p:spPr>
          </p:pic>
          <p:pic>
            <p:nvPicPr>
              <p:cNvPr id="157" name="Graphique 156" descr="Calendrier journalier avec un remplissage uni">
                <a:extLst>
                  <a:ext uri="{FF2B5EF4-FFF2-40B4-BE49-F238E27FC236}">
                    <a16:creationId xmlns:a16="http://schemas.microsoft.com/office/drawing/2014/main" id="{C3BC6B62-A70E-4D7C-B43A-A056BDE2A06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826152" y="4265153"/>
                <a:ext cx="357454" cy="357454"/>
              </a:xfrm>
              <a:prstGeom prst="rect">
                <a:avLst/>
              </a:prstGeom>
            </p:spPr>
          </p:pic>
        </p:grpSp>
        <p:pic>
          <p:nvPicPr>
            <p:cNvPr id="155" name="Image 154">
              <a:extLst>
                <a:ext uri="{FF2B5EF4-FFF2-40B4-BE49-F238E27FC236}">
                  <a16:creationId xmlns:a16="http://schemas.microsoft.com/office/drawing/2014/main" id="{01871418-CDDC-4E0D-BD66-B823C77731D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158" name="Graphique 157" descr="Homme avec un remplissage uni">
            <a:extLst>
              <a:ext uri="{FF2B5EF4-FFF2-40B4-BE49-F238E27FC236}">
                <a16:creationId xmlns:a16="http://schemas.microsoft.com/office/drawing/2014/main" id="{FFA6B166-1879-4FBD-8914-2A422533EEBB}"/>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t="759" b="1"/>
          <a:stretch/>
        </p:blipFill>
        <p:spPr>
          <a:xfrm>
            <a:off x="904678" y="2676587"/>
            <a:ext cx="303580" cy="301277"/>
          </a:xfrm>
          <a:prstGeom prst="rect">
            <a:avLst/>
          </a:prstGeom>
        </p:spPr>
      </p:pic>
      <p:grpSp>
        <p:nvGrpSpPr>
          <p:cNvPr id="159" name="Groupe 158">
            <a:extLst>
              <a:ext uri="{FF2B5EF4-FFF2-40B4-BE49-F238E27FC236}">
                <a16:creationId xmlns:a16="http://schemas.microsoft.com/office/drawing/2014/main" id="{7D30B5E4-8558-4D4F-B230-F7A968A5F5E0}"/>
              </a:ext>
            </a:extLst>
          </p:cNvPr>
          <p:cNvGrpSpPr/>
          <p:nvPr/>
        </p:nvGrpSpPr>
        <p:grpSpPr>
          <a:xfrm>
            <a:off x="2775944" y="2630256"/>
            <a:ext cx="357063" cy="384903"/>
            <a:chOff x="6060465" y="3463636"/>
            <a:chExt cx="819385" cy="883274"/>
          </a:xfrm>
          <a:solidFill>
            <a:srgbClr val="ED7D31"/>
          </a:solidFill>
        </p:grpSpPr>
        <p:pic>
          <p:nvPicPr>
            <p:cNvPr id="160" name="Graphique 159" descr="Presse-papiers mixte avec un remplissage uni">
              <a:extLst>
                <a:ext uri="{FF2B5EF4-FFF2-40B4-BE49-F238E27FC236}">
                  <a16:creationId xmlns:a16="http://schemas.microsoft.com/office/drawing/2014/main" id="{452B0642-FA88-4B25-94C4-E765F409630B}"/>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6060465" y="3580343"/>
              <a:ext cx="314429" cy="314429"/>
            </a:xfrm>
            <a:prstGeom prst="rect">
              <a:avLst/>
            </a:prstGeom>
          </p:spPr>
        </p:pic>
        <p:grpSp>
          <p:nvGrpSpPr>
            <p:cNvPr id="161" name="Groupe 160">
              <a:extLst>
                <a:ext uri="{FF2B5EF4-FFF2-40B4-BE49-F238E27FC236}">
                  <a16:creationId xmlns:a16="http://schemas.microsoft.com/office/drawing/2014/main" id="{5BE59DDE-3CAA-4964-A2D4-BB822AF88448}"/>
                </a:ext>
              </a:extLst>
            </p:cNvPr>
            <p:cNvGrpSpPr/>
            <p:nvPr/>
          </p:nvGrpSpPr>
          <p:grpSpPr>
            <a:xfrm>
              <a:off x="6132133" y="3463636"/>
              <a:ext cx="612923" cy="883274"/>
              <a:chOff x="6132133" y="3463636"/>
              <a:chExt cx="612923" cy="883274"/>
            </a:xfrm>
            <a:grpFill/>
          </p:grpSpPr>
          <p:pic>
            <p:nvPicPr>
              <p:cNvPr id="164" name="Graphique 163" descr="Centre d’appels avec un remplissage uni">
                <a:extLst>
                  <a:ext uri="{FF2B5EF4-FFF2-40B4-BE49-F238E27FC236}">
                    <a16:creationId xmlns:a16="http://schemas.microsoft.com/office/drawing/2014/main" id="{4B2AD806-AC35-4CC6-9DC9-A1640909C7E5}"/>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b="44092"/>
              <a:stretch/>
            </p:blipFill>
            <p:spPr>
              <a:xfrm>
                <a:off x="6322855" y="3463636"/>
                <a:ext cx="422201" cy="236042"/>
              </a:xfrm>
              <a:prstGeom prst="rect">
                <a:avLst/>
              </a:prstGeom>
            </p:spPr>
          </p:pic>
          <p:grpSp>
            <p:nvGrpSpPr>
              <p:cNvPr id="165" name="Groupe 164">
                <a:extLst>
                  <a:ext uri="{FF2B5EF4-FFF2-40B4-BE49-F238E27FC236}">
                    <a16:creationId xmlns:a16="http://schemas.microsoft.com/office/drawing/2014/main" id="{22706000-C2CD-43EB-8283-343AB93C4025}"/>
                  </a:ext>
                </a:extLst>
              </p:cNvPr>
              <p:cNvGrpSpPr/>
              <p:nvPr/>
            </p:nvGrpSpPr>
            <p:grpSpPr>
              <a:xfrm flipH="1">
                <a:off x="6132133" y="3682042"/>
                <a:ext cx="611857" cy="664868"/>
                <a:chOff x="5018285" y="4055721"/>
                <a:chExt cx="696982" cy="731970"/>
              </a:xfrm>
              <a:grpFill/>
            </p:grpSpPr>
            <p:pic>
              <p:nvPicPr>
                <p:cNvPr id="166" name="Graphique 165" descr="Personne confuse avec un remplissage uni">
                  <a:extLst>
                    <a:ext uri="{FF2B5EF4-FFF2-40B4-BE49-F238E27FC236}">
                      <a16:creationId xmlns:a16="http://schemas.microsoft.com/office/drawing/2014/main" id="{AEF989FF-61D2-42EB-BB3F-E769307DB87C}"/>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30440" t="19951" r="-1"/>
                <a:stretch/>
              </p:blipFill>
              <p:spPr>
                <a:xfrm>
                  <a:off x="5079207" y="4055721"/>
                  <a:ext cx="636060" cy="731970"/>
                </a:xfrm>
                <a:prstGeom prst="rect">
                  <a:avLst/>
                </a:prstGeom>
              </p:spPr>
            </p:pic>
            <p:sp>
              <p:nvSpPr>
                <p:cNvPr id="167" name="Rectangle : coins arrondis 166">
                  <a:extLst>
                    <a:ext uri="{FF2B5EF4-FFF2-40B4-BE49-F238E27FC236}">
                      <a16:creationId xmlns:a16="http://schemas.microsoft.com/office/drawing/2014/main" id="{A832B7E6-6229-4953-AC5B-4590266E1230}"/>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100" dirty="0"/>
                </a:p>
              </p:txBody>
            </p:sp>
          </p:grpSp>
        </p:grpSp>
        <p:pic>
          <p:nvPicPr>
            <p:cNvPr id="162" name="Image 161">
              <a:extLst>
                <a:ext uri="{FF2B5EF4-FFF2-40B4-BE49-F238E27FC236}">
                  <a16:creationId xmlns:a16="http://schemas.microsoft.com/office/drawing/2014/main" id="{4B0FBEDC-EEAE-435A-A621-69768E191659}"/>
                </a:ext>
              </a:extLst>
            </p:cNvPr>
            <p:cNvPicPr>
              <a:picLocks noChangeAspect="1"/>
            </p:cNvPicPr>
            <p:nvPr/>
          </p:nvPicPr>
          <p:blipFill>
            <a:blip r:embed="rId21">
              <a:extLst>
                <a:ext uri="{BEBA8EAE-BF5A-486C-A8C5-ECC9F3942E4B}">
                  <a14:imgProps xmlns:a14="http://schemas.microsoft.com/office/drawing/2010/main">
                    <a14:imgLayer r:embed="rId2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163" name="Graphique 162" descr="Chronomètre avec un remplissage uni">
              <a:extLst>
                <a:ext uri="{FF2B5EF4-FFF2-40B4-BE49-F238E27FC236}">
                  <a16:creationId xmlns:a16="http://schemas.microsoft.com/office/drawing/2014/main" id="{FA61A81C-3623-4965-B768-FE34F862C17A}"/>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714271" y="3602551"/>
              <a:ext cx="165579" cy="165579"/>
            </a:xfrm>
            <a:prstGeom prst="rect">
              <a:avLst/>
            </a:prstGeom>
          </p:spPr>
        </p:pic>
      </p:grpSp>
      <p:grpSp>
        <p:nvGrpSpPr>
          <p:cNvPr id="168" name="Groupe 167">
            <a:extLst>
              <a:ext uri="{FF2B5EF4-FFF2-40B4-BE49-F238E27FC236}">
                <a16:creationId xmlns:a16="http://schemas.microsoft.com/office/drawing/2014/main" id="{D2281B9D-3215-4E9A-8156-74E813E8CEB4}"/>
              </a:ext>
            </a:extLst>
          </p:cNvPr>
          <p:cNvGrpSpPr/>
          <p:nvPr/>
        </p:nvGrpSpPr>
        <p:grpSpPr>
          <a:xfrm>
            <a:off x="3404105" y="2533104"/>
            <a:ext cx="427943" cy="463404"/>
            <a:chOff x="7560150" y="2879049"/>
            <a:chExt cx="982042" cy="1063416"/>
          </a:xfrm>
          <a:solidFill>
            <a:srgbClr val="ED7D31"/>
          </a:solidFill>
        </p:grpSpPr>
        <p:grpSp>
          <p:nvGrpSpPr>
            <p:cNvPr id="169" name="Groupe 168">
              <a:extLst>
                <a:ext uri="{FF2B5EF4-FFF2-40B4-BE49-F238E27FC236}">
                  <a16:creationId xmlns:a16="http://schemas.microsoft.com/office/drawing/2014/main" id="{ED0695FC-4226-4CF8-B7C0-EBD778F11437}"/>
                </a:ext>
              </a:extLst>
            </p:cNvPr>
            <p:cNvGrpSpPr/>
            <p:nvPr/>
          </p:nvGrpSpPr>
          <p:grpSpPr>
            <a:xfrm>
              <a:off x="7798849" y="2879049"/>
              <a:ext cx="743343" cy="1063416"/>
              <a:chOff x="6391015" y="3260296"/>
              <a:chExt cx="743343" cy="1063416"/>
            </a:xfrm>
            <a:grpFill/>
          </p:grpSpPr>
          <p:grpSp>
            <p:nvGrpSpPr>
              <p:cNvPr id="171" name="Groupe 170">
                <a:extLst>
                  <a:ext uri="{FF2B5EF4-FFF2-40B4-BE49-F238E27FC236}">
                    <a16:creationId xmlns:a16="http://schemas.microsoft.com/office/drawing/2014/main" id="{61AAED3F-97EF-4605-8367-4BE3CE630D8B}"/>
                  </a:ext>
                </a:extLst>
              </p:cNvPr>
              <p:cNvGrpSpPr/>
              <p:nvPr/>
            </p:nvGrpSpPr>
            <p:grpSpPr>
              <a:xfrm>
                <a:off x="6391015" y="3260296"/>
                <a:ext cx="743343" cy="1063416"/>
                <a:chOff x="6298348" y="3168316"/>
                <a:chExt cx="867130" cy="1240504"/>
              </a:xfrm>
              <a:grpFill/>
            </p:grpSpPr>
            <p:pic>
              <p:nvPicPr>
                <p:cNvPr id="173" name="Graphique 172" descr="Enseignant avec un remplissage uni">
                  <a:extLst>
                    <a:ext uri="{FF2B5EF4-FFF2-40B4-BE49-F238E27FC236}">
                      <a16:creationId xmlns:a16="http://schemas.microsoft.com/office/drawing/2014/main" id="{6E2ABF08-4A18-4818-ADD6-9B4C67896FA6}"/>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298348" y="3168316"/>
                  <a:ext cx="867130" cy="867130"/>
                </a:xfrm>
                <a:prstGeom prst="rect">
                  <a:avLst/>
                </a:prstGeom>
              </p:spPr>
            </p:pic>
            <p:pic>
              <p:nvPicPr>
                <p:cNvPr id="174" name="Graphique 173" descr="Personne confuse avec un remplissage uni">
                  <a:extLst>
                    <a:ext uri="{FF2B5EF4-FFF2-40B4-BE49-F238E27FC236}">
                      <a16:creationId xmlns:a16="http://schemas.microsoft.com/office/drawing/2014/main" id="{721E0E11-5587-4E3E-8540-2EF1AD57E3FE}"/>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7"/>
                    </a:ext>
                  </a:extLst>
                </a:blip>
                <a:srcRect l="34664" t="32545" r="38513" b="-1"/>
                <a:stretch/>
              </p:blipFill>
              <p:spPr>
                <a:xfrm>
                  <a:off x="6367463" y="3792004"/>
                  <a:ext cx="245268" cy="616816"/>
                </a:xfrm>
                <a:prstGeom prst="rect">
                  <a:avLst/>
                </a:prstGeom>
              </p:spPr>
            </p:pic>
            <p:sp>
              <p:nvSpPr>
                <p:cNvPr id="175" name="Rectangle : coins arrondis 174">
                  <a:extLst>
                    <a:ext uri="{FF2B5EF4-FFF2-40B4-BE49-F238E27FC236}">
                      <a16:creationId xmlns:a16="http://schemas.microsoft.com/office/drawing/2014/main" id="{81A8959D-04B5-465A-8721-8D9347ECB7A6}"/>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100" dirty="0"/>
                </a:p>
              </p:txBody>
            </p:sp>
          </p:grpSp>
          <p:pic>
            <p:nvPicPr>
              <p:cNvPr id="172" name="Image 171">
                <a:extLst>
                  <a:ext uri="{FF2B5EF4-FFF2-40B4-BE49-F238E27FC236}">
                    <a16:creationId xmlns:a16="http://schemas.microsoft.com/office/drawing/2014/main" id="{2F6C0567-6E31-40EB-9F8A-57D4D20AEB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70" name="Graphique 169" descr="Presse-papiers mixte avec un remplissage uni">
              <a:extLst>
                <a:ext uri="{FF2B5EF4-FFF2-40B4-BE49-F238E27FC236}">
                  <a16:creationId xmlns:a16="http://schemas.microsoft.com/office/drawing/2014/main" id="{B48CBA44-D697-40FD-9B25-A79C23B4C9A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20207580">
              <a:off x="7560150" y="3329802"/>
              <a:ext cx="314429" cy="314429"/>
            </a:xfrm>
            <a:prstGeom prst="rect">
              <a:avLst/>
            </a:prstGeom>
          </p:spPr>
        </p:pic>
      </p:grpSp>
      <p:grpSp>
        <p:nvGrpSpPr>
          <p:cNvPr id="176" name="Groupe 175">
            <a:extLst>
              <a:ext uri="{FF2B5EF4-FFF2-40B4-BE49-F238E27FC236}">
                <a16:creationId xmlns:a16="http://schemas.microsoft.com/office/drawing/2014/main" id="{82D796B3-FC12-4D59-8937-6BCD68C2A79F}"/>
              </a:ext>
            </a:extLst>
          </p:cNvPr>
          <p:cNvGrpSpPr/>
          <p:nvPr/>
        </p:nvGrpSpPr>
        <p:grpSpPr>
          <a:xfrm>
            <a:off x="3959601" y="2496237"/>
            <a:ext cx="529944" cy="511189"/>
            <a:chOff x="8930936" y="2408583"/>
            <a:chExt cx="1216113" cy="1173074"/>
          </a:xfrm>
          <a:solidFill>
            <a:schemeClr val="accent1"/>
          </a:solidFill>
        </p:grpSpPr>
        <p:grpSp>
          <p:nvGrpSpPr>
            <p:cNvPr id="177" name="Groupe 176">
              <a:extLst>
                <a:ext uri="{FF2B5EF4-FFF2-40B4-BE49-F238E27FC236}">
                  <a16:creationId xmlns:a16="http://schemas.microsoft.com/office/drawing/2014/main" id="{C723CDA6-25FE-49AD-A37A-41AC40CF1FB0}"/>
                </a:ext>
              </a:extLst>
            </p:cNvPr>
            <p:cNvGrpSpPr/>
            <p:nvPr/>
          </p:nvGrpSpPr>
          <p:grpSpPr>
            <a:xfrm>
              <a:off x="8930936" y="2408583"/>
              <a:ext cx="1216113" cy="1173074"/>
              <a:chOff x="8930936" y="2401291"/>
              <a:chExt cx="1216113" cy="1173074"/>
            </a:xfrm>
            <a:grpFill/>
          </p:grpSpPr>
          <p:pic>
            <p:nvPicPr>
              <p:cNvPr id="181" name="Graphique 180" descr="Plan avec un remplissage uni">
                <a:extLst>
                  <a:ext uri="{FF2B5EF4-FFF2-40B4-BE49-F238E27FC236}">
                    <a16:creationId xmlns:a16="http://schemas.microsoft.com/office/drawing/2014/main" id="{C2470CCF-6D03-427E-9831-F55E321BA4B0}"/>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8930936" y="2401291"/>
                <a:ext cx="590762" cy="590762"/>
              </a:xfrm>
              <a:prstGeom prst="rect">
                <a:avLst/>
              </a:prstGeom>
            </p:spPr>
          </p:pic>
          <p:grpSp>
            <p:nvGrpSpPr>
              <p:cNvPr id="182" name="Groupe 181">
                <a:extLst>
                  <a:ext uri="{FF2B5EF4-FFF2-40B4-BE49-F238E27FC236}">
                    <a16:creationId xmlns:a16="http://schemas.microsoft.com/office/drawing/2014/main" id="{123F64C3-7C51-4415-9731-97DCD27FA640}"/>
                  </a:ext>
                </a:extLst>
              </p:cNvPr>
              <p:cNvGrpSpPr/>
              <p:nvPr/>
            </p:nvGrpSpPr>
            <p:grpSpPr>
              <a:xfrm>
                <a:off x="9450069" y="2659965"/>
                <a:ext cx="696980" cy="914400"/>
                <a:chOff x="5018285" y="3873291"/>
                <a:chExt cx="696980" cy="914400"/>
              </a:xfrm>
              <a:grpFill/>
            </p:grpSpPr>
            <p:pic>
              <p:nvPicPr>
                <p:cNvPr id="183" name="Graphique 182" descr="Personne confuse avec un remplissage uni">
                  <a:extLst>
                    <a:ext uri="{FF2B5EF4-FFF2-40B4-BE49-F238E27FC236}">
                      <a16:creationId xmlns:a16="http://schemas.microsoft.com/office/drawing/2014/main" id="{0056117B-7BDD-460C-BBC4-5D780371F4D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1"/>
                    </a:ext>
                  </a:extLst>
                </a:blip>
                <a:srcRect l="30440" r="-1"/>
                <a:stretch/>
              </p:blipFill>
              <p:spPr>
                <a:xfrm>
                  <a:off x="5079206" y="3873291"/>
                  <a:ext cx="636059" cy="914400"/>
                </a:xfrm>
                <a:prstGeom prst="rect">
                  <a:avLst/>
                </a:prstGeom>
              </p:spPr>
            </p:pic>
            <p:sp>
              <p:nvSpPr>
                <p:cNvPr id="184" name="Rectangle : coins arrondis 183">
                  <a:extLst>
                    <a:ext uri="{FF2B5EF4-FFF2-40B4-BE49-F238E27FC236}">
                      <a16:creationId xmlns:a16="http://schemas.microsoft.com/office/drawing/2014/main" id="{02AE72E1-1AD5-4BFA-BC9F-248753C2838A}"/>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100" dirty="0"/>
                </a:p>
              </p:txBody>
            </p:sp>
          </p:grpSp>
        </p:grpSp>
        <p:grpSp>
          <p:nvGrpSpPr>
            <p:cNvPr id="178" name="Groupe 177">
              <a:extLst>
                <a:ext uri="{FF2B5EF4-FFF2-40B4-BE49-F238E27FC236}">
                  <a16:creationId xmlns:a16="http://schemas.microsoft.com/office/drawing/2014/main" id="{9E58E447-9B04-4C20-80F7-0D06D1C6818C}"/>
                </a:ext>
              </a:extLst>
            </p:cNvPr>
            <p:cNvGrpSpPr/>
            <p:nvPr/>
          </p:nvGrpSpPr>
          <p:grpSpPr>
            <a:xfrm>
              <a:off x="9237852" y="2714693"/>
              <a:ext cx="199881" cy="170748"/>
              <a:chOff x="8303417" y="2625343"/>
              <a:chExt cx="199881" cy="170748"/>
            </a:xfrm>
            <a:grpFill/>
          </p:grpSpPr>
          <p:sp>
            <p:nvSpPr>
              <p:cNvPr id="179" name="Rectangle 178">
                <a:extLst>
                  <a:ext uri="{FF2B5EF4-FFF2-40B4-BE49-F238E27FC236}">
                    <a16:creationId xmlns:a16="http://schemas.microsoft.com/office/drawing/2014/main" id="{2A7D3005-2617-47E5-9DF3-1A5BD8593C2C}"/>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pic>
            <p:nvPicPr>
              <p:cNvPr id="180" name="Image 179">
                <a:extLst>
                  <a:ext uri="{FF2B5EF4-FFF2-40B4-BE49-F238E27FC236}">
                    <a16:creationId xmlns:a16="http://schemas.microsoft.com/office/drawing/2014/main" id="{0A0C3F87-FC40-4DC0-BBCD-A20368415A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85" name="Groupe 184">
            <a:extLst>
              <a:ext uri="{FF2B5EF4-FFF2-40B4-BE49-F238E27FC236}">
                <a16:creationId xmlns:a16="http://schemas.microsoft.com/office/drawing/2014/main" id="{1DC9EF87-755C-4F84-A6F9-8667A2614A8A}"/>
              </a:ext>
            </a:extLst>
          </p:cNvPr>
          <p:cNvGrpSpPr/>
          <p:nvPr/>
        </p:nvGrpSpPr>
        <p:grpSpPr>
          <a:xfrm>
            <a:off x="2087954" y="2596278"/>
            <a:ext cx="426260" cy="403092"/>
            <a:chOff x="4763560" y="3762738"/>
            <a:chExt cx="978178" cy="925014"/>
          </a:xfrm>
        </p:grpSpPr>
        <p:grpSp>
          <p:nvGrpSpPr>
            <p:cNvPr id="186" name="Groupe 185">
              <a:extLst>
                <a:ext uri="{FF2B5EF4-FFF2-40B4-BE49-F238E27FC236}">
                  <a16:creationId xmlns:a16="http://schemas.microsoft.com/office/drawing/2014/main" id="{D546B3E1-1971-443C-827C-83B87A38E590}"/>
                </a:ext>
              </a:extLst>
            </p:cNvPr>
            <p:cNvGrpSpPr/>
            <p:nvPr/>
          </p:nvGrpSpPr>
          <p:grpSpPr>
            <a:xfrm flipH="1">
              <a:off x="4766064" y="3762738"/>
              <a:ext cx="975674" cy="925014"/>
              <a:chOff x="4716415" y="3792004"/>
              <a:chExt cx="1009529" cy="925014"/>
            </a:xfrm>
          </p:grpSpPr>
          <p:pic>
            <p:nvPicPr>
              <p:cNvPr id="189" name="Graphique 188" descr="Mégaphone1 avec un remplissage uni">
                <a:extLst>
                  <a:ext uri="{FF2B5EF4-FFF2-40B4-BE49-F238E27FC236}">
                    <a16:creationId xmlns:a16="http://schemas.microsoft.com/office/drawing/2014/main" id="{52B7AECC-90CE-4033-A387-6819B321DDA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flipH="1">
                <a:off x="4716415" y="3792004"/>
                <a:ext cx="384826" cy="398002"/>
              </a:xfrm>
              <a:prstGeom prst="rect">
                <a:avLst/>
              </a:prstGeom>
            </p:spPr>
          </p:pic>
          <p:grpSp>
            <p:nvGrpSpPr>
              <p:cNvPr id="190" name="Groupe 189">
                <a:extLst>
                  <a:ext uri="{FF2B5EF4-FFF2-40B4-BE49-F238E27FC236}">
                    <a16:creationId xmlns:a16="http://schemas.microsoft.com/office/drawing/2014/main" id="{14F7AD23-E219-4318-8544-E9DED30D5410}"/>
                  </a:ext>
                </a:extLst>
              </p:cNvPr>
              <p:cNvGrpSpPr/>
              <p:nvPr/>
            </p:nvGrpSpPr>
            <p:grpSpPr>
              <a:xfrm>
                <a:off x="5048496" y="3886444"/>
                <a:ext cx="633086" cy="830574"/>
                <a:chOff x="5018285" y="3873291"/>
                <a:chExt cx="696980" cy="914400"/>
              </a:xfrm>
            </p:grpSpPr>
            <p:pic>
              <p:nvPicPr>
                <p:cNvPr id="193" name="Graphique 192" descr="Personne confuse avec un remplissage uni">
                  <a:extLst>
                    <a:ext uri="{FF2B5EF4-FFF2-40B4-BE49-F238E27FC236}">
                      <a16:creationId xmlns:a16="http://schemas.microsoft.com/office/drawing/2014/main" id="{FA462AFA-A1B6-4440-8EFD-3AE183C06A7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30440" r="-1"/>
                <a:stretch/>
              </p:blipFill>
              <p:spPr>
                <a:xfrm>
                  <a:off x="5079206" y="3873291"/>
                  <a:ext cx="636059" cy="914400"/>
                </a:xfrm>
                <a:prstGeom prst="rect">
                  <a:avLst/>
                </a:prstGeom>
              </p:spPr>
            </p:pic>
            <p:sp>
              <p:nvSpPr>
                <p:cNvPr id="194" name="Rectangle : coins arrondis 193">
                  <a:extLst>
                    <a:ext uri="{FF2B5EF4-FFF2-40B4-BE49-F238E27FC236}">
                      <a16:creationId xmlns:a16="http://schemas.microsoft.com/office/drawing/2014/main" id="{B800C281-1307-4B0F-A8E4-1BDA59FC579A}"/>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100" dirty="0"/>
                </a:p>
              </p:txBody>
            </p:sp>
          </p:grpSp>
          <p:pic>
            <p:nvPicPr>
              <p:cNvPr id="191" name="Graphique 190" descr="Balance de la justice avec un remplissage uni">
                <a:extLst>
                  <a:ext uri="{FF2B5EF4-FFF2-40B4-BE49-F238E27FC236}">
                    <a16:creationId xmlns:a16="http://schemas.microsoft.com/office/drawing/2014/main" id="{08154E92-3533-43B5-8B87-674F882173C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5374349" y="3867945"/>
                <a:ext cx="351595" cy="351595"/>
              </a:xfrm>
              <a:prstGeom prst="rect">
                <a:avLst/>
              </a:prstGeom>
            </p:spPr>
          </p:pic>
          <p:pic>
            <p:nvPicPr>
              <p:cNvPr id="192" name="Image 191">
                <a:extLst>
                  <a:ext uri="{FF2B5EF4-FFF2-40B4-BE49-F238E27FC236}">
                    <a16:creationId xmlns:a16="http://schemas.microsoft.com/office/drawing/2014/main" id="{BA104816-CB5C-427E-B2D4-71BF2DDC05B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87" name="Graphique 186" descr="Balance de la justice avec un remplissage uni">
              <a:extLst>
                <a:ext uri="{FF2B5EF4-FFF2-40B4-BE49-F238E27FC236}">
                  <a16:creationId xmlns:a16="http://schemas.microsoft.com/office/drawing/2014/main" id="{9A140079-0E08-4DC8-99C5-7036CBBBD5F1}"/>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7711" t="16230" r="55712" b="32471"/>
            <a:stretch/>
          </p:blipFill>
          <p:spPr>
            <a:xfrm flipH="1">
              <a:off x="4955380" y="3895743"/>
              <a:ext cx="124289" cy="180364"/>
            </a:xfrm>
            <a:prstGeom prst="rect">
              <a:avLst/>
            </a:prstGeom>
          </p:spPr>
        </p:pic>
        <p:pic>
          <p:nvPicPr>
            <p:cNvPr id="188" name="Graphique 187" descr="Balance de la justice avec un remplissage uni">
              <a:extLst>
                <a:ext uri="{FF2B5EF4-FFF2-40B4-BE49-F238E27FC236}">
                  <a16:creationId xmlns:a16="http://schemas.microsoft.com/office/drawing/2014/main" id="{58656998-89F6-4AF9-985F-CFD589BCFEC5}"/>
                </a:ext>
              </a:extLst>
            </p:cNvPr>
            <p:cNvPicPr>
              <a:picLocks noChangeAspect="1"/>
            </p:cNvPicPr>
            <p:nvPr/>
          </p:nvPicPr>
          <p:blipFill rotWithShape="1">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rcRect l="58383" t="16186" b="30375"/>
            <a:stretch/>
          </p:blipFill>
          <p:spPr>
            <a:xfrm flipH="1">
              <a:off x="4763560" y="3895742"/>
              <a:ext cx="141416" cy="187889"/>
            </a:xfrm>
            <a:prstGeom prst="rect">
              <a:avLst/>
            </a:prstGeom>
          </p:spPr>
        </p:pic>
      </p:grpSp>
      <p:sp>
        <p:nvSpPr>
          <p:cNvPr id="195" name="Bulle narrative : ronde 194">
            <a:extLst>
              <a:ext uri="{FF2B5EF4-FFF2-40B4-BE49-F238E27FC236}">
                <a16:creationId xmlns:a16="http://schemas.microsoft.com/office/drawing/2014/main" id="{F55572BA-35CB-4136-A121-160C61CA87B4}"/>
              </a:ext>
            </a:extLst>
          </p:cNvPr>
          <p:cNvSpPr/>
          <p:nvPr/>
        </p:nvSpPr>
        <p:spPr>
          <a:xfrm>
            <a:off x="722112" y="2116068"/>
            <a:ext cx="523790" cy="251003"/>
          </a:xfrm>
          <a:prstGeom prst="wedgeEllipseCallout">
            <a:avLst>
              <a:gd name="adj1" fmla="val 12056"/>
              <a:gd name="adj2" fmla="val 15981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I’m interested</a:t>
            </a:r>
          </a:p>
        </p:txBody>
      </p:sp>
      <p:sp>
        <p:nvSpPr>
          <p:cNvPr id="196" name="Bulle narrative : ronde 195">
            <a:extLst>
              <a:ext uri="{FF2B5EF4-FFF2-40B4-BE49-F238E27FC236}">
                <a16:creationId xmlns:a16="http://schemas.microsoft.com/office/drawing/2014/main" id="{8EA8C9BC-DF1B-45F4-9132-4446FF31EA62}"/>
              </a:ext>
            </a:extLst>
          </p:cNvPr>
          <p:cNvSpPr/>
          <p:nvPr/>
        </p:nvSpPr>
        <p:spPr>
          <a:xfrm>
            <a:off x="1451873" y="2116068"/>
            <a:ext cx="479597" cy="251003"/>
          </a:xfrm>
          <a:prstGeom prst="wedgeEllipseCallout">
            <a:avLst>
              <a:gd name="adj1" fmla="val 15331"/>
              <a:gd name="adj2" fmla="val 136724"/>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bg1"/>
                </a:solidFill>
              </a:rPr>
              <a:t>I try</a:t>
            </a:r>
          </a:p>
        </p:txBody>
      </p:sp>
      <p:sp>
        <p:nvSpPr>
          <p:cNvPr id="197" name="Bulle narrative : ronde 196">
            <a:extLst>
              <a:ext uri="{FF2B5EF4-FFF2-40B4-BE49-F238E27FC236}">
                <a16:creationId xmlns:a16="http://schemas.microsoft.com/office/drawing/2014/main" id="{707188EE-1355-43D4-8FED-5806A55A2489}"/>
              </a:ext>
            </a:extLst>
          </p:cNvPr>
          <p:cNvSpPr/>
          <p:nvPr/>
        </p:nvSpPr>
        <p:spPr>
          <a:xfrm>
            <a:off x="1976221" y="2098271"/>
            <a:ext cx="621988" cy="251003"/>
          </a:xfrm>
          <a:prstGeom prst="wedgeEllipseCallout">
            <a:avLst>
              <a:gd name="adj1" fmla="val 181"/>
              <a:gd name="adj2" fmla="val 14455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I promote </a:t>
            </a:r>
          </a:p>
        </p:txBody>
      </p:sp>
      <p:sp>
        <p:nvSpPr>
          <p:cNvPr id="198" name="Bulle narrative : ronde 197">
            <a:extLst>
              <a:ext uri="{FF2B5EF4-FFF2-40B4-BE49-F238E27FC236}">
                <a16:creationId xmlns:a16="http://schemas.microsoft.com/office/drawing/2014/main" id="{A344A77F-37D7-401C-A313-4C1C951AA80B}"/>
              </a:ext>
            </a:extLst>
          </p:cNvPr>
          <p:cNvSpPr/>
          <p:nvPr/>
        </p:nvSpPr>
        <p:spPr>
          <a:xfrm>
            <a:off x="2648395" y="2087822"/>
            <a:ext cx="552952" cy="251003"/>
          </a:xfrm>
          <a:prstGeom prst="wedgeEllipseCallout">
            <a:avLst>
              <a:gd name="adj1" fmla="val 10312"/>
              <a:gd name="adj2" fmla="val 162762"/>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I help in knowledge sharing </a:t>
            </a:r>
          </a:p>
        </p:txBody>
      </p:sp>
      <p:sp>
        <p:nvSpPr>
          <p:cNvPr id="199" name="Bulle narrative : ronde 198">
            <a:extLst>
              <a:ext uri="{FF2B5EF4-FFF2-40B4-BE49-F238E27FC236}">
                <a16:creationId xmlns:a16="http://schemas.microsoft.com/office/drawing/2014/main" id="{53F602F8-398B-4E4B-854B-80C22416D655}"/>
              </a:ext>
            </a:extLst>
          </p:cNvPr>
          <p:cNvSpPr/>
          <p:nvPr/>
        </p:nvSpPr>
        <p:spPr>
          <a:xfrm>
            <a:off x="3327705" y="2074096"/>
            <a:ext cx="552781" cy="251003"/>
          </a:xfrm>
          <a:prstGeom prst="wedgeEllipseCallout">
            <a:avLst>
              <a:gd name="adj1" fmla="val -5510"/>
              <a:gd name="adj2" fmla="val 131834"/>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I share knowledge </a:t>
            </a:r>
          </a:p>
        </p:txBody>
      </p:sp>
      <p:sp>
        <p:nvSpPr>
          <p:cNvPr id="200" name="Bulle narrative : ronde 199">
            <a:extLst>
              <a:ext uri="{FF2B5EF4-FFF2-40B4-BE49-F238E27FC236}">
                <a16:creationId xmlns:a16="http://schemas.microsoft.com/office/drawing/2014/main" id="{76A7D13E-DE64-462C-A3C0-342573A14F3E}"/>
              </a:ext>
            </a:extLst>
          </p:cNvPr>
          <p:cNvSpPr/>
          <p:nvPr/>
        </p:nvSpPr>
        <p:spPr>
          <a:xfrm>
            <a:off x="3940799" y="2115629"/>
            <a:ext cx="670340" cy="251003"/>
          </a:xfrm>
          <a:prstGeom prst="wedgeEllipseCallout">
            <a:avLst>
              <a:gd name="adj1" fmla="val 11988"/>
              <a:gd name="adj2" fmla="val 106172"/>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bg1"/>
                </a:solidFill>
              </a:rPr>
              <a:t>I create content, variations</a:t>
            </a:r>
          </a:p>
        </p:txBody>
      </p:sp>
      <p:sp>
        <p:nvSpPr>
          <p:cNvPr id="201" name="Bulle narrative : ronde 200">
            <a:extLst>
              <a:ext uri="{FF2B5EF4-FFF2-40B4-BE49-F238E27FC236}">
                <a16:creationId xmlns:a16="http://schemas.microsoft.com/office/drawing/2014/main" id="{AD15C021-92DF-4340-A695-406B77A8053F}"/>
              </a:ext>
            </a:extLst>
          </p:cNvPr>
          <p:cNvSpPr/>
          <p:nvPr/>
        </p:nvSpPr>
        <p:spPr>
          <a:xfrm>
            <a:off x="4711685" y="2097292"/>
            <a:ext cx="575103" cy="251003"/>
          </a:xfrm>
          <a:prstGeom prst="wedgeEllipseCallout">
            <a:avLst>
              <a:gd name="adj1" fmla="val -11721"/>
              <a:gd name="adj2" fmla="val 131787"/>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bg1"/>
                </a:solidFill>
              </a:rPr>
              <a:t>I boost members into upper levels</a:t>
            </a:r>
          </a:p>
        </p:txBody>
      </p:sp>
      <p:pic>
        <p:nvPicPr>
          <p:cNvPr id="202" name="Graphique 201" descr="Base de données avec un remplissage uni">
            <a:extLst>
              <a:ext uri="{FF2B5EF4-FFF2-40B4-BE49-F238E27FC236}">
                <a16:creationId xmlns:a16="http://schemas.microsoft.com/office/drawing/2014/main" id="{566D4CC9-DC6A-4759-A0A8-B13461E7D363}"/>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1056468" y="3551610"/>
            <a:ext cx="1549505" cy="1549505"/>
          </a:xfrm>
          <a:prstGeom prst="rect">
            <a:avLst/>
          </a:prstGeom>
        </p:spPr>
      </p:pic>
      <p:pic>
        <p:nvPicPr>
          <p:cNvPr id="203" name="Image 202">
            <a:extLst>
              <a:ext uri="{FF2B5EF4-FFF2-40B4-BE49-F238E27FC236}">
                <a16:creationId xmlns:a16="http://schemas.microsoft.com/office/drawing/2014/main" id="{AED7A74A-A7A3-4A2A-A4E8-F872D981B118}"/>
              </a:ext>
            </a:extLst>
          </p:cNvPr>
          <p:cNvPicPr>
            <a:picLocks noChangeAspect="1"/>
          </p:cNvPicPr>
          <p:nvPr/>
        </p:nvPicPr>
        <p:blipFill>
          <a:blip r:embed="rId42">
            <a:extLst>
              <a:ext uri="{28A0092B-C50C-407E-A947-70E740481C1C}">
                <a14:useLocalDpi xmlns:a14="http://schemas.microsoft.com/office/drawing/2010/main" val="0"/>
              </a:ext>
              <a:ext uri="{837473B0-CC2E-450A-ABE3-18F120FF3D39}">
                <a1611:picAttrSrcUrl xmlns:a1611="http://schemas.microsoft.com/office/drawing/2016/11/main" r:id="rId43"/>
              </a:ext>
            </a:extLst>
          </a:blip>
          <a:stretch>
            <a:fillRect/>
          </a:stretch>
        </p:blipFill>
        <p:spPr>
          <a:xfrm>
            <a:off x="3670358" y="3924252"/>
            <a:ext cx="298739" cy="362308"/>
          </a:xfrm>
          <a:prstGeom prst="rect">
            <a:avLst/>
          </a:prstGeom>
        </p:spPr>
      </p:pic>
      <p:pic>
        <p:nvPicPr>
          <p:cNvPr id="204" name="Image 203">
            <a:extLst>
              <a:ext uri="{FF2B5EF4-FFF2-40B4-BE49-F238E27FC236}">
                <a16:creationId xmlns:a16="http://schemas.microsoft.com/office/drawing/2014/main" id="{E293DFD9-3DB3-407C-AFBE-DE109B42DBE9}"/>
              </a:ext>
            </a:extLst>
          </p:cNvPr>
          <p:cNvPicPr>
            <a:picLocks noChangeAspect="1"/>
          </p:cNvPicPr>
          <p:nvPr/>
        </p:nvPicPr>
        <p:blipFill>
          <a:blip r:embed="rId44">
            <a:extLst>
              <a:ext uri="{28A0092B-C50C-407E-A947-70E740481C1C}">
                <a14:useLocalDpi xmlns:a14="http://schemas.microsoft.com/office/drawing/2010/main" val="0"/>
              </a:ext>
              <a:ext uri="{837473B0-CC2E-450A-ABE3-18F120FF3D39}">
                <a1611:picAttrSrcUrl xmlns:a1611="http://schemas.microsoft.com/office/drawing/2016/11/main" r:id="rId45"/>
              </a:ext>
            </a:extLst>
          </a:blip>
          <a:stretch>
            <a:fillRect/>
          </a:stretch>
        </p:blipFill>
        <p:spPr>
          <a:xfrm>
            <a:off x="3250850" y="3931143"/>
            <a:ext cx="328332" cy="328332"/>
          </a:xfrm>
          <a:prstGeom prst="rect">
            <a:avLst/>
          </a:prstGeom>
        </p:spPr>
      </p:pic>
      <p:pic>
        <p:nvPicPr>
          <p:cNvPr id="206" name="Image 205" descr="Une image contenant hache, outil, graphiques vectoriels&#10;&#10;Description générée automatiquement">
            <a:extLst>
              <a:ext uri="{FF2B5EF4-FFF2-40B4-BE49-F238E27FC236}">
                <a16:creationId xmlns:a16="http://schemas.microsoft.com/office/drawing/2014/main" id="{D6E6E3DE-7E03-4F24-916E-4EEF22C170A9}"/>
              </a:ext>
            </a:extLst>
          </p:cNvPr>
          <p:cNvPicPr>
            <a:picLocks noChangeAspect="1"/>
          </p:cNvPicPr>
          <p:nvPr/>
        </p:nvPicPr>
        <p:blipFill>
          <a:blip r:embed="rId46">
            <a:extLst>
              <a:ext uri="{28A0092B-C50C-407E-A947-70E740481C1C}">
                <a14:useLocalDpi xmlns:a14="http://schemas.microsoft.com/office/drawing/2010/main" val="0"/>
              </a:ext>
              <a:ext uri="{837473B0-CC2E-450A-ABE3-18F120FF3D39}">
                <a1611:picAttrSrcUrl xmlns:a1611="http://schemas.microsoft.com/office/drawing/2016/11/main" r:id="rId47"/>
              </a:ext>
            </a:extLst>
          </a:blip>
          <a:stretch>
            <a:fillRect/>
          </a:stretch>
        </p:blipFill>
        <p:spPr>
          <a:xfrm>
            <a:off x="2759112" y="3936734"/>
            <a:ext cx="369566" cy="303352"/>
          </a:xfrm>
          <a:prstGeom prst="rect">
            <a:avLst/>
          </a:prstGeom>
        </p:spPr>
      </p:pic>
      <p:pic>
        <p:nvPicPr>
          <p:cNvPr id="207" name="Image 206">
            <a:extLst>
              <a:ext uri="{FF2B5EF4-FFF2-40B4-BE49-F238E27FC236}">
                <a16:creationId xmlns:a16="http://schemas.microsoft.com/office/drawing/2014/main" id="{6B047F4A-0BBB-4372-967C-87024A153044}"/>
              </a:ext>
            </a:extLst>
          </p:cNvPr>
          <p:cNvPicPr>
            <a:picLocks noChangeAspect="1"/>
          </p:cNvPicPr>
          <p:nvPr/>
        </p:nvPicPr>
        <p:blipFill>
          <a:blip r:embed="rId48">
            <a:extLst>
              <a:ext uri="{28A0092B-C50C-407E-A947-70E740481C1C}">
                <a14:useLocalDpi xmlns:a14="http://schemas.microsoft.com/office/drawing/2010/main" val="0"/>
              </a:ext>
              <a:ext uri="{837473B0-CC2E-450A-ABE3-18F120FF3D39}">
                <a1611:picAttrSrcUrl xmlns:a1611="http://schemas.microsoft.com/office/drawing/2016/11/main" r:id="rId49"/>
              </a:ext>
            </a:extLst>
          </a:blip>
          <a:stretch>
            <a:fillRect/>
          </a:stretch>
        </p:blipFill>
        <p:spPr>
          <a:xfrm>
            <a:off x="4040026" y="3998240"/>
            <a:ext cx="253014" cy="253014"/>
          </a:xfrm>
          <a:prstGeom prst="rect">
            <a:avLst/>
          </a:prstGeom>
        </p:spPr>
      </p:pic>
      <p:pic>
        <p:nvPicPr>
          <p:cNvPr id="208" name="Image 207">
            <a:extLst>
              <a:ext uri="{FF2B5EF4-FFF2-40B4-BE49-F238E27FC236}">
                <a16:creationId xmlns:a16="http://schemas.microsoft.com/office/drawing/2014/main" id="{C1D5A167-58DD-48DC-B6EB-375AF82EA0E1}"/>
              </a:ext>
            </a:extLst>
          </p:cNvPr>
          <p:cNvPicPr>
            <a:picLocks noChangeAspect="1"/>
          </p:cNvPicPr>
          <p:nvPr/>
        </p:nvPicPr>
        <p:blipFill rotWithShape="1">
          <a:blip r:embed="rId50">
            <a:extLst>
              <a:ext uri="{28A0092B-C50C-407E-A947-70E740481C1C}">
                <a14:useLocalDpi xmlns:a14="http://schemas.microsoft.com/office/drawing/2010/main" val="0"/>
              </a:ext>
              <a:ext uri="{837473B0-CC2E-450A-ABE3-18F120FF3D39}">
                <a1611:picAttrSrcUrl xmlns:a1611="http://schemas.microsoft.com/office/drawing/2016/11/main" r:id="rId51"/>
              </a:ext>
            </a:extLst>
          </a:blip>
          <a:srcRect l="15367" t="25200" r="15584" b="25200"/>
          <a:stretch/>
        </p:blipFill>
        <p:spPr>
          <a:xfrm>
            <a:off x="4420815" y="4021243"/>
            <a:ext cx="234333" cy="168325"/>
          </a:xfrm>
          <a:prstGeom prst="rect">
            <a:avLst/>
          </a:prstGeom>
        </p:spPr>
      </p:pic>
      <p:pic>
        <p:nvPicPr>
          <p:cNvPr id="209" name="Image 208">
            <a:extLst>
              <a:ext uri="{FF2B5EF4-FFF2-40B4-BE49-F238E27FC236}">
                <a16:creationId xmlns:a16="http://schemas.microsoft.com/office/drawing/2014/main" id="{EE53A809-2F21-42E2-A326-EF55C3A99F1D}"/>
              </a:ext>
            </a:extLst>
          </p:cNvPr>
          <p:cNvPicPr>
            <a:picLocks noChangeAspect="1"/>
          </p:cNvPicPr>
          <p:nvPr/>
        </p:nvPicPr>
        <p:blipFill rotWithShape="1">
          <a:blip r:embed="rId52">
            <a:extLst>
              <a:ext uri="{28A0092B-C50C-407E-A947-70E740481C1C}">
                <a14:useLocalDpi xmlns:a14="http://schemas.microsoft.com/office/drawing/2010/main" val="0"/>
              </a:ext>
              <a:ext uri="{837473B0-CC2E-450A-ABE3-18F120FF3D39}">
                <a1611:picAttrSrcUrl xmlns:a1611="http://schemas.microsoft.com/office/drawing/2016/11/main" r:id="rId53"/>
              </a:ext>
            </a:extLst>
          </a:blip>
          <a:srcRect l="27749" r="27670"/>
          <a:stretch/>
        </p:blipFill>
        <p:spPr>
          <a:xfrm>
            <a:off x="4745603" y="3942414"/>
            <a:ext cx="255152" cy="279461"/>
          </a:xfrm>
          <a:prstGeom prst="rect">
            <a:avLst/>
          </a:prstGeom>
        </p:spPr>
      </p:pic>
      <p:sp>
        <p:nvSpPr>
          <p:cNvPr id="211" name="Forme libre : forme 210">
            <a:extLst>
              <a:ext uri="{FF2B5EF4-FFF2-40B4-BE49-F238E27FC236}">
                <a16:creationId xmlns:a16="http://schemas.microsoft.com/office/drawing/2014/main" id="{29BD52EC-EF1E-41E8-8CB6-4770A09196B1}"/>
              </a:ext>
            </a:extLst>
          </p:cNvPr>
          <p:cNvSpPr/>
          <p:nvPr/>
        </p:nvSpPr>
        <p:spPr>
          <a:xfrm>
            <a:off x="2784119" y="4408241"/>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200</a:t>
            </a:r>
            <a:endParaRPr lang="fr-FR" sz="1000" kern="1200" dirty="0"/>
          </a:p>
        </p:txBody>
      </p:sp>
      <p:sp>
        <p:nvSpPr>
          <p:cNvPr id="212" name="Forme libre : forme 211">
            <a:extLst>
              <a:ext uri="{FF2B5EF4-FFF2-40B4-BE49-F238E27FC236}">
                <a16:creationId xmlns:a16="http://schemas.microsoft.com/office/drawing/2014/main" id="{83AD0E35-FCB4-426D-A2FB-375C538D7CD0}"/>
              </a:ext>
            </a:extLst>
          </p:cNvPr>
          <p:cNvSpPr/>
          <p:nvPr/>
        </p:nvSpPr>
        <p:spPr>
          <a:xfrm>
            <a:off x="3281983" y="4386906"/>
            <a:ext cx="523790" cy="300462"/>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52</a:t>
            </a:r>
            <a:endParaRPr lang="fr-FR" sz="1000" kern="1200" dirty="0"/>
          </a:p>
        </p:txBody>
      </p:sp>
      <p:sp>
        <p:nvSpPr>
          <p:cNvPr id="213" name="Forme libre : forme 212">
            <a:extLst>
              <a:ext uri="{FF2B5EF4-FFF2-40B4-BE49-F238E27FC236}">
                <a16:creationId xmlns:a16="http://schemas.microsoft.com/office/drawing/2014/main" id="{B4CF95DC-C76E-4317-94DA-620C84067959}"/>
              </a:ext>
            </a:extLst>
          </p:cNvPr>
          <p:cNvSpPr/>
          <p:nvPr/>
        </p:nvSpPr>
        <p:spPr>
          <a:xfrm>
            <a:off x="3685283" y="4386906"/>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35</a:t>
            </a:r>
            <a:endParaRPr lang="fr-FR" sz="1000" kern="1200" dirty="0"/>
          </a:p>
        </p:txBody>
      </p:sp>
      <p:sp>
        <p:nvSpPr>
          <p:cNvPr id="214" name="Forme libre : forme 213">
            <a:extLst>
              <a:ext uri="{FF2B5EF4-FFF2-40B4-BE49-F238E27FC236}">
                <a16:creationId xmlns:a16="http://schemas.microsoft.com/office/drawing/2014/main" id="{41D5CCB1-B3EA-46CB-9E18-807218A2A971}"/>
              </a:ext>
            </a:extLst>
          </p:cNvPr>
          <p:cNvSpPr/>
          <p:nvPr/>
        </p:nvSpPr>
        <p:spPr>
          <a:xfrm>
            <a:off x="4022701" y="4392261"/>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12</a:t>
            </a:r>
            <a:endParaRPr lang="fr-FR" sz="1000" kern="1200" dirty="0"/>
          </a:p>
        </p:txBody>
      </p:sp>
      <p:sp>
        <p:nvSpPr>
          <p:cNvPr id="215" name="Forme libre : forme 214">
            <a:extLst>
              <a:ext uri="{FF2B5EF4-FFF2-40B4-BE49-F238E27FC236}">
                <a16:creationId xmlns:a16="http://schemas.microsoft.com/office/drawing/2014/main" id="{6E362DA5-4F6C-4892-9992-538EB77118D4}"/>
              </a:ext>
            </a:extLst>
          </p:cNvPr>
          <p:cNvSpPr/>
          <p:nvPr/>
        </p:nvSpPr>
        <p:spPr>
          <a:xfrm>
            <a:off x="4431938" y="4386906"/>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6</a:t>
            </a:r>
            <a:endParaRPr lang="fr-FR" sz="1000" kern="1200" dirty="0"/>
          </a:p>
        </p:txBody>
      </p:sp>
      <p:sp>
        <p:nvSpPr>
          <p:cNvPr id="216" name="Forme libre : forme 215">
            <a:extLst>
              <a:ext uri="{FF2B5EF4-FFF2-40B4-BE49-F238E27FC236}">
                <a16:creationId xmlns:a16="http://schemas.microsoft.com/office/drawing/2014/main" id="{92378E44-5707-49D7-B71D-C74E2C72E26B}"/>
              </a:ext>
            </a:extLst>
          </p:cNvPr>
          <p:cNvSpPr/>
          <p:nvPr/>
        </p:nvSpPr>
        <p:spPr>
          <a:xfrm>
            <a:off x="4773447" y="4388591"/>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4</a:t>
            </a:r>
            <a:endParaRPr lang="fr-FR" sz="1000" kern="1200" dirty="0"/>
          </a:p>
        </p:txBody>
      </p:sp>
      <p:pic>
        <p:nvPicPr>
          <p:cNvPr id="12" name="Graphique 11" descr="Graphique à barres avec tendance à la hausse avec un remplissage uni">
            <a:extLst>
              <a:ext uri="{FF2B5EF4-FFF2-40B4-BE49-F238E27FC236}">
                <a16:creationId xmlns:a16="http://schemas.microsoft.com/office/drawing/2014/main" id="{79C6B3BE-9683-4499-88CF-04691F4FA433}"/>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1280014" y="5467350"/>
            <a:ext cx="1128980" cy="1128980"/>
          </a:xfrm>
          <a:prstGeom prst="rect">
            <a:avLst/>
          </a:prstGeom>
        </p:spPr>
      </p:pic>
      <p:sp>
        <p:nvSpPr>
          <p:cNvPr id="218" name="Forme libre : forme 217">
            <a:extLst>
              <a:ext uri="{FF2B5EF4-FFF2-40B4-BE49-F238E27FC236}">
                <a16:creationId xmlns:a16="http://schemas.microsoft.com/office/drawing/2014/main" id="{E89B1DD7-8C10-49E2-A308-235DCE5E65E3}"/>
              </a:ext>
            </a:extLst>
          </p:cNvPr>
          <p:cNvSpPr/>
          <p:nvPr/>
        </p:nvSpPr>
        <p:spPr>
          <a:xfrm>
            <a:off x="3074296" y="6117882"/>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12</a:t>
            </a:r>
            <a:endParaRPr lang="fr-FR" sz="1000" kern="1200" dirty="0"/>
          </a:p>
        </p:txBody>
      </p:sp>
      <p:sp>
        <p:nvSpPr>
          <p:cNvPr id="219" name="Forme libre : forme 218">
            <a:extLst>
              <a:ext uri="{FF2B5EF4-FFF2-40B4-BE49-F238E27FC236}">
                <a16:creationId xmlns:a16="http://schemas.microsoft.com/office/drawing/2014/main" id="{D84EA6F1-3D3E-4049-9FF4-2FC3DF69E973}"/>
              </a:ext>
            </a:extLst>
          </p:cNvPr>
          <p:cNvSpPr/>
          <p:nvPr/>
        </p:nvSpPr>
        <p:spPr>
          <a:xfrm>
            <a:off x="4191941" y="6113179"/>
            <a:ext cx="523790" cy="459133"/>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000" b="1" kern="1200" dirty="0"/>
              <a:t>6</a:t>
            </a:r>
            <a:endParaRPr lang="fr-FR" sz="1000" kern="1200" dirty="0"/>
          </a:p>
        </p:txBody>
      </p:sp>
      <p:sp>
        <p:nvSpPr>
          <p:cNvPr id="13" name="ZoneTexte 12">
            <a:extLst>
              <a:ext uri="{FF2B5EF4-FFF2-40B4-BE49-F238E27FC236}">
                <a16:creationId xmlns:a16="http://schemas.microsoft.com/office/drawing/2014/main" id="{BECCAFE3-BF2C-4269-B579-4F2C54ABF0A1}"/>
              </a:ext>
            </a:extLst>
          </p:cNvPr>
          <p:cNvSpPr txBox="1"/>
          <p:nvPr/>
        </p:nvSpPr>
        <p:spPr>
          <a:xfrm>
            <a:off x="2546455" y="5683960"/>
            <a:ext cx="1316306" cy="253916"/>
          </a:xfrm>
          <a:prstGeom prst="rect">
            <a:avLst/>
          </a:prstGeom>
          <a:noFill/>
        </p:spPr>
        <p:txBody>
          <a:bodyPr wrap="square" rtlCol="0">
            <a:spAutoFit/>
          </a:bodyPr>
          <a:lstStyle/>
          <a:p>
            <a:r>
              <a:rPr lang="en-US" sz="1050" dirty="0"/>
              <a:t>Implementations</a:t>
            </a:r>
          </a:p>
        </p:txBody>
      </p:sp>
      <p:sp>
        <p:nvSpPr>
          <p:cNvPr id="221" name="ZoneTexte 220">
            <a:extLst>
              <a:ext uri="{FF2B5EF4-FFF2-40B4-BE49-F238E27FC236}">
                <a16:creationId xmlns:a16="http://schemas.microsoft.com/office/drawing/2014/main" id="{CDF8F494-2A41-41B0-A802-E4A9C630F0C5}"/>
              </a:ext>
            </a:extLst>
          </p:cNvPr>
          <p:cNvSpPr txBox="1"/>
          <p:nvPr/>
        </p:nvSpPr>
        <p:spPr>
          <a:xfrm>
            <a:off x="4906043" y="5697681"/>
            <a:ext cx="1065191" cy="415498"/>
          </a:xfrm>
          <a:prstGeom prst="rect">
            <a:avLst/>
          </a:prstGeom>
          <a:noFill/>
        </p:spPr>
        <p:txBody>
          <a:bodyPr wrap="square" rtlCol="0">
            <a:spAutoFit/>
          </a:bodyPr>
          <a:lstStyle/>
          <a:p>
            <a:r>
              <a:rPr lang="en-US" sz="1050" dirty="0"/>
              <a:t>Business results</a:t>
            </a:r>
          </a:p>
        </p:txBody>
      </p:sp>
      <p:sp>
        <p:nvSpPr>
          <p:cNvPr id="222" name="ZoneTexte 221">
            <a:extLst>
              <a:ext uri="{FF2B5EF4-FFF2-40B4-BE49-F238E27FC236}">
                <a16:creationId xmlns:a16="http://schemas.microsoft.com/office/drawing/2014/main" id="{733FF429-8EE3-4D2D-A524-32919C262479}"/>
              </a:ext>
            </a:extLst>
          </p:cNvPr>
          <p:cNvSpPr txBox="1"/>
          <p:nvPr/>
        </p:nvSpPr>
        <p:spPr>
          <a:xfrm>
            <a:off x="3858881" y="5677066"/>
            <a:ext cx="1065191" cy="415498"/>
          </a:xfrm>
          <a:prstGeom prst="rect">
            <a:avLst/>
          </a:prstGeom>
          <a:noFill/>
        </p:spPr>
        <p:txBody>
          <a:bodyPr wrap="square" rtlCol="0">
            <a:spAutoFit/>
          </a:bodyPr>
          <a:lstStyle/>
          <a:p>
            <a:r>
              <a:rPr lang="en-US" sz="1050" dirty="0"/>
              <a:t>Business opportunities</a:t>
            </a:r>
          </a:p>
        </p:txBody>
      </p:sp>
    </p:spTree>
    <p:extLst>
      <p:ext uri="{BB962C8B-B14F-4D97-AF65-F5344CB8AC3E}">
        <p14:creationId xmlns:p14="http://schemas.microsoft.com/office/powerpoint/2010/main" val="229118462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692A2C-6913-404A-A5FA-484011B55DBC}"/>
              </a:ext>
            </a:extLst>
          </p:cNvPr>
          <p:cNvSpPr>
            <a:spLocks noGrp="1"/>
          </p:cNvSpPr>
          <p:nvPr>
            <p:ph type="title"/>
          </p:nvPr>
        </p:nvSpPr>
        <p:spPr/>
        <p:txBody>
          <a:bodyPr>
            <a:normAutofit fontScale="90000"/>
          </a:bodyPr>
          <a:lstStyle/>
          <a:p>
            <a:r>
              <a:rPr lang="en-US" dirty="0"/>
              <a:t>Step 7 : Set up growth and continuous improvement habits</a:t>
            </a:r>
          </a:p>
        </p:txBody>
      </p:sp>
      <p:sp>
        <p:nvSpPr>
          <p:cNvPr id="3" name="Espace réservé du contenu 2">
            <a:extLst>
              <a:ext uri="{FF2B5EF4-FFF2-40B4-BE49-F238E27FC236}">
                <a16:creationId xmlns:a16="http://schemas.microsoft.com/office/drawing/2014/main" id="{6F2F8860-85ED-431F-8978-FE5C64F48CA0}"/>
              </a:ext>
            </a:extLst>
          </p:cNvPr>
          <p:cNvSpPr>
            <a:spLocks noGrp="1"/>
          </p:cNvSpPr>
          <p:nvPr>
            <p:ph idx="1"/>
          </p:nvPr>
        </p:nvSpPr>
        <p:spPr/>
        <p:txBody>
          <a:bodyPr>
            <a:normAutofit fontScale="62500" lnSpcReduction="20000"/>
          </a:bodyPr>
          <a:lstStyle/>
          <a:p>
            <a:r>
              <a:rPr lang="en-US" dirty="0"/>
              <a:t>Growth by Design</a:t>
            </a:r>
          </a:p>
          <a:p>
            <a:pPr lvl="1"/>
            <a:r>
              <a:rPr lang="en-US" dirty="0"/>
              <a:t>“Bring your friends” strategies</a:t>
            </a:r>
          </a:p>
          <a:p>
            <a:pPr lvl="1"/>
            <a:r>
              <a:rPr lang="en-US" dirty="0"/>
              <a:t>“It’s your turn to share” strategies</a:t>
            </a:r>
          </a:p>
          <a:p>
            <a:pPr lvl="1"/>
            <a:r>
              <a:rPr lang="en-US" dirty="0"/>
              <a:t>Automation (reduce workload of tasks) and processes (reduce workload of decisions)</a:t>
            </a:r>
          </a:p>
          <a:p>
            <a:pPr lvl="1"/>
            <a:endParaRPr lang="en-US" dirty="0"/>
          </a:p>
          <a:p>
            <a:r>
              <a:rPr lang="en-US" dirty="0"/>
              <a:t>Engagement by Design</a:t>
            </a:r>
          </a:p>
          <a:p>
            <a:pPr lvl="1"/>
            <a:r>
              <a:rPr lang="en-US" dirty="0"/>
              <a:t>“What’s your Next Level” strategy</a:t>
            </a:r>
          </a:p>
          <a:p>
            <a:pPr lvl="1"/>
            <a:r>
              <a:rPr lang="en-US" dirty="0"/>
              <a:t>“Become Active step by step” strategy</a:t>
            </a:r>
          </a:p>
          <a:p>
            <a:endParaRPr lang="en-US" dirty="0"/>
          </a:p>
          <a:p>
            <a:r>
              <a:rPr lang="en-US" dirty="0"/>
              <a:t>Continuous Improvement Loops</a:t>
            </a:r>
          </a:p>
          <a:p>
            <a:pPr lvl="1"/>
            <a:r>
              <a:rPr lang="en-US" dirty="0"/>
              <a:t>Retrospectives</a:t>
            </a:r>
          </a:p>
          <a:p>
            <a:pPr lvl="1"/>
            <a:r>
              <a:rPr lang="en-US" dirty="0"/>
              <a:t>Feedback walls</a:t>
            </a:r>
          </a:p>
          <a:p>
            <a:endParaRPr lang="en-US" dirty="0"/>
          </a:p>
        </p:txBody>
      </p:sp>
    </p:spTree>
    <p:extLst>
      <p:ext uri="{BB962C8B-B14F-4D97-AF65-F5344CB8AC3E}">
        <p14:creationId xmlns:p14="http://schemas.microsoft.com/office/powerpoint/2010/main" val="395243888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00F7277-2F29-4244-BEEC-189EE46D2D03}"/>
              </a:ext>
            </a:extLst>
          </p:cNvPr>
          <p:cNvSpPr>
            <a:spLocks noGrp="1"/>
          </p:cNvSpPr>
          <p:nvPr>
            <p:ph type="ctrTitle"/>
          </p:nvPr>
        </p:nvSpPr>
        <p:spPr/>
        <p:txBody>
          <a:bodyPr/>
          <a:lstStyle/>
          <a:p>
            <a:r>
              <a:rPr lang="fr-FR" dirty="0"/>
              <a:t>To finish</a:t>
            </a:r>
          </a:p>
        </p:txBody>
      </p:sp>
      <p:sp>
        <p:nvSpPr>
          <p:cNvPr id="5" name="Sous-titre 4">
            <a:extLst>
              <a:ext uri="{FF2B5EF4-FFF2-40B4-BE49-F238E27FC236}">
                <a16:creationId xmlns:a16="http://schemas.microsoft.com/office/drawing/2014/main" id="{3F920FEE-EB9A-401E-8EC9-E02E4E7EC955}"/>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354435608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094ECA-DD8B-4C01-8566-F4C598B82D0C}"/>
              </a:ext>
            </a:extLst>
          </p:cNvPr>
          <p:cNvSpPr>
            <a:spLocks noGrp="1"/>
          </p:cNvSpPr>
          <p:nvPr>
            <p:ph type="title"/>
          </p:nvPr>
        </p:nvSpPr>
        <p:spPr/>
        <p:txBody>
          <a:bodyPr/>
          <a:lstStyle/>
          <a:p>
            <a:r>
              <a:rPr lang="en-US" dirty="0"/>
              <a:t>What topics can you fit in the #OSG  </a:t>
            </a:r>
          </a:p>
        </p:txBody>
      </p:sp>
      <p:sp>
        <p:nvSpPr>
          <p:cNvPr id="3" name="Espace réservé du contenu 2">
            <a:extLst>
              <a:ext uri="{FF2B5EF4-FFF2-40B4-BE49-F238E27FC236}">
                <a16:creationId xmlns:a16="http://schemas.microsoft.com/office/drawing/2014/main" id="{1A832B13-1AC3-454E-AE7B-8E3F072CE91B}"/>
              </a:ext>
            </a:extLst>
          </p:cNvPr>
          <p:cNvSpPr>
            <a:spLocks noGrp="1"/>
          </p:cNvSpPr>
          <p:nvPr>
            <p:ph idx="1"/>
          </p:nvPr>
        </p:nvSpPr>
        <p:spPr/>
        <p:txBody>
          <a:bodyPr>
            <a:normAutofit lnSpcReduction="10000"/>
          </a:bodyPr>
          <a:lstStyle/>
          <a:p>
            <a:r>
              <a:rPr lang="en-US" dirty="0"/>
              <a:t>Workshops : </a:t>
            </a:r>
          </a:p>
          <a:p>
            <a:pPr lvl="1"/>
            <a:r>
              <a:rPr lang="en-US" dirty="0"/>
              <a:t>Easy to know if you are level 2,3,4,5,6..</a:t>
            </a:r>
          </a:p>
          <a:p>
            <a:pPr lvl="1"/>
            <a:r>
              <a:rPr lang="en-US" dirty="0"/>
              <a:t>Small enough</a:t>
            </a:r>
          </a:p>
          <a:p>
            <a:pPr lvl="1"/>
            <a:r>
              <a:rPr lang="en-US" dirty="0"/>
              <a:t>Concrete enough</a:t>
            </a:r>
          </a:p>
          <a:p>
            <a:pPr lvl="1"/>
            <a:r>
              <a:rPr lang="en-US" dirty="0"/>
              <a:t>Has borders</a:t>
            </a:r>
          </a:p>
          <a:p>
            <a:pPr lvl="1"/>
            <a:r>
              <a:rPr lang="en-US" dirty="0"/>
              <a:t>Has clear rules</a:t>
            </a:r>
          </a:p>
          <a:p>
            <a:pPr lvl="1"/>
            <a:r>
              <a:rPr lang="en-US" dirty="0"/>
              <a:t>Has clear outcomes</a:t>
            </a:r>
          </a:p>
          <a:p>
            <a:pPr lvl="1"/>
            <a:r>
              <a:rPr lang="en-US" dirty="0"/>
              <a:t>Easier to reproduce </a:t>
            </a:r>
          </a:p>
        </p:txBody>
      </p:sp>
    </p:spTree>
    <p:extLst>
      <p:ext uri="{BB962C8B-B14F-4D97-AF65-F5344CB8AC3E}">
        <p14:creationId xmlns:p14="http://schemas.microsoft.com/office/powerpoint/2010/main" val="186696971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094ECA-DD8B-4C01-8566-F4C598B82D0C}"/>
              </a:ext>
            </a:extLst>
          </p:cNvPr>
          <p:cNvSpPr>
            <a:spLocks noGrp="1"/>
          </p:cNvSpPr>
          <p:nvPr>
            <p:ph type="title"/>
          </p:nvPr>
        </p:nvSpPr>
        <p:spPr/>
        <p:txBody>
          <a:bodyPr>
            <a:normAutofit fontScale="90000"/>
          </a:bodyPr>
          <a:lstStyle/>
          <a:p>
            <a:r>
              <a:rPr lang="en-US" dirty="0"/>
              <a:t>Measuring Community Knowledge sharing Performance</a:t>
            </a:r>
          </a:p>
        </p:txBody>
      </p:sp>
      <p:pic>
        <p:nvPicPr>
          <p:cNvPr id="11" name="Graphique 10" descr="Croissance de l'activité avec un remplissage uni">
            <a:extLst>
              <a:ext uri="{FF2B5EF4-FFF2-40B4-BE49-F238E27FC236}">
                <a16:creationId xmlns:a16="http://schemas.microsoft.com/office/drawing/2014/main" id="{038F0F72-61DC-4709-950F-3AA14D4491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9611" y="1891979"/>
            <a:ext cx="946932" cy="946932"/>
          </a:xfrm>
          <a:prstGeom prst="rect">
            <a:avLst/>
          </a:prstGeom>
        </p:spPr>
      </p:pic>
      <p:pic>
        <p:nvPicPr>
          <p:cNvPr id="12" name="Graphique 11" descr="Graphique à barres avec tendance à la hausse avec un remplissage uni">
            <a:extLst>
              <a:ext uri="{FF2B5EF4-FFF2-40B4-BE49-F238E27FC236}">
                <a16:creationId xmlns:a16="http://schemas.microsoft.com/office/drawing/2014/main" id="{3A51DF2A-D1CC-4A1A-BD8F-6C01D2B2DE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51403" y="1891979"/>
            <a:ext cx="900669" cy="900669"/>
          </a:xfrm>
          <a:prstGeom prst="rect">
            <a:avLst/>
          </a:prstGeom>
        </p:spPr>
      </p:pic>
      <p:pic>
        <p:nvPicPr>
          <p:cNvPr id="13" name="Graphique 12" descr="Images avec un remplissage uni">
            <a:extLst>
              <a:ext uri="{FF2B5EF4-FFF2-40B4-BE49-F238E27FC236}">
                <a16:creationId xmlns:a16="http://schemas.microsoft.com/office/drawing/2014/main" id="{EC9D942C-4BD6-4620-9894-6155CCA9FC2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62351" y="1944152"/>
            <a:ext cx="796322" cy="796322"/>
          </a:xfrm>
          <a:prstGeom prst="rect">
            <a:avLst/>
          </a:prstGeom>
        </p:spPr>
      </p:pic>
      <p:pic>
        <p:nvPicPr>
          <p:cNvPr id="14" name="Image 13">
            <a:extLst>
              <a:ext uri="{FF2B5EF4-FFF2-40B4-BE49-F238E27FC236}">
                <a16:creationId xmlns:a16="http://schemas.microsoft.com/office/drawing/2014/main" id="{F55BDB6E-841A-4325-9097-450DCA15BE0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781795" y="6334301"/>
            <a:ext cx="386998" cy="373453"/>
          </a:xfrm>
          <a:prstGeom prst="rect">
            <a:avLst/>
          </a:prstGeom>
        </p:spPr>
      </p:pic>
      <p:sp>
        <p:nvSpPr>
          <p:cNvPr id="15" name="Espace réservé du contenu 2">
            <a:extLst>
              <a:ext uri="{FF2B5EF4-FFF2-40B4-BE49-F238E27FC236}">
                <a16:creationId xmlns:a16="http://schemas.microsoft.com/office/drawing/2014/main" id="{0518ACC9-869D-424A-8099-AE2F41E1720E}"/>
              </a:ext>
            </a:extLst>
          </p:cNvPr>
          <p:cNvSpPr>
            <a:spLocks noGrp="1"/>
          </p:cNvSpPr>
          <p:nvPr>
            <p:ph idx="1"/>
          </p:nvPr>
        </p:nvSpPr>
        <p:spPr>
          <a:xfrm>
            <a:off x="352089" y="2838911"/>
            <a:ext cx="3465309" cy="3694176"/>
          </a:xfrm>
          <a:solidFill>
            <a:schemeClr val="bg1">
              <a:lumMod val="95000"/>
            </a:schemeClr>
          </a:solidFill>
        </p:spPr>
        <p:txBody>
          <a:bodyPr>
            <a:normAutofit/>
          </a:bodyPr>
          <a:lstStyle/>
          <a:p>
            <a:pPr marL="0" indent="0" algn="ctr">
              <a:buNone/>
            </a:pPr>
            <a:r>
              <a:rPr lang="en-US" sz="1400" dirty="0"/>
              <a:t>3 Value Indicators</a:t>
            </a:r>
          </a:p>
          <a:p>
            <a:pPr marL="0" indent="0">
              <a:buNone/>
            </a:pPr>
            <a:r>
              <a:rPr lang="en-US" sz="1400" dirty="0"/>
              <a:t>Shared knowledge must be valuable for the host organization of the Community</a:t>
            </a:r>
          </a:p>
          <a:p>
            <a:pPr marL="0" indent="0" algn="ctr">
              <a:buNone/>
            </a:pPr>
            <a:endParaRPr lang="en-US" sz="1400" dirty="0"/>
          </a:p>
          <a:p>
            <a:pPr marL="0" indent="0">
              <a:buNone/>
            </a:pPr>
            <a:r>
              <a:rPr lang="en-US" sz="1400" dirty="0"/>
              <a:t>Overall satisfaction (ratings of quality of formats)</a:t>
            </a:r>
          </a:p>
          <a:p>
            <a:pPr marL="0" indent="0">
              <a:buNone/>
            </a:pPr>
            <a:endParaRPr lang="en-US" sz="1400" dirty="0"/>
          </a:p>
          <a:p>
            <a:pPr marL="0" indent="0">
              <a:buNone/>
            </a:pPr>
            <a:r>
              <a:rPr lang="en-US" sz="1400" dirty="0"/>
              <a:t>Overall utility (rating of content utility)</a:t>
            </a:r>
          </a:p>
          <a:p>
            <a:pPr marL="0" indent="0">
              <a:buNone/>
            </a:pPr>
            <a:endParaRPr lang="en-US" sz="1400" dirty="0"/>
          </a:p>
          <a:p>
            <a:pPr marL="0" indent="0">
              <a:buNone/>
            </a:pPr>
            <a:r>
              <a:rPr lang="en-US" sz="1400" dirty="0"/>
              <a:t>Results of Implementation</a:t>
            </a:r>
          </a:p>
        </p:txBody>
      </p:sp>
      <p:sp>
        <p:nvSpPr>
          <p:cNvPr id="16" name="Espace réservé du contenu 2">
            <a:extLst>
              <a:ext uri="{FF2B5EF4-FFF2-40B4-BE49-F238E27FC236}">
                <a16:creationId xmlns:a16="http://schemas.microsoft.com/office/drawing/2014/main" id="{9DA2EA2B-34D9-42C7-8BF7-419294900C3A}"/>
              </a:ext>
            </a:extLst>
          </p:cNvPr>
          <p:cNvSpPr txBox="1">
            <a:spLocks/>
          </p:cNvSpPr>
          <p:nvPr/>
        </p:nvSpPr>
        <p:spPr>
          <a:xfrm>
            <a:off x="4289300" y="2838911"/>
            <a:ext cx="3465309" cy="3694176"/>
          </a:xfrm>
          <a:prstGeom prst="rect">
            <a:avLst/>
          </a:prstGeom>
          <a:solidFill>
            <a:srgbClr val="EC7B2B"/>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3 People Indicators</a:t>
            </a:r>
          </a:p>
          <a:p>
            <a:pPr marL="0" indent="0">
              <a:buFont typeface="Arial" panose="020B0604020202020204" pitchFamily="34" charset="0"/>
              <a:buNone/>
            </a:pPr>
            <a:r>
              <a:rPr lang="en-US" sz="1400" dirty="0"/>
              <a:t>People indicators measure engagement, overall knowledge sharing skills</a:t>
            </a:r>
          </a:p>
          <a:p>
            <a:pPr marL="0" indent="0">
              <a:buFont typeface="Arial" panose="020B0604020202020204" pitchFamily="34" charset="0"/>
              <a:buNone/>
            </a:pPr>
            <a:endParaRPr lang="en-US" sz="1400" dirty="0"/>
          </a:p>
          <a:p>
            <a:pPr marL="0" indent="0">
              <a:buFont typeface="Arial" panose="020B0604020202020204" pitchFamily="34" charset="0"/>
              <a:buNone/>
            </a:pPr>
            <a:endParaRPr lang="en-US" sz="1400" dirty="0"/>
          </a:p>
        </p:txBody>
      </p:sp>
      <p:sp>
        <p:nvSpPr>
          <p:cNvPr id="17" name="Espace réservé du contenu 2">
            <a:extLst>
              <a:ext uri="{FF2B5EF4-FFF2-40B4-BE49-F238E27FC236}">
                <a16:creationId xmlns:a16="http://schemas.microsoft.com/office/drawing/2014/main" id="{0465BB8B-7EEC-40FD-9FDE-133B86F05095}"/>
              </a:ext>
            </a:extLst>
          </p:cNvPr>
          <p:cNvSpPr txBox="1">
            <a:spLocks/>
          </p:cNvSpPr>
          <p:nvPr/>
        </p:nvSpPr>
        <p:spPr>
          <a:xfrm>
            <a:off x="8127858" y="2826852"/>
            <a:ext cx="3465309" cy="3694176"/>
          </a:xfrm>
          <a:prstGeom prst="rect">
            <a:avLst/>
          </a:prstGeom>
          <a:solidFill>
            <a:srgbClr val="3494BA"/>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3 Content Indicators</a:t>
            </a:r>
          </a:p>
        </p:txBody>
      </p:sp>
    </p:spTree>
    <p:extLst>
      <p:ext uri="{BB962C8B-B14F-4D97-AF65-F5344CB8AC3E}">
        <p14:creationId xmlns:p14="http://schemas.microsoft.com/office/powerpoint/2010/main" val="3825909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00F7277-2F29-4244-BEEC-189EE46D2D03}"/>
              </a:ext>
            </a:extLst>
          </p:cNvPr>
          <p:cNvSpPr>
            <a:spLocks noGrp="1"/>
          </p:cNvSpPr>
          <p:nvPr>
            <p:ph type="ctrTitle"/>
          </p:nvPr>
        </p:nvSpPr>
        <p:spPr/>
        <p:txBody>
          <a:bodyPr/>
          <a:lstStyle/>
          <a:p>
            <a:r>
              <a:rPr lang="fr-FR" dirty="0"/>
              <a:t>Training for </a:t>
            </a:r>
            <a:r>
              <a:rPr lang="fr-FR" dirty="0" err="1"/>
              <a:t>each</a:t>
            </a:r>
            <a:r>
              <a:rPr lang="fr-FR" dirty="0"/>
              <a:t> </a:t>
            </a:r>
            <a:r>
              <a:rPr lang="fr-FR" dirty="0" err="1"/>
              <a:t>level</a:t>
            </a:r>
            <a:endParaRPr lang="fr-FR" dirty="0"/>
          </a:p>
        </p:txBody>
      </p:sp>
      <p:sp>
        <p:nvSpPr>
          <p:cNvPr id="5" name="Sous-titre 4">
            <a:extLst>
              <a:ext uri="{FF2B5EF4-FFF2-40B4-BE49-F238E27FC236}">
                <a16:creationId xmlns:a16="http://schemas.microsoft.com/office/drawing/2014/main" id="{3F920FEE-EB9A-401E-8EC9-E02E4E7EC955}"/>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09429058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73F0E3-D5E7-43FB-A3E8-9F9CB789A956}"/>
              </a:ext>
            </a:extLst>
          </p:cNvPr>
          <p:cNvSpPr>
            <a:spLocks noGrp="1"/>
          </p:cNvSpPr>
          <p:nvPr>
            <p:ph type="title"/>
          </p:nvPr>
        </p:nvSpPr>
        <p:spPr/>
        <p:txBody>
          <a:bodyPr/>
          <a:lstStyle/>
          <a:p>
            <a:r>
              <a:rPr lang="en-US" dirty="0"/>
              <a:t>Level 5 training : Content structure</a:t>
            </a:r>
          </a:p>
        </p:txBody>
      </p:sp>
      <p:sp>
        <p:nvSpPr>
          <p:cNvPr id="3" name="Espace réservé du contenu 2">
            <a:extLst>
              <a:ext uri="{FF2B5EF4-FFF2-40B4-BE49-F238E27FC236}">
                <a16:creationId xmlns:a16="http://schemas.microsoft.com/office/drawing/2014/main" id="{CC4AB8C5-10BE-4BD3-AAAA-B01AEDD20D89}"/>
              </a:ext>
            </a:extLst>
          </p:cNvPr>
          <p:cNvSpPr>
            <a:spLocks noGrp="1"/>
          </p:cNvSpPr>
          <p:nvPr>
            <p:ph idx="1"/>
          </p:nvPr>
        </p:nvSpPr>
        <p:spPr/>
        <p:txBody>
          <a:bodyPr/>
          <a:lstStyle/>
          <a:p>
            <a:r>
              <a:rPr lang="en-US" dirty="0"/>
              <a:t>Content :</a:t>
            </a:r>
          </a:p>
          <a:p>
            <a:pPr lvl="1"/>
            <a:r>
              <a:rPr lang="en-US" dirty="0"/>
              <a:t>As a Level 5, what you can put in your content to improve the knowledge sharing efficiency (in intro, inside, as a result)</a:t>
            </a:r>
          </a:p>
          <a:p>
            <a:pPr lvl="1"/>
            <a:r>
              <a:rPr lang="en-US" dirty="0"/>
              <a:t>Workshop preparation for Content preparation</a:t>
            </a:r>
          </a:p>
          <a:p>
            <a:pPr lvl="1"/>
            <a:endParaRPr lang="en-US" dirty="0"/>
          </a:p>
        </p:txBody>
      </p:sp>
    </p:spTree>
    <p:extLst>
      <p:ext uri="{BB962C8B-B14F-4D97-AF65-F5344CB8AC3E}">
        <p14:creationId xmlns:p14="http://schemas.microsoft.com/office/powerpoint/2010/main" val="29480841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2|18.6|32.1|23.8|19.2|10.9|19.5|15|5.3|2.2|8.1"/>
</p:tagLst>
</file>

<file path=ppt/tags/tag2.xml><?xml version="1.0" encoding="utf-8"?>
<p:tagLst xmlns:a="http://schemas.openxmlformats.org/drawingml/2006/main" xmlns:r="http://schemas.openxmlformats.org/officeDocument/2006/relationships" xmlns:p="http://schemas.openxmlformats.org/presentationml/2006/main">
  <p:tag name="TIMING" val="|11.2|18.6|32.1|23.8|19.2|10.9|19.5|15|5.3|2.2|8.1"/>
</p:tagLst>
</file>

<file path=ppt/tags/tag3.xml><?xml version="1.0" encoding="utf-8"?>
<p:tagLst xmlns:a="http://schemas.openxmlformats.org/drawingml/2006/main" xmlns:r="http://schemas.openxmlformats.org/officeDocument/2006/relationships" xmlns:p="http://schemas.openxmlformats.org/presentationml/2006/main">
  <p:tag name="TIMING" val="|4.1|8.7|22.3|22.9|23.2|27|26.1|16.5|47|33.1"/>
</p:tagLst>
</file>

<file path=ppt/tags/tag4.xml><?xml version="1.0" encoding="utf-8"?>
<p:tagLst xmlns:a="http://schemas.openxmlformats.org/drawingml/2006/main" xmlns:r="http://schemas.openxmlformats.org/officeDocument/2006/relationships" xmlns:p="http://schemas.openxmlformats.org/presentationml/2006/main">
  <p:tag name="TIMING" val="|4.1|8.7|22.3|22.9|23.2|27|26.1|16.5|47|33.1"/>
</p:tagLst>
</file>

<file path=ppt/tags/tag5.xml><?xml version="1.0" encoding="utf-8"?>
<p:tagLst xmlns:a="http://schemas.openxmlformats.org/drawingml/2006/main" xmlns:r="http://schemas.openxmlformats.org/officeDocument/2006/relationships" xmlns:p="http://schemas.openxmlformats.org/presentationml/2006/main">
  <p:tag name="TIMING" val="|11.2|18.6|32.1|23.8|19.2|10.9|19.5|15|5.3|2.2|8.1"/>
</p:tagLst>
</file>

<file path=ppt/tags/tag6.xml><?xml version="1.0" encoding="utf-8"?>
<p:tagLst xmlns:a="http://schemas.openxmlformats.org/drawingml/2006/main" xmlns:r="http://schemas.openxmlformats.org/officeDocument/2006/relationships" xmlns:p="http://schemas.openxmlformats.org/presentationml/2006/main">
  <p:tag name="TIMING" val="|4.1|8.7|22.3|22.9|23.2|27|26.1|16.5|47|33.1"/>
</p:tagLst>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1914</TotalTime>
  <Words>15507</Words>
  <Application>Microsoft Office PowerPoint</Application>
  <PresentationFormat>Grand écran</PresentationFormat>
  <Paragraphs>2503</Paragraphs>
  <Slides>212</Slides>
  <Notes>44</Notes>
  <HiddenSlides>1</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212</vt:i4>
      </vt:variant>
    </vt:vector>
  </HeadingPairs>
  <TitlesOfParts>
    <vt:vector size="223" baseType="lpstr">
      <vt:lpstr>Adobe Fan Heiti Std B</vt:lpstr>
      <vt:lpstr>Arial</vt:lpstr>
      <vt:lpstr>Avenir Next LT Pro</vt:lpstr>
      <vt:lpstr>Britannic Bold</vt:lpstr>
      <vt:lpstr>Calibri</vt:lpstr>
      <vt:lpstr>Century Gothic</vt:lpstr>
      <vt:lpstr>Lucida Console</vt:lpstr>
      <vt:lpstr>Myriad Pro Light</vt:lpstr>
      <vt:lpstr>Rockwell</vt:lpstr>
      <vt:lpstr>Times New Roman</vt:lpstr>
      <vt:lpstr>AccentBoxVTI</vt:lpstr>
      <vt:lpstr>#OSG  Corporate Community Boosters training</vt:lpstr>
      <vt:lpstr>Course Outline</vt:lpstr>
      <vt:lpstr>Part I : Understanding the Challenges before applying the Method</vt:lpstr>
      <vt:lpstr>How to read and use this document</vt:lpstr>
      <vt:lpstr>Part I :  Corporate Community Boosters Challenges</vt:lpstr>
      <vt:lpstr>Example story</vt:lpstr>
      <vt:lpstr>Challenge #1 : 360° expectations</vt:lpstr>
      <vt:lpstr>Share your opinions and experiences</vt:lpstr>
      <vt:lpstr>Exercise #1 :  Write down REAL expectations of your Current corporate Community Stakeholders &amp; identities (real people) as example profiles</vt:lpstr>
      <vt:lpstr>The Content challenges</vt:lpstr>
      <vt:lpstr>Example story</vt:lpstr>
      <vt:lpstr>Challenge #C1  Catching attention</vt:lpstr>
      <vt:lpstr>Share your opinions and experiences</vt:lpstr>
      <vt:lpstr>Challenge #C2 Getting a click / a touch</vt:lpstr>
      <vt:lpstr>Share your opinions and experiences</vt:lpstr>
      <vt:lpstr>Exercise #C2 Brainstorm ideas on how you would get clicks on your Community content</vt:lpstr>
      <vt:lpstr>Challenge #C3 Know how “Catchy” you can be</vt:lpstr>
      <vt:lpstr>Share your opinions and experiences</vt:lpstr>
      <vt:lpstr>Example story / Use Case</vt:lpstr>
      <vt:lpstr>Challenge #C4 Choose the right content format, balancing scalability and undivided attention</vt:lpstr>
      <vt:lpstr>Exercise #C4 Define or select content format for your Community Content, include next moves</vt:lpstr>
      <vt:lpstr>Share your opinions and experiences</vt:lpstr>
      <vt:lpstr>Challenge #C5 Know your next move : Increase Reach or engagement ?</vt:lpstr>
      <vt:lpstr>Share your opinions and experiences</vt:lpstr>
      <vt:lpstr>Exercise #C5 Brainstorm actions for reach or for engagement in your current Community</vt:lpstr>
      <vt:lpstr>Example story / Use Case</vt:lpstr>
      <vt:lpstr>Challenge #C6 :  Engage audience in your content</vt:lpstr>
      <vt:lpstr>Exercise #C6 :  Identify content walls, current stop points</vt:lpstr>
      <vt:lpstr>Share your opinions and experiences</vt:lpstr>
      <vt:lpstr>Use case, example story</vt:lpstr>
      <vt:lpstr>Challenge #C7 :  Understand the Community Desert circle</vt:lpstr>
      <vt:lpstr>Share your opinions and experiences</vt:lpstr>
      <vt:lpstr>Example story</vt:lpstr>
      <vt:lpstr>Challenge #C8 Choose between creating and curating</vt:lpstr>
      <vt:lpstr>Share your opinions and experiences</vt:lpstr>
      <vt:lpstr>Exercise #C8 List what you will create and what you will curate</vt:lpstr>
      <vt:lpstr>The Value challenges</vt:lpstr>
      <vt:lpstr>Share your opinions and experiences</vt:lpstr>
      <vt:lpstr>Challenge #V1 Locate the value of your Corporate community </vt:lpstr>
      <vt:lpstr>Share your opinions and experiences</vt:lpstr>
      <vt:lpstr>Example story</vt:lpstr>
      <vt:lpstr>Challenge #V2 Exploit Value Momentum</vt:lpstr>
      <vt:lpstr>Share your opinions and experiences</vt:lpstr>
      <vt:lpstr>Exercise #V2 Write down how you would exploit the momentum of key value you create</vt:lpstr>
      <vt:lpstr>Example story</vt:lpstr>
      <vt:lpstr>Challenge #V3 Manage your borders</vt:lpstr>
      <vt:lpstr>Share your opinions and experiences</vt:lpstr>
      <vt:lpstr>Exercise #V3  Identify another Community with which you have borders. Write down your possibilities </vt:lpstr>
      <vt:lpstr>The Corporate Community Boosters People challenges</vt:lpstr>
      <vt:lpstr>360 expectations - oversimplified</vt:lpstr>
      <vt:lpstr>Example story</vt:lpstr>
      <vt:lpstr>Challenge P1 Manage Sponsors &amp; hierarchy expectations</vt:lpstr>
      <vt:lpstr>Share your opinions and experiences</vt:lpstr>
      <vt:lpstr>Exercise #P1 Identify expectations</vt:lpstr>
      <vt:lpstr>Use case / Example story</vt:lpstr>
      <vt:lpstr>Challenge P2 Measure the performance of a Community</vt:lpstr>
      <vt:lpstr>Share your opinions / experiences</vt:lpstr>
      <vt:lpstr>Exercise #P2 Brainstorm Community performance indicators</vt:lpstr>
      <vt:lpstr>Use case / Example story</vt:lpstr>
      <vt:lpstr>Challenge P3 Understand your own version of the Golden Engagement Circle</vt:lpstr>
      <vt:lpstr>Share your opinions and experiences</vt:lpstr>
      <vt:lpstr>Use Case / Example story</vt:lpstr>
      <vt:lpstr>Challenge P4 Identify your members’ Engagement and available time</vt:lpstr>
      <vt:lpstr>Share your opinions and experiences</vt:lpstr>
      <vt:lpstr>Exercise #P4 List reasons for disengagement and ideas for engagement</vt:lpstr>
      <vt:lpstr>Example story</vt:lpstr>
      <vt:lpstr>Challenge P5 Outline members’ time investment profiles</vt:lpstr>
      <vt:lpstr>Share your opinion and experiences</vt:lpstr>
      <vt:lpstr>Use case / Example story</vt:lpstr>
      <vt:lpstr>Challenge P6 Understand Engagement flow</vt:lpstr>
      <vt:lpstr>Share your opinions and experiences</vt:lpstr>
      <vt:lpstr>Challenge P7 Outline for each Engagement level what are the Gives &amp; Takes</vt:lpstr>
      <vt:lpstr>Share your opinions and experiences</vt:lpstr>
      <vt:lpstr>Challenge P8 Identify example activities &amp; content for each level</vt:lpstr>
      <vt:lpstr>Share your opinions and experiences</vt:lpstr>
      <vt:lpstr>Exercise #P4, 5, 6 Outline engagement levels, then time investment profiles, give &amp; take, activities and content for each level</vt:lpstr>
      <vt:lpstr>Example story / Use Case</vt:lpstr>
      <vt:lpstr>Challenge P9 Set up a Community Engagement target Example : The Core &amp; Crowd</vt:lpstr>
      <vt:lpstr>Challenge P9 Set up a Community Engagement target Example : The closed elite</vt:lpstr>
      <vt:lpstr>Challenge 9 Set up a Community Engagement target Example : 3 levels pyramid with Ambassadors</vt:lpstr>
      <vt:lpstr>Challenge P9 Set up a Community Engagement target Example : The missionaries</vt:lpstr>
      <vt:lpstr>Challenge P9 Represent your Engagement Target (copy paste for numbers)</vt:lpstr>
      <vt:lpstr>Share your opinions and experiences</vt:lpstr>
      <vt:lpstr>Example story / Use case</vt:lpstr>
      <vt:lpstr>Challenge P10 Identify Engagement Walls</vt:lpstr>
      <vt:lpstr>Share your opinions and experiences</vt:lpstr>
      <vt:lpstr>Challenge P10 Identify your engagement Rear walls</vt:lpstr>
      <vt:lpstr>Challenge P10 Identify your engagement Front walls</vt:lpstr>
      <vt:lpstr>Use case</vt:lpstr>
      <vt:lpstr>Challenge P11 Identify and design Engagement Jumps</vt:lpstr>
      <vt:lpstr>Share your opinions and experiences</vt:lpstr>
      <vt:lpstr>Challenge P11 Identify ideas for Front Jumps</vt:lpstr>
      <vt:lpstr>Challenge P11 Identify ideas for Rear Jumps</vt:lpstr>
      <vt:lpstr>Example Stories</vt:lpstr>
      <vt:lpstr>Challenge P12 Look beyond Individual Engagement :  Assess the importance of Link</vt:lpstr>
      <vt:lpstr>Share your opinions  and experiences</vt:lpstr>
      <vt:lpstr>Exercise P12 Identify reasons why Link is not important, and why it is</vt:lpstr>
      <vt:lpstr>Example Stories</vt:lpstr>
      <vt:lpstr>Challenge P13 Choose how you define “Link”</vt:lpstr>
      <vt:lpstr>Share your opinions  and experiences</vt:lpstr>
      <vt:lpstr>Exercise P13 Define what type of Links you want to foster, and key activities you prioritize</vt:lpstr>
      <vt:lpstr>Example story</vt:lpstr>
      <vt:lpstr>Challenge P14 Measure Link</vt:lpstr>
      <vt:lpstr>Exercise P14 Define how you will measure Link</vt:lpstr>
      <vt:lpstr>Share your opinions and experiences</vt:lpstr>
      <vt:lpstr>Example story </vt:lpstr>
      <vt:lpstr>Challenge P15 Understand how link, Numbers and Engagement work together (or not !)</vt:lpstr>
      <vt:lpstr>Share your opinions and experiences</vt:lpstr>
      <vt:lpstr>Example story </vt:lpstr>
      <vt:lpstr>Challenge P16 Build Link through common identity</vt:lpstr>
      <vt:lpstr>Share your opinions and experiences</vt:lpstr>
      <vt:lpstr>Exercise P16 Choose your artefacts and display them on a timeline</vt:lpstr>
      <vt:lpstr>Example Stories</vt:lpstr>
      <vt:lpstr>Challenge P17 Identify patterns in your Link architecture</vt:lpstr>
      <vt:lpstr>Share your opinions and experiences</vt:lpstr>
      <vt:lpstr>Example Story</vt:lpstr>
      <vt:lpstr>Challenge P18 Limit of links for an individual</vt:lpstr>
      <vt:lpstr>Share your opinions / experiences</vt:lpstr>
      <vt:lpstr>Example Story</vt:lpstr>
      <vt:lpstr>Challenge P19 Identify link dynamics</vt:lpstr>
      <vt:lpstr>Share your opinions and experiences</vt:lpstr>
      <vt:lpstr>Exercise P19 Identify elements that will influence Link in your Community Identify how you will exploit or compensate them</vt:lpstr>
      <vt:lpstr>Use case / Example Story</vt:lpstr>
      <vt:lpstr>Challenge P20 Embrace Community Booster Ethics</vt:lpstr>
      <vt:lpstr>Share your opinions  and experiences</vt:lpstr>
      <vt:lpstr>Exercise P20 Identify ethical questions and propose answers</vt:lpstr>
      <vt:lpstr>End of Course</vt:lpstr>
      <vt:lpstr>Summary</vt:lpstr>
      <vt:lpstr>Take-aways</vt:lpstr>
      <vt:lpstr>Summary :  List of Corporate Community Challenges 1/2</vt:lpstr>
      <vt:lpstr>Summary List of Corporate Community Challenges 2/2</vt:lpstr>
      <vt:lpstr>Limits </vt:lpstr>
      <vt:lpstr>Exercises</vt:lpstr>
      <vt:lpstr>Présentation PowerPoint</vt:lpstr>
      <vt:lpstr>Exercise #C2 Brainstorm ideas on how you would get clicks on your Community content</vt:lpstr>
      <vt:lpstr>Exercise #C4 Define or select content format for your Community Content, include next moves</vt:lpstr>
      <vt:lpstr>Exercise #C5 Brainstorm actions for reach or for engagement in your current Community</vt:lpstr>
      <vt:lpstr>Exercise #C6 :  Identify content walls, current stop points</vt:lpstr>
      <vt:lpstr>Exercise #C8 List what you will create and what you will curate</vt:lpstr>
      <vt:lpstr>Exercise #V1 Locate the value of your Corporate community Write down your Community activities in each quadrant </vt:lpstr>
      <vt:lpstr>Exercise #V2 Write down how you would exploit the momentum of key value you create</vt:lpstr>
      <vt:lpstr>Exercise #V3  Identify another Community with which you have borders. Write down your possibilities </vt:lpstr>
      <vt:lpstr>Exercise #P1 Identify expectations</vt:lpstr>
      <vt:lpstr>Exercise #P2 Brainstorm Community performance indicators</vt:lpstr>
      <vt:lpstr>Exercise #P4 List reasons for disengagement and ideas for engagement</vt:lpstr>
      <vt:lpstr>Exercise #P4, 5, 6 Outline engagement levels, then time investment profiles, give &amp; take, activities and content for each level</vt:lpstr>
      <vt:lpstr>Exercise P9 Represent your Engagement Target (copy paste for numbers)</vt:lpstr>
      <vt:lpstr>Exercise P10 Identify your engagement Rear walls</vt:lpstr>
      <vt:lpstr>Exercise P10 Identify your engagement Front walls</vt:lpstr>
      <vt:lpstr>Exercise P11 Identify ideas for Front Jumps</vt:lpstr>
      <vt:lpstr>Exercise P11 Identify ideas for Rear Jumps</vt:lpstr>
      <vt:lpstr>Exercise P12 Identify reasons why Link is not important, and why it is</vt:lpstr>
      <vt:lpstr>Exercise P13 Define what type of Links you want to foster, and key activities you prioritize</vt:lpstr>
      <vt:lpstr>Exercise P14 Define how you will measure Link</vt:lpstr>
      <vt:lpstr>Challenge P16 Choose your artefacts and display them on a timeline</vt:lpstr>
      <vt:lpstr>Exercise P19 Identify elements that will influence Link in your Community Identify how you will exploit or compensate them</vt:lpstr>
      <vt:lpstr>Exercise P20 Identify ethical questions and propose answers</vt:lpstr>
      <vt:lpstr>Going further</vt:lpstr>
      <vt:lpstr>Going Further</vt:lpstr>
      <vt:lpstr>Viral Transformation Concepts</vt:lpstr>
      <vt:lpstr>#OSG Method for Viral Learning in your Community</vt:lpstr>
      <vt:lpstr>The many realities behind ONE word : Community </vt:lpstr>
      <vt:lpstr>Corporate Community</vt:lpstr>
      <vt:lpstr>Challenges of Corporate Communities</vt:lpstr>
      <vt:lpstr>Why #OSG for Learning in your Community ?</vt:lpstr>
      <vt:lpstr>Broadcast vs Viral pattern</vt:lpstr>
      <vt:lpstr>Broadcast vs Viral</vt:lpstr>
      <vt:lpstr>Broadcast Learning vs Viral Learning</vt:lpstr>
      <vt:lpstr>#OpenSeriousFilters NOT all type Content fit viral learning</vt:lpstr>
      <vt:lpstr>CONTENT Conditions for Viral Learning</vt:lpstr>
      <vt:lpstr>Set-up a Value Selection, Improvement and Promotion  process</vt:lpstr>
      <vt:lpstr>Split your content into small, shareable, easily remembered bits</vt:lpstr>
      <vt:lpstr>Create Link inside your Community</vt:lpstr>
      <vt:lpstr>Breaking the “I don’t have time” wall</vt:lpstr>
      <vt:lpstr>Foster or reuse motivations to share</vt:lpstr>
      <vt:lpstr>Example : Scale for Engagement by available time</vt:lpstr>
      <vt:lpstr>PEOPLE Conditions for Viral Learning</vt:lpstr>
      <vt:lpstr>Viral Community effect :  how we can all contribute to weave the network </vt:lpstr>
      <vt:lpstr>Viral Community effect :  how we can all contribute to weave the network </vt:lpstr>
      <vt:lpstr>Viral Community effect :  how we can all contribute to weave the network </vt:lpstr>
      <vt:lpstr>Viral Community effect :  how we can all contribute to weave the network </vt:lpstr>
      <vt:lpstr>Workshop 1 : #OpenSeriousHub A share and learn opportunities workshop</vt:lpstr>
      <vt:lpstr>Workshop 2 : Topics mapping A workshop to find out what fits best for you</vt:lpstr>
      <vt:lpstr>Tips for Community Boosting</vt:lpstr>
      <vt:lpstr>#OSG Method Basics</vt:lpstr>
      <vt:lpstr>Setting up #OSG in 5 steps</vt:lpstr>
      <vt:lpstr>The #OSG Method Goals</vt:lpstr>
      <vt:lpstr>The #OSG principles</vt:lpstr>
      <vt:lpstr>The #OSG Role System Viral Learning by design</vt:lpstr>
      <vt:lpstr>The #OSG Role System Viral Learning by design</vt:lpstr>
      <vt:lpstr>Follow-up level of Engagement</vt:lpstr>
      <vt:lpstr>Zoom on :  Level 3 scout</vt:lpstr>
      <vt:lpstr>Zoom on :  Level 3 scout</vt:lpstr>
      <vt:lpstr>Zoom on :  Level 4 Co-host</vt:lpstr>
      <vt:lpstr>Engage at the end of every event</vt:lpstr>
      <vt:lpstr>Engage at the end of Every content</vt:lpstr>
      <vt:lpstr>Link-first Community Building in 7 steps</vt:lpstr>
      <vt:lpstr>7 steps</vt:lpstr>
      <vt:lpstr>Step 1 : Define Community Identity &amp; Value</vt:lpstr>
      <vt:lpstr>Step 2A : Define Community People Graph Target</vt:lpstr>
      <vt:lpstr>The specific case of “Link First” community</vt:lpstr>
      <vt:lpstr>Step 2B : Identify Community People Graph</vt:lpstr>
      <vt:lpstr>Step 3 : Define Community Engagement Path</vt:lpstr>
      <vt:lpstr>Step 4 : Set up Community Shared Calendar</vt:lpstr>
      <vt:lpstr>Step 5 : Set up community Content strategy</vt:lpstr>
      <vt:lpstr>Step 6 : Community Processes and Rituals</vt:lpstr>
      <vt:lpstr>Step 7 : Set up growth and continuous improvement habits</vt:lpstr>
      <vt:lpstr>To finish</vt:lpstr>
      <vt:lpstr>What topics can you fit in the #OSG  </vt:lpstr>
      <vt:lpstr>Measuring Community Knowledge sharing Performance</vt:lpstr>
      <vt:lpstr>Training for each level</vt:lpstr>
      <vt:lpstr>Level 5 training : Content 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3</cp:revision>
  <dcterms:created xsi:type="dcterms:W3CDTF">2020-12-16T10:05:09Z</dcterms:created>
  <dcterms:modified xsi:type="dcterms:W3CDTF">2022-06-07T14:49:34Z</dcterms:modified>
</cp:coreProperties>
</file>